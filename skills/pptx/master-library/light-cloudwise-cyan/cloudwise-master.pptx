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" id="{1C42C03C-A927-40D0-8352-3C6BEDCB019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62" userDrawn="1">
          <p15:clr>
            <a:srgbClr val="A4A3A4"/>
          </p15:clr>
        </p15:guide>
        <p15:guide id="2" pos="3597" userDrawn="1">
          <p15:clr>
            <a:srgbClr val="A4A3A4"/>
          </p15:clr>
        </p15:guide>
        <p15:guide id="3" pos="608" userDrawn="1">
          <p15:clr>
            <a:srgbClr val="A4A3A4"/>
          </p15:clr>
        </p15:guide>
        <p15:guide id="4" pos="6278" userDrawn="1">
          <p15:clr>
            <a:srgbClr val="A4A3A4"/>
          </p15:clr>
        </p15:guide>
        <p15:guide id="5" pos="67" userDrawn="1">
          <p15:clr>
            <a:srgbClr val="A4A3A4"/>
          </p15:clr>
        </p15:guide>
        <p15:guide id="6" pos="2760" userDrawn="1">
          <p15:clr>
            <a:srgbClr val="A4A3A4"/>
          </p15:clr>
        </p15:guide>
        <p15:guide id="7" orient="horz" pos="1833" userDrawn="1">
          <p15:clr>
            <a:srgbClr val="A4A3A4"/>
          </p15:clr>
        </p15:guide>
        <p15:guide id="8" orient="horz" pos="731" userDrawn="1">
          <p15:clr>
            <a:srgbClr val="A4A3A4"/>
          </p15:clr>
        </p15:guide>
        <p15:guide id="9" orient="horz" pos="352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p" initials="h" lastIdx="1" clrIdx="0"/>
  <p:cmAuthor id="29" name="lx" initials="l" lastIdx="1" clrIdx="28"/>
  <p:cmAuthor id="1" name="Niiishu" initials="Shu" lastIdx="1" clrIdx="0"/>
  <p:cmAuthor id="2" name="NING MEI" initials="N" lastIdx="1" clrIdx="1"/>
  <p:cmAuthor id="3" name="chengchao" initials="c" lastIdx="1" clrIdx="0"/>
  <p:cmAuthor id="4" name="admin" initials="a" lastIdx="2" clrIdx="1"/>
  <p:cmAuthor id="5" name="john" initials="j" lastIdx="1" clrIdx="2"/>
  <p:cmAuthor id="6" name="ctj" initials="c" lastIdx="1" clrIdx="4"/>
  <p:cmAuthor id="7" name="邓 春宇" initials="邓" lastIdx="2" clrIdx="5"/>
  <p:cmAuthor id="8" name="董晔" initials="董" lastIdx="9" clrIdx="0"/>
  <p:cmAuthor id="9" name="未知用户4" initials="未" lastIdx="0" clrIdx="0"/>
  <p:cmAuthor id="10" name="kingsoft" initials="k" lastIdx="1" clrIdx="0"/>
  <p:cmAuthor id="11" name="Admin" initials="A" lastIdx="0" clrIdx="0"/>
  <p:cmAuthor id="12" name="宋昆" initials="宋" lastIdx="0" clrIdx="0"/>
  <p:cmAuthor id="13" name="Lc K" initials="L" lastIdx="6" clrIdx="12"/>
  <p:cmAuthor id="14" name="User" initials="U" lastIdx="1" clrIdx="13"/>
  <p:cmAuthor id="15" name="徐巍" initials="徐" lastIdx="1" clrIdx="0"/>
  <p:cmAuthor id="17" name="Author" initials="A" lastIdx="1" clrIdx="3"/>
  <p:cmAuthor id="18" name="Windows User" initials="W" lastIdx="1" clrIdx="0"/>
  <p:cmAuthor id="19" name="未知用户2" initials="未" lastIdx="14" clrIdx="0"/>
  <p:cmAuthor id="20" name="未知用户3" initials="未" lastIdx="2" clrIdx="0"/>
  <p:cmAuthor id="22" name="未知用户5" initials="未" lastIdx="11" clrIdx="1"/>
  <p:cmAuthor id="23" name="未知用户6" initials="未" lastIdx="5" clrIdx="2"/>
  <p:cmAuthor id="24" name="未知用户7" initials="未" lastIdx="6" clrIdx="3"/>
  <p:cmAuthor id="25" name="未知用户8" initials="未" lastIdx="6" clrIdx="4"/>
  <p:cmAuthor id="26" name="Jeff.Zhou" initials="J" lastIdx="1" clrIdx="0"/>
  <p:cmAuthor id="27" name="leon.li" initials="l" lastIdx="5" clrIdx="26"/>
  <p:cmAuthor id="28" name="Administrator" initials="A" lastIdx="3" clrIdx="27"/>
  <p:cmAuthor id="2000" name="王铁生_iqqqMJR7" initials="authorId_91952093" lastIdx="55357550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BFF"/>
    <a:srgbClr val="0099A1"/>
    <a:srgbClr val="FFFFFF"/>
    <a:srgbClr val="F1FBFC"/>
    <a:srgbClr val="EAFAFB"/>
    <a:srgbClr val="E1F2E7"/>
    <a:srgbClr val="EEEF9F"/>
    <a:srgbClr val="F4F4F4"/>
    <a:srgbClr val="FBFBFB"/>
    <a:srgbClr val="EEF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3" autoAdjust="0"/>
    <p:restoredTop sz="91553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880" y="184"/>
      </p:cViewPr>
      <p:guideLst>
        <p:guide orient="horz" pos="2562"/>
        <p:guide pos="3597"/>
        <p:guide pos="608"/>
        <p:guide pos="6278"/>
        <p:guide pos="67"/>
        <p:guide pos="2760"/>
        <p:guide orient="horz" pos="1833"/>
        <p:guide orient="horz" pos="731"/>
        <p:guide orient="horz" pos="352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39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9ABCB-1A73-CB4C-9E96-7D8E14E13FE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88D177-0E68-1A4B-9D32-D813DE62A63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6" Type="http://schemas.openxmlformats.org/officeDocument/2006/relationships/tags" Target="../tags/tag38.xml"/><Relationship Id="rId35" Type="http://schemas.openxmlformats.org/officeDocument/2006/relationships/tags" Target="../tags/tag37.xml"/><Relationship Id="rId34" Type="http://schemas.openxmlformats.org/officeDocument/2006/relationships/tags" Target="../tags/tag36.xml"/><Relationship Id="rId33" Type="http://schemas.openxmlformats.org/officeDocument/2006/relationships/tags" Target="../tags/tag35.xml"/><Relationship Id="rId32" Type="http://schemas.openxmlformats.org/officeDocument/2006/relationships/tags" Target="../tags/tag34.xml"/><Relationship Id="rId31" Type="http://schemas.openxmlformats.org/officeDocument/2006/relationships/tags" Target="../tags/tag33.xml"/><Relationship Id="rId30" Type="http://schemas.openxmlformats.org/officeDocument/2006/relationships/tags" Target="../tags/tag32.xml"/><Relationship Id="rId3" Type="http://schemas.openxmlformats.org/officeDocument/2006/relationships/tags" Target="../tags/tag5.xml"/><Relationship Id="rId29" Type="http://schemas.openxmlformats.org/officeDocument/2006/relationships/tags" Target="../tags/tag3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tags" Target="../tags/tag28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tags" Target="../tags/tag24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private/var/folders/b_/jzwlz4nx6pb50wc9_8142y340000gn/T/com.kingsoft.wpsoffice.mac/picturecompress_20230308130311/output_1.pngoutput_1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2" name="组合 101"/>
          <p:cNvGrpSpPr/>
          <p:nvPr userDrawn="1"/>
        </p:nvGrpSpPr>
        <p:grpSpPr>
          <a:xfrm>
            <a:off x="466157" y="373512"/>
            <a:ext cx="1610975" cy="442511"/>
            <a:chOff x="10675716" y="6237689"/>
            <a:chExt cx="1195132" cy="328285"/>
          </a:xfrm>
        </p:grpSpPr>
        <p:sp>
          <p:nvSpPr>
            <p:cNvPr id="103" name="任意多边形: 形状 102"/>
            <p:cNvSpPr/>
            <p:nvPr userDrawn="1"/>
          </p:nvSpPr>
          <p:spPr>
            <a:xfrm>
              <a:off x="10675716" y="6237689"/>
              <a:ext cx="444771" cy="328285"/>
            </a:xfrm>
            <a:custGeom>
              <a:avLst/>
              <a:gdLst>
                <a:gd name="connsiteX0" fmla="*/ 367919 w 475674"/>
                <a:gd name="connsiteY0" fmla="*/ 351009 h 351094"/>
                <a:gd name="connsiteX1" fmla="*/ 327762 w 475674"/>
                <a:gd name="connsiteY1" fmla="*/ 341291 h 351094"/>
                <a:gd name="connsiteX2" fmla="*/ 294284 w 475674"/>
                <a:gd name="connsiteY2" fmla="*/ 318601 h 351094"/>
                <a:gd name="connsiteX3" fmla="*/ 293899 w 475674"/>
                <a:gd name="connsiteY3" fmla="*/ 318301 h 351094"/>
                <a:gd name="connsiteX4" fmla="*/ 290559 w 475674"/>
                <a:gd name="connsiteY4" fmla="*/ 315476 h 351094"/>
                <a:gd name="connsiteX5" fmla="*/ 290174 w 475674"/>
                <a:gd name="connsiteY5" fmla="*/ 315133 h 351094"/>
                <a:gd name="connsiteX6" fmla="*/ 289874 w 475674"/>
                <a:gd name="connsiteY6" fmla="*/ 314877 h 351094"/>
                <a:gd name="connsiteX7" fmla="*/ 289104 w 475674"/>
                <a:gd name="connsiteY7" fmla="*/ 313763 h 351094"/>
                <a:gd name="connsiteX8" fmla="*/ 289104 w 475674"/>
                <a:gd name="connsiteY8" fmla="*/ 313678 h 351094"/>
                <a:gd name="connsiteX9" fmla="*/ 285679 w 475674"/>
                <a:gd name="connsiteY9" fmla="*/ 303103 h 351094"/>
                <a:gd name="connsiteX10" fmla="*/ 303831 w 475674"/>
                <a:gd name="connsiteY10" fmla="*/ 284951 h 351094"/>
                <a:gd name="connsiteX11" fmla="*/ 314577 w 475674"/>
                <a:gd name="connsiteY11" fmla="*/ 288505 h 351094"/>
                <a:gd name="connsiteX12" fmla="*/ 314833 w 475674"/>
                <a:gd name="connsiteY12" fmla="*/ 288590 h 351094"/>
                <a:gd name="connsiteX13" fmla="*/ 368005 w 475674"/>
                <a:gd name="connsiteY13" fmla="*/ 314448 h 351094"/>
                <a:gd name="connsiteX14" fmla="*/ 439542 w 475674"/>
                <a:gd name="connsiteY14" fmla="*/ 246079 h 351094"/>
                <a:gd name="connsiteX15" fmla="*/ 371130 w 475674"/>
                <a:gd name="connsiteY15" fmla="*/ 177624 h 351094"/>
                <a:gd name="connsiteX16" fmla="*/ 308283 w 475674"/>
                <a:gd name="connsiteY16" fmla="*/ 209047 h 351094"/>
                <a:gd name="connsiteX17" fmla="*/ 307299 w 475674"/>
                <a:gd name="connsiteY17" fmla="*/ 209946 h 351094"/>
                <a:gd name="connsiteX18" fmla="*/ 298651 w 475674"/>
                <a:gd name="connsiteY18" fmla="*/ 217567 h 351094"/>
                <a:gd name="connsiteX19" fmla="*/ 272236 w 475674"/>
                <a:gd name="connsiteY19" fmla="*/ 240342 h 351094"/>
                <a:gd name="connsiteX20" fmla="*/ 197959 w 475674"/>
                <a:gd name="connsiteY20" fmla="*/ 304088 h 351094"/>
                <a:gd name="connsiteX21" fmla="*/ 190296 w 475674"/>
                <a:gd name="connsiteY21" fmla="*/ 310809 h 351094"/>
                <a:gd name="connsiteX22" fmla="*/ 104673 w 475674"/>
                <a:gd name="connsiteY22" fmla="*/ 351095 h 351094"/>
                <a:gd name="connsiteX23" fmla="*/ 32365 w 475674"/>
                <a:gd name="connsiteY23" fmla="*/ 321940 h 351094"/>
                <a:gd name="connsiteX24" fmla="*/ 0 w 475674"/>
                <a:gd name="connsiteY24" fmla="*/ 246764 h 351094"/>
                <a:gd name="connsiteX25" fmla="*/ 34078 w 475674"/>
                <a:gd name="connsiteY25" fmla="*/ 168633 h 351094"/>
                <a:gd name="connsiteX26" fmla="*/ 104416 w 475674"/>
                <a:gd name="connsiteY26" fmla="*/ 141405 h 351094"/>
                <a:gd name="connsiteX27" fmla="*/ 177324 w 475674"/>
                <a:gd name="connsiteY27" fmla="*/ 170646 h 351094"/>
                <a:gd name="connsiteX28" fmla="*/ 177624 w 475674"/>
                <a:gd name="connsiteY28" fmla="*/ 170902 h 351094"/>
                <a:gd name="connsiteX29" fmla="*/ 180192 w 475674"/>
                <a:gd name="connsiteY29" fmla="*/ 173043 h 351094"/>
                <a:gd name="connsiteX30" fmla="*/ 180363 w 475674"/>
                <a:gd name="connsiteY30" fmla="*/ 173171 h 351094"/>
                <a:gd name="connsiteX31" fmla="*/ 180363 w 475674"/>
                <a:gd name="connsiteY31" fmla="*/ 173257 h 351094"/>
                <a:gd name="connsiteX32" fmla="*/ 185330 w 475674"/>
                <a:gd name="connsiteY32" fmla="*/ 185501 h 351094"/>
                <a:gd name="connsiteX33" fmla="*/ 167563 w 475674"/>
                <a:gd name="connsiteY33" fmla="*/ 203225 h 351094"/>
                <a:gd name="connsiteX34" fmla="*/ 156817 w 475674"/>
                <a:gd name="connsiteY34" fmla="*/ 199586 h 351094"/>
                <a:gd name="connsiteX35" fmla="*/ 156732 w 475674"/>
                <a:gd name="connsiteY35" fmla="*/ 199586 h 351094"/>
                <a:gd name="connsiteX36" fmla="*/ 104588 w 475674"/>
                <a:gd name="connsiteY36" fmla="*/ 177752 h 351094"/>
                <a:gd name="connsiteX37" fmla="*/ 36347 w 475674"/>
                <a:gd name="connsiteY37" fmla="*/ 246122 h 351094"/>
                <a:gd name="connsiteX38" fmla="*/ 104588 w 475674"/>
                <a:gd name="connsiteY38" fmla="*/ 314620 h 351094"/>
                <a:gd name="connsiteX39" fmla="*/ 174798 w 475674"/>
                <a:gd name="connsiteY39" fmla="*/ 271423 h 351094"/>
                <a:gd name="connsiteX40" fmla="*/ 188540 w 475674"/>
                <a:gd name="connsiteY40" fmla="*/ 256225 h 351094"/>
                <a:gd name="connsiteX41" fmla="*/ 228526 w 475674"/>
                <a:gd name="connsiteY41" fmla="*/ 214441 h 351094"/>
                <a:gd name="connsiteX42" fmla="*/ 235975 w 475674"/>
                <a:gd name="connsiteY42" fmla="*/ 206693 h 351094"/>
                <a:gd name="connsiteX43" fmla="*/ 287948 w 475674"/>
                <a:gd name="connsiteY43" fmla="*/ 152536 h 351094"/>
                <a:gd name="connsiteX44" fmla="*/ 288034 w 475674"/>
                <a:gd name="connsiteY44" fmla="*/ 152408 h 351094"/>
                <a:gd name="connsiteX45" fmla="*/ 300877 w 475674"/>
                <a:gd name="connsiteY45" fmla="*/ 76975 h 351094"/>
                <a:gd name="connsiteX46" fmla="*/ 237859 w 475674"/>
                <a:gd name="connsiteY46" fmla="*/ 36347 h 351094"/>
                <a:gd name="connsiteX47" fmla="*/ 171373 w 475674"/>
                <a:gd name="connsiteY47" fmla="*/ 92772 h 351094"/>
                <a:gd name="connsiteX48" fmla="*/ 171202 w 475674"/>
                <a:gd name="connsiteY48" fmla="*/ 92900 h 351094"/>
                <a:gd name="connsiteX49" fmla="*/ 153778 w 475674"/>
                <a:gd name="connsiteY49" fmla="*/ 105915 h 351094"/>
                <a:gd name="connsiteX50" fmla="*/ 135583 w 475674"/>
                <a:gd name="connsiteY50" fmla="*/ 87720 h 351094"/>
                <a:gd name="connsiteX51" fmla="*/ 136354 w 475674"/>
                <a:gd name="connsiteY51" fmla="*/ 82497 h 351094"/>
                <a:gd name="connsiteX52" fmla="*/ 136482 w 475674"/>
                <a:gd name="connsiteY52" fmla="*/ 82155 h 351094"/>
                <a:gd name="connsiteX53" fmla="*/ 170474 w 475674"/>
                <a:gd name="connsiteY53" fmla="*/ 25301 h 351094"/>
                <a:gd name="connsiteX54" fmla="*/ 237816 w 475674"/>
                <a:gd name="connsiteY54" fmla="*/ 0 h 351094"/>
                <a:gd name="connsiteX55" fmla="*/ 313677 w 475674"/>
                <a:gd name="connsiteY55" fmla="*/ 31338 h 351094"/>
                <a:gd name="connsiteX56" fmla="*/ 337224 w 475674"/>
                <a:gd name="connsiteY56" fmla="*/ 67856 h 351094"/>
                <a:gd name="connsiteX57" fmla="*/ 343303 w 475674"/>
                <a:gd name="connsiteY57" fmla="*/ 102618 h 351094"/>
                <a:gd name="connsiteX58" fmla="*/ 337609 w 475674"/>
                <a:gd name="connsiteY58" fmla="*/ 139222 h 351094"/>
                <a:gd name="connsiteX59" fmla="*/ 335597 w 475674"/>
                <a:gd name="connsiteY59" fmla="*/ 146286 h 351094"/>
                <a:gd name="connsiteX60" fmla="*/ 343132 w 475674"/>
                <a:gd name="connsiteY60" fmla="*/ 145258 h 351094"/>
                <a:gd name="connsiteX61" fmla="*/ 370916 w 475674"/>
                <a:gd name="connsiteY61" fmla="*/ 141405 h 351094"/>
                <a:gd name="connsiteX62" fmla="*/ 443267 w 475674"/>
                <a:gd name="connsiteY62" fmla="*/ 169746 h 351094"/>
                <a:gd name="connsiteX63" fmla="*/ 466770 w 475674"/>
                <a:gd name="connsiteY63" fmla="*/ 202711 h 351094"/>
                <a:gd name="connsiteX64" fmla="*/ 475675 w 475674"/>
                <a:gd name="connsiteY64" fmla="*/ 246079 h 351094"/>
                <a:gd name="connsiteX65" fmla="*/ 445664 w 475674"/>
                <a:gd name="connsiteY65" fmla="*/ 320142 h 351094"/>
                <a:gd name="connsiteX66" fmla="*/ 367919 w 475674"/>
                <a:gd name="connsiteY66" fmla="*/ 351009 h 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75674" h="351094">
                  <a:moveTo>
                    <a:pt x="367919" y="351009"/>
                  </a:moveTo>
                  <a:cubicBezTo>
                    <a:pt x="354177" y="351009"/>
                    <a:pt x="341077" y="347841"/>
                    <a:pt x="327762" y="341291"/>
                  </a:cubicBezTo>
                  <a:cubicBezTo>
                    <a:pt x="317316" y="336154"/>
                    <a:pt x="306999" y="329175"/>
                    <a:pt x="294284" y="318601"/>
                  </a:cubicBezTo>
                  <a:lnTo>
                    <a:pt x="293899" y="318301"/>
                  </a:lnTo>
                  <a:cubicBezTo>
                    <a:pt x="292700" y="317531"/>
                    <a:pt x="291587" y="316589"/>
                    <a:pt x="290559" y="315476"/>
                  </a:cubicBezTo>
                  <a:lnTo>
                    <a:pt x="290174" y="315133"/>
                  </a:lnTo>
                  <a:cubicBezTo>
                    <a:pt x="290089" y="315005"/>
                    <a:pt x="289960" y="314919"/>
                    <a:pt x="289874" y="314877"/>
                  </a:cubicBezTo>
                  <a:cubicBezTo>
                    <a:pt x="289618" y="314448"/>
                    <a:pt x="289404" y="314149"/>
                    <a:pt x="289104" y="313763"/>
                  </a:cubicBezTo>
                  <a:lnTo>
                    <a:pt x="289104" y="313678"/>
                  </a:lnTo>
                  <a:cubicBezTo>
                    <a:pt x="286835" y="310595"/>
                    <a:pt x="285679" y="306956"/>
                    <a:pt x="285679" y="303103"/>
                  </a:cubicBezTo>
                  <a:cubicBezTo>
                    <a:pt x="285679" y="293128"/>
                    <a:pt x="293813" y="284951"/>
                    <a:pt x="303831" y="284951"/>
                  </a:cubicBezTo>
                  <a:cubicBezTo>
                    <a:pt x="307727" y="284951"/>
                    <a:pt x="311451" y="286150"/>
                    <a:pt x="314577" y="288505"/>
                  </a:cubicBezTo>
                  <a:lnTo>
                    <a:pt x="314833" y="288590"/>
                  </a:lnTo>
                  <a:cubicBezTo>
                    <a:pt x="329817" y="301734"/>
                    <a:pt x="346342" y="314448"/>
                    <a:pt x="368005" y="314448"/>
                  </a:cubicBezTo>
                  <a:cubicBezTo>
                    <a:pt x="414455" y="314448"/>
                    <a:pt x="439542" y="279258"/>
                    <a:pt x="439542" y="246079"/>
                  </a:cubicBezTo>
                  <a:cubicBezTo>
                    <a:pt x="439542" y="213157"/>
                    <a:pt x="413385" y="177624"/>
                    <a:pt x="371130" y="177624"/>
                  </a:cubicBezTo>
                  <a:cubicBezTo>
                    <a:pt x="344073" y="177624"/>
                    <a:pt x="325879" y="193592"/>
                    <a:pt x="308283" y="209047"/>
                  </a:cubicBezTo>
                  <a:lnTo>
                    <a:pt x="307299" y="209946"/>
                  </a:lnTo>
                  <a:cubicBezTo>
                    <a:pt x="304430" y="212429"/>
                    <a:pt x="301519" y="214998"/>
                    <a:pt x="298651" y="217567"/>
                  </a:cubicBezTo>
                  <a:cubicBezTo>
                    <a:pt x="288590" y="226386"/>
                    <a:pt x="279129" y="234734"/>
                    <a:pt x="272236" y="240342"/>
                  </a:cubicBezTo>
                  <a:cubicBezTo>
                    <a:pt x="259693" y="250660"/>
                    <a:pt x="216453" y="288034"/>
                    <a:pt x="197959" y="304088"/>
                  </a:cubicBezTo>
                  <a:cubicBezTo>
                    <a:pt x="195390" y="306314"/>
                    <a:pt x="192779" y="308540"/>
                    <a:pt x="190296" y="310809"/>
                  </a:cubicBezTo>
                  <a:cubicBezTo>
                    <a:pt x="166835" y="331530"/>
                    <a:pt x="144659" y="351095"/>
                    <a:pt x="104673" y="351095"/>
                  </a:cubicBezTo>
                  <a:cubicBezTo>
                    <a:pt x="78344" y="351095"/>
                    <a:pt x="52016" y="340435"/>
                    <a:pt x="32365" y="321940"/>
                  </a:cubicBezTo>
                  <a:cubicBezTo>
                    <a:pt x="11473" y="302247"/>
                    <a:pt x="0" y="275533"/>
                    <a:pt x="0" y="246764"/>
                  </a:cubicBezTo>
                  <a:cubicBezTo>
                    <a:pt x="0" y="207206"/>
                    <a:pt x="18537" y="182419"/>
                    <a:pt x="34078" y="168633"/>
                  </a:cubicBezTo>
                  <a:cubicBezTo>
                    <a:pt x="53557" y="151338"/>
                    <a:pt x="79201" y="141405"/>
                    <a:pt x="104416" y="141405"/>
                  </a:cubicBezTo>
                  <a:cubicBezTo>
                    <a:pt x="135840" y="141405"/>
                    <a:pt x="154934" y="152108"/>
                    <a:pt x="177324" y="170646"/>
                  </a:cubicBezTo>
                  <a:lnTo>
                    <a:pt x="177624" y="170902"/>
                  </a:lnTo>
                  <a:cubicBezTo>
                    <a:pt x="178565" y="171502"/>
                    <a:pt x="179379" y="172230"/>
                    <a:pt x="180192" y="173043"/>
                  </a:cubicBezTo>
                  <a:lnTo>
                    <a:pt x="180363" y="173171"/>
                  </a:lnTo>
                  <a:lnTo>
                    <a:pt x="180363" y="173257"/>
                  </a:lnTo>
                  <a:cubicBezTo>
                    <a:pt x="183574" y="176596"/>
                    <a:pt x="185330" y="180963"/>
                    <a:pt x="185330" y="185501"/>
                  </a:cubicBezTo>
                  <a:cubicBezTo>
                    <a:pt x="185330" y="195262"/>
                    <a:pt x="177367" y="203225"/>
                    <a:pt x="167563" y="203225"/>
                  </a:cubicBezTo>
                  <a:cubicBezTo>
                    <a:pt x="163667" y="203225"/>
                    <a:pt x="159943" y="201983"/>
                    <a:pt x="156817" y="199586"/>
                  </a:cubicBezTo>
                  <a:lnTo>
                    <a:pt x="156732" y="199586"/>
                  </a:lnTo>
                  <a:cubicBezTo>
                    <a:pt x="139950" y="185758"/>
                    <a:pt x="126036" y="177752"/>
                    <a:pt x="104588" y="177752"/>
                  </a:cubicBezTo>
                  <a:cubicBezTo>
                    <a:pt x="71752" y="177752"/>
                    <a:pt x="36347" y="203910"/>
                    <a:pt x="36347" y="246122"/>
                  </a:cubicBezTo>
                  <a:cubicBezTo>
                    <a:pt x="36347" y="283881"/>
                    <a:pt x="66957" y="314620"/>
                    <a:pt x="104588" y="314620"/>
                  </a:cubicBezTo>
                  <a:cubicBezTo>
                    <a:pt x="136311" y="314620"/>
                    <a:pt x="151594" y="297452"/>
                    <a:pt x="174798" y="271423"/>
                  </a:cubicBezTo>
                  <a:cubicBezTo>
                    <a:pt x="179122" y="266585"/>
                    <a:pt x="183574" y="261577"/>
                    <a:pt x="188540" y="256225"/>
                  </a:cubicBezTo>
                  <a:cubicBezTo>
                    <a:pt x="195519" y="248690"/>
                    <a:pt x="216196" y="227285"/>
                    <a:pt x="228526" y="214441"/>
                  </a:cubicBezTo>
                  <a:cubicBezTo>
                    <a:pt x="231608" y="211273"/>
                    <a:pt x="234220" y="208533"/>
                    <a:pt x="235975" y="206693"/>
                  </a:cubicBezTo>
                  <a:cubicBezTo>
                    <a:pt x="275490" y="165594"/>
                    <a:pt x="287777" y="152708"/>
                    <a:pt x="287948" y="152536"/>
                  </a:cubicBezTo>
                  <a:lnTo>
                    <a:pt x="288034" y="152408"/>
                  </a:lnTo>
                  <a:cubicBezTo>
                    <a:pt x="307427" y="130317"/>
                    <a:pt x="312222" y="102062"/>
                    <a:pt x="300877" y="76975"/>
                  </a:cubicBezTo>
                  <a:cubicBezTo>
                    <a:pt x="289703" y="52273"/>
                    <a:pt x="264958" y="36347"/>
                    <a:pt x="237859" y="36347"/>
                  </a:cubicBezTo>
                  <a:cubicBezTo>
                    <a:pt x="199329" y="36347"/>
                    <a:pt x="176510" y="65458"/>
                    <a:pt x="171373" y="92772"/>
                  </a:cubicBezTo>
                  <a:lnTo>
                    <a:pt x="171202" y="92900"/>
                  </a:lnTo>
                  <a:cubicBezTo>
                    <a:pt x="168933" y="100564"/>
                    <a:pt x="161783" y="105915"/>
                    <a:pt x="153778" y="105915"/>
                  </a:cubicBezTo>
                  <a:cubicBezTo>
                    <a:pt x="143760" y="105915"/>
                    <a:pt x="135583" y="97781"/>
                    <a:pt x="135583" y="87720"/>
                  </a:cubicBezTo>
                  <a:cubicBezTo>
                    <a:pt x="135583" y="85965"/>
                    <a:pt x="135840" y="84210"/>
                    <a:pt x="136354" y="82497"/>
                  </a:cubicBezTo>
                  <a:lnTo>
                    <a:pt x="136482" y="82155"/>
                  </a:lnTo>
                  <a:cubicBezTo>
                    <a:pt x="141106" y="59979"/>
                    <a:pt x="152536" y="40842"/>
                    <a:pt x="170474" y="25301"/>
                  </a:cubicBezTo>
                  <a:cubicBezTo>
                    <a:pt x="189782" y="8519"/>
                    <a:pt x="212429" y="0"/>
                    <a:pt x="237816" y="0"/>
                  </a:cubicBezTo>
                  <a:cubicBezTo>
                    <a:pt x="266928" y="0"/>
                    <a:pt x="293171" y="10831"/>
                    <a:pt x="313677" y="31338"/>
                  </a:cubicBezTo>
                  <a:cubicBezTo>
                    <a:pt x="324380" y="42041"/>
                    <a:pt x="332300" y="54370"/>
                    <a:pt x="337224" y="67856"/>
                  </a:cubicBezTo>
                  <a:cubicBezTo>
                    <a:pt x="341162" y="78730"/>
                    <a:pt x="343217" y="90417"/>
                    <a:pt x="343303" y="102618"/>
                  </a:cubicBezTo>
                  <a:cubicBezTo>
                    <a:pt x="343431" y="123639"/>
                    <a:pt x="337695" y="139094"/>
                    <a:pt x="337609" y="139222"/>
                  </a:cubicBezTo>
                  <a:lnTo>
                    <a:pt x="335597" y="146286"/>
                  </a:lnTo>
                  <a:lnTo>
                    <a:pt x="343132" y="145258"/>
                  </a:lnTo>
                  <a:cubicBezTo>
                    <a:pt x="352079" y="142690"/>
                    <a:pt x="361455" y="141405"/>
                    <a:pt x="370916" y="141405"/>
                  </a:cubicBezTo>
                  <a:cubicBezTo>
                    <a:pt x="397502" y="141405"/>
                    <a:pt x="423873" y="151766"/>
                    <a:pt x="443267" y="169746"/>
                  </a:cubicBezTo>
                  <a:cubicBezTo>
                    <a:pt x="453327" y="179122"/>
                    <a:pt x="461248" y="190253"/>
                    <a:pt x="466770" y="202711"/>
                  </a:cubicBezTo>
                  <a:cubicBezTo>
                    <a:pt x="472678" y="216068"/>
                    <a:pt x="475675" y="230624"/>
                    <a:pt x="475675" y="246079"/>
                  </a:cubicBezTo>
                  <a:cubicBezTo>
                    <a:pt x="475675" y="274506"/>
                    <a:pt x="465015" y="300792"/>
                    <a:pt x="445664" y="320142"/>
                  </a:cubicBezTo>
                  <a:cubicBezTo>
                    <a:pt x="425843" y="340050"/>
                    <a:pt x="398230" y="351009"/>
                    <a:pt x="367919" y="35100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104" name="图形 4"/>
            <p:cNvGrpSpPr/>
            <p:nvPr userDrawn="1"/>
          </p:nvGrpSpPr>
          <p:grpSpPr>
            <a:xfrm>
              <a:off x="11181894" y="6239370"/>
              <a:ext cx="687754" cy="218483"/>
              <a:chOff x="10904547" y="6209237"/>
              <a:chExt cx="735538" cy="233663"/>
            </a:xfrm>
            <a:solidFill>
              <a:srgbClr val="A5A7AA"/>
            </a:solidFill>
          </p:grpSpPr>
          <p:sp>
            <p:nvSpPr>
              <p:cNvPr id="133" name="任意多边形: 形状 132"/>
              <p:cNvSpPr/>
              <p:nvPr/>
            </p:nvSpPr>
            <p:spPr>
              <a:xfrm>
                <a:off x="10914051" y="6222037"/>
                <a:ext cx="205193" cy="17424"/>
              </a:xfrm>
              <a:custGeom>
                <a:avLst/>
                <a:gdLst>
                  <a:gd name="connsiteX0" fmla="*/ 8434 w 205193"/>
                  <a:gd name="connsiteY0" fmla="*/ 17424 h 17424"/>
                  <a:gd name="connsiteX1" fmla="*/ 196760 w 205193"/>
                  <a:gd name="connsiteY1" fmla="*/ 17424 h 17424"/>
                  <a:gd name="connsiteX2" fmla="*/ 205194 w 205193"/>
                  <a:gd name="connsiteY2" fmla="*/ 8990 h 17424"/>
                  <a:gd name="connsiteX3" fmla="*/ 205194 w 205193"/>
                  <a:gd name="connsiteY3" fmla="*/ 8434 h 17424"/>
                  <a:gd name="connsiteX4" fmla="*/ 196760 w 205193"/>
                  <a:gd name="connsiteY4" fmla="*/ 0 h 17424"/>
                  <a:gd name="connsiteX5" fmla="*/ 8434 w 205193"/>
                  <a:gd name="connsiteY5" fmla="*/ 0 h 17424"/>
                  <a:gd name="connsiteX6" fmla="*/ 0 w 205193"/>
                  <a:gd name="connsiteY6" fmla="*/ 8434 h 17424"/>
                  <a:gd name="connsiteX7" fmla="*/ 0 w 205193"/>
                  <a:gd name="connsiteY7" fmla="*/ 8990 h 17424"/>
                  <a:gd name="connsiteX8" fmla="*/ 8434 w 205193"/>
                  <a:gd name="connsiteY8" fmla="*/ 17424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193" h="17424">
                    <a:moveTo>
                      <a:pt x="8434" y="17424"/>
                    </a:moveTo>
                    <a:lnTo>
                      <a:pt x="196760" y="17424"/>
                    </a:lnTo>
                    <a:cubicBezTo>
                      <a:pt x="201598" y="17424"/>
                      <a:pt x="205194" y="13828"/>
                      <a:pt x="205194" y="8990"/>
                    </a:cubicBezTo>
                    <a:lnTo>
                      <a:pt x="205194" y="8434"/>
                    </a:lnTo>
                    <a:cubicBezTo>
                      <a:pt x="205194" y="3896"/>
                      <a:pt x="201598" y="0"/>
                      <a:pt x="196760" y="0"/>
                    </a:cubicBezTo>
                    <a:lnTo>
                      <a:pt x="8434" y="0"/>
                    </a:lnTo>
                    <a:cubicBezTo>
                      <a:pt x="3553" y="0"/>
                      <a:pt x="0" y="3896"/>
                      <a:pt x="0" y="8434"/>
                    </a:cubicBezTo>
                    <a:lnTo>
                      <a:pt x="0" y="8990"/>
                    </a:lnTo>
                    <a:cubicBezTo>
                      <a:pt x="0" y="13828"/>
                      <a:pt x="3553" y="17424"/>
                      <a:pt x="8434" y="17424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34" name="任意多边形: 形状 133"/>
              <p:cNvSpPr/>
              <p:nvPr/>
            </p:nvSpPr>
            <p:spPr>
              <a:xfrm>
                <a:off x="10920706" y="6330606"/>
                <a:ext cx="193056" cy="106214"/>
              </a:xfrm>
              <a:custGeom>
                <a:avLst/>
                <a:gdLst>
                  <a:gd name="connsiteX0" fmla="*/ 161293 w 193056"/>
                  <a:gd name="connsiteY0" fmla="*/ 19393 h 106214"/>
                  <a:gd name="connsiteX1" fmla="*/ 175035 w 193056"/>
                  <a:gd name="connsiteY1" fmla="*/ 73849 h 106214"/>
                  <a:gd name="connsiteX2" fmla="*/ 174222 w 193056"/>
                  <a:gd name="connsiteY2" fmla="*/ 84338 h 106214"/>
                  <a:gd name="connsiteX3" fmla="*/ 163947 w 193056"/>
                  <a:gd name="connsiteY3" fmla="*/ 88962 h 106214"/>
                  <a:gd name="connsiteX4" fmla="*/ 45788 w 193056"/>
                  <a:gd name="connsiteY4" fmla="*/ 88962 h 106214"/>
                  <a:gd name="connsiteX5" fmla="*/ 23441 w 193056"/>
                  <a:gd name="connsiteY5" fmla="*/ 88962 h 106214"/>
                  <a:gd name="connsiteX6" fmla="*/ 25539 w 193056"/>
                  <a:gd name="connsiteY6" fmla="*/ 69782 h 106214"/>
                  <a:gd name="connsiteX7" fmla="*/ 49941 w 193056"/>
                  <a:gd name="connsiteY7" fmla="*/ 6036 h 106214"/>
                  <a:gd name="connsiteX8" fmla="*/ 40608 w 193056"/>
                  <a:gd name="connsiteY8" fmla="*/ 1456 h 106214"/>
                  <a:gd name="connsiteX9" fmla="*/ 35257 w 193056"/>
                  <a:gd name="connsiteY9" fmla="*/ 0 h 106214"/>
                  <a:gd name="connsiteX10" fmla="*/ 280 w 193056"/>
                  <a:gd name="connsiteY10" fmla="*/ 95683 h 106214"/>
                  <a:gd name="connsiteX11" fmla="*/ 2035 w 193056"/>
                  <a:gd name="connsiteY11" fmla="*/ 103175 h 106214"/>
                  <a:gd name="connsiteX12" fmla="*/ 8457 w 193056"/>
                  <a:gd name="connsiteY12" fmla="*/ 106215 h 106214"/>
                  <a:gd name="connsiteX13" fmla="*/ 163947 w 193056"/>
                  <a:gd name="connsiteY13" fmla="*/ 106215 h 106214"/>
                  <a:gd name="connsiteX14" fmla="*/ 176234 w 193056"/>
                  <a:gd name="connsiteY14" fmla="*/ 103689 h 106214"/>
                  <a:gd name="connsiteX15" fmla="*/ 191346 w 193056"/>
                  <a:gd name="connsiteY15" fmla="*/ 90332 h 106214"/>
                  <a:gd name="connsiteX16" fmla="*/ 192202 w 193056"/>
                  <a:gd name="connsiteY16" fmla="*/ 73935 h 106214"/>
                  <a:gd name="connsiteX17" fmla="*/ 182570 w 193056"/>
                  <a:gd name="connsiteY17" fmla="*/ 35533 h 106214"/>
                  <a:gd name="connsiteX18" fmla="*/ 161293 w 193056"/>
                  <a:gd name="connsiteY18" fmla="*/ 19393 h 10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3056" h="106214">
                    <a:moveTo>
                      <a:pt x="161293" y="19393"/>
                    </a:moveTo>
                    <a:lnTo>
                      <a:pt x="175035" y="73849"/>
                    </a:lnTo>
                    <a:cubicBezTo>
                      <a:pt x="175035" y="77959"/>
                      <a:pt x="177005" y="81555"/>
                      <a:pt x="174222" y="84338"/>
                    </a:cubicBezTo>
                    <a:cubicBezTo>
                      <a:pt x="171353" y="87164"/>
                      <a:pt x="167800" y="88962"/>
                      <a:pt x="163947" y="88962"/>
                    </a:cubicBezTo>
                    <a:lnTo>
                      <a:pt x="45788" y="88962"/>
                    </a:lnTo>
                    <a:cubicBezTo>
                      <a:pt x="45788" y="88962"/>
                      <a:pt x="30804" y="88962"/>
                      <a:pt x="23441" y="88962"/>
                    </a:cubicBezTo>
                    <a:cubicBezTo>
                      <a:pt x="16591" y="88962"/>
                      <a:pt x="25539" y="69782"/>
                      <a:pt x="25539" y="69782"/>
                    </a:cubicBezTo>
                    <a:lnTo>
                      <a:pt x="49941" y="6036"/>
                    </a:lnTo>
                    <a:cubicBezTo>
                      <a:pt x="46730" y="4752"/>
                      <a:pt x="44119" y="2183"/>
                      <a:pt x="40608" y="1456"/>
                    </a:cubicBezTo>
                    <a:cubicBezTo>
                      <a:pt x="38767" y="1027"/>
                      <a:pt x="36884" y="771"/>
                      <a:pt x="35257" y="0"/>
                    </a:cubicBezTo>
                    <a:lnTo>
                      <a:pt x="280" y="95683"/>
                    </a:lnTo>
                    <a:cubicBezTo>
                      <a:pt x="-448" y="98252"/>
                      <a:pt x="280" y="100820"/>
                      <a:pt x="2035" y="103175"/>
                    </a:cubicBezTo>
                    <a:cubicBezTo>
                      <a:pt x="3576" y="105187"/>
                      <a:pt x="5631" y="106215"/>
                      <a:pt x="8457" y="106215"/>
                    </a:cubicBezTo>
                    <a:lnTo>
                      <a:pt x="163947" y="106215"/>
                    </a:lnTo>
                    <a:cubicBezTo>
                      <a:pt x="168057" y="106215"/>
                      <a:pt x="172424" y="105444"/>
                      <a:pt x="176234" y="103689"/>
                    </a:cubicBezTo>
                    <a:cubicBezTo>
                      <a:pt x="183940" y="100349"/>
                      <a:pt x="188007" y="98038"/>
                      <a:pt x="191346" y="90332"/>
                    </a:cubicBezTo>
                    <a:cubicBezTo>
                      <a:pt x="193358" y="86222"/>
                      <a:pt x="193530" y="79714"/>
                      <a:pt x="192202" y="73935"/>
                    </a:cubicBezTo>
                    <a:lnTo>
                      <a:pt x="182570" y="35533"/>
                    </a:lnTo>
                    <a:cubicBezTo>
                      <a:pt x="177518" y="19864"/>
                      <a:pt x="161293" y="19393"/>
                      <a:pt x="161293" y="19393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35" name="任意多边形: 形状 134"/>
              <p:cNvSpPr/>
              <p:nvPr/>
            </p:nvSpPr>
            <p:spPr>
              <a:xfrm>
                <a:off x="10904547" y="6292761"/>
                <a:ext cx="224159" cy="17424"/>
              </a:xfrm>
              <a:custGeom>
                <a:avLst/>
                <a:gdLst>
                  <a:gd name="connsiteX0" fmla="*/ 215725 w 224159"/>
                  <a:gd name="connsiteY0" fmla="*/ 0 h 17424"/>
                  <a:gd name="connsiteX1" fmla="*/ 8434 w 224159"/>
                  <a:gd name="connsiteY1" fmla="*/ 0 h 17424"/>
                  <a:gd name="connsiteX2" fmla="*/ 0 w 224159"/>
                  <a:gd name="connsiteY2" fmla="*/ 8434 h 17424"/>
                  <a:gd name="connsiteX3" fmla="*/ 0 w 224159"/>
                  <a:gd name="connsiteY3" fmla="*/ 8948 h 17424"/>
                  <a:gd name="connsiteX4" fmla="*/ 8434 w 224159"/>
                  <a:gd name="connsiteY4" fmla="*/ 17424 h 17424"/>
                  <a:gd name="connsiteX5" fmla="*/ 215725 w 224159"/>
                  <a:gd name="connsiteY5" fmla="*/ 17424 h 17424"/>
                  <a:gd name="connsiteX6" fmla="*/ 224159 w 224159"/>
                  <a:gd name="connsiteY6" fmla="*/ 8948 h 17424"/>
                  <a:gd name="connsiteX7" fmla="*/ 224159 w 224159"/>
                  <a:gd name="connsiteY7" fmla="*/ 8434 h 17424"/>
                  <a:gd name="connsiteX8" fmla="*/ 215725 w 224159"/>
                  <a:gd name="connsiteY8" fmla="*/ 0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4159" h="17424">
                    <a:moveTo>
                      <a:pt x="215725" y="0"/>
                    </a:moveTo>
                    <a:lnTo>
                      <a:pt x="8434" y="0"/>
                    </a:lnTo>
                    <a:cubicBezTo>
                      <a:pt x="3853" y="0"/>
                      <a:pt x="0" y="3853"/>
                      <a:pt x="0" y="8434"/>
                    </a:cubicBezTo>
                    <a:lnTo>
                      <a:pt x="0" y="8948"/>
                    </a:lnTo>
                    <a:cubicBezTo>
                      <a:pt x="0" y="13528"/>
                      <a:pt x="3853" y="17424"/>
                      <a:pt x="8434" y="17424"/>
                    </a:cubicBezTo>
                    <a:lnTo>
                      <a:pt x="215725" y="17424"/>
                    </a:lnTo>
                    <a:cubicBezTo>
                      <a:pt x="220306" y="17424"/>
                      <a:pt x="224159" y="13528"/>
                      <a:pt x="224159" y="8948"/>
                    </a:cubicBezTo>
                    <a:lnTo>
                      <a:pt x="224159" y="8434"/>
                    </a:lnTo>
                    <a:cubicBezTo>
                      <a:pt x="224159" y="3853"/>
                      <a:pt x="220306" y="0"/>
                      <a:pt x="215725" y="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11159704" y="6213485"/>
                <a:ext cx="120553" cy="118336"/>
              </a:xfrm>
              <a:custGeom>
                <a:avLst/>
                <a:gdLst>
                  <a:gd name="connsiteX0" fmla="*/ 53383 w 120553"/>
                  <a:gd name="connsiteY0" fmla="*/ 89765 h 118336"/>
                  <a:gd name="connsiteX1" fmla="*/ 61859 w 120553"/>
                  <a:gd name="connsiteY1" fmla="*/ 77436 h 118336"/>
                  <a:gd name="connsiteX2" fmla="*/ 104371 w 120553"/>
                  <a:gd name="connsiteY2" fmla="*/ 112755 h 118336"/>
                  <a:gd name="connsiteX3" fmla="*/ 116144 w 120553"/>
                  <a:gd name="connsiteY3" fmla="*/ 112027 h 118336"/>
                  <a:gd name="connsiteX4" fmla="*/ 118499 w 120553"/>
                  <a:gd name="connsiteY4" fmla="*/ 105606 h 118336"/>
                  <a:gd name="connsiteX5" fmla="*/ 115416 w 120553"/>
                  <a:gd name="connsiteY5" fmla="*/ 99698 h 118336"/>
                  <a:gd name="connsiteX6" fmla="*/ 82409 w 120553"/>
                  <a:gd name="connsiteY6" fmla="*/ 71785 h 118336"/>
                  <a:gd name="connsiteX7" fmla="*/ 112077 w 120553"/>
                  <a:gd name="connsiteY7" fmla="*/ 71785 h 118336"/>
                  <a:gd name="connsiteX8" fmla="*/ 120554 w 120553"/>
                  <a:gd name="connsiteY8" fmla="*/ 63308 h 118336"/>
                  <a:gd name="connsiteX9" fmla="*/ 120554 w 120553"/>
                  <a:gd name="connsiteY9" fmla="*/ 62880 h 118336"/>
                  <a:gd name="connsiteX10" fmla="*/ 112077 w 120553"/>
                  <a:gd name="connsiteY10" fmla="*/ 54446 h 118336"/>
                  <a:gd name="connsiteX11" fmla="*/ 69565 w 120553"/>
                  <a:gd name="connsiteY11" fmla="*/ 54446 h 118336"/>
                  <a:gd name="connsiteX12" fmla="*/ 70636 w 120553"/>
                  <a:gd name="connsiteY12" fmla="*/ 41860 h 118336"/>
                  <a:gd name="connsiteX13" fmla="*/ 70850 w 120553"/>
                  <a:gd name="connsiteY13" fmla="*/ 30857 h 118336"/>
                  <a:gd name="connsiteX14" fmla="*/ 109037 w 120553"/>
                  <a:gd name="connsiteY14" fmla="*/ 30857 h 118336"/>
                  <a:gd name="connsiteX15" fmla="*/ 117471 w 120553"/>
                  <a:gd name="connsiteY15" fmla="*/ 22381 h 118336"/>
                  <a:gd name="connsiteX16" fmla="*/ 117471 w 120553"/>
                  <a:gd name="connsiteY16" fmla="*/ 22167 h 118336"/>
                  <a:gd name="connsiteX17" fmla="*/ 109037 w 120553"/>
                  <a:gd name="connsiteY17" fmla="*/ 13690 h 118336"/>
                  <a:gd name="connsiteX18" fmla="*/ 28338 w 120553"/>
                  <a:gd name="connsiteY18" fmla="*/ 13690 h 118336"/>
                  <a:gd name="connsiteX19" fmla="*/ 28809 w 120553"/>
                  <a:gd name="connsiteY19" fmla="*/ 11935 h 118336"/>
                  <a:gd name="connsiteX20" fmla="*/ 28809 w 120553"/>
                  <a:gd name="connsiteY20" fmla="*/ 5256 h 118336"/>
                  <a:gd name="connsiteX21" fmla="*/ 24186 w 120553"/>
                  <a:gd name="connsiteY21" fmla="*/ 632 h 118336"/>
                  <a:gd name="connsiteX22" fmla="*/ 23715 w 120553"/>
                  <a:gd name="connsiteY22" fmla="*/ 632 h 118336"/>
                  <a:gd name="connsiteX23" fmla="*/ 12926 w 120553"/>
                  <a:gd name="connsiteY23" fmla="*/ 5256 h 118336"/>
                  <a:gd name="connsiteX24" fmla="*/ 7275 w 120553"/>
                  <a:gd name="connsiteY24" fmla="*/ 19341 h 118336"/>
                  <a:gd name="connsiteX25" fmla="*/ 15195 w 120553"/>
                  <a:gd name="connsiteY25" fmla="*/ 30857 h 118336"/>
                  <a:gd name="connsiteX26" fmla="*/ 53383 w 120553"/>
                  <a:gd name="connsiteY26" fmla="*/ 30857 h 118336"/>
                  <a:gd name="connsiteX27" fmla="*/ 53383 w 120553"/>
                  <a:gd name="connsiteY27" fmla="*/ 41860 h 118336"/>
                  <a:gd name="connsiteX28" fmla="*/ 52098 w 120553"/>
                  <a:gd name="connsiteY28" fmla="*/ 54446 h 118336"/>
                  <a:gd name="connsiteX29" fmla="*/ 9330 w 120553"/>
                  <a:gd name="connsiteY29" fmla="*/ 54446 h 118336"/>
                  <a:gd name="connsiteX30" fmla="*/ 853 w 120553"/>
                  <a:gd name="connsiteY30" fmla="*/ 62880 h 118336"/>
                  <a:gd name="connsiteX31" fmla="*/ 853 w 120553"/>
                  <a:gd name="connsiteY31" fmla="*/ 63394 h 118336"/>
                  <a:gd name="connsiteX32" fmla="*/ 9330 w 120553"/>
                  <a:gd name="connsiteY32" fmla="*/ 71870 h 118336"/>
                  <a:gd name="connsiteX33" fmla="*/ 44949 w 120553"/>
                  <a:gd name="connsiteY33" fmla="*/ 71870 h 118336"/>
                  <a:gd name="connsiteX34" fmla="*/ 39555 w 120553"/>
                  <a:gd name="connsiteY34" fmla="*/ 79320 h 118336"/>
                  <a:gd name="connsiteX35" fmla="*/ 5477 w 120553"/>
                  <a:gd name="connsiteY35" fmla="*/ 101624 h 118336"/>
                  <a:gd name="connsiteX36" fmla="*/ 383 w 120553"/>
                  <a:gd name="connsiteY36" fmla="*/ 112327 h 118336"/>
                  <a:gd name="connsiteX37" fmla="*/ 639 w 120553"/>
                  <a:gd name="connsiteY37" fmla="*/ 112841 h 118336"/>
                  <a:gd name="connsiteX38" fmla="*/ 5220 w 120553"/>
                  <a:gd name="connsiteY38" fmla="*/ 117721 h 118336"/>
                  <a:gd name="connsiteX39" fmla="*/ 11642 w 120553"/>
                  <a:gd name="connsiteY39" fmla="*/ 117978 h 118336"/>
                  <a:gd name="connsiteX40" fmla="*/ 53383 w 120553"/>
                  <a:gd name="connsiteY40" fmla="*/ 89765 h 11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0553" h="118336">
                    <a:moveTo>
                      <a:pt x="53383" y="89765"/>
                    </a:moveTo>
                    <a:cubicBezTo>
                      <a:pt x="56722" y="85955"/>
                      <a:pt x="59505" y="81845"/>
                      <a:pt x="61859" y="77436"/>
                    </a:cubicBezTo>
                    <a:lnTo>
                      <a:pt x="104371" y="112755"/>
                    </a:lnTo>
                    <a:cubicBezTo>
                      <a:pt x="107967" y="115880"/>
                      <a:pt x="113062" y="115324"/>
                      <a:pt x="116144" y="112027"/>
                    </a:cubicBezTo>
                    <a:cubicBezTo>
                      <a:pt x="117728" y="109972"/>
                      <a:pt x="118755" y="108131"/>
                      <a:pt x="118499" y="105606"/>
                    </a:cubicBezTo>
                    <a:cubicBezTo>
                      <a:pt x="118199" y="103251"/>
                      <a:pt x="117428" y="101539"/>
                      <a:pt x="115416" y="99698"/>
                    </a:cubicBezTo>
                    <a:lnTo>
                      <a:pt x="82409" y="71785"/>
                    </a:lnTo>
                    <a:lnTo>
                      <a:pt x="112077" y="71785"/>
                    </a:lnTo>
                    <a:cubicBezTo>
                      <a:pt x="116957" y="71785"/>
                      <a:pt x="120554" y="67889"/>
                      <a:pt x="120554" y="63308"/>
                    </a:cubicBezTo>
                    <a:lnTo>
                      <a:pt x="120554" y="62880"/>
                    </a:lnTo>
                    <a:cubicBezTo>
                      <a:pt x="120554" y="58256"/>
                      <a:pt x="116957" y="54446"/>
                      <a:pt x="112077" y="54446"/>
                    </a:cubicBezTo>
                    <a:lnTo>
                      <a:pt x="69565" y="54446"/>
                    </a:lnTo>
                    <a:cubicBezTo>
                      <a:pt x="70336" y="50336"/>
                      <a:pt x="70636" y="46226"/>
                      <a:pt x="70636" y="41860"/>
                    </a:cubicBezTo>
                    <a:lnTo>
                      <a:pt x="70850" y="30857"/>
                    </a:lnTo>
                    <a:lnTo>
                      <a:pt x="109037" y="30857"/>
                    </a:lnTo>
                    <a:cubicBezTo>
                      <a:pt x="113618" y="30857"/>
                      <a:pt x="117471" y="27047"/>
                      <a:pt x="117471" y="22381"/>
                    </a:cubicBezTo>
                    <a:lnTo>
                      <a:pt x="117471" y="22167"/>
                    </a:lnTo>
                    <a:cubicBezTo>
                      <a:pt x="117471" y="17543"/>
                      <a:pt x="113618" y="13690"/>
                      <a:pt x="109037" y="13690"/>
                    </a:cubicBezTo>
                    <a:lnTo>
                      <a:pt x="28338" y="13690"/>
                    </a:lnTo>
                    <a:lnTo>
                      <a:pt x="28809" y="11935"/>
                    </a:lnTo>
                    <a:cubicBezTo>
                      <a:pt x="29837" y="9623"/>
                      <a:pt x="29837" y="7311"/>
                      <a:pt x="28809" y="5256"/>
                    </a:cubicBezTo>
                    <a:cubicBezTo>
                      <a:pt x="28039" y="3201"/>
                      <a:pt x="26240" y="1446"/>
                      <a:pt x="24186" y="632"/>
                    </a:cubicBezTo>
                    <a:lnTo>
                      <a:pt x="23715" y="632"/>
                    </a:lnTo>
                    <a:cubicBezTo>
                      <a:pt x="19562" y="-1123"/>
                      <a:pt x="14467" y="889"/>
                      <a:pt x="12926" y="5256"/>
                    </a:cubicBezTo>
                    <a:lnTo>
                      <a:pt x="7275" y="19341"/>
                    </a:lnTo>
                    <a:cubicBezTo>
                      <a:pt x="5220" y="24949"/>
                      <a:pt x="9073" y="30857"/>
                      <a:pt x="15195" y="30857"/>
                    </a:cubicBezTo>
                    <a:lnTo>
                      <a:pt x="53383" y="30857"/>
                    </a:lnTo>
                    <a:lnTo>
                      <a:pt x="53383" y="41860"/>
                    </a:lnTo>
                    <a:cubicBezTo>
                      <a:pt x="53383" y="46226"/>
                      <a:pt x="52826" y="50550"/>
                      <a:pt x="52098" y="54446"/>
                    </a:cubicBezTo>
                    <a:lnTo>
                      <a:pt x="9330" y="54446"/>
                    </a:lnTo>
                    <a:cubicBezTo>
                      <a:pt x="4706" y="54446"/>
                      <a:pt x="853" y="58256"/>
                      <a:pt x="853" y="62880"/>
                    </a:cubicBezTo>
                    <a:lnTo>
                      <a:pt x="853" y="63394"/>
                    </a:lnTo>
                    <a:cubicBezTo>
                      <a:pt x="853" y="68017"/>
                      <a:pt x="4706" y="71870"/>
                      <a:pt x="9330" y="71870"/>
                    </a:cubicBezTo>
                    <a:lnTo>
                      <a:pt x="44949" y="71870"/>
                    </a:lnTo>
                    <a:cubicBezTo>
                      <a:pt x="43365" y="74396"/>
                      <a:pt x="41653" y="76965"/>
                      <a:pt x="39555" y="79320"/>
                    </a:cubicBezTo>
                    <a:cubicBezTo>
                      <a:pt x="31378" y="88267"/>
                      <a:pt x="19819" y="95930"/>
                      <a:pt x="5477" y="101624"/>
                    </a:cubicBezTo>
                    <a:cubicBezTo>
                      <a:pt x="1110" y="103636"/>
                      <a:pt x="-902" y="108003"/>
                      <a:pt x="383" y="112327"/>
                    </a:cubicBezTo>
                    <a:lnTo>
                      <a:pt x="639" y="112841"/>
                    </a:lnTo>
                    <a:cubicBezTo>
                      <a:pt x="1410" y="115153"/>
                      <a:pt x="3165" y="116737"/>
                      <a:pt x="5220" y="117721"/>
                    </a:cubicBezTo>
                    <a:cubicBezTo>
                      <a:pt x="7275" y="118492"/>
                      <a:pt x="9587" y="118492"/>
                      <a:pt x="11642" y="117978"/>
                    </a:cubicBezTo>
                    <a:cubicBezTo>
                      <a:pt x="29794" y="110529"/>
                      <a:pt x="43622" y="101324"/>
                      <a:pt x="53383" y="89765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11291217" y="6218441"/>
                <a:ext cx="96282" cy="110367"/>
              </a:xfrm>
              <a:custGeom>
                <a:avLst/>
                <a:gdLst>
                  <a:gd name="connsiteX0" fmla="*/ 88362 w 96282"/>
                  <a:gd name="connsiteY0" fmla="*/ 8220 h 110367"/>
                  <a:gd name="connsiteX1" fmla="*/ 68883 w 96282"/>
                  <a:gd name="connsiteY1" fmla="*/ 0 h 110367"/>
                  <a:gd name="connsiteX2" fmla="*/ 27142 w 96282"/>
                  <a:gd name="connsiteY2" fmla="*/ 0 h 110367"/>
                  <a:gd name="connsiteX3" fmla="*/ 2055 w 96282"/>
                  <a:gd name="connsiteY3" fmla="*/ 16910 h 110367"/>
                  <a:gd name="connsiteX4" fmla="*/ 0 w 96282"/>
                  <a:gd name="connsiteY4" fmla="*/ 27399 h 110367"/>
                  <a:gd name="connsiteX5" fmla="*/ 0 w 96282"/>
                  <a:gd name="connsiteY5" fmla="*/ 83011 h 110367"/>
                  <a:gd name="connsiteX6" fmla="*/ 27142 w 96282"/>
                  <a:gd name="connsiteY6" fmla="*/ 110367 h 110367"/>
                  <a:gd name="connsiteX7" fmla="*/ 68883 w 96282"/>
                  <a:gd name="connsiteY7" fmla="*/ 110367 h 110367"/>
                  <a:gd name="connsiteX8" fmla="*/ 79415 w 96282"/>
                  <a:gd name="connsiteY8" fmla="*/ 108056 h 110367"/>
                  <a:gd name="connsiteX9" fmla="*/ 96282 w 96282"/>
                  <a:gd name="connsiteY9" fmla="*/ 82968 h 110367"/>
                  <a:gd name="connsiteX10" fmla="*/ 96282 w 96282"/>
                  <a:gd name="connsiteY10" fmla="*/ 27399 h 110367"/>
                  <a:gd name="connsiteX11" fmla="*/ 88362 w 96282"/>
                  <a:gd name="connsiteY11" fmla="*/ 8220 h 110367"/>
                  <a:gd name="connsiteX12" fmla="*/ 79158 w 96282"/>
                  <a:gd name="connsiteY12" fmla="*/ 83054 h 110367"/>
                  <a:gd name="connsiteX13" fmla="*/ 79072 w 96282"/>
                  <a:gd name="connsiteY13" fmla="*/ 101848 h 110367"/>
                  <a:gd name="connsiteX14" fmla="*/ 63617 w 96282"/>
                  <a:gd name="connsiteY14" fmla="*/ 93072 h 110367"/>
                  <a:gd name="connsiteX15" fmla="*/ 27142 w 96282"/>
                  <a:gd name="connsiteY15" fmla="*/ 93072 h 110367"/>
                  <a:gd name="connsiteX16" fmla="*/ 16868 w 96282"/>
                  <a:gd name="connsiteY16" fmla="*/ 83054 h 110367"/>
                  <a:gd name="connsiteX17" fmla="*/ 16868 w 96282"/>
                  <a:gd name="connsiteY17" fmla="*/ 27399 h 110367"/>
                  <a:gd name="connsiteX18" fmla="*/ 19693 w 96282"/>
                  <a:gd name="connsiteY18" fmla="*/ 20250 h 110367"/>
                  <a:gd name="connsiteX19" fmla="*/ 27142 w 96282"/>
                  <a:gd name="connsiteY19" fmla="*/ 17424 h 110367"/>
                  <a:gd name="connsiteX20" fmla="*/ 68883 w 96282"/>
                  <a:gd name="connsiteY20" fmla="*/ 17424 h 110367"/>
                  <a:gd name="connsiteX21" fmla="*/ 76075 w 96282"/>
                  <a:gd name="connsiteY21" fmla="*/ 20250 h 110367"/>
                  <a:gd name="connsiteX22" fmla="*/ 79158 w 96282"/>
                  <a:gd name="connsiteY22" fmla="*/ 27399 h 110367"/>
                  <a:gd name="connsiteX23" fmla="*/ 79158 w 96282"/>
                  <a:gd name="connsiteY23" fmla="*/ 83054 h 11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82" h="110367">
                    <a:moveTo>
                      <a:pt x="88362" y="8220"/>
                    </a:moveTo>
                    <a:cubicBezTo>
                      <a:pt x="83268" y="3125"/>
                      <a:pt x="76332" y="0"/>
                      <a:pt x="68883" y="0"/>
                    </a:cubicBezTo>
                    <a:lnTo>
                      <a:pt x="27142" y="0"/>
                    </a:lnTo>
                    <a:cubicBezTo>
                      <a:pt x="15883" y="0"/>
                      <a:pt x="6379" y="6935"/>
                      <a:pt x="2055" y="16910"/>
                    </a:cubicBezTo>
                    <a:cubicBezTo>
                      <a:pt x="471" y="20250"/>
                      <a:pt x="0" y="23846"/>
                      <a:pt x="0" y="27399"/>
                    </a:cubicBezTo>
                    <a:lnTo>
                      <a:pt x="0" y="83011"/>
                    </a:lnTo>
                    <a:cubicBezTo>
                      <a:pt x="0" y="98123"/>
                      <a:pt x="11987" y="110367"/>
                      <a:pt x="27142" y="110367"/>
                    </a:cubicBezTo>
                    <a:lnTo>
                      <a:pt x="68883" y="110367"/>
                    </a:lnTo>
                    <a:cubicBezTo>
                      <a:pt x="72736" y="110367"/>
                      <a:pt x="76075" y="109640"/>
                      <a:pt x="79415" y="108056"/>
                    </a:cubicBezTo>
                    <a:cubicBezTo>
                      <a:pt x="89647" y="103732"/>
                      <a:pt x="96282" y="94227"/>
                      <a:pt x="96282" y="82968"/>
                    </a:cubicBezTo>
                    <a:lnTo>
                      <a:pt x="96282" y="27399"/>
                    </a:lnTo>
                    <a:cubicBezTo>
                      <a:pt x="96282" y="19993"/>
                      <a:pt x="93457" y="13314"/>
                      <a:pt x="88362" y="8220"/>
                    </a:cubicBezTo>
                    <a:close/>
                    <a:moveTo>
                      <a:pt x="79158" y="83054"/>
                    </a:moveTo>
                    <a:lnTo>
                      <a:pt x="79072" y="101848"/>
                    </a:lnTo>
                    <a:cubicBezTo>
                      <a:pt x="79072" y="101848"/>
                      <a:pt x="70724" y="93072"/>
                      <a:pt x="63617" y="93072"/>
                    </a:cubicBezTo>
                    <a:lnTo>
                      <a:pt x="27142" y="93072"/>
                    </a:lnTo>
                    <a:cubicBezTo>
                      <a:pt x="21277" y="93072"/>
                      <a:pt x="16868" y="88962"/>
                      <a:pt x="16868" y="83054"/>
                    </a:cubicBezTo>
                    <a:lnTo>
                      <a:pt x="16868" y="27399"/>
                    </a:lnTo>
                    <a:cubicBezTo>
                      <a:pt x="16868" y="24616"/>
                      <a:pt x="17895" y="22048"/>
                      <a:pt x="19693" y="20250"/>
                    </a:cubicBezTo>
                    <a:cubicBezTo>
                      <a:pt x="21748" y="18452"/>
                      <a:pt x="24060" y="17424"/>
                      <a:pt x="27142" y="17424"/>
                    </a:cubicBezTo>
                    <a:lnTo>
                      <a:pt x="68883" y="17424"/>
                    </a:lnTo>
                    <a:cubicBezTo>
                      <a:pt x="71923" y="17424"/>
                      <a:pt x="74277" y="18452"/>
                      <a:pt x="76075" y="20250"/>
                    </a:cubicBezTo>
                    <a:cubicBezTo>
                      <a:pt x="78344" y="22048"/>
                      <a:pt x="79158" y="24616"/>
                      <a:pt x="79158" y="27399"/>
                    </a:cubicBezTo>
                    <a:lnTo>
                      <a:pt x="79158" y="83054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11203968" y="6382708"/>
                <a:ext cx="137894" cy="17124"/>
              </a:xfrm>
              <a:custGeom>
                <a:avLst/>
                <a:gdLst>
                  <a:gd name="connsiteX0" fmla="*/ 0 w 137894"/>
                  <a:gd name="connsiteY0" fmla="*/ 0 h 17124"/>
                  <a:gd name="connsiteX1" fmla="*/ 214 w 137894"/>
                  <a:gd name="connsiteY1" fmla="*/ 17124 h 17124"/>
                  <a:gd name="connsiteX2" fmla="*/ 137809 w 137894"/>
                  <a:gd name="connsiteY2" fmla="*/ 17124 h 17124"/>
                  <a:gd name="connsiteX3" fmla="*/ 137895 w 137894"/>
                  <a:gd name="connsiteY3" fmla="*/ 0 h 17124"/>
                  <a:gd name="connsiteX4" fmla="*/ 0 w 137894"/>
                  <a:gd name="connsiteY4" fmla="*/ 0 h 1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894" h="17124">
                    <a:moveTo>
                      <a:pt x="0" y="0"/>
                    </a:moveTo>
                    <a:cubicBezTo>
                      <a:pt x="0" y="43"/>
                      <a:pt x="214" y="17124"/>
                      <a:pt x="214" y="17124"/>
                    </a:cubicBezTo>
                    <a:lnTo>
                      <a:pt x="137809" y="17124"/>
                    </a:lnTo>
                    <a:lnTo>
                      <a:pt x="1378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11173615" y="6340153"/>
                <a:ext cx="198729" cy="102746"/>
              </a:xfrm>
              <a:custGeom>
                <a:avLst/>
                <a:gdLst>
                  <a:gd name="connsiteX0" fmla="*/ 182376 w 198729"/>
                  <a:gd name="connsiteY0" fmla="*/ 2269 h 102746"/>
                  <a:gd name="connsiteX1" fmla="*/ 172101 w 198729"/>
                  <a:gd name="connsiteY1" fmla="*/ 0 h 102746"/>
                  <a:gd name="connsiteX2" fmla="*/ 26885 w 198729"/>
                  <a:gd name="connsiteY2" fmla="*/ 0 h 102746"/>
                  <a:gd name="connsiteX3" fmla="*/ 16654 w 198729"/>
                  <a:gd name="connsiteY3" fmla="*/ 2269 h 102746"/>
                  <a:gd name="connsiteX4" fmla="*/ 0 w 198729"/>
                  <a:gd name="connsiteY4" fmla="*/ 27399 h 102746"/>
                  <a:gd name="connsiteX5" fmla="*/ 0 w 198729"/>
                  <a:gd name="connsiteY5" fmla="*/ 75262 h 102746"/>
                  <a:gd name="connsiteX6" fmla="*/ 16654 w 198729"/>
                  <a:gd name="connsiteY6" fmla="*/ 100692 h 102746"/>
                  <a:gd name="connsiteX7" fmla="*/ 26885 w 198729"/>
                  <a:gd name="connsiteY7" fmla="*/ 102747 h 102746"/>
                  <a:gd name="connsiteX8" fmla="*/ 135968 w 198729"/>
                  <a:gd name="connsiteY8" fmla="*/ 102747 h 102746"/>
                  <a:gd name="connsiteX9" fmla="*/ 166921 w 198729"/>
                  <a:gd name="connsiteY9" fmla="*/ 85580 h 102746"/>
                  <a:gd name="connsiteX10" fmla="*/ 26885 w 198729"/>
                  <a:gd name="connsiteY10" fmla="*/ 85580 h 102746"/>
                  <a:gd name="connsiteX11" fmla="*/ 19993 w 198729"/>
                  <a:gd name="connsiteY11" fmla="*/ 82754 h 102746"/>
                  <a:gd name="connsiteX12" fmla="*/ 17167 w 198729"/>
                  <a:gd name="connsiteY12" fmla="*/ 75262 h 102746"/>
                  <a:gd name="connsiteX13" fmla="*/ 17167 w 198729"/>
                  <a:gd name="connsiteY13" fmla="*/ 27442 h 102746"/>
                  <a:gd name="connsiteX14" fmla="*/ 19993 w 198729"/>
                  <a:gd name="connsiteY14" fmla="*/ 19993 h 102746"/>
                  <a:gd name="connsiteX15" fmla="*/ 26885 w 198729"/>
                  <a:gd name="connsiteY15" fmla="*/ 17167 h 102746"/>
                  <a:gd name="connsiteX16" fmla="*/ 172101 w 198729"/>
                  <a:gd name="connsiteY16" fmla="*/ 17167 h 102746"/>
                  <a:gd name="connsiteX17" fmla="*/ 178994 w 198729"/>
                  <a:gd name="connsiteY17" fmla="*/ 19993 h 102746"/>
                  <a:gd name="connsiteX18" fmla="*/ 181819 w 198729"/>
                  <a:gd name="connsiteY18" fmla="*/ 27442 h 102746"/>
                  <a:gd name="connsiteX19" fmla="*/ 181819 w 198729"/>
                  <a:gd name="connsiteY19" fmla="*/ 75305 h 102746"/>
                  <a:gd name="connsiteX20" fmla="*/ 166621 w 198729"/>
                  <a:gd name="connsiteY20" fmla="*/ 102747 h 102746"/>
                  <a:gd name="connsiteX21" fmla="*/ 198729 w 198729"/>
                  <a:gd name="connsiteY21" fmla="*/ 75305 h 102746"/>
                  <a:gd name="connsiteX22" fmla="*/ 198729 w 198729"/>
                  <a:gd name="connsiteY22" fmla="*/ 27442 h 102746"/>
                  <a:gd name="connsiteX23" fmla="*/ 182376 w 198729"/>
                  <a:gd name="connsiteY23" fmla="*/ 2269 h 10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729" h="102746">
                    <a:moveTo>
                      <a:pt x="182376" y="2269"/>
                    </a:moveTo>
                    <a:cubicBezTo>
                      <a:pt x="179036" y="771"/>
                      <a:pt x="175997" y="0"/>
                      <a:pt x="172101" y="0"/>
                    </a:cubicBezTo>
                    <a:lnTo>
                      <a:pt x="26885" y="0"/>
                    </a:lnTo>
                    <a:cubicBezTo>
                      <a:pt x="23032" y="0"/>
                      <a:pt x="19993" y="771"/>
                      <a:pt x="16654" y="2269"/>
                    </a:cubicBezTo>
                    <a:cubicBezTo>
                      <a:pt x="6636" y="6636"/>
                      <a:pt x="0" y="16354"/>
                      <a:pt x="0" y="27399"/>
                    </a:cubicBezTo>
                    <a:lnTo>
                      <a:pt x="0" y="75262"/>
                    </a:lnTo>
                    <a:cubicBezTo>
                      <a:pt x="0" y="86564"/>
                      <a:pt x="6679" y="96068"/>
                      <a:pt x="16654" y="100692"/>
                    </a:cubicBezTo>
                    <a:cubicBezTo>
                      <a:pt x="19993" y="101934"/>
                      <a:pt x="23032" y="102747"/>
                      <a:pt x="26885" y="102747"/>
                    </a:cubicBezTo>
                    <a:lnTo>
                      <a:pt x="135968" y="102747"/>
                    </a:lnTo>
                    <a:cubicBezTo>
                      <a:pt x="159771" y="102747"/>
                      <a:pt x="166921" y="85580"/>
                      <a:pt x="166921" y="85580"/>
                    </a:cubicBezTo>
                    <a:lnTo>
                      <a:pt x="26885" y="85580"/>
                    </a:lnTo>
                    <a:cubicBezTo>
                      <a:pt x="24317" y="85580"/>
                      <a:pt x="22005" y="84552"/>
                      <a:pt x="19993" y="82754"/>
                    </a:cubicBezTo>
                    <a:cubicBezTo>
                      <a:pt x="18195" y="80913"/>
                      <a:pt x="17167" y="78345"/>
                      <a:pt x="17167" y="75262"/>
                    </a:cubicBezTo>
                    <a:lnTo>
                      <a:pt x="17167" y="27442"/>
                    </a:lnTo>
                    <a:cubicBezTo>
                      <a:pt x="17167" y="24360"/>
                      <a:pt x="18195" y="22048"/>
                      <a:pt x="19993" y="19993"/>
                    </a:cubicBezTo>
                    <a:cubicBezTo>
                      <a:pt x="22005" y="18238"/>
                      <a:pt x="24360" y="17167"/>
                      <a:pt x="26885" y="17167"/>
                    </a:cubicBezTo>
                    <a:lnTo>
                      <a:pt x="172101" y="17167"/>
                    </a:lnTo>
                    <a:cubicBezTo>
                      <a:pt x="174670" y="17167"/>
                      <a:pt x="176981" y="18238"/>
                      <a:pt x="178994" y="19993"/>
                    </a:cubicBezTo>
                    <a:cubicBezTo>
                      <a:pt x="180792" y="22048"/>
                      <a:pt x="181819" y="24360"/>
                      <a:pt x="181819" y="27442"/>
                    </a:cubicBezTo>
                    <a:lnTo>
                      <a:pt x="181819" y="75305"/>
                    </a:lnTo>
                    <a:cubicBezTo>
                      <a:pt x="181819" y="76461"/>
                      <a:pt x="183317" y="93628"/>
                      <a:pt x="166621" y="102747"/>
                    </a:cubicBezTo>
                    <a:cubicBezTo>
                      <a:pt x="169875" y="102576"/>
                      <a:pt x="196846" y="100906"/>
                      <a:pt x="198729" y="75305"/>
                    </a:cubicBezTo>
                    <a:lnTo>
                      <a:pt x="198729" y="27442"/>
                    </a:lnTo>
                    <a:cubicBezTo>
                      <a:pt x="198772" y="16397"/>
                      <a:pt x="192393" y="6679"/>
                      <a:pt x="182376" y="2269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11418348" y="6381894"/>
                <a:ext cx="34186" cy="55644"/>
              </a:xfrm>
              <a:custGeom>
                <a:avLst/>
                <a:gdLst>
                  <a:gd name="connsiteX0" fmla="*/ 33796 w 34186"/>
                  <a:gd name="connsiteY0" fmla="*/ 10660 h 55644"/>
                  <a:gd name="connsiteX1" fmla="*/ 16115 w 34186"/>
                  <a:gd name="connsiteY1" fmla="*/ 51930 h 55644"/>
                  <a:gd name="connsiteX2" fmla="*/ 10464 w 34186"/>
                  <a:gd name="connsiteY2" fmla="*/ 55483 h 55644"/>
                  <a:gd name="connsiteX3" fmla="*/ 3871 w 34186"/>
                  <a:gd name="connsiteY3" fmla="*/ 53942 h 55644"/>
                  <a:gd name="connsiteX4" fmla="*/ 3272 w 34186"/>
                  <a:gd name="connsiteY4" fmla="*/ 53642 h 55644"/>
                  <a:gd name="connsiteX5" fmla="*/ 1217 w 34186"/>
                  <a:gd name="connsiteY5" fmla="*/ 42426 h 55644"/>
                  <a:gd name="connsiteX6" fmla="*/ 10464 w 34186"/>
                  <a:gd name="connsiteY6" fmla="*/ 25216 h 55644"/>
                  <a:gd name="connsiteX7" fmla="*/ 17143 w 34186"/>
                  <a:gd name="connsiteY7" fmla="*/ 6250 h 55644"/>
                  <a:gd name="connsiteX8" fmla="*/ 26861 w 34186"/>
                  <a:gd name="connsiteY8" fmla="*/ 128 h 55644"/>
                  <a:gd name="connsiteX9" fmla="*/ 27417 w 34186"/>
                  <a:gd name="connsiteY9" fmla="*/ 128 h 55644"/>
                  <a:gd name="connsiteX10" fmla="*/ 33026 w 34186"/>
                  <a:gd name="connsiteY10" fmla="*/ 3981 h 55644"/>
                  <a:gd name="connsiteX11" fmla="*/ 33796 w 34186"/>
                  <a:gd name="connsiteY11" fmla="*/ 10660 h 5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86" h="55644">
                    <a:moveTo>
                      <a:pt x="33796" y="10660"/>
                    </a:moveTo>
                    <a:cubicBezTo>
                      <a:pt x="30243" y="25515"/>
                      <a:pt x="24078" y="38787"/>
                      <a:pt x="16115" y="51930"/>
                    </a:cubicBezTo>
                    <a:cubicBezTo>
                      <a:pt x="14831" y="53642"/>
                      <a:pt x="13033" y="55226"/>
                      <a:pt x="10464" y="55483"/>
                    </a:cubicBezTo>
                    <a:cubicBezTo>
                      <a:pt x="8152" y="55997"/>
                      <a:pt x="5841" y="55226"/>
                      <a:pt x="3871" y="53942"/>
                    </a:cubicBezTo>
                    <a:lnTo>
                      <a:pt x="3272" y="53642"/>
                    </a:lnTo>
                    <a:cubicBezTo>
                      <a:pt x="-25" y="51116"/>
                      <a:pt x="-1052" y="46236"/>
                      <a:pt x="1217" y="42426"/>
                    </a:cubicBezTo>
                    <a:cubicBezTo>
                      <a:pt x="4813" y="37032"/>
                      <a:pt x="7896" y="31124"/>
                      <a:pt x="10464" y="25216"/>
                    </a:cubicBezTo>
                    <a:cubicBezTo>
                      <a:pt x="13290" y="19308"/>
                      <a:pt x="15345" y="13186"/>
                      <a:pt x="17143" y="6250"/>
                    </a:cubicBezTo>
                    <a:cubicBezTo>
                      <a:pt x="18170" y="2140"/>
                      <a:pt x="22537" y="-642"/>
                      <a:pt x="26861" y="128"/>
                    </a:cubicBezTo>
                    <a:lnTo>
                      <a:pt x="27417" y="128"/>
                    </a:lnTo>
                    <a:cubicBezTo>
                      <a:pt x="29686" y="642"/>
                      <a:pt x="31485" y="2140"/>
                      <a:pt x="33026" y="3981"/>
                    </a:cubicBezTo>
                    <a:cubicBezTo>
                      <a:pt x="34053" y="6079"/>
                      <a:pt x="34610" y="8348"/>
                      <a:pt x="33796" y="1066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41" name="任意多边形: 形状 140"/>
              <p:cNvSpPr/>
              <p:nvPr/>
            </p:nvSpPr>
            <p:spPr>
              <a:xfrm>
                <a:off x="11419351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7 w 103517"/>
                  <a:gd name="connsiteY1" fmla="*/ 14599 h 95254"/>
                  <a:gd name="connsiteX2" fmla="*/ 103517 w 103517"/>
                  <a:gd name="connsiteY2" fmla="*/ 15155 h 95254"/>
                  <a:gd name="connsiteX3" fmla="*/ 95084 w 103517"/>
                  <a:gd name="connsiteY3" fmla="*/ 23589 h 95254"/>
                  <a:gd name="connsiteX4" fmla="*/ 60492 w 103517"/>
                  <a:gd name="connsiteY4" fmla="*/ 23589 h 95254"/>
                  <a:gd name="connsiteX5" fmla="*/ 60492 w 103517"/>
                  <a:gd name="connsiteY5" fmla="*/ 36133 h 95254"/>
                  <a:gd name="connsiteX6" fmla="*/ 92986 w 103517"/>
                  <a:gd name="connsiteY6" fmla="*/ 36133 h 95254"/>
                  <a:gd name="connsiteX7" fmla="*/ 101505 w 103517"/>
                  <a:gd name="connsiteY7" fmla="*/ 44566 h 95254"/>
                  <a:gd name="connsiteX8" fmla="*/ 101505 w 103517"/>
                  <a:gd name="connsiteY8" fmla="*/ 44823 h 95254"/>
                  <a:gd name="connsiteX9" fmla="*/ 92986 w 103517"/>
                  <a:gd name="connsiteY9" fmla="*/ 53257 h 95254"/>
                  <a:gd name="connsiteX10" fmla="*/ 60492 w 103517"/>
                  <a:gd name="connsiteY10" fmla="*/ 53257 h 95254"/>
                  <a:gd name="connsiteX11" fmla="*/ 60492 w 103517"/>
                  <a:gd name="connsiteY11" fmla="*/ 66143 h 95254"/>
                  <a:gd name="connsiteX12" fmla="*/ 95084 w 103517"/>
                  <a:gd name="connsiteY12" fmla="*/ 66143 h 95254"/>
                  <a:gd name="connsiteX13" fmla="*/ 103517 w 103517"/>
                  <a:gd name="connsiteY13" fmla="*/ 74577 h 95254"/>
                  <a:gd name="connsiteX14" fmla="*/ 103517 w 103517"/>
                  <a:gd name="connsiteY14" fmla="*/ 74791 h 95254"/>
                  <a:gd name="connsiteX15" fmla="*/ 95084 w 103517"/>
                  <a:gd name="connsiteY15" fmla="*/ 83268 h 95254"/>
                  <a:gd name="connsiteX16" fmla="*/ 60492 w 103517"/>
                  <a:gd name="connsiteY16" fmla="*/ 83268 h 95254"/>
                  <a:gd name="connsiteX17" fmla="*/ 40628 w 103517"/>
                  <a:gd name="connsiteY17" fmla="*/ 95255 h 95254"/>
                  <a:gd name="connsiteX18" fmla="*/ 43325 w 103517"/>
                  <a:gd name="connsiteY18" fmla="*/ 83268 h 95254"/>
                  <a:gd name="connsiteX19" fmla="*/ 8477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77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88 w 103517"/>
                  <a:gd name="connsiteY25" fmla="*/ 53257 h 95254"/>
                  <a:gd name="connsiteX26" fmla="*/ 2269 w 103517"/>
                  <a:gd name="connsiteY26" fmla="*/ 44823 h 95254"/>
                  <a:gd name="connsiteX27" fmla="*/ 2269 w 103517"/>
                  <a:gd name="connsiteY27" fmla="*/ 44566 h 95254"/>
                  <a:gd name="connsiteX28" fmla="*/ 10788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77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77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93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664" y="6165"/>
                      <a:pt x="103517" y="10275"/>
                      <a:pt x="103517" y="14599"/>
                    </a:cubicBezTo>
                    <a:lnTo>
                      <a:pt x="103517" y="15155"/>
                    </a:lnTo>
                    <a:cubicBezTo>
                      <a:pt x="103517" y="19779"/>
                      <a:pt x="99664" y="23589"/>
                      <a:pt x="95084" y="23589"/>
                    </a:cubicBezTo>
                    <a:lnTo>
                      <a:pt x="60492" y="23589"/>
                    </a:lnTo>
                    <a:lnTo>
                      <a:pt x="60492" y="36133"/>
                    </a:lnTo>
                    <a:lnTo>
                      <a:pt x="92986" y="36133"/>
                    </a:lnTo>
                    <a:cubicBezTo>
                      <a:pt x="97609" y="36133"/>
                      <a:pt x="101505" y="39729"/>
                      <a:pt x="101505" y="44566"/>
                    </a:cubicBezTo>
                    <a:lnTo>
                      <a:pt x="101505" y="44823"/>
                    </a:lnTo>
                    <a:cubicBezTo>
                      <a:pt x="101505" y="49447"/>
                      <a:pt x="97652" y="53257"/>
                      <a:pt x="92986" y="53257"/>
                    </a:cubicBezTo>
                    <a:lnTo>
                      <a:pt x="60492" y="53257"/>
                    </a:lnTo>
                    <a:lnTo>
                      <a:pt x="60492" y="66143"/>
                    </a:lnTo>
                    <a:lnTo>
                      <a:pt x="95084" y="66143"/>
                    </a:lnTo>
                    <a:cubicBezTo>
                      <a:pt x="99664" y="66143"/>
                      <a:pt x="103517" y="69954"/>
                      <a:pt x="103517" y="74577"/>
                    </a:cubicBezTo>
                    <a:lnTo>
                      <a:pt x="103517" y="74791"/>
                    </a:lnTo>
                    <a:cubicBezTo>
                      <a:pt x="103517" y="79458"/>
                      <a:pt x="99664" y="83268"/>
                      <a:pt x="95084" y="83268"/>
                    </a:cubicBezTo>
                    <a:lnTo>
                      <a:pt x="60492" y="83268"/>
                    </a:lnTo>
                    <a:cubicBezTo>
                      <a:pt x="60492" y="83268"/>
                      <a:pt x="54028" y="95255"/>
                      <a:pt x="40628" y="95255"/>
                    </a:cubicBezTo>
                    <a:cubicBezTo>
                      <a:pt x="37117" y="95255"/>
                      <a:pt x="44909" y="88790"/>
                      <a:pt x="43325" y="83268"/>
                    </a:cubicBezTo>
                    <a:lnTo>
                      <a:pt x="8477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10" y="66143"/>
                      <a:pt x="8477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88" y="53257"/>
                    </a:lnTo>
                    <a:cubicBezTo>
                      <a:pt x="6165" y="53257"/>
                      <a:pt x="2269" y="49447"/>
                      <a:pt x="2269" y="44823"/>
                    </a:cubicBezTo>
                    <a:lnTo>
                      <a:pt x="2269" y="44566"/>
                    </a:lnTo>
                    <a:cubicBezTo>
                      <a:pt x="2269" y="39729"/>
                      <a:pt x="6165" y="36133"/>
                      <a:pt x="10788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77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10" y="6165"/>
                      <a:pt x="8477" y="6165"/>
                    </a:cubicBezTo>
                    <a:lnTo>
                      <a:pt x="43539" y="6165"/>
                    </a:lnTo>
                    <a:cubicBezTo>
                      <a:pt x="44566" y="2868"/>
                      <a:pt x="47692" y="0"/>
                      <a:pt x="51716" y="0"/>
                    </a:cubicBezTo>
                    <a:lnTo>
                      <a:pt x="52016" y="0"/>
                    </a:lnTo>
                    <a:cubicBezTo>
                      <a:pt x="55869" y="0"/>
                      <a:pt x="59165" y="2826"/>
                      <a:pt x="60193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42" name="任意多边形: 形状 141"/>
              <p:cNvSpPr/>
              <p:nvPr/>
            </p:nvSpPr>
            <p:spPr>
              <a:xfrm>
                <a:off x="11536568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8 w 103517"/>
                  <a:gd name="connsiteY1" fmla="*/ 14599 h 95254"/>
                  <a:gd name="connsiteX2" fmla="*/ 103518 w 103517"/>
                  <a:gd name="connsiteY2" fmla="*/ 15155 h 95254"/>
                  <a:gd name="connsiteX3" fmla="*/ 95084 w 103517"/>
                  <a:gd name="connsiteY3" fmla="*/ 23589 h 95254"/>
                  <a:gd name="connsiteX4" fmla="*/ 60449 w 103517"/>
                  <a:gd name="connsiteY4" fmla="*/ 23589 h 95254"/>
                  <a:gd name="connsiteX5" fmla="*/ 60449 w 103517"/>
                  <a:gd name="connsiteY5" fmla="*/ 36133 h 95254"/>
                  <a:gd name="connsiteX6" fmla="*/ 92986 w 103517"/>
                  <a:gd name="connsiteY6" fmla="*/ 36133 h 95254"/>
                  <a:gd name="connsiteX7" fmla="*/ 101463 w 103517"/>
                  <a:gd name="connsiteY7" fmla="*/ 44566 h 95254"/>
                  <a:gd name="connsiteX8" fmla="*/ 101463 w 103517"/>
                  <a:gd name="connsiteY8" fmla="*/ 44823 h 95254"/>
                  <a:gd name="connsiteX9" fmla="*/ 92986 w 103517"/>
                  <a:gd name="connsiteY9" fmla="*/ 53257 h 95254"/>
                  <a:gd name="connsiteX10" fmla="*/ 60449 w 103517"/>
                  <a:gd name="connsiteY10" fmla="*/ 53257 h 95254"/>
                  <a:gd name="connsiteX11" fmla="*/ 60449 w 103517"/>
                  <a:gd name="connsiteY11" fmla="*/ 66143 h 95254"/>
                  <a:gd name="connsiteX12" fmla="*/ 95084 w 103517"/>
                  <a:gd name="connsiteY12" fmla="*/ 66143 h 95254"/>
                  <a:gd name="connsiteX13" fmla="*/ 103518 w 103517"/>
                  <a:gd name="connsiteY13" fmla="*/ 74577 h 95254"/>
                  <a:gd name="connsiteX14" fmla="*/ 103518 w 103517"/>
                  <a:gd name="connsiteY14" fmla="*/ 74791 h 95254"/>
                  <a:gd name="connsiteX15" fmla="*/ 95084 w 103517"/>
                  <a:gd name="connsiteY15" fmla="*/ 83268 h 95254"/>
                  <a:gd name="connsiteX16" fmla="*/ 60449 w 103517"/>
                  <a:gd name="connsiteY16" fmla="*/ 83268 h 95254"/>
                  <a:gd name="connsiteX17" fmla="*/ 40585 w 103517"/>
                  <a:gd name="connsiteY17" fmla="*/ 95255 h 95254"/>
                  <a:gd name="connsiteX18" fmla="*/ 43325 w 103517"/>
                  <a:gd name="connsiteY18" fmla="*/ 83268 h 95254"/>
                  <a:gd name="connsiteX19" fmla="*/ 8434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34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46 w 103517"/>
                  <a:gd name="connsiteY25" fmla="*/ 53257 h 95254"/>
                  <a:gd name="connsiteX26" fmla="*/ 2312 w 103517"/>
                  <a:gd name="connsiteY26" fmla="*/ 44823 h 95254"/>
                  <a:gd name="connsiteX27" fmla="*/ 2312 w 103517"/>
                  <a:gd name="connsiteY27" fmla="*/ 44566 h 95254"/>
                  <a:gd name="connsiteX28" fmla="*/ 10746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34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34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50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707" y="6165"/>
                      <a:pt x="103518" y="10275"/>
                      <a:pt x="103518" y="14599"/>
                    </a:cubicBezTo>
                    <a:lnTo>
                      <a:pt x="103518" y="15155"/>
                    </a:lnTo>
                    <a:cubicBezTo>
                      <a:pt x="103518" y="19779"/>
                      <a:pt x="99707" y="23589"/>
                      <a:pt x="95084" y="23589"/>
                    </a:cubicBezTo>
                    <a:lnTo>
                      <a:pt x="60449" y="23589"/>
                    </a:lnTo>
                    <a:lnTo>
                      <a:pt x="60449" y="36133"/>
                    </a:lnTo>
                    <a:lnTo>
                      <a:pt x="92986" y="36133"/>
                    </a:lnTo>
                    <a:cubicBezTo>
                      <a:pt x="97652" y="36133"/>
                      <a:pt x="101463" y="39729"/>
                      <a:pt x="101463" y="44566"/>
                    </a:cubicBezTo>
                    <a:lnTo>
                      <a:pt x="101463" y="44823"/>
                    </a:lnTo>
                    <a:cubicBezTo>
                      <a:pt x="101463" y="49447"/>
                      <a:pt x="97652" y="53257"/>
                      <a:pt x="92986" y="53257"/>
                    </a:cubicBezTo>
                    <a:lnTo>
                      <a:pt x="60449" y="53257"/>
                    </a:lnTo>
                    <a:lnTo>
                      <a:pt x="60449" y="66143"/>
                    </a:lnTo>
                    <a:lnTo>
                      <a:pt x="95084" y="66143"/>
                    </a:lnTo>
                    <a:cubicBezTo>
                      <a:pt x="99707" y="66143"/>
                      <a:pt x="103518" y="69954"/>
                      <a:pt x="103518" y="74577"/>
                    </a:cubicBezTo>
                    <a:lnTo>
                      <a:pt x="103518" y="74791"/>
                    </a:lnTo>
                    <a:cubicBezTo>
                      <a:pt x="103518" y="79458"/>
                      <a:pt x="99707" y="83268"/>
                      <a:pt x="95084" y="83268"/>
                    </a:cubicBezTo>
                    <a:lnTo>
                      <a:pt x="60449" y="83268"/>
                    </a:lnTo>
                    <a:cubicBezTo>
                      <a:pt x="60449" y="83268"/>
                      <a:pt x="53985" y="95255"/>
                      <a:pt x="40585" y="95255"/>
                    </a:cubicBezTo>
                    <a:cubicBezTo>
                      <a:pt x="37074" y="95255"/>
                      <a:pt x="44866" y="88790"/>
                      <a:pt x="43325" y="83268"/>
                    </a:cubicBezTo>
                    <a:lnTo>
                      <a:pt x="8434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53" y="66143"/>
                      <a:pt x="8434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46" y="53257"/>
                    </a:lnTo>
                    <a:cubicBezTo>
                      <a:pt x="6122" y="53257"/>
                      <a:pt x="2312" y="49447"/>
                      <a:pt x="2312" y="44823"/>
                    </a:cubicBezTo>
                    <a:lnTo>
                      <a:pt x="2312" y="44566"/>
                    </a:lnTo>
                    <a:cubicBezTo>
                      <a:pt x="2312" y="39729"/>
                      <a:pt x="6122" y="36133"/>
                      <a:pt x="10746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34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53" y="6165"/>
                      <a:pt x="8434" y="6165"/>
                    </a:cubicBezTo>
                    <a:lnTo>
                      <a:pt x="43539" y="6165"/>
                    </a:lnTo>
                    <a:cubicBezTo>
                      <a:pt x="44524" y="2868"/>
                      <a:pt x="47649" y="0"/>
                      <a:pt x="51716" y="0"/>
                    </a:cubicBezTo>
                    <a:lnTo>
                      <a:pt x="52016" y="0"/>
                    </a:lnTo>
                    <a:cubicBezTo>
                      <a:pt x="55826" y="0"/>
                      <a:pt x="59165" y="2826"/>
                      <a:pt x="60150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43" name="任意多边形: 形状 142"/>
              <p:cNvSpPr/>
              <p:nvPr/>
            </p:nvSpPr>
            <p:spPr>
              <a:xfrm>
                <a:off x="11425002" y="6306332"/>
                <a:ext cx="213114" cy="70253"/>
              </a:xfrm>
              <a:custGeom>
                <a:avLst/>
                <a:gdLst>
                  <a:gd name="connsiteX0" fmla="*/ 206221 w 213114"/>
                  <a:gd name="connsiteY0" fmla="*/ 6422 h 70253"/>
                  <a:gd name="connsiteX1" fmla="*/ 190339 w 213114"/>
                  <a:gd name="connsiteY1" fmla="*/ 0 h 70253"/>
                  <a:gd name="connsiteX2" fmla="*/ 8434 w 213114"/>
                  <a:gd name="connsiteY2" fmla="*/ 0 h 70253"/>
                  <a:gd name="connsiteX3" fmla="*/ 0 w 213114"/>
                  <a:gd name="connsiteY3" fmla="*/ 8477 h 70253"/>
                  <a:gd name="connsiteX4" fmla="*/ 0 w 213114"/>
                  <a:gd name="connsiteY4" fmla="*/ 8990 h 70253"/>
                  <a:gd name="connsiteX5" fmla="*/ 8434 w 213114"/>
                  <a:gd name="connsiteY5" fmla="*/ 17424 h 70253"/>
                  <a:gd name="connsiteX6" fmla="*/ 190339 w 213114"/>
                  <a:gd name="connsiteY6" fmla="*/ 17424 h 70253"/>
                  <a:gd name="connsiteX7" fmla="*/ 195433 w 213114"/>
                  <a:gd name="connsiteY7" fmla="*/ 22818 h 70253"/>
                  <a:gd name="connsiteX8" fmla="*/ 195433 w 213114"/>
                  <a:gd name="connsiteY8" fmla="*/ 47692 h 70253"/>
                  <a:gd name="connsiteX9" fmla="*/ 190339 w 213114"/>
                  <a:gd name="connsiteY9" fmla="*/ 53129 h 70253"/>
                  <a:gd name="connsiteX10" fmla="*/ 8434 w 213114"/>
                  <a:gd name="connsiteY10" fmla="*/ 53129 h 70253"/>
                  <a:gd name="connsiteX11" fmla="*/ 0 w 213114"/>
                  <a:gd name="connsiteY11" fmla="*/ 61563 h 70253"/>
                  <a:gd name="connsiteX12" fmla="*/ 0 w 213114"/>
                  <a:gd name="connsiteY12" fmla="*/ 62076 h 70253"/>
                  <a:gd name="connsiteX13" fmla="*/ 8434 w 213114"/>
                  <a:gd name="connsiteY13" fmla="*/ 70253 h 70253"/>
                  <a:gd name="connsiteX14" fmla="*/ 190339 w 213114"/>
                  <a:gd name="connsiteY14" fmla="*/ 70253 h 70253"/>
                  <a:gd name="connsiteX15" fmla="*/ 206221 w 213114"/>
                  <a:gd name="connsiteY15" fmla="*/ 63575 h 70253"/>
                  <a:gd name="connsiteX16" fmla="*/ 213114 w 213114"/>
                  <a:gd name="connsiteY16" fmla="*/ 47649 h 70253"/>
                  <a:gd name="connsiteX17" fmla="*/ 213114 w 213114"/>
                  <a:gd name="connsiteY17" fmla="*/ 22776 h 70253"/>
                  <a:gd name="connsiteX18" fmla="*/ 206221 w 213114"/>
                  <a:gd name="connsiteY18" fmla="*/ 6422 h 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114" h="70253">
                    <a:moveTo>
                      <a:pt x="206221" y="6422"/>
                    </a:moveTo>
                    <a:cubicBezTo>
                      <a:pt x="201855" y="2055"/>
                      <a:pt x="196460" y="0"/>
                      <a:pt x="190339" y="0"/>
                    </a:cubicBezTo>
                    <a:lnTo>
                      <a:pt x="8434" y="0"/>
                    </a:lnTo>
                    <a:cubicBezTo>
                      <a:pt x="3810" y="0"/>
                      <a:pt x="0" y="3596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853" y="17424"/>
                      <a:pt x="8434" y="17424"/>
                    </a:cubicBezTo>
                    <a:lnTo>
                      <a:pt x="190339" y="17424"/>
                    </a:lnTo>
                    <a:cubicBezTo>
                      <a:pt x="193378" y="17424"/>
                      <a:pt x="195433" y="19736"/>
                      <a:pt x="195433" y="22818"/>
                    </a:cubicBezTo>
                    <a:lnTo>
                      <a:pt x="195433" y="47692"/>
                    </a:lnTo>
                    <a:cubicBezTo>
                      <a:pt x="195433" y="50817"/>
                      <a:pt x="193378" y="53129"/>
                      <a:pt x="190339" y="53129"/>
                    </a:cubicBezTo>
                    <a:lnTo>
                      <a:pt x="8434" y="53129"/>
                    </a:lnTo>
                    <a:cubicBezTo>
                      <a:pt x="3810" y="53129"/>
                      <a:pt x="0" y="56682"/>
                      <a:pt x="0" y="61563"/>
                    </a:cubicBezTo>
                    <a:lnTo>
                      <a:pt x="0" y="62076"/>
                    </a:lnTo>
                    <a:cubicBezTo>
                      <a:pt x="0" y="66400"/>
                      <a:pt x="3853" y="70253"/>
                      <a:pt x="8434" y="70253"/>
                    </a:cubicBezTo>
                    <a:lnTo>
                      <a:pt x="190339" y="70253"/>
                    </a:lnTo>
                    <a:cubicBezTo>
                      <a:pt x="196460" y="70253"/>
                      <a:pt x="201855" y="67941"/>
                      <a:pt x="206221" y="63575"/>
                    </a:cubicBezTo>
                    <a:cubicBezTo>
                      <a:pt x="210802" y="59465"/>
                      <a:pt x="213114" y="53814"/>
                      <a:pt x="213114" y="47649"/>
                    </a:cubicBezTo>
                    <a:lnTo>
                      <a:pt x="213114" y="22776"/>
                    </a:lnTo>
                    <a:cubicBezTo>
                      <a:pt x="213157" y="16397"/>
                      <a:pt x="210845" y="11259"/>
                      <a:pt x="206221" y="6422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44" name="任意多边形: 形状 143"/>
              <p:cNvSpPr/>
              <p:nvPr/>
            </p:nvSpPr>
            <p:spPr>
              <a:xfrm>
                <a:off x="11435405" y="6332961"/>
                <a:ext cx="175911" cy="17466"/>
              </a:xfrm>
              <a:custGeom>
                <a:avLst/>
                <a:gdLst>
                  <a:gd name="connsiteX0" fmla="*/ 175911 w 175911"/>
                  <a:gd name="connsiteY0" fmla="*/ 0 h 17466"/>
                  <a:gd name="connsiteX1" fmla="*/ 8220 w 175911"/>
                  <a:gd name="connsiteY1" fmla="*/ 0 h 17466"/>
                  <a:gd name="connsiteX2" fmla="*/ 0 w 175911"/>
                  <a:gd name="connsiteY2" fmla="*/ 8477 h 17466"/>
                  <a:gd name="connsiteX3" fmla="*/ 0 w 175911"/>
                  <a:gd name="connsiteY3" fmla="*/ 8990 h 17466"/>
                  <a:gd name="connsiteX4" fmla="*/ 8220 w 175911"/>
                  <a:gd name="connsiteY4" fmla="*/ 17467 h 17466"/>
                  <a:gd name="connsiteX5" fmla="*/ 175911 w 175911"/>
                  <a:gd name="connsiteY5" fmla="*/ 17467 h 17466"/>
                  <a:gd name="connsiteX6" fmla="*/ 175911 w 175911"/>
                  <a:gd name="connsiteY6" fmla="*/ 0 h 1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5911" h="17466">
                    <a:moveTo>
                      <a:pt x="175911" y="0"/>
                    </a:moveTo>
                    <a:lnTo>
                      <a:pt x="8220" y="0"/>
                    </a:lnTo>
                    <a:cubicBezTo>
                      <a:pt x="3596" y="0"/>
                      <a:pt x="0" y="4110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596" y="17467"/>
                      <a:pt x="8220" y="17467"/>
                    </a:cubicBezTo>
                    <a:lnTo>
                      <a:pt x="175911" y="17467"/>
                    </a:lnTo>
                    <a:lnTo>
                      <a:pt x="175911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45" name="任意多边形: 形状 144"/>
              <p:cNvSpPr/>
              <p:nvPr/>
            </p:nvSpPr>
            <p:spPr>
              <a:xfrm>
                <a:off x="11471067" y="6381937"/>
                <a:ext cx="125693" cy="59165"/>
              </a:xfrm>
              <a:custGeom>
                <a:avLst/>
                <a:gdLst>
                  <a:gd name="connsiteX0" fmla="*/ 27142 w 125693"/>
                  <a:gd name="connsiteY0" fmla="*/ 59122 h 59165"/>
                  <a:gd name="connsiteX1" fmla="*/ 6679 w 125693"/>
                  <a:gd name="connsiteY1" fmla="*/ 50988 h 59165"/>
                  <a:gd name="connsiteX2" fmla="*/ 0 w 125693"/>
                  <a:gd name="connsiteY2" fmla="*/ 31552 h 59165"/>
                  <a:gd name="connsiteX3" fmla="*/ 0 w 125693"/>
                  <a:gd name="connsiteY3" fmla="*/ 8434 h 59165"/>
                  <a:gd name="connsiteX4" fmla="*/ 8477 w 125693"/>
                  <a:gd name="connsiteY4" fmla="*/ 0 h 59165"/>
                  <a:gd name="connsiteX5" fmla="*/ 8990 w 125693"/>
                  <a:gd name="connsiteY5" fmla="*/ 0 h 59165"/>
                  <a:gd name="connsiteX6" fmla="*/ 17424 w 125693"/>
                  <a:gd name="connsiteY6" fmla="*/ 8434 h 59165"/>
                  <a:gd name="connsiteX7" fmla="*/ 17424 w 125693"/>
                  <a:gd name="connsiteY7" fmla="*/ 31552 h 59165"/>
                  <a:gd name="connsiteX8" fmla="*/ 19736 w 125693"/>
                  <a:gd name="connsiteY8" fmla="*/ 39001 h 59165"/>
                  <a:gd name="connsiteX9" fmla="*/ 27142 w 125693"/>
                  <a:gd name="connsiteY9" fmla="*/ 42041 h 59165"/>
                  <a:gd name="connsiteX10" fmla="*/ 117217 w 125693"/>
                  <a:gd name="connsiteY10" fmla="*/ 42041 h 59165"/>
                  <a:gd name="connsiteX11" fmla="*/ 125694 w 125693"/>
                  <a:gd name="connsiteY11" fmla="*/ 50474 h 59165"/>
                  <a:gd name="connsiteX12" fmla="*/ 125694 w 125693"/>
                  <a:gd name="connsiteY12" fmla="*/ 50774 h 59165"/>
                  <a:gd name="connsiteX13" fmla="*/ 117217 w 125693"/>
                  <a:gd name="connsiteY13" fmla="*/ 59165 h 59165"/>
                  <a:gd name="connsiteX14" fmla="*/ 27142 w 125693"/>
                  <a:gd name="connsiteY14" fmla="*/ 59165 h 5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5693" h="59165">
                    <a:moveTo>
                      <a:pt x="27142" y="59122"/>
                    </a:moveTo>
                    <a:cubicBezTo>
                      <a:pt x="17938" y="59122"/>
                      <a:pt x="10746" y="56297"/>
                      <a:pt x="6679" y="50988"/>
                    </a:cubicBezTo>
                    <a:cubicBezTo>
                      <a:pt x="2312" y="45637"/>
                      <a:pt x="0" y="39472"/>
                      <a:pt x="0" y="31552"/>
                    </a:cubicBezTo>
                    <a:lnTo>
                      <a:pt x="0" y="8434"/>
                    </a:lnTo>
                    <a:cubicBezTo>
                      <a:pt x="0" y="3596"/>
                      <a:pt x="3896" y="0"/>
                      <a:pt x="8477" y="0"/>
                    </a:cubicBezTo>
                    <a:lnTo>
                      <a:pt x="8990" y="0"/>
                    </a:lnTo>
                    <a:cubicBezTo>
                      <a:pt x="13614" y="0"/>
                      <a:pt x="17424" y="3596"/>
                      <a:pt x="17424" y="8434"/>
                    </a:cubicBezTo>
                    <a:lnTo>
                      <a:pt x="17424" y="31552"/>
                    </a:lnTo>
                    <a:cubicBezTo>
                      <a:pt x="17424" y="34634"/>
                      <a:pt x="17938" y="36903"/>
                      <a:pt x="19736" y="39001"/>
                    </a:cubicBezTo>
                    <a:cubicBezTo>
                      <a:pt x="21234" y="41056"/>
                      <a:pt x="23846" y="42041"/>
                      <a:pt x="27142" y="42041"/>
                    </a:cubicBezTo>
                    <a:lnTo>
                      <a:pt x="117217" y="42041"/>
                    </a:lnTo>
                    <a:cubicBezTo>
                      <a:pt x="121584" y="42041"/>
                      <a:pt x="125694" y="45637"/>
                      <a:pt x="125694" y="50474"/>
                    </a:cubicBezTo>
                    <a:lnTo>
                      <a:pt x="125694" y="50774"/>
                    </a:lnTo>
                    <a:cubicBezTo>
                      <a:pt x="125694" y="55355"/>
                      <a:pt x="121584" y="59165"/>
                      <a:pt x="117217" y="59165"/>
                    </a:cubicBezTo>
                    <a:lnTo>
                      <a:pt x="27142" y="59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46" name="任意多边形: 形状 145"/>
              <p:cNvSpPr/>
              <p:nvPr/>
            </p:nvSpPr>
            <p:spPr>
              <a:xfrm>
                <a:off x="11535155" y="6381937"/>
                <a:ext cx="17167" cy="35362"/>
              </a:xfrm>
              <a:custGeom>
                <a:avLst/>
                <a:gdLst>
                  <a:gd name="connsiteX0" fmla="*/ 17167 w 17167"/>
                  <a:gd name="connsiteY0" fmla="*/ 26928 h 35362"/>
                  <a:gd name="connsiteX1" fmla="*/ 8734 w 17167"/>
                  <a:gd name="connsiteY1" fmla="*/ 35362 h 35362"/>
                  <a:gd name="connsiteX2" fmla="*/ 8477 w 17167"/>
                  <a:gd name="connsiteY2" fmla="*/ 35362 h 35362"/>
                  <a:gd name="connsiteX3" fmla="*/ 0 w 17167"/>
                  <a:gd name="connsiteY3" fmla="*/ 26928 h 35362"/>
                  <a:gd name="connsiteX4" fmla="*/ 0 w 17167"/>
                  <a:gd name="connsiteY4" fmla="*/ 8434 h 35362"/>
                  <a:gd name="connsiteX5" fmla="*/ 8477 w 17167"/>
                  <a:gd name="connsiteY5" fmla="*/ 0 h 35362"/>
                  <a:gd name="connsiteX6" fmla="*/ 8734 w 17167"/>
                  <a:gd name="connsiteY6" fmla="*/ 0 h 35362"/>
                  <a:gd name="connsiteX7" fmla="*/ 17167 w 17167"/>
                  <a:gd name="connsiteY7" fmla="*/ 8434 h 35362"/>
                  <a:gd name="connsiteX8" fmla="*/ 17167 w 17167"/>
                  <a:gd name="connsiteY8" fmla="*/ 26928 h 3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67" h="35362">
                    <a:moveTo>
                      <a:pt x="17167" y="26928"/>
                    </a:moveTo>
                    <a:cubicBezTo>
                      <a:pt x="17167" y="31252"/>
                      <a:pt x="13314" y="35362"/>
                      <a:pt x="8734" y="35362"/>
                    </a:cubicBezTo>
                    <a:lnTo>
                      <a:pt x="8477" y="35362"/>
                    </a:lnTo>
                    <a:cubicBezTo>
                      <a:pt x="3596" y="35362"/>
                      <a:pt x="0" y="31252"/>
                      <a:pt x="0" y="26928"/>
                    </a:cubicBezTo>
                    <a:lnTo>
                      <a:pt x="0" y="8434"/>
                    </a:lnTo>
                    <a:cubicBezTo>
                      <a:pt x="0" y="3596"/>
                      <a:pt x="3596" y="0"/>
                      <a:pt x="8477" y="0"/>
                    </a:cubicBezTo>
                    <a:lnTo>
                      <a:pt x="8734" y="0"/>
                    </a:lnTo>
                    <a:cubicBezTo>
                      <a:pt x="13314" y="0"/>
                      <a:pt x="17167" y="3596"/>
                      <a:pt x="17167" y="8434"/>
                    </a:cubicBezTo>
                    <a:lnTo>
                      <a:pt x="17167" y="26928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47" name="任意多边形: 形状 146"/>
              <p:cNvSpPr/>
              <p:nvPr/>
            </p:nvSpPr>
            <p:spPr>
              <a:xfrm>
                <a:off x="10946201" y="6323156"/>
                <a:ext cx="25936" cy="42972"/>
              </a:xfrm>
              <a:custGeom>
                <a:avLst/>
                <a:gdLst>
                  <a:gd name="connsiteX0" fmla="*/ 10746 w 25936"/>
                  <a:gd name="connsiteY0" fmla="*/ 4967 h 42972"/>
                  <a:gd name="connsiteX1" fmla="*/ 20721 w 25936"/>
                  <a:gd name="connsiteY1" fmla="*/ 472 h 42972"/>
                  <a:gd name="connsiteX2" fmla="*/ 20936 w 25936"/>
                  <a:gd name="connsiteY2" fmla="*/ 514 h 42972"/>
                  <a:gd name="connsiteX3" fmla="*/ 25474 w 25936"/>
                  <a:gd name="connsiteY3" fmla="*/ 10532 h 42972"/>
                  <a:gd name="connsiteX4" fmla="*/ 15284 w 25936"/>
                  <a:gd name="connsiteY4" fmla="*/ 37889 h 42972"/>
                  <a:gd name="connsiteX5" fmla="*/ 5309 w 25936"/>
                  <a:gd name="connsiteY5" fmla="*/ 42427 h 42972"/>
                  <a:gd name="connsiteX6" fmla="*/ 5095 w 25936"/>
                  <a:gd name="connsiteY6" fmla="*/ 42341 h 42972"/>
                  <a:gd name="connsiteX7" fmla="*/ 515 w 25936"/>
                  <a:gd name="connsiteY7" fmla="*/ 32366 h 42972"/>
                  <a:gd name="connsiteX8" fmla="*/ 10746 w 25936"/>
                  <a:gd name="connsiteY8" fmla="*/ 4967 h 42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36" h="42972">
                    <a:moveTo>
                      <a:pt x="10746" y="4967"/>
                    </a:moveTo>
                    <a:cubicBezTo>
                      <a:pt x="12159" y="1199"/>
                      <a:pt x="16783" y="-1027"/>
                      <a:pt x="20721" y="472"/>
                    </a:cubicBezTo>
                    <a:lnTo>
                      <a:pt x="20936" y="514"/>
                    </a:lnTo>
                    <a:cubicBezTo>
                      <a:pt x="25131" y="2141"/>
                      <a:pt x="26843" y="6765"/>
                      <a:pt x="25474" y="10532"/>
                    </a:cubicBezTo>
                    <a:lnTo>
                      <a:pt x="15284" y="37889"/>
                    </a:lnTo>
                    <a:cubicBezTo>
                      <a:pt x="13700" y="42041"/>
                      <a:pt x="9505" y="44011"/>
                      <a:pt x="5309" y="42427"/>
                    </a:cubicBezTo>
                    <a:lnTo>
                      <a:pt x="5095" y="42341"/>
                    </a:lnTo>
                    <a:cubicBezTo>
                      <a:pt x="1157" y="40885"/>
                      <a:pt x="-1069" y="36562"/>
                      <a:pt x="515" y="32366"/>
                    </a:cubicBezTo>
                    <a:lnTo>
                      <a:pt x="10746" y="4967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48" name="任意多边形: 形状 147"/>
              <p:cNvSpPr/>
              <p:nvPr/>
            </p:nvSpPr>
            <p:spPr>
              <a:xfrm>
                <a:off x="11602904" y="6379644"/>
                <a:ext cx="36248" cy="56807"/>
              </a:xfrm>
              <a:custGeom>
                <a:avLst/>
                <a:gdLst>
                  <a:gd name="connsiteX0" fmla="*/ 35512 w 36248"/>
                  <a:gd name="connsiteY0" fmla="*/ 44805 h 56807"/>
                  <a:gd name="connsiteX1" fmla="*/ 31402 w 36248"/>
                  <a:gd name="connsiteY1" fmla="*/ 55850 h 56807"/>
                  <a:gd name="connsiteX2" fmla="*/ 31146 w 36248"/>
                  <a:gd name="connsiteY2" fmla="*/ 55850 h 56807"/>
                  <a:gd name="connsiteX3" fmla="*/ 19801 w 36248"/>
                  <a:gd name="connsiteY3" fmla="*/ 51954 h 56807"/>
                  <a:gd name="connsiteX4" fmla="*/ 835 w 36248"/>
                  <a:gd name="connsiteY4" fmla="*/ 12054 h 56807"/>
                  <a:gd name="connsiteX5" fmla="*/ 4688 w 36248"/>
                  <a:gd name="connsiteY5" fmla="*/ 752 h 56807"/>
                  <a:gd name="connsiteX6" fmla="*/ 11367 w 36248"/>
                  <a:gd name="connsiteY6" fmla="*/ 238 h 56807"/>
                  <a:gd name="connsiteX7" fmla="*/ 16204 w 36248"/>
                  <a:gd name="connsiteY7" fmla="*/ 4562 h 56807"/>
                  <a:gd name="connsiteX8" fmla="*/ 35512 w 36248"/>
                  <a:gd name="connsiteY8" fmla="*/ 44805 h 5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48" h="56807">
                    <a:moveTo>
                      <a:pt x="35512" y="44805"/>
                    </a:moveTo>
                    <a:cubicBezTo>
                      <a:pt x="37310" y="48914"/>
                      <a:pt x="35769" y="53795"/>
                      <a:pt x="31402" y="55850"/>
                    </a:cubicBezTo>
                    <a:lnTo>
                      <a:pt x="31146" y="55850"/>
                    </a:lnTo>
                    <a:cubicBezTo>
                      <a:pt x="26993" y="58162"/>
                      <a:pt x="21898" y="56064"/>
                      <a:pt x="19801" y="51954"/>
                    </a:cubicBezTo>
                    <a:lnTo>
                      <a:pt x="835" y="12054"/>
                    </a:lnTo>
                    <a:cubicBezTo>
                      <a:pt x="-1177" y="7987"/>
                      <a:pt x="578" y="2807"/>
                      <a:pt x="4688" y="752"/>
                    </a:cubicBezTo>
                    <a:cubicBezTo>
                      <a:pt x="6743" y="24"/>
                      <a:pt x="9055" y="-233"/>
                      <a:pt x="11367" y="238"/>
                    </a:cubicBezTo>
                    <a:cubicBezTo>
                      <a:pt x="13636" y="1009"/>
                      <a:pt x="15220" y="2550"/>
                      <a:pt x="16204" y="4562"/>
                    </a:cubicBezTo>
                    <a:lnTo>
                      <a:pt x="35512" y="4480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105" name="图形 4"/>
            <p:cNvGrpSpPr/>
            <p:nvPr userDrawn="1"/>
          </p:nvGrpSpPr>
          <p:grpSpPr>
            <a:xfrm>
              <a:off x="11180773" y="6490398"/>
              <a:ext cx="690075" cy="74375"/>
              <a:chOff x="10903348" y="6477706"/>
              <a:chExt cx="738021" cy="79543"/>
            </a:xfrm>
            <a:solidFill>
              <a:srgbClr val="A5A7AA"/>
            </a:solidFill>
          </p:grpSpPr>
          <p:grpSp>
            <p:nvGrpSpPr>
              <p:cNvPr id="106" name="图形 4"/>
              <p:cNvGrpSpPr/>
              <p:nvPr/>
            </p:nvGrpSpPr>
            <p:grpSpPr>
              <a:xfrm>
                <a:off x="10903348" y="6477706"/>
                <a:ext cx="60834" cy="79371"/>
                <a:chOff x="10903348" y="6477706"/>
                <a:chExt cx="60834" cy="79371"/>
              </a:xfrm>
              <a:solidFill>
                <a:srgbClr val="A5A7AA"/>
              </a:solidFill>
            </p:grpSpPr>
            <p:sp>
              <p:nvSpPr>
                <p:cNvPr id="131" name="任意多边形: 形状 130"/>
                <p:cNvSpPr/>
                <p:nvPr/>
              </p:nvSpPr>
              <p:spPr>
                <a:xfrm>
                  <a:off x="10903905" y="6478305"/>
                  <a:ext cx="59807" cy="78173"/>
                </a:xfrm>
                <a:custGeom>
                  <a:avLst/>
                  <a:gdLst>
                    <a:gd name="connsiteX0" fmla="*/ 35705 w 59807"/>
                    <a:gd name="connsiteY0" fmla="*/ 7149 h 78173"/>
                    <a:gd name="connsiteX1" fmla="*/ 14684 w 59807"/>
                    <a:gd name="connsiteY1" fmla="*/ 13100 h 78173"/>
                    <a:gd name="connsiteX2" fmla="*/ 8177 w 59807"/>
                    <a:gd name="connsiteY2" fmla="*/ 32066 h 78173"/>
                    <a:gd name="connsiteX3" fmla="*/ 20806 w 59807"/>
                    <a:gd name="connsiteY3" fmla="*/ 59979 h 78173"/>
                    <a:gd name="connsiteX4" fmla="*/ 53386 w 59807"/>
                    <a:gd name="connsiteY4" fmla="*/ 71024 h 78173"/>
                    <a:gd name="connsiteX5" fmla="*/ 58609 w 59807"/>
                    <a:gd name="connsiteY5" fmla="*/ 71837 h 78173"/>
                    <a:gd name="connsiteX6" fmla="*/ 59807 w 59807"/>
                    <a:gd name="connsiteY6" fmla="*/ 74577 h 78173"/>
                    <a:gd name="connsiteX7" fmla="*/ 58480 w 59807"/>
                    <a:gd name="connsiteY7" fmla="*/ 77360 h 78173"/>
                    <a:gd name="connsiteX8" fmla="*/ 54456 w 59807"/>
                    <a:gd name="connsiteY8" fmla="*/ 78173 h 78173"/>
                    <a:gd name="connsiteX9" fmla="*/ 15198 w 59807"/>
                    <a:gd name="connsiteY9" fmla="*/ 65159 h 78173"/>
                    <a:gd name="connsiteX10" fmla="*/ 0 w 59807"/>
                    <a:gd name="connsiteY10" fmla="*/ 32151 h 78173"/>
                    <a:gd name="connsiteX11" fmla="*/ 3082 w 59807"/>
                    <a:gd name="connsiteY11" fmla="*/ 17082 h 78173"/>
                    <a:gd name="connsiteX12" fmla="*/ 11602 w 59807"/>
                    <a:gd name="connsiteY12" fmla="*/ 5951 h 78173"/>
                    <a:gd name="connsiteX13" fmla="*/ 21577 w 59807"/>
                    <a:gd name="connsiteY13" fmla="*/ 1327 h 78173"/>
                    <a:gd name="connsiteX14" fmla="*/ 39943 w 59807"/>
                    <a:gd name="connsiteY14" fmla="*/ 0 h 78173"/>
                    <a:gd name="connsiteX15" fmla="*/ 53642 w 59807"/>
                    <a:gd name="connsiteY15" fmla="*/ 0 h 78173"/>
                    <a:gd name="connsiteX16" fmla="*/ 56939 w 59807"/>
                    <a:gd name="connsiteY16" fmla="*/ 942 h 78173"/>
                    <a:gd name="connsiteX17" fmla="*/ 58095 w 59807"/>
                    <a:gd name="connsiteY17" fmla="*/ 3639 h 78173"/>
                    <a:gd name="connsiteX18" fmla="*/ 56939 w 59807"/>
                    <a:gd name="connsiteY18" fmla="*/ 6250 h 78173"/>
                    <a:gd name="connsiteX19" fmla="*/ 53642 w 59807"/>
                    <a:gd name="connsiteY19" fmla="*/ 7149 h 78173"/>
                    <a:gd name="connsiteX20" fmla="*/ 35705 w 59807"/>
                    <a:gd name="connsiteY20" fmla="*/ 7149 h 7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9807" h="78173">
                      <a:moveTo>
                        <a:pt x="35705" y="7149"/>
                      </a:moveTo>
                      <a:cubicBezTo>
                        <a:pt x="26072" y="7149"/>
                        <a:pt x="19051" y="9162"/>
                        <a:pt x="14684" y="13100"/>
                      </a:cubicBezTo>
                      <a:cubicBezTo>
                        <a:pt x="10360" y="16996"/>
                        <a:pt x="8177" y="23375"/>
                        <a:pt x="8177" y="32066"/>
                      </a:cubicBezTo>
                      <a:cubicBezTo>
                        <a:pt x="8177" y="43325"/>
                        <a:pt x="12372" y="52572"/>
                        <a:pt x="20806" y="59979"/>
                      </a:cubicBezTo>
                      <a:cubicBezTo>
                        <a:pt x="29197" y="67342"/>
                        <a:pt x="40071" y="71024"/>
                        <a:pt x="53386" y="71024"/>
                      </a:cubicBezTo>
                      <a:cubicBezTo>
                        <a:pt x="56083" y="71024"/>
                        <a:pt x="57838" y="71323"/>
                        <a:pt x="58609" y="71837"/>
                      </a:cubicBezTo>
                      <a:cubicBezTo>
                        <a:pt x="59379" y="72351"/>
                        <a:pt x="59807" y="73293"/>
                        <a:pt x="59807" y="74577"/>
                      </a:cubicBezTo>
                      <a:cubicBezTo>
                        <a:pt x="59807" y="75861"/>
                        <a:pt x="59336" y="76761"/>
                        <a:pt x="58480" y="77360"/>
                      </a:cubicBezTo>
                      <a:cubicBezTo>
                        <a:pt x="57624" y="77959"/>
                        <a:pt x="56254" y="78173"/>
                        <a:pt x="54456" y="78173"/>
                      </a:cubicBezTo>
                      <a:cubicBezTo>
                        <a:pt x="38402" y="78173"/>
                        <a:pt x="25301" y="73849"/>
                        <a:pt x="15198" y="65159"/>
                      </a:cubicBezTo>
                      <a:cubicBezTo>
                        <a:pt x="5052" y="56468"/>
                        <a:pt x="0" y="45508"/>
                        <a:pt x="0" y="32151"/>
                      </a:cubicBezTo>
                      <a:cubicBezTo>
                        <a:pt x="0" y="26757"/>
                        <a:pt x="1027" y="21705"/>
                        <a:pt x="3082" y="17082"/>
                      </a:cubicBezTo>
                      <a:cubicBezTo>
                        <a:pt x="5137" y="12415"/>
                        <a:pt x="7963" y="8691"/>
                        <a:pt x="11602" y="5951"/>
                      </a:cubicBezTo>
                      <a:cubicBezTo>
                        <a:pt x="14342" y="3810"/>
                        <a:pt x="17681" y="2269"/>
                        <a:pt x="21577" y="1327"/>
                      </a:cubicBezTo>
                      <a:cubicBezTo>
                        <a:pt x="25473" y="428"/>
                        <a:pt x="31595" y="0"/>
                        <a:pt x="39943" y="0"/>
                      </a:cubicBezTo>
                      <a:lnTo>
                        <a:pt x="53642" y="0"/>
                      </a:lnTo>
                      <a:cubicBezTo>
                        <a:pt x="55098" y="0"/>
                        <a:pt x="56168" y="342"/>
                        <a:pt x="56939" y="942"/>
                      </a:cubicBezTo>
                      <a:cubicBezTo>
                        <a:pt x="57709" y="1627"/>
                        <a:pt x="58095" y="2526"/>
                        <a:pt x="58095" y="3639"/>
                      </a:cubicBezTo>
                      <a:cubicBezTo>
                        <a:pt x="58095" y="4752"/>
                        <a:pt x="57709" y="5608"/>
                        <a:pt x="56939" y="6250"/>
                      </a:cubicBezTo>
                      <a:cubicBezTo>
                        <a:pt x="56125" y="6850"/>
                        <a:pt x="55012" y="7149"/>
                        <a:pt x="53642" y="7149"/>
                      </a:cubicBezTo>
                      <a:lnTo>
                        <a:pt x="35705" y="7149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32" name="任意多边形: 形状 131"/>
                <p:cNvSpPr/>
                <p:nvPr/>
              </p:nvSpPr>
              <p:spPr>
                <a:xfrm>
                  <a:off x="10903348" y="6477706"/>
                  <a:ext cx="60834" cy="79371"/>
                </a:xfrm>
                <a:custGeom>
                  <a:avLst/>
                  <a:gdLst>
                    <a:gd name="connsiteX0" fmla="*/ 54970 w 60834"/>
                    <a:gd name="connsiteY0" fmla="*/ 79372 h 79371"/>
                    <a:gd name="connsiteX1" fmla="*/ 15369 w 60834"/>
                    <a:gd name="connsiteY1" fmla="*/ 66229 h 79371"/>
                    <a:gd name="connsiteX2" fmla="*/ 0 w 60834"/>
                    <a:gd name="connsiteY2" fmla="*/ 32793 h 79371"/>
                    <a:gd name="connsiteX3" fmla="*/ 3125 w 60834"/>
                    <a:gd name="connsiteY3" fmla="*/ 17467 h 79371"/>
                    <a:gd name="connsiteX4" fmla="*/ 11816 w 60834"/>
                    <a:gd name="connsiteY4" fmla="*/ 6079 h 79371"/>
                    <a:gd name="connsiteX5" fmla="*/ 22005 w 60834"/>
                    <a:gd name="connsiteY5" fmla="*/ 1370 h 79371"/>
                    <a:gd name="connsiteX6" fmla="*/ 40499 w 60834"/>
                    <a:gd name="connsiteY6" fmla="*/ 0 h 79371"/>
                    <a:gd name="connsiteX7" fmla="*/ 54199 w 60834"/>
                    <a:gd name="connsiteY7" fmla="*/ 0 h 79371"/>
                    <a:gd name="connsiteX8" fmla="*/ 57881 w 60834"/>
                    <a:gd name="connsiteY8" fmla="*/ 1070 h 79371"/>
                    <a:gd name="connsiteX9" fmla="*/ 59251 w 60834"/>
                    <a:gd name="connsiteY9" fmla="*/ 4195 h 79371"/>
                    <a:gd name="connsiteX10" fmla="*/ 57881 w 60834"/>
                    <a:gd name="connsiteY10" fmla="*/ 7235 h 79371"/>
                    <a:gd name="connsiteX11" fmla="*/ 54199 w 60834"/>
                    <a:gd name="connsiteY11" fmla="*/ 8305 h 79371"/>
                    <a:gd name="connsiteX12" fmla="*/ 36261 w 60834"/>
                    <a:gd name="connsiteY12" fmla="*/ 8305 h 79371"/>
                    <a:gd name="connsiteX13" fmla="*/ 15626 w 60834"/>
                    <a:gd name="connsiteY13" fmla="*/ 14128 h 79371"/>
                    <a:gd name="connsiteX14" fmla="*/ 9290 w 60834"/>
                    <a:gd name="connsiteY14" fmla="*/ 32665 h 79371"/>
                    <a:gd name="connsiteX15" fmla="*/ 21705 w 60834"/>
                    <a:gd name="connsiteY15" fmla="*/ 60150 h 79371"/>
                    <a:gd name="connsiteX16" fmla="*/ 53899 w 60834"/>
                    <a:gd name="connsiteY16" fmla="*/ 71024 h 79371"/>
                    <a:gd name="connsiteX17" fmla="*/ 59422 w 60834"/>
                    <a:gd name="connsiteY17" fmla="*/ 71923 h 79371"/>
                    <a:gd name="connsiteX18" fmla="*/ 60835 w 60834"/>
                    <a:gd name="connsiteY18" fmla="*/ 75134 h 79371"/>
                    <a:gd name="connsiteX19" fmla="*/ 59251 w 60834"/>
                    <a:gd name="connsiteY19" fmla="*/ 78387 h 79371"/>
                    <a:gd name="connsiteX20" fmla="*/ 54970 w 60834"/>
                    <a:gd name="connsiteY20" fmla="*/ 79372 h 79371"/>
                    <a:gd name="connsiteX21" fmla="*/ 40499 w 60834"/>
                    <a:gd name="connsiteY21" fmla="*/ 1156 h 79371"/>
                    <a:gd name="connsiteX22" fmla="*/ 22262 w 60834"/>
                    <a:gd name="connsiteY22" fmla="*/ 2483 h 79371"/>
                    <a:gd name="connsiteX23" fmla="*/ 12501 w 60834"/>
                    <a:gd name="connsiteY23" fmla="*/ 6978 h 79371"/>
                    <a:gd name="connsiteX24" fmla="*/ 4153 w 60834"/>
                    <a:gd name="connsiteY24" fmla="*/ 17895 h 79371"/>
                    <a:gd name="connsiteX25" fmla="*/ 1113 w 60834"/>
                    <a:gd name="connsiteY25" fmla="*/ 32751 h 79371"/>
                    <a:gd name="connsiteX26" fmla="*/ 16097 w 60834"/>
                    <a:gd name="connsiteY26" fmla="*/ 65330 h 79371"/>
                    <a:gd name="connsiteX27" fmla="*/ 54970 w 60834"/>
                    <a:gd name="connsiteY27" fmla="*/ 78173 h 79371"/>
                    <a:gd name="connsiteX28" fmla="*/ 58651 w 60834"/>
                    <a:gd name="connsiteY28" fmla="*/ 77446 h 79371"/>
                    <a:gd name="connsiteX29" fmla="*/ 59722 w 60834"/>
                    <a:gd name="connsiteY29" fmla="*/ 75134 h 79371"/>
                    <a:gd name="connsiteX30" fmla="*/ 58780 w 60834"/>
                    <a:gd name="connsiteY30" fmla="*/ 72865 h 79371"/>
                    <a:gd name="connsiteX31" fmla="*/ 53899 w 60834"/>
                    <a:gd name="connsiteY31" fmla="*/ 72137 h 79371"/>
                    <a:gd name="connsiteX32" fmla="*/ 20935 w 60834"/>
                    <a:gd name="connsiteY32" fmla="*/ 60963 h 79371"/>
                    <a:gd name="connsiteX33" fmla="*/ 8134 w 60834"/>
                    <a:gd name="connsiteY33" fmla="*/ 32622 h 79371"/>
                    <a:gd name="connsiteX34" fmla="*/ 14855 w 60834"/>
                    <a:gd name="connsiteY34" fmla="*/ 13229 h 79371"/>
                    <a:gd name="connsiteX35" fmla="*/ 36261 w 60834"/>
                    <a:gd name="connsiteY35" fmla="*/ 7107 h 79371"/>
                    <a:gd name="connsiteX36" fmla="*/ 54199 w 60834"/>
                    <a:gd name="connsiteY36" fmla="*/ 7107 h 79371"/>
                    <a:gd name="connsiteX37" fmla="*/ 57196 w 60834"/>
                    <a:gd name="connsiteY37" fmla="*/ 6293 h 79371"/>
                    <a:gd name="connsiteX38" fmla="*/ 58138 w 60834"/>
                    <a:gd name="connsiteY38" fmla="*/ 4153 h 79371"/>
                    <a:gd name="connsiteX39" fmla="*/ 57153 w 60834"/>
                    <a:gd name="connsiteY39" fmla="*/ 1884 h 79371"/>
                    <a:gd name="connsiteX40" fmla="*/ 54199 w 60834"/>
                    <a:gd name="connsiteY40" fmla="*/ 1070 h 79371"/>
                    <a:gd name="connsiteX41" fmla="*/ 40499 w 60834"/>
                    <a:gd name="connsiteY41" fmla="*/ 1070 h 79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0834" h="79371">
                      <a:moveTo>
                        <a:pt x="54970" y="79372"/>
                      </a:moveTo>
                      <a:cubicBezTo>
                        <a:pt x="38830" y="79372"/>
                        <a:pt x="25515" y="74962"/>
                        <a:pt x="15369" y="66229"/>
                      </a:cubicBezTo>
                      <a:cubicBezTo>
                        <a:pt x="5180" y="57495"/>
                        <a:pt x="0" y="46236"/>
                        <a:pt x="0" y="32793"/>
                      </a:cubicBezTo>
                      <a:cubicBezTo>
                        <a:pt x="0" y="27314"/>
                        <a:pt x="1070" y="22133"/>
                        <a:pt x="3125" y="17467"/>
                      </a:cubicBezTo>
                      <a:cubicBezTo>
                        <a:pt x="5180" y="12758"/>
                        <a:pt x="8134" y="8905"/>
                        <a:pt x="11816" y="6079"/>
                      </a:cubicBezTo>
                      <a:cubicBezTo>
                        <a:pt x="14599" y="3939"/>
                        <a:pt x="18024" y="2355"/>
                        <a:pt x="22005" y="1370"/>
                      </a:cubicBezTo>
                      <a:cubicBezTo>
                        <a:pt x="25901" y="471"/>
                        <a:pt x="32151" y="0"/>
                        <a:pt x="40499" y="0"/>
                      </a:cubicBezTo>
                      <a:lnTo>
                        <a:pt x="54199" y="0"/>
                      </a:lnTo>
                      <a:cubicBezTo>
                        <a:pt x="55740" y="0"/>
                        <a:pt x="56982" y="342"/>
                        <a:pt x="57881" y="1070"/>
                      </a:cubicBezTo>
                      <a:cubicBezTo>
                        <a:pt x="58823" y="1884"/>
                        <a:pt x="59251" y="2911"/>
                        <a:pt x="59251" y="4195"/>
                      </a:cubicBezTo>
                      <a:cubicBezTo>
                        <a:pt x="59251" y="5480"/>
                        <a:pt x="58780" y="6507"/>
                        <a:pt x="57881" y="7235"/>
                      </a:cubicBezTo>
                      <a:cubicBezTo>
                        <a:pt x="56896" y="7963"/>
                        <a:pt x="55655" y="8305"/>
                        <a:pt x="54199" y="8305"/>
                      </a:cubicBezTo>
                      <a:lnTo>
                        <a:pt x="36261" y="8305"/>
                      </a:lnTo>
                      <a:cubicBezTo>
                        <a:pt x="26800" y="8305"/>
                        <a:pt x="19864" y="10275"/>
                        <a:pt x="15626" y="14128"/>
                      </a:cubicBezTo>
                      <a:cubicBezTo>
                        <a:pt x="11431" y="17895"/>
                        <a:pt x="9290" y="24146"/>
                        <a:pt x="9290" y="32665"/>
                      </a:cubicBezTo>
                      <a:cubicBezTo>
                        <a:pt x="9290" y="43796"/>
                        <a:pt x="13357" y="52786"/>
                        <a:pt x="21705" y="60150"/>
                      </a:cubicBezTo>
                      <a:cubicBezTo>
                        <a:pt x="29925" y="67385"/>
                        <a:pt x="40756" y="71024"/>
                        <a:pt x="53899" y="71024"/>
                      </a:cubicBezTo>
                      <a:cubicBezTo>
                        <a:pt x="56725" y="71024"/>
                        <a:pt x="58523" y="71323"/>
                        <a:pt x="59422" y="71923"/>
                      </a:cubicBezTo>
                      <a:cubicBezTo>
                        <a:pt x="60064" y="72351"/>
                        <a:pt x="60835" y="73293"/>
                        <a:pt x="60835" y="75134"/>
                      </a:cubicBezTo>
                      <a:cubicBezTo>
                        <a:pt x="60835" y="76546"/>
                        <a:pt x="60321" y="77660"/>
                        <a:pt x="59251" y="78387"/>
                      </a:cubicBezTo>
                      <a:cubicBezTo>
                        <a:pt x="58394" y="79072"/>
                        <a:pt x="57025" y="79372"/>
                        <a:pt x="54970" y="79372"/>
                      </a:cubicBezTo>
                      <a:close/>
                      <a:moveTo>
                        <a:pt x="40499" y="1156"/>
                      </a:moveTo>
                      <a:cubicBezTo>
                        <a:pt x="32237" y="1156"/>
                        <a:pt x="26072" y="1584"/>
                        <a:pt x="22262" y="2483"/>
                      </a:cubicBezTo>
                      <a:cubicBezTo>
                        <a:pt x="18452" y="3425"/>
                        <a:pt x="15155" y="4923"/>
                        <a:pt x="12501" y="6978"/>
                      </a:cubicBezTo>
                      <a:cubicBezTo>
                        <a:pt x="8948" y="9675"/>
                        <a:pt x="6122" y="13357"/>
                        <a:pt x="4153" y="17895"/>
                      </a:cubicBezTo>
                      <a:cubicBezTo>
                        <a:pt x="2141" y="22433"/>
                        <a:pt x="1113" y="27442"/>
                        <a:pt x="1113" y="32751"/>
                      </a:cubicBezTo>
                      <a:cubicBezTo>
                        <a:pt x="1113" y="46022"/>
                        <a:pt x="5994" y="56682"/>
                        <a:pt x="16097" y="65330"/>
                      </a:cubicBezTo>
                      <a:cubicBezTo>
                        <a:pt x="26029" y="73849"/>
                        <a:pt x="39087" y="78173"/>
                        <a:pt x="54970" y="78173"/>
                      </a:cubicBezTo>
                      <a:cubicBezTo>
                        <a:pt x="56768" y="78173"/>
                        <a:pt x="57966" y="77916"/>
                        <a:pt x="58651" y="77446"/>
                      </a:cubicBezTo>
                      <a:cubicBezTo>
                        <a:pt x="59379" y="76932"/>
                        <a:pt x="59722" y="76204"/>
                        <a:pt x="59722" y="75134"/>
                      </a:cubicBezTo>
                      <a:cubicBezTo>
                        <a:pt x="59722" y="74063"/>
                        <a:pt x="59422" y="73293"/>
                        <a:pt x="58780" y="72865"/>
                      </a:cubicBezTo>
                      <a:cubicBezTo>
                        <a:pt x="58394" y="72608"/>
                        <a:pt x="57239" y="72137"/>
                        <a:pt x="53899" y="72137"/>
                      </a:cubicBezTo>
                      <a:cubicBezTo>
                        <a:pt x="40457" y="72137"/>
                        <a:pt x="29368" y="68370"/>
                        <a:pt x="20935" y="60963"/>
                      </a:cubicBezTo>
                      <a:cubicBezTo>
                        <a:pt x="12458" y="53471"/>
                        <a:pt x="8134" y="43924"/>
                        <a:pt x="8134" y="32622"/>
                      </a:cubicBezTo>
                      <a:cubicBezTo>
                        <a:pt x="8134" y="23760"/>
                        <a:pt x="10403" y="17253"/>
                        <a:pt x="14855" y="13229"/>
                      </a:cubicBezTo>
                      <a:cubicBezTo>
                        <a:pt x="19308" y="9162"/>
                        <a:pt x="26500" y="7107"/>
                        <a:pt x="36261" y="7107"/>
                      </a:cubicBezTo>
                      <a:lnTo>
                        <a:pt x="54199" y="7107"/>
                      </a:lnTo>
                      <a:cubicBezTo>
                        <a:pt x="55440" y="7107"/>
                        <a:pt x="56425" y="6850"/>
                        <a:pt x="57196" y="6293"/>
                      </a:cubicBezTo>
                      <a:cubicBezTo>
                        <a:pt x="57838" y="5780"/>
                        <a:pt x="58138" y="5095"/>
                        <a:pt x="58138" y="4153"/>
                      </a:cubicBezTo>
                      <a:cubicBezTo>
                        <a:pt x="58138" y="3211"/>
                        <a:pt x="57838" y="2440"/>
                        <a:pt x="57153" y="1884"/>
                      </a:cubicBezTo>
                      <a:cubicBezTo>
                        <a:pt x="56468" y="1370"/>
                        <a:pt x="55483" y="1070"/>
                        <a:pt x="54199" y="1070"/>
                      </a:cubicBezTo>
                      <a:lnTo>
                        <a:pt x="40499" y="107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07" name="图形 4"/>
              <p:cNvGrpSpPr/>
              <p:nvPr/>
            </p:nvGrpSpPr>
            <p:grpSpPr>
              <a:xfrm>
                <a:off x="11005067" y="6477749"/>
                <a:ext cx="8305" cy="78772"/>
                <a:chOff x="11005067" y="6477749"/>
                <a:chExt cx="8305" cy="78772"/>
              </a:xfrm>
              <a:solidFill>
                <a:srgbClr val="A5A7AA"/>
              </a:solidFill>
            </p:grpSpPr>
            <p:sp>
              <p:nvSpPr>
                <p:cNvPr id="129" name="任意多边形: 形状 128"/>
                <p:cNvSpPr/>
                <p:nvPr/>
              </p:nvSpPr>
              <p:spPr>
                <a:xfrm>
                  <a:off x="11005667" y="6478305"/>
                  <a:ext cx="7149" cy="77659"/>
                </a:xfrm>
                <a:custGeom>
                  <a:avLst/>
                  <a:gdLst>
                    <a:gd name="connsiteX0" fmla="*/ 7149 w 7149"/>
                    <a:gd name="connsiteY0" fmla="*/ 73250 h 77659"/>
                    <a:gd name="connsiteX1" fmla="*/ 6208 w 7149"/>
                    <a:gd name="connsiteY1" fmla="*/ 76546 h 77659"/>
                    <a:gd name="connsiteX2" fmla="*/ 3553 w 7149"/>
                    <a:gd name="connsiteY2" fmla="*/ 77660 h 77659"/>
                    <a:gd name="connsiteX3" fmla="*/ 899 w 7149"/>
                    <a:gd name="connsiteY3" fmla="*/ 76546 h 77659"/>
                    <a:gd name="connsiteX4" fmla="*/ 0 w 7149"/>
                    <a:gd name="connsiteY4" fmla="*/ 73250 h 77659"/>
                    <a:gd name="connsiteX5" fmla="*/ 0 w 7149"/>
                    <a:gd name="connsiteY5" fmla="*/ 4452 h 77659"/>
                    <a:gd name="connsiteX6" fmla="*/ 899 w 7149"/>
                    <a:gd name="connsiteY6" fmla="*/ 1113 h 77659"/>
                    <a:gd name="connsiteX7" fmla="*/ 3553 w 7149"/>
                    <a:gd name="connsiteY7" fmla="*/ 0 h 77659"/>
                    <a:gd name="connsiteX8" fmla="*/ 6208 w 7149"/>
                    <a:gd name="connsiteY8" fmla="*/ 1156 h 77659"/>
                    <a:gd name="connsiteX9" fmla="*/ 7149 w 7149"/>
                    <a:gd name="connsiteY9" fmla="*/ 4452 h 77659"/>
                    <a:gd name="connsiteX10" fmla="*/ 7149 w 7149"/>
                    <a:gd name="connsiteY10" fmla="*/ 73250 h 77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49" h="77659">
                      <a:moveTo>
                        <a:pt x="7149" y="73250"/>
                      </a:moveTo>
                      <a:cubicBezTo>
                        <a:pt x="7149" y="74663"/>
                        <a:pt x="6850" y="75776"/>
                        <a:pt x="6208" y="76546"/>
                      </a:cubicBezTo>
                      <a:cubicBezTo>
                        <a:pt x="5608" y="77317"/>
                        <a:pt x="4709" y="77660"/>
                        <a:pt x="3553" y="77660"/>
                      </a:cubicBezTo>
                      <a:cubicBezTo>
                        <a:pt x="2397" y="77660"/>
                        <a:pt x="1498" y="77317"/>
                        <a:pt x="899" y="76546"/>
                      </a:cubicBezTo>
                      <a:cubicBezTo>
                        <a:pt x="300" y="75819"/>
                        <a:pt x="0" y="74706"/>
                        <a:pt x="0" y="73250"/>
                      </a:cubicBezTo>
                      <a:lnTo>
                        <a:pt x="0" y="4452"/>
                      </a:lnTo>
                      <a:cubicBezTo>
                        <a:pt x="0" y="2997"/>
                        <a:pt x="300" y="1884"/>
                        <a:pt x="899" y="1113"/>
                      </a:cubicBezTo>
                      <a:cubicBezTo>
                        <a:pt x="1498" y="385"/>
                        <a:pt x="2397" y="0"/>
                        <a:pt x="3553" y="0"/>
                      </a:cubicBezTo>
                      <a:cubicBezTo>
                        <a:pt x="4709" y="0"/>
                        <a:pt x="5608" y="385"/>
                        <a:pt x="6208" y="1156"/>
                      </a:cubicBezTo>
                      <a:cubicBezTo>
                        <a:pt x="6850" y="1927"/>
                        <a:pt x="7149" y="3040"/>
                        <a:pt x="7149" y="4452"/>
                      </a:cubicBezTo>
                      <a:lnTo>
                        <a:pt x="7149" y="7325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30" name="任意多边形: 形状 129"/>
                <p:cNvSpPr/>
                <p:nvPr/>
              </p:nvSpPr>
              <p:spPr>
                <a:xfrm>
                  <a:off x="11005067" y="6477749"/>
                  <a:ext cx="8305" cy="78772"/>
                </a:xfrm>
                <a:custGeom>
                  <a:avLst/>
                  <a:gdLst>
                    <a:gd name="connsiteX0" fmla="*/ 4153 w 8305"/>
                    <a:gd name="connsiteY0" fmla="*/ 78773 h 78772"/>
                    <a:gd name="connsiteX1" fmla="*/ 1027 w 8305"/>
                    <a:gd name="connsiteY1" fmla="*/ 77446 h 78772"/>
                    <a:gd name="connsiteX2" fmla="*/ 0 w 8305"/>
                    <a:gd name="connsiteY2" fmla="*/ 73764 h 78772"/>
                    <a:gd name="connsiteX3" fmla="*/ 0 w 8305"/>
                    <a:gd name="connsiteY3" fmla="*/ 5009 h 78772"/>
                    <a:gd name="connsiteX4" fmla="*/ 1027 w 8305"/>
                    <a:gd name="connsiteY4" fmla="*/ 1327 h 78772"/>
                    <a:gd name="connsiteX5" fmla="*/ 4153 w 8305"/>
                    <a:gd name="connsiteY5" fmla="*/ 0 h 78772"/>
                    <a:gd name="connsiteX6" fmla="*/ 7235 w 8305"/>
                    <a:gd name="connsiteY6" fmla="*/ 1370 h 78772"/>
                    <a:gd name="connsiteX7" fmla="*/ 8305 w 8305"/>
                    <a:gd name="connsiteY7" fmla="*/ 5009 h 78772"/>
                    <a:gd name="connsiteX8" fmla="*/ 8305 w 8305"/>
                    <a:gd name="connsiteY8" fmla="*/ 73807 h 78772"/>
                    <a:gd name="connsiteX9" fmla="*/ 7192 w 8305"/>
                    <a:gd name="connsiteY9" fmla="*/ 77488 h 78772"/>
                    <a:gd name="connsiteX10" fmla="*/ 4153 w 8305"/>
                    <a:gd name="connsiteY10" fmla="*/ 78773 h 78772"/>
                    <a:gd name="connsiteX11" fmla="*/ 4153 w 8305"/>
                    <a:gd name="connsiteY11" fmla="*/ 1113 h 78772"/>
                    <a:gd name="connsiteX12" fmla="*/ 1927 w 8305"/>
                    <a:gd name="connsiteY12" fmla="*/ 2012 h 78772"/>
                    <a:gd name="connsiteX13" fmla="*/ 1113 w 8305"/>
                    <a:gd name="connsiteY13" fmla="*/ 4966 h 78772"/>
                    <a:gd name="connsiteX14" fmla="*/ 1113 w 8305"/>
                    <a:gd name="connsiteY14" fmla="*/ 73764 h 78772"/>
                    <a:gd name="connsiteX15" fmla="*/ 1884 w 8305"/>
                    <a:gd name="connsiteY15" fmla="*/ 76718 h 78772"/>
                    <a:gd name="connsiteX16" fmla="*/ 4110 w 8305"/>
                    <a:gd name="connsiteY16" fmla="*/ 77617 h 78772"/>
                    <a:gd name="connsiteX17" fmla="*/ 6293 w 8305"/>
                    <a:gd name="connsiteY17" fmla="*/ 76718 h 78772"/>
                    <a:gd name="connsiteX18" fmla="*/ 7107 w 8305"/>
                    <a:gd name="connsiteY18" fmla="*/ 73807 h 78772"/>
                    <a:gd name="connsiteX19" fmla="*/ 7107 w 8305"/>
                    <a:gd name="connsiteY19" fmla="*/ 5009 h 78772"/>
                    <a:gd name="connsiteX20" fmla="*/ 6293 w 8305"/>
                    <a:gd name="connsiteY20" fmla="*/ 2098 h 78772"/>
                    <a:gd name="connsiteX21" fmla="*/ 4153 w 8305"/>
                    <a:gd name="connsiteY21" fmla="*/ 1113 h 78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305" h="78772">
                      <a:moveTo>
                        <a:pt x="4153" y="78773"/>
                      </a:moveTo>
                      <a:cubicBezTo>
                        <a:pt x="2740" y="78773"/>
                        <a:pt x="1755" y="78345"/>
                        <a:pt x="1027" y="77446"/>
                      </a:cubicBezTo>
                      <a:cubicBezTo>
                        <a:pt x="342" y="76632"/>
                        <a:pt x="0" y="75391"/>
                        <a:pt x="0" y="73764"/>
                      </a:cubicBezTo>
                      <a:lnTo>
                        <a:pt x="0" y="5009"/>
                      </a:lnTo>
                      <a:cubicBezTo>
                        <a:pt x="0" y="3425"/>
                        <a:pt x="342" y="2183"/>
                        <a:pt x="1027" y="1327"/>
                      </a:cubicBezTo>
                      <a:cubicBezTo>
                        <a:pt x="1755" y="428"/>
                        <a:pt x="2783" y="0"/>
                        <a:pt x="4153" y="0"/>
                      </a:cubicBezTo>
                      <a:cubicBezTo>
                        <a:pt x="5480" y="0"/>
                        <a:pt x="6550" y="471"/>
                        <a:pt x="7235" y="1370"/>
                      </a:cubicBezTo>
                      <a:cubicBezTo>
                        <a:pt x="7963" y="2226"/>
                        <a:pt x="8305" y="3425"/>
                        <a:pt x="8305" y="5009"/>
                      </a:cubicBezTo>
                      <a:lnTo>
                        <a:pt x="8305" y="73807"/>
                      </a:lnTo>
                      <a:cubicBezTo>
                        <a:pt x="8305" y="75433"/>
                        <a:pt x="7920" y="76632"/>
                        <a:pt x="7192" y="77488"/>
                      </a:cubicBezTo>
                      <a:cubicBezTo>
                        <a:pt x="6550" y="78302"/>
                        <a:pt x="5480" y="78773"/>
                        <a:pt x="4153" y="78773"/>
                      </a:cubicBezTo>
                      <a:close/>
                      <a:moveTo>
                        <a:pt x="4153" y="1113"/>
                      </a:moveTo>
                      <a:cubicBezTo>
                        <a:pt x="3168" y="1113"/>
                        <a:pt x="2440" y="1413"/>
                        <a:pt x="1927" y="2012"/>
                      </a:cubicBezTo>
                      <a:cubicBezTo>
                        <a:pt x="1413" y="2654"/>
                        <a:pt x="1113" y="3682"/>
                        <a:pt x="1113" y="4966"/>
                      </a:cubicBezTo>
                      <a:lnTo>
                        <a:pt x="1113" y="73764"/>
                      </a:lnTo>
                      <a:cubicBezTo>
                        <a:pt x="1113" y="75048"/>
                        <a:pt x="1370" y="76076"/>
                        <a:pt x="1884" y="76718"/>
                      </a:cubicBezTo>
                      <a:cubicBezTo>
                        <a:pt x="2355" y="77317"/>
                        <a:pt x="3082" y="77617"/>
                        <a:pt x="4110" y="77617"/>
                      </a:cubicBezTo>
                      <a:cubicBezTo>
                        <a:pt x="5095" y="77617"/>
                        <a:pt x="5822" y="77317"/>
                        <a:pt x="6293" y="76718"/>
                      </a:cubicBezTo>
                      <a:cubicBezTo>
                        <a:pt x="6850" y="76076"/>
                        <a:pt x="7107" y="75091"/>
                        <a:pt x="7107" y="73807"/>
                      </a:cubicBezTo>
                      <a:lnTo>
                        <a:pt x="7107" y="5009"/>
                      </a:lnTo>
                      <a:cubicBezTo>
                        <a:pt x="7107" y="3725"/>
                        <a:pt x="6850" y="2740"/>
                        <a:pt x="6293" y="2098"/>
                      </a:cubicBezTo>
                      <a:cubicBezTo>
                        <a:pt x="5865" y="1456"/>
                        <a:pt x="5137" y="1113"/>
                        <a:pt x="4153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08" name="图形 4"/>
              <p:cNvGrpSpPr/>
              <p:nvPr/>
            </p:nvGrpSpPr>
            <p:grpSpPr>
              <a:xfrm>
                <a:off x="11056184" y="6496714"/>
                <a:ext cx="54284" cy="60363"/>
                <a:chOff x="11056184" y="6496714"/>
                <a:chExt cx="54284" cy="60363"/>
              </a:xfrm>
              <a:solidFill>
                <a:srgbClr val="A5A7AA"/>
              </a:solidFill>
            </p:grpSpPr>
            <p:sp>
              <p:nvSpPr>
                <p:cNvPr id="127" name="任意多边形: 形状 126"/>
                <p:cNvSpPr/>
                <p:nvPr/>
              </p:nvSpPr>
              <p:spPr>
                <a:xfrm>
                  <a:off x="11056740" y="6497313"/>
                  <a:ext cx="53128" cy="59207"/>
                </a:xfrm>
                <a:custGeom>
                  <a:avLst/>
                  <a:gdLst>
                    <a:gd name="connsiteX0" fmla="*/ 0 w 53128"/>
                    <a:gd name="connsiteY0" fmla="*/ 29754 h 59207"/>
                    <a:gd name="connsiteX1" fmla="*/ 7492 w 53128"/>
                    <a:gd name="connsiteY1" fmla="*/ 8305 h 59207"/>
                    <a:gd name="connsiteX2" fmla="*/ 26629 w 53128"/>
                    <a:gd name="connsiteY2" fmla="*/ 0 h 59207"/>
                    <a:gd name="connsiteX3" fmla="*/ 45680 w 53128"/>
                    <a:gd name="connsiteY3" fmla="*/ 8305 h 59207"/>
                    <a:gd name="connsiteX4" fmla="*/ 53129 w 53128"/>
                    <a:gd name="connsiteY4" fmla="*/ 29754 h 59207"/>
                    <a:gd name="connsiteX5" fmla="*/ 45680 w 53128"/>
                    <a:gd name="connsiteY5" fmla="*/ 50988 h 59207"/>
                    <a:gd name="connsiteX6" fmla="*/ 26586 w 53128"/>
                    <a:gd name="connsiteY6" fmla="*/ 59208 h 59207"/>
                    <a:gd name="connsiteX7" fmla="*/ 7449 w 53128"/>
                    <a:gd name="connsiteY7" fmla="*/ 50945 h 59207"/>
                    <a:gd name="connsiteX8" fmla="*/ 0 w 53128"/>
                    <a:gd name="connsiteY8" fmla="*/ 29754 h 59207"/>
                    <a:gd name="connsiteX9" fmla="*/ 26629 w 53128"/>
                    <a:gd name="connsiteY9" fmla="*/ 6379 h 59207"/>
                    <a:gd name="connsiteX10" fmla="*/ 12715 w 53128"/>
                    <a:gd name="connsiteY10" fmla="*/ 12886 h 59207"/>
                    <a:gd name="connsiteX11" fmla="*/ 7278 w 53128"/>
                    <a:gd name="connsiteY11" fmla="*/ 29625 h 59207"/>
                    <a:gd name="connsiteX12" fmla="*/ 12758 w 53128"/>
                    <a:gd name="connsiteY12" fmla="*/ 46365 h 59207"/>
                    <a:gd name="connsiteX13" fmla="*/ 26543 w 53128"/>
                    <a:gd name="connsiteY13" fmla="*/ 52872 h 59207"/>
                    <a:gd name="connsiteX14" fmla="*/ 40457 w 53128"/>
                    <a:gd name="connsiteY14" fmla="*/ 46365 h 59207"/>
                    <a:gd name="connsiteX15" fmla="*/ 45979 w 53128"/>
                    <a:gd name="connsiteY15" fmla="*/ 29625 h 59207"/>
                    <a:gd name="connsiteX16" fmla="*/ 40499 w 53128"/>
                    <a:gd name="connsiteY16" fmla="*/ 12886 h 59207"/>
                    <a:gd name="connsiteX17" fmla="*/ 26629 w 53128"/>
                    <a:gd name="connsiteY17" fmla="*/ 6379 h 5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128" h="59207">
                      <a:moveTo>
                        <a:pt x="0" y="29754"/>
                      </a:moveTo>
                      <a:cubicBezTo>
                        <a:pt x="0" y="21063"/>
                        <a:pt x="2483" y="13871"/>
                        <a:pt x="7492" y="8305"/>
                      </a:cubicBezTo>
                      <a:cubicBezTo>
                        <a:pt x="12501" y="2783"/>
                        <a:pt x="18880" y="0"/>
                        <a:pt x="26629" y="0"/>
                      </a:cubicBezTo>
                      <a:cubicBezTo>
                        <a:pt x="34377" y="0"/>
                        <a:pt x="40713" y="2783"/>
                        <a:pt x="45680" y="8305"/>
                      </a:cubicBezTo>
                      <a:cubicBezTo>
                        <a:pt x="50646" y="13871"/>
                        <a:pt x="53129" y="21063"/>
                        <a:pt x="53129" y="29754"/>
                      </a:cubicBezTo>
                      <a:cubicBezTo>
                        <a:pt x="53129" y="38359"/>
                        <a:pt x="50688" y="45466"/>
                        <a:pt x="45680" y="50988"/>
                      </a:cubicBezTo>
                      <a:cubicBezTo>
                        <a:pt x="40713" y="56468"/>
                        <a:pt x="34377" y="59208"/>
                        <a:pt x="26586" y="59208"/>
                      </a:cubicBezTo>
                      <a:cubicBezTo>
                        <a:pt x="18794" y="59208"/>
                        <a:pt x="12415" y="56468"/>
                        <a:pt x="7449" y="50945"/>
                      </a:cubicBezTo>
                      <a:cubicBezTo>
                        <a:pt x="2483" y="45380"/>
                        <a:pt x="0" y="38359"/>
                        <a:pt x="0" y="29754"/>
                      </a:cubicBezTo>
                      <a:close/>
                      <a:moveTo>
                        <a:pt x="26629" y="6379"/>
                      </a:moveTo>
                      <a:cubicBezTo>
                        <a:pt x="20935" y="6379"/>
                        <a:pt x="16311" y="8519"/>
                        <a:pt x="12715" y="12886"/>
                      </a:cubicBezTo>
                      <a:cubicBezTo>
                        <a:pt x="9076" y="17167"/>
                        <a:pt x="7278" y="22733"/>
                        <a:pt x="7278" y="29625"/>
                      </a:cubicBezTo>
                      <a:cubicBezTo>
                        <a:pt x="7278" y="36475"/>
                        <a:pt x="9076" y="42083"/>
                        <a:pt x="12758" y="46365"/>
                      </a:cubicBezTo>
                      <a:cubicBezTo>
                        <a:pt x="16397" y="50731"/>
                        <a:pt x="20977" y="52872"/>
                        <a:pt x="26543" y="52872"/>
                      </a:cubicBezTo>
                      <a:cubicBezTo>
                        <a:pt x="32194" y="52872"/>
                        <a:pt x="36860" y="50689"/>
                        <a:pt x="40457" y="46365"/>
                      </a:cubicBezTo>
                      <a:cubicBezTo>
                        <a:pt x="44138" y="41998"/>
                        <a:pt x="45979" y="36475"/>
                        <a:pt x="45979" y="29625"/>
                      </a:cubicBezTo>
                      <a:cubicBezTo>
                        <a:pt x="45979" y="22818"/>
                        <a:pt x="44138" y="17253"/>
                        <a:pt x="40499" y="12886"/>
                      </a:cubicBezTo>
                      <a:cubicBezTo>
                        <a:pt x="36818" y="8562"/>
                        <a:pt x="32194" y="6379"/>
                        <a:pt x="26629" y="637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28" name="任意多边形: 形状 127"/>
                <p:cNvSpPr/>
                <p:nvPr/>
              </p:nvSpPr>
              <p:spPr>
                <a:xfrm>
                  <a:off x="11056184" y="6496714"/>
                  <a:ext cx="54284" cy="60363"/>
                </a:xfrm>
                <a:custGeom>
                  <a:avLst/>
                  <a:gdLst>
                    <a:gd name="connsiteX0" fmla="*/ 27185 w 54284"/>
                    <a:gd name="connsiteY0" fmla="*/ 60364 h 60363"/>
                    <a:gd name="connsiteX1" fmla="*/ 7620 w 54284"/>
                    <a:gd name="connsiteY1" fmla="*/ 51887 h 60363"/>
                    <a:gd name="connsiteX2" fmla="*/ 0 w 54284"/>
                    <a:gd name="connsiteY2" fmla="*/ 30353 h 60363"/>
                    <a:gd name="connsiteX3" fmla="*/ 7620 w 54284"/>
                    <a:gd name="connsiteY3" fmla="*/ 8519 h 60363"/>
                    <a:gd name="connsiteX4" fmla="*/ 27185 w 54284"/>
                    <a:gd name="connsiteY4" fmla="*/ 0 h 60363"/>
                    <a:gd name="connsiteX5" fmla="*/ 46664 w 54284"/>
                    <a:gd name="connsiteY5" fmla="*/ 8519 h 60363"/>
                    <a:gd name="connsiteX6" fmla="*/ 54285 w 54284"/>
                    <a:gd name="connsiteY6" fmla="*/ 30353 h 60363"/>
                    <a:gd name="connsiteX7" fmla="*/ 46707 w 54284"/>
                    <a:gd name="connsiteY7" fmla="*/ 51973 h 60363"/>
                    <a:gd name="connsiteX8" fmla="*/ 27185 w 54284"/>
                    <a:gd name="connsiteY8" fmla="*/ 60364 h 60363"/>
                    <a:gd name="connsiteX9" fmla="*/ 27185 w 54284"/>
                    <a:gd name="connsiteY9" fmla="*/ 1156 h 60363"/>
                    <a:gd name="connsiteX10" fmla="*/ 8477 w 54284"/>
                    <a:gd name="connsiteY10" fmla="*/ 9290 h 60363"/>
                    <a:gd name="connsiteX11" fmla="*/ 1156 w 54284"/>
                    <a:gd name="connsiteY11" fmla="*/ 30353 h 60363"/>
                    <a:gd name="connsiteX12" fmla="*/ 8477 w 54284"/>
                    <a:gd name="connsiteY12" fmla="*/ 51117 h 60363"/>
                    <a:gd name="connsiteX13" fmla="*/ 27185 w 54284"/>
                    <a:gd name="connsiteY13" fmla="*/ 59208 h 60363"/>
                    <a:gd name="connsiteX14" fmla="*/ 45851 w 54284"/>
                    <a:gd name="connsiteY14" fmla="*/ 51202 h 60363"/>
                    <a:gd name="connsiteX15" fmla="*/ 53129 w 54284"/>
                    <a:gd name="connsiteY15" fmla="*/ 30353 h 60363"/>
                    <a:gd name="connsiteX16" fmla="*/ 45808 w 54284"/>
                    <a:gd name="connsiteY16" fmla="*/ 9290 h 60363"/>
                    <a:gd name="connsiteX17" fmla="*/ 27185 w 54284"/>
                    <a:gd name="connsiteY17" fmla="*/ 1156 h 60363"/>
                    <a:gd name="connsiteX18" fmla="*/ 27057 w 54284"/>
                    <a:gd name="connsiteY18" fmla="*/ 54028 h 60363"/>
                    <a:gd name="connsiteX19" fmla="*/ 12843 w 54284"/>
                    <a:gd name="connsiteY19" fmla="*/ 47306 h 60363"/>
                    <a:gd name="connsiteX20" fmla="*/ 7235 w 54284"/>
                    <a:gd name="connsiteY20" fmla="*/ 30182 h 60363"/>
                    <a:gd name="connsiteX21" fmla="*/ 12801 w 54284"/>
                    <a:gd name="connsiteY21" fmla="*/ 13057 h 60363"/>
                    <a:gd name="connsiteX22" fmla="*/ 27142 w 54284"/>
                    <a:gd name="connsiteY22" fmla="*/ 6379 h 60363"/>
                    <a:gd name="connsiteX23" fmla="*/ 41441 w 54284"/>
                    <a:gd name="connsiteY23" fmla="*/ 13100 h 60363"/>
                    <a:gd name="connsiteX24" fmla="*/ 47050 w 54284"/>
                    <a:gd name="connsiteY24" fmla="*/ 30225 h 60363"/>
                    <a:gd name="connsiteX25" fmla="*/ 41356 w 54284"/>
                    <a:gd name="connsiteY25" fmla="*/ 47349 h 60363"/>
                    <a:gd name="connsiteX26" fmla="*/ 27057 w 54284"/>
                    <a:gd name="connsiteY26" fmla="*/ 54028 h 60363"/>
                    <a:gd name="connsiteX27" fmla="*/ 27185 w 54284"/>
                    <a:gd name="connsiteY27" fmla="*/ 7535 h 60363"/>
                    <a:gd name="connsiteX28" fmla="*/ 13700 w 54284"/>
                    <a:gd name="connsiteY28" fmla="*/ 13828 h 60363"/>
                    <a:gd name="connsiteX29" fmla="*/ 8391 w 54284"/>
                    <a:gd name="connsiteY29" fmla="*/ 30225 h 60363"/>
                    <a:gd name="connsiteX30" fmla="*/ 13700 w 54284"/>
                    <a:gd name="connsiteY30" fmla="*/ 46579 h 60363"/>
                    <a:gd name="connsiteX31" fmla="*/ 27057 w 54284"/>
                    <a:gd name="connsiteY31" fmla="*/ 52872 h 60363"/>
                    <a:gd name="connsiteX32" fmla="*/ 40542 w 54284"/>
                    <a:gd name="connsiteY32" fmla="*/ 46579 h 60363"/>
                    <a:gd name="connsiteX33" fmla="*/ 45936 w 54284"/>
                    <a:gd name="connsiteY33" fmla="*/ 30182 h 60363"/>
                    <a:gd name="connsiteX34" fmla="*/ 40585 w 54284"/>
                    <a:gd name="connsiteY34" fmla="*/ 13785 h 60363"/>
                    <a:gd name="connsiteX35" fmla="*/ 27185 w 54284"/>
                    <a:gd name="connsiteY35" fmla="*/ 7535 h 60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4284" h="60363">
                      <a:moveTo>
                        <a:pt x="27185" y="60364"/>
                      </a:moveTo>
                      <a:cubicBezTo>
                        <a:pt x="19265" y="60364"/>
                        <a:pt x="12672" y="57538"/>
                        <a:pt x="7620" y="51887"/>
                      </a:cubicBezTo>
                      <a:cubicBezTo>
                        <a:pt x="2569" y="46279"/>
                        <a:pt x="0" y="39044"/>
                        <a:pt x="0" y="30353"/>
                      </a:cubicBezTo>
                      <a:cubicBezTo>
                        <a:pt x="0" y="21534"/>
                        <a:pt x="2569" y="14171"/>
                        <a:pt x="7620" y="8519"/>
                      </a:cubicBezTo>
                      <a:cubicBezTo>
                        <a:pt x="12758" y="2868"/>
                        <a:pt x="19351" y="0"/>
                        <a:pt x="27185" y="0"/>
                      </a:cubicBezTo>
                      <a:cubicBezTo>
                        <a:pt x="35062" y="0"/>
                        <a:pt x="41612" y="2868"/>
                        <a:pt x="46664" y="8519"/>
                      </a:cubicBezTo>
                      <a:cubicBezTo>
                        <a:pt x="51716" y="14171"/>
                        <a:pt x="54285" y="21534"/>
                        <a:pt x="54285" y="30353"/>
                      </a:cubicBezTo>
                      <a:cubicBezTo>
                        <a:pt x="54285" y="39087"/>
                        <a:pt x="51716" y="46365"/>
                        <a:pt x="46707" y="51973"/>
                      </a:cubicBezTo>
                      <a:cubicBezTo>
                        <a:pt x="41655" y="57538"/>
                        <a:pt x="35062" y="60364"/>
                        <a:pt x="27185" y="60364"/>
                      </a:cubicBezTo>
                      <a:close/>
                      <a:moveTo>
                        <a:pt x="27185" y="1156"/>
                      </a:moveTo>
                      <a:cubicBezTo>
                        <a:pt x="19650" y="1156"/>
                        <a:pt x="13357" y="3896"/>
                        <a:pt x="8477" y="9290"/>
                      </a:cubicBezTo>
                      <a:cubicBezTo>
                        <a:pt x="3596" y="14727"/>
                        <a:pt x="1156" y="21791"/>
                        <a:pt x="1156" y="30353"/>
                      </a:cubicBezTo>
                      <a:cubicBezTo>
                        <a:pt x="1156" y="38744"/>
                        <a:pt x="3639" y="45765"/>
                        <a:pt x="8477" y="51117"/>
                      </a:cubicBezTo>
                      <a:cubicBezTo>
                        <a:pt x="13400" y="56554"/>
                        <a:pt x="19522" y="59208"/>
                        <a:pt x="27185" y="59208"/>
                      </a:cubicBezTo>
                      <a:cubicBezTo>
                        <a:pt x="34763" y="59208"/>
                        <a:pt x="41013" y="56511"/>
                        <a:pt x="45851" y="51202"/>
                      </a:cubicBezTo>
                      <a:cubicBezTo>
                        <a:pt x="50688" y="45808"/>
                        <a:pt x="53129" y="38830"/>
                        <a:pt x="53129" y="30353"/>
                      </a:cubicBezTo>
                      <a:cubicBezTo>
                        <a:pt x="53129" y="21834"/>
                        <a:pt x="50688" y="14727"/>
                        <a:pt x="45808" y="9290"/>
                      </a:cubicBezTo>
                      <a:cubicBezTo>
                        <a:pt x="40970" y="3896"/>
                        <a:pt x="34677" y="1156"/>
                        <a:pt x="27185" y="1156"/>
                      </a:cubicBezTo>
                      <a:close/>
                      <a:moveTo>
                        <a:pt x="27057" y="54028"/>
                      </a:moveTo>
                      <a:cubicBezTo>
                        <a:pt x="21320" y="54028"/>
                        <a:pt x="16525" y="51759"/>
                        <a:pt x="12843" y="47306"/>
                      </a:cubicBezTo>
                      <a:cubicBezTo>
                        <a:pt x="9119" y="42940"/>
                        <a:pt x="7235" y="37203"/>
                        <a:pt x="7235" y="30182"/>
                      </a:cubicBezTo>
                      <a:cubicBezTo>
                        <a:pt x="7235" y="23161"/>
                        <a:pt x="9119" y="17424"/>
                        <a:pt x="12801" y="13057"/>
                      </a:cubicBezTo>
                      <a:cubicBezTo>
                        <a:pt x="16482" y="8605"/>
                        <a:pt x="21320" y="6379"/>
                        <a:pt x="27142" y="6379"/>
                      </a:cubicBezTo>
                      <a:cubicBezTo>
                        <a:pt x="32879" y="6379"/>
                        <a:pt x="37674" y="8648"/>
                        <a:pt x="41441" y="13100"/>
                      </a:cubicBezTo>
                      <a:cubicBezTo>
                        <a:pt x="45166" y="17553"/>
                        <a:pt x="47050" y="23289"/>
                        <a:pt x="47050" y="30225"/>
                      </a:cubicBezTo>
                      <a:cubicBezTo>
                        <a:pt x="47050" y="37160"/>
                        <a:pt x="45123" y="42897"/>
                        <a:pt x="41356" y="47349"/>
                      </a:cubicBezTo>
                      <a:cubicBezTo>
                        <a:pt x="37674" y="51802"/>
                        <a:pt x="32836" y="54028"/>
                        <a:pt x="27057" y="54028"/>
                      </a:cubicBezTo>
                      <a:close/>
                      <a:moveTo>
                        <a:pt x="27185" y="7535"/>
                      </a:moveTo>
                      <a:cubicBezTo>
                        <a:pt x="21620" y="7535"/>
                        <a:pt x="17210" y="9590"/>
                        <a:pt x="13700" y="13828"/>
                      </a:cubicBezTo>
                      <a:cubicBezTo>
                        <a:pt x="10189" y="17981"/>
                        <a:pt x="8391" y="23503"/>
                        <a:pt x="8391" y="30225"/>
                      </a:cubicBezTo>
                      <a:cubicBezTo>
                        <a:pt x="8391" y="36946"/>
                        <a:pt x="10189" y="42426"/>
                        <a:pt x="13700" y="46579"/>
                      </a:cubicBezTo>
                      <a:cubicBezTo>
                        <a:pt x="17210" y="50817"/>
                        <a:pt x="21577" y="52872"/>
                        <a:pt x="27057" y="52872"/>
                      </a:cubicBezTo>
                      <a:cubicBezTo>
                        <a:pt x="32494" y="52872"/>
                        <a:pt x="37032" y="50774"/>
                        <a:pt x="40542" y="46579"/>
                      </a:cubicBezTo>
                      <a:cubicBezTo>
                        <a:pt x="44138" y="42340"/>
                        <a:pt x="45936" y="36860"/>
                        <a:pt x="45936" y="30182"/>
                      </a:cubicBezTo>
                      <a:cubicBezTo>
                        <a:pt x="45936" y="23546"/>
                        <a:pt x="44138" y="18066"/>
                        <a:pt x="40585" y="13785"/>
                      </a:cubicBezTo>
                      <a:cubicBezTo>
                        <a:pt x="37074" y="9675"/>
                        <a:pt x="32537" y="7535"/>
                        <a:pt x="27185" y="7535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09" name="图形 4"/>
              <p:cNvGrpSpPr/>
              <p:nvPr/>
            </p:nvGrpSpPr>
            <p:grpSpPr>
              <a:xfrm>
                <a:off x="11152466" y="6497399"/>
                <a:ext cx="47306" cy="59850"/>
                <a:chOff x="11152466" y="6497399"/>
                <a:chExt cx="47306" cy="59850"/>
              </a:xfrm>
              <a:solidFill>
                <a:srgbClr val="A5A7AA"/>
              </a:solidFill>
            </p:grpSpPr>
            <p:sp>
              <p:nvSpPr>
                <p:cNvPr id="125" name="任意多边形: 形状 124"/>
                <p:cNvSpPr/>
                <p:nvPr/>
              </p:nvSpPr>
              <p:spPr>
                <a:xfrm>
                  <a:off x="11153023" y="6497870"/>
                  <a:ext cx="46107" cy="58779"/>
                </a:xfrm>
                <a:custGeom>
                  <a:avLst/>
                  <a:gdLst>
                    <a:gd name="connsiteX0" fmla="*/ 38915 w 46107"/>
                    <a:gd name="connsiteY0" fmla="*/ 49404 h 58779"/>
                    <a:gd name="connsiteX1" fmla="*/ 30952 w 46107"/>
                    <a:gd name="connsiteY1" fmla="*/ 56468 h 58779"/>
                    <a:gd name="connsiteX2" fmla="*/ 20507 w 46107"/>
                    <a:gd name="connsiteY2" fmla="*/ 58780 h 58779"/>
                    <a:gd name="connsiteX3" fmla="*/ 5266 w 46107"/>
                    <a:gd name="connsiteY3" fmla="*/ 53043 h 58779"/>
                    <a:gd name="connsiteX4" fmla="*/ 0 w 46107"/>
                    <a:gd name="connsiteY4" fmla="*/ 36347 h 58779"/>
                    <a:gd name="connsiteX5" fmla="*/ 0 w 46107"/>
                    <a:gd name="connsiteY5" fmla="*/ 4624 h 58779"/>
                    <a:gd name="connsiteX6" fmla="*/ 942 w 46107"/>
                    <a:gd name="connsiteY6" fmla="*/ 1199 h 58779"/>
                    <a:gd name="connsiteX7" fmla="*/ 3639 w 46107"/>
                    <a:gd name="connsiteY7" fmla="*/ 43 h 58779"/>
                    <a:gd name="connsiteX8" fmla="*/ 6293 w 46107"/>
                    <a:gd name="connsiteY8" fmla="*/ 1199 h 58779"/>
                    <a:gd name="connsiteX9" fmla="*/ 7192 w 46107"/>
                    <a:gd name="connsiteY9" fmla="*/ 4624 h 58779"/>
                    <a:gd name="connsiteX10" fmla="*/ 7192 w 46107"/>
                    <a:gd name="connsiteY10" fmla="*/ 33050 h 58779"/>
                    <a:gd name="connsiteX11" fmla="*/ 10574 w 46107"/>
                    <a:gd name="connsiteY11" fmla="*/ 48034 h 58779"/>
                    <a:gd name="connsiteX12" fmla="*/ 21748 w 46107"/>
                    <a:gd name="connsiteY12" fmla="*/ 52401 h 58779"/>
                    <a:gd name="connsiteX13" fmla="*/ 34720 w 46107"/>
                    <a:gd name="connsiteY13" fmla="*/ 46322 h 58779"/>
                    <a:gd name="connsiteX14" fmla="*/ 38915 w 46107"/>
                    <a:gd name="connsiteY14" fmla="*/ 27656 h 58779"/>
                    <a:gd name="connsiteX15" fmla="*/ 38915 w 46107"/>
                    <a:gd name="connsiteY15" fmla="*/ 4581 h 58779"/>
                    <a:gd name="connsiteX16" fmla="*/ 39900 w 46107"/>
                    <a:gd name="connsiteY16" fmla="*/ 1156 h 58779"/>
                    <a:gd name="connsiteX17" fmla="*/ 42597 w 46107"/>
                    <a:gd name="connsiteY17" fmla="*/ 0 h 58779"/>
                    <a:gd name="connsiteX18" fmla="*/ 45209 w 46107"/>
                    <a:gd name="connsiteY18" fmla="*/ 1156 h 58779"/>
                    <a:gd name="connsiteX19" fmla="*/ 46108 w 46107"/>
                    <a:gd name="connsiteY19" fmla="*/ 4581 h 58779"/>
                    <a:gd name="connsiteX20" fmla="*/ 46108 w 46107"/>
                    <a:gd name="connsiteY20" fmla="*/ 53471 h 58779"/>
                    <a:gd name="connsiteX21" fmla="*/ 45209 w 46107"/>
                    <a:gd name="connsiteY21" fmla="*/ 56896 h 58779"/>
                    <a:gd name="connsiteX22" fmla="*/ 42597 w 46107"/>
                    <a:gd name="connsiteY22" fmla="*/ 58052 h 58779"/>
                    <a:gd name="connsiteX23" fmla="*/ 39900 w 46107"/>
                    <a:gd name="connsiteY23" fmla="*/ 56853 h 58779"/>
                    <a:gd name="connsiteX24" fmla="*/ 38915 w 46107"/>
                    <a:gd name="connsiteY24" fmla="*/ 53471 h 58779"/>
                    <a:gd name="connsiteX25" fmla="*/ 38915 w 46107"/>
                    <a:gd name="connsiteY25" fmla="*/ 49404 h 58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6107" h="58779">
                      <a:moveTo>
                        <a:pt x="38915" y="49404"/>
                      </a:moveTo>
                      <a:cubicBezTo>
                        <a:pt x="36646" y="52615"/>
                        <a:pt x="33949" y="54970"/>
                        <a:pt x="30952" y="56468"/>
                      </a:cubicBezTo>
                      <a:cubicBezTo>
                        <a:pt x="27913" y="58009"/>
                        <a:pt x="24488" y="58780"/>
                        <a:pt x="20507" y="58780"/>
                      </a:cubicBezTo>
                      <a:cubicBezTo>
                        <a:pt x="13871" y="58780"/>
                        <a:pt x="8776" y="56811"/>
                        <a:pt x="5266" y="53043"/>
                      </a:cubicBezTo>
                      <a:cubicBezTo>
                        <a:pt x="1755" y="49190"/>
                        <a:pt x="0" y="43625"/>
                        <a:pt x="0" y="36347"/>
                      </a:cubicBezTo>
                      <a:lnTo>
                        <a:pt x="0" y="4624"/>
                      </a:lnTo>
                      <a:cubicBezTo>
                        <a:pt x="0" y="3125"/>
                        <a:pt x="300" y="2012"/>
                        <a:pt x="942" y="1199"/>
                      </a:cubicBezTo>
                      <a:cubicBezTo>
                        <a:pt x="1584" y="471"/>
                        <a:pt x="2440" y="43"/>
                        <a:pt x="3639" y="43"/>
                      </a:cubicBezTo>
                      <a:cubicBezTo>
                        <a:pt x="4795" y="43"/>
                        <a:pt x="5651" y="471"/>
                        <a:pt x="6293" y="1199"/>
                      </a:cubicBezTo>
                      <a:cubicBezTo>
                        <a:pt x="6893" y="2012"/>
                        <a:pt x="7192" y="3125"/>
                        <a:pt x="7192" y="4624"/>
                      </a:cubicBezTo>
                      <a:lnTo>
                        <a:pt x="7192" y="33050"/>
                      </a:lnTo>
                      <a:cubicBezTo>
                        <a:pt x="7192" y="40114"/>
                        <a:pt x="8348" y="45123"/>
                        <a:pt x="10574" y="48034"/>
                      </a:cubicBezTo>
                      <a:cubicBezTo>
                        <a:pt x="12843" y="50945"/>
                        <a:pt x="16568" y="52401"/>
                        <a:pt x="21748" y="52401"/>
                      </a:cubicBezTo>
                      <a:cubicBezTo>
                        <a:pt x="27570" y="52401"/>
                        <a:pt x="31894" y="50389"/>
                        <a:pt x="34720" y="46322"/>
                      </a:cubicBezTo>
                      <a:cubicBezTo>
                        <a:pt x="37503" y="42255"/>
                        <a:pt x="38915" y="36047"/>
                        <a:pt x="38915" y="27656"/>
                      </a:cubicBezTo>
                      <a:lnTo>
                        <a:pt x="38915" y="4581"/>
                      </a:lnTo>
                      <a:cubicBezTo>
                        <a:pt x="38915" y="3082"/>
                        <a:pt x="39258" y="1969"/>
                        <a:pt x="39900" y="1156"/>
                      </a:cubicBezTo>
                      <a:cubicBezTo>
                        <a:pt x="40585" y="428"/>
                        <a:pt x="41484" y="0"/>
                        <a:pt x="42597" y="0"/>
                      </a:cubicBezTo>
                      <a:cubicBezTo>
                        <a:pt x="43753" y="0"/>
                        <a:pt x="44609" y="428"/>
                        <a:pt x="45209" y="1156"/>
                      </a:cubicBezTo>
                      <a:cubicBezTo>
                        <a:pt x="45808" y="1969"/>
                        <a:pt x="46108" y="3082"/>
                        <a:pt x="46108" y="4581"/>
                      </a:cubicBezTo>
                      <a:lnTo>
                        <a:pt x="46108" y="53471"/>
                      </a:lnTo>
                      <a:cubicBezTo>
                        <a:pt x="46108" y="54927"/>
                        <a:pt x="45808" y="56083"/>
                        <a:pt x="45209" y="56896"/>
                      </a:cubicBezTo>
                      <a:cubicBezTo>
                        <a:pt x="44609" y="57667"/>
                        <a:pt x="43753" y="58052"/>
                        <a:pt x="42597" y="58052"/>
                      </a:cubicBezTo>
                      <a:cubicBezTo>
                        <a:pt x="41484" y="58052"/>
                        <a:pt x="40542" y="57667"/>
                        <a:pt x="39900" y="56853"/>
                      </a:cubicBezTo>
                      <a:cubicBezTo>
                        <a:pt x="39258" y="56083"/>
                        <a:pt x="38915" y="54970"/>
                        <a:pt x="38915" y="53471"/>
                      </a:cubicBezTo>
                      <a:lnTo>
                        <a:pt x="38915" y="49404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26" name="任意多边形: 形状 125"/>
                <p:cNvSpPr/>
                <p:nvPr/>
              </p:nvSpPr>
              <p:spPr>
                <a:xfrm>
                  <a:off x="11152466" y="6497399"/>
                  <a:ext cx="47306" cy="59850"/>
                </a:xfrm>
                <a:custGeom>
                  <a:avLst/>
                  <a:gdLst>
                    <a:gd name="connsiteX0" fmla="*/ 21063 w 47306"/>
                    <a:gd name="connsiteY0" fmla="*/ 59850 h 59850"/>
                    <a:gd name="connsiteX1" fmla="*/ 5394 w 47306"/>
                    <a:gd name="connsiteY1" fmla="*/ 53942 h 59850"/>
                    <a:gd name="connsiteX2" fmla="*/ 0 w 47306"/>
                    <a:gd name="connsiteY2" fmla="*/ 36860 h 59850"/>
                    <a:gd name="connsiteX3" fmla="*/ 0 w 47306"/>
                    <a:gd name="connsiteY3" fmla="*/ 5137 h 59850"/>
                    <a:gd name="connsiteX4" fmla="*/ 1070 w 47306"/>
                    <a:gd name="connsiteY4" fmla="*/ 1370 h 59850"/>
                    <a:gd name="connsiteX5" fmla="*/ 4195 w 47306"/>
                    <a:gd name="connsiteY5" fmla="*/ 0 h 59850"/>
                    <a:gd name="connsiteX6" fmla="*/ 7278 w 47306"/>
                    <a:gd name="connsiteY6" fmla="*/ 1370 h 59850"/>
                    <a:gd name="connsiteX7" fmla="*/ 8305 w 47306"/>
                    <a:gd name="connsiteY7" fmla="*/ 5180 h 59850"/>
                    <a:gd name="connsiteX8" fmla="*/ 8305 w 47306"/>
                    <a:gd name="connsiteY8" fmla="*/ 33607 h 59850"/>
                    <a:gd name="connsiteX9" fmla="*/ 11602 w 47306"/>
                    <a:gd name="connsiteY9" fmla="*/ 48248 h 59850"/>
                    <a:gd name="connsiteX10" fmla="*/ 22347 w 47306"/>
                    <a:gd name="connsiteY10" fmla="*/ 52401 h 59850"/>
                    <a:gd name="connsiteX11" fmla="*/ 34848 w 47306"/>
                    <a:gd name="connsiteY11" fmla="*/ 46579 h 59850"/>
                    <a:gd name="connsiteX12" fmla="*/ 38915 w 47306"/>
                    <a:gd name="connsiteY12" fmla="*/ 28255 h 59850"/>
                    <a:gd name="connsiteX13" fmla="*/ 38915 w 47306"/>
                    <a:gd name="connsiteY13" fmla="*/ 5180 h 59850"/>
                    <a:gd name="connsiteX14" fmla="*/ 40028 w 47306"/>
                    <a:gd name="connsiteY14" fmla="*/ 1413 h 59850"/>
                    <a:gd name="connsiteX15" fmla="*/ 43196 w 47306"/>
                    <a:gd name="connsiteY15" fmla="*/ 43 h 59850"/>
                    <a:gd name="connsiteX16" fmla="*/ 46279 w 47306"/>
                    <a:gd name="connsiteY16" fmla="*/ 1413 h 59850"/>
                    <a:gd name="connsiteX17" fmla="*/ 47306 w 47306"/>
                    <a:gd name="connsiteY17" fmla="*/ 5180 h 59850"/>
                    <a:gd name="connsiteX18" fmla="*/ 47306 w 47306"/>
                    <a:gd name="connsiteY18" fmla="*/ 54071 h 59850"/>
                    <a:gd name="connsiteX19" fmla="*/ 46279 w 47306"/>
                    <a:gd name="connsiteY19" fmla="*/ 57838 h 59850"/>
                    <a:gd name="connsiteX20" fmla="*/ 43196 w 47306"/>
                    <a:gd name="connsiteY20" fmla="*/ 59208 h 59850"/>
                    <a:gd name="connsiteX21" fmla="*/ 40028 w 47306"/>
                    <a:gd name="connsiteY21" fmla="*/ 57795 h 59850"/>
                    <a:gd name="connsiteX22" fmla="*/ 38915 w 47306"/>
                    <a:gd name="connsiteY22" fmla="*/ 54071 h 59850"/>
                    <a:gd name="connsiteX23" fmla="*/ 38915 w 47306"/>
                    <a:gd name="connsiteY23" fmla="*/ 51673 h 59850"/>
                    <a:gd name="connsiteX24" fmla="*/ 31766 w 47306"/>
                    <a:gd name="connsiteY24" fmla="*/ 57538 h 59850"/>
                    <a:gd name="connsiteX25" fmla="*/ 21063 w 47306"/>
                    <a:gd name="connsiteY25" fmla="*/ 59850 h 59850"/>
                    <a:gd name="connsiteX26" fmla="*/ 4195 w 47306"/>
                    <a:gd name="connsiteY26" fmla="*/ 1113 h 59850"/>
                    <a:gd name="connsiteX27" fmla="*/ 1969 w 47306"/>
                    <a:gd name="connsiteY27" fmla="*/ 2055 h 59850"/>
                    <a:gd name="connsiteX28" fmla="*/ 1156 w 47306"/>
                    <a:gd name="connsiteY28" fmla="*/ 5095 h 59850"/>
                    <a:gd name="connsiteX29" fmla="*/ 1156 w 47306"/>
                    <a:gd name="connsiteY29" fmla="*/ 36818 h 59850"/>
                    <a:gd name="connsiteX30" fmla="*/ 6250 w 47306"/>
                    <a:gd name="connsiteY30" fmla="*/ 53129 h 59850"/>
                    <a:gd name="connsiteX31" fmla="*/ 21063 w 47306"/>
                    <a:gd name="connsiteY31" fmla="*/ 58694 h 59850"/>
                    <a:gd name="connsiteX32" fmla="*/ 31252 w 47306"/>
                    <a:gd name="connsiteY32" fmla="*/ 56425 h 59850"/>
                    <a:gd name="connsiteX33" fmla="*/ 39001 w 47306"/>
                    <a:gd name="connsiteY33" fmla="*/ 49533 h 59850"/>
                    <a:gd name="connsiteX34" fmla="*/ 40071 w 47306"/>
                    <a:gd name="connsiteY34" fmla="*/ 48034 h 59850"/>
                    <a:gd name="connsiteX35" fmla="*/ 40071 w 47306"/>
                    <a:gd name="connsiteY35" fmla="*/ 53985 h 59850"/>
                    <a:gd name="connsiteX36" fmla="*/ 40927 w 47306"/>
                    <a:gd name="connsiteY36" fmla="*/ 56982 h 59850"/>
                    <a:gd name="connsiteX37" fmla="*/ 43196 w 47306"/>
                    <a:gd name="connsiteY37" fmla="*/ 57966 h 59850"/>
                    <a:gd name="connsiteX38" fmla="*/ 45337 w 47306"/>
                    <a:gd name="connsiteY38" fmla="*/ 57067 h 59850"/>
                    <a:gd name="connsiteX39" fmla="*/ 46108 w 47306"/>
                    <a:gd name="connsiteY39" fmla="*/ 54028 h 59850"/>
                    <a:gd name="connsiteX40" fmla="*/ 46108 w 47306"/>
                    <a:gd name="connsiteY40" fmla="*/ 5095 h 59850"/>
                    <a:gd name="connsiteX41" fmla="*/ 45337 w 47306"/>
                    <a:gd name="connsiteY41" fmla="*/ 2012 h 59850"/>
                    <a:gd name="connsiteX42" fmla="*/ 43196 w 47306"/>
                    <a:gd name="connsiteY42" fmla="*/ 1113 h 59850"/>
                    <a:gd name="connsiteX43" fmla="*/ 40927 w 47306"/>
                    <a:gd name="connsiteY43" fmla="*/ 2098 h 59850"/>
                    <a:gd name="connsiteX44" fmla="*/ 40114 w 47306"/>
                    <a:gd name="connsiteY44" fmla="*/ 5137 h 59850"/>
                    <a:gd name="connsiteX45" fmla="*/ 40114 w 47306"/>
                    <a:gd name="connsiteY45" fmla="*/ 28213 h 59850"/>
                    <a:gd name="connsiteX46" fmla="*/ 35833 w 47306"/>
                    <a:gd name="connsiteY46" fmla="*/ 47178 h 59850"/>
                    <a:gd name="connsiteX47" fmla="*/ 22390 w 47306"/>
                    <a:gd name="connsiteY47" fmla="*/ 53514 h 59850"/>
                    <a:gd name="connsiteX48" fmla="*/ 10746 w 47306"/>
                    <a:gd name="connsiteY48" fmla="*/ 48933 h 59850"/>
                    <a:gd name="connsiteX49" fmla="*/ 7235 w 47306"/>
                    <a:gd name="connsiteY49" fmla="*/ 33564 h 59850"/>
                    <a:gd name="connsiteX50" fmla="*/ 7235 w 47306"/>
                    <a:gd name="connsiteY50" fmla="*/ 5137 h 59850"/>
                    <a:gd name="connsiteX51" fmla="*/ 6464 w 47306"/>
                    <a:gd name="connsiteY51" fmla="*/ 2055 h 59850"/>
                    <a:gd name="connsiteX52" fmla="*/ 4195 w 47306"/>
                    <a:gd name="connsiteY52" fmla="*/ 1113 h 59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47306" h="59850">
                      <a:moveTo>
                        <a:pt x="21063" y="59850"/>
                      </a:moveTo>
                      <a:cubicBezTo>
                        <a:pt x="14299" y="59850"/>
                        <a:pt x="9033" y="57838"/>
                        <a:pt x="5394" y="53942"/>
                      </a:cubicBezTo>
                      <a:cubicBezTo>
                        <a:pt x="1798" y="50004"/>
                        <a:pt x="0" y="44267"/>
                        <a:pt x="0" y="36860"/>
                      </a:cubicBezTo>
                      <a:lnTo>
                        <a:pt x="0" y="5137"/>
                      </a:lnTo>
                      <a:cubicBezTo>
                        <a:pt x="0" y="3511"/>
                        <a:pt x="342" y="2269"/>
                        <a:pt x="1070" y="1370"/>
                      </a:cubicBezTo>
                      <a:cubicBezTo>
                        <a:pt x="1841" y="428"/>
                        <a:pt x="2911" y="0"/>
                        <a:pt x="4195" y="0"/>
                      </a:cubicBezTo>
                      <a:cubicBezTo>
                        <a:pt x="5480" y="0"/>
                        <a:pt x="6507" y="471"/>
                        <a:pt x="7278" y="1370"/>
                      </a:cubicBezTo>
                      <a:cubicBezTo>
                        <a:pt x="7963" y="2355"/>
                        <a:pt x="8305" y="3553"/>
                        <a:pt x="8305" y="5180"/>
                      </a:cubicBezTo>
                      <a:lnTo>
                        <a:pt x="8305" y="33607"/>
                      </a:lnTo>
                      <a:cubicBezTo>
                        <a:pt x="8305" y="40499"/>
                        <a:pt x="9418" y="45423"/>
                        <a:pt x="11602" y="48248"/>
                      </a:cubicBezTo>
                      <a:cubicBezTo>
                        <a:pt x="13742" y="50988"/>
                        <a:pt x="17381" y="52401"/>
                        <a:pt x="22347" y="52401"/>
                      </a:cubicBezTo>
                      <a:cubicBezTo>
                        <a:pt x="28041" y="52401"/>
                        <a:pt x="32108" y="50474"/>
                        <a:pt x="34848" y="46579"/>
                      </a:cubicBezTo>
                      <a:cubicBezTo>
                        <a:pt x="37545" y="42640"/>
                        <a:pt x="38915" y="36475"/>
                        <a:pt x="38915" y="28255"/>
                      </a:cubicBezTo>
                      <a:lnTo>
                        <a:pt x="38915" y="5180"/>
                      </a:lnTo>
                      <a:cubicBezTo>
                        <a:pt x="38915" y="3553"/>
                        <a:pt x="39258" y="2355"/>
                        <a:pt x="40028" y="1413"/>
                      </a:cubicBezTo>
                      <a:cubicBezTo>
                        <a:pt x="40842" y="514"/>
                        <a:pt x="41912" y="43"/>
                        <a:pt x="43196" y="43"/>
                      </a:cubicBezTo>
                      <a:cubicBezTo>
                        <a:pt x="44481" y="43"/>
                        <a:pt x="45551" y="514"/>
                        <a:pt x="46279" y="1413"/>
                      </a:cubicBezTo>
                      <a:cubicBezTo>
                        <a:pt x="46964" y="2355"/>
                        <a:pt x="47306" y="3596"/>
                        <a:pt x="47306" y="5180"/>
                      </a:cubicBezTo>
                      <a:lnTo>
                        <a:pt x="47306" y="54071"/>
                      </a:lnTo>
                      <a:cubicBezTo>
                        <a:pt x="47306" y="55655"/>
                        <a:pt x="46964" y="56896"/>
                        <a:pt x="46279" y="57838"/>
                      </a:cubicBezTo>
                      <a:cubicBezTo>
                        <a:pt x="45594" y="58737"/>
                        <a:pt x="44524" y="59208"/>
                        <a:pt x="43196" y="59208"/>
                      </a:cubicBezTo>
                      <a:cubicBezTo>
                        <a:pt x="41869" y="59208"/>
                        <a:pt x="40799" y="58737"/>
                        <a:pt x="40028" y="57795"/>
                      </a:cubicBezTo>
                      <a:cubicBezTo>
                        <a:pt x="39301" y="56896"/>
                        <a:pt x="38915" y="55655"/>
                        <a:pt x="38915" y="54071"/>
                      </a:cubicBezTo>
                      <a:lnTo>
                        <a:pt x="38915" y="51673"/>
                      </a:lnTo>
                      <a:cubicBezTo>
                        <a:pt x="36860" y="54242"/>
                        <a:pt x="34463" y="56211"/>
                        <a:pt x="31766" y="57538"/>
                      </a:cubicBezTo>
                      <a:cubicBezTo>
                        <a:pt x="28641" y="59037"/>
                        <a:pt x="25045" y="59850"/>
                        <a:pt x="21063" y="59850"/>
                      </a:cubicBezTo>
                      <a:close/>
                      <a:moveTo>
                        <a:pt x="4195" y="1113"/>
                      </a:moveTo>
                      <a:cubicBezTo>
                        <a:pt x="3254" y="1113"/>
                        <a:pt x="2483" y="1413"/>
                        <a:pt x="1969" y="2055"/>
                      </a:cubicBezTo>
                      <a:cubicBezTo>
                        <a:pt x="1456" y="2740"/>
                        <a:pt x="1156" y="3725"/>
                        <a:pt x="1156" y="5095"/>
                      </a:cubicBezTo>
                      <a:lnTo>
                        <a:pt x="1156" y="36818"/>
                      </a:lnTo>
                      <a:cubicBezTo>
                        <a:pt x="1156" y="43924"/>
                        <a:pt x="2868" y="49404"/>
                        <a:pt x="6250" y="53129"/>
                      </a:cubicBezTo>
                      <a:cubicBezTo>
                        <a:pt x="9633" y="56810"/>
                        <a:pt x="14641" y="58694"/>
                        <a:pt x="21063" y="58694"/>
                      </a:cubicBezTo>
                      <a:cubicBezTo>
                        <a:pt x="24916" y="58694"/>
                        <a:pt x="28255" y="57966"/>
                        <a:pt x="31252" y="56425"/>
                      </a:cubicBezTo>
                      <a:cubicBezTo>
                        <a:pt x="34206" y="54927"/>
                        <a:pt x="36818" y="52615"/>
                        <a:pt x="39001" y="49533"/>
                      </a:cubicBezTo>
                      <a:lnTo>
                        <a:pt x="40071" y="48034"/>
                      </a:lnTo>
                      <a:lnTo>
                        <a:pt x="40071" y="53985"/>
                      </a:lnTo>
                      <a:cubicBezTo>
                        <a:pt x="40071" y="55269"/>
                        <a:pt x="40371" y="56297"/>
                        <a:pt x="40927" y="56982"/>
                      </a:cubicBezTo>
                      <a:cubicBezTo>
                        <a:pt x="41484" y="57624"/>
                        <a:pt x="42212" y="57966"/>
                        <a:pt x="43196" y="57966"/>
                      </a:cubicBezTo>
                      <a:cubicBezTo>
                        <a:pt x="44181" y="57966"/>
                        <a:pt x="44866" y="57667"/>
                        <a:pt x="45337" y="57067"/>
                      </a:cubicBezTo>
                      <a:cubicBezTo>
                        <a:pt x="45851" y="56340"/>
                        <a:pt x="46108" y="55312"/>
                        <a:pt x="46108" y="54028"/>
                      </a:cubicBezTo>
                      <a:lnTo>
                        <a:pt x="46108" y="5095"/>
                      </a:lnTo>
                      <a:cubicBezTo>
                        <a:pt x="46108" y="3767"/>
                        <a:pt x="45851" y="2740"/>
                        <a:pt x="45337" y="2012"/>
                      </a:cubicBezTo>
                      <a:cubicBezTo>
                        <a:pt x="44866" y="1413"/>
                        <a:pt x="44138" y="1113"/>
                        <a:pt x="43196" y="1113"/>
                      </a:cubicBezTo>
                      <a:cubicBezTo>
                        <a:pt x="42255" y="1113"/>
                        <a:pt x="41484" y="1456"/>
                        <a:pt x="40927" y="2098"/>
                      </a:cubicBezTo>
                      <a:cubicBezTo>
                        <a:pt x="40371" y="2783"/>
                        <a:pt x="40114" y="3810"/>
                        <a:pt x="40114" y="5137"/>
                      </a:cubicBezTo>
                      <a:lnTo>
                        <a:pt x="40114" y="28213"/>
                      </a:lnTo>
                      <a:cubicBezTo>
                        <a:pt x="40114" y="36689"/>
                        <a:pt x="38658" y="43068"/>
                        <a:pt x="35833" y="47178"/>
                      </a:cubicBezTo>
                      <a:cubicBezTo>
                        <a:pt x="32922" y="51373"/>
                        <a:pt x="28384" y="53514"/>
                        <a:pt x="22390" y="53514"/>
                      </a:cubicBezTo>
                      <a:cubicBezTo>
                        <a:pt x="17039" y="53514"/>
                        <a:pt x="13143" y="51973"/>
                        <a:pt x="10746" y="48933"/>
                      </a:cubicBezTo>
                      <a:cubicBezTo>
                        <a:pt x="8391" y="45894"/>
                        <a:pt x="7235" y="40713"/>
                        <a:pt x="7235" y="33564"/>
                      </a:cubicBezTo>
                      <a:lnTo>
                        <a:pt x="7235" y="5137"/>
                      </a:lnTo>
                      <a:cubicBezTo>
                        <a:pt x="7235" y="3810"/>
                        <a:pt x="6978" y="2783"/>
                        <a:pt x="6464" y="2055"/>
                      </a:cubicBezTo>
                      <a:cubicBezTo>
                        <a:pt x="5865" y="1413"/>
                        <a:pt x="5137" y="1113"/>
                        <a:pt x="4195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10" name="图形 4"/>
              <p:cNvGrpSpPr/>
              <p:nvPr/>
            </p:nvGrpSpPr>
            <p:grpSpPr>
              <a:xfrm>
                <a:off x="11243140" y="6477706"/>
                <a:ext cx="51715" cy="78515"/>
                <a:chOff x="11243140" y="6477706"/>
                <a:chExt cx="51715" cy="78515"/>
              </a:xfrm>
              <a:solidFill>
                <a:srgbClr val="A5A7AA"/>
              </a:solidFill>
            </p:grpSpPr>
            <p:sp>
              <p:nvSpPr>
                <p:cNvPr id="123" name="任意多边形: 形状 122"/>
                <p:cNvSpPr/>
                <p:nvPr/>
              </p:nvSpPr>
              <p:spPr>
                <a:xfrm>
                  <a:off x="11243697" y="6478305"/>
                  <a:ext cx="50559" cy="77317"/>
                </a:xfrm>
                <a:custGeom>
                  <a:avLst/>
                  <a:gdLst>
                    <a:gd name="connsiteX0" fmla="*/ 43239 w 50559"/>
                    <a:gd name="connsiteY0" fmla="*/ 77317 h 77317"/>
                    <a:gd name="connsiteX1" fmla="*/ 33607 w 50559"/>
                    <a:gd name="connsiteY1" fmla="*/ 77317 h 77317"/>
                    <a:gd name="connsiteX2" fmla="*/ 18751 w 50559"/>
                    <a:gd name="connsiteY2" fmla="*/ 76290 h 77317"/>
                    <a:gd name="connsiteX3" fmla="*/ 10232 w 50559"/>
                    <a:gd name="connsiteY3" fmla="*/ 72779 h 77317"/>
                    <a:gd name="connsiteX4" fmla="*/ 2569 w 50559"/>
                    <a:gd name="connsiteY4" fmla="*/ 63874 h 77317"/>
                    <a:gd name="connsiteX5" fmla="*/ 0 w 50559"/>
                    <a:gd name="connsiteY5" fmla="*/ 51716 h 77317"/>
                    <a:gd name="connsiteX6" fmla="*/ 10446 w 50559"/>
                    <a:gd name="connsiteY6" fmla="*/ 28041 h 77317"/>
                    <a:gd name="connsiteX7" fmla="*/ 39044 w 50559"/>
                    <a:gd name="connsiteY7" fmla="*/ 19308 h 77317"/>
                    <a:gd name="connsiteX8" fmla="*/ 41655 w 50559"/>
                    <a:gd name="connsiteY8" fmla="*/ 19308 h 77317"/>
                    <a:gd name="connsiteX9" fmla="*/ 43368 w 50559"/>
                    <a:gd name="connsiteY9" fmla="*/ 19351 h 77317"/>
                    <a:gd name="connsiteX10" fmla="*/ 43368 w 50559"/>
                    <a:gd name="connsiteY10" fmla="*/ 4452 h 77317"/>
                    <a:gd name="connsiteX11" fmla="*/ 44267 w 50559"/>
                    <a:gd name="connsiteY11" fmla="*/ 1113 h 77317"/>
                    <a:gd name="connsiteX12" fmla="*/ 46878 w 50559"/>
                    <a:gd name="connsiteY12" fmla="*/ 0 h 77317"/>
                    <a:gd name="connsiteX13" fmla="*/ 49661 w 50559"/>
                    <a:gd name="connsiteY13" fmla="*/ 1113 h 77317"/>
                    <a:gd name="connsiteX14" fmla="*/ 50560 w 50559"/>
                    <a:gd name="connsiteY14" fmla="*/ 4452 h 77317"/>
                    <a:gd name="connsiteX15" fmla="*/ 50560 w 50559"/>
                    <a:gd name="connsiteY15" fmla="*/ 72651 h 77317"/>
                    <a:gd name="connsiteX16" fmla="*/ 49019 w 50559"/>
                    <a:gd name="connsiteY16" fmla="*/ 76375 h 77317"/>
                    <a:gd name="connsiteX17" fmla="*/ 43239 w 50559"/>
                    <a:gd name="connsiteY17" fmla="*/ 77317 h 77317"/>
                    <a:gd name="connsiteX18" fmla="*/ 43368 w 50559"/>
                    <a:gd name="connsiteY18" fmla="*/ 26072 h 77317"/>
                    <a:gd name="connsiteX19" fmla="*/ 41955 w 50559"/>
                    <a:gd name="connsiteY19" fmla="*/ 25986 h 77317"/>
                    <a:gd name="connsiteX20" fmla="*/ 37931 w 50559"/>
                    <a:gd name="connsiteY20" fmla="*/ 25858 h 77317"/>
                    <a:gd name="connsiteX21" fmla="*/ 15969 w 50559"/>
                    <a:gd name="connsiteY21" fmla="*/ 32836 h 77317"/>
                    <a:gd name="connsiteX22" fmla="*/ 7834 w 50559"/>
                    <a:gd name="connsiteY22" fmla="*/ 51459 h 77317"/>
                    <a:gd name="connsiteX23" fmla="*/ 12972 w 50559"/>
                    <a:gd name="connsiteY23" fmla="*/ 65587 h 77317"/>
                    <a:gd name="connsiteX24" fmla="*/ 27827 w 50559"/>
                    <a:gd name="connsiteY24" fmla="*/ 70467 h 77317"/>
                    <a:gd name="connsiteX25" fmla="*/ 43368 w 50559"/>
                    <a:gd name="connsiteY25" fmla="*/ 70467 h 77317"/>
                    <a:gd name="connsiteX26" fmla="*/ 43368 w 50559"/>
                    <a:gd name="connsiteY26" fmla="*/ 26072 h 77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0559" h="77317">
                      <a:moveTo>
                        <a:pt x="43239" y="77317"/>
                      </a:moveTo>
                      <a:lnTo>
                        <a:pt x="33607" y="77317"/>
                      </a:lnTo>
                      <a:cubicBezTo>
                        <a:pt x="27142" y="77317"/>
                        <a:pt x="22219" y="76975"/>
                        <a:pt x="18751" y="76290"/>
                      </a:cubicBezTo>
                      <a:cubicBezTo>
                        <a:pt x="15326" y="75605"/>
                        <a:pt x="12458" y="74363"/>
                        <a:pt x="10232" y="72779"/>
                      </a:cubicBezTo>
                      <a:cubicBezTo>
                        <a:pt x="6850" y="70424"/>
                        <a:pt x="4324" y="67428"/>
                        <a:pt x="2569" y="63874"/>
                      </a:cubicBezTo>
                      <a:cubicBezTo>
                        <a:pt x="856" y="60278"/>
                        <a:pt x="0" y="56211"/>
                        <a:pt x="0" y="51716"/>
                      </a:cubicBezTo>
                      <a:cubicBezTo>
                        <a:pt x="0" y="41741"/>
                        <a:pt x="3468" y="33864"/>
                        <a:pt x="10446" y="28041"/>
                      </a:cubicBezTo>
                      <a:cubicBezTo>
                        <a:pt x="17424" y="22219"/>
                        <a:pt x="26928" y="19308"/>
                        <a:pt x="39044" y="19308"/>
                      </a:cubicBezTo>
                      <a:cubicBezTo>
                        <a:pt x="40200" y="19308"/>
                        <a:pt x="41056" y="19308"/>
                        <a:pt x="41655" y="19308"/>
                      </a:cubicBezTo>
                      <a:cubicBezTo>
                        <a:pt x="42255" y="19308"/>
                        <a:pt x="42811" y="19308"/>
                        <a:pt x="43368" y="19351"/>
                      </a:cubicBezTo>
                      <a:lnTo>
                        <a:pt x="43368" y="4452"/>
                      </a:lnTo>
                      <a:cubicBezTo>
                        <a:pt x="43368" y="2997"/>
                        <a:pt x="43667" y="1884"/>
                        <a:pt x="44267" y="1113"/>
                      </a:cubicBezTo>
                      <a:cubicBezTo>
                        <a:pt x="44866" y="385"/>
                        <a:pt x="45722" y="0"/>
                        <a:pt x="46878" y="0"/>
                      </a:cubicBezTo>
                      <a:cubicBezTo>
                        <a:pt x="48163" y="0"/>
                        <a:pt x="49062" y="385"/>
                        <a:pt x="49661" y="1113"/>
                      </a:cubicBezTo>
                      <a:cubicBezTo>
                        <a:pt x="50260" y="1841"/>
                        <a:pt x="50560" y="2954"/>
                        <a:pt x="50560" y="4452"/>
                      </a:cubicBezTo>
                      <a:lnTo>
                        <a:pt x="50560" y="72651"/>
                      </a:lnTo>
                      <a:cubicBezTo>
                        <a:pt x="50560" y="74492"/>
                        <a:pt x="50046" y="75776"/>
                        <a:pt x="49019" y="76375"/>
                      </a:cubicBezTo>
                      <a:cubicBezTo>
                        <a:pt x="47948" y="76975"/>
                        <a:pt x="46065" y="77317"/>
                        <a:pt x="43239" y="77317"/>
                      </a:cubicBezTo>
                      <a:close/>
                      <a:moveTo>
                        <a:pt x="43368" y="26072"/>
                      </a:moveTo>
                      <a:cubicBezTo>
                        <a:pt x="43068" y="26072"/>
                        <a:pt x="42597" y="26072"/>
                        <a:pt x="41955" y="25986"/>
                      </a:cubicBezTo>
                      <a:cubicBezTo>
                        <a:pt x="39943" y="25901"/>
                        <a:pt x="38616" y="25858"/>
                        <a:pt x="37931" y="25858"/>
                      </a:cubicBezTo>
                      <a:cubicBezTo>
                        <a:pt x="28726" y="25858"/>
                        <a:pt x="21448" y="28213"/>
                        <a:pt x="15969" y="32836"/>
                      </a:cubicBezTo>
                      <a:cubicBezTo>
                        <a:pt x="10532" y="37503"/>
                        <a:pt x="7834" y="43753"/>
                        <a:pt x="7834" y="51459"/>
                      </a:cubicBezTo>
                      <a:cubicBezTo>
                        <a:pt x="7834" y="57624"/>
                        <a:pt x="9547" y="62290"/>
                        <a:pt x="12972" y="65587"/>
                      </a:cubicBezTo>
                      <a:cubicBezTo>
                        <a:pt x="16397" y="68840"/>
                        <a:pt x="21363" y="70467"/>
                        <a:pt x="27827" y="70467"/>
                      </a:cubicBezTo>
                      <a:lnTo>
                        <a:pt x="43368" y="70467"/>
                      </a:lnTo>
                      <a:lnTo>
                        <a:pt x="43368" y="2607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24" name="任意多边形: 形状 123"/>
                <p:cNvSpPr/>
                <p:nvPr/>
              </p:nvSpPr>
              <p:spPr>
                <a:xfrm>
                  <a:off x="11243140" y="6477706"/>
                  <a:ext cx="51715" cy="78515"/>
                </a:xfrm>
                <a:custGeom>
                  <a:avLst/>
                  <a:gdLst>
                    <a:gd name="connsiteX0" fmla="*/ 43796 w 51715"/>
                    <a:gd name="connsiteY0" fmla="*/ 78516 h 78515"/>
                    <a:gd name="connsiteX1" fmla="*/ 34163 w 51715"/>
                    <a:gd name="connsiteY1" fmla="*/ 78516 h 78515"/>
                    <a:gd name="connsiteX2" fmla="*/ 19222 w 51715"/>
                    <a:gd name="connsiteY2" fmla="*/ 77446 h 78515"/>
                    <a:gd name="connsiteX3" fmla="*/ 10489 w 51715"/>
                    <a:gd name="connsiteY3" fmla="*/ 73849 h 78515"/>
                    <a:gd name="connsiteX4" fmla="*/ 2654 w 51715"/>
                    <a:gd name="connsiteY4" fmla="*/ 64731 h 78515"/>
                    <a:gd name="connsiteX5" fmla="*/ 0 w 51715"/>
                    <a:gd name="connsiteY5" fmla="*/ 52315 h 78515"/>
                    <a:gd name="connsiteX6" fmla="*/ 10660 w 51715"/>
                    <a:gd name="connsiteY6" fmla="*/ 28170 h 78515"/>
                    <a:gd name="connsiteX7" fmla="*/ 39600 w 51715"/>
                    <a:gd name="connsiteY7" fmla="*/ 19308 h 78515"/>
                    <a:gd name="connsiteX8" fmla="*/ 42212 w 51715"/>
                    <a:gd name="connsiteY8" fmla="*/ 19308 h 78515"/>
                    <a:gd name="connsiteX9" fmla="*/ 43368 w 51715"/>
                    <a:gd name="connsiteY9" fmla="*/ 19308 h 78515"/>
                    <a:gd name="connsiteX10" fmla="*/ 43368 w 51715"/>
                    <a:gd name="connsiteY10" fmla="*/ 5009 h 78515"/>
                    <a:gd name="connsiteX11" fmla="*/ 44395 w 51715"/>
                    <a:gd name="connsiteY11" fmla="*/ 1327 h 78515"/>
                    <a:gd name="connsiteX12" fmla="*/ 47478 w 51715"/>
                    <a:gd name="connsiteY12" fmla="*/ 0 h 78515"/>
                    <a:gd name="connsiteX13" fmla="*/ 50688 w 51715"/>
                    <a:gd name="connsiteY13" fmla="*/ 1327 h 78515"/>
                    <a:gd name="connsiteX14" fmla="*/ 51716 w 51715"/>
                    <a:gd name="connsiteY14" fmla="*/ 5052 h 78515"/>
                    <a:gd name="connsiteX15" fmla="*/ 51716 w 51715"/>
                    <a:gd name="connsiteY15" fmla="*/ 73250 h 78515"/>
                    <a:gd name="connsiteX16" fmla="*/ 49918 w 51715"/>
                    <a:gd name="connsiteY16" fmla="*/ 77488 h 78515"/>
                    <a:gd name="connsiteX17" fmla="*/ 43796 w 51715"/>
                    <a:gd name="connsiteY17" fmla="*/ 78516 h 78515"/>
                    <a:gd name="connsiteX18" fmla="*/ 39600 w 51715"/>
                    <a:gd name="connsiteY18" fmla="*/ 20464 h 78515"/>
                    <a:gd name="connsiteX19" fmla="*/ 11388 w 51715"/>
                    <a:gd name="connsiteY19" fmla="*/ 29069 h 78515"/>
                    <a:gd name="connsiteX20" fmla="*/ 1113 w 51715"/>
                    <a:gd name="connsiteY20" fmla="*/ 52315 h 78515"/>
                    <a:gd name="connsiteX21" fmla="*/ 3639 w 51715"/>
                    <a:gd name="connsiteY21" fmla="*/ 64217 h 78515"/>
                    <a:gd name="connsiteX22" fmla="*/ 11088 w 51715"/>
                    <a:gd name="connsiteY22" fmla="*/ 72908 h 78515"/>
                    <a:gd name="connsiteX23" fmla="*/ 19394 w 51715"/>
                    <a:gd name="connsiteY23" fmla="*/ 76332 h 78515"/>
                    <a:gd name="connsiteX24" fmla="*/ 34121 w 51715"/>
                    <a:gd name="connsiteY24" fmla="*/ 77360 h 78515"/>
                    <a:gd name="connsiteX25" fmla="*/ 43753 w 51715"/>
                    <a:gd name="connsiteY25" fmla="*/ 77360 h 78515"/>
                    <a:gd name="connsiteX26" fmla="*/ 49233 w 51715"/>
                    <a:gd name="connsiteY26" fmla="*/ 76504 h 78515"/>
                    <a:gd name="connsiteX27" fmla="*/ 50474 w 51715"/>
                    <a:gd name="connsiteY27" fmla="*/ 73250 h 78515"/>
                    <a:gd name="connsiteX28" fmla="*/ 50474 w 51715"/>
                    <a:gd name="connsiteY28" fmla="*/ 5052 h 78515"/>
                    <a:gd name="connsiteX29" fmla="*/ 49704 w 51715"/>
                    <a:gd name="connsiteY29" fmla="*/ 2055 h 78515"/>
                    <a:gd name="connsiteX30" fmla="*/ 47392 w 51715"/>
                    <a:gd name="connsiteY30" fmla="*/ 1156 h 78515"/>
                    <a:gd name="connsiteX31" fmla="*/ 45209 w 51715"/>
                    <a:gd name="connsiteY31" fmla="*/ 2055 h 78515"/>
                    <a:gd name="connsiteX32" fmla="*/ 44438 w 51715"/>
                    <a:gd name="connsiteY32" fmla="*/ 5009 h 78515"/>
                    <a:gd name="connsiteX33" fmla="*/ 44438 w 51715"/>
                    <a:gd name="connsiteY33" fmla="*/ 20549 h 78515"/>
                    <a:gd name="connsiteX34" fmla="*/ 43796 w 51715"/>
                    <a:gd name="connsiteY34" fmla="*/ 20507 h 78515"/>
                    <a:gd name="connsiteX35" fmla="*/ 42126 w 51715"/>
                    <a:gd name="connsiteY35" fmla="*/ 20464 h 78515"/>
                    <a:gd name="connsiteX36" fmla="*/ 39600 w 51715"/>
                    <a:gd name="connsiteY36" fmla="*/ 20464 h 78515"/>
                    <a:gd name="connsiteX37" fmla="*/ 44481 w 51715"/>
                    <a:gd name="connsiteY37" fmla="*/ 71666 h 78515"/>
                    <a:gd name="connsiteX38" fmla="*/ 28384 w 51715"/>
                    <a:gd name="connsiteY38" fmla="*/ 71666 h 78515"/>
                    <a:gd name="connsiteX39" fmla="*/ 13143 w 51715"/>
                    <a:gd name="connsiteY39" fmla="*/ 66657 h 78515"/>
                    <a:gd name="connsiteX40" fmla="*/ 7792 w 51715"/>
                    <a:gd name="connsiteY40" fmla="*/ 52101 h 78515"/>
                    <a:gd name="connsiteX41" fmla="*/ 16140 w 51715"/>
                    <a:gd name="connsiteY41" fmla="*/ 33007 h 78515"/>
                    <a:gd name="connsiteX42" fmla="*/ 38444 w 51715"/>
                    <a:gd name="connsiteY42" fmla="*/ 25858 h 78515"/>
                    <a:gd name="connsiteX43" fmla="*/ 42512 w 51715"/>
                    <a:gd name="connsiteY43" fmla="*/ 25986 h 78515"/>
                    <a:gd name="connsiteX44" fmla="*/ 43881 w 51715"/>
                    <a:gd name="connsiteY44" fmla="*/ 26029 h 78515"/>
                    <a:gd name="connsiteX45" fmla="*/ 44438 w 51715"/>
                    <a:gd name="connsiteY45" fmla="*/ 26029 h 78515"/>
                    <a:gd name="connsiteX46" fmla="*/ 44438 w 51715"/>
                    <a:gd name="connsiteY46" fmla="*/ 71666 h 78515"/>
                    <a:gd name="connsiteX47" fmla="*/ 38444 w 51715"/>
                    <a:gd name="connsiteY47" fmla="*/ 27014 h 78515"/>
                    <a:gd name="connsiteX48" fmla="*/ 16868 w 51715"/>
                    <a:gd name="connsiteY48" fmla="*/ 33864 h 78515"/>
                    <a:gd name="connsiteX49" fmla="*/ 8948 w 51715"/>
                    <a:gd name="connsiteY49" fmla="*/ 52058 h 78515"/>
                    <a:gd name="connsiteX50" fmla="*/ 13914 w 51715"/>
                    <a:gd name="connsiteY50" fmla="*/ 65758 h 78515"/>
                    <a:gd name="connsiteX51" fmla="*/ 28384 w 51715"/>
                    <a:gd name="connsiteY51" fmla="*/ 70467 h 78515"/>
                    <a:gd name="connsiteX52" fmla="*/ 43325 w 51715"/>
                    <a:gd name="connsiteY52" fmla="*/ 70467 h 78515"/>
                    <a:gd name="connsiteX53" fmla="*/ 43325 w 51715"/>
                    <a:gd name="connsiteY53" fmla="*/ 27228 h 78515"/>
                    <a:gd name="connsiteX54" fmla="*/ 42426 w 51715"/>
                    <a:gd name="connsiteY54" fmla="*/ 27185 h 78515"/>
                    <a:gd name="connsiteX55" fmla="*/ 38444 w 51715"/>
                    <a:gd name="connsiteY55" fmla="*/ 27014 h 7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51715" h="78515">
                      <a:moveTo>
                        <a:pt x="43796" y="78516"/>
                      </a:moveTo>
                      <a:lnTo>
                        <a:pt x="34163" y="78516"/>
                      </a:lnTo>
                      <a:cubicBezTo>
                        <a:pt x="27742" y="78516"/>
                        <a:pt x="22733" y="78173"/>
                        <a:pt x="19222" y="77446"/>
                      </a:cubicBezTo>
                      <a:cubicBezTo>
                        <a:pt x="15797" y="76761"/>
                        <a:pt x="12886" y="75519"/>
                        <a:pt x="10489" y="73849"/>
                      </a:cubicBezTo>
                      <a:cubicBezTo>
                        <a:pt x="7107" y="71495"/>
                        <a:pt x="4452" y="68412"/>
                        <a:pt x="2654" y="64731"/>
                      </a:cubicBezTo>
                      <a:cubicBezTo>
                        <a:pt x="899" y="61049"/>
                        <a:pt x="0" y="56853"/>
                        <a:pt x="0" y="52315"/>
                      </a:cubicBezTo>
                      <a:cubicBezTo>
                        <a:pt x="0" y="42212"/>
                        <a:pt x="3596" y="34078"/>
                        <a:pt x="10660" y="28170"/>
                      </a:cubicBezTo>
                      <a:cubicBezTo>
                        <a:pt x="17681" y="22305"/>
                        <a:pt x="27442" y="19308"/>
                        <a:pt x="39600" y="19308"/>
                      </a:cubicBezTo>
                      <a:lnTo>
                        <a:pt x="42212" y="19308"/>
                      </a:lnTo>
                      <a:cubicBezTo>
                        <a:pt x="42597" y="19308"/>
                        <a:pt x="42982" y="19308"/>
                        <a:pt x="43368" y="19308"/>
                      </a:cubicBezTo>
                      <a:lnTo>
                        <a:pt x="43368" y="5009"/>
                      </a:lnTo>
                      <a:cubicBezTo>
                        <a:pt x="43368" y="3382"/>
                        <a:pt x="43710" y="2183"/>
                        <a:pt x="44395" y="1327"/>
                      </a:cubicBezTo>
                      <a:cubicBezTo>
                        <a:pt x="45123" y="428"/>
                        <a:pt x="46151" y="0"/>
                        <a:pt x="47478" y="0"/>
                      </a:cubicBezTo>
                      <a:cubicBezTo>
                        <a:pt x="48890" y="0"/>
                        <a:pt x="50003" y="428"/>
                        <a:pt x="50688" y="1327"/>
                      </a:cubicBezTo>
                      <a:cubicBezTo>
                        <a:pt x="51373" y="2183"/>
                        <a:pt x="51716" y="3382"/>
                        <a:pt x="51716" y="5052"/>
                      </a:cubicBezTo>
                      <a:lnTo>
                        <a:pt x="51716" y="73250"/>
                      </a:lnTo>
                      <a:cubicBezTo>
                        <a:pt x="51716" y="75305"/>
                        <a:pt x="51117" y="76761"/>
                        <a:pt x="49918" y="77488"/>
                      </a:cubicBezTo>
                      <a:cubicBezTo>
                        <a:pt x="48676" y="78173"/>
                        <a:pt x="46664" y="78516"/>
                        <a:pt x="43796" y="78516"/>
                      </a:cubicBezTo>
                      <a:close/>
                      <a:moveTo>
                        <a:pt x="39600" y="20464"/>
                      </a:moveTo>
                      <a:cubicBezTo>
                        <a:pt x="27699" y="20464"/>
                        <a:pt x="18195" y="23332"/>
                        <a:pt x="11388" y="29069"/>
                      </a:cubicBezTo>
                      <a:cubicBezTo>
                        <a:pt x="4581" y="34763"/>
                        <a:pt x="1113" y="42554"/>
                        <a:pt x="1113" y="52315"/>
                      </a:cubicBezTo>
                      <a:cubicBezTo>
                        <a:pt x="1113" y="56682"/>
                        <a:pt x="1969" y="60706"/>
                        <a:pt x="3639" y="64217"/>
                      </a:cubicBezTo>
                      <a:cubicBezTo>
                        <a:pt x="5351" y="67727"/>
                        <a:pt x="7877" y="70638"/>
                        <a:pt x="11088" y="72908"/>
                      </a:cubicBezTo>
                      <a:cubicBezTo>
                        <a:pt x="13357" y="74492"/>
                        <a:pt x="16140" y="75647"/>
                        <a:pt x="19394" y="76332"/>
                      </a:cubicBezTo>
                      <a:cubicBezTo>
                        <a:pt x="22818" y="77017"/>
                        <a:pt x="27784" y="77360"/>
                        <a:pt x="34121" y="77360"/>
                      </a:cubicBezTo>
                      <a:lnTo>
                        <a:pt x="43753" y="77360"/>
                      </a:lnTo>
                      <a:cubicBezTo>
                        <a:pt x="47050" y="77360"/>
                        <a:pt x="48548" y="76889"/>
                        <a:pt x="49233" y="76504"/>
                      </a:cubicBezTo>
                      <a:cubicBezTo>
                        <a:pt x="50089" y="75990"/>
                        <a:pt x="50474" y="74920"/>
                        <a:pt x="50474" y="73250"/>
                      </a:cubicBezTo>
                      <a:lnTo>
                        <a:pt x="50474" y="5052"/>
                      </a:lnTo>
                      <a:cubicBezTo>
                        <a:pt x="50474" y="3682"/>
                        <a:pt x="50218" y="2697"/>
                        <a:pt x="49704" y="2055"/>
                      </a:cubicBezTo>
                      <a:cubicBezTo>
                        <a:pt x="49233" y="1456"/>
                        <a:pt x="48462" y="1156"/>
                        <a:pt x="47392" y="1156"/>
                      </a:cubicBezTo>
                      <a:cubicBezTo>
                        <a:pt x="46407" y="1156"/>
                        <a:pt x="45722" y="1456"/>
                        <a:pt x="45209" y="2055"/>
                      </a:cubicBezTo>
                      <a:cubicBezTo>
                        <a:pt x="44695" y="2697"/>
                        <a:pt x="44438" y="3682"/>
                        <a:pt x="44438" y="5009"/>
                      </a:cubicBezTo>
                      <a:lnTo>
                        <a:pt x="44438" y="20549"/>
                      </a:lnTo>
                      <a:lnTo>
                        <a:pt x="43796" y="20507"/>
                      </a:lnTo>
                      <a:cubicBezTo>
                        <a:pt x="43239" y="20464"/>
                        <a:pt x="42726" y="20421"/>
                        <a:pt x="42126" y="20464"/>
                      </a:cubicBezTo>
                      <a:lnTo>
                        <a:pt x="39600" y="20464"/>
                      </a:lnTo>
                      <a:close/>
                      <a:moveTo>
                        <a:pt x="44481" y="71666"/>
                      </a:moveTo>
                      <a:lnTo>
                        <a:pt x="28384" y="71666"/>
                      </a:lnTo>
                      <a:cubicBezTo>
                        <a:pt x="21748" y="71666"/>
                        <a:pt x="16611" y="69954"/>
                        <a:pt x="13143" y="66657"/>
                      </a:cubicBezTo>
                      <a:cubicBezTo>
                        <a:pt x="9590" y="63275"/>
                        <a:pt x="7792" y="58352"/>
                        <a:pt x="7792" y="52101"/>
                      </a:cubicBezTo>
                      <a:cubicBezTo>
                        <a:pt x="7792" y="44224"/>
                        <a:pt x="10617" y="37802"/>
                        <a:pt x="16140" y="33007"/>
                      </a:cubicBezTo>
                      <a:cubicBezTo>
                        <a:pt x="21705" y="28255"/>
                        <a:pt x="29197" y="25858"/>
                        <a:pt x="38444" y="25858"/>
                      </a:cubicBezTo>
                      <a:cubicBezTo>
                        <a:pt x="39172" y="25858"/>
                        <a:pt x="40499" y="25901"/>
                        <a:pt x="42512" y="25986"/>
                      </a:cubicBezTo>
                      <a:cubicBezTo>
                        <a:pt x="43154" y="26029"/>
                        <a:pt x="43625" y="26029"/>
                        <a:pt x="43881" y="26029"/>
                      </a:cubicBezTo>
                      <a:lnTo>
                        <a:pt x="44438" y="26029"/>
                      </a:lnTo>
                      <a:lnTo>
                        <a:pt x="44438" y="71666"/>
                      </a:lnTo>
                      <a:close/>
                      <a:moveTo>
                        <a:pt x="38444" y="27014"/>
                      </a:moveTo>
                      <a:cubicBezTo>
                        <a:pt x="29454" y="27014"/>
                        <a:pt x="22219" y="29326"/>
                        <a:pt x="16868" y="33864"/>
                      </a:cubicBezTo>
                      <a:cubicBezTo>
                        <a:pt x="11602" y="38402"/>
                        <a:pt x="8948" y="44524"/>
                        <a:pt x="8948" y="52058"/>
                      </a:cubicBezTo>
                      <a:cubicBezTo>
                        <a:pt x="8948" y="58095"/>
                        <a:pt x="10574" y="62547"/>
                        <a:pt x="13914" y="65758"/>
                      </a:cubicBezTo>
                      <a:cubicBezTo>
                        <a:pt x="17210" y="68883"/>
                        <a:pt x="22048" y="70467"/>
                        <a:pt x="28384" y="70467"/>
                      </a:cubicBezTo>
                      <a:lnTo>
                        <a:pt x="43325" y="70467"/>
                      </a:lnTo>
                      <a:lnTo>
                        <a:pt x="43325" y="27228"/>
                      </a:lnTo>
                      <a:cubicBezTo>
                        <a:pt x="43068" y="27228"/>
                        <a:pt x="42768" y="27185"/>
                        <a:pt x="42426" y="27185"/>
                      </a:cubicBezTo>
                      <a:cubicBezTo>
                        <a:pt x="40499" y="27057"/>
                        <a:pt x="39172" y="27014"/>
                        <a:pt x="38444" y="27014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11" name="图形 4"/>
              <p:cNvGrpSpPr/>
              <p:nvPr/>
            </p:nvGrpSpPr>
            <p:grpSpPr>
              <a:xfrm>
                <a:off x="11338866" y="6497570"/>
                <a:ext cx="67127" cy="59122"/>
                <a:chOff x="11338866" y="6497570"/>
                <a:chExt cx="67127" cy="59122"/>
              </a:xfrm>
              <a:solidFill>
                <a:srgbClr val="A5A7AA"/>
              </a:solidFill>
            </p:grpSpPr>
            <p:sp>
              <p:nvSpPr>
                <p:cNvPr id="121" name="任意多边形: 形状 120"/>
                <p:cNvSpPr/>
                <p:nvPr/>
              </p:nvSpPr>
              <p:spPr>
                <a:xfrm>
                  <a:off x="11339337" y="6497955"/>
                  <a:ext cx="66100" cy="58052"/>
                </a:xfrm>
                <a:custGeom>
                  <a:avLst/>
                  <a:gdLst>
                    <a:gd name="connsiteX0" fmla="*/ 16311 w 66100"/>
                    <a:gd name="connsiteY0" fmla="*/ 50603 h 58052"/>
                    <a:gd name="connsiteX1" fmla="*/ 23931 w 66100"/>
                    <a:gd name="connsiteY1" fmla="*/ 31124 h 58052"/>
                    <a:gd name="connsiteX2" fmla="*/ 29326 w 66100"/>
                    <a:gd name="connsiteY2" fmla="*/ 7663 h 58052"/>
                    <a:gd name="connsiteX3" fmla="*/ 29497 w 66100"/>
                    <a:gd name="connsiteY3" fmla="*/ 6550 h 58052"/>
                    <a:gd name="connsiteX4" fmla="*/ 33222 w 66100"/>
                    <a:gd name="connsiteY4" fmla="*/ 171 h 58052"/>
                    <a:gd name="connsiteX5" fmla="*/ 36775 w 66100"/>
                    <a:gd name="connsiteY5" fmla="*/ 6036 h 58052"/>
                    <a:gd name="connsiteX6" fmla="*/ 37074 w 66100"/>
                    <a:gd name="connsiteY6" fmla="*/ 7578 h 58052"/>
                    <a:gd name="connsiteX7" fmla="*/ 42340 w 66100"/>
                    <a:gd name="connsiteY7" fmla="*/ 30824 h 58052"/>
                    <a:gd name="connsiteX8" fmla="*/ 50046 w 66100"/>
                    <a:gd name="connsiteY8" fmla="*/ 50560 h 58052"/>
                    <a:gd name="connsiteX9" fmla="*/ 56639 w 66100"/>
                    <a:gd name="connsiteY9" fmla="*/ 33136 h 58052"/>
                    <a:gd name="connsiteX10" fmla="*/ 58865 w 66100"/>
                    <a:gd name="connsiteY10" fmla="*/ 11559 h 58052"/>
                    <a:gd name="connsiteX11" fmla="*/ 58823 w 66100"/>
                    <a:gd name="connsiteY11" fmla="*/ 8605 h 58052"/>
                    <a:gd name="connsiteX12" fmla="*/ 58737 w 66100"/>
                    <a:gd name="connsiteY12" fmla="*/ 6036 h 58052"/>
                    <a:gd name="connsiteX13" fmla="*/ 59550 w 66100"/>
                    <a:gd name="connsiteY13" fmla="*/ 1242 h 58052"/>
                    <a:gd name="connsiteX14" fmla="*/ 62376 w 66100"/>
                    <a:gd name="connsiteY14" fmla="*/ 43 h 58052"/>
                    <a:gd name="connsiteX15" fmla="*/ 65330 w 66100"/>
                    <a:gd name="connsiteY15" fmla="*/ 1926 h 58052"/>
                    <a:gd name="connsiteX16" fmla="*/ 66100 w 66100"/>
                    <a:gd name="connsiteY16" fmla="*/ 9932 h 58052"/>
                    <a:gd name="connsiteX17" fmla="*/ 64046 w 66100"/>
                    <a:gd name="connsiteY17" fmla="*/ 30439 h 58052"/>
                    <a:gd name="connsiteX18" fmla="*/ 58180 w 66100"/>
                    <a:gd name="connsiteY18" fmla="*/ 49233 h 58052"/>
                    <a:gd name="connsiteX19" fmla="*/ 54113 w 66100"/>
                    <a:gd name="connsiteY19" fmla="*/ 56425 h 58052"/>
                    <a:gd name="connsiteX20" fmla="*/ 50346 w 66100"/>
                    <a:gd name="connsiteY20" fmla="*/ 58009 h 58052"/>
                    <a:gd name="connsiteX21" fmla="*/ 41998 w 66100"/>
                    <a:gd name="connsiteY21" fmla="*/ 48676 h 58052"/>
                    <a:gd name="connsiteX22" fmla="*/ 33050 w 66100"/>
                    <a:gd name="connsiteY22" fmla="*/ 18537 h 58052"/>
                    <a:gd name="connsiteX23" fmla="*/ 24274 w 66100"/>
                    <a:gd name="connsiteY23" fmla="*/ 48505 h 58052"/>
                    <a:gd name="connsiteX24" fmla="*/ 15926 w 66100"/>
                    <a:gd name="connsiteY24" fmla="*/ 58052 h 58052"/>
                    <a:gd name="connsiteX25" fmla="*/ 12372 w 66100"/>
                    <a:gd name="connsiteY25" fmla="*/ 56725 h 58052"/>
                    <a:gd name="connsiteX26" fmla="*/ 8948 w 66100"/>
                    <a:gd name="connsiteY26" fmla="*/ 51288 h 58052"/>
                    <a:gd name="connsiteX27" fmla="*/ 2355 w 66100"/>
                    <a:gd name="connsiteY27" fmla="*/ 31723 h 58052"/>
                    <a:gd name="connsiteX28" fmla="*/ 0 w 66100"/>
                    <a:gd name="connsiteY28" fmla="*/ 9889 h 58052"/>
                    <a:gd name="connsiteX29" fmla="*/ 856 w 66100"/>
                    <a:gd name="connsiteY29" fmla="*/ 2012 h 58052"/>
                    <a:gd name="connsiteX30" fmla="*/ 3810 w 66100"/>
                    <a:gd name="connsiteY30" fmla="*/ 0 h 58052"/>
                    <a:gd name="connsiteX31" fmla="*/ 6507 w 66100"/>
                    <a:gd name="connsiteY31" fmla="*/ 1027 h 58052"/>
                    <a:gd name="connsiteX32" fmla="*/ 7364 w 66100"/>
                    <a:gd name="connsiteY32" fmla="*/ 4324 h 58052"/>
                    <a:gd name="connsiteX33" fmla="*/ 7364 w 66100"/>
                    <a:gd name="connsiteY33" fmla="*/ 11516 h 58052"/>
                    <a:gd name="connsiteX34" fmla="*/ 9633 w 66100"/>
                    <a:gd name="connsiteY34" fmla="*/ 33050 h 58052"/>
                    <a:gd name="connsiteX35" fmla="*/ 16311 w 66100"/>
                    <a:gd name="connsiteY35" fmla="*/ 50603 h 5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6100" h="58052">
                      <a:moveTo>
                        <a:pt x="16311" y="50603"/>
                      </a:moveTo>
                      <a:cubicBezTo>
                        <a:pt x="19265" y="44738"/>
                        <a:pt x="21791" y="38273"/>
                        <a:pt x="23931" y="31124"/>
                      </a:cubicBezTo>
                      <a:cubicBezTo>
                        <a:pt x="26072" y="23931"/>
                        <a:pt x="27870" y="16140"/>
                        <a:pt x="29326" y="7663"/>
                      </a:cubicBezTo>
                      <a:cubicBezTo>
                        <a:pt x="29368" y="7406"/>
                        <a:pt x="29411" y="7064"/>
                        <a:pt x="29497" y="6550"/>
                      </a:cubicBezTo>
                      <a:cubicBezTo>
                        <a:pt x="30182" y="2355"/>
                        <a:pt x="31423" y="171"/>
                        <a:pt x="33222" y="171"/>
                      </a:cubicBezTo>
                      <a:cubicBezTo>
                        <a:pt x="34977" y="171"/>
                        <a:pt x="36133" y="2141"/>
                        <a:pt x="36775" y="6036"/>
                      </a:cubicBezTo>
                      <a:cubicBezTo>
                        <a:pt x="36903" y="6721"/>
                        <a:pt x="36989" y="7278"/>
                        <a:pt x="37074" y="7578"/>
                      </a:cubicBezTo>
                      <a:cubicBezTo>
                        <a:pt x="38402" y="15840"/>
                        <a:pt x="40200" y="23589"/>
                        <a:pt x="42340" y="30824"/>
                      </a:cubicBezTo>
                      <a:cubicBezTo>
                        <a:pt x="44524" y="38016"/>
                        <a:pt x="47092" y="44609"/>
                        <a:pt x="50046" y="50560"/>
                      </a:cubicBezTo>
                      <a:cubicBezTo>
                        <a:pt x="52957" y="45508"/>
                        <a:pt x="55184" y="39729"/>
                        <a:pt x="56639" y="33136"/>
                      </a:cubicBezTo>
                      <a:cubicBezTo>
                        <a:pt x="58138" y="26543"/>
                        <a:pt x="58865" y="19351"/>
                        <a:pt x="58865" y="11559"/>
                      </a:cubicBezTo>
                      <a:cubicBezTo>
                        <a:pt x="58865" y="10788"/>
                        <a:pt x="58823" y="9847"/>
                        <a:pt x="58823" y="8605"/>
                      </a:cubicBezTo>
                      <a:cubicBezTo>
                        <a:pt x="58737" y="7364"/>
                        <a:pt x="58737" y="6550"/>
                        <a:pt x="58737" y="6036"/>
                      </a:cubicBezTo>
                      <a:cubicBezTo>
                        <a:pt x="58737" y="3682"/>
                        <a:pt x="58994" y="2055"/>
                        <a:pt x="59550" y="1242"/>
                      </a:cubicBezTo>
                      <a:cubicBezTo>
                        <a:pt x="60107" y="428"/>
                        <a:pt x="61049" y="43"/>
                        <a:pt x="62376" y="43"/>
                      </a:cubicBezTo>
                      <a:cubicBezTo>
                        <a:pt x="63831" y="43"/>
                        <a:pt x="64773" y="642"/>
                        <a:pt x="65330" y="1926"/>
                      </a:cubicBezTo>
                      <a:cubicBezTo>
                        <a:pt x="65844" y="3211"/>
                        <a:pt x="66100" y="5865"/>
                        <a:pt x="66100" y="9932"/>
                      </a:cubicBezTo>
                      <a:cubicBezTo>
                        <a:pt x="66100" y="16696"/>
                        <a:pt x="65415" y="23546"/>
                        <a:pt x="64046" y="30439"/>
                      </a:cubicBezTo>
                      <a:cubicBezTo>
                        <a:pt x="62633" y="37331"/>
                        <a:pt x="60706" y="43625"/>
                        <a:pt x="58180" y="49233"/>
                      </a:cubicBezTo>
                      <a:cubicBezTo>
                        <a:pt x="56511" y="53000"/>
                        <a:pt x="55184" y="55398"/>
                        <a:pt x="54113" y="56425"/>
                      </a:cubicBezTo>
                      <a:cubicBezTo>
                        <a:pt x="53043" y="57495"/>
                        <a:pt x="51802" y="58009"/>
                        <a:pt x="50346" y="58009"/>
                      </a:cubicBezTo>
                      <a:cubicBezTo>
                        <a:pt x="47520" y="58009"/>
                        <a:pt x="44781" y="54884"/>
                        <a:pt x="41998" y="48676"/>
                      </a:cubicBezTo>
                      <a:cubicBezTo>
                        <a:pt x="39258" y="42469"/>
                        <a:pt x="36261" y="32408"/>
                        <a:pt x="33050" y="18537"/>
                      </a:cubicBezTo>
                      <a:cubicBezTo>
                        <a:pt x="29968" y="32194"/>
                        <a:pt x="27057" y="42126"/>
                        <a:pt x="24274" y="48505"/>
                      </a:cubicBezTo>
                      <a:cubicBezTo>
                        <a:pt x="21534" y="54884"/>
                        <a:pt x="18751" y="58052"/>
                        <a:pt x="15926" y="58052"/>
                      </a:cubicBezTo>
                      <a:cubicBezTo>
                        <a:pt x="14556" y="58052"/>
                        <a:pt x="13357" y="57624"/>
                        <a:pt x="12372" y="56725"/>
                      </a:cubicBezTo>
                      <a:cubicBezTo>
                        <a:pt x="11388" y="55869"/>
                        <a:pt x="10232" y="54071"/>
                        <a:pt x="8948" y="51288"/>
                      </a:cubicBezTo>
                      <a:cubicBezTo>
                        <a:pt x="6165" y="45637"/>
                        <a:pt x="3981" y="39087"/>
                        <a:pt x="2355" y="31723"/>
                      </a:cubicBezTo>
                      <a:cubicBezTo>
                        <a:pt x="771" y="24445"/>
                        <a:pt x="0" y="17167"/>
                        <a:pt x="0" y="9889"/>
                      </a:cubicBezTo>
                      <a:cubicBezTo>
                        <a:pt x="0" y="5951"/>
                        <a:pt x="257" y="3339"/>
                        <a:pt x="856" y="2012"/>
                      </a:cubicBezTo>
                      <a:cubicBezTo>
                        <a:pt x="1413" y="642"/>
                        <a:pt x="2397" y="0"/>
                        <a:pt x="3810" y="0"/>
                      </a:cubicBezTo>
                      <a:cubicBezTo>
                        <a:pt x="5052" y="0"/>
                        <a:pt x="5951" y="342"/>
                        <a:pt x="6507" y="1027"/>
                      </a:cubicBezTo>
                      <a:cubicBezTo>
                        <a:pt x="7064" y="1755"/>
                        <a:pt x="7364" y="2868"/>
                        <a:pt x="7364" y="4324"/>
                      </a:cubicBezTo>
                      <a:lnTo>
                        <a:pt x="7364" y="11516"/>
                      </a:lnTo>
                      <a:cubicBezTo>
                        <a:pt x="7364" y="19222"/>
                        <a:pt x="8134" y="26372"/>
                        <a:pt x="9633" y="33050"/>
                      </a:cubicBezTo>
                      <a:cubicBezTo>
                        <a:pt x="11259" y="39729"/>
                        <a:pt x="13443" y="45551"/>
                        <a:pt x="16311" y="5060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22" name="任意多边形: 形状 121"/>
                <p:cNvSpPr/>
                <p:nvPr/>
              </p:nvSpPr>
              <p:spPr>
                <a:xfrm>
                  <a:off x="11338866" y="6497570"/>
                  <a:ext cx="67127" cy="59122"/>
                </a:xfrm>
                <a:custGeom>
                  <a:avLst/>
                  <a:gdLst>
                    <a:gd name="connsiteX0" fmla="*/ 50902 w 67127"/>
                    <a:gd name="connsiteY0" fmla="*/ 59079 h 59122"/>
                    <a:gd name="connsiteX1" fmla="*/ 42041 w 67127"/>
                    <a:gd name="connsiteY1" fmla="*/ 49404 h 59122"/>
                    <a:gd name="connsiteX2" fmla="*/ 33607 w 67127"/>
                    <a:gd name="connsiteY2" fmla="*/ 21577 h 59122"/>
                    <a:gd name="connsiteX3" fmla="*/ 25344 w 67127"/>
                    <a:gd name="connsiteY3" fmla="*/ 49233 h 59122"/>
                    <a:gd name="connsiteX4" fmla="*/ 16482 w 67127"/>
                    <a:gd name="connsiteY4" fmla="*/ 59122 h 59122"/>
                    <a:gd name="connsiteX5" fmla="*/ 12544 w 67127"/>
                    <a:gd name="connsiteY5" fmla="*/ 57667 h 59122"/>
                    <a:gd name="connsiteX6" fmla="*/ 8990 w 67127"/>
                    <a:gd name="connsiteY6" fmla="*/ 52058 h 59122"/>
                    <a:gd name="connsiteX7" fmla="*/ 2355 w 67127"/>
                    <a:gd name="connsiteY7" fmla="*/ 32408 h 59122"/>
                    <a:gd name="connsiteX8" fmla="*/ 0 w 67127"/>
                    <a:gd name="connsiteY8" fmla="*/ 10446 h 59122"/>
                    <a:gd name="connsiteX9" fmla="*/ 899 w 67127"/>
                    <a:gd name="connsiteY9" fmla="*/ 2355 h 59122"/>
                    <a:gd name="connsiteX10" fmla="*/ 4367 w 67127"/>
                    <a:gd name="connsiteY10" fmla="*/ 0 h 59122"/>
                    <a:gd name="connsiteX11" fmla="*/ 7535 w 67127"/>
                    <a:gd name="connsiteY11" fmla="*/ 1242 h 59122"/>
                    <a:gd name="connsiteX12" fmla="*/ 8519 w 67127"/>
                    <a:gd name="connsiteY12" fmla="*/ 4881 h 59122"/>
                    <a:gd name="connsiteX13" fmla="*/ 8519 w 67127"/>
                    <a:gd name="connsiteY13" fmla="*/ 12073 h 59122"/>
                    <a:gd name="connsiteX14" fmla="*/ 10746 w 67127"/>
                    <a:gd name="connsiteY14" fmla="*/ 33478 h 59122"/>
                    <a:gd name="connsiteX15" fmla="*/ 16739 w 67127"/>
                    <a:gd name="connsiteY15" fmla="*/ 49875 h 59122"/>
                    <a:gd name="connsiteX16" fmla="*/ 23846 w 67127"/>
                    <a:gd name="connsiteY16" fmla="*/ 31466 h 59122"/>
                    <a:gd name="connsiteX17" fmla="*/ 29197 w 67127"/>
                    <a:gd name="connsiteY17" fmla="*/ 8091 h 59122"/>
                    <a:gd name="connsiteX18" fmla="*/ 29411 w 67127"/>
                    <a:gd name="connsiteY18" fmla="*/ 6978 h 59122"/>
                    <a:gd name="connsiteX19" fmla="*/ 33692 w 67127"/>
                    <a:gd name="connsiteY19" fmla="*/ 128 h 59122"/>
                    <a:gd name="connsiteX20" fmla="*/ 37802 w 67127"/>
                    <a:gd name="connsiteY20" fmla="*/ 6507 h 59122"/>
                    <a:gd name="connsiteX21" fmla="*/ 37888 w 67127"/>
                    <a:gd name="connsiteY21" fmla="*/ 7021 h 59122"/>
                    <a:gd name="connsiteX22" fmla="*/ 38102 w 67127"/>
                    <a:gd name="connsiteY22" fmla="*/ 8006 h 59122"/>
                    <a:gd name="connsiteX23" fmla="*/ 43368 w 67127"/>
                    <a:gd name="connsiteY23" fmla="*/ 31252 h 59122"/>
                    <a:gd name="connsiteX24" fmla="*/ 50560 w 67127"/>
                    <a:gd name="connsiteY24" fmla="*/ 49918 h 59122"/>
                    <a:gd name="connsiteX25" fmla="*/ 56554 w 67127"/>
                    <a:gd name="connsiteY25" fmla="*/ 33564 h 59122"/>
                    <a:gd name="connsiteX26" fmla="*/ 58780 w 67127"/>
                    <a:gd name="connsiteY26" fmla="*/ 12116 h 59122"/>
                    <a:gd name="connsiteX27" fmla="*/ 58737 w 67127"/>
                    <a:gd name="connsiteY27" fmla="*/ 10874 h 59122"/>
                    <a:gd name="connsiteX28" fmla="*/ 58694 w 67127"/>
                    <a:gd name="connsiteY28" fmla="*/ 9162 h 59122"/>
                    <a:gd name="connsiteX29" fmla="*/ 58609 w 67127"/>
                    <a:gd name="connsiteY29" fmla="*/ 6593 h 59122"/>
                    <a:gd name="connsiteX30" fmla="*/ 59550 w 67127"/>
                    <a:gd name="connsiteY30" fmla="*/ 1498 h 59122"/>
                    <a:gd name="connsiteX31" fmla="*/ 62847 w 67127"/>
                    <a:gd name="connsiteY31" fmla="*/ 86 h 59122"/>
                    <a:gd name="connsiteX32" fmla="*/ 66315 w 67127"/>
                    <a:gd name="connsiteY32" fmla="*/ 2312 h 59122"/>
                    <a:gd name="connsiteX33" fmla="*/ 67128 w 67127"/>
                    <a:gd name="connsiteY33" fmla="*/ 10574 h 59122"/>
                    <a:gd name="connsiteX34" fmla="*/ 65073 w 67127"/>
                    <a:gd name="connsiteY34" fmla="*/ 31209 h 59122"/>
                    <a:gd name="connsiteX35" fmla="*/ 59165 w 67127"/>
                    <a:gd name="connsiteY35" fmla="*/ 50132 h 59122"/>
                    <a:gd name="connsiteX36" fmla="*/ 54970 w 67127"/>
                    <a:gd name="connsiteY36" fmla="*/ 57495 h 59122"/>
                    <a:gd name="connsiteX37" fmla="*/ 50902 w 67127"/>
                    <a:gd name="connsiteY37" fmla="*/ 59079 h 59122"/>
                    <a:gd name="connsiteX38" fmla="*/ 33607 w 67127"/>
                    <a:gd name="connsiteY38" fmla="*/ 16440 h 59122"/>
                    <a:gd name="connsiteX39" fmla="*/ 34163 w 67127"/>
                    <a:gd name="connsiteY39" fmla="*/ 18880 h 59122"/>
                    <a:gd name="connsiteX40" fmla="*/ 43068 w 67127"/>
                    <a:gd name="connsiteY40" fmla="*/ 48933 h 59122"/>
                    <a:gd name="connsiteX41" fmla="*/ 50860 w 67127"/>
                    <a:gd name="connsiteY41" fmla="*/ 57924 h 59122"/>
                    <a:gd name="connsiteX42" fmla="*/ 54199 w 67127"/>
                    <a:gd name="connsiteY42" fmla="*/ 56511 h 59122"/>
                    <a:gd name="connsiteX43" fmla="*/ 58138 w 67127"/>
                    <a:gd name="connsiteY43" fmla="*/ 49490 h 59122"/>
                    <a:gd name="connsiteX44" fmla="*/ 63960 w 67127"/>
                    <a:gd name="connsiteY44" fmla="*/ 30781 h 59122"/>
                    <a:gd name="connsiteX45" fmla="*/ 66015 w 67127"/>
                    <a:gd name="connsiteY45" fmla="*/ 10360 h 59122"/>
                    <a:gd name="connsiteX46" fmla="*/ 65287 w 67127"/>
                    <a:gd name="connsiteY46" fmla="*/ 2569 h 59122"/>
                    <a:gd name="connsiteX47" fmla="*/ 62847 w 67127"/>
                    <a:gd name="connsiteY47" fmla="*/ 1070 h 59122"/>
                    <a:gd name="connsiteX48" fmla="*/ 60492 w 67127"/>
                    <a:gd name="connsiteY48" fmla="*/ 2012 h 59122"/>
                    <a:gd name="connsiteX49" fmla="*/ 59764 w 67127"/>
                    <a:gd name="connsiteY49" fmla="*/ 6465 h 59122"/>
                    <a:gd name="connsiteX50" fmla="*/ 59807 w 67127"/>
                    <a:gd name="connsiteY50" fmla="*/ 8990 h 59122"/>
                    <a:gd name="connsiteX51" fmla="*/ 59850 w 67127"/>
                    <a:gd name="connsiteY51" fmla="*/ 10703 h 59122"/>
                    <a:gd name="connsiteX52" fmla="*/ 59893 w 67127"/>
                    <a:gd name="connsiteY52" fmla="*/ 11987 h 59122"/>
                    <a:gd name="connsiteX53" fmla="*/ 57624 w 67127"/>
                    <a:gd name="connsiteY53" fmla="*/ 33692 h 59122"/>
                    <a:gd name="connsiteX54" fmla="*/ 50945 w 67127"/>
                    <a:gd name="connsiteY54" fmla="*/ 51288 h 59122"/>
                    <a:gd name="connsiteX55" fmla="*/ 50389 w 67127"/>
                    <a:gd name="connsiteY55" fmla="*/ 52230 h 59122"/>
                    <a:gd name="connsiteX56" fmla="*/ 49918 w 67127"/>
                    <a:gd name="connsiteY56" fmla="*/ 51288 h 59122"/>
                    <a:gd name="connsiteX57" fmla="*/ 42169 w 67127"/>
                    <a:gd name="connsiteY57" fmla="*/ 31466 h 59122"/>
                    <a:gd name="connsiteX58" fmla="*/ 36860 w 67127"/>
                    <a:gd name="connsiteY58" fmla="*/ 8134 h 59122"/>
                    <a:gd name="connsiteX59" fmla="*/ 36646 w 67127"/>
                    <a:gd name="connsiteY59" fmla="*/ 7107 h 59122"/>
                    <a:gd name="connsiteX60" fmla="*/ 36561 w 67127"/>
                    <a:gd name="connsiteY60" fmla="*/ 6593 h 59122"/>
                    <a:gd name="connsiteX61" fmla="*/ 33607 w 67127"/>
                    <a:gd name="connsiteY61" fmla="*/ 1199 h 59122"/>
                    <a:gd name="connsiteX62" fmla="*/ 30439 w 67127"/>
                    <a:gd name="connsiteY62" fmla="*/ 7107 h 59122"/>
                    <a:gd name="connsiteX63" fmla="*/ 30268 w 67127"/>
                    <a:gd name="connsiteY63" fmla="*/ 8134 h 59122"/>
                    <a:gd name="connsiteX64" fmla="*/ 24873 w 67127"/>
                    <a:gd name="connsiteY64" fmla="*/ 31723 h 59122"/>
                    <a:gd name="connsiteX65" fmla="*/ 17210 w 67127"/>
                    <a:gd name="connsiteY65" fmla="*/ 51288 h 59122"/>
                    <a:gd name="connsiteX66" fmla="*/ 16739 w 67127"/>
                    <a:gd name="connsiteY66" fmla="*/ 52230 h 59122"/>
                    <a:gd name="connsiteX67" fmla="*/ 16225 w 67127"/>
                    <a:gd name="connsiteY67" fmla="*/ 51288 h 59122"/>
                    <a:gd name="connsiteX68" fmla="*/ 9590 w 67127"/>
                    <a:gd name="connsiteY68" fmla="*/ 33650 h 59122"/>
                    <a:gd name="connsiteX69" fmla="*/ 7321 w 67127"/>
                    <a:gd name="connsiteY69" fmla="*/ 11987 h 59122"/>
                    <a:gd name="connsiteX70" fmla="*/ 7321 w 67127"/>
                    <a:gd name="connsiteY70" fmla="*/ 4795 h 59122"/>
                    <a:gd name="connsiteX71" fmla="*/ 6593 w 67127"/>
                    <a:gd name="connsiteY71" fmla="*/ 1841 h 59122"/>
                    <a:gd name="connsiteX72" fmla="*/ 4324 w 67127"/>
                    <a:gd name="connsiteY72" fmla="*/ 1027 h 59122"/>
                    <a:gd name="connsiteX73" fmla="*/ 1884 w 67127"/>
                    <a:gd name="connsiteY73" fmla="*/ 2697 h 59122"/>
                    <a:gd name="connsiteX74" fmla="*/ 1070 w 67127"/>
                    <a:gd name="connsiteY74" fmla="*/ 10360 h 59122"/>
                    <a:gd name="connsiteX75" fmla="*/ 3425 w 67127"/>
                    <a:gd name="connsiteY75" fmla="*/ 32066 h 59122"/>
                    <a:gd name="connsiteX76" fmla="*/ 9975 w 67127"/>
                    <a:gd name="connsiteY76" fmla="*/ 51502 h 59122"/>
                    <a:gd name="connsiteX77" fmla="*/ 13271 w 67127"/>
                    <a:gd name="connsiteY77" fmla="*/ 56768 h 59122"/>
                    <a:gd name="connsiteX78" fmla="*/ 16440 w 67127"/>
                    <a:gd name="connsiteY78" fmla="*/ 57924 h 59122"/>
                    <a:gd name="connsiteX79" fmla="*/ 24231 w 67127"/>
                    <a:gd name="connsiteY79" fmla="*/ 48719 h 59122"/>
                    <a:gd name="connsiteX80" fmla="*/ 32965 w 67127"/>
                    <a:gd name="connsiteY80" fmla="*/ 18880 h 59122"/>
                    <a:gd name="connsiteX81" fmla="*/ 33607 w 67127"/>
                    <a:gd name="connsiteY81" fmla="*/ 16440 h 5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7127" h="59122">
                      <a:moveTo>
                        <a:pt x="50902" y="59079"/>
                      </a:moveTo>
                      <a:cubicBezTo>
                        <a:pt x="47820" y="59079"/>
                        <a:pt x="44909" y="55911"/>
                        <a:pt x="42041" y="49404"/>
                      </a:cubicBezTo>
                      <a:cubicBezTo>
                        <a:pt x="39429" y="43453"/>
                        <a:pt x="36604" y="34121"/>
                        <a:pt x="33607" y="21577"/>
                      </a:cubicBezTo>
                      <a:cubicBezTo>
                        <a:pt x="30653" y="34163"/>
                        <a:pt x="27956" y="43197"/>
                        <a:pt x="25344" y="49233"/>
                      </a:cubicBezTo>
                      <a:cubicBezTo>
                        <a:pt x="22519" y="55783"/>
                        <a:pt x="19565" y="59122"/>
                        <a:pt x="16482" y="59122"/>
                      </a:cubicBezTo>
                      <a:cubicBezTo>
                        <a:pt x="14898" y="59122"/>
                        <a:pt x="13614" y="58651"/>
                        <a:pt x="12544" y="57667"/>
                      </a:cubicBezTo>
                      <a:cubicBezTo>
                        <a:pt x="11473" y="56682"/>
                        <a:pt x="10275" y="54798"/>
                        <a:pt x="8990" y="52058"/>
                      </a:cubicBezTo>
                      <a:cubicBezTo>
                        <a:pt x="6250" y="46493"/>
                        <a:pt x="4024" y="39857"/>
                        <a:pt x="2355" y="32408"/>
                      </a:cubicBezTo>
                      <a:cubicBezTo>
                        <a:pt x="771" y="25087"/>
                        <a:pt x="0" y="17681"/>
                        <a:pt x="0" y="10446"/>
                      </a:cubicBezTo>
                      <a:cubicBezTo>
                        <a:pt x="0" y="6208"/>
                        <a:pt x="300" y="3725"/>
                        <a:pt x="899" y="2355"/>
                      </a:cubicBezTo>
                      <a:cubicBezTo>
                        <a:pt x="1541" y="813"/>
                        <a:pt x="2697" y="0"/>
                        <a:pt x="4367" y="0"/>
                      </a:cubicBezTo>
                      <a:cubicBezTo>
                        <a:pt x="5822" y="0"/>
                        <a:pt x="6850" y="385"/>
                        <a:pt x="7535" y="1242"/>
                      </a:cubicBezTo>
                      <a:cubicBezTo>
                        <a:pt x="8177" y="2055"/>
                        <a:pt x="8519" y="3296"/>
                        <a:pt x="8519" y="4881"/>
                      </a:cubicBezTo>
                      <a:lnTo>
                        <a:pt x="8519" y="12073"/>
                      </a:lnTo>
                      <a:cubicBezTo>
                        <a:pt x="8519" y="19650"/>
                        <a:pt x="9290" y="26885"/>
                        <a:pt x="10746" y="33478"/>
                      </a:cubicBezTo>
                      <a:cubicBezTo>
                        <a:pt x="12116" y="39515"/>
                        <a:pt x="14128" y="45037"/>
                        <a:pt x="16739" y="49875"/>
                      </a:cubicBezTo>
                      <a:cubicBezTo>
                        <a:pt x="19436" y="44395"/>
                        <a:pt x="21834" y="38230"/>
                        <a:pt x="23846" y="31466"/>
                      </a:cubicBezTo>
                      <a:cubicBezTo>
                        <a:pt x="26029" y="24188"/>
                        <a:pt x="27827" y="16311"/>
                        <a:pt x="29197" y="8091"/>
                      </a:cubicBezTo>
                      <a:cubicBezTo>
                        <a:pt x="29240" y="7792"/>
                        <a:pt x="29283" y="7449"/>
                        <a:pt x="29411" y="6978"/>
                      </a:cubicBezTo>
                      <a:cubicBezTo>
                        <a:pt x="30182" y="2397"/>
                        <a:pt x="31552" y="128"/>
                        <a:pt x="33692" y="128"/>
                      </a:cubicBezTo>
                      <a:cubicBezTo>
                        <a:pt x="35747" y="128"/>
                        <a:pt x="37117" y="2269"/>
                        <a:pt x="37802" y="6507"/>
                      </a:cubicBezTo>
                      <a:lnTo>
                        <a:pt x="37888" y="7021"/>
                      </a:lnTo>
                      <a:cubicBezTo>
                        <a:pt x="37974" y="7449"/>
                        <a:pt x="38016" y="7749"/>
                        <a:pt x="38102" y="8006"/>
                      </a:cubicBezTo>
                      <a:cubicBezTo>
                        <a:pt x="39429" y="16097"/>
                        <a:pt x="41184" y="23931"/>
                        <a:pt x="43368" y="31252"/>
                      </a:cubicBezTo>
                      <a:cubicBezTo>
                        <a:pt x="45466" y="38145"/>
                        <a:pt x="47906" y="44438"/>
                        <a:pt x="50560" y="49918"/>
                      </a:cubicBezTo>
                      <a:cubicBezTo>
                        <a:pt x="53214" y="45080"/>
                        <a:pt x="55226" y="39600"/>
                        <a:pt x="56554" y="33564"/>
                      </a:cubicBezTo>
                      <a:cubicBezTo>
                        <a:pt x="58052" y="27057"/>
                        <a:pt x="58780" y="19864"/>
                        <a:pt x="58780" y="12116"/>
                      </a:cubicBezTo>
                      <a:cubicBezTo>
                        <a:pt x="58780" y="11773"/>
                        <a:pt x="58780" y="11345"/>
                        <a:pt x="58737" y="10874"/>
                      </a:cubicBezTo>
                      <a:cubicBezTo>
                        <a:pt x="58737" y="10360"/>
                        <a:pt x="58694" y="9804"/>
                        <a:pt x="58694" y="9162"/>
                      </a:cubicBezTo>
                      <a:cubicBezTo>
                        <a:pt x="58609" y="7920"/>
                        <a:pt x="58609" y="7107"/>
                        <a:pt x="58609" y="6593"/>
                      </a:cubicBezTo>
                      <a:cubicBezTo>
                        <a:pt x="58609" y="4067"/>
                        <a:pt x="58908" y="2355"/>
                        <a:pt x="59550" y="1498"/>
                      </a:cubicBezTo>
                      <a:cubicBezTo>
                        <a:pt x="60235" y="557"/>
                        <a:pt x="61306" y="86"/>
                        <a:pt x="62847" y="86"/>
                      </a:cubicBezTo>
                      <a:cubicBezTo>
                        <a:pt x="64516" y="86"/>
                        <a:pt x="65715" y="813"/>
                        <a:pt x="66315" y="2312"/>
                      </a:cubicBezTo>
                      <a:cubicBezTo>
                        <a:pt x="66871" y="3682"/>
                        <a:pt x="67128" y="6379"/>
                        <a:pt x="67128" y="10574"/>
                      </a:cubicBezTo>
                      <a:cubicBezTo>
                        <a:pt x="67128" y="17424"/>
                        <a:pt x="66443" y="24360"/>
                        <a:pt x="65073" y="31209"/>
                      </a:cubicBezTo>
                      <a:cubicBezTo>
                        <a:pt x="63660" y="38145"/>
                        <a:pt x="61691" y="44524"/>
                        <a:pt x="59165" y="50132"/>
                      </a:cubicBezTo>
                      <a:cubicBezTo>
                        <a:pt x="57453" y="54028"/>
                        <a:pt x="56083" y="56425"/>
                        <a:pt x="54970" y="57495"/>
                      </a:cubicBezTo>
                      <a:cubicBezTo>
                        <a:pt x="53899" y="58480"/>
                        <a:pt x="52487" y="59079"/>
                        <a:pt x="50902" y="59079"/>
                      </a:cubicBezTo>
                      <a:close/>
                      <a:moveTo>
                        <a:pt x="33607" y="16440"/>
                      </a:moveTo>
                      <a:lnTo>
                        <a:pt x="34163" y="18880"/>
                      </a:lnTo>
                      <a:cubicBezTo>
                        <a:pt x="37331" y="32579"/>
                        <a:pt x="40328" y="42683"/>
                        <a:pt x="43068" y="48933"/>
                      </a:cubicBezTo>
                      <a:cubicBezTo>
                        <a:pt x="45722" y="54927"/>
                        <a:pt x="48334" y="57924"/>
                        <a:pt x="50860" y="57924"/>
                      </a:cubicBezTo>
                      <a:cubicBezTo>
                        <a:pt x="52144" y="57924"/>
                        <a:pt x="53257" y="57453"/>
                        <a:pt x="54199" y="56511"/>
                      </a:cubicBezTo>
                      <a:cubicBezTo>
                        <a:pt x="55184" y="55526"/>
                        <a:pt x="56511" y="53172"/>
                        <a:pt x="58138" y="49490"/>
                      </a:cubicBezTo>
                      <a:cubicBezTo>
                        <a:pt x="60621" y="43924"/>
                        <a:pt x="62590" y="37631"/>
                        <a:pt x="63960" y="30781"/>
                      </a:cubicBezTo>
                      <a:cubicBezTo>
                        <a:pt x="65330" y="24017"/>
                        <a:pt x="66015" y="17124"/>
                        <a:pt x="66015" y="10360"/>
                      </a:cubicBezTo>
                      <a:cubicBezTo>
                        <a:pt x="66015" y="5437"/>
                        <a:pt x="65630" y="3382"/>
                        <a:pt x="65287" y="2569"/>
                      </a:cubicBezTo>
                      <a:cubicBezTo>
                        <a:pt x="64859" y="1541"/>
                        <a:pt x="64088" y="1070"/>
                        <a:pt x="62847" y="1070"/>
                      </a:cubicBezTo>
                      <a:cubicBezTo>
                        <a:pt x="61691" y="1070"/>
                        <a:pt x="60963" y="1370"/>
                        <a:pt x="60492" y="2012"/>
                      </a:cubicBezTo>
                      <a:cubicBezTo>
                        <a:pt x="60150" y="2483"/>
                        <a:pt x="59764" y="3639"/>
                        <a:pt x="59764" y="6465"/>
                      </a:cubicBezTo>
                      <a:cubicBezTo>
                        <a:pt x="59764" y="6935"/>
                        <a:pt x="59764" y="7749"/>
                        <a:pt x="59807" y="8990"/>
                      </a:cubicBezTo>
                      <a:cubicBezTo>
                        <a:pt x="59807" y="9633"/>
                        <a:pt x="59850" y="10232"/>
                        <a:pt x="59850" y="10703"/>
                      </a:cubicBezTo>
                      <a:cubicBezTo>
                        <a:pt x="59850" y="11174"/>
                        <a:pt x="59893" y="11602"/>
                        <a:pt x="59893" y="11987"/>
                      </a:cubicBezTo>
                      <a:cubicBezTo>
                        <a:pt x="59893" y="19822"/>
                        <a:pt x="59122" y="27100"/>
                        <a:pt x="57624" y="33692"/>
                      </a:cubicBezTo>
                      <a:cubicBezTo>
                        <a:pt x="56168" y="40243"/>
                        <a:pt x="53942" y="46151"/>
                        <a:pt x="50945" y="51288"/>
                      </a:cubicBezTo>
                      <a:lnTo>
                        <a:pt x="50389" y="52230"/>
                      </a:lnTo>
                      <a:lnTo>
                        <a:pt x="49918" y="51288"/>
                      </a:lnTo>
                      <a:cubicBezTo>
                        <a:pt x="47007" y="45508"/>
                        <a:pt x="44395" y="38830"/>
                        <a:pt x="42169" y="31466"/>
                      </a:cubicBezTo>
                      <a:cubicBezTo>
                        <a:pt x="39986" y="24103"/>
                        <a:pt x="38188" y="16225"/>
                        <a:pt x="36860" y="8134"/>
                      </a:cubicBezTo>
                      <a:cubicBezTo>
                        <a:pt x="36818" y="7920"/>
                        <a:pt x="36732" y="7578"/>
                        <a:pt x="36646" y="7107"/>
                      </a:cubicBezTo>
                      <a:lnTo>
                        <a:pt x="36561" y="6593"/>
                      </a:lnTo>
                      <a:cubicBezTo>
                        <a:pt x="36175" y="4110"/>
                        <a:pt x="35319" y="1199"/>
                        <a:pt x="33607" y="1199"/>
                      </a:cubicBezTo>
                      <a:cubicBezTo>
                        <a:pt x="31809" y="1199"/>
                        <a:pt x="30910" y="4410"/>
                        <a:pt x="30439" y="7107"/>
                      </a:cubicBezTo>
                      <a:cubicBezTo>
                        <a:pt x="30353" y="7578"/>
                        <a:pt x="30310" y="7920"/>
                        <a:pt x="30268" y="8134"/>
                      </a:cubicBezTo>
                      <a:cubicBezTo>
                        <a:pt x="28855" y="16482"/>
                        <a:pt x="27057" y="24402"/>
                        <a:pt x="24873" y="31723"/>
                      </a:cubicBezTo>
                      <a:cubicBezTo>
                        <a:pt x="22690" y="38958"/>
                        <a:pt x="20121" y="45551"/>
                        <a:pt x="17210" y="51288"/>
                      </a:cubicBezTo>
                      <a:lnTo>
                        <a:pt x="16739" y="52230"/>
                      </a:lnTo>
                      <a:lnTo>
                        <a:pt x="16225" y="51288"/>
                      </a:lnTo>
                      <a:cubicBezTo>
                        <a:pt x="13314" y="46151"/>
                        <a:pt x="11088" y="40200"/>
                        <a:pt x="9590" y="33650"/>
                      </a:cubicBezTo>
                      <a:cubicBezTo>
                        <a:pt x="8091" y="26971"/>
                        <a:pt x="7321" y="19693"/>
                        <a:pt x="7321" y="11987"/>
                      </a:cubicBezTo>
                      <a:lnTo>
                        <a:pt x="7321" y="4795"/>
                      </a:lnTo>
                      <a:cubicBezTo>
                        <a:pt x="7321" y="3468"/>
                        <a:pt x="7064" y="2440"/>
                        <a:pt x="6593" y="1841"/>
                      </a:cubicBezTo>
                      <a:cubicBezTo>
                        <a:pt x="6165" y="1284"/>
                        <a:pt x="5394" y="1027"/>
                        <a:pt x="4324" y="1027"/>
                      </a:cubicBezTo>
                      <a:cubicBezTo>
                        <a:pt x="3125" y="1027"/>
                        <a:pt x="2355" y="1541"/>
                        <a:pt x="1884" y="2697"/>
                      </a:cubicBezTo>
                      <a:cubicBezTo>
                        <a:pt x="1327" y="3939"/>
                        <a:pt x="1070" y="6336"/>
                        <a:pt x="1070" y="10360"/>
                      </a:cubicBezTo>
                      <a:cubicBezTo>
                        <a:pt x="1070" y="17510"/>
                        <a:pt x="1884" y="24831"/>
                        <a:pt x="3425" y="32066"/>
                      </a:cubicBezTo>
                      <a:cubicBezTo>
                        <a:pt x="5052" y="39429"/>
                        <a:pt x="7235" y="45979"/>
                        <a:pt x="9975" y="51502"/>
                      </a:cubicBezTo>
                      <a:cubicBezTo>
                        <a:pt x="11473" y="54756"/>
                        <a:pt x="12586" y="56168"/>
                        <a:pt x="13271" y="56768"/>
                      </a:cubicBezTo>
                      <a:cubicBezTo>
                        <a:pt x="14128" y="57538"/>
                        <a:pt x="15155" y="57924"/>
                        <a:pt x="16440" y="57924"/>
                      </a:cubicBezTo>
                      <a:cubicBezTo>
                        <a:pt x="18965" y="57924"/>
                        <a:pt x="21663" y="54756"/>
                        <a:pt x="24231" y="48719"/>
                      </a:cubicBezTo>
                      <a:cubicBezTo>
                        <a:pt x="26971" y="42383"/>
                        <a:pt x="29839" y="32622"/>
                        <a:pt x="32965" y="18880"/>
                      </a:cubicBezTo>
                      <a:lnTo>
                        <a:pt x="33607" y="1644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12" name="图形 4"/>
              <p:cNvGrpSpPr/>
              <p:nvPr/>
            </p:nvGrpSpPr>
            <p:grpSpPr>
              <a:xfrm>
                <a:off x="11450989" y="6483828"/>
                <a:ext cx="8219" cy="72693"/>
                <a:chOff x="11450989" y="6483828"/>
                <a:chExt cx="8219" cy="72693"/>
              </a:xfrm>
              <a:solidFill>
                <a:srgbClr val="A5A7AA"/>
              </a:solidFill>
            </p:grpSpPr>
            <p:sp>
              <p:nvSpPr>
                <p:cNvPr id="119" name="任意多边形: 形状 118"/>
                <p:cNvSpPr/>
                <p:nvPr/>
              </p:nvSpPr>
              <p:spPr>
                <a:xfrm>
                  <a:off x="11451502" y="6484470"/>
                  <a:ext cx="7106" cy="71494"/>
                </a:xfrm>
                <a:custGeom>
                  <a:avLst/>
                  <a:gdLst>
                    <a:gd name="connsiteX0" fmla="*/ 7107 w 7106"/>
                    <a:gd name="connsiteY0" fmla="*/ 5009 h 71494"/>
                    <a:gd name="connsiteX1" fmla="*/ 6250 w 7106"/>
                    <a:gd name="connsiteY1" fmla="*/ 8905 h 71494"/>
                    <a:gd name="connsiteX2" fmla="*/ 3553 w 7106"/>
                    <a:gd name="connsiteY2" fmla="*/ 10103 h 71494"/>
                    <a:gd name="connsiteX3" fmla="*/ 899 w 7106"/>
                    <a:gd name="connsiteY3" fmla="*/ 8819 h 71494"/>
                    <a:gd name="connsiteX4" fmla="*/ 0 w 7106"/>
                    <a:gd name="connsiteY4" fmla="*/ 5009 h 71494"/>
                    <a:gd name="connsiteX5" fmla="*/ 856 w 7106"/>
                    <a:gd name="connsiteY5" fmla="*/ 1156 h 71494"/>
                    <a:gd name="connsiteX6" fmla="*/ 3553 w 7106"/>
                    <a:gd name="connsiteY6" fmla="*/ 0 h 71494"/>
                    <a:gd name="connsiteX7" fmla="*/ 6208 w 7106"/>
                    <a:gd name="connsiteY7" fmla="*/ 1242 h 71494"/>
                    <a:gd name="connsiteX8" fmla="*/ 7107 w 7106"/>
                    <a:gd name="connsiteY8" fmla="*/ 5009 h 71494"/>
                    <a:gd name="connsiteX9" fmla="*/ 43 w 7106"/>
                    <a:gd name="connsiteY9" fmla="*/ 18366 h 71494"/>
                    <a:gd name="connsiteX10" fmla="*/ 942 w 7106"/>
                    <a:gd name="connsiteY10" fmla="*/ 15027 h 71494"/>
                    <a:gd name="connsiteX11" fmla="*/ 3553 w 7106"/>
                    <a:gd name="connsiteY11" fmla="*/ 13956 h 71494"/>
                    <a:gd name="connsiteX12" fmla="*/ 6208 w 7106"/>
                    <a:gd name="connsiteY12" fmla="*/ 15027 h 71494"/>
                    <a:gd name="connsiteX13" fmla="*/ 7107 w 7106"/>
                    <a:gd name="connsiteY13" fmla="*/ 18366 h 71494"/>
                    <a:gd name="connsiteX14" fmla="*/ 7107 w 7106"/>
                    <a:gd name="connsiteY14" fmla="*/ 67085 h 71494"/>
                    <a:gd name="connsiteX15" fmla="*/ 6208 w 7106"/>
                    <a:gd name="connsiteY15" fmla="*/ 70382 h 71494"/>
                    <a:gd name="connsiteX16" fmla="*/ 3553 w 7106"/>
                    <a:gd name="connsiteY16" fmla="*/ 71495 h 71494"/>
                    <a:gd name="connsiteX17" fmla="*/ 942 w 7106"/>
                    <a:gd name="connsiteY17" fmla="*/ 70382 h 71494"/>
                    <a:gd name="connsiteX18" fmla="*/ 43 w 7106"/>
                    <a:gd name="connsiteY18" fmla="*/ 67085 h 71494"/>
                    <a:gd name="connsiteX19" fmla="*/ 43 w 7106"/>
                    <a:gd name="connsiteY19" fmla="*/ 18366 h 71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106" h="71494">
                      <a:moveTo>
                        <a:pt x="7107" y="5009"/>
                      </a:moveTo>
                      <a:cubicBezTo>
                        <a:pt x="7107" y="6807"/>
                        <a:pt x="6807" y="8091"/>
                        <a:pt x="6250" y="8905"/>
                      </a:cubicBezTo>
                      <a:cubicBezTo>
                        <a:pt x="5694" y="9718"/>
                        <a:pt x="4795" y="10103"/>
                        <a:pt x="3553" y="10103"/>
                      </a:cubicBezTo>
                      <a:cubicBezTo>
                        <a:pt x="2397" y="10103"/>
                        <a:pt x="1498" y="9718"/>
                        <a:pt x="899" y="8819"/>
                      </a:cubicBezTo>
                      <a:cubicBezTo>
                        <a:pt x="300" y="8006"/>
                        <a:pt x="0" y="6721"/>
                        <a:pt x="0" y="5009"/>
                      </a:cubicBezTo>
                      <a:cubicBezTo>
                        <a:pt x="0" y="3211"/>
                        <a:pt x="300" y="1927"/>
                        <a:pt x="856" y="1156"/>
                      </a:cubicBezTo>
                      <a:cubicBezTo>
                        <a:pt x="1413" y="385"/>
                        <a:pt x="2355" y="0"/>
                        <a:pt x="3553" y="0"/>
                      </a:cubicBezTo>
                      <a:cubicBezTo>
                        <a:pt x="4752" y="0"/>
                        <a:pt x="5651" y="428"/>
                        <a:pt x="6208" y="1242"/>
                      </a:cubicBezTo>
                      <a:cubicBezTo>
                        <a:pt x="6807" y="2098"/>
                        <a:pt x="7107" y="3339"/>
                        <a:pt x="7107" y="5009"/>
                      </a:cubicBezTo>
                      <a:close/>
                      <a:moveTo>
                        <a:pt x="43" y="18366"/>
                      </a:moveTo>
                      <a:cubicBezTo>
                        <a:pt x="43" y="16910"/>
                        <a:pt x="342" y="15755"/>
                        <a:pt x="942" y="15027"/>
                      </a:cubicBezTo>
                      <a:cubicBezTo>
                        <a:pt x="1541" y="14299"/>
                        <a:pt x="2440" y="13956"/>
                        <a:pt x="3553" y="13956"/>
                      </a:cubicBezTo>
                      <a:cubicBezTo>
                        <a:pt x="4709" y="13956"/>
                        <a:pt x="5608" y="14342"/>
                        <a:pt x="6208" y="15027"/>
                      </a:cubicBezTo>
                      <a:cubicBezTo>
                        <a:pt x="6764" y="15797"/>
                        <a:pt x="7107" y="16910"/>
                        <a:pt x="7107" y="18366"/>
                      </a:cubicBezTo>
                      <a:lnTo>
                        <a:pt x="7107" y="67085"/>
                      </a:lnTo>
                      <a:cubicBezTo>
                        <a:pt x="7107" y="68541"/>
                        <a:pt x="6807" y="69654"/>
                        <a:pt x="6208" y="70382"/>
                      </a:cubicBezTo>
                      <a:cubicBezTo>
                        <a:pt x="5608" y="71152"/>
                        <a:pt x="4709" y="71495"/>
                        <a:pt x="3553" y="71495"/>
                      </a:cubicBezTo>
                      <a:cubicBezTo>
                        <a:pt x="2440" y="71495"/>
                        <a:pt x="1541" y="71152"/>
                        <a:pt x="942" y="70382"/>
                      </a:cubicBezTo>
                      <a:cubicBezTo>
                        <a:pt x="342" y="69654"/>
                        <a:pt x="43" y="68541"/>
                        <a:pt x="43" y="67085"/>
                      </a:cubicBezTo>
                      <a:lnTo>
                        <a:pt x="43" y="1836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20" name="任意多边形: 形状 119"/>
                <p:cNvSpPr/>
                <p:nvPr/>
              </p:nvSpPr>
              <p:spPr>
                <a:xfrm>
                  <a:off x="11450989" y="6483828"/>
                  <a:ext cx="8219" cy="72693"/>
                </a:xfrm>
                <a:custGeom>
                  <a:avLst/>
                  <a:gdLst>
                    <a:gd name="connsiteX0" fmla="*/ 4110 w 8219"/>
                    <a:gd name="connsiteY0" fmla="*/ 72693 h 72693"/>
                    <a:gd name="connsiteX1" fmla="*/ 1027 w 8219"/>
                    <a:gd name="connsiteY1" fmla="*/ 71366 h 72693"/>
                    <a:gd name="connsiteX2" fmla="*/ 0 w 8219"/>
                    <a:gd name="connsiteY2" fmla="*/ 67685 h 72693"/>
                    <a:gd name="connsiteX3" fmla="*/ 0 w 8219"/>
                    <a:gd name="connsiteY3" fmla="*/ 19008 h 72693"/>
                    <a:gd name="connsiteX4" fmla="*/ 1027 w 8219"/>
                    <a:gd name="connsiteY4" fmla="*/ 15284 h 72693"/>
                    <a:gd name="connsiteX5" fmla="*/ 4110 w 8219"/>
                    <a:gd name="connsiteY5" fmla="*/ 13999 h 72693"/>
                    <a:gd name="connsiteX6" fmla="*/ 7192 w 8219"/>
                    <a:gd name="connsiteY6" fmla="*/ 15284 h 72693"/>
                    <a:gd name="connsiteX7" fmla="*/ 8220 w 8219"/>
                    <a:gd name="connsiteY7" fmla="*/ 19008 h 72693"/>
                    <a:gd name="connsiteX8" fmla="*/ 8220 w 8219"/>
                    <a:gd name="connsiteY8" fmla="*/ 67727 h 72693"/>
                    <a:gd name="connsiteX9" fmla="*/ 7235 w 8219"/>
                    <a:gd name="connsiteY9" fmla="*/ 71409 h 72693"/>
                    <a:gd name="connsiteX10" fmla="*/ 4110 w 8219"/>
                    <a:gd name="connsiteY10" fmla="*/ 72693 h 72693"/>
                    <a:gd name="connsiteX11" fmla="*/ 4110 w 8219"/>
                    <a:gd name="connsiteY11" fmla="*/ 15112 h 72693"/>
                    <a:gd name="connsiteX12" fmla="*/ 1926 w 8219"/>
                    <a:gd name="connsiteY12" fmla="*/ 16011 h 72693"/>
                    <a:gd name="connsiteX13" fmla="*/ 1156 w 8219"/>
                    <a:gd name="connsiteY13" fmla="*/ 19008 h 72693"/>
                    <a:gd name="connsiteX14" fmla="*/ 1156 w 8219"/>
                    <a:gd name="connsiteY14" fmla="*/ 67727 h 72693"/>
                    <a:gd name="connsiteX15" fmla="*/ 1926 w 8219"/>
                    <a:gd name="connsiteY15" fmla="*/ 70681 h 72693"/>
                    <a:gd name="connsiteX16" fmla="*/ 4110 w 8219"/>
                    <a:gd name="connsiteY16" fmla="*/ 71580 h 72693"/>
                    <a:gd name="connsiteX17" fmla="*/ 6293 w 8219"/>
                    <a:gd name="connsiteY17" fmla="*/ 70681 h 72693"/>
                    <a:gd name="connsiteX18" fmla="*/ 7064 w 8219"/>
                    <a:gd name="connsiteY18" fmla="*/ 67727 h 72693"/>
                    <a:gd name="connsiteX19" fmla="*/ 7064 w 8219"/>
                    <a:gd name="connsiteY19" fmla="*/ 19008 h 72693"/>
                    <a:gd name="connsiteX20" fmla="*/ 6293 w 8219"/>
                    <a:gd name="connsiteY20" fmla="*/ 16011 h 72693"/>
                    <a:gd name="connsiteX21" fmla="*/ 4110 w 8219"/>
                    <a:gd name="connsiteY21" fmla="*/ 15112 h 72693"/>
                    <a:gd name="connsiteX22" fmla="*/ 4110 w 8219"/>
                    <a:gd name="connsiteY22" fmla="*/ 11302 h 72693"/>
                    <a:gd name="connsiteX23" fmla="*/ 985 w 8219"/>
                    <a:gd name="connsiteY23" fmla="*/ 9761 h 72693"/>
                    <a:gd name="connsiteX24" fmla="*/ 0 w 8219"/>
                    <a:gd name="connsiteY24" fmla="*/ 5608 h 72693"/>
                    <a:gd name="connsiteX25" fmla="*/ 942 w 8219"/>
                    <a:gd name="connsiteY25" fmla="*/ 1413 h 72693"/>
                    <a:gd name="connsiteX26" fmla="*/ 4110 w 8219"/>
                    <a:gd name="connsiteY26" fmla="*/ 0 h 72693"/>
                    <a:gd name="connsiteX27" fmla="*/ 7235 w 8219"/>
                    <a:gd name="connsiteY27" fmla="*/ 1456 h 72693"/>
                    <a:gd name="connsiteX28" fmla="*/ 8220 w 8219"/>
                    <a:gd name="connsiteY28" fmla="*/ 5565 h 72693"/>
                    <a:gd name="connsiteX29" fmla="*/ 7278 w 8219"/>
                    <a:gd name="connsiteY29" fmla="*/ 9761 h 72693"/>
                    <a:gd name="connsiteX30" fmla="*/ 4110 w 8219"/>
                    <a:gd name="connsiteY30" fmla="*/ 11302 h 72693"/>
                    <a:gd name="connsiteX31" fmla="*/ 4110 w 8219"/>
                    <a:gd name="connsiteY31" fmla="*/ 1199 h 72693"/>
                    <a:gd name="connsiteX32" fmla="*/ 1884 w 8219"/>
                    <a:gd name="connsiteY32" fmla="*/ 2141 h 72693"/>
                    <a:gd name="connsiteX33" fmla="*/ 1156 w 8219"/>
                    <a:gd name="connsiteY33" fmla="*/ 5651 h 72693"/>
                    <a:gd name="connsiteX34" fmla="*/ 1926 w 8219"/>
                    <a:gd name="connsiteY34" fmla="*/ 9119 h 72693"/>
                    <a:gd name="connsiteX35" fmla="*/ 4110 w 8219"/>
                    <a:gd name="connsiteY35" fmla="*/ 10146 h 72693"/>
                    <a:gd name="connsiteX36" fmla="*/ 6336 w 8219"/>
                    <a:gd name="connsiteY36" fmla="*/ 9162 h 72693"/>
                    <a:gd name="connsiteX37" fmla="*/ 7064 w 8219"/>
                    <a:gd name="connsiteY37" fmla="*/ 5608 h 72693"/>
                    <a:gd name="connsiteX38" fmla="*/ 6293 w 8219"/>
                    <a:gd name="connsiteY38" fmla="*/ 2183 h 72693"/>
                    <a:gd name="connsiteX39" fmla="*/ 4110 w 8219"/>
                    <a:gd name="connsiteY39" fmla="*/ 1199 h 72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8219" h="72693">
                      <a:moveTo>
                        <a:pt x="4110" y="72693"/>
                      </a:moveTo>
                      <a:cubicBezTo>
                        <a:pt x="2783" y="72693"/>
                        <a:pt x="1712" y="72265"/>
                        <a:pt x="1027" y="71366"/>
                      </a:cubicBezTo>
                      <a:cubicBezTo>
                        <a:pt x="342" y="70553"/>
                        <a:pt x="0" y="69311"/>
                        <a:pt x="0" y="67685"/>
                      </a:cubicBezTo>
                      <a:lnTo>
                        <a:pt x="0" y="19008"/>
                      </a:lnTo>
                      <a:cubicBezTo>
                        <a:pt x="0" y="17424"/>
                        <a:pt x="342" y="16140"/>
                        <a:pt x="1027" y="15284"/>
                      </a:cubicBezTo>
                      <a:cubicBezTo>
                        <a:pt x="1755" y="14427"/>
                        <a:pt x="2826" y="13999"/>
                        <a:pt x="4110" y="13999"/>
                      </a:cubicBezTo>
                      <a:cubicBezTo>
                        <a:pt x="5437" y="13999"/>
                        <a:pt x="6465" y="14427"/>
                        <a:pt x="7192" y="15284"/>
                      </a:cubicBezTo>
                      <a:cubicBezTo>
                        <a:pt x="7877" y="16183"/>
                        <a:pt x="8220" y="17467"/>
                        <a:pt x="8220" y="19008"/>
                      </a:cubicBezTo>
                      <a:lnTo>
                        <a:pt x="8220" y="67727"/>
                      </a:lnTo>
                      <a:cubicBezTo>
                        <a:pt x="8220" y="69311"/>
                        <a:pt x="7877" y="70553"/>
                        <a:pt x="7235" y="71409"/>
                      </a:cubicBezTo>
                      <a:cubicBezTo>
                        <a:pt x="6507" y="72265"/>
                        <a:pt x="5480" y="72693"/>
                        <a:pt x="4110" y="72693"/>
                      </a:cubicBezTo>
                      <a:close/>
                      <a:moveTo>
                        <a:pt x="4110" y="15112"/>
                      </a:moveTo>
                      <a:cubicBezTo>
                        <a:pt x="3168" y="15112"/>
                        <a:pt x="2440" y="15412"/>
                        <a:pt x="1926" y="16011"/>
                      </a:cubicBezTo>
                      <a:cubicBezTo>
                        <a:pt x="1413" y="16654"/>
                        <a:pt x="1156" y="17638"/>
                        <a:pt x="1156" y="19008"/>
                      </a:cubicBezTo>
                      <a:lnTo>
                        <a:pt x="1156" y="67727"/>
                      </a:lnTo>
                      <a:cubicBezTo>
                        <a:pt x="1156" y="69055"/>
                        <a:pt x="1413" y="70039"/>
                        <a:pt x="1926" y="70681"/>
                      </a:cubicBezTo>
                      <a:cubicBezTo>
                        <a:pt x="2397" y="71281"/>
                        <a:pt x="3125" y="71580"/>
                        <a:pt x="4110" y="71580"/>
                      </a:cubicBezTo>
                      <a:cubicBezTo>
                        <a:pt x="5137" y="71580"/>
                        <a:pt x="5822" y="71281"/>
                        <a:pt x="6293" y="70681"/>
                      </a:cubicBezTo>
                      <a:cubicBezTo>
                        <a:pt x="6807" y="70039"/>
                        <a:pt x="7064" y="69012"/>
                        <a:pt x="7064" y="67727"/>
                      </a:cubicBezTo>
                      <a:lnTo>
                        <a:pt x="7064" y="19008"/>
                      </a:lnTo>
                      <a:cubicBezTo>
                        <a:pt x="7064" y="17724"/>
                        <a:pt x="6807" y="16654"/>
                        <a:pt x="6293" y="16011"/>
                      </a:cubicBezTo>
                      <a:cubicBezTo>
                        <a:pt x="5822" y="15412"/>
                        <a:pt x="5095" y="15112"/>
                        <a:pt x="4110" y="15112"/>
                      </a:cubicBezTo>
                      <a:close/>
                      <a:moveTo>
                        <a:pt x="4110" y="11302"/>
                      </a:moveTo>
                      <a:cubicBezTo>
                        <a:pt x="2740" y="11302"/>
                        <a:pt x="1670" y="10788"/>
                        <a:pt x="985" y="9761"/>
                      </a:cubicBezTo>
                      <a:cubicBezTo>
                        <a:pt x="342" y="8862"/>
                        <a:pt x="0" y="7492"/>
                        <a:pt x="0" y="5608"/>
                      </a:cubicBezTo>
                      <a:cubicBezTo>
                        <a:pt x="0" y="3682"/>
                        <a:pt x="300" y="2312"/>
                        <a:pt x="942" y="1413"/>
                      </a:cubicBezTo>
                      <a:cubicBezTo>
                        <a:pt x="1627" y="514"/>
                        <a:pt x="2697" y="0"/>
                        <a:pt x="4110" y="0"/>
                      </a:cubicBezTo>
                      <a:cubicBezTo>
                        <a:pt x="5480" y="0"/>
                        <a:pt x="6550" y="514"/>
                        <a:pt x="7235" y="1456"/>
                      </a:cubicBezTo>
                      <a:cubicBezTo>
                        <a:pt x="7877" y="2397"/>
                        <a:pt x="8220" y="3810"/>
                        <a:pt x="8220" y="5565"/>
                      </a:cubicBezTo>
                      <a:cubicBezTo>
                        <a:pt x="8220" y="7449"/>
                        <a:pt x="7920" y="8862"/>
                        <a:pt x="7278" y="9761"/>
                      </a:cubicBezTo>
                      <a:cubicBezTo>
                        <a:pt x="6593" y="10831"/>
                        <a:pt x="5523" y="11302"/>
                        <a:pt x="4110" y="11302"/>
                      </a:cubicBezTo>
                      <a:close/>
                      <a:moveTo>
                        <a:pt x="4110" y="1199"/>
                      </a:moveTo>
                      <a:cubicBezTo>
                        <a:pt x="3082" y="1199"/>
                        <a:pt x="2355" y="1498"/>
                        <a:pt x="1884" y="2141"/>
                      </a:cubicBezTo>
                      <a:cubicBezTo>
                        <a:pt x="1413" y="2826"/>
                        <a:pt x="1156" y="3981"/>
                        <a:pt x="1156" y="5651"/>
                      </a:cubicBezTo>
                      <a:cubicBezTo>
                        <a:pt x="1156" y="7235"/>
                        <a:pt x="1413" y="8434"/>
                        <a:pt x="1926" y="9119"/>
                      </a:cubicBezTo>
                      <a:cubicBezTo>
                        <a:pt x="2397" y="9847"/>
                        <a:pt x="3125" y="10146"/>
                        <a:pt x="4110" y="10146"/>
                      </a:cubicBezTo>
                      <a:cubicBezTo>
                        <a:pt x="5137" y="10146"/>
                        <a:pt x="5908" y="9804"/>
                        <a:pt x="6336" y="9162"/>
                      </a:cubicBezTo>
                      <a:cubicBezTo>
                        <a:pt x="6807" y="8434"/>
                        <a:pt x="7064" y="7235"/>
                        <a:pt x="7064" y="5608"/>
                      </a:cubicBezTo>
                      <a:cubicBezTo>
                        <a:pt x="7064" y="4067"/>
                        <a:pt x="6807" y="2911"/>
                        <a:pt x="6293" y="2183"/>
                      </a:cubicBezTo>
                      <a:cubicBezTo>
                        <a:pt x="5822" y="1541"/>
                        <a:pt x="5095" y="1199"/>
                        <a:pt x="4110" y="119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13" name="图形 4"/>
              <p:cNvGrpSpPr/>
              <p:nvPr/>
            </p:nvGrpSpPr>
            <p:grpSpPr>
              <a:xfrm>
                <a:off x="11499665" y="6497827"/>
                <a:ext cx="50131" cy="58394"/>
                <a:chOff x="11499665" y="6497827"/>
                <a:chExt cx="50131" cy="58394"/>
              </a:xfrm>
              <a:solidFill>
                <a:srgbClr val="A5A7AA"/>
              </a:solidFill>
            </p:grpSpPr>
            <p:sp>
              <p:nvSpPr>
                <p:cNvPr id="117" name="任意多边形: 形状 116"/>
                <p:cNvSpPr/>
                <p:nvPr/>
              </p:nvSpPr>
              <p:spPr>
                <a:xfrm>
                  <a:off x="11500221" y="6498341"/>
                  <a:ext cx="48847" cy="57281"/>
                </a:xfrm>
                <a:custGeom>
                  <a:avLst/>
                  <a:gdLst>
                    <a:gd name="connsiteX0" fmla="*/ 4452 w 48847"/>
                    <a:gd name="connsiteY0" fmla="*/ 57281 h 57281"/>
                    <a:gd name="connsiteX1" fmla="*/ 1113 w 48847"/>
                    <a:gd name="connsiteY1" fmla="*/ 56382 h 57281"/>
                    <a:gd name="connsiteX2" fmla="*/ 0 w 48847"/>
                    <a:gd name="connsiteY2" fmla="*/ 53899 h 57281"/>
                    <a:gd name="connsiteX3" fmla="*/ 1113 w 48847"/>
                    <a:gd name="connsiteY3" fmla="*/ 51459 h 57281"/>
                    <a:gd name="connsiteX4" fmla="*/ 4538 w 48847"/>
                    <a:gd name="connsiteY4" fmla="*/ 50689 h 57281"/>
                    <a:gd name="connsiteX5" fmla="*/ 24445 w 48847"/>
                    <a:gd name="connsiteY5" fmla="*/ 50689 h 57281"/>
                    <a:gd name="connsiteX6" fmla="*/ 37802 w 48847"/>
                    <a:gd name="connsiteY6" fmla="*/ 47649 h 57281"/>
                    <a:gd name="connsiteX7" fmla="*/ 41698 w 48847"/>
                    <a:gd name="connsiteY7" fmla="*/ 37802 h 57281"/>
                    <a:gd name="connsiteX8" fmla="*/ 39258 w 48847"/>
                    <a:gd name="connsiteY8" fmla="*/ 30524 h 57281"/>
                    <a:gd name="connsiteX9" fmla="*/ 31595 w 48847"/>
                    <a:gd name="connsiteY9" fmla="*/ 26843 h 57281"/>
                    <a:gd name="connsiteX10" fmla="*/ 14085 w 48847"/>
                    <a:gd name="connsiteY10" fmla="*/ 23332 h 57281"/>
                    <a:gd name="connsiteX11" fmla="*/ 3939 w 48847"/>
                    <a:gd name="connsiteY11" fmla="*/ 19351 h 57281"/>
                    <a:gd name="connsiteX12" fmla="*/ 1284 w 48847"/>
                    <a:gd name="connsiteY12" fmla="*/ 12330 h 57281"/>
                    <a:gd name="connsiteX13" fmla="*/ 6122 w 48847"/>
                    <a:gd name="connsiteY13" fmla="*/ 3168 h 57281"/>
                    <a:gd name="connsiteX14" fmla="*/ 19950 w 48847"/>
                    <a:gd name="connsiteY14" fmla="*/ 0 h 57281"/>
                    <a:gd name="connsiteX15" fmla="*/ 39301 w 48847"/>
                    <a:gd name="connsiteY15" fmla="*/ 0 h 57281"/>
                    <a:gd name="connsiteX16" fmla="*/ 42683 w 48847"/>
                    <a:gd name="connsiteY16" fmla="*/ 856 h 57281"/>
                    <a:gd name="connsiteX17" fmla="*/ 43839 w 48847"/>
                    <a:gd name="connsiteY17" fmla="*/ 3339 h 57281"/>
                    <a:gd name="connsiteX18" fmla="*/ 42640 w 48847"/>
                    <a:gd name="connsiteY18" fmla="*/ 5737 h 57281"/>
                    <a:gd name="connsiteX19" fmla="*/ 39172 w 48847"/>
                    <a:gd name="connsiteY19" fmla="*/ 6550 h 57281"/>
                    <a:gd name="connsiteX20" fmla="*/ 17339 w 48847"/>
                    <a:gd name="connsiteY20" fmla="*/ 6550 h 57281"/>
                    <a:gd name="connsiteX21" fmla="*/ 10960 w 48847"/>
                    <a:gd name="connsiteY21" fmla="*/ 7620 h 57281"/>
                    <a:gd name="connsiteX22" fmla="*/ 9162 w 48847"/>
                    <a:gd name="connsiteY22" fmla="*/ 11345 h 57281"/>
                    <a:gd name="connsiteX23" fmla="*/ 10275 w 48847"/>
                    <a:gd name="connsiteY23" fmla="*/ 14641 h 57281"/>
                    <a:gd name="connsiteX24" fmla="*/ 13956 w 48847"/>
                    <a:gd name="connsiteY24" fmla="*/ 16354 h 57281"/>
                    <a:gd name="connsiteX25" fmla="*/ 32108 w 48847"/>
                    <a:gd name="connsiteY25" fmla="*/ 19950 h 57281"/>
                    <a:gd name="connsiteX26" fmla="*/ 44695 w 48847"/>
                    <a:gd name="connsiteY26" fmla="*/ 26029 h 57281"/>
                    <a:gd name="connsiteX27" fmla="*/ 48848 w 48847"/>
                    <a:gd name="connsiteY27" fmla="*/ 37417 h 57281"/>
                    <a:gd name="connsiteX28" fmla="*/ 42340 w 48847"/>
                    <a:gd name="connsiteY28" fmla="*/ 52273 h 57281"/>
                    <a:gd name="connsiteX29" fmla="*/ 22519 w 48847"/>
                    <a:gd name="connsiteY29" fmla="*/ 57196 h 57281"/>
                    <a:gd name="connsiteX30" fmla="*/ 4452 w 48847"/>
                    <a:gd name="connsiteY30" fmla="*/ 57196 h 5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8847" h="57281">
                      <a:moveTo>
                        <a:pt x="4452" y="57281"/>
                      </a:moveTo>
                      <a:cubicBezTo>
                        <a:pt x="2997" y="57281"/>
                        <a:pt x="1884" y="56982"/>
                        <a:pt x="1113" y="56382"/>
                      </a:cubicBezTo>
                      <a:cubicBezTo>
                        <a:pt x="385" y="55826"/>
                        <a:pt x="0" y="54970"/>
                        <a:pt x="0" y="53899"/>
                      </a:cubicBezTo>
                      <a:cubicBezTo>
                        <a:pt x="0" y="52786"/>
                        <a:pt x="385" y="51973"/>
                        <a:pt x="1113" y="51459"/>
                      </a:cubicBezTo>
                      <a:cubicBezTo>
                        <a:pt x="1884" y="50945"/>
                        <a:pt x="2997" y="50689"/>
                        <a:pt x="4538" y="50689"/>
                      </a:cubicBezTo>
                      <a:lnTo>
                        <a:pt x="24445" y="50689"/>
                      </a:lnTo>
                      <a:cubicBezTo>
                        <a:pt x="30738" y="50689"/>
                        <a:pt x="35191" y="49661"/>
                        <a:pt x="37802" y="47649"/>
                      </a:cubicBezTo>
                      <a:cubicBezTo>
                        <a:pt x="40414" y="45680"/>
                        <a:pt x="41698" y="42383"/>
                        <a:pt x="41698" y="37802"/>
                      </a:cubicBezTo>
                      <a:cubicBezTo>
                        <a:pt x="41698" y="34763"/>
                        <a:pt x="40885" y="32322"/>
                        <a:pt x="39258" y="30524"/>
                      </a:cubicBezTo>
                      <a:cubicBezTo>
                        <a:pt x="37588" y="28726"/>
                        <a:pt x="35020" y="27485"/>
                        <a:pt x="31595" y="26843"/>
                      </a:cubicBezTo>
                      <a:lnTo>
                        <a:pt x="14085" y="23332"/>
                      </a:lnTo>
                      <a:cubicBezTo>
                        <a:pt x="9119" y="22305"/>
                        <a:pt x="5737" y="21020"/>
                        <a:pt x="3939" y="19351"/>
                      </a:cubicBezTo>
                      <a:cubicBezTo>
                        <a:pt x="2183" y="17724"/>
                        <a:pt x="1284" y="15369"/>
                        <a:pt x="1284" y="12330"/>
                      </a:cubicBezTo>
                      <a:cubicBezTo>
                        <a:pt x="1284" y="8391"/>
                        <a:pt x="2911" y="5309"/>
                        <a:pt x="6122" y="3168"/>
                      </a:cubicBezTo>
                      <a:cubicBezTo>
                        <a:pt x="9376" y="1027"/>
                        <a:pt x="13956" y="0"/>
                        <a:pt x="19950" y="0"/>
                      </a:cubicBezTo>
                      <a:lnTo>
                        <a:pt x="39301" y="0"/>
                      </a:lnTo>
                      <a:cubicBezTo>
                        <a:pt x="40756" y="0"/>
                        <a:pt x="41912" y="257"/>
                        <a:pt x="42683" y="856"/>
                      </a:cubicBezTo>
                      <a:cubicBezTo>
                        <a:pt x="43453" y="1498"/>
                        <a:pt x="43839" y="2312"/>
                        <a:pt x="43839" y="3339"/>
                      </a:cubicBezTo>
                      <a:cubicBezTo>
                        <a:pt x="43839" y="4410"/>
                        <a:pt x="43453" y="5180"/>
                        <a:pt x="42640" y="5737"/>
                      </a:cubicBezTo>
                      <a:cubicBezTo>
                        <a:pt x="41869" y="6293"/>
                        <a:pt x="40713" y="6550"/>
                        <a:pt x="39172" y="6550"/>
                      </a:cubicBezTo>
                      <a:lnTo>
                        <a:pt x="17339" y="6550"/>
                      </a:lnTo>
                      <a:cubicBezTo>
                        <a:pt x="14256" y="6550"/>
                        <a:pt x="12116" y="6935"/>
                        <a:pt x="10960" y="7620"/>
                      </a:cubicBezTo>
                      <a:cubicBezTo>
                        <a:pt x="9761" y="8348"/>
                        <a:pt x="9162" y="9590"/>
                        <a:pt x="9162" y="11345"/>
                      </a:cubicBezTo>
                      <a:cubicBezTo>
                        <a:pt x="9162" y="12758"/>
                        <a:pt x="9547" y="13828"/>
                        <a:pt x="10275" y="14641"/>
                      </a:cubicBezTo>
                      <a:cubicBezTo>
                        <a:pt x="11003" y="15412"/>
                        <a:pt x="12244" y="15969"/>
                        <a:pt x="13956" y="16354"/>
                      </a:cubicBezTo>
                      <a:lnTo>
                        <a:pt x="32108" y="19950"/>
                      </a:lnTo>
                      <a:cubicBezTo>
                        <a:pt x="37759" y="21106"/>
                        <a:pt x="41955" y="23118"/>
                        <a:pt x="44695" y="26029"/>
                      </a:cubicBezTo>
                      <a:cubicBezTo>
                        <a:pt x="47478" y="28940"/>
                        <a:pt x="48848" y="32708"/>
                        <a:pt x="48848" y="37417"/>
                      </a:cubicBezTo>
                      <a:cubicBezTo>
                        <a:pt x="48848" y="44053"/>
                        <a:pt x="46664" y="49019"/>
                        <a:pt x="42340" y="52273"/>
                      </a:cubicBezTo>
                      <a:cubicBezTo>
                        <a:pt x="38016" y="55569"/>
                        <a:pt x="31423" y="57196"/>
                        <a:pt x="22519" y="57196"/>
                      </a:cubicBezTo>
                      <a:lnTo>
                        <a:pt x="4452" y="5719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18" name="任意多边形: 形状 117"/>
                <p:cNvSpPr/>
                <p:nvPr/>
              </p:nvSpPr>
              <p:spPr>
                <a:xfrm>
                  <a:off x="11499665" y="6497827"/>
                  <a:ext cx="50131" cy="58394"/>
                </a:xfrm>
                <a:custGeom>
                  <a:avLst/>
                  <a:gdLst>
                    <a:gd name="connsiteX0" fmla="*/ 23161 w 50131"/>
                    <a:gd name="connsiteY0" fmla="*/ 58395 h 58394"/>
                    <a:gd name="connsiteX1" fmla="*/ 5009 w 50131"/>
                    <a:gd name="connsiteY1" fmla="*/ 58395 h 58394"/>
                    <a:gd name="connsiteX2" fmla="*/ 1327 w 50131"/>
                    <a:gd name="connsiteY2" fmla="*/ 57367 h 58394"/>
                    <a:gd name="connsiteX3" fmla="*/ 0 w 50131"/>
                    <a:gd name="connsiteY3" fmla="*/ 54456 h 58394"/>
                    <a:gd name="connsiteX4" fmla="*/ 1327 w 50131"/>
                    <a:gd name="connsiteY4" fmla="*/ 51545 h 58394"/>
                    <a:gd name="connsiteX5" fmla="*/ 5095 w 50131"/>
                    <a:gd name="connsiteY5" fmla="*/ 50646 h 58394"/>
                    <a:gd name="connsiteX6" fmla="*/ 25002 w 50131"/>
                    <a:gd name="connsiteY6" fmla="*/ 50646 h 58394"/>
                    <a:gd name="connsiteX7" fmla="*/ 38016 w 50131"/>
                    <a:gd name="connsiteY7" fmla="*/ 47735 h 58394"/>
                    <a:gd name="connsiteX8" fmla="*/ 41698 w 50131"/>
                    <a:gd name="connsiteY8" fmla="*/ 38359 h 58394"/>
                    <a:gd name="connsiteX9" fmla="*/ 39386 w 50131"/>
                    <a:gd name="connsiteY9" fmla="*/ 31509 h 58394"/>
                    <a:gd name="connsiteX10" fmla="*/ 32066 w 50131"/>
                    <a:gd name="connsiteY10" fmla="*/ 27999 h 58394"/>
                    <a:gd name="connsiteX11" fmla="*/ 14556 w 50131"/>
                    <a:gd name="connsiteY11" fmla="*/ 24488 h 58394"/>
                    <a:gd name="connsiteX12" fmla="*/ 4153 w 50131"/>
                    <a:gd name="connsiteY12" fmla="*/ 20378 h 58394"/>
                    <a:gd name="connsiteX13" fmla="*/ 1327 w 50131"/>
                    <a:gd name="connsiteY13" fmla="*/ 12929 h 58394"/>
                    <a:gd name="connsiteX14" fmla="*/ 6422 w 50131"/>
                    <a:gd name="connsiteY14" fmla="*/ 3254 h 58394"/>
                    <a:gd name="connsiteX15" fmla="*/ 20549 w 50131"/>
                    <a:gd name="connsiteY15" fmla="*/ 0 h 58394"/>
                    <a:gd name="connsiteX16" fmla="*/ 39900 w 50131"/>
                    <a:gd name="connsiteY16" fmla="*/ 0 h 58394"/>
                    <a:gd name="connsiteX17" fmla="*/ 43667 w 50131"/>
                    <a:gd name="connsiteY17" fmla="*/ 985 h 58394"/>
                    <a:gd name="connsiteX18" fmla="*/ 45080 w 50131"/>
                    <a:gd name="connsiteY18" fmla="*/ 3939 h 58394"/>
                    <a:gd name="connsiteX19" fmla="*/ 43625 w 50131"/>
                    <a:gd name="connsiteY19" fmla="*/ 6807 h 58394"/>
                    <a:gd name="connsiteX20" fmla="*/ 39814 w 50131"/>
                    <a:gd name="connsiteY20" fmla="*/ 7749 h 58394"/>
                    <a:gd name="connsiteX21" fmla="*/ 17981 w 50131"/>
                    <a:gd name="connsiteY21" fmla="*/ 7749 h 58394"/>
                    <a:gd name="connsiteX22" fmla="*/ 11902 w 50131"/>
                    <a:gd name="connsiteY22" fmla="*/ 8733 h 58394"/>
                    <a:gd name="connsiteX23" fmla="*/ 10403 w 50131"/>
                    <a:gd name="connsiteY23" fmla="*/ 11944 h 58394"/>
                    <a:gd name="connsiteX24" fmla="*/ 11388 w 50131"/>
                    <a:gd name="connsiteY24" fmla="*/ 14855 h 58394"/>
                    <a:gd name="connsiteX25" fmla="*/ 14770 w 50131"/>
                    <a:gd name="connsiteY25" fmla="*/ 16397 h 58394"/>
                    <a:gd name="connsiteX26" fmla="*/ 32922 w 50131"/>
                    <a:gd name="connsiteY26" fmla="*/ 19993 h 58394"/>
                    <a:gd name="connsiteX27" fmla="*/ 45808 w 50131"/>
                    <a:gd name="connsiteY27" fmla="*/ 26243 h 58394"/>
                    <a:gd name="connsiteX28" fmla="*/ 50132 w 50131"/>
                    <a:gd name="connsiteY28" fmla="*/ 38016 h 58394"/>
                    <a:gd name="connsiteX29" fmla="*/ 43368 w 50131"/>
                    <a:gd name="connsiteY29" fmla="*/ 53343 h 58394"/>
                    <a:gd name="connsiteX30" fmla="*/ 23161 w 50131"/>
                    <a:gd name="connsiteY30" fmla="*/ 58395 h 58394"/>
                    <a:gd name="connsiteX31" fmla="*/ 5137 w 50131"/>
                    <a:gd name="connsiteY31" fmla="*/ 51802 h 58394"/>
                    <a:gd name="connsiteX32" fmla="*/ 2012 w 50131"/>
                    <a:gd name="connsiteY32" fmla="*/ 52487 h 58394"/>
                    <a:gd name="connsiteX33" fmla="*/ 1156 w 50131"/>
                    <a:gd name="connsiteY33" fmla="*/ 54456 h 58394"/>
                    <a:gd name="connsiteX34" fmla="*/ 2055 w 50131"/>
                    <a:gd name="connsiteY34" fmla="*/ 56468 h 58394"/>
                    <a:gd name="connsiteX35" fmla="*/ 5052 w 50131"/>
                    <a:gd name="connsiteY35" fmla="*/ 57239 h 58394"/>
                    <a:gd name="connsiteX36" fmla="*/ 23204 w 50131"/>
                    <a:gd name="connsiteY36" fmla="*/ 57239 h 58394"/>
                    <a:gd name="connsiteX37" fmla="*/ 42683 w 50131"/>
                    <a:gd name="connsiteY37" fmla="*/ 52444 h 58394"/>
                    <a:gd name="connsiteX38" fmla="*/ 48976 w 50131"/>
                    <a:gd name="connsiteY38" fmla="*/ 38016 h 58394"/>
                    <a:gd name="connsiteX39" fmla="*/ 44952 w 50131"/>
                    <a:gd name="connsiteY39" fmla="*/ 27014 h 58394"/>
                    <a:gd name="connsiteX40" fmla="*/ 32665 w 50131"/>
                    <a:gd name="connsiteY40" fmla="*/ 21106 h 58394"/>
                    <a:gd name="connsiteX41" fmla="*/ 14513 w 50131"/>
                    <a:gd name="connsiteY41" fmla="*/ 17510 h 58394"/>
                    <a:gd name="connsiteX42" fmla="*/ 10532 w 50131"/>
                    <a:gd name="connsiteY42" fmla="*/ 15626 h 58394"/>
                    <a:gd name="connsiteX43" fmla="*/ 9247 w 50131"/>
                    <a:gd name="connsiteY43" fmla="*/ 11944 h 58394"/>
                    <a:gd name="connsiteX44" fmla="*/ 11302 w 50131"/>
                    <a:gd name="connsiteY44" fmla="*/ 7749 h 58394"/>
                    <a:gd name="connsiteX45" fmla="*/ 17981 w 50131"/>
                    <a:gd name="connsiteY45" fmla="*/ 6593 h 58394"/>
                    <a:gd name="connsiteX46" fmla="*/ 39814 w 50131"/>
                    <a:gd name="connsiteY46" fmla="*/ 6593 h 58394"/>
                    <a:gd name="connsiteX47" fmla="*/ 42940 w 50131"/>
                    <a:gd name="connsiteY47" fmla="*/ 5865 h 58394"/>
                    <a:gd name="connsiteX48" fmla="*/ 43924 w 50131"/>
                    <a:gd name="connsiteY48" fmla="*/ 3939 h 58394"/>
                    <a:gd name="connsiteX49" fmla="*/ 42940 w 50131"/>
                    <a:gd name="connsiteY49" fmla="*/ 1884 h 58394"/>
                    <a:gd name="connsiteX50" fmla="*/ 39900 w 50131"/>
                    <a:gd name="connsiteY50" fmla="*/ 1156 h 58394"/>
                    <a:gd name="connsiteX51" fmla="*/ 20549 w 50131"/>
                    <a:gd name="connsiteY51" fmla="*/ 1156 h 58394"/>
                    <a:gd name="connsiteX52" fmla="*/ 7064 w 50131"/>
                    <a:gd name="connsiteY52" fmla="*/ 4238 h 58394"/>
                    <a:gd name="connsiteX53" fmla="*/ 2483 w 50131"/>
                    <a:gd name="connsiteY53" fmla="*/ 12929 h 58394"/>
                    <a:gd name="connsiteX54" fmla="*/ 4966 w 50131"/>
                    <a:gd name="connsiteY54" fmla="*/ 19522 h 58394"/>
                    <a:gd name="connsiteX55" fmla="*/ 14813 w 50131"/>
                    <a:gd name="connsiteY55" fmla="*/ 23375 h 58394"/>
                    <a:gd name="connsiteX56" fmla="*/ 32323 w 50131"/>
                    <a:gd name="connsiteY56" fmla="*/ 26885 h 58394"/>
                    <a:gd name="connsiteX57" fmla="*/ 40285 w 50131"/>
                    <a:gd name="connsiteY57" fmla="*/ 30738 h 58394"/>
                    <a:gd name="connsiteX58" fmla="*/ 42897 w 50131"/>
                    <a:gd name="connsiteY58" fmla="*/ 38402 h 58394"/>
                    <a:gd name="connsiteX59" fmla="*/ 38744 w 50131"/>
                    <a:gd name="connsiteY59" fmla="*/ 48676 h 58394"/>
                    <a:gd name="connsiteX60" fmla="*/ 25002 w 50131"/>
                    <a:gd name="connsiteY60" fmla="*/ 51802 h 58394"/>
                    <a:gd name="connsiteX61" fmla="*/ 5137 w 50131"/>
                    <a:gd name="connsiteY61" fmla="*/ 51802 h 5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0131" h="58394">
                      <a:moveTo>
                        <a:pt x="23161" y="58395"/>
                      </a:moveTo>
                      <a:lnTo>
                        <a:pt x="5009" y="58395"/>
                      </a:lnTo>
                      <a:cubicBezTo>
                        <a:pt x="3425" y="58395"/>
                        <a:pt x="2226" y="58052"/>
                        <a:pt x="1327" y="57367"/>
                      </a:cubicBezTo>
                      <a:cubicBezTo>
                        <a:pt x="471" y="56682"/>
                        <a:pt x="0" y="55655"/>
                        <a:pt x="0" y="54456"/>
                      </a:cubicBezTo>
                      <a:cubicBezTo>
                        <a:pt x="0" y="53214"/>
                        <a:pt x="471" y="52187"/>
                        <a:pt x="1327" y="51545"/>
                      </a:cubicBezTo>
                      <a:cubicBezTo>
                        <a:pt x="2226" y="50945"/>
                        <a:pt x="3468" y="50646"/>
                        <a:pt x="5095" y="50646"/>
                      </a:cubicBezTo>
                      <a:lnTo>
                        <a:pt x="25002" y="50646"/>
                      </a:lnTo>
                      <a:cubicBezTo>
                        <a:pt x="31124" y="50646"/>
                        <a:pt x="35490" y="49661"/>
                        <a:pt x="38016" y="47735"/>
                      </a:cubicBezTo>
                      <a:cubicBezTo>
                        <a:pt x="40457" y="45894"/>
                        <a:pt x="41698" y="42726"/>
                        <a:pt x="41698" y="38359"/>
                      </a:cubicBezTo>
                      <a:cubicBezTo>
                        <a:pt x="41698" y="35448"/>
                        <a:pt x="40927" y="33136"/>
                        <a:pt x="39386" y="31509"/>
                      </a:cubicBezTo>
                      <a:cubicBezTo>
                        <a:pt x="37802" y="29797"/>
                        <a:pt x="35362" y="28641"/>
                        <a:pt x="32066" y="27999"/>
                      </a:cubicBezTo>
                      <a:lnTo>
                        <a:pt x="14556" y="24488"/>
                      </a:lnTo>
                      <a:cubicBezTo>
                        <a:pt x="9461" y="23461"/>
                        <a:pt x="6036" y="22091"/>
                        <a:pt x="4153" y="20378"/>
                      </a:cubicBezTo>
                      <a:cubicBezTo>
                        <a:pt x="2269" y="18623"/>
                        <a:pt x="1327" y="16140"/>
                        <a:pt x="1327" y="12929"/>
                      </a:cubicBezTo>
                      <a:cubicBezTo>
                        <a:pt x="1327" y="8776"/>
                        <a:pt x="3040" y="5523"/>
                        <a:pt x="6422" y="3254"/>
                      </a:cubicBezTo>
                      <a:cubicBezTo>
                        <a:pt x="9761" y="1070"/>
                        <a:pt x="14427" y="0"/>
                        <a:pt x="20549" y="0"/>
                      </a:cubicBezTo>
                      <a:lnTo>
                        <a:pt x="39900" y="0"/>
                      </a:lnTo>
                      <a:cubicBezTo>
                        <a:pt x="41570" y="0"/>
                        <a:pt x="42768" y="342"/>
                        <a:pt x="43667" y="985"/>
                      </a:cubicBezTo>
                      <a:cubicBezTo>
                        <a:pt x="44609" y="1755"/>
                        <a:pt x="45080" y="2740"/>
                        <a:pt x="45080" y="3939"/>
                      </a:cubicBezTo>
                      <a:cubicBezTo>
                        <a:pt x="45080" y="5180"/>
                        <a:pt x="44566" y="6165"/>
                        <a:pt x="43625" y="6807"/>
                      </a:cubicBezTo>
                      <a:cubicBezTo>
                        <a:pt x="42768" y="7406"/>
                        <a:pt x="41484" y="7749"/>
                        <a:pt x="39814" y="7749"/>
                      </a:cubicBezTo>
                      <a:lnTo>
                        <a:pt x="17981" y="7749"/>
                      </a:lnTo>
                      <a:cubicBezTo>
                        <a:pt x="14342" y="7749"/>
                        <a:pt x="12672" y="8305"/>
                        <a:pt x="11902" y="8733"/>
                      </a:cubicBezTo>
                      <a:cubicBezTo>
                        <a:pt x="10874" y="9376"/>
                        <a:pt x="10403" y="10403"/>
                        <a:pt x="10403" y="11944"/>
                      </a:cubicBezTo>
                      <a:cubicBezTo>
                        <a:pt x="10403" y="13186"/>
                        <a:pt x="10703" y="14128"/>
                        <a:pt x="11388" y="14855"/>
                      </a:cubicBezTo>
                      <a:cubicBezTo>
                        <a:pt x="12030" y="15540"/>
                        <a:pt x="13186" y="16054"/>
                        <a:pt x="14770" y="16397"/>
                      </a:cubicBezTo>
                      <a:lnTo>
                        <a:pt x="32922" y="19993"/>
                      </a:lnTo>
                      <a:cubicBezTo>
                        <a:pt x="38658" y="21149"/>
                        <a:pt x="42982" y="23246"/>
                        <a:pt x="45808" y="26243"/>
                      </a:cubicBezTo>
                      <a:cubicBezTo>
                        <a:pt x="48676" y="29240"/>
                        <a:pt x="50132" y="33179"/>
                        <a:pt x="50132" y="38016"/>
                      </a:cubicBezTo>
                      <a:cubicBezTo>
                        <a:pt x="50132" y="44823"/>
                        <a:pt x="47863" y="49961"/>
                        <a:pt x="43368" y="53343"/>
                      </a:cubicBezTo>
                      <a:cubicBezTo>
                        <a:pt x="38873" y="56725"/>
                        <a:pt x="32280" y="58395"/>
                        <a:pt x="23161" y="58395"/>
                      </a:cubicBezTo>
                      <a:close/>
                      <a:moveTo>
                        <a:pt x="5137" y="51802"/>
                      </a:moveTo>
                      <a:cubicBezTo>
                        <a:pt x="3725" y="51802"/>
                        <a:pt x="2697" y="52016"/>
                        <a:pt x="2012" y="52487"/>
                      </a:cubicBezTo>
                      <a:cubicBezTo>
                        <a:pt x="1456" y="52915"/>
                        <a:pt x="1156" y="53557"/>
                        <a:pt x="1156" y="54456"/>
                      </a:cubicBezTo>
                      <a:cubicBezTo>
                        <a:pt x="1156" y="55312"/>
                        <a:pt x="1456" y="55997"/>
                        <a:pt x="2055" y="56468"/>
                      </a:cubicBezTo>
                      <a:cubicBezTo>
                        <a:pt x="2740" y="56982"/>
                        <a:pt x="3682" y="57239"/>
                        <a:pt x="5052" y="57239"/>
                      </a:cubicBezTo>
                      <a:lnTo>
                        <a:pt x="23204" y="57239"/>
                      </a:lnTo>
                      <a:cubicBezTo>
                        <a:pt x="31894" y="57239"/>
                        <a:pt x="38444" y="55612"/>
                        <a:pt x="42683" y="52444"/>
                      </a:cubicBezTo>
                      <a:cubicBezTo>
                        <a:pt x="46835" y="49276"/>
                        <a:pt x="48976" y="44438"/>
                        <a:pt x="48976" y="38016"/>
                      </a:cubicBezTo>
                      <a:cubicBezTo>
                        <a:pt x="48976" y="33478"/>
                        <a:pt x="47606" y="29797"/>
                        <a:pt x="44952" y="27014"/>
                      </a:cubicBezTo>
                      <a:cubicBezTo>
                        <a:pt x="42297" y="24188"/>
                        <a:pt x="38188" y="22219"/>
                        <a:pt x="32665" y="21106"/>
                      </a:cubicBezTo>
                      <a:lnTo>
                        <a:pt x="14513" y="17510"/>
                      </a:lnTo>
                      <a:cubicBezTo>
                        <a:pt x="12715" y="17124"/>
                        <a:pt x="11345" y="16482"/>
                        <a:pt x="10532" y="15626"/>
                      </a:cubicBezTo>
                      <a:cubicBezTo>
                        <a:pt x="9675" y="14641"/>
                        <a:pt x="9247" y="13443"/>
                        <a:pt x="9247" y="11944"/>
                      </a:cubicBezTo>
                      <a:cubicBezTo>
                        <a:pt x="9247" y="10018"/>
                        <a:pt x="9932" y="8605"/>
                        <a:pt x="11302" y="7749"/>
                      </a:cubicBezTo>
                      <a:cubicBezTo>
                        <a:pt x="12586" y="6978"/>
                        <a:pt x="14855" y="6593"/>
                        <a:pt x="17981" y="6593"/>
                      </a:cubicBezTo>
                      <a:lnTo>
                        <a:pt x="39814" y="6593"/>
                      </a:lnTo>
                      <a:cubicBezTo>
                        <a:pt x="41184" y="6593"/>
                        <a:pt x="42297" y="6336"/>
                        <a:pt x="42940" y="5865"/>
                      </a:cubicBezTo>
                      <a:cubicBezTo>
                        <a:pt x="43582" y="5394"/>
                        <a:pt x="43924" y="4795"/>
                        <a:pt x="43924" y="3939"/>
                      </a:cubicBezTo>
                      <a:cubicBezTo>
                        <a:pt x="43924" y="3082"/>
                        <a:pt x="43625" y="2440"/>
                        <a:pt x="42940" y="1884"/>
                      </a:cubicBezTo>
                      <a:cubicBezTo>
                        <a:pt x="42297" y="1370"/>
                        <a:pt x="41313" y="1156"/>
                        <a:pt x="39900" y="1156"/>
                      </a:cubicBezTo>
                      <a:lnTo>
                        <a:pt x="20549" y="1156"/>
                      </a:lnTo>
                      <a:cubicBezTo>
                        <a:pt x="14684" y="1156"/>
                        <a:pt x="10146" y="2183"/>
                        <a:pt x="7064" y="4238"/>
                      </a:cubicBezTo>
                      <a:cubicBezTo>
                        <a:pt x="4024" y="6250"/>
                        <a:pt x="2483" y="9204"/>
                        <a:pt x="2483" y="12929"/>
                      </a:cubicBezTo>
                      <a:cubicBezTo>
                        <a:pt x="2483" y="15797"/>
                        <a:pt x="3297" y="17981"/>
                        <a:pt x="4966" y="19522"/>
                      </a:cubicBezTo>
                      <a:cubicBezTo>
                        <a:pt x="6679" y="21106"/>
                        <a:pt x="9975" y="22390"/>
                        <a:pt x="14813" y="23375"/>
                      </a:cubicBezTo>
                      <a:lnTo>
                        <a:pt x="32323" y="26885"/>
                      </a:lnTo>
                      <a:cubicBezTo>
                        <a:pt x="35833" y="27570"/>
                        <a:pt x="38530" y="28855"/>
                        <a:pt x="40285" y="30738"/>
                      </a:cubicBezTo>
                      <a:cubicBezTo>
                        <a:pt x="42041" y="32622"/>
                        <a:pt x="42897" y="35191"/>
                        <a:pt x="42897" y="38402"/>
                      </a:cubicBezTo>
                      <a:cubicBezTo>
                        <a:pt x="42897" y="43154"/>
                        <a:pt x="41484" y="46621"/>
                        <a:pt x="38744" y="48676"/>
                      </a:cubicBezTo>
                      <a:cubicBezTo>
                        <a:pt x="36004" y="50774"/>
                        <a:pt x="31381" y="51802"/>
                        <a:pt x="25002" y="51802"/>
                      </a:cubicBezTo>
                      <a:lnTo>
                        <a:pt x="5137" y="5180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14" name="图形 4"/>
              <p:cNvGrpSpPr/>
              <p:nvPr/>
            </p:nvGrpSpPr>
            <p:grpSpPr>
              <a:xfrm>
                <a:off x="11587941" y="6496671"/>
                <a:ext cx="53428" cy="59550"/>
                <a:chOff x="11587941" y="6496671"/>
                <a:chExt cx="53428" cy="59550"/>
              </a:xfrm>
              <a:solidFill>
                <a:srgbClr val="A5A7AA"/>
              </a:solidFill>
            </p:grpSpPr>
            <p:sp>
              <p:nvSpPr>
                <p:cNvPr id="115" name="任意多边形: 形状 114"/>
                <p:cNvSpPr/>
                <p:nvPr/>
              </p:nvSpPr>
              <p:spPr>
                <a:xfrm>
                  <a:off x="11588455" y="6497270"/>
                  <a:ext cx="52272" cy="58351"/>
                </a:xfrm>
                <a:custGeom>
                  <a:avLst/>
                  <a:gdLst>
                    <a:gd name="connsiteX0" fmla="*/ 46536 w 52272"/>
                    <a:gd name="connsiteY0" fmla="*/ 51844 h 58351"/>
                    <a:gd name="connsiteX1" fmla="*/ 49918 w 52272"/>
                    <a:gd name="connsiteY1" fmla="*/ 52658 h 58351"/>
                    <a:gd name="connsiteX2" fmla="*/ 51074 w 52272"/>
                    <a:gd name="connsiteY2" fmla="*/ 55055 h 58351"/>
                    <a:gd name="connsiteX3" fmla="*/ 49961 w 52272"/>
                    <a:gd name="connsiteY3" fmla="*/ 57538 h 58351"/>
                    <a:gd name="connsiteX4" fmla="*/ 46536 w 52272"/>
                    <a:gd name="connsiteY4" fmla="*/ 58352 h 58351"/>
                    <a:gd name="connsiteX5" fmla="*/ 35191 w 52272"/>
                    <a:gd name="connsiteY5" fmla="*/ 58352 h 58351"/>
                    <a:gd name="connsiteX6" fmla="*/ 21149 w 52272"/>
                    <a:gd name="connsiteY6" fmla="*/ 57196 h 58351"/>
                    <a:gd name="connsiteX7" fmla="*/ 11730 w 52272"/>
                    <a:gd name="connsiteY7" fmla="*/ 53343 h 58351"/>
                    <a:gd name="connsiteX8" fmla="*/ 3125 w 52272"/>
                    <a:gd name="connsiteY8" fmla="*/ 43325 h 58351"/>
                    <a:gd name="connsiteX9" fmla="*/ 0 w 52272"/>
                    <a:gd name="connsiteY9" fmla="*/ 29069 h 58351"/>
                    <a:gd name="connsiteX10" fmla="*/ 7663 w 52272"/>
                    <a:gd name="connsiteY10" fmla="*/ 8263 h 58351"/>
                    <a:gd name="connsiteX11" fmla="*/ 27099 w 52272"/>
                    <a:gd name="connsiteY11" fmla="*/ 0 h 58351"/>
                    <a:gd name="connsiteX12" fmla="*/ 44994 w 52272"/>
                    <a:gd name="connsiteY12" fmla="*/ 6935 h 58351"/>
                    <a:gd name="connsiteX13" fmla="*/ 52272 w 52272"/>
                    <a:gd name="connsiteY13" fmla="*/ 23589 h 58351"/>
                    <a:gd name="connsiteX14" fmla="*/ 52272 w 52272"/>
                    <a:gd name="connsiteY14" fmla="*/ 25772 h 58351"/>
                    <a:gd name="connsiteX15" fmla="*/ 51373 w 52272"/>
                    <a:gd name="connsiteY15" fmla="*/ 27999 h 58351"/>
                    <a:gd name="connsiteX16" fmla="*/ 48805 w 52272"/>
                    <a:gd name="connsiteY16" fmla="*/ 28769 h 58351"/>
                    <a:gd name="connsiteX17" fmla="*/ 7834 w 52272"/>
                    <a:gd name="connsiteY17" fmla="*/ 28769 h 58351"/>
                    <a:gd name="connsiteX18" fmla="*/ 7834 w 52272"/>
                    <a:gd name="connsiteY18" fmla="*/ 29069 h 58351"/>
                    <a:gd name="connsiteX19" fmla="*/ 13914 w 52272"/>
                    <a:gd name="connsiteY19" fmla="*/ 46621 h 58351"/>
                    <a:gd name="connsiteX20" fmla="*/ 34549 w 52272"/>
                    <a:gd name="connsiteY20" fmla="*/ 51844 h 58351"/>
                    <a:gd name="connsiteX21" fmla="*/ 46536 w 52272"/>
                    <a:gd name="connsiteY21" fmla="*/ 51844 h 58351"/>
                    <a:gd name="connsiteX22" fmla="*/ 8519 w 52272"/>
                    <a:gd name="connsiteY22" fmla="*/ 22647 h 58351"/>
                    <a:gd name="connsiteX23" fmla="*/ 44780 w 52272"/>
                    <a:gd name="connsiteY23" fmla="*/ 22647 h 58351"/>
                    <a:gd name="connsiteX24" fmla="*/ 39557 w 52272"/>
                    <a:gd name="connsiteY24" fmla="*/ 10532 h 58351"/>
                    <a:gd name="connsiteX25" fmla="*/ 26629 w 52272"/>
                    <a:gd name="connsiteY25" fmla="*/ 5994 h 58351"/>
                    <a:gd name="connsiteX26" fmla="*/ 13871 w 52272"/>
                    <a:gd name="connsiteY26" fmla="*/ 10532 h 58351"/>
                    <a:gd name="connsiteX27" fmla="*/ 8519 w 52272"/>
                    <a:gd name="connsiteY27" fmla="*/ 22647 h 5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2272" h="58351">
                      <a:moveTo>
                        <a:pt x="46536" y="51844"/>
                      </a:moveTo>
                      <a:cubicBezTo>
                        <a:pt x="48034" y="51844"/>
                        <a:pt x="49147" y="52144"/>
                        <a:pt x="49918" y="52658"/>
                      </a:cubicBezTo>
                      <a:cubicBezTo>
                        <a:pt x="50688" y="53214"/>
                        <a:pt x="51074" y="54028"/>
                        <a:pt x="51074" y="55055"/>
                      </a:cubicBezTo>
                      <a:cubicBezTo>
                        <a:pt x="51074" y="56126"/>
                        <a:pt x="50688" y="56939"/>
                        <a:pt x="49961" y="57538"/>
                      </a:cubicBezTo>
                      <a:cubicBezTo>
                        <a:pt x="49190" y="58138"/>
                        <a:pt x="48034" y="58352"/>
                        <a:pt x="46536" y="58352"/>
                      </a:cubicBezTo>
                      <a:lnTo>
                        <a:pt x="35191" y="58352"/>
                      </a:lnTo>
                      <a:cubicBezTo>
                        <a:pt x="29411" y="58352"/>
                        <a:pt x="24702" y="57966"/>
                        <a:pt x="21149" y="57196"/>
                      </a:cubicBezTo>
                      <a:cubicBezTo>
                        <a:pt x="17595" y="56425"/>
                        <a:pt x="14470" y="55141"/>
                        <a:pt x="11730" y="53343"/>
                      </a:cubicBezTo>
                      <a:cubicBezTo>
                        <a:pt x="8134" y="50988"/>
                        <a:pt x="5266" y="47606"/>
                        <a:pt x="3125" y="43325"/>
                      </a:cubicBezTo>
                      <a:cubicBezTo>
                        <a:pt x="1027" y="38958"/>
                        <a:pt x="0" y="34249"/>
                        <a:pt x="0" y="29069"/>
                      </a:cubicBezTo>
                      <a:cubicBezTo>
                        <a:pt x="0" y="20678"/>
                        <a:pt x="2569" y="13742"/>
                        <a:pt x="7663" y="8263"/>
                      </a:cubicBezTo>
                      <a:cubicBezTo>
                        <a:pt x="12758" y="2783"/>
                        <a:pt x="19265" y="0"/>
                        <a:pt x="27099" y="0"/>
                      </a:cubicBezTo>
                      <a:cubicBezTo>
                        <a:pt x="34121" y="0"/>
                        <a:pt x="40071" y="2312"/>
                        <a:pt x="44994" y="6935"/>
                      </a:cubicBezTo>
                      <a:cubicBezTo>
                        <a:pt x="49875" y="11559"/>
                        <a:pt x="52272" y="17124"/>
                        <a:pt x="52272" y="23589"/>
                      </a:cubicBezTo>
                      <a:lnTo>
                        <a:pt x="52272" y="25772"/>
                      </a:lnTo>
                      <a:cubicBezTo>
                        <a:pt x="52272" y="26757"/>
                        <a:pt x="51973" y="27485"/>
                        <a:pt x="51373" y="27999"/>
                      </a:cubicBezTo>
                      <a:cubicBezTo>
                        <a:pt x="50817" y="28512"/>
                        <a:pt x="49918" y="28769"/>
                        <a:pt x="48805" y="28769"/>
                      </a:cubicBezTo>
                      <a:lnTo>
                        <a:pt x="7834" y="28769"/>
                      </a:lnTo>
                      <a:lnTo>
                        <a:pt x="7834" y="29069"/>
                      </a:lnTo>
                      <a:cubicBezTo>
                        <a:pt x="7834" y="37246"/>
                        <a:pt x="9847" y="43111"/>
                        <a:pt x="13914" y="46621"/>
                      </a:cubicBezTo>
                      <a:cubicBezTo>
                        <a:pt x="17938" y="50132"/>
                        <a:pt x="24830" y="51844"/>
                        <a:pt x="34549" y="51844"/>
                      </a:cubicBezTo>
                      <a:lnTo>
                        <a:pt x="46536" y="51844"/>
                      </a:lnTo>
                      <a:close/>
                      <a:moveTo>
                        <a:pt x="8519" y="22647"/>
                      </a:moveTo>
                      <a:lnTo>
                        <a:pt x="44780" y="22647"/>
                      </a:lnTo>
                      <a:cubicBezTo>
                        <a:pt x="44566" y="17553"/>
                        <a:pt x="42811" y="13486"/>
                        <a:pt x="39557" y="10532"/>
                      </a:cubicBezTo>
                      <a:cubicBezTo>
                        <a:pt x="36304" y="7535"/>
                        <a:pt x="31980" y="5994"/>
                        <a:pt x="26629" y="5994"/>
                      </a:cubicBezTo>
                      <a:cubicBezTo>
                        <a:pt x="21406" y="5994"/>
                        <a:pt x="17167" y="7535"/>
                        <a:pt x="13871" y="10532"/>
                      </a:cubicBezTo>
                      <a:cubicBezTo>
                        <a:pt x="10617" y="13443"/>
                        <a:pt x="8819" y="17553"/>
                        <a:pt x="8519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16" name="任意多边形: 形状 115"/>
                <p:cNvSpPr/>
                <p:nvPr/>
              </p:nvSpPr>
              <p:spPr>
                <a:xfrm>
                  <a:off x="11587941" y="6496671"/>
                  <a:ext cx="53428" cy="59550"/>
                </a:xfrm>
                <a:custGeom>
                  <a:avLst/>
                  <a:gdLst>
                    <a:gd name="connsiteX0" fmla="*/ 47050 w 53428"/>
                    <a:gd name="connsiteY0" fmla="*/ 59550 h 59550"/>
                    <a:gd name="connsiteX1" fmla="*/ 35705 w 53428"/>
                    <a:gd name="connsiteY1" fmla="*/ 59550 h 59550"/>
                    <a:gd name="connsiteX2" fmla="*/ 21534 w 53428"/>
                    <a:gd name="connsiteY2" fmla="*/ 58352 h 59550"/>
                    <a:gd name="connsiteX3" fmla="*/ 11944 w 53428"/>
                    <a:gd name="connsiteY3" fmla="*/ 54413 h 59550"/>
                    <a:gd name="connsiteX4" fmla="*/ 3168 w 53428"/>
                    <a:gd name="connsiteY4" fmla="*/ 44181 h 59550"/>
                    <a:gd name="connsiteX5" fmla="*/ 0 w 53428"/>
                    <a:gd name="connsiteY5" fmla="*/ 29668 h 59550"/>
                    <a:gd name="connsiteX6" fmla="*/ 7792 w 53428"/>
                    <a:gd name="connsiteY6" fmla="*/ 8434 h 59550"/>
                    <a:gd name="connsiteX7" fmla="*/ 27656 w 53428"/>
                    <a:gd name="connsiteY7" fmla="*/ 0 h 59550"/>
                    <a:gd name="connsiteX8" fmla="*/ 45936 w 53428"/>
                    <a:gd name="connsiteY8" fmla="*/ 7064 h 59550"/>
                    <a:gd name="connsiteX9" fmla="*/ 53428 w 53428"/>
                    <a:gd name="connsiteY9" fmla="*/ 24146 h 59550"/>
                    <a:gd name="connsiteX10" fmla="*/ 53428 w 53428"/>
                    <a:gd name="connsiteY10" fmla="*/ 26329 h 59550"/>
                    <a:gd name="connsiteX11" fmla="*/ 52358 w 53428"/>
                    <a:gd name="connsiteY11" fmla="*/ 28983 h 59550"/>
                    <a:gd name="connsiteX12" fmla="*/ 49404 w 53428"/>
                    <a:gd name="connsiteY12" fmla="*/ 29925 h 59550"/>
                    <a:gd name="connsiteX13" fmla="*/ 9033 w 53428"/>
                    <a:gd name="connsiteY13" fmla="*/ 29925 h 59550"/>
                    <a:gd name="connsiteX14" fmla="*/ 14941 w 53428"/>
                    <a:gd name="connsiteY14" fmla="*/ 46750 h 59550"/>
                    <a:gd name="connsiteX15" fmla="*/ 35191 w 53428"/>
                    <a:gd name="connsiteY15" fmla="*/ 51844 h 59550"/>
                    <a:gd name="connsiteX16" fmla="*/ 47135 w 53428"/>
                    <a:gd name="connsiteY16" fmla="*/ 51844 h 59550"/>
                    <a:gd name="connsiteX17" fmla="*/ 50860 w 53428"/>
                    <a:gd name="connsiteY17" fmla="*/ 52786 h 59550"/>
                    <a:gd name="connsiteX18" fmla="*/ 52273 w 53428"/>
                    <a:gd name="connsiteY18" fmla="*/ 55655 h 59550"/>
                    <a:gd name="connsiteX19" fmla="*/ 50945 w 53428"/>
                    <a:gd name="connsiteY19" fmla="*/ 58566 h 59550"/>
                    <a:gd name="connsiteX20" fmla="*/ 47050 w 53428"/>
                    <a:gd name="connsiteY20" fmla="*/ 59550 h 59550"/>
                    <a:gd name="connsiteX21" fmla="*/ 27613 w 53428"/>
                    <a:gd name="connsiteY21" fmla="*/ 1199 h 59550"/>
                    <a:gd name="connsiteX22" fmla="*/ 8605 w 53428"/>
                    <a:gd name="connsiteY22" fmla="*/ 9247 h 59550"/>
                    <a:gd name="connsiteX23" fmla="*/ 1113 w 53428"/>
                    <a:gd name="connsiteY23" fmla="*/ 29668 h 59550"/>
                    <a:gd name="connsiteX24" fmla="*/ 4196 w 53428"/>
                    <a:gd name="connsiteY24" fmla="*/ 43667 h 59550"/>
                    <a:gd name="connsiteX25" fmla="*/ 12586 w 53428"/>
                    <a:gd name="connsiteY25" fmla="*/ 53428 h 59550"/>
                    <a:gd name="connsiteX26" fmla="*/ 21791 w 53428"/>
                    <a:gd name="connsiteY26" fmla="*/ 57196 h 59550"/>
                    <a:gd name="connsiteX27" fmla="*/ 35705 w 53428"/>
                    <a:gd name="connsiteY27" fmla="*/ 58352 h 59550"/>
                    <a:gd name="connsiteX28" fmla="*/ 47050 w 53428"/>
                    <a:gd name="connsiteY28" fmla="*/ 58352 h 59550"/>
                    <a:gd name="connsiteX29" fmla="*/ 50132 w 53428"/>
                    <a:gd name="connsiteY29" fmla="*/ 57624 h 59550"/>
                    <a:gd name="connsiteX30" fmla="*/ 51031 w 53428"/>
                    <a:gd name="connsiteY30" fmla="*/ 55612 h 59550"/>
                    <a:gd name="connsiteX31" fmla="*/ 50089 w 53428"/>
                    <a:gd name="connsiteY31" fmla="*/ 53685 h 59550"/>
                    <a:gd name="connsiteX32" fmla="*/ 47007 w 53428"/>
                    <a:gd name="connsiteY32" fmla="*/ 52957 h 59550"/>
                    <a:gd name="connsiteX33" fmla="*/ 35062 w 53428"/>
                    <a:gd name="connsiteY33" fmla="*/ 52957 h 59550"/>
                    <a:gd name="connsiteX34" fmla="*/ 14042 w 53428"/>
                    <a:gd name="connsiteY34" fmla="*/ 47563 h 59550"/>
                    <a:gd name="connsiteX35" fmla="*/ 7749 w 53428"/>
                    <a:gd name="connsiteY35" fmla="*/ 29583 h 59550"/>
                    <a:gd name="connsiteX36" fmla="*/ 7749 w 53428"/>
                    <a:gd name="connsiteY36" fmla="*/ 28684 h 59550"/>
                    <a:gd name="connsiteX37" fmla="*/ 49276 w 53428"/>
                    <a:gd name="connsiteY37" fmla="*/ 28684 h 59550"/>
                    <a:gd name="connsiteX38" fmla="*/ 51459 w 53428"/>
                    <a:gd name="connsiteY38" fmla="*/ 28041 h 59550"/>
                    <a:gd name="connsiteX39" fmla="*/ 52144 w 53428"/>
                    <a:gd name="connsiteY39" fmla="*/ 26243 h 59550"/>
                    <a:gd name="connsiteX40" fmla="*/ 52144 w 53428"/>
                    <a:gd name="connsiteY40" fmla="*/ 24060 h 59550"/>
                    <a:gd name="connsiteX41" fmla="*/ 45037 w 53428"/>
                    <a:gd name="connsiteY41" fmla="*/ 7834 h 59550"/>
                    <a:gd name="connsiteX42" fmla="*/ 27613 w 53428"/>
                    <a:gd name="connsiteY42" fmla="*/ 1199 h 59550"/>
                    <a:gd name="connsiteX43" fmla="*/ 45894 w 53428"/>
                    <a:gd name="connsiteY43" fmla="*/ 23803 h 59550"/>
                    <a:gd name="connsiteX44" fmla="*/ 8434 w 53428"/>
                    <a:gd name="connsiteY44" fmla="*/ 23803 h 59550"/>
                    <a:gd name="connsiteX45" fmla="*/ 8477 w 53428"/>
                    <a:gd name="connsiteY45" fmla="*/ 23204 h 59550"/>
                    <a:gd name="connsiteX46" fmla="*/ 14042 w 53428"/>
                    <a:gd name="connsiteY46" fmla="*/ 10703 h 59550"/>
                    <a:gd name="connsiteX47" fmla="*/ 27185 w 53428"/>
                    <a:gd name="connsiteY47" fmla="*/ 6036 h 59550"/>
                    <a:gd name="connsiteX48" fmla="*/ 40499 w 53428"/>
                    <a:gd name="connsiteY48" fmla="*/ 10703 h 59550"/>
                    <a:gd name="connsiteX49" fmla="*/ 45894 w 53428"/>
                    <a:gd name="connsiteY49" fmla="*/ 23246 h 59550"/>
                    <a:gd name="connsiteX50" fmla="*/ 45894 w 53428"/>
                    <a:gd name="connsiteY50" fmla="*/ 23803 h 59550"/>
                    <a:gd name="connsiteX51" fmla="*/ 9675 w 53428"/>
                    <a:gd name="connsiteY51" fmla="*/ 22647 h 59550"/>
                    <a:gd name="connsiteX52" fmla="*/ 44695 w 53428"/>
                    <a:gd name="connsiteY52" fmla="*/ 22647 h 59550"/>
                    <a:gd name="connsiteX53" fmla="*/ 39686 w 53428"/>
                    <a:gd name="connsiteY53" fmla="*/ 11516 h 59550"/>
                    <a:gd name="connsiteX54" fmla="*/ 27142 w 53428"/>
                    <a:gd name="connsiteY54" fmla="*/ 7149 h 59550"/>
                    <a:gd name="connsiteX55" fmla="*/ 14770 w 53428"/>
                    <a:gd name="connsiteY55" fmla="*/ 11516 h 59550"/>
                    <a:gd name="connsiteX56" fmla="*/ 9675 w 53428"/>
                    <a:gd name="connsiteY56" fmla="*/ 22647 h 5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53428" h="59550">
                      <a:moveTo>
                        <a:pt x="47050" y="59550"/>
                      </a:moveTo>
                      <a:lnTo>
                        <a:pt x="35705" y="59550"/>
                      </a:lnTo>
                      <a:cubicBezTo>
                        <a:pt x="29711" y="59550"/>
                        <a:pt x="25087" y="59165"/>
                        <a:pt x="21534" y="58352"/>
                      </a:cubicBezTo>
                      <a:cubicBezTo>
                        <a:pt x="17895" y="57581"/>
                        <a:pt x="14770" y="56297"/>
                        <a:pt x="11944" y="54413"/>
                      </a:cubicBezTo>
                      <a:cubicBezTo>
                        <a:pt x="8263" y="52016"/>
                        <a:pt x="5309" y="48591"/>
                        <a:pt x="3168" y="44181"/>
                      </a:cubicBezTo>
                      <a:cubicBezTo>
                        <a:pt x="1028" y="39729"/>
                        <a:pt x="0" y="34977"/>
                        <a:pt x="0" y="29668"/>
                      </a:cubicBezTo>
                      <a:cubicBezTo>
                        <a:pt x="0" y="21149"/>
                        <a:pt x="2612" y="13999"/>
                        <a:pt x="7792" y="8434"/>
                      </a:cubicBezTo>
                      <a:cubicBezTo>
                        <a:pt x="12972" y="2826"/>
                        <a:pt x="19650" y="0"/>
                        <a:pt x="27656" y="0"/>
                      </a:cubicBezTo>
                      <a:cubicBezTo>
                        <a:pt x="34763" y="0"/>
                        <a:pt x="40928" y="2397"/>
                        <a:pt x="45936" y="7064"/>
                      </a:cubicBezTo>
                      <a:cubicBezTo>
                        <a:pt x="50903" y="11773"/>
                        <a:pt x="53428" y="17510"/>
                        <a:pt x="53428" y="24146"/>
                      </a:cubicBezTo>
                      <a:lnTo>
                        <a:pt x="53428" y="26329"/>
                      </a:lnTo>
                      <a:cubicBezTo>
                        <a:pt x="53428" y="27485"/>
                        <a:pt x="53086" y="28384"/>
                        <a:pt x="52358" y="28983"/>
                      </a:cubicBezTo>
                      <a:cubicBezTo>
                        <a:pt x="51673" y="29583"/>
                        <a:pt x="50689" y="29925"/>
                        <a:pt x="49404" y="29925"/>
                      </a:cubicBezTo>
                      <a:lnTo>
                        <a:pt x="9033" y="29925"/>
                      </a:lnTo>
                      <a:cubicBezTo>
                        <a:pt x="9076" y="37759"/>
                        <a:pt x="11045" y="43411"/>
                        <a:pt x="14941" y="46750"/>
                      </a:cubicBezTo>
                      <a:cubicBezTo>
                        <a:pt x="18837" y="50132"/>
                        <a:pt x="25687" y="51844"/>
                        <a:pt x="35191" y="51844"/>
                      </a:cubicBezTo>
                      <a:lnTo>
                        <a:pt x="47135" y="51844"/>
                      </a:lnTo>
                      <a:cubicBezTo>
                        <a:pt x="48719" y="51844"/>
                        <a:pt x="50004" y="52144"/>
                        <a:pt x="50860" y="52786"/>
                      </a:cubicBezTo>
                      <a:cubicBezTo>
                        <a:pt x="51802" y="53428"/>
                        <a:pt x="52273" y="54413"/>
                        <a:pt x="52273" y="55655"/>
                      </a:cubicBezTo>
                      <a:cubicBezTo>
                        <a:pt x="52273" y="56896"/>
                        <a:pt x="51802" y="57881"/>
                        <a:pt x="50945" y="58566"/>
                      </a:cubicBezTo>
                      <a:cubicBezTo>
                        <a:pt x="50004" y="59251"/>
                        <a:pt x="48805" y="59550"/>
                        <a:pt x="47050" y="59550"/>
                      </a:cubicBezTo>
                      <a:close/>
                      <a:moveTo>
                        <a:pt x="27613" y="1199"/>
                      </a:moveTo>
                      <a:cubicBezTo>
                        <a:pt x="19950" y="1199"/>
                        <a:pt x="13571" y="3896"/>
                        <a:pt x="8605" y="9247"/>
                      </a:cubicBezTo>
                      <a:cubicBezTo>
                        <a:pt x="3639" y="14599"/>
                        <a:pt x="1113" y="21448"/>
                        <a:pt x="1113" y="29668"/>
                      </a:cubicBezTo>
                      <a:cubicBezTo>
                        <a:pt x="1113" y="34806"/>
                        <a:pt x="2141" y="39386"/>
                        <a:pt x="4196" y="43667"/>
                      </a:cubicBezTo>
                      <a:cubicBezTo>
                        <a:pt x="6251" y="47863"/>
                        <a:pt x="9076" y="51159"/>
                        <a:pt x="12586" y="53428"/>
                      </a:cubicBezTo>
                      <a:cubicBezTo>
                        <a:pt x="15284" y="55184"/>
                        <a:pt x="18280" y="56425"/>
                        <a:pt x="21791" y="57196"/>
                      </a:cubicBezTo>
                      <a:cubicBezTo>
                        <a:pt x="25216" y="57966"/>
                        <a:pt x="29882" y="58352"/>
                        <a:pt x="35705" y="58352"/>
                      </a:cubicBezTo>
                      <a:lnTo>
                        <a:pt x="47050" y="58352"/>
                      </a:lnTo>
                      <a:cubicBezTo>
                        <a:pt x="48505" y="58352"/>
                        <a:pt x="49490" y="58138"/>
                        <a:pt x="50132" y="57624"/>
                      </a:cubicBezTo>
                      <a:cubicBezTo>
                        <a:pt x="50731" y="57153"/>
                        <a:pt x="51031" y="56511"/>
                        <a:pt x="51031" y="55612"/>
                      </a:cubicBezTo>
                      <a:cubicBezTo>
                        <a:pt x="51031" y="54756"/>
                        <a:pt x="50731" y="54156"/>
                        <a:pt x="50089" y="53685"/>
                      </a:cubicBezTo>
                      <a:cubicBezTo>
                        <a:pt x="49404" y="53214"/>
                        <a:pt x="48377" y="52957"/>
                        <a:pt x="47007" y="52957"/>
                      </a:cubicBezTo>
                      <a:lnTo>
                        <a:pt x="35062" y="52957"/>
                      </a:lnTo>
                      <a:cubicBezTo>
                        <a:pt x="25259" y="52957"/>
                        <a:pt x="18195" y="51159"/>
                        <a:pt x="14042" y="47563"/>
                      </a:cubicBezTo>
                      <a:cubicBezTo>
                        <a:pt x="9890" y="43967"/>
                        <a:pt x="7749" y="37931"/>
                        <a:pt x="7749" y="29583"/>
                      </a:cubicBezTo>
                      <a:lnTo>
                        <a:pt x="7749" y="28684"/>
                      </a:lnTo>
                      <a:lnTo>
                        <a:pt x="49276" y="28684"/>
                      </a:lnTo>
                      <a:cubicBezTo>
                        <a:pt x="50260" y="28684"/>
                        <a:pt x="50988" y="28469"/>
                        <a:pt x="51459" y="28041"/>
                      </a:cubicBezTo>
                      <a:cubicBezTo>
                        <a:pt x="51930" y="27613"/>
                        <a:pt x="52144" y="27057"/>
                        <a:pt x="52144" y="26243"/>
                      </a:cubicBezTo>
                      <a:lnTo>
                        <a:pt x="52144" y="24060"/>
                      </a:lnTo>
                      <a:cubicBezTo>
                        <a:pt x="52144" y="17767"/>
                        <a:pt x="49747" y="12330"/>
                        <a:pt x="45037" y="7834"/>
                      </a:cubicBezTo>
                      <a:cubicBezTo>
                        <a:pt x="40328" y="3468"/>
                        <a:pt x="34420" y="1199"/>
                        <a:pt x="27613" y="1199"/>
                      </a:cubicBezTo>
                      <a:close/>
                      <a:moveTo>
                        <a:pt x="45894" y="23803"/>
                      </a:moveTo>
                      <a:lnTo>
                        <a:pt x="8434" y="23803"/>
                      </a:lnTo>
                      <a:lnTo>
                        <a:pt x="8477" y="23204"/>
                      </a:lnTo>
                      <a:cubicBezTo>
                        <a:pt x="8776" y="17938"/>
                        <a:pt x="10660" y="13742"/>
                        <a:pt x="14042" y="10703"/>
                      </a:cubicBezTo>
                      <a:cubicBezTo>
                        <a:pt x="17424" y="7620"/>
                        <a:pt x="21834" y="6036"/>
                        <a:pt x="27185" y="6036"/>
                      </a:cubicBezTo>
                      <a:cubicBezTo>
                        <a:pt x="32622" y="6036"/>
                        <a:pt x="37117" y="7620"/>
                        <a:pt x="40499" y="10703"/>
                      </a:cubicBezTo>
                      <a:cubicBezTo>
                        <a:pt x="43881" y="13785"/>
                        <a:pt x="45680" y="17981"/>
                        <a:pt x="45894" y="23246"/>
                      </a:cubicBezTo>
                      <a:lnTo>
                        <a:pt x="45894" y="23803"/>
                      </a:lnTo>
                      <a:close/>
                      <a:moveTo>
                        <a:pt x="9675" y="22647"/>
                      </a:moveTo>
                      <a:lnTo>
                        <a:pt x="44695" y="22647"/>
                      </a:lnTo>
                      <a:cubicBezTo>
                        <a:pt x="44395" y="18024"/>
                        <a:pt x="42726" y="14256"/>
                        <a:pt x="39686" y="11516"/>
                      </a:cubicBezTo>
                      <a:cubicBezTo>
                        <a:pt x="36518" y="8605"/>
                        <a:pt x="32323" y="7149"/>
                        <a:pt x="27142" y="7149"/>
                      </a:cubicBezTo>
                      <a:cubicBezTo>
                        <a:pt x="22133" y="7149"/>
                        <a:pt x="17938" y="8605"/>
                        <a:pt x="14770" y="11516"/>
                      </a:cubicBezTo>
                      <a:cubicBezTo>
                        <a:pt x="11773" y="14256"/>
                        <a:pt x="10061" y="17981"/>
                        <a:pt x="9675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cxnSp>
        <p:nvCxnSpPr>
          <p:cNvPr id="150" name="直接连接符 149"/>
          <p:cNvCxnSpPr/>
          <p:nvPr userDrawn="1"/>
        </p:nvCxnSpPr>
        <p:spPr>
          <a:xfrm>
            <a:off x="2239435" y="381407"/>
            <a:ext cx="0" cy="42672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rgbClr val="00CCD7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 userDrawn="1"/>
        </p:nvSpPr>
        <p:spPr>
          <a:xfrm>
            <a:off x="2311502" y="425490"/>
            <a:ext cx="243829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kumimoji="1" lang="zh-CN" altLang="en-US" sz="16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Microsoft YaHei Light" panose="020B0502040204020203" charset="-122"/>
              </a:rPr>
              <a:t>全栈智能运维</a:t>
            </a:r>
            <a:endParaRPr kumimoji="1" lang="zh-CN" altLang="en-US" sz="16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Microsoft YaHei Light" panose="020B0502040204020203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52705" y="178435"/>
            <a:ext cx="2024380" cy="556260"/>
            <a:chOff x="10675716" y="6237689"/>
            <a:chExt cx="1195132" cy="328285"/>
          </a:xfrm>
        </p:grpSpPr>
        <p:sp>
          <p:nvSpPr>
            <p:cNvPr id="6" name="任意多边形: 形状 5"/>
            <p:cNvSpPr/>
            <p:nvPr userDrawn="1"/>
          </p:nvSpPr>
          <p:spPr>
            <a:xfrm>
              <a:off x="10675716" y="6237689"/>
              <a:ext cx="444771" cy="328285"/>
            </a:xfrm>
            <a:custGeom>
              <a:avLst/>
              <a:gdLst>
                <a:gd name="connsiteX0" fmla="*/ 367919 w 475674"/>
                <a:gd name="connsiteY0" fmla="*/ 351009 h 351094"/>
                <a:gd name="connsiteX1" fmla="*/ 327762 w 475674"/>
                <a:gd name="connsiteY1" fmla="*/ 341291 h 351094"/>
                <a:gd name="connsiteX2" fmla="*/ 294284 w 475674"/>
                <a:gd name="connsiteY2" fmla="*/ 318601 h 351094"/>
                <a:gd name="connsiteX3" fmla="*/ 293899 w 475674"/>
                <a:gd name="connsiteY3" fmla="*/ 318301 h 351094"/>
                <a:gd name="connsiteX4" fmla="*/ 290559 w 475674"/>
                <a:gd name="connsiteY4" fmla="*/ 315476 h 351094"/>
                <a:gd name="connsiteX5" fmla="*/ 290174 w 475674"/>
                <a:gd name="connsiteY5" fmla="*/ 315133 h 351094"/>
                <a:gd name="connsiteX6" fmla="*/ 289874 w 475674"/>
                <a:gd name="connsiteY6" fmla="*/ 314877 h 351094"/>
                <a:gd name="connsiteX7" fmla="*/ 289104 w 475674"/>
                <a:gd name="connsiteY7" fmla="*/ 313763 h 351094"/>
                <a:gd name="connsiteX8" fmla="*/ 289104 w 475674"/>
                <a:gd name="connsiteY8" fmla="*/ 313678 h 351094"/>
                <a:gd name="connsiteX9" fmla="*/ 285679 w 475674"/>
                <a:gd name="connsiteY9" fmla="*/ 303103 h 351094"/>
                <a:gd name="connsiteX10" fmla="*/ 303831 w 475674"/>
                <a:gd name="connsiteY10" fmla="*/ 284951 h 351094"/>
                <a:gd name="connsiteX11" fmla="*/ 314577 w 475674"/>
                <a:gd name="connsiteY11" fmla="*/ 288505 h 351094"/>
                <a:gd name="connsiteX12" fmla="*/ 314833 w 475674"/>
                <a:gd name="connsiteY12" fmla="*/ 288590 h 351094"/>
                <a:gd name="connsiteX13" fmla="*/ 368005 w 475674"/>
                <a:gd name="connsiteY13" fmla="*/ 314448 h 351094"/>
                <a:gd name="connsiteX14" fmla="*/ 439542 w 475674"/>
                <a:gd name="connsiteY14" fmla="*/ 246079 h 351094"/>
                <a:gd name="connsiteX15" fmla="*/ 371130 w 475674"/>
                <a:gd name="connsiteY15" fmla="*/ 177624 h 351094"/>
                <a:gd name="connsiteX16" fmla="*/ 308283 w 475674"/>
                <a:gd name="connsiteY16" fmla="*/ 209047 h 351094"/>
                <a:gd name="connsiteX17" fmla="*/ 307299 w 475674"/>
                <a:gd name="connsiteY17" fmla="*/ 209946 h 351094"/>
                <a:gd name="connsiteX18" fmla="*/ 298651 w 475674"/>
                <a:gd name="connsiteY18" fmla="*/ 217567 h 351094"/>
                <a:gd name="connsiteX19" fmla="*/ 272236 w 475674"/>
                <a:gd name="connsiteY19" fmla="*/ 240342 h 351094"/>
                <a:gd name="connsiteX20" fmla="*/ 197959 w 475674"/>
                <a:gd name="connsiteY20" fmla="*/ 304088 h 351094"/>
                <a:gd name="connsiteX21" fmla="*/ 190296 w 475674"/>
                <a:gd name="connsiteY21" fmla="*/ 310809 h 351094"/>
                <a:gd name="connsiteX22" fmla="*/ 104673 w 475674"/>
                <a:gd name="connsiteY22" fmla="*/ 351095 h 351094"/>
                <a:gd name="connsiteX23" fmla="*/ 32365 w 475674"/>
                <a:gd name="connsiteY23" fmla="*/ 321940 h 351094"/>
                <a:gd name="connsiteX24" fmla="*/ 0 w 475674"/>
                <a:gd name="connsiteY24" fmla="*/ 246764 h 351094"/>
                <a:gd name="connsiteX25" fmla="*/ 34078 w 475674"/>
                <a:gd name="connsiteY25" fmla="*/ 168633 h 351094"/>
                <a:gd name="connsiteX26" fmla="*/ 104416 w 475674"/>
                <a:gd name="connsiteY26" fmla="*/ 141405 h 351094"/>
                <a:gd name="connsiteX27" fmla="*/ 177324 w 475674"/>
                <a:gd name="connsiteY27" fmla="*/ 170646 h 351094"/>
                <a:gd name="connsiteX28" fmla="*/ 177624 w 475674"/>
                <a:gd name="connsiteY28" fmla="*/ 170902 h 351094"/>
                <a:gd name="connsiteX29" fmla="*/ 180192 w 475674"/>
                <a:gd name="connsiteY29" fmla="*/ 173043 h 351094"/>
                <a:gd name="connsiteX30" fmla="*/ 180363 w 475674"/>
                <a:gd name="connsiteY30" fmla="*/ 173171 h 351094"/>
                <a:gd name="connsiteX31" fmla="*/ 180363 w 475674"/>
                <a:gd name="connsiteY31" fmla="*/ 173257 h 351094"/>
                <a:gd name="connsiteX32" fmla="*/ 185330 w 475674"/>
                <a:gd name="connsiteY32" fmla="*/ 185501 h 351094"/>
                <a:gd name="connsiteX33" fmla="*/ 167563 w 475674"/>
                <a:gd name="connsiteY33" fmla="*/ 203225 h 351094"/>
                <a:gd name="connsiteX34" fmla="*/ 156817 w 475674"/>
                <a:gd name="connsiteY34" fmla="*/ 199586 h 351094"/>
                <a:gd name="connsiteX35" fmla="*/ 156732 w 475674"/>
                <a:gd name="connsiteY35" fmla="*/ 199586 h 351094"/>
                <a:gd name="connsiteX36" fmla="*/ 104588 w 475674"/>
                <a:gd name="connsiteY36" fmla="*/ 177752 h 351094"/>
                <a:gd name="connsiteX37" fmla="*/ 36347 w 475674"/>
                <a:gd name="connsiteY37" fmla="*/ 246122 h 351094"/>
                <a:gd name="connsiteX38" fmla="*/ 104588 w 475674"/>
                <a:gd name="connsiteY38" fmla="*/ 314620 h 351094"/>
                <a:gd name="connsiteX39" fmla="*/ 174798 w 475674"/>
                <a:gd name="connsiteY39" fmla="*/ 271423 h 351094"/>
                <a:gd name="connsiteX40" fmla="*/ 188540 w 475674"/>
                <a:gd name="connsiteY40" fmla="*/ 256225 h 351094"/>
                <a:gd name="connsiteX41" fmla="*/ 228526 w 475674"/>
                <a:gd name="connsiteY41" fmla="*/ 214441 h 351094"/>
                <a:gd name="connsiteX42" fmla="*/ 235975 w 475674"/>
                <a:gd name="connsiteY42" fmla="*/ 206693 h 351094"/>
                <a:gd name="connsiteX43" fmla="*/ 287948 w 475674"/>
                <a:gd name="connsiteY43" fmla="*/ 152536 h 351094"/>
                <a:gd name="connsiteX44" fmla="*/ 288034 w 475674"/>
                <a:gd name="connsiteY44" fmla="*/ 152408 h 351094"/>
                <a:gd name="connsiteX45" fmla="*/ 300877 w 475674"/>
                <a:gd name="connsiteY45" fmla="*/ 76975 h 351094"/>
                <a:gd name="connsiteX46" fmla="*/ 237859 w 475674"/>
                <a:gd name="connsiteY46" fmla="*/ 36347 h 351094"/>
                <a:gd name="connsiteX47" fmla="*/ 171373 w 475674"/>
                <a:gd name="connsiteY47" fmla="*/ 92772 h 351094"/>
                <a:gd name="connsiteX48" fmla="*/ 171202 w 475674"/>
                <a:gd name="connsiteY48" fmla="*/ 92900 h 351094"/>
                <a:gd name="connsiteX49" fmla="*/ 153778 w 475674"/>
                <a:gd name="connsiteY49" fmla="*/ 105915 h 351094"/>
                <a:gd name="connsiteX50" fmla="*/ 135583 w 475674"/>
                <a:gd name="connsiteY50" fmla="*/ 87720 h 351094"/>
                <a:gd name="connsiteX51" fmla="*/ 136354 w 475674"/>
                <a:gd name="connsiteY51" fmla="*/ 82497 h 351094"/>
                <a:gd name="connsiteX52" fmla="*/ 136482 w 475674"/>
                <a:gd name="connsiteY52" fmla="*/ 82155 h 351094"/>
                <a:gd name="connsiteX53" fmla="*/ 170474 w 475674"/>
                <a:gd name="connsiteY53" fmla="*/ 25301 h 351094"/>
                <a:gd name="connsiteX54" fmla="*/ 237816 w 475674"/>
                <a:gd name="connsiteY54" fmla="*/ 0 h 351094"/>
                <a:gd name="connsiteX55" fmla="*/ 313677 w 475674"/>
                <a:gd name="connsiteY55" fmla="*/ 31338 h 351094"/>
                <a:gd name="connsiteX56" fmla="*/ 337224 w 475674"/>
                <a:gd name="connsiteY56" fmla="*/ 67856 h 351094"/>
                <a:gd name="connsiteX57" fmla="*/ 343303 w 475674"/>
                <a:gd name="connsiteY57" fmla="*/ 102618 h 351094"/>
                <a:gd name="connsiteX58" fmla="*/ 337609 w 475674"/>
                <a:gd name="connsiteY58" fmla="*/ 139222 h 351094"/>
                <a:gd name="connsiteX59" fmla="*/ 335597 w 475674"/>
                <a:gd name="connsiteY59" fmla="*/ 146286 h 351094"/>
                <a:gd name="connsiteX60" fmla="*/ 343132 w 475674"/>
                <a:gd name="connsiteY60" fmla="*/ 145258 h 351094"/>
                <a:gd name="connsiteX61" fmla="*/ 370916 w 475674"/>
                <a:gd name="connsiteY61" fmla="*/ 141405 h 351094"/>
                <a:gd name="connsiteX62" fmla="*/ 443267 w 475674"/>
                <a:gd name="connsiteY62" fmla="*/ 169746 h 351094"/>
                <a:gd name="connsiteX63" fmla="*/ 466770 w 475674"/>
                <a:gd name="connsiteY63" fmla="*/ 202711 h 351094"/>
                <a:gd name="connsiteX64" fmla="*/ 475675 w 475674"/>
                <a:gd name="connsiteY64" fmla="*/ 246079 h 351094"/>
                <a:gd name="connsiteX65" fmla="*/ 445664 w 475674"/>
                <a:gd name="connsiteY65" fmla="*/ 320142 h 351094"/>
                <a:gd name="connsiteX66" fmla="*/ 367919 w 475674"/>
                <a:gd name="connsiteY66" fmla="*/ 351009 h 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75674" h="351094">
                  <a:moveTo>
                    <a:pt x="367919" y="351009"/>
                  </a:moveTo>
                  <a:cubicBezTo>
                    <a:pt x="354177" y="351009"/>
                    <a:pt x="341077" y="347841"/>
                    <a:pt x="327762" y="341291"/>
                  </a:cubicBezTo>
                  <a:cubicBezTo>
                    <a:pt x="317316" y="336154"/>
                    <a:pt x="306999" y="329175"/>
                    <a:pt x="294284" y="318601"/>
                  </a:cubicBezTo>
                  <a:lnTo>
                    <a:pt x="293899" y="318301"/>
                  </a:lnTo>
                  <a:cubicBezTo>
                    <a:pt x="292700" y="317531"/>
                    <a:pt x="291587" y="316589"/>
                    <a:pt x="290559" y="315476"/>
                  </a:cubicBezTo>
                  <a:lnTo>
                    <a:pt x="290174" y="315133"/>
                  </a:lnTo>
                  <a:cubicBezTo>
                    <a:pt x="290089" y="315005"/>
                    <a:pt x="289960" y="314919"/>
                    <a:pt x="289874" y="314877"/>
                  </a:cubicBezTo>
                  <a:cubicBezTo>
                    <a:pt x="289618" y="314448"/>
                    <a:pt x="289404" y="314149"/>
                    <a:pt x="289104" y="313763"/>
                  </a:cubicBezTo>
                  <a:lnTo>
                    <a:pt x="289104" y="313678"/>
                  </a:lnTo>
                  <a:cubicBezTo>
                    <a:pt x="286835" y="310595"/>
                    <a:pt x="285679" y="306956"/>
                    <a:pt x="285679" y="303103"/>
                  </a:cubicBezTo>
                  <a:cubicBezTo>
                    <a:pt x="285679" y="293128"/>
                    <a:pt x="293813" y="284951"/>
                    <a:pt x="303831" y="284951"/>
                  </a:cubicBezTo>
                  <a:cubicBezTo>
                    <a:pt x="307727" y="284951"/>
                    <a:pt x="311451" y="286150"/>
                    <a:pt x="314577" y="288505"/>
                  </a:cubicBezTo>
                  <a:lnTo>
                    <a:pt x="314833" y="288590"/>
                  </a:lnTo>
                  <a:cubicBezTo>
                    <a:pt x="329817" y="301734"/>
                    <a:pt x="346342" y="314448"/>
                    <a:pt x="368005" y="314448"/>
                  </a:cubicBezTo>
                  <a:cubicBezTo>
                    <a:pt x="414455" y="314448"/>
                    <a:pt x="439542" y="279258"/>
                    <a:pt x="439542" y="246079"/>
                  </a:cubicBezTo>
                  <a:cubicBezTo>
                    <a:pt x="439542" y="213157"/>
                    <a:pt x="413385" y="177624"/>
                    <a:pt x="371130" y="177624"/>
                  </a:cubicBezTo>
                  <a:cubicBezTo>
                    <a:pt x="344073" y="177624"/>
                    <a:pt x="325879" y="193592"/>
                    <a:pt x="308283" y="209047"/>
                  </a:cubicBezTo>
                  <a:lnTo>
                    <a:pt x="307299" y="209946"/>
                  </a:lnTo>
                  <a:cubicBezTo>
                    <a:pt x="304430" y="212429"/>
                    <a:pt x="301519" y="214998"/>
                    <a:pt x="298651" y="217567"/>
                  </a:cubicBezTo>
                  <a:cubicBezTo>
                    <a:pt x="288590" y="226386"/>
                    <a:pt x="279129" y="234734"/>
                    <a:pt x="272236" y="240342"/>
                  </a:cubicBezTo>
                  <a:cubicBezTo>
                    <a:pt x="259693" y="250660"/>
                    <a:pt x="216453" y="288034"/>
                    <a:pt x="197959" y="304088"/>
                  </a:cubicBezTo>
                  <a:cubicBezTo>
                    <a:pt x="195390" y="306314"/>
                    <a:pt x="192779" y="308540"/>
                    <a:pt x="190296" y="310809"/>
                  </a:cubicBezTo>
                  <a:cubicBezTo>
                    <a:pt x="166835" y="331530"/>
                    <a:pt x="144659" y="351095"/>
                    <a:pt x="104673" y="351095"/>
                  </a:cubicBezTo>
                  <a:cubicBezTo>
                    <a:pt x="78344" y="351095"/>
                    <a:pt x="52016" y="340435"/>
                    <a:pt x="32365" y="321940"/>
                  </a:cubicBezTo>
                  <a:cubicBezTo>
                    <a:pt x="11473" y="302247"/>
                    <a:pt x="0" y="275533"/>
                    <a:pt x="0" y="246764"/>
                  </a:cubicBezTo>
                  <a:cubicBezTo>
                    <a:pt x="0" y="207206"/>
                    <a:pt x="18537" y="182419"/>
                    <a:pt x="34078" y="168633"/>
                  </a:cubicBezTo>
                  <a:cubicBezTo>
                    <a:pt x="53557" y="151338"/>
                    <a:pt x="79201" y="141405"/>
                    <a:pt x="104416" y="141405"/>
                  </a:cubicBezTo>
                  <a:cubicBezTo>
                    <a:pt x="135840" y="141405"/>
                    <a:pt x="154934" y="152108"/>
                    <a:pt x="177324" y="170646"/>
                  </a:cubicBezTo>
                  <a:lnTo>
                    <a:pt x="177624" y="170902"/>
                  </a:lnTo>
                  <a:cubicBezTo>
                    <a:pt x="178565" y="171502"/>
                    <a:pt x="179379" y="172230"/>
                    <a:pt x="180192" y="173043"/>
                  </a:cubicBezTo>
                  <a:lnTo>
                    <a:pt x="180363" y="173171"/>
                  </a:lnTo>
                  <a:lnTo>
                    <a:pt x="180363" y="173257"/>
                  </a:lnTo>
                  <a:cubicBezTo>
                    <a:pt x="183574" y="176596"/>
                    <a:pt x="185330" y="180963"/>
                    <a:pt x="185330" y="185501"/>
                  </a:cubicBezTo>
                  <a:cubicBezTo>
                    <a:pt x="185330" y="195262"/>
                    <a:pt x="177367" y="203225"/>
                    <a:pt x="167563" y="203225"/>
                  </a:cubicBezTo>
                  <a:cubicBezTo>
                    <a:pt x="163667" y="203225"/>
                    <a:pt x="159943" y="201983"/>
                    <a:pt x="156817" y="199586"/>
                  </a:cubicBezTo>
                  <a:lnTo>
                    <a:pt x="156732" y="199586"/>
                  </a:lnTo>
                  <a:cubicBezTo>
                    <a:pt x="139950" y="185758"/>
                    <a:pt x="126036" y="177752"/>
                    <a:pt x="104588" y="177752"/>
                  </a:cubicBezTo>
                  <a:cubicBezTo>
                    <a:pt x="71752" y="177752"/>
                    <a:pt x="36347" y="203910"/>
                    <a:pt x="36347" y="246122"/>
                  </a:cubicBezTo>
                  <a:cubicBezTo>
                    <a:pt x="36347" y="283881"/>
                    <a:pt x="66957" y="314620"/>
                    <a:pt x="104588" y="314620"/>
                  </a:cubicBezTo>
                  <a:cubicBezTo>
                    <a:pt x="136311" y="314620"/>
                    <a:pt x="151594" y="297452"/>
                    <a:pt x="174798" y="271423"/>
                  </a:cubicBezTo>
                  <a:cubicBezTo>
                    <a:pt x="179122" y="266585"/>
                    <a:pt x="183574" y="261577"/>
                    <a:pt x="188540" y="256225"/>
                  </a:cubicBezTo>
                  <a:cubicBezTo>
                    <a:pt x="195519" y="248690"/>
                    <a:pt x="216196" y="227285"/>
                    <a:pt x="228526" y="214441"/>
                  </a:cubicBezTo>
                  <a:cubicBezTo>
                    <a:pt x="231608" y="211273"/>
                    <a:pt x="234220" y="208533"/>
                    <a:pt x="235975" y="206693"/>
                  </a:cubicBezTo>
                  <a:cubicBezTo>
                    <a:pt x="275490" y="165594"/>
                    <a:pt x="287777" y="152708"/>
                    <a:pt x="287948" y="152536"/>
                  </a:cubicBezTo>
                  <a:lnTo>
                    <a:pt x="288034" y="152408"/>
                  </a:lnTo>
                  <a:cubicBezTo>
                    <a:pt x="307427" y="130317"/>
                    <a:pt x="312222" y="102062"/>
                    <a:pt x="300877" y="76975"/>
                  </a:cubicBezTo>
                  <a:cubicBezTo>
                    <a:pt x="289703" y="52273"/>
                    <a:pt x="264958" y="36347"/>
                    <a:pt x="237859" y="36347"/>
                  </a:cubicBezTo>
                  <a:cubicBezTo>
                    <a:pt x="199329" y="36347"/>
                    <a:pt x="176510" y="65458"/>
                    <a:pt x="171373" y="92772"/>
                  </a:cubicBezTo>
                  <a:lnTo>
                    <a:pt x="171202" y="92900"/>
                  </a:lnTo>
                  <a:cubicBezTo>
                    <a:pt x="168933" y="100564"/>
                    <a:pt x="161783" y="105915"/>
                    <a:pt x="153778" y="105915"/>
                  </a:cubicBezTo>
                  <a:cubicBezTo>
                    <a:pt x="143760" y="105915"/>
                    <a:pt x="135583" y="97781"/>
                    <a:pt x="135583" y="87720"/>
                  </a:cubicBezTo>
                  <a:cubicBezTo>
                    <a:pt x="135583" y="85965"/>
                    <a:pt x="135840" y="84210"/>
                    <a:pt x="136354" y="82497"/>
                  </a:cubicBezTo>
                  <a:lnTo>
                    <a:pt x="136482" y="82155"/>
                  </a:lnTo>
                  <a:cubicBezTo>
                    <a:pt x="141106" y="59979"/>
                    <a:pt x="152536" y="40842"/>
                    <a:pt x="170474" y="25301"/>
                  </a:cubicBezTo>
                  <a:cubicBezTo>
                    <a:pt x="189782" y="8519"/>
                    <a:pt x="212429" y="0"/>
                    <a:pt x="237816" y="0"/>
                  </a:cubicBezTo>
                  <a:cubicBezTo>
                    <a:pt x="266928" y="0"/>
                    <a:pt x="293171" y="10831"/>
                    <a:pt x="313677" y="31338"/>
                  </a:cubicBezTo>
                  <a:cubicBezTo>
                    <a:pt x="324380" y="42041"/>
                    <a:pt x="332300" y="54370"/>
                    <a:pt x="337224" y="67856"/>
                  </a:cubicBezTo>
                  <a:cubicBezTo>
                    <a:pt x="341162" y="78730"/>
                    <a:pt x="343217" y="90417"/>
                    <a:pt x="343303" y="102618"/>
                  </a:cubicBezTo>
                  <a:cubicBezTo>
                    <a:pt x="343431" y="123639"/>
                    <a:pt x="337695" y="139094"/>
                    <a:pt x="337609" y="139222"/>
                  </a:cubicBezTo>
                  <a:lnTo>
                    <a:pt x="335597" y="146286"/>
                  </a:lnTo>
                  <a:lnTo>
                    <a:pt x="343132" y="145258"/>
                  </a:lnTo>
                  <a:cubicBezTo>
                    <a:pt x="352079" y="142690"/>
                    <a:pt x="361455" y="141405"/>
                    <a:pt x="370916" y="141405"/>
                  </a:cubicBezTo>
                  <a:cubicBezTo>
                    <a:pt x="397502" y="141405"/>
                    <a:pt x="423873" y="151766"/>
                    <a:pt x="443267" y="169746"/>
                  </a:cubicBezTo>
                  <a:cubicBezTo>
                    <a:pt x="453327" y="179122"/>
                    <a:pt x="461248" y="190253"/>
                    <a:pt x="466770" y="202711"/>
                  </a:cubicBezTo>
                  <a:cubicBezTo>
                    <a:pt x="472678" y="216068"/>
                    <a:pt x="475675" y="230624"/>
                    <a:pt x="475675" y="246079"/>
                  </a:cubicBezTo>
                  <a:cubicBezTo>
                    <a:pt x="475675" y="274506"/>
                    <a:pt x="465015" y="300792"/>
                    <a:pt x="445664" y="320142"/>
                  </a:cubicBezTo>
                  <a:cubicBezTo>
                    <a:pt x="425843" y="340050"/>
                    <a:pt x="398230" y="351009"/>
                    <a:pt x="367919" y="35100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7" name="图形 4"/>
            <p:cNvGrpSpPr/>
            <p:nvPr userDrawn="1"/>
          </p:nvGrpSpPr>
          <p:grpSpPr>
            <a:xfrm>
              <a:off x="11181894" y="6239370"/>
              <a:ext cx="687754" cy="218483"/>
              <a:chOff x="10904547" y="6209237"/>
              <a:chExt cx="735538" cy="233663"/>
            </a:xfrm>
            <a:solidFill>
              <a:srgbClr val="A5A7AA"/>
            </a:solidFill>
          </p:grpSpPr>
          <p:sp>
            <p:nvSpPr>
              <p:cNvPr id="36" name="任意多边形: 形状 35"/>
              <p:cNvSpPr/>
              <p:nvPr/>
            </p:nvSpPr>
            <p:spPr>
              <a:xfrm>
                <a:off x="10914051" y="6222037"/>
                <a:ext cx="205193" cy="17424"/>
              </a:xfrm>
              <a:custGeom>
                <a:avLst/>
                <a:gdLst>
                  <a:gd name="connsiteX0" fmla="*/ 8434 w 205193"/>
                  <a:gd name="connsiteY0" fmla="*/ 17424 h 17424"/>
                  <a:gd name="connsiteX1" fmla="*/ 196760 w 205193"/>
                  <a:gd name="connsiteY1" fmla="*/ 17424 h 17424"/>
                  <a:gd name="connsiteX2" fmla="*/ 205194 w 205193"/>
                  <a:gd name="connsiteY2" fmla="*/ 8990 h 17424"/>
                  <a:gd name="connsiteX3" fmla="*/ 205194 w 205193"/>
                  <a:gd name="connsiteY3" fmla="*/ 8434 h 17424"/>
                  <a:gd name="connsiteX4" fmla="*/ 196760 w 205193"/>
                  <a:gd name="connsiteY4" fmla="*/ 0 h 17424"/>
                  <a:gd name="connsiteX5" fmla="*/ 8434 w 205193"/>
                  <a:gd name="connsiteY5" fmla="*/ 0 h 17424"/>
                  <a:gd name="connsiteX6" fmla="*/ 0 w 205193"/>
                  <a:gd name="connsiteY6" fmla="*/ 8434 h 17424"/>
                  <a:gd name="connsiteX7" fmla="*/ 0 w 205193"/>
                  <a:gd name="connsiteY7" fmla="*/ 8990 h 17424"/>
                  <a:gd name="connsiteX8" fmla="*/ 8434 w 205193"/>
                  <a:gd name="connsiteY8" fmla="*/ 17424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193" h="17424">
                    <a:moveTo>
                      <a:pt x="8434" y="17424"/>
                    </a:moveTo>
                    <a:lnTo>
                      <a:pt x="196760" y="17424"/>
                    </a:lnTo>
                    <a:cubicBezTo>
                      <a:pt x="201598" y="17424"/>
                      <a:pt x="205194" y="13828"/>
                      <a:pt x="205194" y="8990"/>
                    </a:cubicBezTo>
                    <a:lnTo>
                      <a:pt x="205194" y="8434"/>
                    </a:lnTo>
                    <a:cubicBezTo>
                      <a:pt x="205194" y="3896"/>
                      <a:pt x="201598" y="0"/>
                      <a:pt x="196760" y="0"/>
                    </a:cubicBezTo>
                    <a:lnTo>
                      <a:pt x="8434" y="0"/>
                    </a:lnTo>
                    <a:cubicBezTo>
                      <a:pt x="3553" y="0"/>
                      <a:pt x="0" y="3896"/>
                      <a:pt x="0" y="8434"/>
                    </a:cubicBezTo>
                    <a:lnTo>
                      <a:pt x="0" y="8990"/>
                    </a:lnTo>
                    <a:cubicBezTo>
                      <a:pt x="0" y="13828"/>
                      <a:pt x="3553" y="17424"/>
                      <a:pt x="8434" y="17424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10920706" y="6330606"/>
                <a:ext cx="193056" cy="106214"/>
              </a:xfrm>
              <a:custGeom>
                <a:avLst/>
                <a:gdLst>
                  <a:gd name="connsiteX0" fmla="*/ 161293 w 193056"/>
                  <a:gd name="connsiteY0" fmla="*/ 19393 h 106214"/>
                  <a:gd name="connsiteX1" fmla="*/ 175035 w 193056"/>
                  <a:gd name="connsiteY1" fmla="*/ 73849 h 106214"/>
                  <a:gd name="connsiteX2" fmla="*/ 174222 w 193056"/>
                  <a:gd name="connsiteY2" fmla="*/ 84338 h 106214"/>
                  <a:gd name="connsiteX3" fmla="*/ 163947 w 193056"/>
                  <a:gd name="connsiteY3" fmla="*/ 88962 h 106214"/>
                  <a:gd name="connsiteX4" fmla="*/ 45788 w 193056"/>
                  <a:gd name="connsiteY4" fmla="*/ 88962 h 106214"/>
                  <a:gd name="connsiteX5" fmla="*/ 23441 w 193056"/>
                  <a:gd name="connsiteY5" fmla="*/ 88962 h 106214"/>
                  <a:gd name="connsiteX6" fmla="*/ 25539 w 193056"/>
                  <a:gd name="connsiteY6" fmla="*/ 69782 h 106214"/>
                  <a:gd name="connsiteX7" fmla="*/ 49941 w 193056"/>
                  <a:gd name="connsiteY7" fmla="*/ 6036 h 106214"/>
                  <a:gd name="connsiteX8" fmla="*/ 40608 w 193056"/>
                  <a:gd name="connsiteY8" fmla="*/ 1456 h 106214"/>
                  <a:gd name="connsiteX9" fmla="*/ 35257 w 193056"/>
                  <a:gd name="connsiteY9" fmla="*/ 0 h 106214"/>
                  <a:gd name="connsiteX10" fmla="*/ 280 w 193056"/>
                  <a:gd name="connsiteY10" fmla="*/ 95683 h 106214"/>
                  <a:gd name="connsiteX11" fmla="*/ 2035 w 193056"/>
                  <a:gd name="connsiteY11" fmla="*/ 103175 h 106214"/>
                  <a:gd name="connsiteX12" fmla="*/ 8457 w 193056"/>
                  <a:gd name="connsiteY12" fmla="*/ 106215 h 106214"/>
                  <a:gd name="connsiteX13" fmla="*/ 163947 w 193056"/>
                  <a:gd name="connsiteY13" fmla="*/ 106215 h 106214"/>
                  <a:gd name="connsiteX14" fmla="*/ 176234 w 193056"/>
                  <a:gd name="connsiteY14" fmla="*/ 103689 h 106214"/>
                  <a:gd name="connsiteX15" fmla="*/ 191346 w 193056"/>
                  <a:gd name="connsiteY15" fmla="*/ 90332 h 106214"/>
                  <a:gd name="connsiteX16" fmla="*/ 192202 w 193056"/>
                  <a:gd name="connsiteY16" fmla="*/ 73935 h 106214"/>
                  <a:gd name="connsiteX17" fmla="*/ 182570 w 193056"/>
                  <a:gd name="connsiteY17" fmla="*/ 35533 h 106214"/>
                  <a:gd name="connsiteX18" fmla="*/ 161293 w 193056"/>
                  <a:gd name="connsiteY18" fmla="*/ 19393 h 10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3056" h="106214">
                    <a:moveTo>
                      <a:pt x="161293" y="19393"/>
                    </a:moveTo>
                    <a:lnTo>
                      <a:pt x="175035" y="73849"/>
                    </a:lnTo>
                    <a:cubicBezTo>
                      <a:pt x="175035" y="77959"/>
                      <a:pt x="177005" y="81555"/>
                      <a:pt x="174222" y="84338"/>
                    </a:cubicBezTo>
                    <a:cubicBezTo>
                      <a:pt x="171353" y="87164"/>
                      <a:pt x="167800" y="88962"/>
                      <a:pt x="163947" y="88962"/>
                    </a:cubicBezTo>
                    <a:lnTo>
                      <a:pt x="45788" y="88962"/>
                    </a:lnTo>
                    <a:cubicBezTo>
                      <a:pt x="45788" y="88962"/>
                      <a:pt x="30804" y="88962"/>
                      <a:pt x="23441" y="88962"/>
                    </a:cubicBezTo>
                    <a:cubicBezTo>
                      <a:pt x="16591" y="88962"/>
                      <a:pt x="25539" y="69782"/>
                      <a:pt x="25539" y="69782"/>
                    </a:cubicBezTo>
                    <a:lnTo>
                      <a:pt x="49941" y="6036"/>
                    </a:lnTo>
                    <a:cubicBezTo>
                      <a:pt x="46730" y="4752"/>
                      <a:pt x="44119" y="2183"/>
                      <a:pt x="40608" y="1456"/>
                    </a:cubicBezTo>
                    <a:cubicBezTo>
                      <a:pt x="38767" y="1027"/>
                      <a:pt x="36884" y="771"/>
                      <a:pt x="35257" y="0"/>
                    </a:cubicBezTo>
                    <a:lnTo>
                      <a:pt x="280" y="95683"/>
                    </a:lnTo>
                    <a:cubicBezTo>
                      <a:pt x="-448" y="98252"/>
                      <a:pt x="280" y="100820"/>
                      <a:pt x="2035" y="103175"/>
                    </a:cubicBezTo>
                    <a:cubicBezTo>
                      <a:pt x="3576" y="105187"/>
                      <a:pt x="5631" y="106215"/>
                      <a:pt x="8457" y="106215"/>
                    </a:cubicBezTo>
                    <a:lnTo>
                      <a:pt x="163947" y="106215"/>
                    </a:lnTo>
                    <a:cubicBezTo>
                      <a:pt x="168057" y="106215"/>
                      <a:pt x="172424" y="105444"/>
                      <a:pt x="176234" y="103689"/>
                    </a:cubicBezTo>
                    <a:cubicBezTo>
                      <a:pt x="183940" y="100349"/>
                      <a:pt x="188007" y="98038"/>
                      <a:pt x="191346" y="90332"/>
                    </a:cubicBezTo>
                    <a:cubicBezTo>
                      <a:pt x="193358" y="86222"/>
                      <a:pt x="193530" y="79714"/>
                      <a:pt x="192202" y="73935"/>
                    </a:cubicBezTo>
                    <a:lnTo>
                      <a:pt x="182570" y="35533"/>
                    </a:lnTo>
                    <a:cubicBezTo>
                      <a:pt x="177518" y="19864"/>
                      <a:pt x="161293" y="19393"/>
                      <a:pt x="161293" y="19393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10904547" y="6292761"/>
                <a:ext cx="224159" cy="17424"/>
              </a:xfrm>
              <a:custGeom>
                <a:avLst/>
                <a:gdLst>
                  <a:gd name="connsiteX0" fmla="*/ 215725 w 224159"/>
                  <a:gd name="connsiteY0" fmla="*/ 0 h 17424"/>
                  <a:gd name="connsiteX1" fmla="*/ 8434 w 224159"/>
                  <a:gd name="connsiteY1" fmla="*/ 0 h 17424"/>
                  <a:gd name="connsiteX2" fmla="*/ 0 w 224159"/>
                  <a:gd name="connsiteY2" fmla="*/ 8434 h 17424"/>
                  <a:gd name="connsiteX3" fmla="*/ 0 w 224159"/>
                  <a:gd name="connsiteY3" fmla="*/ 8948 h 17424"/>
                  <a:gd name="connsiteX4" fmla="*/ 8434 w 224159"/>
                  <a:gd name="connsiteY4" fmla="*/ 17424 h 17424"/>
                  <a:gd name="connsiteX5" fmla="*/ 215725 w 224159"/>
                  <a:gd name="connsiteY5" fmla="*/ 17424 h 17424"/>
                  <a:gd name="connsiteX6" fmla="*/ 224159 w 224159"/>
                  <a:gd name="connsiteY6" fmla="*/ 8948 h 17424"/>
                  <a:gd name="connsiteX7" fmla="*/ 224159 w 224159"/>
                  <a:gd name="connsiteY7" fmla="*/ 8434 h 17424"/>
                  <a:gd name="connsiteX8" fmla="*/ 215725 w 224159"/>
                  <a:gd name="connsiteY8" fmla="*/ 0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4159" h="17424">
                    <a:moveTo>
                      <a:pt x="215725" y="0"/>
                    </a:moveTo>
                    <a:lnTo>
                      <a:pt x="8434" y="0"/>
                    </a:lnTo>
                    <a:cubicBezTo>
                      <a:pt x="3853" y="0"/>
                      <a:pt x="0" y="3853"/>
                      <a:pt x="0" y="8434"/>
                    </a:cubicBezTo>
                    <a:lnTo>
                      <a:pt x="0" y="8948"/>
                    </a:lnTo>
                    <a:cubicBezTo>
                      <a:pt x="0" y="13528"/>
                      <a:pt x="3853" y="17424"/>
                      <a:pt x="8434" y="17424"/>
                    </a:cubicBezTo>
                    <a:lnTo>
                      <a:pt x="215725" y="17424"/>
                    </a:lnTo>
                    <a:cubicBezTo>
                      <a:pt x="220306" y="17424"/>
                      <a:pt x="224159" y="13528"/>
                      <a:pt x="224159" y="8948"/>
                    </a:cubicBezTo>
                    <a:lnTo>
                      <a:pt x="224159" y="8434"/>
                    </a:lnTo>
                    <a:cubicBezTo>
                      <a:pt x="224159" y="3853"/>
                      <a:pt x="220306" y="0"/>
                      <a:pt x="215725" y="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11159704" y="6213485"/>
                <a:ext cx="120553" cy="118336"/>
              </a:xfrm>
              <a:custGeom>
                <a:avLst/>
                <a:gdLst>
                  <a:gd name="connsiteX0" fmla="*/ 53383 w 120553"/>
                  <a:gd name="connsiteY0" fmla="*/ 89765 h 118336"/>
                  <a:gd name="connsiteX1" fmla="*/ 61859 w 120553"/>
                  <a:gd name="connsiteY1" fmla="*/ 77436 h 118336"/>
                  <a:gd name="connsiteX2" fmla="*/ 104371 w 120553"/>
                  <a:gd name="connsiteY2" fmla="*/ 112755 h 118336"/>
                  <a:gd name="connsiteX3" fmla="*/ 116144 w 120553"/>
                  <a:gd name="connsiteY3" fmla="*/ 112027 h 118336"/>
                  <a:gd name="connsiteX4" fmla="*/ 118499 w 120553"/>
                  <a:gd name="connsiteY4" fmla="*/ 105606 h 118336"/>
                  <a:gd name="connsiteX5" fmla="*/ 115416 w 120553"/>
                  <a:gd name="connsiteY5" fmla="*/ 99698 h 118336"/>
                  <a:gd name="connsiteX6" fmla="*/ 82409 w 120553"/>
                  <a:gd name="connsiteY6" fmla="*/ 71785 h 118336"/>
                  <a:gd name="connsiteX7" fmla="*/ 112077 w 120553"/>
                  <a:gd name="connsiteY7" fmla="*/ 71785 h 118336"/>
                  <a:gd name="connsiteX8" fmla="*/ 120554 w 120553"/>
                  <a:gd name="connsiteY8" fmla="*/ 63308 h 118336"/>
                  <a:gd name="connsiteX9" fmla="*/ 120554 w 120553"/>
                  <a:gd name="connsiteY9" fmla="*/ 62880 h 118336"/>
                  <a:gd name="connsiteX10" fmla="*/ 112077 w 120553"/>
                  <a:gd name="connsiteY10" fmla="*/ 54446 h 118336"/>
                  <a:gd name="connsiteX11" fmla="*/ 69565 w 120553"/>
                  <a:gd name="connsiteY11" fmla="*/ 54446 h 118336"/>
                  <a:gd name="connsiteX12" fmla="*/ 70636 w 120553"/>
                  <a:gd name="connsiteY12" fmla="*/ 41860 h 118336"/>
                  <a:gd name="connsiteX13" fmla="*/ 70850 w 120553"/>
                  <a:gd name="connsiteY13" fmla="*/ 30857 h 118336"/>
                  <a:gd name="connsiteX14" fmla="*/ 109037 w 120553"/>
                  <a:gd name="connsiteY14" fmla="*/ 30857 h 118336"/>
                  <a:gd name="connsiteX15" fmla="*/ 117471 w 120553"/>
                  <a:gd name="connsiteY15" fmla="*/ 22381 h 118336"/>
                  <a:gd name="connsiteX16" fmla="*/ 117471 w 120553"/>
                  <a:gd name="connsiteY16" fmla="*/ 22167 h 118336"/>
                  <a:gd name="connsiteX17" fmla="*/ 109037 w 120553"/>
                  <a:gd name="connsiteY17" fmla="*/ 13690 h 118336"/>
                  <a:gd name="connsiteX18" fmla="*/ 28338 w 120553"/>
                  <a:gd name="connsiteY18" fmla="*/ 13690 h 118336"/>
                  <a:gd name="connsiteX19" fmla="*/ 28809 w 120553"/>
                  <a:gd name="connsiteY19" fmla="*/ 11935 h 118336"/>
                  <a:gd name="connsiteX20" fmla="*/ 28809 w 120553"/>
                  <a:gd name="connsiteY20" fmla="*/ 5256 h 118336"/>
                  <a:gd name="connsiteX21" fmla="*/ 24186 w 120553"/>
                  <a:gd name="connsiteY21" fmla="*/ 632 h 118336"/>
                  <a:gd name="connsiteX22" fmla="*/ 23715 w 120553"/>
                  <a:gd name="connsiteY22" fmla="*/ 632 h 118336"/>
                  <a:gd name="connsiteX23" fmla="*/ 12926 w 120553"/>
                  <a:gd name="connsiteY23" fmla="*/ 5256 h 118336"/>
                  <a:gd name="connsiteX24" fmla="*/ 7275 w 120553"/>
                  <a:gd name="connsiteY24" fmla="*/ 19341 h 118336"/>
                  <a:gd name="connsiteX25" fmla="*/ 15195 w 120553"/>
                  <a:gd name="connsiteY25" fmla="*/ 30857 h 118336"/>
                  <a:gd name="connsiteX26" fmla="*/ 53383 w 120553"/>
                  <a:gd name="connsiteY26" fmla="*/ 30857 h 118336"/>
                  <a:gd name="connsiteX27" fmla="*/ 53383 w 120553"/>
                  <a:gd name="connsiteY27" fmla="*/ 41860 h 118336"/>
                  <a:gd name="connsiteX28" fmla="*/ 52098 w 120553"/>
                  <a:gd name="connsiteY28" fmla="*/ 54446 h 118336"/>
                  <a:gd name="connsiteX29" fmla="*/ 9330 w 120553"/>
                  <a:gd name="connsiteY29" fmla="*/ 54446 h 118336"/>
                  <a:gd name="connsiteX30" fmla="*/ 853 w 120553"/>
                  <a:gd name="connsiteY30" fmla="*/ 62880 h 118336"/>
                  <a:gd name="connsiteX31" fmla="*/ 853 w 120553"/>
                  <a:gd name="connsiteY31" fmla="*/ 63394 h 118336"/>
                  <a:gd name="connsiteX32" fmla="*/ 9330 w 120553"/>
                  <a:gd name="connsiteY32" fmla="*/ 71870 h 118336"/>
                  <a:gd name="connsiteX33" fmla="*/ 44949 w 120553"/>
                  <a:gd name="connsiteY33" fmla="*/ 71870 h 118336"/>
                  <a:gd name="connsiteX34" fmla="*/ 39555 w 120553"/>
                  <a:gd name="connsiteY34" fmla="*/ 79320 h 118336"/>
                  <a:gd name="connsiteX35" fmla="*/ 5477 w 120553"/>
                  <a:gd name="connsiteY35" fmla="*/ 101624 h 118336"/>
                  <a:gd name="connsiteX36" fmla="*/ 383 w 120553"/>
                  <a:gd name="connsiteY36" fmla="*/ 112327 h 118336"/>
                  <a:gd name="connsiteX37" fmla="*/ 639 w 120553"/>
                  <a:gd name="connsiteY37" fmla="*/ 112841 h 118336"/>
                  <a:gd name="connsiteX38" fmla="*/ 5220 w 120553"/>
                  <a:gd name="connsiteY38" fmla="*/ 117721 h 118336"/>
                  <a:gd name="connsiteX39" fmla="*/ 11642 w 120553"/>
                  <a:gd name="connsiteY39" fmla="*/ 117978 h 118336"/>
                  <a:gd name="connsiteX40" fmla="*/ 53383 w 120553"/>
                  <a:gd name="connsiteY40" fmla="*/ 89765 h 11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0553" h="118336">
                    <a:moveTo>
                      <a:pt x="53383" y="89765"/>
                    </a:moveTo>
                    <a:cubicBezTo>
                      <a:pt x="56722" y="85955"/>
                      <a:pt x="59505" y="81845"/>
                      <a:pt x="61859" y="77436"/>
                    </a:cubicBezTo>
                    <a:lnTo>
                      <a:pt x="104371" y="112755"/>
                    </a:lnTo>
                    <a:cubicBezTo>
                      <a:pt x="107967" y="115880"/>
                      <a:pt x="113062" y="115324"/>
                      <a:pt x="116144" y="112027"/>
                    </a:cubicBezTo>
                    <a:cubicBezTo>
                      <a:pt x="117728" y="109972"/>
                      <a:pt x="118755" y="108131"/>
                      <a:pt x="118499" y="105606"/>
                    </a:cubicBezTo>
                    <a:cubicBezTo>
                      <a:pt x="118199" y="103251"/>
                      <a:pt x="117428" y="101539"/>
                      <a:pt x="115416" y="99698"/>
                    </a:cubicBezTo>
                    <a:lnTo>
                      <a:pt x="82409" y="71785"/>
                    </a:lnTo>
                    <a:lnTo>
                      <a:pt x="112077" y="71785"/>
                    </a:lnTo>
                    <a:cubicBezTo>
                      <a:pt x="116957" y="71785"/>
                      <a:pt x="120554" y="67889"/>
                      <a:pt x="120554" y="63308"/>
                    </a:cubicBezTo>
                    <a:lnTo>
                      <a:pt x="120554" y="62880"/>
                    </a:lnTo>
                    <a:cubicBezTo>
                      <a:pt x="120554" y="58256"/>
                      <a:pt x="116957" y="54446"/>
                      <a:pt x="112077" y="54446"/>
                    </a:cubicBezTo>
                    <a:lnTo>
                      <a:pt x="69565" y="54446"/>
                    </a:lnTo>
                    <a:cubicBezTo>
                      <a:pt x="70336" y="50336"/>
                      <a:pt x="70636" y="46226"/>
                      <a:pt x="70636" y="41860"/>
                    </a:cubicBezTo>
                    <a:lnTo>
                      <a:pt x="70850" y="30857"/>
                    </a:lnTo>
                    <a:lnTo>
                      <a:pt x="109037" y="30857"/>
                    </a:lnTo>
                    <a:cubicBezTo>
                      <a:pt x="113618" y="30857"/>
                      <a:pt x="117471" y="27047"/>
                      <a:pt x="117471" y="22381"/>
                    </a:cubicBezTo>
                    <a:lnTo>
                      <a:pt x="117471" y="22167"/>
                    </a:lnTo>
                    <a:cubicBezTo>
                      <a:pt x="117471" y="17543"/>
                      <a:pt x="113618" y="13690"/>
                      <a:pt x="109037" y="13690"/>
                    </a:cubicBezTo>
                    <a:lnTo>
                      <a:pt x="28338" y="13690"/>
                    </a:lnTo>
                    <a:lnTo>
                      <a:pt x="28809" y="11935"/>
                    </a:lnTo>
                    <a:cubicBezTo>
                      <a:pt x="29837" y="9623"/>
                      <a:pt x="29837" y="7311"/>
                      <a:pt x="28809" y="5256"/>
                    </a:cubicBezTo>
                    <a:cubicBezTo>
                      <a:pt x="28039" y="3201"/>
                      <a:pt x="26240" y="1446"/>
                      <a:pt x="24186" y="632"/>
                    </a:cubicBezTo>
                    <a:lnTo>
                      <a:pt x="23715" y="632"/>
                    </a:lnTo>
                    <a:cubicBezTo>
                      <a:pt x="19562" y="-1123"/>
                      <a:pt x="14467" y="889"/>
                      <a:pt x="12926" y="5256"/>
                    </a:cubicBezTo>
                    <a:lnTo>
                      <a:pt x="7275" y="19341"/>
                    </a:lnTo>
                    <a:cubicBezTo>
                      <a:pt x="5220" y="24949"/>
                      <a:pt x="9073" y="30857"/>
                      <a:pt x="15195" y="30857"/>
                    </a:cubicBezTo>
                    <a:lnTo>
                      <a:pt x="53383" y="30857"/>
                    </a:lnTo>
                    <a:lnTo>
                      <a:pt x="53383" y="41860"/>
                    </a:lnTo>
                    <a:cubicBezTo>
                      <a:pt x="53383" y="46226"/>
                      <a:pt x="52826" y="50550"/>
                      <a:pt x="52098" y="54446"/>
                    </a:cubicBezTo>
                    <a:lnTo>
                      <a:pt x="9330" y="54446"/>
                    </a:lnTo>
                    <a:cubicBezTo>
                      <a:pt x="4706" y="54446"/>
                      <a:pt x="853" y="58256"/>
                      <a:pt x="853" y="62880"/>
                    </a:cubicBezTo>
                    <a:lnTo>
                      <a:pt x="853" y="63394"/>
                    </a:lnTo>
                    <a:cubicBezTo>
                      <a:pt x="853" y="68017"/>
                      <a:pt x="4706" y="71870"/>
                      <a:pt x="9330" y="71870"/>
                    </a:cubicBezTo>
                    <a:lnTo>
                      <a:pt x="44949" y="71870"/>
                    </a:lnTo>
                    <a:cubicBezTo>
                      <a:pt x="43365" y="74396"/>
                      <a:pt x="41653" y="76965"/>
                      <a:pt x="39555" y="79320"/>
                    </a:cubicBezTo>
                    <a:cubicBezTo>
                      <a:pt x="31378" y="88267"/>
                      <a:pt x="19819" y="95930"/>
                      <a:pt x="5477" y="101624"/>
                    </a:cubicBezTo>
                    <a:cubicBezTo>
                      <a:pt x="1110" y="103636"/>
                      <a:pt x="-902" y="108003"/>
                      <a:pt x="383" y="112327"/>
                    </a:cubicBezTo>
                    <a:lnTo>
                      <a:pt x="639" y="112841"/>
                    </a:lnTo>
                    <a:cubicBezTo>
                      <a:pt x="1410" y="115153"/>
                      <a:pt x="3165" y="116737"/>
                      <a:pt x="5220" y="117721"/>
                    </a:cubicBezTo>
                    <a:cubicBezTo>
                      <a:pt x="7275" y="118492"/>
                      <a:pt x="9587" y="118492"/>
                      <a:pt x="11642" y="117978"/>
                    </a:cubicBezTo>
                    <a:cubicBezTo>
                      <a:pt x="29794" y="110529"/>
                      <a:pt x="43622" y="101324"/>
                      <a:pt x="53383" y="89765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11291217" y="6218441"/>
                <a:ext cx="96282" cy="110367"/>
              </a:xfrm>
              <a:custGeom>
                <a:avLst/>
                <a:gdLst>
                  <a:gd name="connsiteX0" fmla="*/ 88362 w 96282"/>
                  <a:gd name="connsiteY0" fmla="*/ 8220 h 110367"/>
                  <a:gd name="connsiteX1" fmla="*/ 68883 w 96282"/>
                  <a:gd name="connsiteY1" fmla="*/ 0 h 110367"/>
                  <a:gd name="connsiteX2" fmla="*/ 27142 w 96282"/>
                  <a:gd name="connsiteY2" fmla="*/ 0 h 110367"/>
                  <a:gd name="connsiteX3" fmla="*/ 2055 w 96282"/>
                  <a:gd name="connsiteY3" fmla="*/ 16910 h 110367"/>
                  <a:gd name="connsiteX4" fmla="*/ 0 w 96282"/>
                  <a:gd name="connsiteY4" fmla="*/ 27399 h 110367"/>
                  <a:gd name="connsiteX5" fmla="*/ 0 w 96282"/>
                  <a:gd name="connsiteY5" fmla="*/ 83011 h 110367"/>
                  <a:gd name="connsiteX6" fmla="*/ 27142 w 96282"/>
                  <a:gd name="connsiteY6" fmla="*/ 110367 h 110367"/>
                  <a:gd name="connsiteX7" fmla="*/ 68883 w 96282"/>
                  <a:gd name="connsiteY7" fmla="*/ 110367 h 110367"/>
                  <a:gd name="connsiteX8" fmla="*/ 79415 w 96282"/>
                  <a:gd name="connsiteY8" fmla="*/ 108056 h 110367"/>
                  <a:gd name="connsiteX9" fmla="*/ 96282 w 96282"/>
                  <a:gd name="connsiteY9" fmla="*/ 82968 h 110367"/>
                  <a:gd name="connsiteX10" fmla="*/ 96282 w 96282"/>
                  <a:gd name="connsiteY10" fmla="*/ 27399 h 110367"/>
                  <a:gd name="connsiteX11" fmla="*/ 88362 w 96282"/>
                  <a:gd name="connsiteY11" fmla="*/ 8220 h 110367"/>
                  <a:gd name="connsiteX12" fmla="*/ 79158 w 96282"/>
                  <a:gd name="connsiteY12" fmla="*/ 83054 h 110367"/>
                  <a:gd name="connsiteX13" fmla="*/ 79072 w 96282"/>
                  <a:gd name="connsiteY13" fmla="*/ 101848 h 110367"/>
                  <a:gd name="connsiteX14" fmla="*/ 63617 w 96282"/>
                  <a:gd name="connsiteY14" fmla="*/ 93072 h 110367"/>
                  <a:gd name="connsiteX15" fmla="*/ 27142 w 96282"/>
                  <a:gd name="connsiteY15" fmla="*/ 93072 h 110367"/>
                  <a:gd name="connsiteX16" fmla="*/ 16868 w 96282"/>
                  <a:gd name="connsiteY16" fmla="*/ 83054 h 110367"/>
                  <a:gd name="connsiteX17" fmla="*/ 16868 w 96282"/>
                  <a:gd name="connsiteY17" fmla="*/ 27399 h 110367"/>
                  <a:gd name="connsiteX18" fmla="*/ 19693 w 96282"/>
                  <a:gd name="connsiteY18" fmla="*/ 20250 h 110367"/>
                  <a:gd name="connsiteX19" fmla="*/ 27142 w 96282"/>
                  <a:gd name="connsiteY19" fmla="*/ 17424 h 110367"/>
                  <a:gd name="connsiteX20" fmla="*/ 68883 w 96282"/>
                  <a:gd name="connsiteY20" fmla="*/ 17424 h 110367"/>
                  <a:gd name="connsiteX21" fmla="*/ 76075 w 96282"/>
                  <a:gd name="connsiteY21" fmla="*/ 20250 h 110367"/>
                  <a:gd name="connsiteX22" fmla="*/ 79158 w 96282"/>
                  <a:gd name="connsiteY22" fmla="*/ 27399 h 110367"/>
                  <a:gd name="connsiteX23" fmla="*/ 79158 w 96282"/>
                  <a:gd name="connsiteY23" fmla="*/ 83054 h 11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82" h="110367">
                    <a:moveTo>
                      <a:pt x="88362" y="8220"/>
                    </a:moveTo>
                    <a:cubicBezTo>
                      <a:pt x="83268" y="3125"/>
                      <a:pt x="76332" y="0"/>
                      <a:pt x="68883" y="0"/>
                    </a:cubicBezTo>
                    <a:lnTo>
                      <a:pt x="27142" y="0"/>
                    </a:lnTo>
                    <a:cubicBezTo>
                      <a:pt x="15883" y="0"/>
                      <a:pt x="6379" y="6935"/>
                      <a:pt x="2055" y="16910"/>
                    </a:cubicBezTo>
                    <a:cubicBezTo>
                      <a:pt x="471" y="20250"/>
                      <a:pt x="0" y="23846"/>
                      <a:pt x="0" y="27399"/>
                    </a:cubicBezTo>
                    <a:lnTo>
                      <a:pt x="0" y="83011"/>
                    </a:lnTo>
                    <a:cubicBezTo>
                      <a:pt x="0" y="98123"/>
                      <a:pt x="11987" y="110367"/>
                      <a:pt x="27142" y="110367"/>
                    </a:cubicBezTo>
                    <a:lnTo>
                      <a:pt x="68883" y="110367"/>
                    </a:lnTo>
                    <a:cubicBezTo>
                      <a:pt x="72736" y="110367"/>
                      <a:pt x="76075" y="109640"/>
                      <a:pt x="79415" y="108056"/>
                    </a:cubicBezTo>
                    <a:cubicBezTo>
                      <a:pt x="89647" y="103732"/>
                      <a:pt x="96282" y="94227"/>
                      <a:pt x="96282" y="82968"/>
                    </a:cubicBezTo>
                    <a:lnTo>
                      <a:pt x="96282" y="27399"/>
                    </a:lnTo>
                    <a:cubicBezTo>
                      <a:pt x="96282" y="19993"/>
                      <a:pt x="93457" y="13314"/>
                      <a:pt x="88362" y="8220"/>
                    </a:cubicBezTo>
                    <a:close/>
                    <a:moveTo>
                      <a:pt x="79158" y="83054"/>
                    </a:moveTo>
                    <a:lnTo>
                      <a:pt x="79072" y="101848"/>
                    </a:lnTo>
                    <a:cubicBezTo>
                      <a:pt x="79072" y="101848"/>
                      <a:pt x="70724" y="93072"/>
                      <a:pt x="63617" y="93072"/>
                    </a:cubicBezTo>
                    <a:lnTo>
                      <a:pt x="27142" y="93072"/>
                    </a:lnTo>
                    <a:cubicBezTo>
                      <a:pt x="21277" y="93072"/>
                      <a:pt x="16868" y="88962"/>
                      <a:pt x="16868" y="83054"/>
                    </a:cubicBezTo>
                    <a:lnTo>
                      <a:pt x="16868" y="27399"/>
                    </a:lnTo>
                    <a:cubicBezTo>
                      <a:pt x="16868" y="24616"/>
                      <a:pt x="17895" y="22048"/>
                      <a:pt x="19693" y="20250"/>
                    </a:cubicBezTo>
                    <a:cubicBezTo>
                      <a:pt x="21748" y="18452"/>
                      <a:pt x="24060" y="17424"/>
                      <a:pt x="27142" y="17424"/>
                    </a:cubicBezTo>
                    <a:lnTo>
                      <a:pt x="68883" y="17424"/>
                    </a:lnTo>
                    <a:cubicBezTo>
                      <a:pt x="71923" y="17424"/>
                      <a:pt x="74277" y="18452"/>
                      <a:pt x="76075" y="20250"/>
                    </a:cubicBezTo>
                    <a:cubicBezTo>
                      <a:pt x="78344" y="22048"/>
                      <a:pt x="79158" y="24616"/>
                      <a:pt x="79158" y="27399"/>
                    </a:cubicBezTo>
                    <a:lnTo>
                      <a:pt x="79158" y="83054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11203968" y="6382708"/>
                <a:ext cx="137894" cy="17124"/>
              </a:xfrm>
              <a:custGeom>
                <a:avLst/>
                <a:gdLst>
                  <a:gd name="connsiteX0" fmla="*/ 0 w 137894"/>
                  <a:gd name="connsiteY0" fmla="*/ 0 h 17124"/>
                  <a:gd name="connsiteX1" fmla="*/ 214 w 137894"/>
                  <a:gd name="connsiteY1" fmla="*/ 17124 h 17124"/>
                  <a:gd name="connsiteX2" fmla="*/ 137809 w 137894"/>
                  <a:gd name="connsiteY2" fmla="*/ 17124 h 17124"/>
                  <a:gd name="connsiteX3" fmla="*/ 137895 w 137894"/>
                  <a:gd name="connsiteY3" fmla="*/ 0 h 17124"/>
                  <a:gd name="connsiteX4" fmla="*/ 0 w 137894"/>
                  <a:gd name="connsiteY4" fmla="*/ 0 h 1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894" h="17124">
                    <a:moveTo>
                      <a:pt x="0" y="0"/>
                    </a:moveTo>
                    <a:cubicBezTo>
                      <a:pt x="0" y="43"/>
                      <a:pt x="214" y="17124"/>
                      <a:pt x="214" y="17124"/>
                    </a:cubicBezTo>
                    <a:lnTo>
                      <a:pt x="137809" y="17124"/>
                    </a:lnTo>
                    <a:lnTo>
                      <a:pt x="1378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11173615" y="6340153"/>
                <a:ext cx="198729" cy="102746"/>
              </a:xfrm>
              <a:custGeom>
                <a:avLst/>
                <a:gdLst>
                  <a:gd name="connsiteX0" fmla="*/ 182376 w 198729"/>
                  <a:gd name="connsiteY0" fmla="*/ 2269 h 102746"/>
                  <a:gd name="connsiteX1" fmla="*/ 172101 w 198729"/>
                  <a:gd name="connsiteY1" fmla="*/ 0 h 102746"/>
                  <a:gd name="connsiteX2" fmla="*/ 26885 w 198729"/>
                  <a:gd name="connsiteY2" fmla="*/ 0 h 102746"/>
                  <a:gd name="connsiteX3" fmla="*/ 16654 w 198729"/>
                  <a:gd name="connsiteY3" fmla="*/ 2269 h 102746"/>
                  <a:gd name="connsiteX4" fmla="*/ 0 w 198729"/>
                  <a:gd name="connsiteY4" fmla="*/ 27399 h 102746"/>
                  <a:gd name="connsiteX5" fmla="*/ 0 w 198729"/>
                  <a:gd name="connsiteY5" fmla="*/ 75262 h 102746"/>
                  <a:gd name="connsiteX6" fmla="*/ 16654 w 198729"/>
                  <a:gd name="connsiteY6" fmla="*/ 100692 h 102746"/>
                  <a:gd name="connsiteX7" fmla="*/ 26885 w 198729"/>
                  <a:gd name="connsiteY7" fmla="*/ 102747 h 102746"/>
                  <a:gd name="connsiteX8" fmla="*/ 135968 w 198729"/>
                  <a:gd name="connsiteY8" fmla="*/ 102747 h 102746"/>
                  <a:gd name="connsiteX9" fmla="*/ 166921 w 198729"/>
                  <a:gd name="connsiteY9" fmla="*/ 85580 h 102746"/>
                  <a:gd name="connsiteX10" fmla="*/ 26885 w 198729"/>
                  <a:gd name="connsiteY10" fmla="*/ 85580 h 102746"/>
                  <a:gd name="connsiteX11" fmla="*/ 19993 w 198729"/>
                  <a:gd name="connsiteY11" fmla="*/ 82754 h 102746"/>
                  <a:gd name="connsiteX12" fmla="*/ 17167 w 198729"/>
                  <a:gd name="connsiteY12" fmla="*/ 75262 h 102746"/>
                  <a:gd name="connsiteX13" fmla="*/ 17167 w 198729"/>
                  <a:gd name="connsiteY13" fmla="*/ 27442 h 102746"/>
                  <a:gd name="connsiteX14" fmla="*/ 19993 w 198729"/>
                  <a:gd name="connsiteY14" fmla="*/ 19993 h 102746"/>
                  <a:gd name="connsiteX15" fmla="*/ 26885 w 198729"/>
                  <a:gd name="connsiteY15" fmla="*/ 17167 h 102746"/>
                  <a:gd name="connsiteX16" fmla="*/ 172101 w 198729"/>
                  <a:gd name="connsiteY16" fmla="*/ 17167 h 102746"/>
                  <a:gd name="connsiteX17" fmla="*/ 178994 w 198729"/>
                  <a:gd name="connsiteY17" fmla="*/ 19993 h 102746"/>
                  <a:gd name="connsiteX18" fmla="*/ 181819 w 198729"/>
                  <a:gd name="connsiteY18" fmla="*/ 27442 h 102746"/>
                  <a:gd name="connsiteX19" fmla="*/ 181819 w 198729"/>
                  <a:gd name="connsiteY19" fmla="*/ 75305 h 102746"/>
                  <a:gd name="connsiteX20" fmla="*/ 166621 w 198729"/>
                  <a:gd name="connsiteY20" fmla="*/ 102747 h 102746"/>
                  <a:gd name="connsiteX21" fmla="*/ 198729 w 198729"/>
                  <a:gd name="connsiteY21" fmla="*/ 75305 h 102746"/>
                  <a:gd name="connsiteX22" fmla="*/ 198729 w 198729"/>
                  <a:gd name="connsiteY22" fmla="*/ 27442 h 102746"/>
                  <a:gd name="connsiteX23" fmla="*/ 182376 w 198729"/>
                  <a:gd name="connsiteY23" fmla="*/ 2269 h 10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729" h="102746">
                    <a:moveTo>
                      <a:pt x="182376" y="2269"/>
                    </a:moveTo>
                    <a:cubicBezTo>
                      <a:pt x="179036" y="771"/>
                      <a:pt x="175997" y="0"/>
                      <a:pt x="172101" y="0"/>
                    </a:cubicBezTo>
                    <a:lnTo>
                      <a:pt x="26885" y="0"/>
                    </a:lnTo>
                    <a:cubicBezTo>
                      <a:pt x="23032" y="0"/>
                      <a:pt x="19993" y="771"/>
                      <a:pt x="16654" y="2269"/>
                    </a:cubicBezTo>
                    <a:cubicBezTo>
                      <a:pt x="6636" y="6636"/>
                      <a:pt x="0" y="16354"/>
                      <a:pt x="0" y="27399"/>
                    </a:cubicBezTo>
                    <a:lnTo>
                      <a:pt x="0" y="75262"/>
                    </a:lnTo>
                    <a:cubicBezTo>
                      <a:pt x="0" y="86564"/>
                      <a:pt x="6679" y="96068"/>
                      <a:pt x="16654" y="100692"/>
                    </a:cubicBezTo>
                    <a:cubicBezTo>
                      <a:pt x="19993" y="101934"/>
                      <a:pt x="23032" y="102747"/>
                      <a:pt x="26885" y="102747"/>
                    </a:cubicBezTo>
                    <a:lnTo>
                      <a:pt x="135968" y="102747"/>
                    </a:lnTo>
                    <a:cubicBezTo>
                      <a:pt x="159771" y="102747"/>
                      <a:pt x="166921" y="85580"/>
                      <a:pt x="166921" y="85580"/>
                    </a:cubicBezTo>
                    <a:lnTo>
                      <a:pt x="26885" y="85580"/>
                    </a:lnTo>
                    <a:cubicBezTo>
                      <a:pt x="24317" y="85580"/>
                      <a:pt x="22005" y="84552"/>
                      <a:pt x="19993" y="82754"/>
                    </a:cubicBezTo>
                    <a:cubicBezTo>
                      <a:pt x="18195" y="80913"/>
                      <a:pt x="17167" y="78345"/>
                      <a:pt x="17167" y="75262"/>
                    </a:cubicBezTo>
                    <a:lnTo>
                      <a:pt x="17167" y="27442"/>
                    </a:lnTo>
                    <a:cubicBezTo>
                      <a:pt x="17167" y="24360"/>
                      <a:pt x="18195" y="22048"/>
                      <a:pt x="19993" y="19993"/>
                    </a:cubicBezTo>
                    <a:cubicBezTo>
                      <a:pt x="22005" y="18238"/>
                      <a:pt x="24360" y="17167"/>
                      <a:pt x="26885" y="17167"/>
                    </a:cubicBezTo>
                    <a:lnTo>
                      <a:pt x="172101" y="17167"/>
                    </a:lnTo>
                    <a:cubicBezTo>
                      <a:pt x="174670" y="17167"/>
                      <a:pt x="176981" y="18238"/>
                      <a:pt x="178994" y="19993"/>
                    </a:cubicBezTo>
                    <a:cubicBezTo>
                      <a:pt x="180792" y="22048"/>
                      <a:pt x="181819" y="24360"/>
                      <a:pt x="181819" y="27442"/>
                    </a:cubicBezTo>
                    <a:lnTo>
                      <a:pt x="181819" y="75305"/>
                    </a:lnTo>
                    <a:cubicBezTo>
                      <a:pt x="181819" y="76461"/>
                      <a:pt x="183317" y="93628"/>
                      <a:pt x="166621" y="102747"/>
                    </a:cubicBezTo>
                    <a:cubicBezTo>
                      <a:pt x="169875" y="102576"/>
                      <a:pt x="196846" y="100906"/>
                      <a:pt x="198729" y="75305"/>
                    </a:cubicBezTo>
                    <a:lnTo>
                      <a:pt x="198729" y="27442"/>
                    </a:lnTo>
                    <a:cubicBezTo>
                      <a:pt x="198772" y="16397"/>
                      <a:pt x="192393" y="6679"/>
                      <a:pt x="182376" y="2269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11418348" y="6381894"/>
                <a:ext cx="34186" cy="55644"/>
              </a:xfrm>
              <a:custGeom>
                <a:avLst/>
                <a:gdLst>
                  <a:gd name="connsiteX0" fmla="*/ 33796 w 34186"/>
                  <a:gd name="connsiteY0" fmla="*/ 10660 h 55644"/>
                  <a:gd name="connsiteX1" fmla="*/ 16115 w 34186"/>
                  <a:gd name="connsiteY1" fmla="*/ 51930 h 55644"/>
                  <a:gd name="connsiteX2" fmla="*/ 10464 w 34186"/>
                  <a:gd name="connsiteY2" fmla="*/ 55483 h 55644"/>
                  <a:gd name="connsiteX3" fmla="*/ 3871 w 34186"/>
                  <a:gd name="connsiteY3" fmla="*/ 53942 h 55644"/>
                  <a:gd name="connsiteX4" fmla="*/ 3272 w 34186"/>
                  <a:gd name="connsiteY4" fmla="*/ 53642 h 55644"/>
                  <a:gd name="connsiteX5" fmla="*/ 1217 w 34186"/>
                  <a:gd name="connsiteY5" fmla="*/ 42426 h 55644"/>
                  <a:gd name="connsiteX6" fmla="*/ 10464 w 34186"/>
                  <a:gd name="connsiteY6" fmla="*/ 25216 h 55644"/>
                  <a:gd name="connsiteX7" fmla="*/ 17143 w 34186"/>
                  <a:gd name="connsiteY7" fmla="*/ 6250 h 55644"/>
                  <a:gd name="connsiteX8" fmla="*/ 26861 w 34186"/>
                  <a:gd name="connsiteY8" fmla="*/ 128 h 55644"/>
                  <a:gd name="connsiteX9" fmla="*/ 27417 w 34186"/>
                  <a:gd name="connsiteY9" fmla="*/ 128 h 55644"/>
                  <a:gd name="connsiteX10" fmla="*/ 33026 w 34186"/>
                  <a:gd name="connsiteY10" fmla="*/ 3981 h 55644"/>
                  <a:gd name="connsiteX11" fmla="*/ 33796 w 34186"/>
                  <a:gd name="connsiteY11" fmla="*/ 10660 h 5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86" h="55644">
                    <a:moveTo>
                      <a:pt x="33796" y="10660"/>
                    </a:moveTo>
                    <a:cubicBezTo>
                      <a:pt x="30243" y="25515"/>
                      <a:pt x="24078" y="38787"/>
                      <a:pt x="16115" y="51930"/>
                    </a:cubicBezTo>
                    <a:cubicBezTo>
                      <a:pt x="14831" y="53642"/>
                      <a:pt x="13033" y="55226"/>
                      <a:pt x="10464" y="55483"/>
                    </a:cubicBezTo>
                    <a:cubicBezTo>
                      <a:pt x="8152" y="55997"/>
                      <a:pt x="5841" y="55226"/>
                      <a:pt x="3871" y="53942"/>
                    </a:cubicBezTo>
                    <a:lnTo>
                      <a:pt x="3272" y="53642"/>
                    </a:lnTo>
                    <a:cubicBezTo>
                      <a:pt x="-25" y="51116"/>
                      <a:pt x="-1052" y="46236"/>
                      <a:pt x="1217" y="42426"/>
                    </a:cubicBezTo>
                    <a:cubicBezTo>
                      <a:pt x="4813" y="37032"/>
                      <a:pt x="7896" y="31124"/>
                      <a:pt x="10464" y="25216"/>
                    </a:cubicBezTo>
                    <a:cubicBezTo>
                      <a:pt x="13290" y="19308"/>
                      <a:pt x="15345" y="13186"/>
                      <a:pt x="17143" y="6250"/>
                    </a:cubicBezTo>
                    <a:cubicBezTo>
                      <a:pt x="18170" y="2140"/>
                      <a:pt x="22537" y="-642"/>
                      <a:pt x="26861" y="128"/>
                    </a:cubicBezTo>
                    <a:lnTo>
                      <a:pt x="27417" y="128"/>
                    </a:lnTo>
                    <a:cubicBezTo>
                      <a:pt x="29686" y="642"/>
                      <a:pt x="31485" y="2140"/>
                      <a:pt x="33026" y="3981"/>
                    </a:cubicBezTo>
                    <a:cubicBezTo>
                      <a:pt x="34053" y="6079"/>
                      <a:pt x="34610" y="8348"/>
                      <a:pt x="33796" y="1066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11419351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7 w 103517"/>
                  <a:gd name="connsiteY1" fmla="*/ 14599 h 95254"/>
                  <a:gd name="connsiteX2" fmla="*/ 103517 w 103517"/>
                  <a:gd name="connsiteY2" fmla="*/ 15155 h 95254"/>
                  <a:gd name="connsiteX3" fmla="*/ 95084 w 103517"/>
                  <a:gd name="connsiteY3" fmla="*/ 23589 h 95254"/>
                  <a:gd name="connsiteX4" fmla="*/ 60492 w 103517"/>
                  <a:gd name="connsiteY4" fmla="*/ 23589 h 95254"/>
                  <a:gd name="connsiteX5" fmla="*/ 60492 w 103517"/>
                  <a:gd name="connsiteY5" fmla="*/ 36133 h 95254"/>
                  <a:gd name="connsiteX6" fmla="*/ 92986 w 103517"/>
                  <a:gd name="connsiteY6" fmla="*/ 36133 h 95254"/>
                  <a:gd name="connsiteX7" fmla="*/ 101505 w 103517"/>
                  <a:gd name="connsiteY7" fmla="*/ 44566 h 95254"/>
                  <a:gd name="connsiteX8" fmla="*/ 101505 w 103517"/>
                  <a:gd name="connsiteY8" fmla="*/ 44823 h 95254"/>
                  <a:gd name="connsiteX9" fmla="*/ 92986 w 103517"/>
                  <a:gd name="connsiteY9" fmla="*/ 53257 h 95254"/>
                  <a:gd name="connsiteX10" fmla="*/ 60492 w 103517"/>
                  <a:gd name="connsiteY10" fmla="*/ 53257 h 95254"/>
                  <a:gd name="connsiteX11" fmla="*/ 60492 w 103517"/>
                  <a:gd name="connsiteY11" fmla="*/ 66143 h 95254"/>
                  <a:gd name="connsiteX12" fmla="*/ 95084 w 103517"/>
                  <a:gd name="connsiteY12" fmla="*/ 66143 h 95254"/>
                  <a:gd name="connsiteX13" fmla="*/ 103517 w 103517"/>
                  <a:gd name="connsiteY13" fmla="*/ 74577 h 95254"/>
                  <a:gd name="connsiteX14" fmla="*/ 103517 w 103517"/>
                  <a:gd name="connsiteY14" fmla="*/ 74791 h 95254"/>
                  <a:gd name="connsiteX15" fmla="*/ 95084 w 103517"/>
                  <a:gd name="connsiteY15" fmla="*/ 83268 h 95254"/>
                  <a:gd name="connsiteX16" fmla="*/ 60492 w 103517"/>
                  <a:gd name="connsiteY16" fmla="*/ 83268 h 95254"/>
                  <a:gd name="connsiteX17" fmla="*/ 40628 w 103517"/>
                  <a:gd name="connsiteY17" fmla="*/ 95255 h 95254"/>
                  <a:gd name="connsiteX18" fmla="*/ 43325 w 103517"/>
                  <a:gd name="connsiteY18" fmla="*/ 83268 h 95254"/>
                  <a:gd name="connsiteX19" fmla="*/ 8477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77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88 w 103517"/>
                  <a:gd name="connsiteY25" fmla="*/ 53257 h 95254"/>
                  <a:gd name="connsiteX26" fmla="*/ 2269 w 103517"/>
                  <a:gd name="connsiteY26" fmla="*/ 44823 h 95254"/>
                  <a:gd name="connsiteX27" fmla="*/ 2269 w 103517"/>
                  <a:gd name="connsiteY27" fmla="*/ 44566 h 95254"/>
                  <a:gd name="connsiteX28" fmla="*/ 10788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77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77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93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664" y="6165"/>
                      <a:pt x="103517" y="10275"/>
                      <a:pt x="103517" y="14599"/>
                    </a:cubicBezTo>
                    <a:lnTo>
                      <a:pt x="103517" y="15155"/>
                    </a:lnTo>
                    <a:cubicBezTo>
                      <a:pt x="103517" y="19779"/>
                      <a:pt x="99664" y="23589"/>
                      <a:pt x="95084" y="23589"/>
                    </a:cubicBezTo>
                    <a:lnTo>
                      <a:pt x="60492" y="23589"/>
                    </a:lnTo>
                    <a:lnTo>
                      <a:pt x="60492" y="36133"/>
                    </a:lnTo>
                    <a:lnTo>
                      <a:pt x="92986" y="36133"/>
                    </a:lnTo>
                    <a:cubicBezTo>
                      <a:pt x="97609" y="36133"/>
                      <a:pt x="101505" y="39729"/>
                      <a:pt x="101505" y="44566"/>
                    </a:cubicBezTo>
                    <a:lnTo>
                      <a:pt x="101505" y="44823"/>
                    </a:lnTo>
                    <a:cubicBezTo>
                      <a:pt x="101505" y="49447"/>
                      <a:pt x="97652" y="53257"/>
                      <a:pt x="92986" y="53257"/>
                    </a:cubicBezTo>
                    <a:lnTo>
                      <a:pt x="60492" y="53257"/>
                    </a:lnTo>
                    <a:lnTo>
                      <a:pt x="60492" y="66143"/>
                    </a:lnTo>
                    <a:lnTo>
                      <a:pt x="95084" y="66143"/>
                    </a:lnTo>
                    <a:cubicBezTo>
                      <a:pt x="99664" y="66143"/>
                      <a:pt x="103517" y="69954"/>
                      <a:pt x="103517" y="74577"/>
                    </a:cubicBezTo>
                    <a:lnTo>
                      <a:pt x="103517" y="74791"/>
                    </a:lnTo>
                    <a:cubicBezTo>
                      <a:pt x="103517" y="79458"/>
                      <a:pt x="99664" y="83268"/>
                      <a:pt x="95084" y="83268"/>
                    </a:cubicBezTo>
                    <a:lnTo>
                      <a:pt x="60492" y="83268"/>
                    </a:lnTo>
                    <a:cubicBezTo>
                      <a:pt x="60492" y="83268"/>
                      <a:pt x="54028" y="95255"/>
                      <a:pt x="40628" y="95255"/>
                    </a:cubicBezTo>
                    <a:cubicBezTo>
                      <a:pt x="37117" y="95255"/>
                      <a:pt x="44909" y="88790"/>
                      <a:pt x="43325" y="83268"/>
                    </a:cubicBezTo>
                    <a:lnTo>
                      <a:pt x="8477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10" y="66143"/>
                      <a:pt x="8477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88" y="53257"/>
                    </a:lnTo>
                    <a:cubicBezTo>
                      <a:pt x="6165" y="53257"/>
                      <a:pt x="2269" y="49447"/>
                      <a:pt x="2269" y="44823"/>
                    </a:cubicBezTo>
                    <a:lnTo>
                      <a:pt x="2269" y="44566"/>
                    </a:lnTo>
                    <a:cubicBezTo>
                      <a:pt x="2269" y="39729"/>
                      <a:pt x="6165" y="36133"/>
                      <a:pt x="10788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77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10" y="6165"/>
                      <a:pt x="8477" y="6165"/>
                    </a:cubicBezTo>
                    <a:lnTo>
                      <a:pt x="43539" y="6165"/>
                    </a:lnTo>
                    <a:cubicBezTo>
                      <a:pt x="44566" y="2868"/>
                      <a:pt x="47692" y="0"/>
                      <a:pt x="51716" y="0"/>
                    </a:cubicBezTo>
                    <a:lnTo>
                      <a:pt x="52016" y="0"/>
                    </a:lnTo>
                    <a:cubicBezTo>
                      <a:pt x="55869" y="0"/>
                      <a:pt x="59165" y="2826"/>
                      <a:pt x="60193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11536568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8 w 103517"/>
                  <a:gd name="connsiteY1" fmla="*/ 14599 h 95254"/>
                  <a:gd name="connsiteX2" fmla="*/ 103518 w 103517"/>
                  <a:gd name="connsiteY2" fmla="*/ 15155 h 95254"/>
                  <a:gd name="connsiteX3" fmla="*/ 95084 w 103517"/>
                  <a:gd name="connsiteY3" fmla="*/ 23589 h 95254"/>
                  <a:gd name="connsiteX4" fmla="*/ 60449 w 103517"/>
                  <a:gd name="connsiteY4" fmla="*/ 23589 h 95254"/>
                  <a:gd name="connsiteX5" fmla="*/ 60449 w 103517"/>
                  <a:gd name="connsiteY5" fmla="*/ 36133 h 95254"/>
                  <a:gd name="connsiteX6" fmla="*/ 92986 w 103517"/>
                  <a:gd name="connsiteY6" fmla="*/ 36133 h 95254"/>
                  <a:gd name="connsiteX7" fmla="*/ 101463 w 103517"/>
                  <a:gd name="connsiteY7" fmla="*/ 44566 h 95254"/>
                  <a:gd name="connsiteX8" fmla="*/ 101463 w 103517"/>
                  <a:gd name="connsiteY8" fmla="*/ 44823 h 95254"/>
                  <a:gd name="connsiteX9" fmla="*/ 92986 w 103517"/>
                  <a:gd name="connsiteY9" fmla="*/ 53257 h 95254"/>
                  <a:gd name="connsiteX10" fmla="*/ 60449 w 103517"/>
                  <a:gd name="connsiteY10" fmla="*/ 53257 h 95254"/>
                  <a:gd name="connsiteX11" fmla="*/ 60449 w 103517"/>
                  <a:gd name="connsiteY11" fmla="*/ 66143 h 95254"/>
                  <a:gd name="connsiteX12" fmla="*/ 95084 w 103517"/>
                  <a:gd name="connsiteY12" fmla="*/ 66143 h 95254"/>
                  <a:gd name="connsiteX13" fmla="*/ 103518 w 103517"/>
                  <a:gd name="connsiteY13" fmla="*/ 74577 h 95254"/>
                  <a:gd name="connsiteX14" fmla="*/ 103518 w 103517"/>
                  <a:gd name="connsiteY14" fmla="*/ 74791 h 95254"/>
                  <a:gd name="connsiteX15" fmla="*/ 95084 w 103517"/>
                  <a:gd name="connsiteY15" fmla="*/ 83268 h 95254"/>
                  <a:gd name="connsiteX16" fmla="*/ 60449 w 103517"/>
                  <a:gd name="connsiteY16" fmla="*/ 83268 h 95254"/>
                  <a:gd name="connsiteX17" fmla="*/ 40585 w 103517"/>
                  <a:gd name="connsiteY17" fmla="*/ 95255 h 95254"/>
                  <a:gd name="connsiteX18" fmla="*/ 43325 w 103517"/>
                  <a:gd name="connsiteY18" fmla="*/ 83268 h 95254"/>
                  <a:gd name="connsiteX19" fmla="*/ 8434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34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46 w 103517"/>
                  <a:gd name="connsiteY25" fmla="*/ 53257 h 95254"/>
                  <a:gd name="connsiteX26" fmla="*/ 2312 w 103517"/>
                  <a:gd name="connsiteY26" fmla="*/ 44823 h 95254"/>
                  <a:gd name="connsiteX27" fmla="*/ 2312 w 103517"/>
                  <a:gd name="connsiteY27" fmla="*/ 44566 h 95254"/>
                  <a:gd name="connsiteX28" fmla="*/ 10746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34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34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50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707" y="6165"/>
                      <a:pt x="103518" y="10275"/>
                      <a:pt x="103518" y="14599"/>
                    </a:cubicBezTo>
                    <a:lnTo>
                      <a:pt x="103518" y="15155"/>
                    </a:lnTo>
                    <a:cubicBezTo>
                      <a:pt x="103518" y="19779"/>
                      <a:pt x="99707" y="23589"/>
                      <a:pt x="95084" y="23589"/>
                    </a:cubicBezTo>
                    <a:lnTo>
                      <a:pt x="60449" y="23589"/>
                    </a:lnTo>
                    <a:lnTo>
                      <a:pt x="60449" y="36133"/>
                    </a:lnTo>
                    <a:lnTo>
                      <a:pt x="92986" y="36133"/>
                    </a:lnTo>
                    <a:cubicBezTo>
                      <a:pt x="97652" y="36133"/>
                      <a:pt x="101463" y="39729"/>
                      <a:pt x="101463" y="44566"/>
                    </a:cubicBezTo>
                    <a:lnTo>
                      <a:pt x="101463" y="44823"/>
                    </a:lnTo>
                    <a:cubicBezTo>
                      <a:pt x="101463" y="49447"/>
                      <a:pt x="97652" y="53257"/>
                      <a:pt x="92986" y="53257"/>
                    </a:cubicBezTo>
                    <a:lnTo>
                      <a:pt x="60449" y="53257"/>
                    </a:lnTo>
                    <a:lnTo>
                      <a:pt x="60449" y="66143"/>
                    </a:lnTo>
                    <a:lnTo>
                      <a:pt x="95084" y="66143"/>
                    </a:lnTo>
                    <a:cubicBezTo>
                      <a:pt x="99707" y="66143"/>
                      <a:pt x="103518" y="69954"/>
                      <a:pt x="103518" y="74577"/>
                    </a:cubicBezTo>
                    <a:lnTo>
                      <a:pt x="103518" y="74791"/>
                    </a:lnTo>
                    <a:cubicBezTo>
                      <a:pt x="103518" y="79458"/>
                      <a:pt x="99707" y="83268"/>
                      <a:pt x="95084" y="83268"/>
                    </a:cubicBezTo>
                    <a:lnTo>
                      <a:pt x="60449" y="83268"/>
                    </a:lnTo>
                    <a:cubicBezTo>
                      <a:pt x="60449" y="83268"/>
                      <a:pt x="53985" y="95255"/>
                      <a:pt x="40585" y="95255"/>
                    </a:cubicBezTo>
                    <a:cubicBezTo>
                      <a:pt x="37074" y="95255"/>
                      <a:pt x="44866" y="88790"/>
                      <a:pt x="43325" y="83268"/>
                    </a:cubicBezTo>
                    <a:lnTo>
                      <a:pt x="8434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53" y="66143"/>
                      <a:pt x="8434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46" y="53257"/>
                    </a:lnTo>
                    <a:cubicBezTo>
                      <a:pt x="6122" y="53257"/>
                      <a:pt x="2312" y="49447"/>
                      <a:pt x="2312" y="44823"/>
                    </a:cubicBezTo>
                    <a:lnTo>
                      <a:pt x="2312" y="44566"/>
                    </a:lnTo>
                    <a:cubicBezTo>
                      <a:pt x="2312" y="39729"/>
                      <a:pt x="6122" y="36133"/>
                      <a:pt x="10746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34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53" y="6165"/>
                      <a:pt x="8434" y="6165"/>
                    </a:cubicBezTo>
                    <a:lnTo>
                      <a:pt x="43539" y="6165"/>
                    </a:lnTo>
                    <a:cubicBezTo>
                      <a:pt x="44524" y="2868"/>
                      <a:pt x="47649" y="0"/>
                      <a:pt x="51716" y="0"/>
                    </a:cubicBezTo>
                    <a:lnTo>
                      <a:pt x="52016" y="0"/>
                    </a:lnTo>
                    <a:cubicBezTo>
                      <a:pt x="55826" y="0"/>
                      <a:pt x="59165" y="2826"/>
                      <a:pt x="60150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1425002" y="6306332"/>
                <a:ext cx="213114" cy="70253"/>
              </a:xfrm>
              <a:custGeom>
                <a:avLst/>
                <a:gdLst>
                  <a:gd name="connsiteX0" fmla="*/ 206221 w 213114"/>
                  <a:gd name="connsiteY0" fmla="*/ 6422 h 70253"/>
                  <a:gd name="connsiteX1" fmla="*/ 190339 w 213114"/>
                  <a:gd name="connsiteY1" fmla="*/ 0 h 70253"/>
                  <a:gd name="connsiteX2" fmla="*/ 8434 w 213114"/>
                  <a:gd name="connsiteY2" fmla="*/ 0 h 70253"/>
                  <a:gd name="connsiteX3" fmla="*/ 0 w 213114"/>
                  <a:gd name="connsiteY3" fmla="*/ 8477 h 70253"/>
                  <a:gd name="connsiteX4" fmla="*/ 0 w 213114"/>
                  <a:gd name="connsiteY4" fmla="*/ 8990 h 70253"/>
                  <a:gd name="connsiteX5" fmla="*/ 8434 w 213114"/>
                  <a:gd name="connsiteY5" fmla="*/ 17424 h 70253"/>
                  <a:gd name="connsiteX6" fmla="*/ 190339 w 213114"/>
                  <a:gd name="connsiteY6" fmla="*/ 17424 h 70253"/>
                  <a:gd name="connsiteX7" fmla="*/ 195433 w 213114"/>
                  <a:gd name="connsiteY7" fmla="*/ 22818 h 70253"/>
                  <a:gd name="connsiteX8" fmla="*/ 195433 w 213114"/>
                  <a:gd name="connsiteY8" fmla="*/ 47692 h 70253"/>
                  <a:gd name="connsiteX9" fmla="*/ 190339 w 213114"/>
                  <a:gd name="connsiteY9" fmla="*/ 53129 h 70253"/>
                  <a:gd name="connsiteX10" fmla="*/ 8434 w 213114"/>
                  <a:gd name="connsiteY10" fmla="*/ 53129 h 70253"/>
                  <a:gd name="connsiteX11" fmla="*/ 0 w 213114"/>
                  <a:gd name="connsiteY11" fmla="*/ 61563 h 70253"/>
                  <a:gd name="connsiteX12" fmla="*/ 0 w 213114"/>
                  <a:gd name="connsiteY12" fmla="*/ 62076 h 70253"/>
                  <a:gd name="connsiteX13" fmla="*/ 8434 w 213114"/>
                  <a:gd name="connsiteY13" fmla="*/ 70253 h 70253"/>
                  <a:gd name="connsiteX14" fmla="*/ 190339 w 213114"/>
                  <a:gd name="connsiteY14" fmla="*/ 70253 h 70253"/>
                  <a:gd name="connsiteX15" fmla="*/ 206221 w 213114"/>
                  <a:gd name="connsiteY15" fmla="*/ 63575 h 70253"/>
                  <a:gd name="connsiteX16" fmla="*/ 213114 w 213114"/>
                  <a:gd name="connsiteY16" fmla="*/ 47649 h 70253"/>
                  <a:gd name="connsiteX17" fmla="*/ 213114 w 213114"/>
                  <a:gd name="connsiteY17" fmla="*/ 22776 h 70253"/>
                  <a:gd name="connsiteX18" fmla="*/ 206221 w 213114"/>
                  <a:gd name="connsiteY18" fmla="*/ 6422 h 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114" h="70253">
                    <a:moveTo>
                      <a:pt x="206221" y="6422"/>
                    </a:moveTo>
                    <a:cubicBezTo>
                      <a:pt x="201855" y="2055"/>
                      <a:pt x="196460" y="0"/>
                      <a:pt x="190339" y="0"/>
                    </a:cubicBezTo>
                    <a:lnTo>
                      <a:pt x="8434" y="0"/>
                    </a:lnTo>
                    <a:cubicBezTo>
                      <a:pt x="3810" y="0"/>
                      <a:pt x="0" y="3596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853" y="17424"/>
                      <a:pt x="8434" y="17424"/>
                    </a:cubicBezTo>
                    <a:lnTo>
                      <a:pt x="190339" y="17424"/>
                    </a:lnTo>
                    <a:cubicBezTo>
                      <a:pt x="193378" y="17424"/>
                      <a:pt x="195433" y="19736"/>
                      <a:pt x="195433" y="22818"/>
                    </a:cubicBezTo>
                    <a:lnTo>
                      <a:pt x="195433" y="47692"/>
                    </a:lnTo>
                    <a:cubicBezTo>
                      <a:pt x="195433" y="50817"/>
                      <a:pt x="193378" y="53129"/>
                      <a:pt x="190339" y="53129"/>
                    </a:cubicBezTo>
                    <a:lnTo>
                      <a:pt x="8434" y="53129"/>
                    </a:lnTo>
                    <a:cubicBezTo>
                      <a:pt x="3810" y="53129"/>
                      <a:pt x="0" y="56682"/>
                      <a:pt x="0" y="61563"/>
                    </a:cubicBezTo>
                    <a:lnTo>
                      <a:pt x="0" y="62076"/>
                    </a:lnTo>
                    <a:cubicBezTo>
                      <a:pt x="0" y="66400"/>
                      <a:pt x="3853" y="70253"/>
                      <a:pt x="8434" y="70253"/>
                    </a:cubicBezTo>
                    <a:lnTo>
                      <a:pt x="190339" y="70253"/>
                    </a:lnTo>
                    <a:cubicBezTo>
                      <a:pt x="196460" y="70253"/>
                      <a:pt x="201855" y="67941"/>
                      <a:pt x="206221" y="63575"/>
                    </a:cubicBezTo>
                    <a:cubicBezTo>
                      <a:pt x="210802" y="59465"/>
                      <a:pt x="213114" y="53814"/>
                      <a:pt x="213114" y="47649"/>
                    </a:cubicBezTo>
                    <a:lnTo>
                      <a:pt x="213114" y="22776"/>
                    </a:lnTo>
                    <a:cubicBezTo>
                      <a:pt x="213157" y="16397"/>
                      <a:pt x="210845" y="11259"/>
                      <a:pt x="206221" y="6422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11435405" y="6332961"/>
                <a:ext cx="175911" cy="17466"/>
              </a:xfrm>
              <a:custGeom>
                <a:avLst/>
                <a:gdLst>
                  <a:gd name="connsiteX0" fmla="*/ 175911 w 175911"/>
                  <a:gd name="connsiteY0" fmla="*/ 0 h 17466"/>
                  <a:gd name="connsiteX1" fmla="*/ 8220 w 175911"/>
                  <a:gd name="connsiteY1" fmla="*/ 0 h 17466"/>
                  <a:gd name="connsiteX2" fmla="*/ 0 w 175911"/>
                  <a:gd name="connsiteY2" fmla="*/ 8477 h 17466"/>
                  <a:gd name="connsiteX3" fmla="*/ 0 w 175911"/>
                  <a:gd name="connsiteY3" fmla="*/ 8990 h 17466"/>
                  <a:gd name="connsiteX4" fmla="*/ 8220 w 175911"/>
                  <a:gd name="connsiteY4" fmla="*/ 17467 h 17466"/>
                  <a:gd name="connsiteX5" fmla="*/ 175911 w 175911"/>
                  <a:gd name="connsiteY5" fmla="*/ 17467 h 17466"/>
                  <a:gd name="connsiteX6" fmla="*/ 175911 w 175911"/>
                  <a:gd name="connsiteY6" fmla="*/ 0 h 1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5911" h="17466">
                    <a:moveTo>
                      <a:pt x="175911" y="0"/>
                    </a:moveTo>
                    <a:lnTo>
                      <a:pt x="8220" y="0"/>
                    </a:lnTo>
                    <a:cubicBezTo>
                      <a:pt x="3596" y="0"/>
                      <a:pt x="0" y="4110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596" y="17467"/>
                      <a:pt x="8220" y="17467"/>
                    </a:cubicBezTo>
                    <a:lnTo>
                      <a:pt x="175911" y="17467"/>
                    </a:lnTo>
                    <a:lnTo>
                      <a:pt x="175911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11471067" y="6381937"/>
                <a:ext cx="125693" cy="59165"/>
              </a:xfrm>
              <a:custGeom>
                <a:avLst/>
                <a:gdLst>
                  <a:gd name="connsiteX0" fmla="*/ 27142 w 125693"/>
                  <a:gd name="connsiteY0" fmla="*/ 59122 h 59165"/>
                  <a:gd name="connsiteX1" fmla="*/ 6679 w 125693"/>
                  <a:gd name="connsiteY1" fmla="*/ 50988 h 59165"/>
                  <a:gd name="connsiteX2" fmla="*/ 0 w 125693"/>
                  <a:gd name="connsiteY2" fmla="*/ 31552 h 59165"/>
                  <a:gd name="connsiteX3" fmla="*/ 0 w 125693"/>
                  <a:gd name="connsiteY3" fmla="*/ 8434 h 59165"/>
                  <a:gd name="connsiteX4" fmla="*/ 8477 w 125693"/>
                  <a:gd name="connsiteY4" fmla="*/ 0 h 59165"/>
                  <a:gd name="connsiteX5" fmla="*/ 8990 w 125693"/>
                  <a:gd name="connsiteY5" fmla="*/ 0 h 59165"/>
                  <a:gd name="connsiteX6" fmla="*/ 17424 w 125693"/>
                  <a:gd name="connsiteY6" fmla="*/ 8434 h 59165"/>
                  <a:gd name="connsiteX7" fmla="*/ 17424 w 125693"/>
                  <a:gd name="connsiteY7" fmla="*/ 31552 h 59165"/>
                  <a:gd name="connsiteX8" fmla="*/ 19736 w 125693"/>
                  <a:gd name="connsiteY8" fmla="*/ 39001 h 59165"/>
                  <a:gd name="connsiteX9" fmla="*/ 27142 w 125693"/>
                  <a:gd name="connsiteY9" fmla="*/ 42041 h 59165"/>
                  <a:gd name="connsiteX10" fmla="*/ 117217 w 125693"/>
                  <a:gd name="connsiteY10" fmla="*/ 42041 h 59165"/>
                  <a:gd name="connsiteX11" fmla="*/ 125694 w 125693"/>
                  <a:gd name="connsiteY11" fmla="*/ 50474 h 59165"/>
                  <a:gd name="connsiteX12" fmla="*/ 125694 w 125693"/>
                  <a:gd name="connsiteY12" fmla="*/ 50774 h 59165"/>
                  <a:gd name="connsiteX13" fmla="*/ 117217 w 125693"/>
                  <a:gd name="connsiteY13" fmla="*/ 59165 h 59165"/>
                  <a:gd name="connsiteX14" fmla="*/ 27142 w 125693"/>
                  <a:gd name="connsiteY14" fmla="*/ 59165 h 5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5693" h="59165">
                    <a:moveTo>
                      <a:pt x="27142" y="59122"/>
                    </a:moveTo>
                    <a:cubicBezTo>
                      <a:pt x="17938" y="59122"/>
                      <a:pt x="10746" y="56297"/>
                      <a:pt x="6679" y="50988"/>
                    </a:cubicBezTo>
                    <a:cubicBezTo>
                      <a:pt x="2312" y="45637"/>
                      <a:pt x="0" y="39472"/>
                      <a:pt x="0" y="31552"/>
                    </a:cubicBezTo>
                    <a:lnTo>
                      <a:pt x="0" y="8434"/>
                    </a:lnTo>
                    <a:cubicBezTo>
                      <a:pt x="0" y="3596"/>
                      <a:pt x="3896" y="0"/>
                      <a:pt x="8477" y="0"/>
                    </a:cubicBezTo>
                    <a:lnTo>
                      <a:pt x="8990" y="0"/>
                    </a:lnTo>
                    <a:cubicBezTo>
                      <a:pt x="13614" y="0"/>
                      <a:pt x="17424" y="3596"/>
                      <a:pt x="17424" y="8434"/>
                    </a:cubicBezTo>
                    <a:lnTo>
                      <a:pt x="17424" y="31552"/>
                    </a:lnTo>
                    <a:cubicBezTo>
                      <a:pt x="17424" y="34634"/>
                      <a:pt x="17938" y="36903"/>
                      <a:pt x="19736" y="39001"/>
                    </a:cubicBezTo>
                    <a:cubicBezTo>
                      <a:pt x="21234" y="41056"/>
                      <a:pt x="23846" y="42041"/>
                      <a:pt x="27142" y="42041"/>
                    </a:cubicBezTo>
                    <a:lnTo>
                      <a:pt x="117217" y="42041"/>
                    </a:lnTo>
                    <a:cubicBezTo>
                      <a:pt x="121584" y="42041"/>
                      <a:pt x="125694" y="45637"/>
                      <a:pt x="125694" y="50474"/>
                    </a:cubicBezTo>
                    <a:lnTo>
                      <a:pt x="125694" y="50774"/>
                    </a:lnTo>
                    <a:cubicBezTo>
                      <a:pt x="125694" y="55355"/>
                      <a:pt x="121584" y="59165"/>
                      <a:pt x="117217" y="59165"/>
                    </a:cubicBezTo>
                    <a:lnTo>
                      <a:pt x="27142" y="59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11535155" y="6381937"/>
                <a:ext cx="17167" cy="35362"/>
              </a:xfrm>
              <a:custGeom>
                <a:avLst/>
                <a:gdLst>
                  <a:gd name="connsiteX0" fmla="*/ 17167 w 17167"/>
                  <a:gd name="connsiteY0" fmla="*/ 26928 h 35362"/>
                  <a:gd name="connsiteX1" fmla="*/ 8734 w 17167"/>
                  <a:gd name="connsiteY1" fmla="*/ 35362 h 35362"/>
                  <a:gd name="connsiteX2" fmla="*/ 8477 w 17167"/>
                  <a:gd name="connsiteY2" fmla="*/ 35362 h 35362"/>
                  <a:gd name="connsiteX3" fmla="*/ 0 w 17167"/>
                  <a:gd name="connsiteY3" fmla="*/ 26928 h 35362"/>
                  <a:gd name="connsiteX4" fmla="*/ 0 w 17167"/>
                  <a:gd name="connsiteY4" fmla="*/ 8434 h 35362"/>
                  <a:gd name="connsiteX5" fmla="*/ 8477 w 17167"/>
                  <a:gd name="connsiteY5" fmla="*/ 0 h 35362"/>
                  <a:gd name="connsiteX6" fmla="*/ 8734 w 17167"/>
                  <a:gd name="connsiteY6" fmla="*/ 0 h 35362"/>
                  <a:gd name="connsiteX7" fmla="*/ 17167 w 17167"/>
                  <a:gd name="connsiteY7" fmla="*/ 8434 h 35362"/>
                  <a:gd name="connsiteX8" fmla="*/ 17167 w 17167"/>
                  <a:gd name="connsiteY8" fmla="*/ 26928 h 3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67" h="35362">
                    <a:moveTo>
                      <a:pt x="17167" y="26928"/>
                    </a:moveTo>
                    <a:cubicBezTo>
                      <a:pt x="17167" y="31252"/>
                      <a:pt x="13314" y="35362"/>
                      <a:pt x="8734" y="35362"/>
                    </a:cubicBezTo>
                    <a:lnTo>
                      <a:pt x="8477" y="35362"/>
                    </a:lnTo>
                    <a:cubicBezTo>
                      <a:pt x="3596" y="35362"/>
                      <a:pt x="0" y="31252"/>
                      <a:pt x="0" y="26928"/>
                    </a:cubicBezTo>
                    <a:lnTo>
                      <a:pt x="0" y="8434"/>
                    </a:lnTo>
                    <a:cubicBezTo>
                      <a:pt x="0" y="3596"/>
                      <a:pt x="3596" y="0"/>
                      <a:pt x="8477" y="0"/>
                    </a:cubicBezTo>
                    <a:lnTo>
                      <a:pt x="8734" y="0"/>
                    </a:lnTo>
                    <a:cubicBezTo>
                      <a:pt x="13314" y="0"/>
                      <a:pt x="17167" y="3596"/>
                      <a:pt x="17167" y="8434"/>
                    </a:cubicBezTo>
                    <a:lnTo>
                      <a:pt x="17167" y="26928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10946201" y="6323156"/>
                <a:ext cx="25936" cy="42972"/>
              </a:xfrm>
              <a:custGeom>
                <a:avLst/>
                <a:gdLst>
                  <a:gd name="connsiteX0" fmla="*/ 10746 w 25936"/>
                  <a:gd name="connsiteY0" fmla="*/ 4967 h 42972"/>
                  <a:gd name="connsiteX1" fmla="*/ 20721 w 25936"/>
                  <a:gd name="connsiteY1" fmla="*/ 472 h 42972"/>
                  <a:gd name="connsiteX2" fmla="*/ 20936 w 25936"/>
                  <a:gd name="connsiteY2" fmla="*/ 514 h 42972"/>
                  <a:gd name="connsiteX3" fmla="*/ 25474 w 25936"/>
                  <a:gd name="connsiteY3" fmla="*/ 10532 h 42972"/>
                  <a:gd name="connsiteX4" fmla="*/ 15284 w 25936"/>
                  <a:gd name="connsiteY4" fmla="*/ 37889 h 42972"/>
                  <a:gd name="connsiteX5" fmla="*/ 5309 w 25936"/>
                  <a:gd name="connsiteY5" fmla="*/ 42427 h 42972"/>
                  <a:gd name="connsiteX6" fmla="*/ 5095 w 25936"/>
                  <a:gd name="connsiteY6" fmla="*/ 42341 h 42972"/>
                  <a:gd name="connsiteX7" fmla="*/ 515 w 25936"/>
                  <a:gd name="connsiteY7" fmla="*/ 32366 h 42972"/>
                  <a:gd name="connsiteX8" fmla="*/ 10746 w 25936"/>
                  <a:gd name="connsiteY8" fmla="*/ 4967 h 42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36" h="42972">
                    <a:moveTo>
                      <a:pt x="10746" y="4967"/>
                    </a:moveTo>
                    <a:cubicBezTo>
                      <a:pt x="12159" y="1199"/>
                      <a:pt x="16783" y="-1027"/>
                      <a:pt x="20721" y="472"/>
                    </a:cubicBezTo>
                    <a:lnTo>
                      <a:pt x="20936" y="514"/>
                    </a:lnTo>
                    <a:cubicBezTo>
                      <a:pt x="25131" y="2141"/>
                      <a:pt x="26843" y="6765"/>
                      <a:pt x="25474" y="10532"/>
                    </a:cubicBezTo>
                    <a:lnTo>
                      <a:pt x="15284" y="37889"/>
                    </a:lnTo>
                    <a:cubicBezTo>
                      <a:pt x="13700" y="42041"/>
                      <a:pt x="9505" y="44011"/>
                      <a:pt x="5309" y="42427"/>
                    </a:cubicBezTo>
                    <a:lnTo>
                      <a:pt x="5095" y="42341"/>
                    </a:lnTo>
                    <a:cubicBezTo>
                      <a:pt x="1157" y="40885"/>
                      <a:pt x="-1069" y="36562"/>
                      <a:pt x="515" y="32366"/>
                    </a:cubicBezTo>
                    <a:lnTo>
                      <a:pt x="10746" y="4967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11602904" y="6379644"/>
                <a:ext cx="36248" cy="56807"/>
              </a:xfrm>
              <a:custGeom>
                <a:avLst/>
                <a:gdLst>
                  <a:gd name="connsiteX0" fmla="*/ 35512 w 36248"/>
                  <a:gd name="connsiteY0" fmla="*/ 44805 h 56807"/>
                  <a:gd name="connsiteX1" fmla="*/ 31402 w 36248"/>
                  <a:gd name="connsiteY1" fmla="*/ 55850 h 56807"/>
                  <a:gd name="connsiteX2" fmla="*/ 31146 w 36248"/>
                  <a:gd name="connsiteY2" fmla="*/ 55850 h 56807"/>
                  <a:gd name="connsiteX3" fmla="*/ 19801 w 36248"/>
                  <a:gd name="connsiteY3" fmla="*/ 51954 h 56807"/>
                  <a:gd name="connsiteX4" fmla="*/ 835 w 36248"/>
                  <a:gd name="connsiteY4" fmla="*/ 12054 h 56807"/>
                  <a:gd name="connsiteX5" fmla="*/ 4688 w 36248"/>
                  <a:gd name="connsiteY5" fmla="*/ 752 h 56807"/>
                  <a:gd name="connsiteX6" fmla="*/ 11367 w 36248"/>
                  <a:gd name="connsiteY6" fmla="*/ 238 h 56807"/>
                  <a:gd name="connsiteX7" fmla="*/ 16204 w 36248"/>
                  <a:gd name="connsiteY7" fmla="*/ 4562 h 56807"/>
                  <a:gd name="connsiteX8" fmla="*/ 35512 w 36248"/>
                  <a:gd name="connsiteY8" fmla="*/ 44805 h 5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48" h="56807">
                    <a:moveTo>
                      <a:pt x="35512" y="44805"/>
                    </a:moveTo>
                    <a:cubicBezTo>
                      <a:pt x="37310" y="48914"/>
                      <a:pt x="35769" y="53795"/>
                      <a:pt x="31402" y="55850"/>
                    </a:cubicBezTo>
                    <a:lnTo>
                      <a:pt x="31146" y="55850"/>
                    </a:lnTo>
                    <a:cubicBezTo>
                      <a:pt x="26993" y="58162"/>
                      <a:pt x="21898" y="56064"/>
                      <a:pt x="19801" y="51954"/>
                    </a:cubicBezTo>
                    <a:lnTo>
                      <a:pt x="835" y="12054"/>
                    </a:lnTo>
                    <a:cubicBezTo>
                      <a:pt x="-1177" y="7987"/>
                      <a:pt x="578" y="2807"/>
                      <a:pt x="4688" y="752"/>
                    </a:cubicBezTo>
                    <a:cubicBezTo>
                      <a:pt x="6743" y="24"/>
                      <a:pt x="9055" y="-233"/>
                      <a:pt x="11367" y="238"/>
                    </a:cubicBezTo>
                    <a:cubicBezTo>
                      <a:pt x="13636" y="1009"/>
                      <a:pt x="15220" y="2550"/>
                      <a:pt x="16204" y="4562"/>
                    </a:cubicBezTo>
                    <a:lnTo>
                      <a:pt x="35512" y="4480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8" name="图形 4"/>
            <p:cNvGrpSpPr/>
            <p:nvPr userDrawn="1"/>
          </p:nvGrpSpPr>
          <p:grpSpPr>
            <a:xfrm>
              <a:off x="11180773" y="6490398"/>
              <a:ext cx="690075" cy="74375"/>
              <a:chOff x="10903348" y="6477706"/>
              <a:chExt cx="738021" cy="79543"/>
            </a:xfrm>
            <a:solidFill>
              <a:srgbClr val="A5A7AA"/>
            </a:solidFill>
          </p:grpSpPr>
          <p:grpSp>
            <p:nvGrpSpPr>
              <p:cNvPr id="9" name="图形 4"/>
              <p:cNvGrpSpPr/>
              <p:nvPr/>
            </p:nvGrpSpPr>
            <p:grpSpPr>
              <a:xfrm>
                <a:off x="10903348" y="6477706"/>
                <a:ext cx="60834" cy="79371"/>
                <a:chOff x="10903348" y="6477706"/>
                <a:chExt cx="60834" cy="79371"/>
              </a:xfrm>
              <a:solidFill>
                <a:srgbClr val="A5A7AA"/>
              </a:solidFill>
            </p:grpSpPr>
            <p:sp>
              <p:nvSpPr>
                <p:cNvPr id="34" name="任意多边形: 形状 33"/>
                <p:cNvSpPr/>
                <p:nvPr/>
              </p:nvSpPr>
              <p:spPr>
                <a:xfrm>
                  <a:off x="10903905" y="6478305"/>
                  <a:ext cx="59807" cy="78173"/>
                </a:xfrm>
                <a:custGeom>
                  <a:avLst/>
                  <a:gdLst>
                    <a:gd name="connsiteX0" fmla="*/ 35705 w 59807"/>
                    <a:gd name="connsiteY0" fmla="*/ 7149 h 78173"/>
                    <a:gd name="connsiteX1" fmla="*/ 14684 w 59807"/>
                    <a:gd name="connsiteY1" fmla="*/ 13100 h 78173"/>
                    <a:gd name="connsiteX2" fmla="*/ 8177 w 59807"/>
                    <a:gd name="connsiteY2" fmla="*/ 32066 h 78173"/>
                    <a:gd name="connsiteX3" fmla="*/ 20806 w 59807"/>
                    <a:gd name="connsiteY3" fmla="*/ 59979 h 78173"/>
                    <a:gd name="connsiteX4" fmla="*/ 53386 w 59807"/>
                    <a:gd name="connsiteY4" fmla="*/ 71024 h 78173"/>
                    <a:gd name="connsiteX5" fmla="*/ 58609 w 59807"/>
                    <a:gd name="connsiteY5" fmla="*/ 71837 h 78173"/>
                    <a:gd name="connsiteX6" fmla="*/ 59807 w 59807"/>
                    <a:gd name="connsiteY6" fmla="*/ 74577 h 78173"/>
                    <a:gd name="connsiteX7" fmla="*/ 58480 w 59807"/>
                    <a:gd name="connsiteY7" fmla="*/ 77360 h 78173"/>
                    <a:gd name="connsiteX8" fmla="*/ 54456 w 59807"/>
                    <a:gd name="connsiteY8" fmla="*/ 78173 h 78173"/>
                    <a:gd name="connsiteX9" fmla="*/ 15198 w 59807"/>
                    <a:gd name="connsiteY9" fmla="*/ 65159 h 78173"/>
                    <a:gd name="connsiteX10" fmla="*/ 0 w 59807"/>
                    <a:gd name="connsiteY10" fmla="*/ 32151 h 78173"/>
                    <a:gd name="connsiteX11" fmla="*/ 3082 w 59807"/>
                    <a:gd name="connsiteY11" fmla="*/ 17082 h 78173"/>
                    <a:gd name="connsiteX12" fmla="*/ 11602 w 59807"/>
                    <a:gd name="connsiteY12" fmla="*/ 5951 h 78173"/>
                    <a:gd name="connsiteX13" fmla="*/ 21577 w 59807"/>
                    <a:gd name="connsiteY13" fmla="*/ 1327 h 78173"/>
                    <a:gd name="connsiteX14" fmla="*/ 39943 w 59807"/>
                    <a:gd name="connsiteY14" fmla="*/ 0 h 78173"/>
                    <a:gd name="connsiteX15" fmla="*/ 53642 w 59807"/>
                    <a:gd name="connsiteY15" fmla="*/ 0 h 78173"/>
                    <a:gd name="connsiteX16" fmla="*/ 56939 w 59807"/>
                    <a:gd name="connsiteY16" fmla="*/ 942 h 78173"/>
                    <a:gd name="connsiteX17" fmla="*/ 58095 w 59807"/>
                    <a:gd name="connsiteY17" fmla="*/ 3639 h 78173"/>
                    <a:gd name="connsiteX18" fmla="*/ 56939 w 59807"/>
                    <a:gd name="connsiteY18" fmla="*/ 6250 h 78173"/>
                    <a:gd name="connsiteX19" fmla="*/ 53642 w 59807"/>
                    <a:gd name="connsiteY19" fmla="*/ 7149 h 78173"/>
                    <a:gd name="connsiteX20" fmla="*/ 35705 w 59807"/>
                    <a:gd name="connsiteY20" fmla="*/ 7149 h 7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9807" h="78173">
                      <a:moveTo>
                        <a:pt x="35705" y="7149"/>
                      </a:moveTo>
                      <a:cubicBezTo>
                        <a:pt x="26072" y="7149"/>
                        <a:pt x="19051" y="9162"/>
                        <a:pt x="14684" y="13100"/>
                      </a:cubicBezTo>
                      <a:cubicBezTo>
                        <a:pt x="10360" y="16996"/>
                        <a:pt x="8177" y="23375"/>
                        <a:pt x="8177" y="32066"/>
                      </a:cubicBezTo>
                      <a:cubicBezTo>
                        <a:pt x="8177" y="43325"/>
                        <a:pt x="12372" y="52572"/>
                        <a:pt x="20806" y="59979"/>
                      </a:cubicBezTo>
                      <a:cubicBezTo>
                        <a:pt x="29197" y="67342"/>
                        <a:pt x="40071" y="71024"/>
                        <a:pt x="53386" y="71024"/>
                      </a:cubicBezTo>
                      <a:cubicBezTo>
                        <a:pt x="56083" y="71024"/>
                        <a:pt x="57838" y="71323"/>
                        <a:pt x="58609" y="71837"/>
                      </a:cubicBezTo>
                      <a:cubicBezTo>
                        <a:pt x="59379" y="72351"/>
                        <a:pt x="59807" y="73293"/>
                        <a:pt x="59807" y="74577"/>
                      </a:cubicBezTo>
                      <a:cubicBezTo>
                        <a:pt x="59807" y="75861"/>
                        <a:pt x="59336" y="76761"/>
                        <a:pt x="58480" y="77360"/>
                      </a:cubicBezTo>
                      <a:cubicBezTo>
                        <a:pt x="57624" y="77959"/>
                        <a:pt x="56254" y="78173"/>
                        <a:pt x="54456" y="78173"/>
                      </a:cubicBezTo>
                      <a:cubicBezTo>
                        <a:pt x="38402" y="78173"/>
                        <a:pt x="25301" y="73849"/>
                        <a:pt x="15198" y="65159"/>
                      </a:cubicBezTo>
                      <a:cubicBezTo>
                        <a:pt x="5052" y="56468"/>
                        <a:pt x="0" y="45508"/>
                        <a:pt x="0" y="32151"/>
                      </a:cubicBezTo>
                      <a:cubicBezTo>
                        <a:pt x="0" y="26757"/>
                        <a:pt x="1027" y="21705"/>
                        <a:pt x="3082" y="17082"/>
                      </a:cubicBezTo>
                      <a:cubicBezTo>
                        <a:pt x="5137" y="12415"/>
                        <a:pt x="7963" y="8691"/>
                        <a:pt x="11602" y="5951"/>
                      </a:cubicBezTo>
                      <a:cubicBezTo>
                        <a:pt x="14342" y="3810"/>
                        <a:pt x="17681" y="2269"/>
                        <a:pt x="21577" y="1327"/>
                      </a:cubicBezTo>
                      <a:cubicBezTo>
                        <a:pt x="25473" y="428"/>
                        <a:pt x="31595" y="0"/>
                        <a:pt x="39943" y="0"/>
                      </a:cubicBezTo>
                      <a:lnTo>
                        <a:pt x="53642" y="0"/>
                      </a:lnTo>
                      <a:cubicBezTo>
                        <a:pt x="55098" y="0"/>
                        <a:pt x="56168" y="342"/>
                        <a:pt x="56939" y="942"/>
                      </a:cubicBezTo>
                      <a:cubicBezTo>
                        <a:pt x="57709" y="1627"/>
                        <a:pt x="58095" y="2526"/>
                        <a:pt x="58095" y="3639"/>
                      </a:cubicBezTo>
                      <a:cubicBezTo>
                        <a:pt x="58095" y="4752"/>
                        <a:pt x="57709" y="5608"/>
                        <a:pt x="56939" y="6250"/>
                      </a:cubicBezTo>
                      <a:cubicBezTo>
                        <a:pt x="56125" y="6850"/>
                        <a:pt x="55012" y="7149"/>
                        <a:pt x="53642" y="7149"/>
                      </a:cubicBezTo>
                      <a:lnTo>
                        <a:pt x="35705" y="7149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5" name="任意多边形: 形状 34"/>
                <p:cNvSpPr/>
                <p:nvPr/>
              </p:nvSpPr>
              <p:spPr>
                <a:xfrm>
                  <a:off x="10903348" y="6477706"/>
                  <a:ext cx="60834" cy="79371"/>
                </a:xfrm>
                <a:custGeom>
                  <a:avLst/>
                  <a:gdLst>
                    <a:gd name="connsiteX0" fmla="*/ 54970 w 60834"/>
                    <a:gd name="connsiteY0" fmla="*/ 79372 h 79371"/>
                    <a:gd name="connsiteX1" fmla="*/ 15369 w 60834"/>
                    <a:gd name="connsiteY1" fmla="*/ 66229 h 79371"/>
                    <a:gd name="connsiteX2" fmla="*/ 0 w 60834"/>
                    <a:gd name="connsiteY2" fmla="*/ 32793 h 79371"/>
                    <a:gd name="connsiteX3" fmla="*/ 3125 w 60834"/>
                    <a:gd name="connsiteY3" fmla="*/ 17467 h 79371"/>
                    <a:gd name="connsiteX4" fmla="*/ 11816 w 60834"/>
                    <a:gd name="connsiteY4" fmla="*/ 6079 h 79371"/>
                    <a:gd name="connsiteX5" fmla="*/ 22005 w 60834"/>
                    <a:gd name="connsiteY5" fmla="*/ 1370 h 79371"/>
                    <a:gd name="connsiteX6" fmla="*/ 40499 w 60834"/>
                    <a:gd name="connsiteY6" fmla="*/ 0 h 79371"/>
                    <a:gd name="connsiteX7" fmla="*/ 54199 w 60834"/>
                    <a:gd name="connsiteY7" fmla="*/ 0 h 79371"/>
                    <a:gd name="connsiteX8" fmla="*/ 57881 w 60834"/>
                    <a:gd name="connsiteY8" fmla="*/ 1070 h 79371"/>
                    <a:gd name="connsiteX9" fmla="*/ 59251 w 60834"/>
                    <a:gd name="connsiteY9" fmla="*/ 4195 h 79371"/>
                    <a:gd name="connsiteX10" fmla="*/ 57881 w 60834"/>
                    <a:gd name="connsiteY10" fmla="*/ 7235 h 79371"/>
                    <a:gd name="connsiteX11" fmla="*/ 54199 w 60834"/>
                    <a:gd name="connsiteY11" fmla="*/ 8305 h 79371"/>
                    <a:gd name="connsiteX12" fmla="*/ 36261 w 60834"/>
                    <a:gd name="connsiteY12" fmla="*/ 8305 h 79371"/>
                    <a:gd name="connsiteX13" fmla="*/ 15626 w 60834"/>
                    <a:gd name="connsiteY13" fmla="*/ 14128 h 79371"/>
                    <a:gd name="connsiteX14" fmla="*/ 9290 w 60834"/>
                    <a:gd name="connsiteY14" fmla="*/ 32665 h 79371"/>
                    <a:gd name="connsiteX15" fmla="*/ 21705 w 60834"/>
                    <a:gd name="connsiteY15" fmla="*/ 60150 h 79371"/>
                    <a:gd name="connsiteX16" fmla="*/ 53899 w 60834"/>
                    <a:gd name="connsiteY16" fmla="*/ 71024 h 79371"/>
                    <a:gd name="connsiteX17" fmla="*/ 59422 w 60834"/>
                    <a:gd name="connsiteY17" fmla="*/ 71923 h 79371"/>
                    <a:gd name="connsiteX18" fmla="*/ 60835 w 60834"/>
                    <a:gd name="connsiteY18" fmla="*/ 75134 h 79371"/>
                    <a:gd name="connsiteX19" fmla="*/ 59251 w 60834"/>
                    <a:gd name="connsiteY19" fmla="*/ 78387 h 79371"/>
                    <a:gd name="connsiteX20" fmla="*/ 54970 w 60834"/>
                    <a:gd name="connsiteY20" fmla="*/ 79372 h 79371"/>
                    <a:gd name="connsiteX21" fmla="*/ 40499 w 60834"/>
                    <a:gd name="connsiteY21" fmla="*/ 1156 h 79371"/>
                    <a:gd name="connsiteX22" fmla="*/ 22262 w 60834"/>
                    <a:gd name="connsiteY22" fmla="*/ 2483 h 79371"/>
                    <a:gd name="connsiteX23" fmla="*/ 12501 w 60834"/>
                    <a:gd name="connsiteY23" fmla="*/ 6978 h 79371"/>
                    <a:gd name="connsiteX24" fmla="*/ 4153 w 60834"/>
                    <a:gd name="connsiteY24" fmla="*/ 17895 h 79371"/>
                    <a:gd name="connsiteX25" fmla="*/ 1113 w 60834"/>
                    <a:gd name="connsiteY25" fmla="*/ 32751 h 79371"/>
                    <a:gd name="connsiteX26" fmla="*/ 16097 w 60834"/>
                    <a:gd name="connsiteY26" fmla="*/ 65330 h 79371"/>
                    <a:gd name="connsiteX27" fmla="*/ 54970 w 60834"/>
                    <a:gd name="connsiteY27" fmla="*/ 78173 h 79371"/>
                    <a:gd name="connsiteX28" fmla="*/ 58651 w 60834"/>
                    <a:gd name="connsiteY28" fmla="*/ 77446 h 79371"/>
                    <a:gd name="connsiteX29" fmla="*/ 59722 w 60834"/>
                    <a:gd name="connsiteY29" fmla="*/ 75134 h 79371"/>
                    <a:gd name="connsiteX30" fmla="*/ 58780 w 60834"/>
                    <a:gd name="connsiteY30" fmla="*/ 72865 h 79371"/>
                    <a:gd name="connsiteX31" fmla="*/ 53899 w 60834"/>
                    <a:gd name="connsiteY31" fmla="*/ 72137 h 79371"/>
                    <a:gd name="connsiteX32" fmla="*/ 20935 w 60834"/>
                    <a:gd name="connsiteY32" fmla="*/ 60963 h 79371"/>
                    <a:gd name="connsiteX33" fmla="*/ 8134 w 60834"/>
                    <a:gd name="connsiteY33" fmla="*/ 32622 h 79371"/>
                    <a:gd name="connsiteX34" fmla="*/ 14855 w 60834"/>
                    <a:gd name="connsiteY34" fmla="*/ 13229 h 79371"/>
                    <a:gd name="connsiteX35" fmla="*/ 36261 w 60834"/>
                    <a:gd name="connsiteY35" fmla="*/ 7107 h 79371"/>
                    <a:gd name="connsiteX36" fmla="*/ 54199 w 60834"/>
                    <a:gd name="connsiteY36" fmla="*/ 7107 h 79371"/>
                    <a:gd name="connsiteX37" fmla="*/ 57196 w 60834"/>
                    <a:gd name="connsiteY37" fmla="*/ 6293 h 79371"/>
                    <a:gd name="connsiteX38" fmla="*/ 58138 w 60834"/>
                    <a:gd name="connsiteY38" fmla="*/ 4153 h 79371"/>
                    <a:gd name="connsiteX39" fmla="*/ 57153 w 60834"/>
                    <a:gd name="connsiteY39" fmla="*/ 1884 h 79371"/>
                    <a:gd name="connsiteX40" fmla="*/ 54199 w 60834"/>
                    <a:gd name="connsiteY40" fmla="*/ 1070 h 79371"/>
                    <a:gd name="connsiteX41" fmla="*/ 40499 w 60834"/>
                    <a:gd name="connsiteY41" fmla="*/ 1070 h 79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0834" h="79371">
                      <a:moveTo>
                        <a:pt x="54970" y="79372"/>
                      </a:moveTo>
                      <a:cubicBezTo>
                        <a:pt x="38830" y="79372"/>
                        <a:pt x="25515" y="74962"/>
                        <a:pt x="15369" y="66229"/>
                      </a:cubicBezTo>
                      <a:cubicBezTo>
                        <a:pt x="5180" y="57495"/>
                        <a:pt x="0" y="46236"/>
                        <a:pt x="0" y="32793"/>
                      </a:cubicBezTo>
                      <a:cubicBezTo>
                        <a:pt x="0" y="27314"/>
                        <a:pt x="1070" y="22133"/>
                        <a:pt x="3125" y="17467"/>
                      </a:cubicBezTo>
                      <a:cubicBezTo>
                        <a:pt x="5180" y="12758"/>
                        <a:pt x="8134" y="8905"/>
                        <a:pt x="11816" y="6079"/>
                      </a:cubicBezTo>
                      <a:cubicBezTo>
                        <a:pt x="14599" y="3939"/>
                        <a:pt x="18024" y="2355"/>
                        <a:pt x="22005" y="1370"/>
                      </a:cubicBezTo>
                      <a:cubicBezTo>
                        <a:pt x="25901" y="471"/>
                        <a:pt x="32151" y="0"/>
                        <a:pt x="40499" y="0"/>
                      </a:cubicBezTo>
                      <a:lnTo>
                        <a:pt x="54199" y="0"/>
                      </a:lnTo>
                      <a:cubicBezTo>
                        <a:pt x="55740" y="0"/>
                        <a:pt x="56982" y="342"/>
                        <a:pt x="57881" y="1070"/>
                      </a:cubicBezTo>
                      <a:cubicBezTo>
                        <a:pt x="58823" y="1884"/>
                        <a:pt x="59251" y="2911"/>
                        <a:pt x="59251" y="4195"/>
                      </a:cubicBezTo>
                      <a:cubicBezTo>
                        <a:pt x="59251" y="5480"/>
                        <a:pt x="58780" y="6507"/>
                        <a:pt x="57881" y="7235"/>
                      </a:cubicBezTo>
                      <a:cubicBezTo>
                        <a:pt x="56896" y="7963"/>
                        <a:pt x="55655" y="8305"/>
                        <a:pt x="54199" y="8305"/>
                      </a:cubicBezTo>
                      <a:lnTo>
                        <a:pt x="36261" y="8305"/>
                      </a:lnTo>
                      <a:cubicBezTo>
                        <a:pt x="26800" y="8305"/>
                        <a:pt x="19864" y="10275"/>
                        <a:pt x="15626" y="14128"/>
                      </a:cubicBezTo>
                      <a:cubicBezTo>
                        <a:pt x="11431" y="17895"/>
                        <a:pt x="9290" y="24146"/>
                        <a:pt x="9290" y="32665"/>
                      </a:cubicBezTo>
                      <a:cubicBezTo>
                        <a:pt x="9290" y="43796"/>
                        <a:pt x="13357" y="52786"/>
                        <a:pt x="21705" y="60150"/>
                      </a:cubicBezTo>
                      <a:cubicBezTo>
                        <a:pt x="29925" y="67385"/>
                        <a:pt x="40756" y="71024"/>
                        <a:pt x="53899" y="71024"/>
                      </a:cubicBezTo>
                      <a:cubicBezTo>
                        <a:pt x="56725" y="71024"/>
                        <a:pt x="58523" y="71323"/>
                        <a:pt x="59422" y="71923"/>
                      </a:cubicBezTo>
                      <a:cubicBezTo>
                        <a:pt x="60064" y="72351"/>
                        <a:pt x="60835" y="73293"/>
                        <a:pt x="60835" y="75134"/>
                      </a:cubicBezTo>
                      <a:cubicBezTo>
                        <a:pt x="60835" y="76546"/>
                        <a:pt x="60321" y="77660"/>
                        <a:pt x="59251" y="78387"/>
                      </a:cubicBezTo>
                      <a:cubicBezTo>
                        <a:pt x="58394" y="79072"/>
                        <a:pt x="57025" y="79372"/>
                        <a:pt x="54970" y="79372"/>
                      </a:cubicBezTo>
                      <a:close/>
                      <a:moveTo>
                        <a:pt x="40499" y="1156"/>
                      </a:moveTo>
                      <a:cubicBezTo>
                        <a:pt x="32237" y="1156"/>
                        <a:pt x="26072" y="1584"/>
                        <a:pt x="22262" y="2483"/>
                      </a:cubicBezTo>
                      <a:cubicBezTo>
                        <a:pt x="18452" y="3425"/>
                        <a:pt x="15155" y="4923"/>
                        <a:pt x="12501" y="6978"/>
                      </a:cubicBezTo>
                      <a:cubicBezTo>
                        <a:pt x="8948" y="9675"/>
                        <a:pt x="6122" y="13357"/>
                        <a:pt x="4153" y="17895"/>
                      </a:cubicBezTo>
                      <a:cubicBezTo>
                        <a:pt x="2141" y="22433"/>
                        <a:pt x="1113" y="27442"/>
                        <a:pt x="1113" y="32751"/>
                      </a:cubicBezTo>
                      <a:cubicBezTo>
                        <a:pt x="1113" y="46022"/>
                        <a:pt x="5994" y="56682"/>
                        <a:pt x="16097" y="65330"/>
                      </a:cubicBezTo>
                      <a:cubicBezTo>
                        <a:pt x="26029" y="73849"/>
                        <a:pt x="39087" y="78173"/>
                        <a:pt x="54970" y="78173"/>
                      </a:cubicBezTo>
                      <a:cubicBezTo>
                        <a:pt x="56768" y="78173"/>
                        <a:pt x="57966" y="77916"/>
                        <a:pt x="58651" y="77446"/>
                      </a:cubicBezTo>
                      <a:cubicBezTo>
                        <a:pt x="59379" y="76932"/>
                        <a:pt x="59722" y="76204"/>
                        <a:pt x="59722" y="75134"/>
                      </a:cubicBezTo>
                      <a:cubicBezTo>
                        <a:pt x="59722" y="74063"/>
                        <a:pt x="59422" y="73293"/>
                        <a:pt x="58780" y="72865"/>
                      </a:cubicBezTo>
                      <a:cubicBezTo>
                        <a:pt x="58394" y="72608"/>
                        <a:pt x="57239" y="72137"/>
                        <a:pt x="53899" y="72137"/>
                      </a:cubicBezTo>
                      <a:cubicBezTo>
                        <a:pt x="40457" y="72137"/>
                        <a:pt x="29368" y="68370"/>
                        <a:pt x="20935" y="60963"/>
                      </a:cubicBezTo>
                      <a:cubicBezTo>
                        <a:pt x="12458" y="53471"/>
                        <a:pt x="8134" y="43924"/>
                        <a:pt x="8134" y="32622"/>
                      </a:cubicBezTo>
                      <a:cubicBezTo>
                        <a:pt x="8134" y="23760"/>
                        <a:pt x="10403" y="17253"/>
                        <a:pt x="14855" y="13229"/>
                      </a:cubicBezTo>
                      <a:cubicBezTo>
                        <a:pt x="19308" y="9162"/>
                        <a:pt x="26500" y="7107"/>
                        <a:pt x="36261" y="7107"/>
                      </a:cubicBezTo>
                      <a:lnTo>
                        <a:pt x="54199" y="7107"/>
                      </a:lnTo>
                      <a:cubicBezTo>
                        <a:pt x="55440" y="7107"/>
                        <a:pt x="56425" y="6850"/>
                        <a:pt x="57196" y="6293"/>
                      </a:cubicBezTo>
                      <a:cubicBezTo>
                        <a:pt x="57838" y="5780"/>
                        <a:pt x="58138" y="5095"/>
                        <a:pt x="58138" y="4153"/>
                      </a:cubicBezTo>
                      <a:cubicBezTo>
                        <a:pt x="58138" y="3211"/>
                        <a:pt x="57838" y="2440"/>
                        <a:pt x="57153" y="1884"/>
                      </a:cubicBezTo>
                      <a:cubicBezTo>
                        <a:pt x="56468" y="1370"/>
                        <a:pt x="55483" y="1070"/>
                        <a:pt x="54199" y="1070"/>
                      </a:cubicBezTo>
                      <a:lnTo>
                        <a:pt x="40499" y="107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0" name="图形 4"/>
              <p:cNvGrpSpPr/>
              <p:nvPr/>
            </p:nvGrpSpPr>
            <p:grpSpPr>
              <a:xfrm>
                <a:off x="11005067" y="6477749"/>
                <a:ext cx="8305" cy="78772"/>
                <a:chOff x="11005067" y="6477749"/>
                <a:chExt cx="8305" cy="78772"/>
              </a:xfrm>
              <a:solidFill>
                <a:srgbClr val="A5A7AA"/>
              </a:solidFill>
            </p:grpSpPr>
            <p:sp>
              <p:nvSpPr>
                <p:cNvPr id="32" name="任意多边形: 形状 31"/>
                <p:cNvSpPr/>
                <p:nvPr/>
              </p:nvSpPr>
              <p:spPr>
                <a:xfrm>
                  <a:off x="11005667" y="6478305"/>
                  <a:ext cx="7149" cy="77659"/>
                </a:xfrm>
                <a:custGeom>
                  <a:avLst/>
                  <a:gdLst>
                    <a:gd name="connsiteX0" fmla="*/ 7149 w 7149"/>
                    <a:gd name="connsiteY0" fmla="*/ 73250 h 77659"/>
                    <a:gd name="connsiteX1" fmla="*/ 6208 w 7149"/>
                    <a:gd name="connsiteY1" fmla="*/ 76546 h 77659"/>
                    <a:gd name="connsiteX2" fmla="*/ 3553 w 7149"/>
                    <a:gd name="connsiteY2" fmla="*/ 77660 h 77659"/>
                    <a:gd name="connsiteX3" fmla="*/ 899 w 7149"/>
                    <a:gd name="connsiteY3" fmla="*/ 76546 h 77659"/>
                    <a:gd name="connsiteX4" fmla="*/ 0 w 7149"/>
                    <a:gd name="connsiteY4" fmla="*/ 73250 h 77659"/>
                    <a:gd name="connsiteX5" fmla="*/ 0 w 7149"/>
                    <a:gd name="connsiteY5" fmla="*/ 4452 h 77659"/>
                    <a:gd name="connsiteX6" fmla="*/ 899 w 7149"/>
                    <a:gd name="connsiteY6" fmla="*/ 1113 h 77659"/>
                    <a:gd name="connsiteX7" fmla="*/ 3553 w 7149"/>
                    <a:gd name="connsiteY7" fmla="*/ 0 h 77659"/>
                    <a:gd name="connsiteX8" fmla="*/ 6208 w 7149"/>
                    <a:gd name="connsiteY8" fmla="*/ 1156 h 77659"/>
                    <a:gd name="connsiteX9" fmla="*/ 7149 w 7149"/>
                    <a:gd name="connsiteY9" fmla="*/ 4452 h 77659"/>
                    <a:gd name="connsiteX10" fmla="*/ 7149 w 7149"/>
                    <a:gd name="connsiteY10" fmla="*/ 73250 h 77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49" h="77659">
                      <a:moveTo>
                        <a:pt x="7149" y="73250"/>
                      </a:moveTo>
                      <a:cubicBezTo>
                        <a:pt x="7149" y="74663"/>
                        <a:pt x="6850" y="75776"/>
                        <a:pt x="6208" y="76546"/>
                      </a:cubicBezTo>
                      <a:cubicBezTo>
                        <a:pt x="5608" y="77317"/>
                        <a:pt x="4709" y="77660"/>
                        <a:pt x="3553" y="77660"/>
                      </a:cubicBezTo>
                      <a:cubicBezTo>
                        <a:pt x="2397" y="77660"/>
                        <a:pt x="1498" y="77317"/>
                        <a:pt x="899" y="76546"/>
                      </a:cubicBezTo>
                      <a:cubicBezTo>
                        <a:pt x="300" y="75819"/>
                        <a:pt x="0" y="74706"/>
                        <a:pt x="0" y="73250"/>
                      </a:cubicBezTo>
                      <a:lnTo>
                        <a:pt x="0" y="4452"/>
                      </a:lnTo>
                      <a:cubicBezTo>
                        <a:pt x="0" y="2997"/>
                        <a:pt x="300" y="1884"/>
                        <a:pt x="899" y="1113"/>
                      </a:cubicBezTo>
                      <a:cubicBezTo>
                        <a:pt x="1498" y="385"/>
                        <a:pt x="2397" y="0"/>
                        <a:pt x="3553" y="0"/>
                      </a:cubicBezTo>
                      <a:cubicBezTo>
                        <a:pt x="4709" y="0"/>
                        <a:pt x="5608" y="385"/>
                        <a:pt x="6208" y="1156"/>
                      </a:cubicBezTo>
                      <a:cubicBezTo>
                        <a:pt x="6850" y="1927"/>
                        <a:pt x="7149" y="3040"/>
                        <a:pt x="7149" y="4452"/>
                      </a:cubicBezTo>
                      <a:lnTo>
                        <a:pt x="7149" y="7325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11005067" y="6477749"/>
                  <a:ext cx="8305" cy="78772"/>
                </a:xfrm>
                <a:custGeom>
                  <a:avLst/>
                  <a:gdLst>
                    <a:gd name="connsiteX0" fmla="*/ 4153 w 8305"/>
                    <a:gd name="connsiteY0" fmla="*/ 78773 h 78772"/>
                    <a:gd name="connsiteX1" fmla="*/ 1027 w 8305"/>
                    <a:gd name="connsiteY1" fmla="*/ 77446 h 78772"/>
                    <a:gd name="connsiteX2" fmla="*/ 0 w 8305"/>
                    <a:gd name="connsiteY2" fmla="*/ 73764 h 78772"/>
                    <a:gd name="connsiteX3" fmla="*/ 0 w 8305"/>
                    <a:gd name="connsiteY3" fmla="*/ 5009 h 78772"/>
                    <a:gd name="connsiteX4" fmla="*/ 1027 w 8305"/>
                    <a:gd name="connsiteY4" fmla="*/ 1327 h 78772"/>
                    <a:gd name="connsiteX5" fmla="*/ 4153 w 8305"/>
                    <a:gd name="connsiteY5" fmla="*/ 0 h 78772"/>
                    <a:gd name="connsiteX6" fmla="*/ 7235 w 8305"/>
                    <a:gd name="connsiteY6" fmla="*/ 1370 h 78772"/>
                    <a:gd name="connsiteX7" fmla="*/ 8305 w 8305"/>
                    <a:gd name="connsiteY7" fmla="*/ 5009 h 78772"/>
                    <a:gd name="connsiteX8" fmla="*/ 8305 w 8305"/>
                    <a:gd name="connsiteY8" fmla="*/ 73807 h 78772"/>
                    <a:gd name="connsiteX9" fmla="*/ 7192 w 8305"/>
                    <a:gd name="connsiteY9" fmla="*/ 77488 h 78772"/>
                    <a:gd name="connsiteX10" fmla="*/ 4153 w 8305"/>
                    <a:gd name="connsiteY10" fmla="*/ 78773 h 78772"/>
                    <a:gd name="connsiteX11" fmla="*/ 4153 w 8305"/>
                    <a:gd name="connsiteY11" fmla="*/ 1113 h 78772"/>
                    <a:gd name="connsiteX12" fmla="*/ 1927 w 8305"/>
                    <a:gd name="connsiteY12" fmla="*/ 2012 h 78772"/>
                    <a:gd name="connsiteX13" fmla="*/ 1113 w 8305"/>
                    <a:gd name="connsiteY13" fmla="*/ 4966 h 78772"/>
                    <a:gd name="connsiteX14" fmla="*/ 1113 w 8305"/>
                    <a:gd name="connsiteY14" fmla="*/ 73764 h 78772"/>
                    <a:gd name="connsiteX15" fmla="*/ 1884 w 8305"/>
                    <a:gd name="connsiteY15" fmla="*/ 76718 h 78772"/>
                    <a:gd name="connsiteX16" fmla="*/ 4110 w 8305"/>
                    <a:gd name="connsiteY16" fmla="*/ 77617 h 78772"/>
                    <a:gd name="connsiteX17" fmla="*/ 6293 w 8305"/>
                    <a:gd name="connsiteY17" fmla="*/ 76718 h 78772"/>
                    <a:gd name="connsiteX18" fmla="*/ 7107 w 8305"/>
                    <a:gd name="connsiteY18" fmla="*/ 73807 h 78772"/>
                    <a:gd name="connsiteX19" fmla="*/ 7107 w 8305"/>
                    <a:gd name="connsiteY19" fmla="*/ 5009 h 78772"/>
                    <a:gd name="connsiteX20" fmla="*/ 6293 w 8305"/>
                    <a:gd name="connsiteY20" fmla="*/ 2098 h 78772"/>
                    <a:gd name="connsiteX21" fmla="*/ 4153 w 8305"/>
                    <a:gd name="connsiteY21" fmla="*/ 1113 h 78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305" h="78772">
                      <a:moveTo>
                        <a:pt x="4153" y="78773"/>
                      </a:moveTo>
                      <a:cubicBezTo>
                        <a:pt x="2740" y="78773"/>
                        <a:pt x="1755" y="78345"/>
                        <a:pt x="1027" y="77446"/>
                      </a:cubicBezTo>
                      <a:cubicBezTo>
                        <a:pt x="342" y="76632"/>
                        <a:pt x="0" y="75391"/>
                        <a:pt x="0" y="73764"/>
                      </a:cubicBezTo>
                      <a:lnTo>
                        <a:pt x="0" y="5009"/>
                      </a:lnTo>
                      <a:cubicBezTo>
                        <a:pt x="0" y="3425"/>
                        <a:pt x="342" y="2183"/>
                        <a:pt x="1027" y="1327"/>
                      </a:cubicBezTo>
                      <a:cubicBezTo>
                        <a:pt x="1755" y="428"/>
                        <a:pt x="2783" y="0"/>
                        <a:pt x="4153" y="0"/>
                      </a:cubicBezTo>
                      <a:cubicBezTo>
                        <a:pt x="5480" y="0"/>
                        <a:pt x="6550" y="471"/>
                        <a:pt x="7235" y="1370"/>
                      </a:cubicBezTo>
                      <a:cubicBezTo>
                        <a:pt x="7963" y="2226"/>
                        <a:pt x="8305" y="3425"/>
                        <a:pt x="8305" y="5009"/>
                      </a:cubicBezTo>
                      <a:lnTo>
                        <a:pt x="8305" y="73807"/>
                      </a:lnTo>
                      <a:cubicBezTo>
                        <a:pt x="8305" y="75433"/>
                        <a:pt x="7920" y="76632"/>
                        <a:pt x="7192" y="77488"/>
                      </a:cubicBezTo>
                      <a:cubicBezTo>
                        <a:pt x="6550" y="78302"/>
                        <a:pt x="5480" y="78773"/>
                        <a:pt x="4153" y="78773"/>
                      </a:cubicBezTo>
                      <a:close/>
                      <a:moveTo>
                        <a:pt x="4153" y="1113"/>
                      </a:moveTo>
                      <a:cubicBezTo>
                        <a:pt x="3168" y="1113"/>
                        <a:pt x="2440" y="1413"/>
                        <a:pt x="1927" y="2012"/>
                      </a:cubicBezTo>
                      <a:cubicBezTo>
                        <a:pt x="1413" y="2654"/>
                        <a:pt x="1113" y="3682"/>
                        <a:pt x="1113" y="4966"/>
                      </a:cubicBezTo>
                      <a:lnTo>
                        <a:pt x="1113" y="73764"/>
                      </a:lnTo>
                      <a:cubicBezTo>
                        <a:pt x="1113" y="75048"/>
                        <a:pt x="1370" y="76076"/>
                        <a:pt x="1884" y="76718"/>
                      </a:cubicBezTo>
                      <a:cubicBezTo>
                        <a:pt x="2355" y="77317"/>
                        <a:pt x="3082" y="77617"/>
                        <a:pt x="4110" y="77617"/>
                      </a:cubicBezTo>
                      <a:cubicBezTo>
                        <a:pt x="5095" y="77617"/>
                        <a:pt x="5822" y="77317"/>
                        <a:pt x="6293" y="76718"/>
                      </a:cubicBezTo>
                      <a:cubicBezTo>
                        <a:pt x="6850" y="76076"/>
                        <a:pt x="7107" y="75091"/>
                        <a:pt x="7107" y="73807"/>
                      </a:cubicBezTo>
                      <a:lnTo>
                        <a:pt x="7107" y="5009"/>
                      </a:lnTo>
                      <a:cubicBezTo>
                        <a:pt x="7107" y="3725"/>
                        <a:pt x="6850" y="2740"/>
                        <a:pt x="6293" y="2098"/>
                      </a:cubicBezTo>
                      <a:cubicBezTo>
                        <a:pt x="5865" y="1456"/>
                        <a:pt x="5137" y="1113"/>
                        <a:pt x="4153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1" name="图形 4"/>
              <p:cNvGrpSpPr/>
              <p:nvPr/>
            </p:nvGrpSpPr>
            <p:grpSpPr>
              <a:xfrm>
                <a:off x="11056184" y="6496714"/>
                <a:ext cx="54284" cy="60363"/>
                <a:chOff x="11056184" y="6496714"/>
                <a:chExt cx="54284" cy="60363"/>
              </a:xfrm>
              <a:solidFill>
                <a:srgbClr val="A5A7AA"/>
              </a:solidFill>
            </p:grpSpPr>
            <p:sp>
              <p:nvSpPr>
                <p:cNvPr id="30" name="任意多边形: 形状 29"/>
                <p:cNvSpPr/>
                <p:nvPr/>
              </p:nvSpPr>
              <p:spPr>
                <a:xfrm>
                  <a:off x="11056740" y="6497313"/>
                  <a:ext cx="53128" cy="59207"/>
                </a:xfrm>
                <a:custGeom>
                  <a:avLst/>
                  <a:gdLst>
                    <a:gd name="connsiteX0" fmla="*/ 0 w 53128"/>
                    <a:gd name="connsiteY0" fmla="*/ 29754 h 59207"/>
                    <a:gd name="connsiteX1" fmla="*/ 7492 w 53128"/>
                    <a:gd name="connsiteY1" fmla="*/ 8305 h 59207"/>
                    <a:gd name="connsiteX2" fmla="*/ 26629 w 53128"/>
                    <a:gd name="connsiteY2" fmla="*/ 0 h 59207"/>
                    <a:gd name="connsiteX3" fmla="*/ 45680 w 53128"/>
                    <a:gd name="connsiteY3" fmla="*/ 8305 h 59207"/>
                    <a:gd name="connsiteX4" fmla="*/ 53129 w 53128"/>
                    <a:gd name="connsiteY4" fmla="*/ 29754 h 59207"/>
                    <a:gd name="connsiteX5" fmla="*/ 45680 w 53128"/>
                    <a:gd name="connsiteY5" fmla="*/ 50988 h 59207"/>
                    <a:gd name="connsiteX6" fmla="*/ 26586 w 53128"/>
                    <a:gd name="connsiteY6" fmla="*/ 59208 h 59207"/>
                    <a:gd name="connsiteX7" fmla="*/ 7449 w 53128"/>
                    <a:gd name="connsiteY7" fmla="*/ 50945 h 59207"/>
                    <a:gd name="connsiteX8" fmla="*/ 0 w 53128"/>
                    <a:gd name="connsiteY8" fmla="*/ 29754 h 59207"/>
                    <a:gd name="connsiteX9" fmla="*/ 26629 w 53128"/>
                    <a:gd name="connsiteY9" fmla="*/ 6379 h 59207"/>
                    <a:gd name="connsiteX10" fmla="*/ 12715 w 53128"/>
                    <a:gd name="connsiteY10" fmla="*/ 12886 h 59207"/>
                    <a:gd name="connsiteX11" fmla="*/ 7278 w 53128"/>
                    <a:gd name="connsiteY11" fmla="*/ 29625 h 59207"/>
                    <a:gd name="connsiteX12" fmla="*/ 12758 w 53128"/>
                    <a:gd name="connsiteY12" fmla="*/ 46365 h 59207"/>
                    <a:gd name="connsiteX13" fmla="*/ 26543 w 53128"/>
                    <a:gd name="connsiteY13" fmla="*/ 52872 h 59207"/>
                    <a:gd name="connsiteX14" fmla="*/ 40457 w 53128"/>
                    <a:gd name="connsiteY14" fmla="*/ 46365 h 59207"/>
                    <a:gd name="connsiteX15" fmla="*/ 45979 w 53128"/>
                    <a:gd name="connsiteY15" fmla="*/ 29625 h 59207"/>
                    <a:gd name="connsiteX16" fmla="*/ 40499 w 53128"/>
                    <a:gd name="connsiteY16" fmla="*/ 12886 h 59207"/>
                    <a:gd name="connsiteX17" fmla="*/ 26629 w 53128"/>
                    <a:gd name="connsiteY17" fmla="*/ 6379 h 5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128" h="59207">
                      <a:moveTo>
                        <a:pt x="0" y="29754"/>
                      </a:moveTo>
                      <a:cubicBezTo>
                        <a:pt x="0" y="21063"/>
                        <a:pt x="2483" y="13871"/>
                        <a:pt x="7492" y="8305"/>
                      </a:cubicBezTo>
                      <a:cubicBezTo>
                        <a:pt x="12501" y="2783"/>
                        <a:pt x="18880" y="0"/>
                        <a:pt x="26629" y="0"/>
                      </a:cubicBezTo>
                      <a:cubicBezTo>
                        <a:pt x="34377" y="0"/>
                        <a:pt x="40713" y="2783"/>
                        <a:pt x="45680" y="8305"/>
                      </a:cubicBezTo>
                      <a:cubicBezTo>
                        <a:pt x="50646" y="13871"/>
                        <a:pt x="53129" y="21063"/>
                        <a:pt x="53129" y="29754"/>
                      </a:cubicBezTo>
                      <a:cubicBezTo>
                        <a:pt x="53129" y="38359"/>
                        <a:pt x="50688" y="45466"/>
                        <a:pt x="45680" y="50988"/>
                      </a:cubicBezTo>
                      <a:cubicBezTo>
                        <a:pt x="40713" y="56468"/>
                        <a:pt x="34377" y="59208"/>
                        <a:pt x="26586" y="59208"/>
                      </a:cubicBezTo>
                      <a:cubicBezTo>
                        <a:pt x="18794" y="59208"/>
                        <a:pt x="12415" y="56468"/>
                        <a:pt x="7449" y="50945"/>
                      </a:cubicBezTo>
                      <a:cubicBezTo>
                        <a:pt x="2483" y="45380"/>
                        <a:pt x="0" y="38359"/>
                        <a:pt x="0" y="29754"/>
                      </a:cubicBezTo>
                      <a:close/>
                      <a:moveTo>
                        <a:pt x="26629" y="6379"/>
                      </a:moveTo>
                      <a:cubicBezTo>
                        <a:pt x="20935" y="6379"/>
                        <a:pt x="16311" y="8519"/>
                        <a:pt x="12715" y="12886"/>
                      </a:cubicBezTo>
                      <a:cubicBezTo>
                        <a:pt x="9076" y="17167"/>
                        <a:pt x="7278" y="22733"/>
                        <a:pt x="7278" y="29625"/>
                      </a:cubicBezTo>
                      <a:cubicBezTo>
                        <a:pt x="7278" y="36475"/>
                        <a:pt x="9076" y="42083"/>
                        <a:pt x="12758" y="46365"/>
                      </a:cubicBezTo>
                      <a:cubicBezTo>
                        <a:pt x="16397" y="50731"/>
                        <a:pt x="20977" y="52872"/>
                        <a:pt x="26543" y="52872"/>
                      </a:cubicBezTo>
                      <a:cubicBezTo>
                        <a:pt x="32194" y="52872"/>
                        <a:pt x="36860" y="50689"/>
                        <a:pt x="40457" y="46365"/>
                      </a:cubicBezTo>
                      <a:cubicBezTo>
                        <a:pt x="44138" y="41998"/>
                        <a:pt x="45979" y="36475"/>
                        <a:pt x="45979" y="29625"/>
                      </a:cubicBezTo>
                      <a:cubicBezTo>
                        <a:pt x="45979" y="22818"/>
                        <a:pt x="44138" y="17253"/>
                        <a:pt x="40499" y="12886"/>
                      </a:cubicBezTo>
                      <a:cubicBezTo>
                        <a:pt x="36818" y="8562"/>
                        <a:pt x="32194" y="6379"/>
                        <a:pt x="26629" y="637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任意多边形: 形状 30"/>
                <p:cNvSpPr/>
                <p:nvPr/>
              </p:nvSpPr>
              <p:spPr>
                <a:xfrm>
                  <a:off x="11056184" y="6496714"/>
                  <a:ext cx="54284" cy="60363"/>
                </a:xfrm>
                <a:custGeom>
                  <a:avLst/>
                  <a:gdLst>
                    <a:gd name="connsiteX0" fmla="*/ 27185 w 54284"/>
                    <a:gd name="connsiteY0" fmla="*/ 60364 h 60363"/>
                    <a:gd name="connsiteX1" fmla="*/ 7620 w 54284"/>
                    <a:gd name="connsiteY1" fmla="*/ 51887 h 60363"/>
                    <a:gd name="connsiteX2" fmla="*/ 0 w 54284"/>
                    <a:gd name="connsiteY2" fmla="*/ 30353 h 60363"/>
                    <a:gd name="connsiteX3" fmla="*/ 7620 w 54284"/>
                    <a:gd name="connsiteY3" fmla="*/ 8519 h 60363"/>
                    <a:gd name="connsiteX4" fmla="*/ 27185 w 54284"/>
                    <a:gd name="connsiteY4" fmla="*/ 0 h 60363"/>
                    <a:gd name="connsiteX5" fmla="*/ 46664 w 54284"/>
                    <a:gd name="connsiteY5" fmla="*/ 8519 h 60363"/>
                    <a:gd name="connsiteX6" fmla="*/ 54285 w 54284"/>
                    <a:gd name="connsiteY6" fmla="*/ 30353 h 60363"/>
                    <a:gd name="connsiteX7" fmla="*/ 46707 w 54284"/>
                    <a:gd name="connsiteY7" fmla="*/ 51973 h 60363"/>
                    <a:gd name="connsiteX8" fmla="*/ 27185 w 54284"/>
                    <a:gd name="connsiteY8" fmla="*/ 60364 h 60363"/>
                    <a:gd name="connsiteX9" fmla="*/ 27185 w 54284"/>
                    <a:gd name="connsiteY9" fmla="*/ 1156 h 60363"/>
                    <a:gd name="connsiteX10" fmla="*/ 8477 w 54284"/>
                    <a:gd name="connsiteY10" fmla="*/ 9290 h 60363"/>
                    <a:gd name="connsiteX11" fmla="*/ 1156 w 54284"/>
                    <a:gd name="connsiteY11" fmla="*/ 30353 h 60363"/>
                    <a:gd name="connsiteX12" fmla="*/ 8477 w 54284"/>
                    <a:gd name="connsiteY12" fmla="*/ 51117 h 60363"/>
                    <a:gd name="connsiteX13" fmla="*/ 27185 w 54284"/>
                    <a:gd name="connsiteY13" fmla="*/ 59208 h 60363"/>
                    <a:gd name="connsiteX14" fmla="*/ 45851 w 54284"/>
                    <a:gd name="connsiteY14" fmla="*/ 51202 h 60363"/>
                    <a:gd name="connsiteX15" fmla="*/ 53129 w 54284"/>
                    <a:gd name="connsiteY15" fmla="*/ 30353 h 60363"/>
                    <a:gd name="connsiteX16" fmla="*/ 45808 w 54284"/>
                    <a:gd name="connsiteY16" fmla="*/ 9290 h 60363"/>
                    <a:gd name="connsiteX17" fmla="*/ 27185 w 54284"/>
                    <a:gd name="connsiteY17" fmla="*/ 1156 h 60363"/>
                    <a:gd name="connsiteX18" fmla="*/ 27057 w 54284"/>
                    <a:gd name="connsiteY18" fmla="*/ 54028 h 60363"/>
                    <a:gd name="connsiteX19" fmla="*/ 12843 w 54284"/>
                    <a:gd name="connsiteY19" fmla="*/ 47306 h 60363"/>
                    <a:gd name="connsiteX20" fmla="*/ 7235 w 54284"/>
                    <a:gd name="connsiteY20" fmla="*/ 30182 h 60363"/>
                    <a:gd name="connsiteX21" fmla="*/ 12801 w 54284"/>
                    <a:gd name="connsiteY21" fmla="*/ 13057 h 60363"/>
                    <a:gd name="connsiteX22" fmla="*/ 27142 w 54284"/>
                    <a:gd name="connsiteY22" fmla="*/ 6379 h 60363"/>
                    <a:gd name="connsiteX23" fmla="*/ 41441 w 54284"/>
                    <a:gd name="connsiteY23" fmla="*/ 13100 h 60363"/>
                    <a:gd name="connsiteX24" fmla="*/ 47050 w 54284"/>
                    <a:gd name="connsiteY24" fmla="*/ 30225 h 60363"/>
                    <a:gd name="connsiteX25" fmla="*/ 41356 w 54284"/>
                    <a:gd name="connsiteY25" fmla="*/ 47349 h 60363"/>
                    <a:gd name="connsiteX26" fmla="*/ 27057 w 54284"/>
                    <a:gd name="connsiteY26" fmla="*/ 54028 h 60363"/>
                    <a:gd name="connsiteX27" fmla="*/ 27185 w 54284"/>
                    <a:gd name="connsiteY27" fmla="*/ 7535 h 60363"/>
                    <a:gd name="connsiteX28" fmla="*/ 13700 w 54284"/>
                    <a:gd name="connsiteY28" fmla="*/ 13828 h 60363"/>
                    <a:gd name="connsiteX29" fmla="*/ 8391 w 54284"/>
                    <a:gd name="connsiteY29" fmla="*/ 30225 h 60363"/>
                    <a:gd name="connsiteX30" fmla="*/ 13700 w 54284"/>
                    <a:gd name="connsiteY30" fmla="*/ 46579 h 60363"/>
                    <a:gd name="connsiteX31" fmla="*/ 27057 w 54284"/>
                    <a:gd name="connsiteY31" fmla="*/ 52872 h 60363"/>
                    <a:gd name="connsiteX32" fmla="*/ 40542 w 54284"/>
                    <a:gd name="connsiteY32" fmla="*/ 46579 h 60363"/>
                    <a:gd name="connsiteX33" fmla="*/ 45936 w 54284"/>
                    <a:gd name="connsiteY33" fmla="*/ 30182 h 60363"/>
                    <a:gd name="connsiteX34" fmla="*/ 40585 w 54284"/>
                    <a:gd name="connsiteY34" fmla="*/ 13785 h 60363"/>
                    <a:gd name="connsiteX35" fmla="*/ 27185 w 54284"/>
                    <a:gd name="connsiteY35" fmla="*/ 7535 h 60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4284" h="60363">
                      <a:moveTo>
                        <a:pt x="27185" y="60364"/>
                      </a:moveTo>
                      <a:cubicBezTo>
                        <a:pt x="19265" y="60364"/>
                        <a:pt x="12672" y="57538"/>
                        <a:pt x="7620" y="51887"/>
                      </a:cubicBezTo>
                      <a:cubicBezTo>
                        <a:pt x="2569" y="46279"/>
                        <a:pt x="0" y="39044"/>
                        <a:pt x="0" y="30353"/>
                      </a:cubicBezTo>
                      <a:cubicBezTo>
                        <a:pt x="0" y="21534"/>
                        <a:pt x="2569" y="14171"/>
                        <a:pt x="7620" y="8519"/>
                      </a:cubicBezTo>
                      <a:cubicBezTo>
                        <a:pt x="12758" y="2868"/>
                        <a:pt x="19351" y="0"/>
                        <a:pt x="27185" y="0"/>
                      </a:cubicBezTo>
                      <a:cubicBezTo>
                        <a:pt x="35062" y="0"/>
                        <a:pt x="41612" y="2868"/>
                        <a:pt x="46664" y="8519"/>
                      </a:cubicBezTo>
                      <a:cubicBezTo>
                        <a:pt x="51716" y="14171"/>
                        <a:pt x="54285" y="21534"/>
                        <a:pt x="54285" y="30353"/>
                      </a:cubicBezTo>
                      <a:cubicBezTo>
                        <a:pt x="54285" y="39087"/>
                        <a:pt x="51716" y="46365"/>
                        <a:pt x="46707" y="51973"/>
                      </a:cubicBezTo>
                      <a:cubicBezTo>
                        <a:pt x="41655" y="57538"/>
                        <a:pt x="35062" y="60364"/>
                        <a:pt x="27185" y="60364"/>
                      </a:cubicBezTo>
                      <a:close/>
                      <a:moveTo>
                        <a:pt x="27185" y="1156"/>
                      </a:moveTo>
                      <a:cubicBezTo>
                        <a:pt x="19650" y="1156"/>
                        <a:pt x="13357" y="3896"/>
                        <a:pt x="8477" y="9290"/>
                      </a:cubicBezTo>
                      <a:cubicBezTo>
                        <a:pt x="3596" y="14727"/>
                        <a:pt x="1156" y="21791"/>
                        <a:pt x="1156" y="30353"/>
                      </a:cubicBezTo>
                      <a:cubicBezTo>
                        <a:pt x="1156" y="38744"/>
                        <a:pt x="3639" y="45765"/>
                        <a:pt x="8477" y="51117"/>
                      </a:cubicBezTo>
                      <a:cubicBezTo>
                        <a:pt x="13400" y="56554"/>
                        <a:pt x="19522" y="59208"/>
                        <a:pt x="27185" y="59208"/>
                      </a:cubicBezTo>
                      <a:cubicBezTo>
                        <a:pt x="34763" y="59208"/>
                        <a:pt x="41013" y="56511"/>
                        <a:pt x="45851" y="51202"/>
                      </a:cubicBezTo>
                      <a:cubicBezTo>
                        <a:pt x="50688" y="45808"/>
                        <a:pt x="53129" y="38830"/>
                        <a:pt x="53129" y="30353"/>
                      </a:cubicBezTo>
                      <a:cubicBezTo>
                        <a:pt x="53129" y="21834"/>
                        <a:pt x="50688" y="14727"/>
                        <a:pt x="45808" y="9290"/>
                      </a:cubicBezTo>
                      <a:cubicBezTo>
                        <a:pt x="40970" y="3896"/>
                        <a:pt x="34677" y="1156"/>
                        <a:pt x="27185" y="1156"/>
                      </a:cubicBezTo>
                      <a:close/>
                      <a:moveTo>
                        <a:pt x="27057" y="54028"/>
                      </a:moveTo>
                      <a:cubicBezTo>
                        <a:pt x="21320" y="54028"/>
                        <a:pt x="16525" y="51759"/>
                        <a:pt x="12843" y="47306"/>
                      </a:cubicBezTo>
                      <a:cubicBezTo>
                        <a:pt x="9119" y="42940"/>
                        <a:pt x="7235" y="37203"/>
                        <a:pt x="7235" y="30182"/>
                      </a:cubicBezTo>
                      <a:cubicBezTo>
                        <a:pt x="7235" y="23161"/>
                        <a:pt x="9119" y="17424"/>
                        <a:pt x="12801" y="13057"/>
                      </a:cubicBezTo>
                      <a:cubicBezTo>
                        <a:pt x="16482" y="8605"/>
                        <a:pt x="21320" y="6379"/>
                        <a:pt x="27142" y="6379"/>
                      </a:cubicBezTo>
                      <a:cubicBezTo>
                        <a:pt x="32879" y="6379"/>
                        <a:pt x="37674" y="8648"/>
                        <a:pt x="41441" y="13100"/>
                      </a:cubicBezTo>
                      <a:cubicBezTo>
                        <a:pt x="45166" y="17553"/>
                        <a:pt x="47050" y="23289"/>
                        <a:pt x="47050" y="30225"/>
                      </a:cubicBezTo>
                      <a:cubicBezTo>
                        <a:pt x="47050" y="37160"/>
                        <a:pt x="45123" y="42897"/>
                        <a:pt x="41356" y="47349"/>
                      </a:cubicBezTo>
                      <a:cubicBezTo>
                        <a:pt x="37674" y="51802"/>
                        <a:pt x="32836" y="54028"/>
                        <a:pt x="27057" y="54028"/>
                      </a:cubicBezTo>
                      <a:close/>
                      <a:moveTo>
                        <a:pt x="27185" y="7535"/>
                      </a:moveTo>
                      <a:cubicBezTo>
                        <a:pt x="21620" y="7535"/>
                        <a:pt x="17210" y="9590"/>
                        <a:pt x="13700" y="13828"/>
                      </a:cubicBezTo>
                      <a:cubicBezTo>
                        <a:pt x="10189" y="17981"/>
                        <a:pt x="8391" y="23503"/>
                        <a:pt x="8391" y="30225"/>
                      </a:cubicBezTo>
                      <a:cubicBezTo>
                        <a:pt x="8391" y="36946"/>
                        <a:pt x="10189" y="42426"/>
                        <a:pt x="13700" y="46579"/>
                      </a:cubicBezTo>
                      <a:cubicBezTo>
                        <a:pt x="17210" y="50817"/>
                        <a:pt x="21577" y="52872"/>
                        <a:pt x="27057" y="52872"/>
                      </a:cubicBezTo>
                      <a:cubicBezTo>
                        <a:pt x="32494" y="52872"/>
                        <a:pt x="37032" y="50774"/>
                        <a:pt x="40542" y="46579"/>
                      </a:cubicBezTo>
                      <a:cubicBezTo>
                        <a:pt x="44138" y="42340"/>
                        <a:pt x="45936" y="36860"/>
                        <a:pt x="45936" y="30182"/>
                      </a:cubicBezTo>
                      <a:cubicBezTo>
                        <a:pt x="45936" y="23546"/>
                        <a:pt x="44138" y="18066"/>
                        <a:pt x="40585" y="13785"/>
                      </a:cubicBezTo>
                      <a:cubicBezTo>
                        <a:pt x="37074" y="9675"/>
                        <a:pt x="32537" y="7535"/>
                        <a:pt x="27185" y="7535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2" name="图形 4"/>
              <p:cNvGrpSpPr/>
              <p:nvPr/>
            </p:nvGrpSpPr>
            <p:grpSpPr>
              <a:xfrm>
                <a:off x="11152466" y="6497399"/>
                <a:ext cx="47306" cy="59850"/>
                <a:chOff x="11152466" y="6497399"/>
                <a:chExt cx="47306" cy="59850"/>
              </a:xfrm>
              <a:solidFill>
                <a:srgbClr val="A5A7AA"/>
              </a:solidFill>
            </p:grpSpPr>
            <p:sp>
              <p:nvSpPr>
                <p:cNvPr id="28" name="任意多边形: 形状 27"/>
                <p:cNvSpPr/>
                <p:nvPr/>
              </p:nvSpPr>
              <p:spPr>
                <a:xfrm>
                  <a:off x="11153023" y="6497870"/>
                  <a:ext cx="46107" cy="58779"/>
                </a:xfrm>
                <a:custGeom>
                  <a:avLst/>
                  <a:gdLst>
                    <a:gd name="connsiteX0" fmla="*/ 38915 w 46107"/>
                    <a:gd name="connsiteY0" fmla="*/ 49404 h 58779"/>
                    <a:gd name="connsiteX1" fmla="*/ 30952 w 46107"/>
                    <a:gd name="connsiteY1" fmla="*/ 56468 h 58779"/>
                    <a:gd name="connsiteX2" fmla="*/ 20507 w 46107"/>
                    <a:gd name="connsiteY2" fmla="*/ 58780 h 58779"/>
                    <a:gd name="connsiteX3" fmla="*/ 5266 w 46107"/>
                    <a:gd name="connsiteY3" fmla="*/ 53043 h 58779"/>
                    <a:gd name="connsiteX4" fmla="*/ 0 w 46107"/>
                    <a:gd name="connsiteY4" fmla="*/ 36347 h 58779"/>
                    <a:gd name="connsiteX5" fmla="*/ 0 w 46107"/>
                    <a:gd name="connsiteY5" fmla="*/ 4624 h 58779"/>
                    <a:gd name="connsiteX6" fmla="*/ 942 w 46107"/>
                    <a:gd name="connsiteY6" fmla="*/ 1199 h 58779"/>
                    <a:gd name="connsiteX7" fmla="*/ 3639 w 46107"/>
                    <a:gd name="connsiteY7" fmla="*/ 43 h 58779"/>
                    <a:gd name="connsiteX8" fmla="*/ 6293 w 46107"/>
                    <a:gd name="connsiteY8" fmla="*/ 1199 h 58779"/>
                    <a:gd name="connsiteX9" fmla="*/ 7192 w 46107"/>
                    <a:gd name="connsiteY9" fmla="*/ 4624 h 58779"/>
                    <a:gd name="connsiteX10" fmla="*/ 7192 w 46107"/>
                    <a:gd name="connsiteY10" fmla="*/ 33050 h 58779"/>
                    <a:gd name="connsiteX11" fmla="*/ 10574 w 46107"/>
                    <a:gd name="connsiteY11" fmla="*/ 48034 h 58779"/>
                    <a:gd name="connsiteX12" fmla="*/ 21748 w 46107"/>
                    <a:gd name="connsiteY12" fmla="*/ 52401 h 58779"/>
                    <a:gd name="connsiteX13" fmla="*/ 34720 w 46107"/>
                    <a:gd name="connsiteY13" fmla="*/ 46322 h 58779"/>
                    <a:gd name="connsiteX14" fmla="*/ 38915 w 46107"/>
                    <a:gd name="connsiteY14" fmla="*/ 27656 h 58779"/>
                    <a:gd name="connsiteX15" fmla="*/ 38915 w 46107"/>
                    <a:gd name="connsiteY15" fmla="*/ 4581 h 58779"/>
                    <a:gd name="connsiteX16" fmla="*/ 39900 w 46107"/>
                    <a:gd name="connsiteY16" fmla="*/ 1156 h 58779"/>
                    <a:gd name="connsiteX17" fmla="*/ 42597 w 46107"/>
                    <a:gd name="connsiteY17" fmla="*/ 0 h 58779"/>
                    <a:gd name="connsiteX18" fmla="*/ 45209 w 46107"/>
                    <a:gd name="connsiteY18" fmla="*/ 1156 h 58779"/>
                    <a:gd name="connsiteX19" fmla="*/ 46108 w 46107"/>
                    <a:gd name="connsiteY19" fmla="*/ 4581 h 58779"/>
                    <a:gd name="connsiteX20" fmla="*/ 46108 w 46107"/>
                    <a:gd name="connsiteY20" fmla="*/ 53471 h 58779"/>
                    <a:gd name="connsiteX21" fmla="*/ 45209 w 46107"/>
                    <a:gd name="connsiteY21" fmla="*/ 56896 h 58779"/>
                    <a:gd name="connsiteX22" fmla="*/ 42597 w 46107"/>
                    <a:gd name="connsiteY22" fmla="*/ 58052 h 58779"/>
                    <a:gd name="connsiteX23" fmla="*/ 39900 w 46107"/>
                    <a:gd name="connsiteY23" fmla="*/ 56853 h 58779"/>
                    <a:gd name="connsiteX24" fmla="*/ 38915 w 46107"/>
                    <a:gd name="connsiteY24" fmla="*/ 53471 h 58779"/>
                    <a:gd name="connsiteX25" fmla="*/ 38915 w 46107"/>
                    <a:gd name="connsiteY25" fmla="*/ 49404 h 58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6107" h="58779">
                      <a:moveTo>
                        <a:pt x="38915" y="49404"/>
                      </a:moveTo>
                      <a:cubicBezTo>
                        <a:pt x="36646" y="52615"/>
                        <a:pt x="33949" y="54970"/>
                        <a:pt x="30952" y="56468"/>
                      </a:cubicBezTo>
                      <a:cubicBezTo>
                        <a:pt x="27913" y="58009"/>
                        <a:pt x="24488" y="58780"/>
                        <a:pt x="20507" y="58780"/>
                      </a:cubicBezTo>
                      <a:cubicBezTo>
                        <a:pt x="13871" y="58780"/>
                        <a:pt x="8776" y="56811"/>
                        <a:pt x="5266" y="53043"/>
                      </a:cubicBezTo>
                      <a:cubicBezTo>
                        <a:pt x="1755" y="49190"/>
                        <a:pt x="0" y="43625"/>
                        <a:pt x="0" y="36347"/>
                      </a:cubicBezTo>
                      <a:lnTo>
                        <a:pt x="0" y="4624"/>
                      </a:lnTo>
                      <a:cubicBezTo>
                        <a:pt x="0" y="3125"/>
                        <a:pt x="300" y="2012"/>
                        <a:pt x="942" y="1199"/>
                      </a:cubicBezTo>
                      <a:cubicBezTo>
                        <a:pt x="1584" y="471"/>
                        <a:pt x="2440" y="43"/>
                        <a:pt x="3639" y="43"/>
                      </a:cubicBezTo>
                      <a:cubicBezTo>
                        <a:pt x="4795" y="43"/>
                        <a:pt x="5651" y="471"/>
                        <a:pt x="6293" y="1199"/>
                      </a:cubicBezTo>
                      <a:cubicBezTo>
                        <a:pt x="6893" y="2012"/>
                        <a:pt x="7192" y="3125"/>
                        <a:pt x="7192" y="4624"/>
                      </a:cubicBezTo>
                      <a:lnTo>
                        <a:pt x="7192" y="33050"/>
                      </a:lnTo>
                      <a:cubicBezTo>
                        <a:pt x="7192" y="40114"/>
                        <a:pt x="8348" y="45123"/>
                        <a:pt x="10574" y="48034"/>
                      </a:cubicBezTo>
                      <a:cubicBezTo>
                        <a:pt x="12843" y="50945"/>
                        <a:pt x="16568" y="52401"/>
                        <a:pt x="21748" y="52401"/>
                      </a:cubicBezTo>
                      <a:cubicBezTo>
                        <a:pt x="27570" y="52401"/>
                        <a:pt x="31894" y="50389"/>
                        <a:pt x="34720" y="46322"/>
                      </a:cubicBezTo>
                      <a:cubicBezTo>
                        <a:pt x="37503" y="42255"/>
                        <a:pt x="38915" y="36047"/>
                        <a:pt x="38915" y="27656"/>
                      </a:cubicBezTo>
                      <a:lnTo>
                        <a:pt x="38915" y="4581"/>
                      </a:lnTo>
                      <a:cubicBezTo>
                        <a:pt x="38915" y="3082"/>
                        <a:pt x="39258" y="1969"/>
                        <a:pt x="39900" y="1156"/>
                      </a:cubicBezTo>
                      <a:cubicBezTo>
                        <a:pt x="40585" y="428"/>
                        <a:pt x="41484" y="0"/>
                        <a:pt x="42597" y="0"/>
                      </a:cubicBezTo>
                      <a:cubicBezTo>
                        <a:pt x="43753" y="0"/>
                        <a:pt x="44609" y="428"/>
                        <a:pt x="45209" y="1156"/>
                      </a:cubicBezTo>
                      <a:cubicBezTo>
                        <a:pt x="45808" y="1969"/>
                        <a:pt x="46108" y="3082"/>
                        <a:pt x="46108" y="4581"/>
                      </a:cubicBezTo>
                      <a:lnTo>
                        <a:pt x="46108" y="53471"/>
                      </a:lnTo>
                      <a:cubicBezTo>
                        <a:pt x="46108" y="54927"/>
                        <a:pt x="45808" y="56083"/>
                        <a:pt x="45209" y="56896"/>
                      </a:cubicBezTo>
                      <a:cubicBezTo>
                        <a:pt x="44609" y="57667"/>
                        <a:pt x="43753" y="58052"/>
                        <a:pt x="42597" y="58052"/>
                      </a:cubicBezTo>
                      <a:cubicBezTo>
                        <a:pt x="41484" y="58052"/>
                        <a:pt x="40542" y="57667"/>
                        <a:pt x="39900" y="56853"/>
                      </a:cubicBezTo>
                      <a:cubicBezTo>
                        <a:pt x="39258" y="56083"/>
                        <a:pt x="38915" y="54970"/>
                        <a:pt x="38915" y="53471"/>
                      </a:cubicBezTo>
                      <a:lnTo>
                        <a:pt x="38915" y="49404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11152466" y="6497399"/>
                  <a:ext cx="47306" cy="59850"/>
                </a:xfrm>
                <a:custGeom>
                  <a:avLst/>
                  <a:gdLst>
                    <a:gd name="connsiteX0" fmla="*/ 21063 w 47306"/>
                    <a:gd name="connsiteY0" fmla="*/ 59850 h 59850"/>
                    <a:gd name="connsiteX1" fmla="*/ 5394 w 47306"/>
                    <a:gd name="connsiteY1" fmla="*/ 53942 h 59850"/>
                    <a:gd name="connsiteX2" fmla="*/ 0 w 47306"/>
                    <a:gd name="connsiteY2" fmla="*/ 36860 h 59850"/>
                    <a:gd name="connsiteX3" fmla="*/ 0 w 47306"/>
                    <a:gd name="connsiteY3" fmla="*/ 5137 h 59850"/>
                    <a:gd name="connsiteX4" fmla="*/ 1070 w 47306"/>
                    <a:gd name="connsiteY4" fmla="*/ 1370 h 59850"/>
                    <a:gd name="connsiteX5" fmla="*/ 4195 w 47306"/>
                    <a:gd name="connsiteY5" fmla="*/ 0 h 59850"/>
                    <a:gd name="connsiteX6" fmla="*/ 7278 w 47306"/>
                    <a:gd name="connsiteY6" fmla="*/ 1370 h 59850"/>
                    <a:gd name="connsiteX7" fmla="*/ 8305 w 47306"/>
                    <a:gd name="connsiteY7" fmla="*/ 5180 h 59850"/>
                    <a:gd name="connsiteX8" fmla="*/ 8305 w 47306"/>
                    <a:gd name="connsiteY8" fmla="*/ 33607 h 59850"/>
                    <a:gd name="connsiteX9" fmla="*/ 11602 w 47306"/>
                    <a:gd name="connsiteY9" fmla="*/ 48248 h 59850"/>
                    <a:gd name="connsiteX10" fmla="*/ 22347 w 47306"/>
                    <a:gd name="connsiteY10" fmla="*/ 52401 h 59850"/>
                    <a:gd name="connsiteX11" fmla="*/ 34848 w 47306"/>
                    <a:gd name="connsiteY11" fmla="*/ 46579 h 59850"/>
                    <a:gd name="connsiteX12" fmla="*/ 38915 w 47306"/>
                    <a:gd name="connsiteY12" fmla="*/ 28255 h 59850"/>
                    <a:gd name="connsiteX13" fmla="*/ 38915 w 47306"/>
                    <a:gd name="connsiteY13" fmla="*/ 5180 h 59850"/>
                    <a:gd name="connsiteX14" fmla="*/ 40028 w 47306"/>
                    <a:gd name="connsiteY14" fmla="*/ 1413 h 59850"/>
                    <a:gd name="connsiteX15" fmla="*/ 43196 w 47306"/>
                    <a:gd name="connsiteY15" fmla="*/ 43 h 59850"/>
                    <a:gd name="connsiteX16" fmla="*/ 46279 w 47306"/>
                    <a:gd name="connsiteY16" fmla="*/ 1413 h 59850"/>
                    <a:gd name="connsiteX17" fmla="*/ 47306 w 47306"/>
                    <a:gd name="connsiteY17" fmla="*/ 5180 h 59850"/>
                    <a:gd name="connsiteX18" fmla="*/ 47306 w 47306"/>
                    <a:gd name="connsiteY18" fmla="*/ 54071 h 59850"/>
                    <a:gd name="connsiteX19" fmla="*/ 46279 w 47306"/>
                    <a:gd name="connsiteY19" fmla="*/ 57838 h 59850"/>
                    <a:gd name="connsiteX20" fmla="*/ 43196 w 47306"/>
                    <a:gd name="connsiteY20" fmla="*/ 59208 h 59850"/>
                    <a:gd name="connsiteX21" fmla="*/ 40028 w 47306"/>
                    <a:gd name="connsiteY21" fmla="*/ 57795 h 59850"/>
                    <a:gd name="connsiteX22" fmla="*/ 38915 w 47306"/>
                    <a:gd name="connsiteY22" fmla="*/ 54071 h 59850"/>
                    <a:gd name="connsiteX23" fmla="*/ 38915 w 47306"/>
                    <a:gd name="connsiteY23" fmla="*/ 51673 h 59850"/>
                    <a:gd name="connsiteX24" fmla="*/ 31766 w 47306"/>
                    <a:gd name="connsiteY24" fmla="*/ 57538 h 59850"/>
                    <a:gd name="connsiteX25" fmla="*/ 21063 w 47306"/>
                    <a:gd name="connsiteY25" fmla="*/ 59850 h 59850"/>
                    <a:gd name="connsiteX26" fmla="*/ 4195 w 47306"/>
                    <a:gd name="connsiteY26" fmla="*/ 1113 h 59850"/>
                    <a:gd name="connsiteX27" fmla="*/ 1969 w 47306"/>
                    <a:gd name="connsiteY27" fmla="*/ 2055 h 59850"/>
                    <a:gd name="connsiteX28" fmla="*/ 1156 w 47306"/>
                    <a:gd name="connsiteY28" fmla="*/ 5095 h 59850"/>
                    <a:gd name="connsiteX29" fmla="*/ 1156 w 47306"/>
                    <a:gd name="connsiteY29" fmla="*/ 36818 h 59850"/>
                    <a:gd name="connsiteX30" fmla="*/ 6250 w 47306"/>
                    <a:gd name="connsiteY30" fmla="*/ 53129 h 59850"/>
                    <a:gd name="connsiteX31" fmla="*/ 21063 w 47306"/>
                    <a:gd name="connsiteY31" fmla="*/ 58694 h 59850"/>
                    <a:gd name="connsiteX32" fmla="*/ 31252 w 47306"/>
                    <a:gd name="connsiteY32" fmla="*/ 56425 h 59850"/>
                    <a:gd name="connsiteX33" fmla="*/ 39001 w 47306"/>
                    <a:gd name="connsiteY33" fmla="*/ 49533 h 59850"/>
                    <a:gd name="connsiteX34" fmla="*/ 40071 w 47306"/>
                    <a:gd name="connsiteY34" fmla="*/ 48034 h 59850"/>
                    <a:gd name="connsiteX35" fmla="*/ 40071 w 47306"/>
                    <a:gd name="connsiteY35" fmla="*/ 53985 h 59850"/>
                    <a:gd name="connsiteX36" fmla="*/ 40927 w 47306"/>
                    <a:gd name="connsiteY36" fmla="*/ 56982 h 59850"/>
                    <a:gd name="connsiteX37" fmla="*/ 43196 w 47306"/>
                    <a:gd name="connsiteY37" fmla="*/ 57966 h 59850"/>
                    <a:gd name="connsiteX38" fmla="*/ 45337 w 47306"/>
                    <a:gd name="connsiteY38" fmla="*/ 57067 h 59850"/>
                    <a:gd name="connsiteX39" fmla="*/ 46108 w 47306"/>
                    <a:gd name="connsiteY39" fmla="*/ 54028 h 59850"/>
                    <a:gd name="connsiteX40" fmla="*/ 46108 w 47306"/>
                    <a:gd name="connsiteY40" fmla="*/ 5095 h 59850"/>
                    <a:gd name="connsiteX41" fmla="*/ 45337 w 47306"/>
                    <a:gd name="connsiteY41" fmla="*/ 2012 h 59850"/>
                    <a:gd name="connsiteX42" fmla="*/ 43196 w 47306"/>
                    <a:gd name="connsiteY42" fmla="*/ 1113 h 59850"/>
                    <a:gd name="connsiteX43" fmla="*/ 40927 w 47306"/>
                    <a:gd name="connsiteY43" fmla="*/ 2098 h 59850"/>
                    <a:gd name="connsiteX44" fmla="*/ 40114 w 47306"/>
                    <a:gd name="connsiteY44" fmla="*/ 5137 h 59850"/>
                    <a:gd name="connsiteX45" fmla="*/ 40114 w 47306"/>
                    <a:gd name="connsiteY45" fmla="*/ 28213 h 59850"/>
                    <a:gd name="connsiteX46" fmla="*/ 35833 w 47306"/>
                    <a:gd name="connsiteY46" fmla="*/ 47178 h 59850"/>
                    <a:gd name="connsiteX47" fmla="*/ 22390 w 47306"/>
                    <a:gd name="connsiteY47" fmla="*/ 53514 h 59850"/>
                    <a:gd name="connsiteX48" fmla="*/ 10746 w 47306"/>
                    <a:gd name="connsiteY48" fmla="*/ 48933 h 59850"/>
                    <a:gd name="connsiteX49" fmla="*/ 7235 w 47306"/>
                    <a:gd name="connsiteY49" fmla="*/ 33564 h 59850"/>
                    <a:gd name="connsiteX50" fmla="*/ 7235 w 47306"/>
                    <a:gd name="connsiteY50" fmla="*/ 5137 h 59850"/>
                    <a:gd name="connsiteX51" fmla="*/ 6464 w 47306"/>
                    <a:gd name="connsiteY51" fmla="*/ 2055 h 59850"/>
                    <a:gd name="connsiteX52" fmla="*/ 4195 w 47306"/>
                    <a:gd name="connsiteY52" fmla="*/ 1113 h 59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47306" h="59850">
                      <a:moveTo>
                        <a:pt x="21063" y="59850"/>
                      </a:moveTo>
                      <a:cubicBezTo>
                        <a:pt x="14299" y="59850"/>
                        <a:pt x="9033" y="57838"/>
                        <a:pt x="5394" y="53942"/>
                      </a:cubicBezTo>
                      <a:cubicBezTo>
                        <a:pt x="1798" y="50004"/>
                        <a:pt x="0" y="44267"/>
                        <a:pt x="0" y="36860"/>
                      </a:cubicBezTo>
                      <a:lnTo>
                        <a:pt x="0" y="5137"/>
                      </a:lnTo>
                      <a:cubicBezTo>
                        <a:pt x="0" y="3511"/>
                        <a:pt x="342" y="2269"/>
                        <a:pt x="1070" y="1370"/>
                      </a:cubicBezTo>
                      <a:cubicBezTo>
                        <a:pt x="1841" y="428"/>
                        <a:pt x="2911" y="0"/>
                        <a:pt x="4195" y="0"/>
                      </a:cubicBezTo>
                      <a:cubicBezTo>
                        <a:pt x="5480" y="0"/>
                        <a:pt x="6507" y="471"/>
                        <a:pt x="7278" y="1370"/>
                      </a:cubicBezTo>
                      <a:cubicBezTo>
                        <a:pt x="7963" y="2355"/>
                        <a:pt x="8305" y="3553"/>
                        <a:pt x="8305" y="5180"/>
                      </a:cubicBezTo>
                      <a:lnTo>
                        <a:pt x="8305" y="33607"/>
                      </a:lnTo>
                      <a:cubicBezTo>
                        <a:pt x="8305" y="40499"/>
                        <a:pt x="9418" y="45423"/>
                        <a:pt x="11602" y="48248"/>
                      </a:cubicBezTo>
                      <a:cubicBezTo>
                        <a:pt x="13742" y="50988"/>
                        <a:pt x="17381" y="52401"/>
                        <a:pt x="22347" y="52401"/>
                      </a:cubicBezTo>
                      <a:cubicBezTo>
                        <a:pt x="28041" y="52401"/>
                        <a:pt x="32108" y="50474"/>
                        <a:pt x="34848" y="46579"/>
                      </a:cubicBezTo>
                      <a:cubicBezTo>
                        <a:pt x="37545" y="42640"/>
                        <a:pt x="38915" y="36475"/>
                        <a:pt x="38915" y="28255"/>
                      </a:cubicBezTo>
                      <a:lnTo>
                        <a:pt x="38915" y="5180"/>
                      </a:lnTo>
                      <a:cubicBezTo>
                        <a:pt x="38915" y="3553"/>
                        <a:pt x="39258" y="2355"/>
                        <a:pt x="40028" y="1413"/>
                      </a:cubicBezTo>
                      <a:cubicBezTo>
                        <a:pt x="40842" y="514"/>
                        <a:pt x="41912" y="43"/>
                        <a:pt x="43196" y="43"/>
                      </a:cubicBezTo>
                      <a:cubicBezTo>
                        <a:pt x="44481" y="43"/>
                        <a:pt x="45551" y="514"/>
                        <a:pt x="46279" y="1413"/>
                      </a:cubicBezTo>
                      <a:cubicBezTo>
                        <a:pt x="46964" y="2355"/>
                        <a:pt x="47306" y="3596"/>
                        <a:pt x="47306" y="5180"/>
                      </a:cubicBezTo>
                      <a:lnTo>
                        <a:pt x="47306" y="54071"/>
                      </a:lnTo>
                      <a:cubicBezTo>
                        <a:pt x="47306" y="55655"/>
                        <a:pt x="46964" y="56896"/>
                        <a:pt x="46279" y="57838"/>
                      </a:cubicBezTo>
                      <a:cubicBezTo>
                        <a:pt x="45594" y="58737"/>
                        <a:pt x="44524" y="59208"/>
                        <a:pt x="43196" y="59208"/>
                      </a:cubicBezTo>
                      <a:cubicBezTo>
                        <a:pt x="41869" y="59208"/>
                        <a:pt x="40799" y="58737"/>
                        <a:pt x="40028" y="57795"/>
                      </a:cubicBezTo>
                      <a:cubicBezTo>
                        <a:pt x="39301" y="56896"/>
                        <a:pt x="38915" y="55655"/>
                        <a:pt x="38915" y="54071"/>
                      </a:cubicBezTo>
                      <a:lnTo>
                        <a:pt x="38915" y="51673"/>
                      </a:lnTo>
                      <a:cubicBezTo>
                        <a:pt x="36860" y="54242"/>
                        <a:pt x="34463" y="56211"/>
                        <a:pt x="31766" y="57538"/>
                      </a:cubicBezTo>
                      <a:cubicBezTo>
                        <a:pt x="28641" y="59037"/>
                        <a:pt x="25045" y="59850"/>
                        <a:pt x="21063" y="59850"/>
                      </a:cubicBezTo>
                      <a:close/>
                      <a:moveTo>
                        <a:pt x="4195" y="1113"/>
                      </a:moveTo>
                      <a:cubicBezTo>
                        <a:pt x="3254" y="1113"/>
                        <a:pt x="2483" y="1413"/>
                        <a:pt x="1969" y="2055"/>
                      </a:cubicBezTo>
                      <a:cubicBezTo>
                        <a:pt x="1456" y="2740"/>
                        <a:pt x="1156" y="3725"/>
                        <a:pt x="1156" y="5095"/>
                      </a:cubicBezTo>
                      <a:lnTo>
                        <a:pt x="1156" y="36818"/>
                      </a:lnTo>
                      <a:cubicBezTo>
                        <a:pt x="1156" y="43924"/>
                        <a:pt x="2868" y="49404"/>
                        <a:pt x="6250" y="53129"/>
                      </a:cubicBezTo>
                      <a:cubicBezTo>
                        <a:pt x="9633" y="56810"/>
                        <a:pt x="14641" y="58694"/>
                        <a:pt x="21063" y="58694"/>
                      </a:cubicBezTo>
                      <a:cubicBezTo>
                        <a:pt x="24916" y="58694"/>
                        <a:pt x="28255" y="57966"/>
                        <a:pt x="31252" y="56425"/>
                      </a:cubicBezTo>
                      <a:cubicBezTo>
                        <a:pt x="34206" y="54927"/>
                        <a:pt x="36818" y="52615"/>
                        <a:pt x="39001" y="49533"/>
                      </a:cubicBezTo>
                      <a:lnTo>
                        <a:pt x="40071" y="48034"/>
                      </a:lnTo>
                      <a:lnTo>
                        <a:pt x="40071" y="53985"/>
                      </a:lnTo>
                      <a:cubicBezTo>
                        <a:pt x="40071" y="55269"/>
                        <a:pt x="40371" y="56297"/>
                        <a:pt x="40927" y="56982"/>
                      </a:cubicBezTo>
                      <a:cubicBezTo>
                        <a:pt x="41484" y="57624"/>
                        <a:pt x="42212" y="57966"/>
                        <a:pt x="43196" y="57966"/>
                      </a:cubicBezTo>
                      <a:cubicBezTo>
                        <a:pt x="44181" y="57966"/>
                        <a:pt x="44866" y="57667"/>
                        <a:pt x="45337" y="57067"/>
                      </a:cubicBezTo>
                      <a:cubicBezTo>
                        <a:pt x="45851" y="56340"/>
                        <a:pt x="46108" y="55312"/>
                        <a:pt x="46108" y="54028"/>
                      </a:cubicBezTo>
                      <a:lnTo>
                        <a:pt x="46108" y="5095"/>
                      </a:lnTo>
                      <a:cubicBezTo>
                        <a:pt x="46108" y="3767"/>
                        <a:pt x="45851" y="2740"/>
                        <a:pt x="45337" y="2012"/>
                      </a:cubicBezTo>
                      <a:cubicBezTo>
                        <a:pt x="44866" y="1413"/>
                        <a:pt x="44138" y="1113"/>
                        <a:pt x="43196" y="1113"/>
                      </a:cubicBezTo>
                      <a:cubicBezTo>
                        <a:pt x="42255" y="1113"/>
                        <a:pt x="41484" y="1456"/>
                        <a:pt x="40927" y="2098"/>
                      </a:cubicBezTo>
                      <a:cubicBezTo>
                        <a:pt x="40371" y="2783"/>
                        <a:pt x="40114" y="3810"/>
                        <a:pt x="40114" y="5137"/>
                      </a:cubicBezTo>
                      <a:lnTo>
                        <a:pt x="40114" y="28213"/>
                      </a:lnTo>
                      <a:cubicBezTo>
                        <a:pt x="40114" y="36689"/>
                        <a:pt x="38658" y="43068"/>
                        <a:pt x="35833" y="47178"/>
                      </a:cubicBezTo>
                      <a:cubicBezTo>
                        <a:pt x="32922" y="51373"/>
                        <a:pt x="28384" y="53514"/>
                        <a:pt x="22390" y="53514"/>
                      </a:cubicBezTo>
                      <a:cubicBezTo>
                        <a:pt x="17039" y="53514"/>
                        <a:pt x="13143" y="51973"/>
                        <a:pt x="10746" y="48933"/>
                      </a:cubicBezTo>
                      <a:cubicBezTo>
                        <a:pt x="8391" y="45894"/>
                        <a:pt x="7235" y="40713"/>
                        <a:pt x="7235" y="33564"/>
                      </a:cubicBezTo>
                      <a:lnTo>
                        <a:pt x="7235" y="5137"/>
                      </a:lnTo>
                      <a:cubicBezTo>
                        <a:pt x="7235" y="3810"/>
                        <a:pt x="6978" y="2783"/>
                        <a:pt x="6464" y="2055"/>
                      </a:cubicBezTo>
                      <a:cubicBezTo>
                        <a:pt x="5865" y="1413"/>
                        <a:pt x="5137" y="1113"/>
                        <a:pt x="4195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3" name="图形 4"/>
              <p:cNvGrpSpPr/>
              <p:nvPr/>
            </p:nvGrpSpPr>
            <p:grpSpPr>
              <a:xfrm>
                <a:off x="11243140" y="6477706"/>
                <a:ext cx="51715" cy="78515"/>
                <a:chOff x="11243140" y="6477706"/>
                <a:chExt cx="51715" cy="78515"/>
              </a:xfrm>
              <a:solidFill>
                <a:srgbClr val="A5A7AA"/>
              </a:solidFill>
            </p:grpSpPr>
            <p:sp>
              <p:nvSpPr>
                <p:cNvPr id="26" name="任意多边形: 形状 25"/>
                <p:cNvSpPr/>
                <p:nvPr/>
              </p:nvSpPr>
              <p:spPr>
                <a:xfrm>
                  <a:off x="11243697" y="6478305"/>
                  <a:ext cx="50559" cy="77317"/>
                </a:xfrm>
                <a:custGeom>
                  <a:avLst/>
                  <a:gdLst>
                    <a:gd name="connsiteX0" fmla="*/ 43239 w 50559"/>
                    <a:gd name="connsiteY0" fmla="*/ 77317 h 77317"/>
                    <a:gd name="connsiteX1" fmla="*/ 33607 w 50559"/>
                    <a:gd name="connsiteY1" fmla="*/ 77317 h 77317"/>
                    <a:gd name="connsiteX2" fmla="*/ 18751 w 50559"/>
                    <a:gd name="connsiteY2" fmla="*/ 76290 h 77317"/>
                    <a:gd name="connsiteX3" fmla="*/ 10232 w 50559"/>
                    <a:gd name="connsiteY3" fmla="*/ 72779 h 77317"/>
                    <a:gd name="connsiteX4" fmla="*/ 2569 w 50559"/>
                    <a:gd name="connsiteY4" fmla="*/ 63874 h 77317"/>
                    <a:gd name="connsiteX5" fmla="*/ 0 w 50559"/>
                    <a:gd name="connsiteY5" fmla="*/ 51716 h 77317"/>
                    <a:gd name="connsiteX6" fmla="*/ 10446 w 50559"/>
                    <a:gd name="connsiteY6" fmla="*/ 28041 h 77317"/>
                    <a:gd name="connsiteX7" fmla="*/ 39044 w 50559"/>
                    <a:gd name="connsiteY7" fmla="*/ 19308 h 77317"/>
                    <a:gd name="connsiteX8" fmla="*/ 41655 w 50559"/>
                    <a:gd name="connsiteY8" fmla="*/ 19308 h 77317"/>
                    <a:gd name="connsiteX9" fmla="*/ 43368 w 50559"/>
                    <a:gd name="connsiteY9" fmla="*/ 19351 h 77317"/>
                    <a:gd name="connsiteX10" fmla="*/ 43368 w 50559"/>
                    <a:gd name="connsiteY10" fmla="*/ 4452 h 77317"/>
                    <a:gd name="connsiteX11" fmla="*/ 44267 w 50559"/>
                    <a:gd name="connsiteY11" fmla="*/ 1113 h 77317"/>
                    <a:gd name="connsiteX12" fmla="*/ 46878 w 50559"/>
                    <a:gd name="connsiteY12" fmla="*/ 0 h 77317"/>
                    <a:gd name="connsiteX13" fmla="*/ 49661 w 50559"/>
                    <a:gd name="connsiteY13" fmla="*/ 1113 h 77317"/>
                    <a:gd name="connsiteX14" fmla="*/ 50560 w 50559"/>
                    <a:gd name="connsiteY14" fmla="*/ 4452 h 77317"/>
                    <a:gd name="connsiteX15" fmla="*/ 50560 w 50559"/>
                    <a:gd name="connsiteY15" fmla="*/ 72651 h 77317"/>
                    <a:gd name="connsiteX16" fmla="*/ 49019 w 50559"/>
                    <a:gd name="connsiteY16" fmla="*/ 76375 h 77317"/>
                    <a:gd name="connsiteX17" fmla="*/ 43239 w 50559"/>
                    <a:gd name="connsiteY17" fmla="*/ 77317 h 77317"/>
                    <a:gd name="connsiteX18" fmla="*/ 43368 w 50559"/>
                    <a:gd name="connsiteY18" fmla="*/ 26072 h 77317"/>
                    <a:gd name="connsiteX19" fmla="*/ 41955 w 50559"/>
                    <a:gd name="connsiteY19" fmla="*/ 25986 h 77317"/>
                    <a:gd name="connsiteX20" fmla="*/ 37931 w 50559"/>
                    <a:gd name="connsiteY20" fmla="*/ 25858 h 77317"/>
                    <a:gd name="connsiteX21" fmla="*/ 15969 w 50559"/>
                    <a:gd name="connsiteY21" fmla="*/ 32836 h 77317"/>
                    <a:gd name="connsiteX22" fmla="*/ 7834 w 50559"/>
                    <a:gd name="connsiteY22" fmla="*/ 51459 h 77317"/>
                    <a:gd name="connsiteX23" fmla="*/ 12972 w 50559"/>
                    <a:gd name="connsiteY23" fmla="*/ 65587 h 77317"/>
                    <a:gd name="connsiteX24" fmla="*/ 27827 w 50559"/>
                    <a:gd name="connsiteY24" fmla="*/ 70467 h 77317"/>
                    <a:gd name="connsiteX25" fmla="*/ 43368 w 50559"/>
                    <a:gd name="connsiteY25" fmla="*/ 70467 h 77317"/>
                    <a:gd name="connsiteX26" fmla="*/ 43368 w 50559"/>
                    <a:gd name="connsiteY26" fmla="*/ 26072 h 77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0559" h="77317">
                      <a:moveTo>
                        <a:pt x="43239" y="77317"/>
                      </a:moveTo>
                      <a:lnTo>
                        <a:pt x="33607" y="77317"/>
                      </a:lnTo>
                      <a:cubicBezTo>
                        <a:pt x="27142" y="77317"/>
                        <a:pt x="22219" y="76975"/>
                        <a:pt x="18751" y="76290"/>
                      </a:cubicBezTo>
                      <a:cubicBezTo>
                        <a:pt x="15326" y="75605"/>
                        <a:pt x="12458" y="74363"/>
                        <a:pt x="10232" y="72779"/>
                      </a:cubicBezTo>
                      <a:cubicBezTo>
                        <a:pt x="6850" y="70424"/>
                        <a:pt x="4324" y="67428"/>
                        <a:pt x="2569" y="63874"/>
                      </a:cubicBezTo>
                      <a:cubicBezTo>
                        <a:pt x="856" y="60278"/>
                        <a:pt x="0" y="56211"/>
                        <a:pt x="0" y="51716"/>
                      </a:cubicBezTo>
                      <a:cubicBezTo>
                        <a:pt x="0" y="41741"/>
                        <a:pt x="3468" y="33864"/>
                        <a:pt x="10446" y="28041"/>
                      </a:cubicBezTo>
                      <a:cubicBezTo>
                        <a:pt x="17424" y="22219"/>
                        <a:pt x="26928" y="19308"/>
                        <a:pt x="39044" y="19308"/>
                      </a:cubicBezTo>
                      <a:cubicBezTo>
                        <a:pt x="40200" y="19308"/>
                        <a:pt x="41056" y="19308"/>
                        <a:pt x="41655" y="19308"/>
                      </a:cubicBezTo>
                      <a:cubicBezTo>
                        <a:pt x="42255" y="19308"/>
                        <a:pt x="42811" y="19308"/>
                        <a:pt x="43368" y="19351"/>
                      </a:cubicBezTo>
                      <a:lnTo>
                        <a:pt x="43368" y="4452"/>
                      </a:lnTo>
                      <a:cubicBezTo>
                        <a:pt x="43368" y="2997"/>
                        <a:pt x="43667" y="1884"/>
                        <a:pt x="44267" y="1113"/>
                      </a:cubicBezTo>
                      <a:cubicBezTo>
                        <a:pt x="44866" y="385"/>
                        <a:pt x="45722" y="0"/>
                        <a:pt x="46878" y="0"/>
                      </a:cubicBezTo>
                      <a:cubicBezTo>
                        <a:pt x="48163" y="0"/>
                        <a:pt x="49062" y="385"/>
                        <a:pt x="49661" y="1113"/>
                      </a:cubicBezTo>
                      <a:cubicBezTo>
                        <a:pt x="50260" y="1841"/>
                        <a:pt x="50560" y="2954"/>
                        <a:pt x="50560" y="4452"/>
                      </a:cubicBezTo>
                      <a:lnTo>
                        <a:pt x="50560" y="72651"/>
                      </a:lnTo>
                      <a:cubicBezTo>
                        <a:pt x="50560" y="74492"/>
                        <a:pt x="50046" y="75776"/>
                        <a:pt x="49019" y="76375"/>
                      </a:cubicBezTo>
                      <a:cubicBezTo>
                        <a:pt x="47948" y="76975"/>
                        <a:pt x="46065" y="77317"/>
                        <a:pt x="43239" y="77317"/>
                      </a:cubicBezTo>
                      <a:close/>
                      <a:moveTo>
                        <a:pt x="43368" y="26072"/>
                      </a:moveTo>
                      <a:cubicBezTo>
                        <a:pt x="43068" y="26072"/>
                        <a:pt x="42597" y="26072"/>
                        <a:pt x="41955" y="25986"/>
                      </a:cubicBezTo>
                      <a:cubicBezTo>
                        <a:pt x="39943" y="25901"/>
                        <a:pt x="38616" y="25858"/>
                        <a:pt x="37931" y="25858"/>
                      </a:cubicBezTo>
                      <a:cubicBezTo>
                        <a:pt x="28726" y="25858"/>
                        <a:pt x="21448" y="28213"/>
                        <a:pt x="15969" y="32836"/>
                      </a:cubicBezTo>
                      <a:cubicBezTo>
                        <a:pt x="10532" y="37503"/>
                        <a:pt x="7834" y="43753"/>
                        <a:pt x="7834" y="51459"/>
                      </a:cubicBezTo>
                      <a:cubicBezTo>
                        <a:pt x="7834" y="57624"/>
                        <a:pt x="9547" y="62290"/>
                        <a:pt x="12972" y="65587"/>
                      </a:cubicBezTo>
                      <a:cubicBezTo>
                        <a:pt x="16397" y="68840"/>
                        <a:pt x="21363" y="70467"/>
                        <a:pt x="27827" y="70467"/>
                      </a:cubicBezTo>
                      <a:lnTo>
                        <a:pt x="43368" y="70467"/>
                      </a:lnTo>
                      <a:lnTo>
                        <a:pt x="43368" y="2607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7" name="任意多边形: 形状 26"/>
                <p:cNvSpPr/>
                <p:nvPr/>
              </p:nvSpPr>
              <p:spPr>
                <a:xfrm>
                  <a:off x="11243140" y="6477706"/>
                  <a:ext cx="51715" cy="78515"/>
                </a:xfrm>
                <a:custGeom>
                  <a:avLst/>
                  <a:gdLst>
                    <a:gd name="connsiteX0" fmla="*/ 43796 w 51715"/>
                    <a:gd name="connsiteY0" fmla="*/ 78516 h 78515"/>
                    <a:gd name="connsiteX1" fmla="*/ 34163 w 51715"/>
                    <a:gd name="connsiteY1" fmla="*/ 78516 h 78515"/>
                    <a:gd name="connsiteX2" fmla="*/ 19222 w 51715"/>
                    <a:gd name="connsiteY2" fmla="*/ 77446 h 78515"/>
                    <a:gd name="connsiteX3" fmla="*/ 10489 w 51715"/>
                    <a:gd name="connsiteY3" fmla="*/ 73849 h 78515"/>
                    <a:gd name="connsiteX4" fmla="*/ 2654 w 51715"/>
                    <a:gd name="connsiteY4" fmla="*/ 64731 h 78515"/>
                    <a:gd name="connsiteX5" fmla="*/ 0 w 51715"/>
                    <a:gd name="connsiteY5" fmla="*/ 52315 h 78515"/>
                    <a:gd name="connsiteX6" fmla="*/ 10660 w 51715"/>
                    <a:gd name="connsiteY6" fmla="*/ 28170 h 78515"/>
                    <a:gd name="connsiteX7" fmla="*/ 39600 w 51715"/>
                    <a:gd name="connsiteY7" fmla="*/ 19308 h 78515"/>
                    <a:gd name="connsiteX8" fmla="*/ 42212 w 51715"/>
                    <a:gd name="connsiteY8" fmla="*/ 19308 h 78515"/>
                    <a:gd name="connsiteX9" fmla="*/ 43368 w 51715"/>
                    <a:gd name="connsiteY9" fmla="*/ 19308 h 78515"/>
                    <a:gd name="connsiteX10" fmla="*/ 43368 w 51715"/>
                    <a:gd name="connsiteY10" fmla="*/ 5009 h 78515"/>
                    <a:gd name="connsiteX11" fmla="*/ 44395 w 51715"/>
                    <a:gd name="connsiteY11" fmla="*/ 1327 h 78515"/>
                    <a:gd name="connsiteX12" fmla="*/ 47478 w 51715"/>
                    <a:gd name="connsiteY12" fmla="*/ 0 h 78515"/>
                    <a:gd name="connsiteX13" fmla="*/ 50688 w 51715"/>
                    <a:gd name="connsiteY13" fmla="*/ 1327 h 78515"/>
                    <a:gd name="connsiteX14" fmla="*/ 51716 w 51715"/>
                    <a:gd name="connsiteY14" fmla="*/ 5052 h 78515"/>
                    <a:gd name="connsiteX15" fmla="*/ 51716 w 51715"/>
                    <a:gd name="connsiteY15" fmla="*/ 73250 h 78515"/>
                    <a:gd name="connsiteX16" fmla="*/ 49918 w 51715"/>
                    <a:gd name="connsiteY16" fmla="*/ 77488 h 78515"/>
                    <a:gd name="connsiteX17" fmla="*/ 43796 w 51715"/>
                    <a:gd name="connsiteY17" fmla="*/ 78516 h 78515"/>
                    <a:gd name="connsiteX18" fmla="*/ 39600 w 51715"/>
                    <a:gd name="connsiteY18" fmla="*/ 20464 h 78515"/>
                    <a:gd name="connsiteX19" fmla="*/ 11388 w 51715"/>
                    <a:gd name="connsiteY19" fmla="*/ 29069 h 78515"/>
                    <a:gd name="connsiteX20" fmla="*/ 1113 w 51715"/>
                    <a:gd name="connsiteY20" fmla="*/ 52315 h 78515"/>
                    <a:gd name="connsiteX21" fmla="*/ 3639 w 51715"/>
                    <a:gd name="connsiteY21" fmla="*/ 64217 h 78515"/>
                    <a:gd name="connsiteX22" fmla="*/ 11088 w 51715"/>
                    <a:gd name="connsiteY22" fmla="*/ 72908 h 78515"/>
                    <a:gd name="connsiteX23" fmla="*/ 19394 w 51715"/>
                    <a:gd name="connsiteY23" fmla="*/ 76332 h 78515"/>
                    <a:gd name="connsiteX24" fmla="*/ 34121 w 51715"/>
                    <a:gd name="connsiteY24" fmla="*/ 77360 h 78515"/>
                    <a:gd name="connsiteX25" fmla="*/ 43753 w 51715"/>
                    <a:gd name="connsiteY25" fmla="*/ 77360 h 78515"/>
                    <a:gd name="connsiteX26" fmla="*/ 49233 w 51715"/>
                    <a:gd name="connsiteY26" fmla="*/ 76504 h 78515"/>
                    <a:gd name="connsiteX27" fmla="*/ 50474 w 51715"/>
                    <a:gd name="connsiteY27" fmla="*/ 73250 h 78515"/>
                    <a:gd name="connsiteX28" fmla="*/ 50474 w 51715"/>
                    <a:gd name="connsiteY28" fmla="*/ 5052 h 78515"/>
                    <a:gd name="connsiteX29" fmla="*/ 49704 w 51715"/>
                    <a:gd name="connsiteY29" fmla="*/ 2055 h 78515"/>
                    <a:gd name="connsiteX30" fmla="*/ 47392 w 51715"/>
                    <a:gd name="connsiteY30" fmla="*/ 1156 h 78515"/>
                    <a:gd name="connsiteX31" fmla="*/ 45209 w 51715"/>
                    <a:gd name="connsiteY31" fmla="*/ 2055 h 78515"/>
                    <a:gd name="connsiteX32" fmla="*/ 44438 w 51715"/>
                    <a:gd name="connsiteY32" fmla="*/ 5009 h 78515"/>
                    <a:gd name="connsiteX33" fmla="*/ 44438 w 51715"/>
                    <a:gd name="connsiteY33" fmla="*/ 20549 h 78515"/>
                    <a:gd name="connsiteX34" fmla="*/ 43796 w 51715"/>
                    <a:gd name="connsiteY34" fmla="*/ 20507 h 78515"/>
                    <a:gd name="connsiteX35" fmla="*/ 42126 w 51715"/>
                    <a:gd name="connsiteY35" fmla="*/ 20464 h 78515"/>
                    <a:gd name="connsiteX36" fmla="*/ 39600 w 51715"/>
                    <a:gd name="connsiteY36" fmla="*/ 20464 h 78515"/>
                    <a:gd name="connsiteX37" fmla="*/ 44481 w 51715"/>
                    <a:gd name="connsiteY37" fmla="*/ 71666 h 78515"/>
                    <a:gd name="connsiteX38" fmla="*/ 28384 w 51715"/>
                    <a:gd name="connsiteY38" fmla="*/ 71666 h 78515"/>
                    <a:gd name="connsiteX39" fmla="*/ 13143 w 51715"/>
                    <a:gd name="connsiteY39" fmla="*/ 66657 h 78515"/>
                    <a:gd name="connsiteX40" fmla="*/ 7792 w 51715"/>
                    <a:gd name="connsiteY40" fmla="*/ 52101 h 78515"/>
                    <a:gd name="connsiteX41" fmla="*/ 16140 w 51715"/>
                    <a:gd name="connsiteY41" fmla="*/ 33007 h 78515"/>
                    <a:gd name="connsiteX42" fmla="*/ 38444 w 51715"/>
                    <a:gd name="connsiteY42" fmla="*/ 25858 h 78515"/>
                    <a:gd name="connsiteX43" fmla="*/ 42512 w 51715"/>
                    <a:gd name="connsiteY43" fmla="*/ 25986 h 78515"/>
                    <a:gd name="connsiteX44" fmla="*/ 43881 w 51715"/>
                    <a:gd name="connsiteY44" fmla="*/ 26029 h 78515"/>
                    <a:gd name="connsiteX45" fmla="*/ 44438 w 51715"/>
                    <a:gd name="connsiteY45" fmla="*/ 26029 h 78515"/>
                    <a:gd name="connsiteX46" fmla="*/ 44438 w 51715"/>
                    <a:gd name="connsiteY46" fmla="*/ 71666 h 78515"/>
                    <a:gd name="connsiteX47" fmla="*/ 38444 w 51715"/>
                    <a:gd name="connsiteY47" fmla="*/ 27014 h 78515"/>
                    <a:gd name="connsiteX48" fmla="*/ 16868 w 51715"/>
                    <a:gd name="connsiteY48" fmla="*/ 33864 h 78515"/>
                    <a:gd name="connsiteX49" fmla="*/ 8948 w 51715"/>
                    <a:gd name="connsiteY49" fmla="*/ 52058 h 78515"/>
                    <a:gd name="connsiteX50" fmla="*/ 13914 w 51715"/>
                    <a:gd name="connsiteY50" fmla="*/ 65758 h 78515"/>
                    <a:gd name="connsiteX51" fmla="*/ 28384 w 51715"/>
                    <a:gd name="connsiteY51" fmla="*/ 70467 h 78515"/>
                    <a:gd name="connsiteX52" fmla="*/ 43325 w 51715"/>
                    <a:gd name="connsiteY52" fmla="*/ 70467 h 78515"/>
                    <a:gd name="connsiteX53" fmla="*/ 43325 w 51715"/>
                    <a:gd name="connsiteY53" fmla="*/ 27228 h 78515"/>
                    <a:gd name="connsiteX54" fmla="*/ 42426 w 51715"/>
                    <a:gd name="connsiteY54" fmla="*/ 27185 h 78515"/>
                    <a:gd name="connsiteX55" fmla="*/ 38444 w 51715"/>
                    <a:gd name="connsiteY55" fmla="*/ 27014 h 7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51715" h="78515">
                      <a:moveTo>
                        <a:pt x="43796" y="78516"/>
                      </a:moveTo>
                      <a:lnTo>
                        <a:pt x="34163" y="78516"/>
                      </a:lnTo>
                      <a:cubicBezTo>
                        <a:pt x="27742" y="78516"/>
                        <a:pt x="22733" y="78173"/>
                        <a:pt x="19222" y="77446"/>
                      </a:cubicBezTo>
                      <a:cubicBezTo>
                        <a:pt x="15797" y="76761"/>
                        <a:pt x="12886" y="75519"/>
                        <a:pt x="10489" y="73849"/>
                      </a:cubicBezTo>
                      <a:cubicBezTo>
                        <a:pt x="7107" y="71495"/>
                        <a:pt x="4452" y="68412"/>
                        <a:pt x="2654" y="64731"/>
                      </a:cubicBezTo>
                      <a:cubicBezTo>
                        <a:pt x="899" y="61049"/>
                        <a:pt x="0" y="56853"/>
                        <a:pt x="0" y="52315"/>
                      </a:cubicBezTo>
                      <a:cubicBezTo>
                        <a:pt x="0" y="42212"/>
                        <a:pt x="3596" y="34078"/>
                        <a:pt x="10660" y="28170"/>
                      </a:cubicBezTo>
                      <a:cubicBezTo>
                        <a:pt x="17681" y="22305"/>
                        <a:pt x="27442" y="19308"/>
                        <a:pt x="39600" y="19308"/>
                      </a:cubicBezTo>
                      <a:lnTo>
                        <a:pt x="42212" y="19308"/>
                      </a:lnTo>
                      <a:cubicBezTo>
                        <a:pt x="42597" y="19308"/>
                        <a:pt x="42982" y="19308"/>
                        <a:pt x="43368" y="19308"/>
                      </a:cubicBezTo>
                      <a:lnTo>
                        <a:pt x="43368" y="5009"/>
                      </a:lnTo>
                      <a:cubicBezTo>
                        <a:pt x="43368" y="3382"/>
                        <a:pt x="43710" y="2183"/>
                        <a:pt x="44395" y="1327"/>
                      </a:cubicBezTo>
                      <a:cubicBezTo>
                        <a:pt x="45123" y="428"/>
                        <a:pt x="46151" y="0"/>
                        <a:pt x="47478" y="0"/>
                      </a:cubicBezTo>
                      <a:cubicBezTo>
                        <a:pt x="48890" y="0"/>
                        <a:pt x="50003" y="428"/>
                        <a:pt x="50688" y="1327"/>
                      </a:cubicBezTo>
                      <a:cubicBezTo>
                        <a:pt x="51373" y="2183"/>
                        <a:pt x="51716" y="3382"/>
                        <a:pt x="51716" y="5052"/>
                      </a:cubicBezTo>
                      <a:lnTo>
                        <a:pt x="51716" y="73250"/>
                      </a:lnTo>
                      <a:cubicBezTo>
                        <a:pt x="51716" y="75305"/>
                        <a:pt x="51117" y="76761"/>
                        <a:pt x="49918" y="77488"/>
                      </a:cubicBezTo>
                      <a:cubicBezTo>
                        <a:pt x="48676" y="78173"/>
                        <a:pt x="46664" y="78516"/>
                        <a:pt x="43796" y="78516"/>
                      </a:cubicBezTo>
                      <a:close/>
                      <a:moveTo>
                        <a:pt x="39600" y="20464"/>
                      </a:moveTo>
                      <a:cubicBezTo>
                        <a:pt x="27699" y="20464"/>
                        <a:pt x="18195" y="23332"/>
                        <a:pt x="11388" y="29069"/>
                      </a:cubicBezTo>
                      <a:cubicBezTo>
                        <a:pt x="4581" y="34763"/>
                        <a:pt x="1113" y="42554"/>
                        <a:pt x="1113" y="52315"/>
                      </a:cubicBezTo>
                      <a:cubicBezTo>
                        <a:pt x="1113" y="56682"/>
                        <a:pt x="1969" y="60706"/>
                        <a:pt x="3639" y="64217"/>
                      </a:cubicBezTo>
                      <a:cubicBezTo>
                        <a:pt x="5351" y="67727"/>
                        <a:pt x="7877" y="70638"/>
                        <a:pt x="11088" y="72908"/>
                      </a:cubicBezTo>
                      <a:cubicBezTo>
                        <a:pt x="13357" y="74492"/>
                        <a:pt x="16140" y="75647"/>
                        <a:pt x="19394" y="76332"/>
                      </a:cubicBezTo>
                      <a:cubicBezTo>
                        <a:pt x="22818" y="77017"/>
                        <a:pt x="27784" y="77360"/>
                        <a:pt x="34121" y="77360"/>
                      </a:cubicBezTo>
                      <a:lnTo>
                        <a:pt x="43753" y="77360"/>
                      </a:lnTo>
                      <a:cubicBezTo>
                        <a:pt x="47050" y="77360"/>
                        <a:pt x="48548" y="76889"/>
                        <a:pt x="49233" y="76504"/>
                      </a:cubicBezTo>
                      <a:cubicBezTo>
                        <a:pt x="50089" y="75990"/>
                        <a:pt x="50474" y="74920"/>
                        <a:pt x="50474" y="73250"/>
                      </a:cubicBezTo>
                      <a:lnTo>
                        <a:pt x="50474" y="5052"/>
                      </a:lnTo>
                      <a:cubicBezTo>
                        <a:pt x="50474" y="3682"/>
                        <a:pt x="50218" y="2697"/>
                        <a:pt x="49704" y="2055"/>
                      </a:cubicBezTo>
                      <a:cubicBezTo>
                        <a:pt x="49233" y="1456"/>
                        <a:pt x="48462" y="1156"/>
                        <a:pt x="47392" y="1156"/>
                      </a:cubicBezTo>
                      <a:cubicBezTo>
                        <a:pt x="46407" y="1156"/>
                        <a:pt x="45722" y="1456"/>
                        <a:pt x="45209" y="2055"/>
                      </a:cubicBezTo>
                      <a:cubicBezTo>
                        <a:pt x="44695" y="2697"/>
                        <a:pt x="44438" y="3682"/>
                        <a:pt x="44438" y="5009"/>
                      </a:cubicBezTo>
                      <a:lnTo>
                        <a:pt x="44438" y="20549"/>
                      </a:lnTo>
                      <a:lnTo>
                        <a:pt x="43796" y="20507"/>
                      </a:lnTo>
                      <a:cubicBezTo>
                        <a:pt x="43239" y="20464"/>
                        <a:pt x="42726" y="20421"/>
                        <a:pt x="42126" y="20464"/>
                      </a:cubicBezTo>
                      <a:lnTo>
                        <a:pt x="39600" y="20464"/>
                      </a:lnTo>
                      <a:close/>
                      <a:moveTo>
                        <a:pt x="44481" y="71666"/>
                      </a:moveTo>
                      <a:lnTo>
                        <a:pt x="28384" y="71666"/>
                      </a:lnTo>
                      <a:cubicBezTo>
                        <a:pt x="21748" y="71666"/>
                        <a:pt x="16611" y="69954"/>
                        <a:pt x="13143" y="66657"/>
                      </a:cubicBezTo>
                      <a:cubicBezTo>
                        <a:pt x="9590" y="63275"/>
                        <a:pt x="7792" y="58352"/>
                        <a:pt x="7792" y="52101"/>
                      </a:cubicBezTo>
                      <a:cubicBezTo>
                        <a:pt x="7792" y="44224"/>
                        <a:pt x="10617" y="37802"/>
                        <a:pt x="16140" y="33007"/>
                      </a:cubicBezTo>
                      <a:cubicBezTo>
                        <a:pt x="21705" y="28255"/>
                        <a:pt x="29197" y="25858"/>
                        <a:pt x="38444" y="25858"/>
                      </a:cubicBezTo>
                      <a:cubicBezTo>
                        <a:pt x="39172" y="25858"/>
                        <a:pt x="40499" y="25901"/>
                        <a:pt x="42512" y="25986"/>
                      </a:cubicBezTo>
                      <a:cubicBezTo>
                        <a:pt x="43154" y="26029"/>
                        <a:pt x="43625" y="26029"/>
                        <a:pt x="43881" y="26029"/>
                      </a:cubicBezTo>
                      <a:lnTo>
                        <a:pt x="44438" y="26029"/>
                      </a:lnTo>
                      <a:lnTo>
                        <a:pt x="44438" y="71666"/>
                      </a:lnTo>
                      <a:close/>
                      <a:moveTo>
                        <a:pt x="38444" y="27014"/>
                      </a:moveTo>
                      <a:cubicBezTo>
                        <a:pt x="29454" y="27014"/>
                        <a:pt x="22219" y="29326"/>
                        <a:pt x="16868" y="33864"/>
                      </a:cubicBezTo>
                      <a:cubicBezTo>
                        <a:pt x="11602" y="38402"/>
                        <a:pt x="8948" y="44524"/>
                        <a:pt x="8948" y="52058"/>
                      </a:cubicBezTo>
                      <a:cubicBezTo>
                        <a:pt x="8948" y="58095"/>
                        <a:pt x="10574" y="62547"/>
                        <a:pt x="13914" y="65758"/>
                      </a:cubicBezTo>
                      <a:cubicBezTo>
                        <a:pt x="17210" y="68883"/>
                        <a:pt x="22048" y="70467"/>
                        <a:pt x="28384" y="70467"/>
                      </a:cubicBezTo>
                      <a:lnTo>
                        <a:pt x="43325" y="70467"/>
                      </a:lnTo>
                      <a:lnTo>
                        <a:pt x="43325" y="27228"/>
                      </a:lnTo>
                      <a:cubicBezTo>
                        <a:pt x="43068" y="27228"/>
                        <a:pt x="42768" y="27185"/>
                        <a:pt x="42426" y="27185"/>
                      </a:cubicBezTo>
                      <a:cubicBezTo>
                        <a:pt x="40499" y="27057"/>
                        <a:pt x="39172" y="27014"/>
                        <a:pt x="38444" y="27014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4" name="图形 4"/>
              <p:cNvGrpSpPr/>
              <p:nvPr/>
            </p:nvGrpSpPr>
            <p:grpSpPr>
              <a:xfrm>
                <a:off x="11338866" y="6497570"/>
                <a:ext cx="67127" cy="59122"/>
                <a:chOff x="11338866" y="6497570"/>
                <a:chExt cx="67127" cy="59122"/>
              </a:xfrm>
              <a:solidFill>
                <a:srgbClr val="A5A7AA"/>
              </a:solidFill>
            </p:grpSpPr>
            <p:sp>
              <p:nvSpPr>
                <p:cNvPr id="24" name="任意多边形: 形状 23"/>
                <p:cNvSpPr/>
                <p:nvPr/>
              </p:nvSpPr>
              <p:spPr>
                <a:xfrm>
                  <a:off x="11339337" y="6497955"/>
                  <a:ext cx="66100" cy="58052"/>
                </a:xfrm>
                <a:custGeom>
                  <a:avLst/>
                  <a:gdLst>
                    <a:gd name="connsiteX0" fmla="*/ 16311 w 66100"/>
                    <a:gd name="connsiteY0" fmla="*/ 50603 h 58052"/>
                    <a:gd name="connsiteX1" fmla="*/ 23931 w 66100"/>
                    <a:gd name="connsiteY1" fmla="*/ 31124 h 58052"/>
                    <a:gd name="connsiteX2" fmla="*/ 29326 w 66100"/>
                    <a:gd name="connsiteY2" fmla="*/ 7663 h 58052"/>
                    <a:gd name="connsiteX3" fmla="*/ 29497 w 66100"/>
                    <a:gd name="connsiteY3" fmla="*/ 6550 h 58052"/>
                    <a:gd name="connsiteX4" fmla="*/ 33222 w 66100"/>
                    <a:gd name="connsiteY4" fmla="*/ 171 h 58052"/>
                    <a:gd name="connsiteX5" fmla="*/ 36775 w 66100"/>
                    <a:gd name="connsiteY5" fmla="*/ 6036 h 58052"/>
                    <a:gd name="connsiteX6" fmla="*/ 37074 w 66100"/>
                    <a:gd name="connsiteY6" fmla="*/ 7578 h 58052"/>
                    <a:gd name="connsiteX7" fmla="*/ 42340 w 66100"/>
                    <a:gd name="connsiteY7" fmla="*/ 30824 h 58052"/>
                    <a:gd name="connsiteX8" fmla="*/ 50046 w 66100"/>
                    <a:gd name="connsiteY8" fmla="*/ 50560 h 58052"/>
                    <a:gd name="connsiteX9" fmla="*/ 56639 w 66100"/>
                    <a:gd name="connsiteY9" fmla="*/ 33136 h 58052"/>
                    <a:gd name="connsiteX10" fmla="*/ 58865 w 66100"/>
                    <a:gd name="connsiteY10" fmla="*/ 11559 h 58052"/>
                    <a:gd name="connsiteX11" fmla="*/ 58823 w 66100"/>
                    <a:gd name="connsiteY11" fmla="*/ 8605 h 58052"/>
                    <a:gd name="connsiteX12" fmla="*/ 58737 w 66100"/>
                    <a:gd name="connsiteY12" fmla="*/ 6036 h 58052"/>
                    <a:gd name="connsiteX13" fmla="*/ 59550 w 66100"/>
                    <a:gd name="connsiteY13" fmla="*/ 1242 h 58052"/>
                    <a:gd name="connsiteX14" fmla="*/ 62376 w 66100"/>
                    <a:gd name="connsiteY14" fmla="*/ 43 h 58052"/>
                    <a:gd name="connsiteX15" fmla="*/ 65330 w 66100"/>
                    <a:gd name="connsiteY15" fmla="*/ 1926 h 58052"/>
                    <a:gd name="connsiteX16" fmla="*/ 66100 w 66100"/>
                    <a:gd name="connsiteY16" fmla="*/ 9932 h 58052"/>
                    <a:gd name="connsiteX17" fmla="*/ 64046 w 66100"/>
                    <a:gd name="connsiteY17" fmla="*/ 30439 h 58052"/>
                    <a:gd name="connsiteX18" fmla="*/ 58180 w 66100"/>
                    <a:gd name="connsiteY18" fmla="*/ 49233 h 58052"/>
                    <a:gd name="connsiteX19" fmla="*/ 54113 w 66100"/>
                    <a:gd name="connsiteY19" fmla="*/ 56425 h 58052"/>
                    <a:gd name="connsiteX20" fmla="*/ 50346 w 66100"/>
                    <a:gd name="connsiteY20" fmla="*/ 58009 h 58052"/>
                    <a:gd name="connsiteX21" fmla="*/ 41998 w 66100"/>
                    <a:gd name="connsiteY21" fmla="*/ 48676 h 58052"/>
                    <a:gd name="connsiteX22" fmla="*/ 33050 w 66100"/>
                    <a:gd name="connsiteY22" fmla="*/ 18537 h 58052"/>
                    <a:gd name="connsiteX23" fmla="*/ 24274 w 66100"/>
                    <a:gd name="connsiteY23" fmla="*/ 48505 h 58052"/>
                    <a:gd name="connsiteX24" fmla="*/ 15926 w 66100"/>
                    <a:gd name="connsiteY24" fmla="*/ 58052 h 58052"/>
                    <a:gd name="connsiteX25" fmla="*/ 12372 w 66100"/>
                    <a:gd name="connsiteY25" fmla="*/ 56725 h 58052"/>
                    <a:gd name="connsiteX26" fmla="*/ 8948 w 66100"/>
                    <a:gd name="connsiteY26" fmla="*/ 51288 h 58052"/>
                    <a:gd name="connsiteX27" fmla="*/ 2355 w 66100"/>
                    <a:gd name="connsiteY27" fmla="*/ 31723 h 58052"/>
                    <a:gd name="connsiteX28" fmla="*/ 0 w 66100"/>
                    <a:gd name="connsiteY28" fmla="*/ 9889 h 58052"/>
                    <a:gd name="connsiteX29" fmla="*/ 856 w 66100"/>
                    <a:gd name="connsiteY29" fmla="*/ 2012 h 58052"/>
                    <a:gd name="connsiteX30" fmla="*/ 3810 w 66100"/>
                    <a:gd name="connsiteY30" fmla="*/ 0 h 58052"/>
                    <a:gd name="connsiteX31" fmla="*/ 6507 w 66100"/>
                    <a:gd name="connsiteY31" fmla="*/ 1027 h 58052"/>
                    <a:gd name="connsiteX32" fmla="*/ 7364 w 66100"/>
                    <a:gd name="connsiteY32" fmla="*/ 4324 h 58052"/>
                    <a:gd name="connsiteX33" fmla="*/ 7364 w 66100"/>
                    <a:gd name="connsiteY33" fmla="*/ 11516 h 58052"/>
                    <a:gd name="connsiteX34" fmla="*/ 9633 w 66100"/>
                    <a:gd name="connsiteY34" fmla="*/ 33050 h 58052"/>
                    <a:gd name="connsiteX35" fmla="*/ 16311 w 66100"/>
                    <a:gd name="connsiteY35" fmla="*/ 50603 h 5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6100" h="58052">
                      <a:moveTo>
                        <a:pt x="16311" y="50603"/>
                      </a:moveTo>
                      <a:cubicBezTo>
                        <a:pt x="19265" y="44738"/>
                        <a:pt x="21791" y="38273"/>
                        <a:pt x="23931" y="31124"/>
                      </a:cubicBezTo>
                      <a:cubicBezTo>
                        <a:pt x="26072" y="23931"/>
                        <a:pt x="27870" y="16140"/>
                        <a:pt x="29326" y="7663"/>
                      </a:cubicBezTo>
                      <a:cubicBezTo>
                        <a:pt x="29368" y="7406"/>
                        <a:pt x="29411" y="7064"/>
                        <a:pt x="29497" y="6550"/>
                      </a:cubicBezTo>
                      <a:cubicBezTo>
                        <a:pt x="30182" y="2355"/>
                        <a:pt x="31423" y="171"/>
                        <a:pt x="33222" y="171"/>
                      </a:cubicBezTo>
                      <a:cubicBezTo>
                        <a:pt x="34977" y="171"/>
                        <a:pt x="36133" y="2141"/>
                        <a:pt x="36775" y="6036"/>
                      </a:cubicBezTo>
                      <a:cubicBezTo>
                        <a:pt x="36903" y="6721"/>
                        <a:pt x="36989" y="7278"/>
                        <a:pt x="37074" y="7578"/>
                      </a:cubicBezTo>
                      <a:cubicBezTo>
                        <a:pt x="38402" y="15840"/>
                        <a:pt x="40200" y="23589"/>
                        <a:pt x="42340" y="30824"/>
                      </a:cubicBezTo>
                      <a:cubicBezTo>
                        <a:pt x="44524" y="38016"/>
                        <a:pt x="47092" y="44609"/>
                        <a:pt x="50046" y="50560"/>
                      </a:cubicBezTo>
                      <a:cubicBezTo>
                        <a:pt x="52957" y="45508"/>
                        <a:pt x="55184" y="39729"/>
                        <a:pt x="56639" y="33136"/>
                      </a:cubicBezTo>
                      <a:cubicBezTo>
                        <a:pt x="58138" y="26543"/>
                        <a:pt x="58865" y="19351"/>
                        <a:pt x="58865" y="11559"/>
                      </a:cubicBezTo>
                      <a:cubicBezTo>
                        <a:pt x="58865" y="10788"/>
                        <a:pt x="58823" y="9847"/>
                        <a:pt x="58823" y="8605"/>
                      </a:cubicBezTo>
                      <a:cubicBezTo>
                        <a:pt x="58737" y="7364"/>
                        <a:pt x="58737" y="6550"/>
                        <a:pt x="58737" y="6036"/>
                      </a:cubicBezTo>
                      <a:cubicBezTo>
                        <a:pt x="58737" y="3682"/>
                        <a:pt x="58994" y="2055"/>
                        <a:pt x="59550" y="1242"/>
                      </a:cubicBezTo>
                      <a:cubicBezTo>
                        <a:pt x="60107" y="428"/>
                        <a:pt x="61049" y="43"/>
                        <a:pt x="62376" y="43"/>
                      </a:cubicBezTo>
                      <a:cubicBezTo>
                        <a:pt x="63831" y="43"/>
                        <a:pt x="64773" y="642"/>
                        <a:pt x="65330" y="1926"/>
                      </a:cubicBezTo>
                      <a:cubicBezTo>
                        <a:pt x="65844" y="3211"/>
                        <a:pt x="66100" y="5865"/>
                        <a:pt x="66100" y="9932"/>
                      </a:cubicBezTo>
                      <a:cubicBezTo>
                        <a:pt x="66100" y="16696"/>
                        <a:pt x="65415" y="23546"/>
                        <a:pt x="64046" y="30439"/>
                      </a:cubicBezTo>
                      <a:cubicBezTo>
                        <a:pt x="62633" y="37331"/>
                        <a:pt x="60706" y="43625"/>
                        <a:pt x="58180" y="49233"/>
                      </a:cubicBezTo>
                      <a:cubicBezTo>
                        <a:pt x="56511" y="53000"/>
                        <a:pt x="55184" y="55398"/>
                        <a:pt x="54113" y="56425"/>
                      </a:cubicBezTo>
                      <a:cubicBezTo>
                        <a:pt x="53043" y="57495"/>
                        <a:pt x="51802" y="58009"/>
                        <a:pt x="50346" y="58009"/>
                      </a:cubicBezTo>
                      <a:cubicBezTo>
                        <a:pt x="47520" y="58009"/>
                        <a:pt x="44781" y="54884"/>
                        <a:pt x="41998" y="48676"/>
                      </a:cubicBezTo>
                      <a:cubicBezTo>
                        <a:pt x="39258" y="42469"/>
                        <a:pt x="36261" y="32408"/>
                        <a:pt x="33050" y="18537"/>
                      </a:cubicBezTo>
                      <a:cubicBezTo>
                        <a:pt x="29968" y="32194"/>
                        <a:pt x="27057" y="42126"/>
                        <a:pt x="24274" y="48505"/>
                      </a:cubicBezTo>
                      <a:cubicBezTo>
                        <a:pt x="21534" y="54884"/>
                        <a:pt x="18751" y="58052"/>
                        <a:pt x="15926" y="58052"/>
                      </a:cubicBezTo>
                      <a:cubicBezTo>
                        <a:pt x="14556" y="58052"/>
                        <a:pt x="13357" y="57624"/>
                        <a:pt x="12372" y="56725"/>
                      </a:cubicBezTo>
                      <a:cubicBezTo>
                        <a:pt x="11388" y="55869"/>
                        <a:pt x="10232" y="54071"/>
                        <a:pt x="8948" y="51288"/>
                      </a:cubicBezTo>
                      <a:cubicBezTo>
                        <a:pt x="6165" y="45637"/>
                        <a:pt x="3981" y="39087"/>
                        <a:pt x="2355" y="31723"/>
                      </a:cubicBezTo>
                      <a:cubicBezTo>
                        <a:pt x="771" y="24445"/>
                        <a:pt x="0" y="17167"/>
                        <a:pt x="0" y="9889"/>
                      </a:cubicBezTo>
                      <a:cubicBezTo>
                        <a:pt x="0" y="5951"/>
                        <a:pt x="257" y="3339"/>
                        <a:pt x="856" y="2012"/>
                      </a:cubicBezTo>
                      <a:cubicBezTo>
                        <a:pt x="1413" y="642"/>
                        <a:pt x="2397" y="0"/>
                        <a:pt x="3810" y="0"/>
                      </a:cubicBezTo>
                      <a:cubicBezTo>
                        <a:pt x="5052" y="0"/>
                        <a:pt x="5951" y="342"/>
                        <a:pt x="6507" y="1027"/>
                      </a:cubicBezTo>
                      <a:cubicBezTo>
                        <a:pt x="7064" y="1755"/>
                        <a:pt x="7364" y="2868"/>
                        <a:pt x="7364" y="4324"/>
                      </a:cubicBezTo>
                      <a:lnTo>
                        <a:pt x="7364" y="11516"/>
                      </a:lnTo>
                      <a:cubicBezTo>
                        <a:pt x="7364" y="19222"/>
                        <a:pt x="8134" y="26372"/>
                        <a:pt x="9633" y="33050"/>
                      </a:cubicBezTo>
                      <a:cubicBezTo>
                        <a:pt x="11259" y="39729"/>
                        <a:pt x="13443" y="45551"/>
                        <a:pt x="16311" y="5060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11338866" y="6497570"/>
                  <a:ext cx="67127" cy="59122"/>
                </a:xfrm>
                <a:custGeom>
                  <a:avLst/>
                  <a:gdLst>
                    <a:gd name="connsiteX0" fmla="*/ 50902 w 67127"/>
                    <a:gd name="connsiteY0" fmla="*/ 59079 h 59122"/>
                    <a:gd name="connsiteX1" fmla="*/ 42041 w 67127"/>
                    <a:gd name="connsiteY1" fmla="*/ 49404 h 59122"/>
                    <a:gd name="connsiteX2" fmla="*/ 33607 w 67127"/>
                    <a:gd name="connsiteY2" fmla="*/ 21577 h 59122"/>
                    <a:gd name="connsiteX3" fmla="*/ 25344 w 67127"/>
                    <a:gd name="connsiteY3" fmla="*/ 49233 h 59122"/>
                    <a:gd name="connsiteX4" fmla="*/ 16482 w 67127"/>
                    <a:gd name="connsiteY4" fmla="*/ 59122 h 59122"/>
                    <a:gd name="connsiteX5" fmla="*/ 12544 w 67127"/>
                    <a:gd name="connsiteY5" fmla="*/ 57667 h 59122"/>
                    <a:gd name="connsiteX6" fmla="*/ 8990 w 67127"/>
                    <a:gd name="connsiteY6" fmla="*/ 52058 h 59122"/>
                    <a:gd name="connsiteX7" fmla="*/ 2355 w 67127"/>
                    <a:gd name="connsiteY7" fmla="*/ 32408 h 59122"/>
                    <a:gd name="connsiteX8" fmla="*/ 0 w 67127"/>
                    <a:gd name="connsiteY8" fmla="*/ 10446 h 59122"/>
                    <a:gd name="connsiteX9" fmla="*/ 899 w 67127"/>
                    <a:gd name="connsiteY9" fmla="*/ 2355 h 59122"/>
                    <a:gd name="connsiteX10" fmla="*/ 4367 w 67127"/>
                    <a:gd name="connsiteY10" fmla="*/ 0 h 59122"/>
                    <a:gd name="connsiteX11" fmla="*/ 7535 w 67127"/>
                    <a:gd name="connsiteY11" fmla="*/ 1242 h 59122"/>
                    <a:gd name="connsiteX12" fmla="*/ 8519 w 67127"/>
                    <a:gd name="connsiteY12" fmla="*/ 4881 h 59122"/>
                    <a:gd name="connsiteX13" fmla="*/ 8519 w 67127"/>
                    <a:gd name="connsiteY13" fmla="*/ 12073 h 59122"/>
                    <a:gd name="connsiteX14" fmla="*/ 10746 w 67127"/>
                    <a:gd name="connsiteY14" fmla="*/ 33478 h 59122"/>
                    <a:gd name="connsiteX15" fmla="*/ 16739 w 67127"/>
                    <a:gd name="connsiteY15" fmla="*/ 49875 h 59122"/>
                    <a:gd name="connsiteX16" fmla="*/ 23846 w 67127"/>
                    <a:gd name="connsiteY16" fmla="*/ 31466 h 59122"/>
                    <a:gd name="connsiteX17" fmla="*/ 29197 w 67127"/>
                    <a:gd name="connsiteY17" fmla="*/ 8091 h 59122"/>
                    <a:gd name="connsiteX18" fmla="*/ 29411 w 67127"/>
                    <a:gd name="connsiteY18" fmla="*/ 6978 h 59122"/>
                    <a:gd name="connsiteX19" fmla="*/ 33692 w 67127"/>
                    <a:gd name="connsiteY19" fmla="*/ 128 h 59122"/>
                    <a:gd name="connsiteX20" fmla="*/ 37802 w 67127"/>
                    <a:gd name="connsiteY20" fmla="*/ 6507 h 59122"/>
                    <a:gd name="connsiteX21" fmla="*/ 37888 w 67127"/>
                    <a:gd name="connsiteY21" fmla="*/ 7021 h 59122"/>
                    <a:gd name="connsiteX22" fmla="*/ 38102 w 67127"/>
                    <a:gd name="connsiteY22" fmla="*/ 8006 h 59122"/>
                    <a:gd name="connsiteX23" fmla="*/ 43368 w 67127"/>
                    <a:gd name="connsiteY23" fmla="*/ 31252 h 59122"/>
                    <a:gd name="connsiteX24" fmla="*/ 50560 w 67127"/>
                    <a:gd name="connsiteY24" fmla="*/ 49918 h 59122"/>
                    <a:gd name="connsiteX25" fmla="*/ 56554 w 67127"/>
                    <a:gd name="connsiteY25" fmla="*/ 33564 h 59122"/>
                    <a:gd name="connsiteX26" fmla="*/ 58780 w 67127"/>
                    <a:gd name="connsiteY26" fmla="*/ 12116 h 59122"/>
                    <a:gd name="connsiteX27" fmla="*/ 58737 w 67127"/>
                    <a:gd name="connsiteY27" fmla="*/ 10874 h 59122"/>
                    <a:gd name="connsiteX28" fmla="*/ 58694 w 67127"/>
                    <a:gd name="connsiteY28" fmla="*/ 9162 h 59122"/>
                    <a:gd name="connsiteX29" fmla="*/ 58609 w 67127"/>
                    <a:gd name="connsiteY29" fmla="*/ 6593 h 59122"/>
                    <a:gd name="connsiteX30" fmla="*/ 59550 w 67127"/>
                    <a:gd name="connsiteY30" fmla="*/ 1498 h 59122"/>
                    <a:gd name="connsiteX31" fmla="*/ 62847 w 67127"/>
                    <a:gd name="connsiteY31" fmla="*/ 86 h 59122"/>
                    <a:gd name="connsiteX32" fmla="*/ 66315 w 67127"/>
                    <a:gd name="connsiteY32" fmla="*/ 2312 h 59122"/>
                    <a:gd name="connsiteX33" fmla="*/ 67128 w 67127"/>
                    <a:gd name="connsiteY33" fmla="*/ 10574 h 59122"/>
                    <a:gd name="connsiteX34" fmla="*/ 65073 w 67127"/>
                    <a:gd name="connsiteY34" fmla="*/ 31209 h 59122"/>
                    <a:gd name="connsiteX35" fmla="*/ 59165 w 67127"/>
                    <a:gd name="connsiteY35" fmla="*/ 50132 h 59122"/>
                    <a:gd name="connsiteX36" fmla="*/ 54970 w 67127"/>
                    <a:gd name="connsiteY36" fmla="*/ 57495 h 59122"/>
                    <a:gd name="connsiteX37" fmla="*/ 50902 w 67127"/>
                    <a:gd name="connsiteY37" fmla="*/ 59079 h 59122"/>
                    <a:gd name="connsiteX38" fmla="*/ 33607 w 67127"/>
                    <a:gd name="connsiteY38" fmla="*/ 16440 h 59122"/>
                    <a:gd name="connsiteX39" fmla="*/ 34163 w 67127"/>
                    <a:gd name="connsiteY39" fmla="*/ 18880 h 59122"/>
                    <a:gd name="connsiteX40" fmla="*/ 43068 w 67127"/>
                    <a:gd name="connsiteY40" fmla="*/ 48933 h 59122"/>
                    <a:gd name="connsiteX41" fmla="*/ 50860 w 67127"/>
                    <a:gd name="connsiteY41" fmla="*/ 57924 h 59122"/>
                    <a:gd name="connsiteX42" fmla="*/ 54199 w 67127"/>
                    <a:gd name="connsiteY42" fmla="*/ 56511 h 59122"/>
                    <a:gd name="connsiteX43" fmla="*/ 58138 w 67127"/>
                    <a:gd name="connsiteY43" fmla="*/ 49490 h 59122"/>
                    <a:gd name="connsiteX44" fmla="*/ 63960 w 67127"/>
                    <a:gd name="connsiteY44" fmla="*/ 30781 h 59122"/>
                    <a:gd name="connsiteX45" fmla="*/ 66015 w 67127"/>
                    <a:gd name="connsiteY45" fmla="*/ 10360 h 59122"/>
                    <a:gd name="connsiteX46" fmla="*/ 65287 w 67127"/>
                    <a:gd name="connsiteY46" fmla="*/ 2569 h 59122"/>
                    <a:gd name="connsiteX47" fmla="*/ 62847 w 67127"/>
                    <a:gd name="connsiteY47" fmla="*/ 1070 h 59122"/>
                    <a:gd name="connsiteX48" fmla="*/ 60492 w 67127"/>
                    <a:gd name="connsiteY48" fmla="*/ 2012 h 59122"/>
                    <a:gd name="connsiteX49" fmla="*/ 59764 w 67127"/>
                    <a:gd name="connsiteY49" fmla="*/ 6465 h 59122"/>
                    <a:gd name="connsiteX50" fmla="*/ 59807 w 67127"/>
                    <a:gd name="connsiteY50" fmla="*/ 8990 h 59122"/>
                    <a:gd name="connsiteX51" fmla="*/ 59850 w 67127"/>
                    <a:gd name="connsiteY51" fmla="*/ 10703 h 59122"/>
                    <a:gd name="connsiteX52" fmla="*/ 59893 w 67127"/>
                    <a:gd name="connsiteY52" fmla="*/ 11987 h 59122"/>
                    <a:gd name="connsiteX53" fmla="*/ 57624 w 67127"/>
                    <a:gd name="connsiteY53" fmla="*/ 33692 h 59122"/>
                    <a:gd name="connsiteX54" fmla="*/ 50945 w 67127"/>
                    <a:gd name="connsiteY54" fmla="*/ 51288 h 59122"/>
                    <a:gd name="connsiteX55" fmla="*/ 50389 w 67127"/>
                    <a:gd name="connsiteY55" fmla="*/ 52230 h 59122"/>
                    <a:gd name="connsiteX56" fmla="*/ 49918 w 67127"/>
                    <a:gd name="connsiteY56" fmla="*/ 51288 h 59122"/>
                    <a:gd name="connsiteX57" fmla="*/ 42169 w 67127"/>
                    <a:gd name="connsiteY57" fmla="*/ 31466 h 59122"/>
                    <a:gd name="connsiteX58" fmla="*/ 36860 w 67127"/>
                    <a:gd name="connsiteY58" fmla="*/ 8134 h 59122"/>
                    <a:gd name="connsiteX59" fmla="*/ 36646 w 67127"/>
                    <a:gd name="connsiteY59" fmla="*/ 7107 h 59122"/>
                    <a:gd name="connsiteX60" fmla="*/ 36561 w 67127"/>
                    <a:gd name="connsiteY60" fmla="*/ 6593 h 59122"/>
                    <a:gd name="connsiteX61" fmla="*/ 33607 w 67127"/>
                    <a:gd name="connsiteY61" fmla="*/ 1199 h 59122"/>
                    <a:gd name="connsiteX62" fmla="*/ 30439 w 67127"/>
                    <a:gd name="connsiteY62" fmla="*/ 7107 h 59122"/>
                    <a:gd name="connsiteX63" fmla="*/ 30268 w 67127"/>
                    <a:gd name="connsiteY63" fmla="*/ 8134 h 59122"/>
                    <a:gd name="connsiteX64" fmla="*/ 24873 w 67127"/>
                    <a:gd name="connsiteY64" fmla="*/ 31723 h 59122"/>
                    <a:gd name="connsiteX65" fmla="*/ 17210 w 67127"/>
                    <a:gd name="connsiteY65" fmla="*/ 51288 h 59122"/>
                    <a:gd name="connsiteX66" fmla="*/ 16739 w 67127"/>
                    <a:gd name="connsiteY66" fmla="*/ 52230 h 59122"/>
                    <a:gd name="connsiteX67" fmla="*/ 16225 w 67127"/>
                    <a:gd name="connsiteY67" fmla="*/ 51288 h 59122"/>
                    <a:gd name="connsiteX68" fmla="*/ 9590 w 67127"/>
                    <a:gd name="connsiteY68" fmla="*/ 33650 h 59122"/>
                    <a:gd name="connsiteX69" fmla="*/ 7321 w 67127"/>
                    <a:gd name="connsiteY69" fmla="*/ 11987 h 59122"/>
                    <a:gd name="connsiteX70" fmla="*/ 7321 w 67127"/>
                    <a:gd name="connsiteY70" fmla="*/ 4795 h 59122"/>
                    <a:gd name="connsiteX71" fmla="*/ 6593 w 67127"/>
                    <a:gd name="connsiteY71" fmla="*/ 1841 h 59122"/>
                    <a:gd name="connsiteX72" fmla="*/ 4324 w 67127"/>
                    <a:gd name="connsiteY72" fmla="*/ 1027 h 59122"/>
                    <a:gd name="connsiteX73" fmla="*/ 1884 w 67127"/>
                    <a:gd name="connsiteY73" fmla="*/ 2697 h 59122"/>
                    <a:gd name="connsiteX74" fmla="*/ 1070 w 67127"/>
                    <a:gd name="connsiteY74" fmla="*/ 10360 h 59122"/>
                    <a:gd name="connsiteX75" fmla="*/ 3425 w 67127"/>
                    <a:gd name="connsiteY75" fmla="*/ 32066 h 59122"/>
                    <a:gd name="connsiteX76" fmla="*/ 9975 w 67127"/>
                    <a:gd name="connsiteY76" fmla="*/ 51502 h 59122"/>
                    <a:gd name="connsiteX77" fmla="*/ 13271 w 67127"/>
                    <a:gd name="connsiteY77" fmla="*/ 56768 h 59122"/>
                    <a:gd name="connsiteX78" fmla="*/ 16440 w 67127"/>
                    <a:gd name="connsiteY78" fmla="*/ 57924 h 59122"/>
                    <a:gd name="connsiteX79" fmla="*/ 24231 w 67127"/>
                    <a:gd name="connsiteY79" fmla="*/ 48719 h 59122"/>
                    <a:gd name="connsiteX80" fmla="*/ 32965 w 67127"/>
                    <a:gd name="connsiteY80" fmla="*/ 18880 h 59122"/>
                    <a:gd name="connsiteX81" fmla="*/ 33607 w 67127"/>
                    <a:gd name="connsiteY81" fmla="*/ 16440 h 5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7127" h="59122">
                      <a:moveTo>
                        <a:pt x="50902" y="59079"/>
                      </a:moveTo>
                      <a:cubicBezTo>
                        <a:pt x="47820" y="59079"/>
                        <a:pt x="44909" y="55911"/>
                        <a:pt x="42041" y="49404"/>
                      </a:cubicBezTo>
                      <a:cubicBezTo>
                        <a:pt x="39429" y="43453"/>
                        <a:pt x="36604" y="34121"/>
                        <a:pt x="33607" y="21577"/>
                      </a:cubicBezTo>
                      <a:cubicBezTo>
                        <a:pt x="30653" y="34163"/>
                        <a:pt x="27956" y="43197"/>
                        <a:pt x="25344" y="49233"/>
                      </a:cubicBezTo>
                      <a:cubicBezTo>
                        <a:pt x="22519" y="55783"/>
                        <a:pt x="19565" y="59122"/>
                        <a:pt x="16482" y="59122"/>
                      </a:cubicBezTo>
                      <a:cubicBezTo>
                        <a:pt x="14898" y="59122"/>
                        <a:pt x="13614" y="58651"/>
                        <a:pt x="12544" y="57667"/>
                      </a:cubicBezTo>
                      <a:cubicBezTo>
                        <a:pt x="11473" y="56682"/>
                        <a:pt x="10275" y="54798"/>
                        <a:pt x="8990" y="52058"/>
                      </a:cubicBezTo>
                      <a:cubicBezTo>
                        <a:pt x="6250" y="46493"/>
                        <a:pt x="4024" y="39857"/>
                        <a:pt x="2355" y="32408"/>
                      </a:cubicBezTo>
                      <a:cubicBezTo>
                        <a:pt x="771" y="25087"/>
                        <a:pt x="0" y="17681"/>
                        <a:pt x="0" y="10446"/>
                      </a:cubicBezTo>
                      <a:cubicBezTo>
                        <a:pt x="0" y="6208"/>
                        <a:pt x="300" y="3725"/>
                        <a:pt x="899" y="2355"/>
                      </a:cubicBezTo>
                      <a:cubicBezTo>
                        <a:pt x="1541" y="813"/>
                        <a:pt x="2697" y="0"/>
                        <a:pt x="4367" y="0"/>
                      </a:cubicBezTo>
                      <a:cubicBezTo>
                        <a:pt x="5822" y="0"/>
                        <a:pt x="6850" y="385"/>
                        <a:pt x="7535" y="1242"/>
                      </a:cubicBezTo>
                      <a:cubicBezTo>
                        <a:pt x="8177" y="2055"/>
                        <a:pt x="8519" y="3296"/>
                        <a:pt x="8519" y="4881"/>
                      </a:cubicBezTo>
                      <a:lnTo>
                        <a:pt x="8519" y="12073"/>
                      </a:lnTo>
                      <a:cubicBezTo>
                        <a:pt x="8519" y="19650"/>
                        <a:pt x="9290" y="26885"/>
                        <a:pt x="10746" y="33478"/>
                      </a:cubicBezTo>
                      <a:cubicBezTo>
                        <a:pt x="12116" y="39515"/>
                        <a:pt x="14128" y="45037"/>
                        <a:pt x="16739" y="49875"/>
                      </a:cubicBezTo>
                      <a:cubicBezTo>
                        <a:pt x="19436" y="44395"/>
                        <a:pt x="21834" y="38230"/>
                        <a:pt x="23846" y="31466"/>
                      </a:cubicBezTo>
                      <a:cubicBezTo>
                        <a:pt x="26029" y="24188"/>
                        <a:pt x="27827" y="16311"/>
                        <a:pt x="29197" y="8091"/>
                      </a:cubicBezTo>
                      <a:cubicBezTo>
                        <a:pt x="29240" y="7792"/>
                        <a:pt x="29283" y="7449"/>
                        <a:pt x="29411" y="6978"/>
                      </a:cubicBezTo>
                      <a:cubicBezTo>
                        <a:pt x="30182" y="2397"/>
                        <a:pt x="31552" y="128"/>
                        <a:pt x="33692" y="128"/>
                      </a:cubicBezTo>
                      <a:cubicBezTo>
                        <a:pt x="35747" y="128"/>
                        <a:pt x="37117" y="2269"/>
                        <a:pt x="37802" y="6507"/>
                      </a:cubicBezTo>
                      <a:lnTo>
                        <a:pt x="37888" y="7021"/>
                      </a:lnTo>
                      <a:cubicBezTo>
                        <a:pt x="37974" y="7449"/>
                        <a:pt x="38016" y="7749"/>
                        <a:pt x="38102" y="8006"/>
                      </a:cubicBezTo>
                      <a:cubicBezTo>
                        <a:pt x="39429" y="16097"/>
                        <a:pt x="41184" y="23931"/>
                        <a:pt x="43368" y="31252"/>
                      </a:cubicBezTo>
                      <a:cubicBezTo>
                        <a:pt x="45466" y="38145"/>
                        <a:pt x="47906" y="44438"/>
                        <a:pt x="50560" y="49918"/>
                      </a:cubicBezTo>
                      <a:cubicBezTo>
                        <a:pt x="53214" y="45080"/>
                        <a:pt x="55226" y="39600"/>
                        <a:pt x="56554" y="33564"/>
                      </a:cubicBezTo>
                      <a:cubicBezTo>
                        <a:pt x="58052" y="27057"/>
                        <a:pt x="58780" y="19864"/>
                        <a:pt x="58780" y="12116"/>
                      </a:cubicBezTo>
                      <a:cubicBezTo>
                        <a:pt x="58780" y="11773"/>
                        <a:pt x="58780" y="11345"/>
                        <a:pt x="58737" y="10874"/>
                      </a:cubicBezTo>
                      <a:cubicBezTo>
                        <a:pt x="58737" y="10360"/>
                        <a:pt x="58694" y="9804"/>
                        <a:pt x="58694" y="9162"/>
                      </a:cubicBezTo>
                      <a:cubicBezTo>
                        <a:pt x="58609" y="7920"/>
                        <a:pt x="58609" y="7107"/>
                        <a:pt x="58609" y="6593"/>
                      </a:cubicBezTo>
                      <a:cubicBezTo>
                        <a:pt x="58609" y="4067"/>
                        <a:pt x="58908" y="2355"/>
                        <a:pt x="59550" y="1498"/>
                      </a:cubicBezTo>
                      <a:cubicBezTo>
                        <a:pt x="60235" y="557"/>
                        <a:pt x="61306" y="86"/>
                        <a:pt x="62847" y="86"/>
                      </a:cubicBezTo>
                      <a:cubicBezTo>
                        <a:pt x="64516" y="86"/>
                        <a:pt x="65715" y="813"/>
                        <a:pt x="66315" y="2312"/>
                      </a:cubicBezTo>
                      <a:cubicBezTo>
                        <a:pt x="66871" y="3682"/>
                        <a:pt x="67128" y="6379"/>
                        <a:pt x="67128" y="10574"/>
                      </a:cubicBezTo>
                      <a:cubicBezTo>
                        <a:pt x="67128" y="17424"/>
                        <a:pt x="66443" y="24360"/>
                        <a:pt x="65073" y="31209"/>
                      </a:cubicBezTo>
                      <a:cubicBezTo>
                        <a:pt x="63660" y="38145"/>
                        <a:pt x="61691" y="44524"/>
                        <a:pt x="59165" y="50132"/>
                      </a:cubicBezTo>
                      <a:cubicBezTo>
                        <a:pt x="57453" y="54028"/>
                        <a:pt x="56083" y="56425"/>
                        <a:pt x="54970" y="57495"/>
                      </a:cubicBezTo>
                      <a:cubicBezTo>
                        <a:pt x="53899" y="58480"/>
                        <a:pt x="52487" y="59079"/>
                        <a:pt x="50902" y="59079"/>
                      </a:cubicBezTo>
                      <a:close/>
                      <a:moveTo>
                        <a:pt x="33607" y="16440"/>
                      </a:moveTo>
                      <a:lnTo>
                        <a:pt x="34163" y="18880"/>
                      </a:lnTo>
                      <a:cubicBezTo>
                        <a:pt x="37331" y="32579"/>
                        <a:pt x="40328" y="42683"/>
                        <a:pt x="43068" y="48933"/>
                      </a:cubicBezTo>
                      <a:cubicBezTo>
                        <a:pt x="45722" y="54927"/>
                        <a:pt x="48334" y="57924"/>
                        <a:pt x="50860" y="57924"/>
                      </a:cubicBezTo>
                      <a:cubicBezTo>
                        <a:pt x="52144" y="57924"/>
                        <a:pt x="53257" y="57453"/>
                        <a:pt x="54199" y="56511"/>
                      </a:cubicBezTo>
                      <a:cubicBezTo>
                        <a:pt x="55184" y="55526"/>
                        <a:pt x="56511" y="53172"/>
                        <a:pt x="58138" y="49490"/>
                      </a:cubicBezTo>
                      <a:cubicBezTo>
                        <a:pt x="60621" y="43924"/>
                        <a:pt x="62590" y="37631"/>
                        <a:pt x="63960" y="30781"/>
                      </a:cubicBezTo>
                      <a:cubicBezTo>
                        <a:pt x="65330" y="24017"/>
                        <a:pt x="66015" y="17124"/>
                        <a:pt x="66015" y="10360"/>
                      </a:cubicBezTo>
                      <a:cubicBezTo>
                        <a:pt x="66015" y="5437"/>
                        <a:pt x="65630" y="3382"/>
                        <a:pt x="65287" y="2569"/>
                      </a:cubicBezTo>
                      <a:cubicBezTo>
                        <a:pt x="64859" y="1541"/>
                        <a:pt x="64088" y="1070"/>
                        <a:pt x="62847" y="1070"/>
                      </a:cubicBezTo>
                      <a:cubicBezTo>
                        <a:pt x="61691" y="1070"/>
                        <a:pt x="60963" y="1370"/>
                        <a:pt x="60492" y="2012"/>
                      </a:cubicBezTo>
                      <a:cubicBezTo>
                        <a:pt x="60150" y="2483"/>
                        <a:pt x="59764" y="3639"/>
                        <a:pt x="59764" y="6465"/>
                      </a:cubicBezTo>
                      <a:cubicBezTo>
                        <a:pt x="59764" y="6935"/>
                        <a:pt x="59764" y="7749"/>
                        <a:pt x="59807" y="8990"/>
                      </a:cubicBezTo>
                      <a:cubicBezTo>
                        <a:pt x="59807" y="9633"/>
                        <a:pt x="59850" y="10232"/>
                        <a:pt x="59850" y="10703"/>
                      </a:cubicBezTo>
                      <a:cubicBezTo>
                        <a:pt x="59850" y="11174"/>
                        <a:pt x="59893" y="11602"/>
                        <a:pt x="59893" y="11987"/>
                      </a:cubicBezTo>
                      <a:cubicBezTo>
                        <a:pt x="59893" y="19822"/>
                        <a:pt x="59122" y="27100"/>
                        <a:pt x="57624" y="33692"/>
                      </a:cubicBezTo>
                      <a:cubicBezTo>
                        <a:pt x="56168" y="40243"/>
                        <a:pt x="53942" y="46151"/>
                        <a:pt x="50945" y="51288"/>
                      </a:cubicBezTo>
                      <a:lnTo>
                        <a:pt x="50389" y="52230"/>
                      </a:lnTo>
                      <a:lnTo>
                        <a:pt x="49918" y="51288"/>
                      </a:lnTo>
                      <a:cubicBezTo>
                        <a:pt x="47007" y="45508"/>
                        <a:pt x="44395" y="38830"/>
                        <a:pt x="42169" y="31466"/>
                      </a:cubicBezTo>
                      <a:cubicBezTo>
                        <a:pt x="39986" y="24103"/>
                        <a:pt x="38188" y="16225"/>
                        <a:pt x="36860" y="8134"/>
                      </a:cubicBezTo>
                      <a:cubicBezTo>
                        <a:pt x="36818" y="7920"/>
                        <a:pt x="36732" y="7578"/>
                        <a:pt x="36646" y="7107"/>
                      </a:cubicBezTo>
                      <a:lnTo>
                        <a:pt x="36561" y="6593"/>
                      </a:lnTo>
                      <a:cubicBezTo>
                        <a:pt x="36175" y="4110"/>
                        <a:pt x="35319" y="1199"/>
                        <a:pt x="33607" y="1199"/>
                      </a:cubicBezTo>
                      <a:cubicBezTo>
                        <a:pt x="31809" y="1199"/>
                        <a:pt x="30910" y="4410"/>
                        <a:pt x="30439" y="7107"/>
                      </a:cubicBezTo>
                      <a:cubicBezTo>
                        <a:pt x="30353" y="7578"/>
                        <a:pt x="30310" y="7920"/>
                        <a:pt x="30268" y="8134"/>
                      </a:cubicBezTo>
                      <a:cubicBezTo>
                        <a:pt x="28855" y="16482"/>
                        <a:pt x="27057" y="24402"/>
                        <a:pt x="24873" y="31723"/>
                      </a:cubicBezTo>
                      <a:cubicBezTo>
                        <a:pt x="22690" y="38958"/>
                        <a:pt x="20121" y="45551"/>
                        <a:pt x="17210" y="51288"/>
                      </a:cubicBezTo>
                      <a:lnTo>
                        <a:pt x="16739" y="52230"/>
                      </a:lnTo>
                      <a:lnTo>
                        <a:pt x="16225" y="51288"/>
                      </a:lnTo>
                      <a:cubicBezTo>
                        <a:pt x="13314" y="46151"/>
                        <a:pt x="11088" y="40200"/>
                        <a:pt x="9590" y="33650"/>
                      </a:cubicBezTo>
                      <a:cubicBezTo>
                        <a:pt x="8091" y="26971"/>
                        <a:pt x="7321" y="19693"/>
                        <a:pt x="7321" y="11987"/>
                      </a:cubicBezTo>
                      <a:lnTo>
                        <a:pt x="7321" y="4795"/>
                      </a:lnTo>
                      <a:cubicBezTo>
                        <a:pt x="7321" y="3468"/>
                        <a:pt x="7064" y="2440"/>
                        <a:pt x="6593" y="1841"/>
                      </a:cubicBezTo>
                      <a:cubicBezTo>
                        <a:pt x="6165" y="1284"/>
                        <a:pt x="5394" y="1027"/>
                        <a:pt x="4324" y="1027"/>
                      </a:cubicBezTo>
                      <a:cubicBezTo>
                        <a:pt x="3125" y="1027"/>
                        <a:pt x="2355" y="1541"/>
                        <a:pt x="1884" y="2697"/>
                      </a:cubicBezTo>
                      <a:cubicBezTo>
                        <a:pt x="1327" y="3939"/>
                        <a:pt x="1070" y="6336"/>
                        <a:pt x="1070" y="10360"/>
                      </a:cubicBezTo>
                      <a:cubicBezTo>
                        <a:pt x="1070" y="17510"/>
                        <a:pt x="1884" y="24831"/>
                        <a:pt x="3425" y="32066"/>
                      </a:cubicBezTo>
                      <a:cubicBezTo>
                        <a:pt x="5052" y="39429"/>
                        <a:pt x="7235" y="45979"/>
                        <a:pt x="9975" y="51502"/>
                      </a:cubicBezTo>
                      <a:cubicBezTo>
                        <a:pt x="11473" y="54756"/>
                        <a:pt x="12586" y="56168"/>
                        <a:pt x="13271" y="56768"/>
                      </a:cubicBezTo>
                      <a:cubicBezTo>
                        <a:pt x="14128" y="57538"/>
                        <a:pt x="15155" y="57924"/>
                        <a:pt x="16440" y="57924"/>
                      </a:cubicBezTo>
                      <a:cubicBezTo>
                        <a:pt x="18965" y="57924"/>
                        <a:pt x="21663" y="54756"/>
                        <a:pt x="24231" y="48719"/>
                      </a:cubicBezTo>
                      <a:cubicBezTo>
                        <a:pt x="26971" y="42383"/>
                        <a:pt x="29839" y="32622"/>
                        <a:pt x="32965" y="18880"/>
                      </a:cubicBezTo>
                      <a:lnTo>
                        <a:pt x="33607" y="1644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5" name="图形 4"/>
              <p:cNvGrpSpPr/>
              <p:nvPr/>
            </p:nvGrpSpPr>
            <p:grpSpPr>
              <a:xfrm>
                <a:off x="11450989" y="6483828"/>
                <a:ext cx="8219" cy="72693"/>
                <a:chOff x="11450989" y="6483828"/>
                <a:chExt cx="8219" cy="72693"/>
              </a:xfrm>
              <a:solidFill>
                <a:srgbClr val="A5A7AA"/>
              </a:solidFill>
            </p:grpSpPr>
            <p:sp>
              <p:nvSpPr>
                <p:cNvPr id="22" name="任意多边形: 形状 21"/>
                <p:cNvSpPr/>
                <p:nvPr/>
              </p:nvSpPr>
              <p:spPr>
                <a:xfrm>
                  <a:off x="11451502" y="6484470"/>
                  <a:ext cx="7106" cy="71494"/>
                </a:xfrm>
                <a:custGeom>
                  <a:avLst/>
                  <a:gdLst>
                    <a:gd name="connsiteX0" fmla="*/ 7107 w 7106"/>
                    <a:gd name="connsiteY0" fmla="*/ 5009 h 71494"/>
                    <a:gd name="connsiteX1" fmla="*/ 6250 w 7106"/>
                    <a:gd name="connsiteY1" fmla="*/ 8905 h 71494"/>
                    <a:gd name="connsiteX2" fmla="*/ 3553 w 7106"/>
                    <a:gd name="connsiteY2" fmla="*/ 10103 h 71494"/>
                    <a:gd name="connsiteX3" fmla="*/ 899 w 7106"/>
                    <a:gd name="connsiteY3" fmla="*/ 8819 h 71494"/>
                    <a:gd name="connsiteX4" fmla="*/ 0 w 7106"/>
                    <a:gd name="connsiteY4" fmla="*/ 5009 h 71494"/>
                    <a:gd name="connsiteX5" fmla="*/ 856 w 7106"/>
                    <a:gd name="connsiteY5" fmla="*/ 1156 h 71494"/>
                    <a:gd name="connsiteX6" fmla="*/ 3553 w 7106"/>
                    <a:gd name="connsiteY6" fmla="*/ 0 h 71494"/>
                    <a:gd name="connsiteX7" fmla="*/ 6208 w 7106"/>
                    <a:gd name="connsiteY7" fmla="*/ 1242 h 71494"/>
                    <a:gd name="connsiteX8" fmla="*/ 7107 w 7106"/>
                    <a:gd name="connsiteY8" fmla="*/ 5009 h 71494"/>
                    <a:gd name="connsiteX9" fmla="*/ 43 w 7106"/>
                    <a:gd name="connsiteY9" fmla="*/ 18366 h 71494"/>
                    <a:gd name="connsiteX10" fmla="*/ 942 w 7106"/>
                    <a:gd name="connsiteY10" fmla="*/ 15027 h 71494"/>
                    <a:gd name="connsiteX11" fmla="*/ 3553 w 7106"/>
                    <a:gd name="connsiteY11" fmla="*/ 13956 h 71494"/>
                    <a:gd name="connsiteX12" fmla="*/ 6208 w 7106"/>
                    <a:gd name="connsiteY12" fmla="*/ 15027 h 71494"/>
                    <a:gd name="connsiteX13" fmla="*/ 7107 w 7106"/>
                    <a:gd name="connsiteY13" fmla="*/ 18366 h 71494"/>
                    <a:gd name="connsiteX14" fmla="*/ 7107 w 7106"/>
                    <a:gd name="connsiteY14" fmla="*/ 67085 h 71494"/>
                    <a:gd name="connsiteX15" fmla="*/ 6208 w 7106"/>
                    <a:gd name="connsiteY15" fmla="*/ 70382 h 71494"/>
                    <a:gd name="connsiteX16" fmla="*/ 3553 w 7106"/>
                    <a:gd name="connsiteY16" fmla="*/ 71495 h 71494"/>
                    <a:gd name="connsiteX17" fmla="*/ 942 w 7106"/>
                    <a:gd name="connsiteY17" fmla="*/ 70382 h 71494"/>
                    <a:gd name="connsiteX18" fmla="*/ 43 w 7106"/>
                    <a:gd name="connsiteY18" fmla="*/ 67085 h 71494"/>
                    <a:gd name="connsiteX19" fmla="*/ 43 w 7106"/>
                    <a:gd name="connsiteY19" fmla="*/ 18366 h 71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106" h="71494">
                      <a:moveTo>
                        <a:pt x="7107" y="5009"/>
                      </a:moveTo>
                      <a:cubicBezTo>
                        <a:pt x="7107" y="6807"/>
                        <a:pt x="6807" y="8091"/>
                        <a:pt x="6250" y="8905"/>
                      </a:cubicBezTo>
                      <a:cubicBezTo>
                        <a:pt x="5694" y="9718"/>
                        <a:pt x="4795" y="10103"/>
                        <a:pt x="3553" y="10103"/>
                      </a:cubicBezTo>
                      <a:cubicBezTo>
                        <a:pt x="2397" y="10103"/>
                        <a:pt x="1498" y="9718"/>
                        <a:pt x="899" y="8819"/>
                      </a:cubicBezTo>
                      <a:cubicBezTo>
                        <a:pt x="300" y="8006"/>
                        <a:pt x="0" y="6721"/>
                        <a:pt x="0" y="5009"/>
                      </a:cubicBezTo>
                      <a:cubicBezTo>
                        <a:pt x="0" y="3211"/>
                        <a:pt x="300" y="1927"/>
                        <a:pt x="856" y="1156"/>
                      </a:cubicBezTo>
                      <a:cubicBezTo>
                        <a:pt x="1413" y="385"/>
                        <a:pt x="2355" y="0"/>
                        <a:pt x="3553" y="0"/>
                      </a:cubicBezTo>
                      <a:cubicBezTo>
                        <a:pt x="4752" y="0"/>
                        <a:pt x="5651" y="428"/>
                        <a:pt x="6208" y="1242"/>
                      </a:cubicBezTo>
                      <a:cubicBezTo>
                        <a:pt x="6807" y="2098"/>
                        <a:pt x="7107" y="3339"/>
                        <a:pt x="7107" y="5009"/>
                      </a:cubicBezTo>
                      <a:close/>
                      <a:moveTo>
                        <a:pt x="43" y="18366"/>
                      </a:moveTo>
                      <a:cubicBezTo>
                        <a:pt x="43" y="16910"/>
                        <a:pt x="342" y="15755"/>
                        <a:pt x="942" y="15027"/>
                      </a:cubicBezTo>
                      <a:cubicBezTo>
                        <a:pt x="1541" y="14299"/>
                        <a:pt x="2440" y="13956"/>
                        <a:pt x="3553" y="13956"/>
                      </a:cubicBezTo>
                      <a:cubicBezTo>
                        <a:pt x="4709" y="13956"/>
                        <a:pt x="5608" y="14342"/>
                        <a:pt x="6208" y="15027"/>
                      </a:cubicBezTo>
                      <a:cubicBezTo>
                        <a:pt x="6764" y="15797"/>
                        <a:pt x="7107" y="16910"/>
                        <a:pt x="7107" y="18366"/>
                      </a:cubicBezTo>
                      <a:lnTo>
                        <a:pt x="7107" y="67085"/>
                      </a:lnTo>
                      <a:cubicBezTo>
                        <a:pt x="7107" y="68541"/>
                        <a:pt x="6807" y="69654"/>
                        <a:pt x="6208" y="70382"/>
                      </a:cubicBezTo>
                      <a:cubicBezTo>
                        <a:pt x="5608" y="71152"/>
                        <a:pt x="4709" y="71495"/>
                        <a:pt x="3553" y="71495"/>
                      </a:cubicBezTo>
                      <a:cubicBezTo>
                        <a:pt x="2440" y="71495"/>
                        <a:pt x="1541" y="71152"/>
                        <a:pt x="942" y="70382"/>
                      </a:cubicBezTo>
                      <a:cubicBezTo>
                        <a:pt x="342" y="69654"/>
                        <a:pt x="43" y="68541"/>
                        <a:pt x="43" y="67085"/>
                      </a:cubicBezTo>
                      <a:lnTo>
                        <a:pt x="43" y="1836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3" name="任意多边形: 形状 22"/>
                <p:cNvSpPr/>
                <p:nvPr/>
              </p:nvSpPr>
              <p:spPr>
                <a:xfrm>
                  <a:off x="11450989" y="6483828"/>
                  <a:ext cx="8219" cy="72693"/>
                </a:xfrm>
                <a:custGeom>
                  <a:avLst/>
                  <a:gdLst>
                    <a:gd name="connsiteX0" fmla="*/ 4110 w 8219"/>
                    <a:gd name="connsiteY0" fmla="*/ 72693 h 72693"/>
                    <a:gd name="connsiteX1" fmla="*/ 1027 w 8219"/>
                    <a:gd name="connsiteY1" fmla="*/ 71366 h 72693"/>
                    <a:gd name="connsiteX2" fmla="*/ 0 w 8219"/>
                    <a:gd name="connsiteY2" fmla="*/ 67685 h 72693"/>
                    <a:gd name="connsiteX3" fmla="*/ 0 w 8219"/>
                    <a:gd name="connsiteY3" fmla="*/ 19008 h 72693"/>
                    <a:gd name="connsiteX4" fmla="*/ 1027 w 8219"/>
                    <a:gd name="connsiteY4" fmla="*/ 15284 h 72693"/>
                    <a:gd name="connsiteX5" fmla="*/ 4110 w 8219"/>
                    <a:gd name="connsiteY5" fmla="*/ 13999 h 72693"/>
                    <a:gd name="connsiteX6" fmla="*/ 7192 w 8219"/>
                    <a:gd name="connsiteY6" fmla="*/ 15284 h 72693"/>
                    <a:gd name="connsiteX7" fmla="*/ 8220 w 8219"/>
                    <a:gd name="connsiteY7" fmla="*/ 19008 h 72693"/>
                    <a:gd name="connsiteX8" fmla="*/ 8220 w 8219"/>
                    <a:gd name="connsiteY8" fmla="*/ 67727 h 72693"/>
                    <a:gd name="connsiteX9" fmla="*/ 7235 w 8219"/>
                    <a:gd name="connsiteY9" fmla="*/ 71409 h 72693"/>
                    <a:gd name="connsiteX10" fmla="*/ 4110 w 8219"/>
                    <a:gd name="connsiteY10" fmla="*/ 72693 h 72693"/>
                    <a:gd name="connsiteX11" fmla="*/ 4110 w 8219"/>
                    <a:gd name="connsiteY11" fmla="*/ 15112 h 72693"/>
                    <a:gd name="connsiteX12" fmla="*/ 1926 w 8219"/>
                    <a:gd name="connsiteY12" fmla="*/ 16011 h 72693"/>
                    <a:gd name="connsiteX13" fmla="*/ 1156 w 8219"/>
                    <a:gd name="connsiteY13" fmla="*/ 19008 h 72693"/>
                    <a:gd name="connsiteX14" fmla="*/ 1156 w 8219"/>
                    <a:gd name="connsiteY14" fmla="*/ 67727 h 72693"/>
                    <a:gd name="connsiteX15" fmla="*/ 1926 w 8219"/>
                    <a:gd name="connsiteY15" fmla="*/ 70681 h 72693"/>
                    <a:gd name="connsiteX16" fmla="*/ 4110 w 8219"/>
                    <a:gd name="connsiteY16" fmla="*/ 71580 h 72693"/>
                    <a:gd name="connsiteX17" fmla="*/ 6293 w 8219"/>
                    <a:gd name="connsiteY17" fmla="*/ 70681 h 72693"/>
                    <a:gd name="connsiteX18" fmla="*/ 7064 w 8219"/>
                    <a:gd name="connsiteY18" fmla="*/ 67727 h 72693"/>
                    <a:gd name="connsiteX19" fmla="*/ 7064 w 8219"/>
                    <a:gd name="connsiteY19" fmla="*/ 19008 h 72693"/>
                    <a:gd name="connsiteX20" fmla="*/ 6293 w 8219"/>
                    <a:gd name="connsiteY20" fmla="*/ 16011 h 72693"/>
                    <a:gd name="connsiteX21" fmla="*/ 4110 w 8219"/>
                    <a:gd name="connsiteY21" fmla="*/ 15112 h 72693"/>
                    <a:gd name="connsiteX22" fmla="*/ 4110 w 8219"/>
                    <a:gd name="connsiteY22" fmla="*/ 11302 h 72693"/>
                    <a:gd name="connsiteX23" fmla="*/ 985 w 8219"/>
                    <a:gd name="connsiteY23" fmla="*/ 9761 h 72693"/>
                    <a:gd name="connsiteX24" fmla="*/ 0 w 8219"/>
                    <a:gd name="connsiteY24" fmla="*/ 5608 h 72693"/>
                    <a:gd name="connsiteX25" fmla="*/ 942 w 8219"/>
                    <a:gd name="connsiteY25" fmla="*/ 1413 h 72693"/>
                    <a:gd name="connsiteX26" fmla="*/ 4110 w 8219"/>
                    <a:gd name="connsiteY26" fmla="*/ 0 h 72693"/>
                    <a:gd name="connsiteX27" fmla="*/ 7235 w 8219"/>
                    <a:gd name="connsiteY27" fmla="*/ 1456 h 72693"/>
                    <a:gd name="connsiteX28" fmla="*/ 8220 w 8219"/>
                    <a:gd name="connsiteY28" fmla="*/ 5565 h 72693"/>
                    <a:gd name="connsiteX29" fmla="*/ 7278 w 8219"/>
                    <a:gd name="connsiteY29" fmla="*/ 9761 h 72693"/>
                    <a:gd name="connsiteX30" fmla="*/ 4110 w 8219"/>
                    <a:gd name="connsiteY30" fmla="*/ 11302 h 72693"/>
                    <a:gd name="connsiteX31" fmla="*/ 4110 w 8219"/>
                    <a:gd name="connsiteY31" fmla="*/ 1199 h 72693"/>
                    <a:gd name="connsiteX32" fmla="*/ 1884 w 8219"/>
                    <a:gd name="connsiteY32" fmla="*/ 2141 h 72693"/>
                    <a:gd name="connsiteX33" fmla="*/ 1156 w 8219"/>
                    <a:gd name="connsiteY33" fmla="*/ 5651 h 72693"/>
                    <a:gd name="connsiteX34" fmla="*/ 1926 w 8219"/>
                    <a:gd name="connsiteY34" fmla="*/ 9119 h 72693"/>
                    <a:gd name="connsiteX35" fmla="*/ 4110 w 8219"/>
                    <a:gd name="connsiteY35" fmla="*/ 10146 h 72693"/>
                    <a:gd name="connsiteX36" fmla="*/ 6336 w 8219"/>
                    <a:gd name="connsiteY36" fmla="*/ 9162 h 72693"/>
                    <a:gd name="connsiteX37" fmla="*/ 7064 w 8219"/>
                    <a:gd name="connsiteY37" fmla="*/ 5608 h 72693"/>
                    <a:gd name="connsiteX38" fmla="*/ 6293 w 8219"/>
                    <a:gd name="connsiteY38" fmla="*/ 2183 h 72693"/>
                    <a:gd name="connsiteX39" fmla="*/ 4110 w 8219"/>
                    <a:gd name="connsiteY39" fmla="*/ 1199 h 72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8219" h="72693">
                      <a:moveTo>
                        <a:pt x="4110" y="72693"/>
                      </a:moveTo>
                      <a:cubicBezTo>
                        <a:pt x="2783" y="72693"/>
                        <a:pt x="1712" y="72265"/>
                        <a:pt x="1027" y="71366"/>
                      </a:cubicBezTo>
                      <a:cubicBezTo>
                        <a:pt x="342" y="70553"/>
                        <a:pt x="0" y="69311"/>
                        <a:pt x="0" y="67685"/>
                      </a:cubicBezTo>
                      <a:lnTo>
                        <a:pt x="0" y="19008"/>
                      </a:lnTo>
                      <a:cubicBezTo>
                        <a:pt x="0" y="17424"/>
                        <a:pt x="342" y="16140"/>
                        <a:pt x="1027" y="15284"/>
                      </a:cubicBezTo>
                      <a:cubicBezTo>
                        <a:pt x="1755" y="14427"/>
                        <a:pt x="2826" y="13999"/>
                        <a:pt x="4110" y="13999"/>
                      </a:cubicBezTo>
                      <a:cubicBezTo>
                        <a:pt x="5437" y="13999"/>
                        <a:pt x="6465" y="14427"/>
                        <a:pt x="7192" y="15284"/>
                      </a:cubicBezTo>
                      <a:cubicBezTo>
                        <a:pt x="7877" y="16183"/>
                        <a:pt x="8220" y="17467"/>
                        <a:pt x="8220" y="19008"/>
                      </a:cubicBezTo>
                      <a:lnTo>
                        <a:pt x="8220" y="67727"/>
                      </a:lnTo>
                      <a:cubicBezTo>
                        <a:pt x="8220" y="69311"/>
                        <a:pt x="7877" y="70553"/>
                        <a:pt x="7235" y="71409"/>
                      </a:cubicBezTo>
                      <a:cubicBezTo>
                        <a:pt x="6507" y="72265"/>
                        <a:pt x="5480" y="72693"/>
                        <a:pt x="4110" y="72693"/>
                      </a:cubicBezTo>
                      <a:close/>
                      <a:moveTo>
                        <a:pt x="4110" y="15112"/>
                      </a:moveTo>
                      <a:cubicBezTo>
                        <a:pt x="3168" y="15112"/>
                        <a:pt x="2440" y="15412"/>
                        <a:pt x="1926" y="16011"/>
                      </a:cubicBezTo>
                      <a:cubicBezTo>
                        <a:pt x="1413" y="16654"/>
                        <a:pt x="1156" y="17638"/>
                        <a:pt x="1156" y="19008"/>
                      </a:cubicBezTo>
                      <a:lnTo>
                        <a:pt x="1156" y="67727"/>
                      </a:lnTo>
                      <a:cubicBezTo>
                        <a:pt x="1156" y="69055"/>
                        <a:pt x="1413" y="70039"/>
                        <a:pt x="1926" y="70681"/>
                      </a:cubicBezTo>
                      <a:cubicBezTo>
                        <a:pt x="2397" y="71281"/>
                        <a:pt x="3125" y="71580"/>
                        <a:pt x="4110" y="71580"/>
                      </a:cubicBezTo>
                      <a:cubicBezTo>
                        <a:pt x="5137" y="71580"/>
                        <a:pt x="5822" y="71281"/>
                        <a:pt x="6293" y="70681"/>
                      </a:cubicBezTo>
                      <a:cubicBezTo>
                        <a:pt x="6807" y="70039"/>
                        <a:pt x="7064" y="69012"/>
                        <a:pt x="7064" y="67727"/>
                      </a:cubicBezTo>
                      <a:lnTo>
                        <a:pt x="7064" y="19008"/>
                      </a:lnTo>
                      <a:cubicBezTo>
                        <a:pt x="7064" y="17724"/>
                        <a:pt x="6807" y="16654"/>
                        <a:pt x="6293" y="16011"/>
                      </a:cubicBezTo>
                      <a:cubicBezTo>
                        <a:pt x="5822" y="15412"/>
                        <a:pt x="5095" y="15112"/>
                        <a:pt x="4110" y="15112"/>
                      </a:cubicBezTo>
                      <a:close/>
                      <a:moveTo>
                        <a:pt x="4110" y="11302"/>
                      </a:moveTo>
                      <a:cubicBezTo>
                        <a:pt x="2740" y="11302"/>
                        <a:pt x="1670" y="10788"/>
                        <a:pt x="985" y="9761"/>
                      </a:cubicBezTo>
                      <a:cubicBezTo>
                        <a:pt x="342" y="8862"/>
                        <a:pt x="0" y="7492"/>
                        <a:pt x="0" y="5608"/>
                      </a:cubicBezTo>
                      <a:cubicBezTo>
                        <a:pt x="0" y="3682"/>
                        <a:pt x="300" y="2312"/>
                        <a:pt x="942" y="1413"/>
                      </a:cubicBezTo>
                      <a:cubicBezTo>
                        <a:pt x="1627" y="514"/>
                        <a:pt x="2697" y="0"/>
                        <a:pt x="4110" y="0"/>
                      </a:cubicBezTo>
                      <a:cubicBezTo>
                        <a:pt x="5480" y="0"/>
                        <a:pt x="6550" y="514"/>
                        <a:pt x="7235" y="1456"/>
                      </a:cubicBezTo>
                      <a:cubicBezTo>
                        <a:pt x="7877" y="2397"/>
                        <a:pt x="8220" y="3810"/>
                        <a:pt x="8220" y="5565"/>
                      </a:cubicBezTo>
                      <a:cubicBezTo>
                        <a:pt x="8220" y="7449"/>
                        <a:pt x="7920" y="8862"/>
                        <a:pt x="7278" y="9761"/>
                      </a:cubicBezTo>
                      <a:cubicBezTo>
                        <a:pt x="6593" y="10831"/>
                        <a:pt x="5523" y="11302"/>
                        <a:pt x="4110" y="11302"/>
                      </a:cubicBezTo>
                      <a:close/>
                      <a:moveTo>
                        <a:pt x="4110" y="1199"/>
                      </a:moveTo>
                      <a:cubicBezTo>
                        <a:pt x="3082" y="1199"/>
                        <a:pt x="2355" y="1498"/>
                        <a:pt x="1884" y="2141"/>
                      </a:cubicBezTo>
                      <a:cubicBezTo>
                        <a:pt x="1413" y="2826"/>
                        <a:pt x="1156" y="3981"/>
                        <a:pt x="1156" y="5651"/>
                      </a:cubicBezTo>
                      <a:cubicBezTo>
                        <a:pt x="1156" y="7235"/>
                        <a:pt x="1413" y="8434"/>
                        <a:pt x="1926" y="9119"/>
                      </a:cubicBezTo>
                      <a:cubicBezTo>
                        <a:pt x="2397" y="9847"/>
                        <a:pt x="3125" y="10146"/>
                        <a:pt x="4110" y="10146"/>
                      </a:cubicBezTo>
                      <a:cubicBezTo>
                        <a:pt x="5137" y="10146"/>
                        <a:pt x="5908" y="9804"/>
                        <a:pt x="6336" y="9162"/>
                      </a:cubicBezTo>
                      <a:cubicBezTo>
                        <a:pt x="6807" y="8434"/>
                        <a:pt x="7064" y="7235"/>
                        <a:pt x="7064" y="5608"/>
                      </a:cubicBezTo>
                      <a:cubicBezTo>
                        <a:pt x="7064" y="4067"/>
                        <a:pt x="6807" y="2911"/>
                        <a:pt x="6293" y="2183"/>
                      </a:cubicBezTo>
                      <a:cubicBezTo>
                        <a:pt x="5822" y="1541"/>
                        <a:pt x="5095" y="1199"/>
                        <a:pt x="4110" y="119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6" name="图形 4"/>
              <p:cNvGrpSpPr/>
              <p:nvPr/>
            </p:nvGrpSpPr>
            <p:grpSpPr>
              <a:xfrm>
                <a:off x="11499665" y="6497827"/>
                <a:ext cx="50131" cy="58394"/>
                <a:chOff x="11499665" y="6497827"/>
                <a:chExt cx="50131" cy="58394"/>
              </a:xfrm>
              <a:solidFill>
                <a:srgbClr val="A5A7AA"/>
              </a:solidFill>
            </p:grpSpPr>
            <p:sp>
              <p:nvSpPr>
                <p:cNvPr id="20" name="任意多边形: 形状 19"/>
                <p:cNvSpPr/>
                <p:nvPr/>
              </p:nvSpPr>
              <p:spPr>
                <a:xfrm>
                  <a:off x="11500221" y="6498341"/>
                  <a:ext cx="48847" cy="57281"/>
                </a:xfrm>
                <a:custGeom>
                  <a:avLst/>
                  <a:gdLst>
                    <a:gd name="connsiteX0" fmla="*/ 4452 w 48847"/>
                    <a:gd name="connsiteY0" fmla="*/ 57281 h 57281"/>
                    <a:gd name="connsiteX1" fmla="*/ 1113 w 48847"/>
                    <a:gd name="connsiteY1" fmla="*/ 56382 h 57281"/>
                    <a:gd name="connsiteX2" fmla="*/ 0 w 48847"/>
                    <a:gd name="connsiteY2" fmla="*/ 53899 h 57281"/>
                    <a:gd name="connsiteX3" fmla="*/ 1113 w 48847"/>
                    <a:gd name="connsiteY3" fmla="*/ 51459 h 57281"/>
                    <a:gd name="connsiteX4" fmla="*/ 4538 w 48847"/>
                    <a:gd name="connsiteY4" fmla="*/ 50689 h 57281"/>
                    <a:gd name="connsiteX5" fmla="*/ 24445 w 48847"/>
                    <a:gd name="connsiteY5" fmla="*/ 50689 h 57281"/>
                    <a:gd name="connsiteX6" fmla="*/ 37802 w 48847"/>
                    <a:gd name="connsiteY6" fmla="*/ 47649 h 57281"/>
                    <a:gd name="connsiteX7" fmla="*/ 41698 w 48847"/>
                    <a:gd name="connsiteY7" fmla="*/ 37802 h 57281"/>
                    <a:gd name="connsiteX8" fmla="*/ 39258 w 48847"/>
                    <a:gd name="connsiteY8" fmla="*/ 30524 h 57281"/>
                    <a:gd name="connsiteX9" fmla="*/ 31595 w 48847"/>
                    <a:gd name="connsiteY9" fmla="*/ 26843 h 57281"/>
                    <a:gd name="connsiteX10" fmla="*/ 14085 w 48847"/>
                    <a:gd name="connsiteY10" fmla="*/ 23332 h 57281"/>
                    <a:gd name="connsiteX11" fmla="*/ 3939 w 48847"/>
                    <a:gd name="connsiteY11" fmla="*/ 19351 h 57281"/>
                    <a:gd name="connsiteX12" fmla="*/ 1284 w 48847"/>
                    <a:gd name="connsiteY12" fmla="*/ 12330 h 57281"/>
                    <a:gd name="connsiteX13" fmla="*/ 6122 w 48847"/>
                    <a:gd name="connsiteY13" fmla="*/ 3168 h 57281"/>
                    <a:gd name="connsiteX14" fmla="*/ 19950 w 48847"/>
                    <a:gd name="connsiteY14" fmla="*/ 0 h 57281"/>
                    <a:gd name="connsiteX15" fmla="*/ 39301 w 48847"/>
                    <a:gd name="connsiteY15" fmla="*/ 0 h 57281"/>
                    <a:gd name="connsiteX16" fmla="*/ 42683 w 48847"/>
                    <a:gd name="connsiteY16" fmla="*/ 856 h 57281"/>
                    <a:gd name="connsiteX17" fmla="*/ 43839 w 48847"/>
                    <a:gd name="connsiteY17" fmla="*/ 3339 h 57281"/>
                    <a:gd name="connsiteX18" fmla="*/ 42640 w 48847"/>
                    <a:gd name="connsiteY18" fmla="*/ 5737 h 57281"/>
                    <a:gd name="connsiteX19" fmla="*/ 39172 w 48847"/>
                    <a:gd name="connsiteY19" fmla="*/ 6550 h 57281"/>
                    <a:gd name="connsiteX20" fmla="*/ 17339 w 48847"/>
                    <a:gd name="connsiteY20" fmla="*/ 6550 h 57281"/>
                    <a:gd name="connsiteX21" fmla="*/ 10960 w 48847"/>
                    <a:gd name="connsiteY21" fmla="*/ 7620 h 57281"/>
                    <a:gd name="connsiteX22" fmla="*/ 9162 w 48847"/>
                    <a:gd name="connsiteY22" fmla="*/ 11345 h 57281"/>
                    <a:gd name="connsiteX23" fmla="*/ 10275 w 48847"/>
                    <a:gd name="connsiteY23" fmla="*/ 14641 h 57281"/>
                    <a:gd name="connsiteX24" fmla="*/ 13956 w 48847"/>
                    <a:gd name="connsiteY24" fmla="*/ 16354 h 57281"/>
                    <a:gd name="connsiteX25" fmla="*/ 32108 w 48847"/>
                    <a:gd name="connsiteY25" fmla="*/ 19950 h 57281"/>
                    <a:gd name="connsiteX26" fmla="*/ 44695 w 48847"/>
                    <a:gd name="connsiteY26" fmla="*/ 26029 h 57281"/>
                    <a:gd name="connsiteX27" fmla="*/ 48848 w 48847"/>
                    <a:gd name="connsiteY27" fmla="*/ 37417 h 57281"/>
                    <a:gd name="connsiteX28" fmla="*/ 42340 w 48847"/>
                    <a:gd name="connsiteY28" fmla="*/ 52273 h 57281"/>
                    <a:gd name="connsiteX29" fmla="*/ 22519 w 48847"/>
                    <a:gd name="connsiteY29" fmla="*/ 57196 h 57281"/>
                    <a:gd name="connsiteX30" fmla="*/ 4452 w 48847"/>
                    <a:gd name="connsiteY30" fmla="*/ 57196 h 5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8847" h="57281">
                      <a:moveTo>
                        <a:pt x="4452" y="57281"/>
                      </a:moveTo>
                      <a:cubicBezTo>
                        <a:pt x="2997" y="57281"/>
                        <a:pt x="1884" y="56982"/>
                        <a:pt x="1113" y="56382"/>
                      </a:cubicBezTo>
                      <a:cubicBezTo>
                        <a:pt x="385" y="55826"/>
                        <a:pt x="0" y="54970"/>
                        <a:pt x="0" y="53899"/>
                      </a:cubicBezTo>
                      <a:cubicBezTo>
                        <a:pt x="0" y="52786"/>
                        <a:pt x="385" y="51973"/>
                        <a:pt x="1113" y="51459"/>
                      </a:cubicBezTo>
                      <a:cubicBezTo>
                        <a:pt x="1884" y="50945"/>
                        <a:pt x="2997" y="50689"/>
                        <a:pt x="4538" y="50689"/>
                      </a:cubicBezTo>
                      <a:lnTo>
                        <a:pt x="24445" y="50689"/>
                      </a:lnTo>
                      <a:cubicBezTo>
                        <a:pt x="30738" y="50689"/>
                        <a:pt x="35191" y="49661"/>
                        <a:pt x="37802" y="47649"/>
                      </a:cubicBezTo>
                      <a:cubicBezTo>
                        <a:pt x="40414" y="45680"/>
                        <a:pt x="41698" y="42383"/>
                        <a:pt x="41698" y="37802"/>
                      </a:cubicBezTo>
                      <a:cubicBezTo>
                        <a:pt x="41698" y="34763"/>
                        <a:pt x="40885" y="32322"/>
                        <a:pt x="39258" y="30524"/>
                      </a:cubicBezTo>
                      <a:cubicBezTo>
                        <a:pt x="37588" y="28726"/>
                        <a:pt x="35020" y="27485"/>
                        <a:pt x="31595" y="26843"/>
                      </a:cubicBezTo>
                      <a:lnTo>
                        <a:pt x="14085" y="23332"/>
                      </a:lnTo>
                      <a:cubicBezTo>
                        <a:pt x="9119" y="22305"/>
                        <a:pt x="5737" y="21020"/>
                        <a:pt x="3939" y="19351"/>
                      </a:cubicBezTo>
                      <a:cubicBezTo>
                        <a:pt x="2183" y="17724"/>
                        <a:pt x="1284" y="15369"/>
                        <a:pt x="1284" y="12330"/>
                      </a:cubicBezTo>
                      <a:cubicBezTo>
                        <a:pt x="1284" y="8391"/>
                        <a:pt x="2911" y="5309"/>
                        <a:pt x="6122" y="3168"/>
                      </a:cubicBezTo>
                      <a:cubicBezTo>
                        <a:pt x="9376" y="1027"/>
                        <a:pt x="13956" y="0"/>
                        <a:pt x="19950" y="0"/>
                      </a:cubicBezTo>
                      <a:lnTo>
                        <a:pt x="39301" y="0"/>
                      </a:lnTo>
                      <a:cubicBezTo>
                        <a:pt x="40756" y="0"/>
                        <a:pt x="41912" y="257"/>
                        <a:pt x="42683" y="856"/>
                      </a:cubicBezTo>
                      <a:cubicBezTo>
                        <a:pt x="43453" y="1498"/>
                        <a:pt x="43839" y="2312"/>
                        <a:pt x="43839" y="3339"/>
                      </a:cubicBezTo>
                      <a:cubicBezTo>
                        <a:pt x="43839" y="4410"/>
                        <a:pt x="43453" y="5180"/>
                        <a:pt x="42640" y="5737"/>
                      </a:cubicBezTo>
                      <a:cubicBezTo>
                        <a:pt x="41869" y="6293"/>
                        <a:pt x="40713" y="6550"/>
                        <a:pt x="39172" y="6550"/>
                      </a:cubicBezTo>
                      <a:lnTo>
                        <a:pt x="17339" y="6550"/>
                      </a:lnTo>
                      <a:cubicBezTo>
                        <a:pt x="14256" y="6550"/>
                        <a:pt x="12116" y="6935"/>
                        <a:pt x="10960" y="7620"/>
                      </a:cubicBezTo>
                      <a:cubicBezTo>
                        <a:pt x="9761" y="8348"/>
                        <a:pt x="9162" y="9590"/>
                        <a:pt x="9162" y="11345"/>
                      </a:cubicBezTo>
                      <a:cubicBezTo>
                        <a:pt x="9162" y="12758"/>
                        <a:pt x="9547" y="13828"/>
                        <a:pt x="10275" y="14641"/>
                      </a:cubicBezTo>
                      <a:cubicBezTo>
                        <a:pt x="11003" y="15412"/>
                        <a:pt x="12244" y="15969"/>
                        <a:pt x="13956" y="16354"/>
                      </a:cubicBezTo>
                      <a:lnTo>
                        <a:pt x="32108" y="19950"/>
                      </a:lnTo>
                      <a:cubicBezTo>
                        <a:pt x="37759" y="21106"/>
                        <a:pt x="41955" y="23118"/>
                        <a:pt x="44695" y="26029"/>
                      </a:cubicBezTo>
                      <a:cubicBezTo>
                        <a:pt x="47478" y="28940"/>
                        <a:pt x="48848" y="32708"/>
                        <a:pt x="48848" y="37417"/>
                      </a:cubicBezTo>
                      <a:cubicBezTo>
                        <a:pt x="48848" y="44053"/>
                        <a:pt x="46664" y="49019"/>
                        <a:pt x="42340" y="52273"/>
                      </a:cubicBezTo>
                      <a:cubicBezTo>
                        <a:pt x="38016" y="55569"/>
                        <a:pt x="31423" y="57196"/>
                        <a:pt x="22519" y="57196"/>
                      </a:cubicBezTo>
                      <a:lnTo>
                        <a:pt x="4452" y="5719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11499665" y="6497827"/>
                  <a:ext cx="50131" cy="58394"/>
                </a:xfrm>
                <a:custGeom>
                  <a:avLst/>
                  <a:gdLst>
                    <a:gd name="connsiteX0" fmla="*/ 23161 w 50131"/>
                    <a:gd name="connsiteY0" fmla="*/ 58395 h 58394"/>
                    <a:gd name="connsiteX1" fmla="*/ 5009 w 50131"/>
                    <a:gd name="connsiteY1" fmla="*/ 58395 h 58394"/>
                    <a:gd name="connsiteX2" fmla="*/ 1327 w 50131"/>
                    <a:gd name="connsiteY2" fmla="*/ 57367 h 58394"/>
                    <a:gd name="connsiteX3" fmla="*/ 0 w 50131"/>
                    <a:gd name="connsiteY3" fmla="*/ 54456 h 58394"/>
                    <a:gd name="connsiteX4" fmla="*/ 1327 w 50131"/>
                    <a:gd name="connsiteY4" fmla="*/ 51545 h 58394"/>
                    <a:gd name="connsiteX5" fmla="*/ 5095 w 50131"/>
                    <a:gd name="connsiteY5" fmla="*/ 50646 h 58394"/>
                    <a:gd name="connsiteX6" fmla="*/ 25002 w 50131"/>
                    <a:gd name="connsiteY6" fmla="*/ 50646 h 58394"/>
                    <a:gd name="connsiteX7" fmla="*/ 38016 w 50131"/>
                    <a:gd name="connsiteY7" fmla="*/ 47735 h 58394"/>
                    <a:gd name="connsiteX8" fmla="*/ 41698 w 50131"/>
                    <a:gd name="connsiteY8" fmla="*/ 38359 h 58394"/>
                    <a:gd name="connsiteX9" fmla="*/ 39386 w 50131"/>
                    <a:gd name="connsiteY9" fmla="*/ 31509 h 58394"/>
                    <a:gd name="connsiteX10" fmla="*/ 32066 w 50131"/>
                    <a:gd name="connsiteY10" fmla="*/ 27999 h 58394"/>
                    <a:gd name="connsiteX11" fmla="*/ 14556 w 50131"/>
                    <a:gd name="connsiteY11" fmla="*/ 24488 h 58394"/>
                    <a:gd name="connsiteX12" fmla="*/ 4153 w 50131"/>
                    <a:gd name="connsiteY12" fmla="*/ 20378 h 58394"/>
                    <a:gd name="connsiteX13" fmla="*/ 1327 w 50131"/>
                    <a:gd name="connsiteY13" fmla="*/ 12929 h 58394"/>
                    <a:gd name="connsiteX14" fmla="*/ 6422 w 50131"/>
                    <a:gd name="connsiteY14" fmla="*/ 3254 h 58394"/>
                    <a:gd name="connsiteX15" fmla="*/ 20549 w 50131"/>
                    <a:gd name="connsiteY15" fmla="*/ 0 h 58394"/>
                    <a:gd name="connsiteX16" fmla="*/ 39900 w 50131"/>
                    <a:gd name="connsiteY16" fmla="*/ 0 h 58394"/>
                    <a:gd name="connsiteX17" fmla="*/ 43667 w 50131"/>
                    <a:gd name="connsiteY17" fmla="*/ 985 h 58394"/>
                    <a:gd name="connsiteX18" fmla="*/ 45080 w 50131"/>
                    <a:gd name="connsiteY18" fmla="*/ 3939 h 58394"/>
                    <a:gd name="connsiteX19" fmla="*/ 43625 w 50131"/>
                    <a:gd name="connsiteY19" fmla="*/ 6807 h 58394"/>
                    <a:gd name="connsiteX20" fmla="*/ 39814 w 50131"/>
                    <a:gd name="connsiteY20" fmla="*/ 7749 h 58394"/>
                    <a:gd name="connsiteX21" fmla="*/ 17981 w 50131"/>
                    <a:gd name="connsiteY21" fmla="*/ 7749 h 58394"/>
                    <a:gd name="connsiteX22" fmla="*/ 11902 w 50131"/>
                    <a:gd name="connsiteY22" fmla="*/ 8733 h 58394"/>
                    <a:gd name="connsiteX23" fmla="*/ 10403 w 50131"/>
                    <a:gd name="connsiteY23" fmla="*/ 11944 h 58394"/>
                    <a:gd name="connsiteX24" fmla="*/ 11388 w 50131"/>
                    <a:gd name="connsiteY24" fmla="*/ 14855 h 58394"/>
                    <a:gd name="connsiteX25" fmla="*/ 14770 w 50131"/>
                    <a:gd name="connsiteY25" fmla="*/ 16397 h 58394"/>
                    <a:gd name="connsiteX26" fmla="*/ 32922 w 50131"/>
                    <a:gd name="connsiteY26" fmla="*/ 19993 h 58394"/>
                    <a:gd name="connsiteX27" fmla="*/ 45808 w 50131"/>
                    <a:gd name="connsiteY27" fmla="*/ 26243 h 58394"/>
                    <a:gd name="connsiteX28" fmla="*/ 50132 w 50131"/>
                    <a:gd name="connsiteY28" fmla="*/ 38016 h 58394"/>
                    <a:gd name="connsiteX29" fmla="*/ 43368 w 50131"/>
                    <a:gd name="connsiteY29" fmla="*/ 53343 h 58394"/>
                    <a:gd name="connsiteX30" fmla="*/ 23161 w 50131"/>
                    <a:gd name="connsiteY30" fmla="*/ 58395 h 58394"/>
                    <a:gd name="connsiteX31" fmla="*/ 5137 w 50131"/>
                    <a:gd name="connsiteY31" fmla="*/ 51802 h 58394"/>
                    <a:gd name="connsiteX32" fmla="*/ 2012 w 50131"/>
                    <a:gd name="connsiteY32" fmla="*/ 52487 h 58394"/>
                    <a:gd name="connsiteX33" fmla="*/ 1156 w 50131"/>
                    <a:gd name="connsiteY33" fmla="*/ 54456 h 58394"/>
                    <a:gd name="connsiteX34" fmla="*/ 2055 w 50131"/>
                    <a:gd name="connsiteY34" fmla="*/ 56468 h 58394"/>
                    <a:gd name="connsiteX35" fmla="*/ 5052 w 50131"/>
                    <a:gd name="connsiteY35" fmla="*/ 57239 h 58394"/>
                    <a:gd name="connsiteX36" fmla="*/ 23204 w 50131"/>
                    <a:gd name="connsiteY36" fmla="*/ 57239 h 58394"/>
                    <a:gd name="connsiteX37" fmla="*/ 42683 w 50131"/>
                    <a:gd name="connsiteY37" fmla="*/ 52444 h 58394"/>
                    <a:gd name="connsiteX38" fmla="*/ 48976 w 50131"/>
                    <a:gd name="connsiteY38" fmla="*/ 38016 h 58394"/>
                    <a:gd name="connsiteX39" fmla="*/ 44952 w 50131"/>
                    <a:gd name="connsiteY39" fmla="*/ 27014 h 58394"/>
                    <a:gd name="connsiteX40" fmla="*/ 32665 w 50131"/>
                    <a:gd name="connsiteY40" fmla="*/ 21106 h 58394"/>
                    <a:gd name="connsiteX41" fmla="*/ 14513 w 50131"/>
                    <a:gd name="connsiteY41" fmla="*/ 17510 h 58394"/>
                    <a:gd name="connsiteX42" fmla="*/ 10532 w 50131"/>
                    <a:gd name="connsiteY42" fmla="*/ 15626 h 58394"/>
                    <a:gd name="connsiteX43" fmla="*/ 9247 w 50131"/>
                    <a:gd name="connsiteY43" fmla="*/ 11944 h 58394"/>
                    <a:gd name="connsiteX44" fmla="*/ 11302 w 50131"/>
                    <a:gd name="connsiteY44" fmla="*/ 7749 h 58394"/>
                    <a:gd name="connsiteX45" fmla="*/ 17981 w 50131"/>
                    <a:gd name="connsiteY45" fmla="*/ 6593 h 58394"/>
                    <a:gd name="connsiteX46" fmla="*/ 39814 w 50131"/>
                    <a:gd name="connsiteY46" fmla="*/ 6593 h 58394"/>
                    <a:gd name="connsiteX47" fmla="*/ 42940 w 50131"/>
                    <a:gd name="connsiteY47" fmla="*/ 5865 h 58394"/>
                    <a:gd name="connsiteX48" fmla="*/ 43924 w 50131"/>
                    <a:gd name="connsiteY48" fmla="*/ 3939 h 58394"/>
                    <a:gd name="connsiteX49" fmla="*/ 42940 w 50131"/>
                    <a:gd name="connsiteY49" fmla="*/ 1884 h 58394"/>
                    <a:gd name="connsiteX50" fmla="*/ 39900 w 50131"/>
                    <a:gd name="connsiteY50" fmla="*/ 1156 h 58394"/>
                    <a:gd name="connsiteX51" fmla="*/ 20549 w 50131"/>
                    <a:gd name="connsiteY51" fmla="*/ 1156 h 58394"/>
                    <a:gd name="connsiteX52" fmla="*/ 7064 w 50131"/>
                    <a:gd name="connsiteY52" fmla="*/ 4238 h 58394"/>
                    <a:gd name="connsiteX53" fmla="*/ 2483 w 50131"/>
                    <a:gd name="connsiteY53" fmla="*/ 12929 h 58394"/>
                    <a:gd name="connsiteX54" fmla="*/ 4966 w 50131"/>
                    <a:gd name="connsiteY54" fmla="*/ 19522 h 58394"/>
                    <a:gd name="connsiteX55" fmla="*/ 14813 w 50131"/>
                    <a:gd name="connsiteY55" fmla="*/ 23375 h 58394"/>
                    <a:gd name="connsiteX56" fmla="*/ 32323 w 50131"/>
                    <a:gd name="connsiteY56" fmla="*/ 26885 h 58394"/>
                    <a:gd name="connsiteX57" fmla="*/ 40285 w 50131"/>
                    <a:gd name="connsiteY57" fmla="*/ 30738 h 58394"/>
                    <a:gd name="connsiteX58" fmla="*/ 42897 w 50131"/>
                    <a:gd name="connsiteY58" fmla="*/ 38402 h 58394"/>
                    <a:gd name="connsiteX59" fmla="*/ 38744 w 50131"/>
                    <a:gd name="connsiteY59" fmla="*/ 48676 h 58394"/>
                    <a:gd name="connsiteX60" fmla="*/ 25002 w 50131"/>
                    <a:gd name="connsiteY60" fmla="*/ 51802 h 58394"/>
                    <a:gd name="connsiteX61" fmla="*/ 5137 w 50131"/>
                    <a:gd name="connsiteY61" fmla="*/ 51802 h 5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0131" h="58394">
                      <a:moveTo>
                        <a:pt x="23161" y="58395"/>
                      </a:moveTo>
                      <a:lnTo>
                        <a:pt x="5009" y="58395"/>
                      </a:lnTo>
                      <a:cubicBezTo>
                        <a:pt x="3425" y="58395"/>
                        <a:pt x="2226" y="58052"/>
                        <a:pt x="1327" y="57367"/>
                      </a:cubicBezTo>
                      <a:cubicBezTo>
                        <a:pt x="471" y="56682"/>
                        <a:pt x="0" y="55655"/>
                        <a:pt x="0" y="54456"/>
                      </a:cubicBezTo>
                      <a:cubicBezTo>
                        <a:pt x="0" y="53214"/>
                        <a:pt x="471" y="52187"/>
                        <a:pt x="1327" y="51545"/>
                      </a:cubicBezTo>
                      <a:cubicBezTo>
                        <a:pt x="2226" y="50945"/>
                        <a:pt x="3468" y="50646"/>
                        <a:pt x="5095" y="50646"/>
                      </a:cubicBezTo>
                      <a:lnTo>
                        <a:pt x="25002" y="50646"/>
                      </a:lnTo>
                      <a:cubicBezTo>
                        <a:pt x="31124" y="50646"/>
                        <a:pt x="35490" y="49661"/>
                        <a:pt x="38016" y="47735"/>
                      </a:cubicBezTo>
                      <a:cubicBezTo>
                        <a:pt x="40457" y="45894"/>
                        <a:pt x="41698" y="42726"/>
                        <a:pt x="41698" y="38359"/>
                      </a:cubicBezTo>
                      <a:cubicBezTo>
                        <a:pt x="41698" y="35448"/>
                        <a:pt x="40927" y="33136"/>
                        <a:pt x="39386" y="31509"/>
                      </a:cubicBezTo>
                      <a:cubicBezTo>
                        <a:pt x="37802" y="29797"/>
                        <a:pt x="35362" y="28641"/>
                        <a:pt x="32066" y="27999"/>
                      </a:cubicBezTo>
                      <a:lnTo>
                        <a:pt x="14556" y="24488"/>
                      </a:lnTo>
                      <a:cubicBezTo>
                        <a:pt x="9461" y="23461"/>
                        <a:pt x="6036" y="22091"/>
                        <a:pt x="4153" y="20378"/>
                      </a:cubicBezTo>
                      <a:cubicBezTo>
                        <a:pt x="2269" y="18623"/>
                        <a:pt x="1327" y="16140"/>
                        <a:pt x="1327" y="12929"/>
                      </a:cubicBezTo>
                      <a:cubicBezTo>
                        <a:pt x="1327" y="8776"/>
                        <a:pt x="3040" y="5523"/>
                        <a:pt x="6422" y="3254"/>
                      </a:cubicBezTo>
                      <a:cubicBezTo>
                        <a:pt x="9761" y="1070"/>
                        <a:pt x="14427" y="0"/>
                        <a:pt x="20549" y="0"/>
                      </a:cubicBezTo>
                      <a:lnTo>
                        <a:pt x="39900" y="0"/>
                      </a:lnTo>
                      <a:cubicBezTo>
                        <a:pt x="41570" y="0"/>
                        <a:pt x="42768" y="342"/>
                        <a:pt x="43667" y="985"/>
                      </a:cubicBezTo>
                      <a:cubicBezTo>
                        <a:pt x="44609" y="1755"/>
                        <a:pt x="45080" y="2740"/>
                        <a:pt x="45080" y="3939"/>
                      </a:cubicBezTo>
                      <a:cubicBezTo>
                        <a:pt x="45080" y="5180"/>
                        <a:pt x="44566" y="6165"/>
                        <a:pt x="43625" y="6807"/>
                      </a:cubicBezTo>
                      <a:cubicBezTo>
                        <a:pt x="42768" y="7406"/>
                        <a:pt x="41484" y="7749"/>
                        <a:pt x="39814" y="7749"/>
                      </a:cubicBezTo>
                      <a:lnTo>
                        <a:pt x="17981" y="7749"/>
                      </a:lnTo>
                      <a:cubicBezTo>
                        <a:pt x="14342" y="7749"/>
                        <a:pt x="12672" y="8305"/>
                        <a:pt x="11902" y="8733"/>
                      </a:cubicBezTo>
                      <a:cubicBezTo>
                        <a:pt x="10874" y="9376"/>
                        <a:pt x="10403" y="10403"/>
                        <a:pt x="10403" y="11944"/>
                      </a:cubicBezTo>
                      <a:cubicBezTo>
                        <a:pt x="10403" y="13186"/>
                        <a:pt x="10703" y="14128"/>
                        <a:pt x="11388" y="14855"/>
                      </a:cubicBezTo>
                      <a:cubicBezTo>
                        <a:pt x="12030" y="15540"/>
                        <a:pt x="13186" y="16054"/>
                        <a:pt x="14770" y="16397"/>
                      </a:cubicBezTo>
                      <a:lnTo>
                        <a:pt x="32922" y="19993"/>
                      </a:lnTo>
                      <a:cubicBezTo>
                        <a:pt x="38658" y="21149"/>
                        <a:pt x="42982" y="23246"/>
                        <a:pt x="45808" y="26243"/>
                      </a:cubicBezTo>
                      <a:cubicBezTo>
                        <a:pt x="48676" y="29240"/>
                        <a:pt x="50132" y="33179"/>
                        <a:pt x="50132" y="38016"/>
                      </a:cubicBezTo>
                      <a:cubicBezTo>
                        <a:pt x="50132" y="44823"/>
                        <a:pt x="47863" y="49961"/>
                        <a:pt x="43368" y="53343"/>
                      </a:cubicBezTo>
                      <a:cubicBezTo>
                        <a:pt x="38873" y="56725"/>
                        <a:pt x="32280" y="58395"/>
                        <a:pt x="23161" y="58395"/>
                      </a:cubicBezTo>
                      <a:close/>
                      <a:moveTo>
                        <a:pt x="5137" y="51802"/>
                      </a:moveTo>
                      <a:cubicBezTo>
                        <a:pt x="3725" y="51802"/>
                        <a:pt x="2697" y="52016"/>
                        <a:pt x="2012" y="52487"/>
                      </a:cubicBezTo>
                      <a:cubicBezTo>
                        <a:pt x="1456" y="52915"/>
                        <a:pt x="1156" y="53557"/>
                        <a:pt x="1156" y="54456"/>
                      </a:cubicBezTo>
                      <a:cubicBezTo>
                        <a:pt x="1156" y="55312"/>
                        <a:pt x="1456" y="55997"/>
                        <a:pt x="2055" y="56468"/>
                      </a:cubicBezTo>
                      <a:cubicBezTo>
                        <a:pt x="2740" y="56982"/>
                        <a:pt x="3682" y="57239"/>
                        <a:pt x="5052" y="57239"/>
                      </a:cubicBezTo>
                      <a:lnTo>
                        <a:pt x="23204" y="57239"/>
                      </a:lnTo>
                      <a:cubicBezTo>
                        <a:pt x="31894" y="57239"/>
                        <a:pt x="38444" y="55612"/>
                        <a:pt x="42683" y="52444"/>
                      </a:cubicBezTo>
                      <a:cubicBezTo>
                        <a:pt x="46835" y="49276"/>
                        <a:pt x="48976" y="44438"/>
                        <a:pt x="48976" y="38016"/>
                      </a:cubicBezTo>
                      <a:cubicBezTo>
                        <a:pt x="48976" y="33478"/>
                        <a:pt x="47606" y="29797"/>
                        <a:pt x="44952" y="27014"/>
                      </a:cubicBezTo>
                      <a:cubicBezTo>
                        <a:pt x="42297" y="24188"/>
                        <a:pt x="38188" y="22219"/>
                        <a:pt x="32665" y="21106"/>
                      </a:cubicBezTo>
                      <a:lnTo>
                        <a:pt x="14513" y="17510"/>
                      </a:lnTo>
                      <a:cubicBezTo>
                        <a:pt x="12715" y="17124"/>
                        <a:pt x="11345" y="16482"/>
                        <a:pt x="10532" y="15626"/>
                      </a:cubicBezTo>
                      <a:cubicBezTo>
                        <a:pt x="9675" y="14641"/>
                        <a:pt x="9247" y="13443"/>
                        <a:pt x="9247" y="11944"/>
                      </a:cubicBezTo>
                      <a:cubicBezTo>
                        <a:pt x="9247" y="10018"/>
                        <a:pt x="9932" y="8605"/>
                        <a:pt x="11302" y="7749"/>
                      </a:cubicBezTo>
                      <a:cubicBezTo>
                        <a:pt x="12586" y="6978"/>
                        <a:pt x="14855" y="6593"/>
                        <a:pt x="17981" y="6593"/>
                      </a:cubicBezTo>
                      <a:lnTo>
                        <a:pt x="39814" y="6593"/>
                      </a:lnTo>
                      <a:cubicBezTo>
                        <a:pt x="41184" y="6593"/>
                        <a:pt x="42297" y="6336"/>
                        <a:pt x="42940" y="5865"/>
                      </a:cubicBezTo>
                      <a:cubicBezTo>
                        <a:pt x="43582" y="5394"/>
                        <a:pt x="43924" y="4795"/>
                        <a:pt x="43924" y="3939"/>
                      </a:cubicBezTo>
                      <a:cubicBezTo>
                        <a:pt x="43924" y="3082"/>
                        <a:pt x="43625" y="2440"/>
                        <a:pt x="42940" y="1884"/>
                      </a:cubicBezTo>
                      <a:cubicBezTo>
                        <a:pt x="42297" y="1370"/>
                        <a:pt x="41313" y="1156"/>
                        <a:pt x="39900" y="1156"/>
                      </a:cubicBezTo>
                      <a:lnTo>
                        <a:pt x="20549" y="1156"/>
                      </a:lnTo>
                      <a:cubicBezTo>
                        <a:pt x="14684" y="1156"/>
                        <a:pt x="10146" y="2183"/>
                        <a:pt x="7064" y="4238"/>
                      </a:cubicBezTo>
                      <a:cubicBezTo>
                        <a:pt x="4024" y="6250"/>
                        <a:pt x="2483" y="9204"/>
                        <a:pt x="2483" y="12929"/>
                      </a:cubicBezTo>
                      <a:cubicBezTo>
                        <a:pt x="2483" y="15797"/>
                        <a:pt x="3297" y="17981"/>
                        <a:pt x="4966" y="19522"/>
                      </a:cubicBezTo>
                      <a:cubicBezTo>
                        <a:pt x="6679" y="21106"/>
                        <a:pt x="9975" y="22390"/>
                        <a:pt x="14813" y="23375"/>
                      </a:cubicBezTo>
                      <a:lnTo>
                        <a:pt x="32323" y="26885"/>
                      </a:lnTo>
                      <a:cubicBezTo>
                        <a:pt x="35833" y="27570"/>
                        <a:pt x="38530" y="28855"/>
                        <a:pt x="40285" y="30738"/>
                      </a:cubicBezTo>
                      <a:cubicBezTo>
                        <a:pt x="42041" y="32622"/>
                        <a:pt x="42897" y="35191"/>
                        <a:pt x="42897" y="38402"/>
                      </a:cubicBezTo>
                      <a:cubicBezTo>
                        <a:pt x="42897" y="43154"/>
                        <a:pt x="41484" y="46621"/>
                        <a:pt x="38744" y="48676"/>
                      </a:cubicBezTo>
                      <a:cubicBezTo>
                        <a:pt x="36004" y="50774"/>
                        <a:pt x="31381" y="51802"/>
                        <a:pt x="25002" y="51802"/>
                      </a:cubicBezTo>
                      <a:lnTo>
                        <a:pt x="5137" y="5180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7" name="图形 4"/>
              <p:cNvGrpSpPr/>
              <p:nvPr/>
            </p:nvGrpSpPr>
            <p:grpSpPr>
              <a:xfrm>
                <a:off x="11587941" y="6496671"/>
                <a:ext cx="53428" cy="59550"/>
                <a:chOff x="11587941" y="6496671"/>
                <a:chExt cx="53428" cy="59550"/>
              </a:xfrm>
              <a:solidFill>
                <a:srgbClr val="A5A7AA"/>
              </a:solidFill>
            </p:grpSpPr>
            <p:sp>
              <p:nvSpPr>
                <p:cNvPr id="18" name="任意多边形: 形状 17"/>
                <p:cNvSpPr/>
                <p:nvPr/>
              </p:nvSpPr>
              <p:spPr>
                <a:xfrm>
                  <a:off x="11588455" y="6497270"/>
                  <a:ext cx="52272" cy="58351"/>
                </a:xfrm>
                <a:custGeom>
                  <a:avLst/>
                  <a:gdLst>
                    <a:gd name="connsiteX0" fmla="*/ 46536 w 52272"/>
                    <a:gd name="connsiteY0" fmla="*/ 51844 h 58351"/>
                    <a:gd name="connsiteX1" fmla="*/ 49918 w 52272"/>
                    <a:gd name="connsiteY1" fmla="*/ 52658 h 58351"/>
                    <a:gd name="connsiteX2" fmla="*/ 51074 w 52272"/>
                    <a:gd name="connsiteY2" fmla="*/ 55055 h 58351"/>
                    <a:gd name="connsiteX3" fmla="*/ 49961 w 52272"/>
                    <a:gd name="connsiteY3" fmla="*/ 57538 h 58351"/>
                    <a:gd name="connsiteX4" fmla="*/ 46536 w 52272"/>
                    <a:gd name="connsiteY4" fmla="*/ 58352 h 58351"/>
                    <a:gd name="connsiteX5" fmla="*/ 35191 w 52272"/>
                    <a:gd name="connsiteY5" fmla="*/ 58352 h 58351"/>
                    <a:gd name="connsiteX6" fmla="*/ 21149 w 52272"/>
                    <a:gd name="connsiteY6" fmla="*/ 57196 h 58351"/>
                    <a:gd name="connsiteX7" fmla="*/ 11730 w 52272"/>
                    <a:gd name="connsiteY7" fmla="*/ 53343 h 58351"/>
                    <a:gd name="connsiteX8" fmla="*/ 3125 w 52272"/>
                    <a:gd name="connsiteY8" fmla="*/ 43325 h 58351"/>
                    <a:gd name="connsiteX9" fmla="*/ 0 w 52272"/>
                    <a:gd name="connsiteY9" fmla="*/ 29069 h 58351"/>
                    <a:gd name="connsiteX10" fmla="*/ 7663 w 52272"/>
                    <a:gd name="connsiteY10" fmla="*/ 8263 h 58351"/>
                    <a:gd name="connsiteX11" fmla="*/ 27099 w 52272"/>
                    <a:gd name="connsiteY11" fmla="*/ 0 h 58351"/>
                    <a:gd name="connsiteX12" fmla="*/ 44994 w 52272"/>
                    <a:gd name="connsiteY12" fmla="*/ 6935 h 58351"/>
                    <a:gd name="connsiteX13" fmla="*/ 52272 w 52272"/>
                    <a:gd name="connsiteY13" fmla="*/ 23589 h 58351"/>
                    <a:gd name="connsiteX14" fmla="*/ 52272 w 52272"/>
                    <a:gd name="connsiteY14" fmla="*/ 25772 h 58351"/>
                    <a:gd name="connsiteX15" fmla="*/ 51373 w 52272"/>
                    <a:gd name="connsiteY15" fmla="*/ 27999 h 58351"/>
                    <a:gd name="connsiteX16" fmla="*/ 48805 w 52272"/>
                    <a:gd name="connsiteY16" fmla="*/ 28769 h 58351"/>
                    <a:gd name="connsiteX17" fmla="*/ 7834 w 52272"/>
                    <a:gd name="connsiteY17" fmla="*/ 28769 h 58351"/>
                    <a:gd name="connsiteX18" fmla="*/ 7834 w 52272"/>
                    <a:gd name="connsiteY18" fmla="*/ 29069 h 58351"/>
                    <a:gd name="connsiteX19" fmla="*/ 13914 w 52272"/>
                    <a:gd name="connsiteY19" fmla="*/ 46621 h 58351"/>
                    <a:gd name="connsiteX20" fmla="*/ 34549 w 52272"/>
                    <a:gd name="connsiteY20" fmla="*/ 51844 h 58351"/>
                    <a:gd name="connsiteX21" fmla="*/ 46536 w 52272"/>
                    <a:gd name="connsiteY21" fmla="*/ 51844 h 58351"/>
                    <a:gd name="connsiteX22" fmla="*/ 8519 w 52272"/>
                    <a:gd name="connsiteY22" fmla="*/ 22647 h 58351"/>
                    <a:gd name="connsiteX23" fmla="*/ 44780 w 52272"/>
                    <a:gd name="connsiteY23" fmla="*/ 22647 h 58351"/>
                    <a:gd name="connsiteX24" fmla="*/ 39557 w 52272"/>
                    <a:gd name="connsiteY24" fmla="*/ 10532 h 58351"/>
                    <a:gd name="connsiteX25" fmla="*/ 26629 w 52272"/>
                    <a:gd name="connsiteY25" fmla="*/ 5994 h 58351"/>
                    <a:gd name="connsiteX26" fmla="*/ 13871 w 52272"/>
                    <a:gd name="connsiteY26" fmla="*/ 10532 h 58351"/>
                    <a:gd name="connsiteX27" fmla="*/ 8519 w 52272"/>
                    <a:gd name="connsiteY27" fmla="*/ 22647 h 5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2272" h="58351">
                      <a:moveTo>
                        <a:pt x="46536" y="51844"/>
                      </a:moveTo>
                      <a:cubicBezTo>
                        <a:pt x="48034" y="51844"/>
                        <a:pt x="49147" y="52144"/>
                        <a:pt x="49918" y="52658"/>
                      </a:cubicBezTo>
                      <a:cubicBezTo>
                        <a:pt x="50688" y="53214"/>
                        <a:pt x="51074" y="54028"/>
                        <a:pt x="51074" y="55055"/>
                      </a:cubicBezTo>
                      <a:cubicBezTo>
                        <a:pt x="51074" y="56126"/>
                        <a:pt x="50688" y="56939"/>
                        <a:pt x="49961" y="57538"/>
                      </a:cubicBezTo>
                      <a:cubicBezTo>
                        <a:pt x="49190" y="58138"/>
                        <a:pt x="48034" y="58352"/>
                        <a:pt x="46536" y="58352"/>
                      </a:cubicBezTo>
                      <a:lnTo>
                        <a:pt x="35191" y="58352"/>
                      </a:lnTo>
                      <a:cubicBezTo>
                        <a:pt x="29411" y="58352"/>
                        <a:pt x="24702" y="57966"/>
                        <a:pt x="21149" y="57196"/>
                      </a:cubicBezTo>
                      <a:cubicBezTo>
                        <a:pt x="17595" y="56425"/>
                        <a:pt x="14470" y="55141"/>
                        <a:pt x="11730" y="53343"/>
                      </a:cubicBezTo>
                      <a:cubicBezTo>
                        <a:pt x="8134" y="50988"/>
                        <a:pt x="5266" y="47606"/>
                        <a:pt x="3125" y="43325"/>
                      </a:cubicBezTo>
                      <a:cubicBezTo>
                        <a:pt x="1027" y="38958"/>
                        <a:pt x="0" y="34249"/>
                        <a:pt x="0" y="29069"/>
                      </a:cubicBezTo>
                      <a:cubicBezTo>
                        <a:pt x="0" y="20678"/>
                        <a:pt x="2569" y="13742"/>
                        <a:pt x="7663" y="8263"/>
                      </a:cubicBezTo>
                      <a:cubicBezTo>
                        <a:pt x="12758" y="2783"/>
                        <a:pt x="19265" y="0"/>
                        <a:pt x="27099" y="0"/>
                      </a:cubicBezTo>
                      <a:cubicBezTo>
                        <a:pt x="34121" y="0"/>
                        <a:pt x="40071" y="2312"/>
                        <a:pt x="44994" y="6935"/>
                      </a:cubicBezTo>
                      <a:cubicBezTo>
                        <a:pt x="49875" y="11559"/>
                        <a:pt x="52272" y="17124"/>
                        <a:pt x="52272" y="23589"/>
                      </a:cubicBezTo>
                      <a:lnTo>
                        <a:pt x="52272" y="25772"/>
                      </a:lnTo>
                      <a:cubicBezTo>
                        <a:pt x="52272" y="26757"/>
                        <a:pt x="51973" y="27485"/>
                        <a:pt x="51373" y="27999"/>
                      </a:cubicBezTo>
                      <a:cubicBezTo>
                        <a:pt x="50817" y="28512"/>
                        <a:pt x="49918" y="28769"/>
                        <a:pt x="48805" y="28769"/>
                      </a:cubicBezTo>
                      <a:lnTo>
                        <a:pt x="7834" y="28769"/>
                      </a:lnTo>
                      <a:lnTo>
                        <a:pt x="7834" y="29069"/>
                      </a:lnTo>
                      <a:cubicBezTo>
                        <a:pt x="7834" y="37246"/>
                        <a:pt x="9847" y="43111"/>
                        <a:pt x="13914" y="46621"/>
                      </a:cubicBezTo>
                      <a:cubicBezTo>
                        <a:pt x="17938" y="50132"/>
                        <a:pt x="24830" y="51844"/>
                        <a:pt x="34549" y="51844"/>
                      </a:cubicBezTo>
                      <a:lnTo>
                        <a:pt x="46536" y="51844"/>
                      </a:lnTo>
                      <a:close/>
                      <a:moveTo>
                        <a:pt x="8519" y="22647"/>
                      </a:moveTo>
                      <a:lnTo>
                        <a:pt x="44780" y="22647"/>
                      </a:lnTo>
                      <a:cubicBezTo>
                        <a:pt x="44566" y="17553"/>
                        <a:pt x="42811" y="13486"/>
                        <a:pt x="39557" y="10532"/>
                      </a:cubicBezTo>
                      <a:cubicBezTo>
                        <a:pt x="36304" y="7535"/>
                        <a:pt x="31980" y="5994"/>
                        <a:pt x="26629" y="5994"/>
                      </a:cubicBezTo>
                      <a:cubicBezTo>
                        <a:pt x="21406" y="5994"/>
                        <a:pt x="17167" y="7535"/>
                        <a:pt x="13871" y="10532"/>
                      </a:cubicBezTo>
                      <a:cubicBezTo>
                        <a:pt x="10617" y="13443"/>
                        <a:pt x="8819" y="17553"/>
                        <a:pt x="8519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11587941" y="6496671"/>
                  <a:ext cx="53428" cy="59550"/>
                </a:xfrm>
                <a:custGeom>
                  <a:avLst/>
                  <a:gdLst>
                    <a:gd name="connsiteX0" fmla="*/ 47050 w 53428"/>
                    <a:gd name="connsiteY0" fmla="*/ 59550 h 59550"/>
                    <a:gd name="connsiteX1" fmla="*/ 35705 w 53428"/>
                    <a:gd name="connsiteY1" fmla="*/ 59550 h 59550"/>
                    <a:gd name="connsiteX2" fmla="*/ 21534 w 53428"/>
                    <a:gd name="connsiteY2" fmla="*/ 58352 h 59550"/>
                    <a:gd name="connsiteX3" fmla="*/ 11944 w 53428"/>
                    <a:gd name="connsiteY3" fmla="*/ 54413 h 59550"/>
                    <a:gd name="connsiteX4" fmla="*/ 3168 w 53428"/>
                    <a:gd name="connsiteY4" fmla="*/ 44181 h 59550"/>
                    <a:gd name="connsiteX5" fmla="*/ 0 w 53428"/>
                    <a:gd name="connsiteY5" fmla="*/ 29668 h 59550"/>
                    <a:gd name="connsiteX6" fmla="*/ 7792 w 53428"/>
                    <a:gd name="connsiteY6" fmla="*/ 8434 h 59550"/>
                    <a:gd name="connsiteX7" fmla="*/ 27656 w 53428"/>
                    <a:gd name="connsiteY7" fmla="*/ 0 h 59550"/>
                    <a:gd name="connsiteX8" fmla="*/ 45936 w 53428"/>
                    <a:gd name="connsiteY8" fmla="*/ 7064 h 59550"/>
                    <a:gd name="connsiteX9" fmla="*/ 53428 w 53428"/>
                    <a:gd name="connsiteY9" fmla="*/ 24146 h 59550"/>
                    <a:gd name="connsiteX10" fmla="*/ 53428 w 53428"/>
                    <a:gd name="connsiteY10" fmla="*/ 26329 h 59550"/>
                    <a:gd name="connsiteX11" fmla="*/ 52358 w 53428"/>
                    <a:gd name="connsiteY11" fmla="*/ 28983 h 59550"/>
                    <a:gd name="connsiteX12" fmla="*/ 49404 w 53428"/>
                    <a:gd name="connsiteY12" fmla="*/ 29925 h 59550"/>
                    <a:gd name="connsiteX13" fmla="*/ 9033 w 53428"/>
                    <a:gd name="connsiteY13" fmla="*/ 29925 h 59550"/>
                    <a:gd name="connsiteX14" fmla="*/ 14941 w 53428"/>
                    <a:gd name="connsiteY14" fmla="*/ 46750 h 59550"/>
                    <a:gd name="connsiteX15" fmla="*/ 35191 w 53428"/>
                    <a:gd name="connsiteY15" fmla="*/ 51844 h 59550"/>
                    <a:gd name="connsiteX16" fmla="*/ 47135 w 53428"/>
                    <a:gd name="connsiteY16" fmla="*/ 51844 h 59550"/>
                    <a:gd name="connsiteX17" fmla="*/ 50860 w 53428"/>
                    <a:gd name="connsiteY17" fmla="*/ 52786 h 59550"/>
                    <a:gd name="connsiteX18" fmla="*/ 52273 w 53428"/>
                    <a:gd name="connsiteY18" fmla="*/ 55655 h 59550"/>
                    <a:gd name="connsiteX19" fmla="*/ 50945 w 53428"/>
                    <a:gd name="connsiteY19" fmla="*/ 58566 h 59550"/>
                    <a:gd name="connsiteX20" fmla="*/ 47050 w 53428"/>
                    <a:gd name="connsiteY20" fmla="*/ 59550 h 59550"/>
                    <a:gd name="connsiteX21" fmla="*/ 27613 w 53428"/>
                    <a:gd name="connsiteY21" fmla="*/ 1199 h 59550"/>
                    <a:gd name="connsiteX22" fmla="*/ 8605 w 53428"/>
                    <a:gd name="connsiteY22" fmla="*/ 9247 h 59550"/>
                    <a:gd name="connsiteX23" fmla="*/ 1113 w 53428"/>
                    <a:gd name="connsiteY23" fmla="*/ 29668 h 59550"/>
                    <a:gd name="connsiteX24" fmla="*/ 4196 w 53428"/>
                    <a:gd name="connsiteY24" fmla="*/ 43667 h 59550"/>
                    <a:gd name="connsiteX25" fmla="*/ 12586 w 53428"/>
                    <a:gd name="connsiteY25" fmla="*/ 53428 h 59550"/>
                    <a:gd name="connsiteX26" fmla="*/ 21791 w 53428"/>
                    <a:gd name="connsiteY26" fmla="*/ 57196 h 59550"/>
                    <a:gd name="connsiteX27" fmla="*/ 35705 w 53428"/>
                    <a:gd name="connsiteY27" fmla="*/ 58352 h 59550"/>
                    <a:gd name="connsiteX28" fmla="*/ 47050 w 53428"/>
                    <a:gd name="connsiteY28" fmla="*/ 58352 h 59550"/>
                    <a:gd name="connsiteX29" fmla="*/ 50132 w 53428"/>
                    <a:gd name="connsiteY29" fmla="*/ 57624 h 59550"/>
                    <a:gd name="connsiteX30" fmla="*/ 51031 w 53428"/>
                    <a:gd name="connsiteY30" fmla="*/ 55612 h 59550"/>
                    <a:gd name="connsiteX31" fmla="*/ 50089 w 53428"/>
                    <a:gd name="connsiteY31" fmla="*/ 53685 h 59550"/>
                    <a:gd name="connsiteX32" fmla="*/ 47007 w 53428"/>
                    <a:gd name="connsiteY32" fmla="*/ 52957 h 59550"/>
                    <a:gd name="connsiteX33" fmla="*/ 35062 w 53428"/>
                    <a:gd name="connsiteY33" fmla="*/ 52957 h 59550"/>
                    <a:gd name="connsiteX34" fmla="*/ 14042 w 53428"/>
                    <a:gd name="connsiteY34" fmla="*/ 47563 h 59550"/>
                    <a:gd name="connsiteX35" fmla="*/ 7749 w 53428"/>
                    <a:gd name="connsiteY35" fmla="*/ 29583 h 59550"/>
                    <a:gd name="connsiteX36" fmla="*/ 7749 w 53428"/>
                    <a:gd name="connsiteY36" fmla="*/ 28684 h 59550"/>
                    <a:gd name="connsiteX37" fmla="*/ 49276 w 53428"/>
                    <a:gd name="connsiteY37" fmla="*/ 28684 h 59550"/>
                    <a:gd name="connsiteX38" fmla="*/ 51459 w 53428"/>
                    <a:gd name="connsiteY38" fmla="*/ 28041 h 59550"/>
                    <a:gd name="connsiteX39" fmla="*/ 52144 w 53428"/>
                    <a:gd name="connsiteY39" fmla="*/ 26243 h 59550"/>
                    <a:gd name="connsiteX40" fmla="*/ 52144 w 53428"/>
                    <a:gd name="connsiteY40" fmla="*/ 24060 h 59550"/>
                    <a:gd name="connsiteX41" fmla="*/ 45037 w 53428"/>
                    <a:gd name="connsiteY41" fmla="*/ 7834 h 59550"/>
                    <a:gd name="connsiteX42" fmla="*/ 27613 w 53428"/>
                    <a:gd name="connsiteY42" fmla="*/ 1199 h 59550"/>
                    <a:gd name="connsiteX43" fmla="*/ 45894 w 53428"/>
                    <a:gd name="connsiteY43" fmla="*/ 23803 h 59550"/>
                    <a:gd name="connsiteX44" fmla="*/ 8434 w 53428"/>
                    <a:gd name="connsiteY44" fmla="*/ 23803 h 59550"/>
                    <a:gd name="connsiteX45" fmla="*/ 8477 w 53428"/>
                    <a:gd name="connsiteY45" fmla="*/ 23204 h 59550"/>
                    <a:gd name="connsiteX46" fmla="*/ 14042 w 53428"/>
                    <a:gd name="connsiteY46" fmla="*/ 10703 h 59550"/>
                    <a:gd name="connsiteX47" fmla="*/ 27185 w 53428"/>
                    <a:gd name="connsiteY47" fmla="*/ 6036 h 59550"/>
                    <a:gd name="connsiteX48" fmla="*/ 40499 w 53428"/>
                    <a:gd name="connsiteY48" fmla="*/ 10703 h 59550"/>
                    <a:gd name="connsiteX49" fmla="*/ 45894 w 53428"/>
                    <a:gd name="connsiteY49" fmla="*/ 23246 h 59550"/>
                    <a:gd name="connsiteX50" fmla="*/ 45894 w 53428"/>
                    <a:gd name="connsiteY50" fmla="*/ 23803 h 59550"/>
                    <a:gd name="connsiteX51" fmla="*/ 9675 w 53428"/>
                    <a:gd name="connsiteY51" fmla="*/ 22647 h 59550"/>
                    <a:gd name="connsiteX52" fmla="*/ 44695 w 53428"/>
                    <a:gd name="connsiteY52" fmla="*/ 22647 h 59550"/>
                    <a:gd name="connsiteX53" fmla="*/ 39686 w 53428"/>
                    <a:gd name="connsiteY53" fmla="*/ 11516 h 59550"/>
                    <a:gd name="connsiteX54" fmla="*/ 27142 w 53428"/>
                    <a:gd name="connsiteY54" fmla="*/ 7149 h 59550"/>
                    <a:gd name="connsiteX55" fmla="*/ 14770 w 53428"/>
                    <a:gd name="connsiteY55" fmla="*/ 11516 h 59550"/>
                    <a:gd name="connsiteX56" fmla="*/ 9675 w 53428"/>
                    <a:gd name="connsiteY56" fmla="*/ 22647 h 5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53428" h="59550">
                      <a:moveTo>
                        <a:pt x="47050" y="59550"/>
                      </a:moveTo>
                      <a:lnTo>
                        <a:pt x="35705" y="59550"/>
                      </a:lnTo>
                      <a:cubicBezTo>
                        <a:pt x="29711" y="59550"/>
                        <a:pt x="25087" y="59165"/>
                        <a:pt x="21534" y="58352"/>
                      </a:cubicBezTo>
                      <a:cubicBezTo>
                        <a:pt x="17895" y="57581"/>
                        <a:pt x="14770" y="56297"/>
                        <a:pt x="11944" y="54413"/>
                      </a:cubicBezTo>
                      <a:cubicBezTo>
                        <a:pt x="8263" y="52016"/>
                        <a:pt x="5309" y="48591"/>
                        <a:pt x="3168" y="44181"/>
                      </a:cubicBezTo>
                      <a:cubicBezTo>
                        <a:pt x="1028" y="39729"/>
                        <a:pt x="0" y="34977"/>
                        <a:pt x="0" y="29668"/>
                      </a:cubicBezTo>
                      <a:cubicBezTo>
                        <a:pt x="0" y="21149"/>
                        <a:pt x="2612" y="13999"/>
                        <a:pt x="7792" y="8434"/>
                      </a:cubicBezTo>
                      <a:cubicBezTo>
                        <a:pt x="12972" y="2826"/>
                        <a:pt x="19650" y="0"/>
                        <a:pt x="27656" y="0"/>
                      </a:cubicBezTo>
                      <a:cubicBezTo>
                        <a:pt x="34763" y="0"/>
                        <a:pt x="40928" y="2397"/>
                        <a:pt x="45936" y="7064"/>
                      </a:cubicBezTo>
                      <a:cubicBezTo>
                        <a:pt x="50903" y="11773"/>
                        <a:pt x="53428" y="17510"/>
                        <a:pt x="53428" y="24146"/>
                      </a:cubicBezTo>
                      <a:lnTo>
                        <a:pt x="53428" y="26329"/>
                      </a:lnTo>
                      <a:cubicBezTo>
                        <a:pt x="53428" y="27485"/>
                        <a:pt x="53086" y="28384"/>
                        <a:pt x="52358" y="28983"/>
                      </a:cubicBezTo>
                      <a:cubicBezTo>
                        <a:pt x="51673" y="29583"/>
                        <a:pt x="50689" y="29925"/>
                        <a:pt x="49404" y="29925"/>
                      </a:cubicBezTo>
                      <a:lnTo>
                        <a:pt x="9033" y="29925"/>
                      </a:lnTo>
                      <a:cubicBezTo>
                        <a:pt x="9076" y="37759"/>
                        <a:pt x="11045" y="43411"/>
                        <a:pt x="14941" y="46750"/>
                      </a:cubicBezTo>
                      <a:cubicBezTo>
                        <a:pt x="18837" y="50132"/>
                        <a:pt x="25687" y="51844"/>
                        <a:pt x="35191" y="51844"/>
                      </a:cubicBezTo>
                      <a:lnTo>
                        <a:pt x="47135" y="51844"/>
                      </a:lnTo>
                      <a:cubicBezTo>
                        <a:pt x="48719" y="51844"/>
                        <a:pt x="50004" y="52144"/>
                        <a:pt x="50860" y="52786"/>
                      </a:cubicBezTo>
                      <a:cubicBezTo>
                        <a:pt x="51802" y="53428"/>
                        <a:pt x="52273" y="54413"/>
                        <a:pt x="52273" y="55655"/>
                      </a:cubicBezTo>
                      <a:cubicBezTo>
                        <a:pt x="52273" y="56896"/>
                        <a:pt x="51802" y="57881"/>
                        <a:pt x="50945" y="58566"/>
                      </a:cubicBezTo>
                      <a:cubicBezTo>
                        <a:pt x="50004" y="59251"/>
                        <a:pt x="48805" y="59550"/>
                        <a:pt x="47050" y="59550"/>
                      </a:cubicBezTo>
                      <a:close/>
                      <a:moveTo>
                        <a:pt x="27613" y="1199"/>
                      </a:moveTo>
                      <a:cubicBezTo>
                        <a:pt x="19950" y="1199"/>
                        <a:pt x="13571" y="3896"/>
                        <a:pt x="8605" y="9247"/>
                      </a:cubicBezTo>
                      <a:cubicBezTo>
                        <a:pt x="3639" y="14599"/>
                        <a:pt x="1113" y="21448"/>
                        <a:pt x="1113" y="29668"/>
                      </a:cubicBezTo>
                      <a:cubicBezTo>
                        <a:pt x="1113" y="34806"/>
                        <a:pt x="2141" y="39386"/>
                        <a:pt x="4196" y="43667"/>
                      </a:cubicBezTo>
                      <a:cubicBezTo>
                        <a:pt x="6251" y="47863"/>
                        <a:pt x="9076" y="51159"/>
                        <a:pt x="12586" y="53428"/>
                      </a:cubicBezTo>
                      <a:cubicBezTo>
                        <a:pt x="15284" y="55184"/>
                        <a:pt x="18280" y="56425"/>
                        <a:pt x="21791" y="57196"/>
                      </a:cubicBezTo>
                      <a:cubicBezTo>
                        <a:pt x="25216" y="57966"/>
                        <a:pt x="29882" y="58352"/>
                        <a:pt x="35705" y="58352"/>
                      </a:cubicBezTo>
                      <a:lnTo>
                        <a:pt x="47050" y="58352"/>
                      </a:lnTo>
                      <a:cubicBezTo>
                        <a:pt x="48505" y="58352"/>
                        <a:pt x="49490" y="58138"/>
                        <a:pt x="50132" y="57624"/>
                      </a:cubicBezTo>
                      <a:cubicBezTo>
                        <a:pt x="50731" y="57153"/>
                        <a:pt x="51031" y="56511"/>
                        <a:pt x="51031" y="55612"/>
                      </a:cubicBezTo>
                      <a:cubicBezTo>
                        <a:pt x="51031" y="54756"/>
                        <a:pt x="50731" y="54156"/>
                        <a:pt x="50089" y="53685"/>
                      </a:cubicBezTo>
                      <a:cubicBezTo>
                        <a:pt x="49404" y="53214"/>
                        <a:pt x="48377" y="52957"/>
                        <a:pt x="47007" y="52957"/>
                      </a:cubicBezTo>
                      <a:lnTo>
                        <a:pt x="35062" y="52957"/>
                      </a:lnTo>
                      <a:cubicBezTo>
                        <a:pt x="25259" y="52957"/>
                        <a:pt x="18195" y="51159"/>
                        <a:pt x="14042" y="47563"/>
                      </a:cubicBezTo>
                      <a:cubicBezTo>
                        <a:pt x="9890" y="43967"/>
                        <a:pt x="7749" y="37931"/>
                        <a:pt x="7749" y="29583"/>
                      </a:cubicBezTo>
                      <a:lnTo>
                        <a:pt x="7749" y="28684"/>
                      </a:lnTo>
                      <a:lnTo>
                        <a:pt x="49276" y="28684"/>
                      </a:lnTo>
                      <a:cubicBezTo>
                        <a:pt x="50260" y="28684"/>
                        <a:pt x="50988" y="28469"/>
                        <a:pt x="51459" y="28041"/>
                      </a:cubicBezTo>
                      <a:cubicBezTo>
                        <a:pt x="51930" y="27613"/>
                        <a:pt x="52144" y="27057"/>
                        <a:pt x="52144" y="26243"/>
                      </a:cubicBezTo>
                      <a:lnTo>
                        <a:pt x="52144" y="24060"/>
                      </a:lnTo>
                      <a:cubicBezTo>
                        <a:pt x="52144" y="17767"/>
                        <a:pt x="49747" y="12330"/>
                        <a:pt x="45037" y="7834"/>
                      </a:cubicBezTo>
                      <a:cubicBezTo>
                        <a:pt x="40328" y="3468"/>
                        <a:pt x="34420" y="1199"/>
                        <a:pt x="27613" y="1199"/>
                      </a:cubicBezTo>
                      <a:close/>
                      <a:moveTo>
                        <a:pt x="45894" y="23803"/>
                      </a:moveTo>
                      <a:lnTo>
                        <a:pt x="8434" y="23803"/>
                      </a:lnTo>
                      <a:lnTo>
                        <a:pt x="8477" y="23204"/>
                      </a:lnTo>
                      <a:cubicBezTo>
                        <a:pt x="8776" y="17938"/>
                        <a:pt x="10660" y="13742"/>
                        <a:pt x="14042" y="10703"/>
                      </a:cubicBezTo>
                      <a:cubicBezTo>
                        <a:pt x="17424" y="7620"/>
                        <a:pt x="21834" y="6036"/>
                        <a:pt x="27185" y="6036"/>
                      </a:cubicBezTo>
                      <a:cubicBezTo>
                        <a:pt x="32622" y="6036"/>
                        <a:pt x="37117" y="7620"/>
                        <a:pt x="40499" y="10703"/>
                      </a:cubicBezTo>
                      <a:cubicBezTo>
                        <a:pt x="43881" y="13785"/>
                        <a:pt x="45680" y="17981"/>
                        <a:pt x="45894" y="23246"/>
                      </a:cubicBezTo>
                      <a:lnTo>
                        <a:pt x="45894" y="23803"/>
                      </a:lnTo>
                      <a:close/>
                      <a:moveTo>
                        <a:pt x="9675" y="22647"/>
                      </a:moveTo>
                      <a:lnTo>
                        <a:pt x="44695" y="22647"/>
                      </a:lnTo>
                      <a:cubicBezTo>
                        <a:pt x="44395" y="18024"/>
                        <a:pt x="42726" y="14256"/>
                        <a:pt x="39686" y="11516"/>
                      </a:cubicBezTo>
                      <a:cubicBezTo>
                        <a:pt x="36518" y="8605"/>
                        <a:pt x="32323" y="7149"/>
                        <a:pt x="27142" y="7149"/>
                      </a:cubicBezTo>
                      <a:cubicBezTo>
                        <a:pt x="22133" y="7149"/>
                        <a:pt x="17938" y="8605"/>
                        <a:pt x="14770" y="11516"/>
                      </a:cubicBezTo>
                      <a:cubicBezTo>
                        <a:pt x="11773" y="14256"/>
                        <a:pt x="10061" y="17981"/>
                        <a:pt x="9675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58" name="矩形 57"/>
          <p:cNvSpPr/>
          <p:nvPr userDrawn="1">
            <p:custDataLst>
              <p:tags r:id="rId2"/>
            </p:custDataLst>
          </p:nvPr>
        </p:nvSpPr>
        <p:spPr>
          <a:xfrm>
            <a:off x="0" y="6355715"/>
            <a:ext cx="12192000" cy="92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180952" y="137272"/>
            <a:ext cx="9706866" cy="423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>
              <a:defRPr kumimoji="1" lang="zh-CN" altLang="en-US" sz="2400" b="1" dirty="0">
                <a:solidFill>
                  <a:schemeClr val="accent1"/>
                </a:solidFill>
                <a:latin typeface="+mj-ea"/>
                <a:ea typeface="+mj-ea"/>
                <a:cs typeface="微软雅黑" panose="020B0502040204020203" charset="-122"/>
              </a:defRPr>
            </a:lvl1pPr>
          </a:lstStyle>
          <a:p>
            <a:pPr marL="0" lvl="0"/>
            <a:r>
              <a:rPr kumimoji="1" lang="zh-CN" altLang="en-US" dirty="0"/>
              <a:t>章节标题</a:t>
            </a:r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subTitle" idx="1"/>
          </p:nvPr>
        </p:nvSpPr>
        <p:spPr>
          <a:xfrm>
            <a:off x="2191747" y="456042"/>
            <a:ext cx="9706866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>
              <a:defRPr kumimoji="1" lang="zh-CN" altLang="en-US" sz="1200" b="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微软雅黑" panose="020B0502040204020203" charset="-122"/>
              </a:defRPr>
            </a:lvl1pPr>
          </a:lstStyle>
          <a:p>
            <a:pPr marL="0" lvl="0"/>
            <a:r>
              <a:rPr kumimoji="1" lang="zh-CN" altLang="en-US" dirty="0"/>
              <a:t>副标题</a:t>
            </a: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內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0675716" y="6237689"/>
            <a:ext cx="1195132" cy="328285"/>
            <a:chOff x="10675716" y="6237689"/>
            <a:chExt cx="1195132" cy="328285"/>
          </a:xfrm>
        </p:grpSpPr>
        <p:sp>
          <p:nvSpPr>
            <p:cNvPr id="60" name="任意多边形: 形状 59"/>
            <p:cNvSpPr/>
            <p:nvPr userDrawn="1"/>
          </p:nvSpPr>
          <p:spPr>
            <a:xfrm>
              <a:off x="10675716" y="6237689"/>
              <a:ext cx="444771" cy="328285"/>
            </a:xfrm>
            <a:custGeom>
              <a:avLst/>
              <a:gdLst>
                <a:gd name="connsiteX0" fmla="*/ 367919 w 475674"/>
                <a:gd name="connsiteY0" fmla="*/ 351009 h 351094"/>
                <a:gd name="connsiteX1" fmla="*/ 327762 w 475674"/>
                <a:gd name="connsiteY1" fmla="*/ 341291 h 351094"/>
                <a:gd name="connsiteX2" fmla="*/ 294284 w 475674"/>
                <a:gd name="connsiteY2" fmla="*/ 318601 h 351094"/>
                <a:gd name="connsiteX3" fmla="*/ 293899 w 475674"/>
                <a:gd name="connsiteY3" fmla="*/ 318301 h 351094"/>
                <a:gd name="connsiteX4" fmla="*/ 290559 w 475674"/>
                <a:gd name="connsiteY4" fmla="*/ 315476 h 351094"/>
                <a:gd name="connsiteX5" fmla="*/ 290174 w 475674"/>
                <a:gd name="connsiteY5" fmla="*/ 315133 h 351094"/>
                <a:gd name="connsiteX6" fmla="*/ 289874 w 475674"/>
                <a:gd name="connsiteY6" fmla="*/ 314877 h 351094"/>
                <a:gd name="connsiteX7" fmla="*/ 289104 w 475674"/>
                <a:gd name="connsiteY7" fmla="*/ 313763 h 351094"/>
                <a:gd name="connsiteX8" fmla="*/ 289104 w 475674"/>
                <a:gd name="connsiteY8" fmla="*/ 313678 h 351094"/>
                <a:gd name="connsiteX9" fmla="*/ 285679 w 475674"/>
                <a:gd name="connsiteY9" fmla="*/ 303103 h 351094"/>
                <a:gd name="connsiteX10" fmla="*/ 303831 w 475674"/>
                <a:gd name="connsiteY10" fmla="*/ 284951 h 351094"/>
                <a:gd name="connsiteX11" fmla="*/ 314577 w 475674"/>
                <a:gd name="connsiteY11" fmla="*/ 288505 h 351094"/>
                <a:gd name="connsiteX12" fmla="*/ 314833 w 475674"/>
                <a:gd name="connsiteY12" fmla="*/ 288590 h 351094"/>
                <a:gd name="connsiteX13" fmla="*/ 368005 w 475674"/>
                <a:gd name="connsiteY13" fmla="*/ 314448 h 351094"/>
                <a:gd name="connsiteX14" fmla="*/ 439542 w 475674"/>
                <a:gd name="connsiteY14" fmla="*/ 246079 h 351094"/>
                <a:gd name="connsiteX15" fmla="*/ 371130 w 475674"/>
                <a:gd name="connsiteY15" fmla="*/ 177624 h 351094"/>
                <a:gd name="connsiteX16" fmla="*/ 308283 w 475674"/>
                <a:gd name="connsiteY16" fmla="*/ 209047 h 351094"/>
                <a:gd name="connsiteX17" fmla="*/ 307299 w 475674"/>
                <a:gd name="connsiteY17" fmla="*/ 209946 h 351094"/>
                <a:gd name="connsiteX18" fmla="*/ 298651 w 475674"/>
                <a:gd name="connsiteY18" fmla="*/ 217567 h 351094"/>
                <a:gd name="connsiteX19" fmla="*/ 272236 w 475674"/>
                <a:gd name="connsiteY19" fmla="*/ 240342 h 351094"/>
                <a:gd name="connsiteX20" fmla="*/ 197959 w 475674"/>
                <a:gd name="connsiteY20" fmla="*/ 304088 h 351094"/>
                <a:gd name="connsiteX21" fmla="*/ 190296 w 475674"/>
                <a:gd name="connsiteY21" fmla="*/ 310809 h 351094"/>
                <a:gd name="connsiteX22" fmla="*/ 104673 w 475674"/>
                <a:gd name="connsiteY22" fmla="*/ 351095 h 351094"/>
                <a:gd name="connsiteX23" fmla="*/ 32365 w 475674"/>
                <a:gd name="connsiteY23" fmla="*/ 321940 h 351094"/>
                <a:gd name="connsiteX24" fmla="*/ 0 w 475674"/>
                <a:gd name="connsiteY24" fmla="*/ 246764 h 351094"/>
                <a:gd name="connsiteX25" fmla="*/ 34078 w 475674"/>
                <a:gd name="connsiteY25" fmla="*/ 168633 h 351094"/>
                <a:gd name="connsiteX26" fmla="*/ 104416 w 475674"/>
                <a:gd name="connsiteY26" fmla="*/ 141405 h 351094"/>
                <a:gd name="connsiteX27" fmla="*/ 177324 w 475674"/>
                <a:gd name="connsiteY27" fmla="*/ 170646 h 351094"/>
                <a:gd name="connsiteX28" fmla="*/ 177624 w 475674"/>
                <a:gd name="connsiteY28" fmla="*/ 170902 h 351094"/>
                <a:gd name="connsiteX29" fmla="*/ 180192 w 475674"/>
                <a:gd name="connsiteY29" fmla="*/ 173043 h 351094"/>
                <a:gd name="connsiteX30" fmla="*/ 180363 w 475674"/>
                <a:gd name="connsiteY30" fmla="*/ 173171 h 351094"/>
                <a:gd name="connsiteX31" fmla="*/ 180363 w 475674"/>
                <a:gd name="connsiteY31" fmla="*/ 173257 h 351094"/>
                <a:gd name="connsiteX32" fmla="*/ 185330 w 475674"/>
                <a:gd name="connsiteY32" fmla="*/ 185501 h 351094"/>
                <a:gd name="connsiteX33" fmla="*/ 167563 w 475674"/>
                <a:gd name="connsiteY33" fmla="*/ 203225 h 351094"/>
                <a:gd name="connsiteX34" fmla="*/ 156817 w 475674"/>
                <a:gd name="connsiteY34" fmla="*/ 199586 h 351094"/>
                <a:gd name="connsiteX35" fmla="*/ 156732 w 475674"/>
                <a:gd name="connsiteY35" fmla="*/ 199586 h 351094"/>
                <a:gd name="connsiteX36" fmla="*/ 104588 w 475674"/>
                <a:gd name="connsiteY36" fmla="*/ 177752 h 351094"/>
                <a:gd name="connsiteX37" fmla="*/ 36347 w 475674"/>
                <a:gd name="connsiteY37" fmla="*/ 246122 h 351094"/>
                <a:gd name="connsiteX38" fmla="*/ 104588 w 475674"/>
                <a:gd name="connsiteY38" fmla="*/ 314620 h 351094"/>
                <a:gd name="connsiteX39" fmla="*/ 174798 w 475674"/>
                <a:gd name="connsiteY39" fmla="*/ 271423 h 351094"/>
                <a:gd name="connsiteX40" fmla="*/ 188540 w 475674"/>
                <a:gd name="connsiteY40" fmla="*/ 256225 h 351094"/>
                <a:gd name="connsiteX41" fmla="*/ 228526 w 475674"/>
                <a:gd name="connsiteY41" fmla="*/ 214441 h 351094"/>
                <a:gd name="connsiteX42" fmla="*/ 235975 w 475674"/>
                <a:gd name="connsiteY42" fmla="*/ 206693 h 351094"/>
                <a:gd name="connsiteX43" fmla="*/ 287948 w 475674"/>
                <a:gd name="connsiteY43" fmla="*/ 152536 h 351094"/>
                <a:gd name="connsiteX44" fmla="*/ 288034 w 475674"/>
                <a:gd name="connsiteY44" fmla="*/ 152408 h 351094"/>
                <a:gd name="connsiteX45" fmla="*/ 300877 w 475674"/>
                <a:gd name="connsiteY45" fmla="*/ 76975 h 351094"/>
                <a:gd name="connsiteX46" fmla="*/ 237859 w 475674"/>
                <a:gd name="connsiteY46" fmla="*/ 36347 h 351094"/>
                <a:gd name="connsiteX47" fmla="*/ 171373 w 475674"/>
                <a:gd name="connsiteY47" fmla="*/ 92772 h 351094"/>
                <a:gd name="connsiteX48" fmla="*/ 171202 w 475674"/>
                <a:gd name="connsiteY48" fmla="*/ 92900 h 351094"/>
                <a:gd name="connsiteX49" fmla="*/ 153778 w 475674"/>
                <a:gd name="connsiteY49" fmla="*/ 105915 h 351094"/>
                <a:gd name="connsiteX50" fmla="*/ 135583 w 475674"/>
                <a:gd name="connsiteY50" fmla="*/ 87720 h 351094"/>
                <a:gd name="connsiteX51" fmla="*/ 136354 w 475674"/>
                <a:gd name="connsiteY51" fmla="*/ 82497 h 351094"/>
                <a:gd name="connsiteX52" fmla="*/ 136482 w 475674"/>
                <a:gd name="connsiteY52" fmla="*/ 82155 h 351094"/>
                <a:gd name="connsiteX53" fmla="*/ 170474 w 475674"/>
                <a:gd name="connsiteY53" fmla="*/ 25301 h 351094"/>
                <a:gd name="connsiteX54" fmla="*/ 237816 w 475674"/>
                <a:gd name="connsiteY54" fmla="*/ 0 h 351094"/>
                <a:gd name="connsiteX55" fmla="*/ 313677 w 475674"/>
                <a:gd name="connsiteY55" fmla="*/ 31338 h 351094"/>
                <a:gd name="connsiteX56" fmla="*/ 337224 w 475674"/>
                <a:gd name="connsiteY56" fmla="*/ 67856 h 351094"/>
                <a:gd name="connsiteX57" fmla="*/ 343303 w 475674"/>
                <a:gd name="connsiteY57" fmla="*/ 102618 h 351094"/>
                <a:gd name="connsiteX58" fmla="*/ 337609 w 475674"/>
                <a:gd name="connsiteY58" fmla="*/ 139222 h 351094"/>
                <a:gd name="connsiteX59" fmla="*/ 335597 w 475674"/>
                <a:gd name="connsiteY59" fmla="*/ 146286 h 351094"/>
                <a:gd name="connsiteX60" fmla="*/ 343132 w 475674"/>
                <a:gd name="connsiteY60" fmla="*/ 145258 h 351094"/>
                <a:gd name="connsiteX61" fmla="*/ 370916 w 475674"/>
                <a:gd name="connsiteY61" fmla="*/ 141405 h 351094"/>
                <a:gd name="connsiteX62" fmla="*/ 443267 w 475674"/>
                <a:gd name="connsiteY62" fmla="*/ 169746 h 351094"/>
                <a:gd name="connsiteX63" fmla="*/ 466770 w 475674"/>
                <a:gd name="connsiteY63" fmla="*/ 202711 h 351094"/>
                <a:gd name="connsiteX64" fmla="*/ 475675 w 475674"/>
                <a:gd name="connsiteY64" fmla="*/ 246079 h 351094"/>
                <a:gd name="connsiteX65" fmla="*/ 445664 w 475674"/>
                <a:gd name="connsiteY65" fmla="*/ 320142 h 351094"/>
                <a:gd name="connsiteX66" fmla="*/ 367919 w 475674"/>
                <a:gd name="connsiteY66" fmla="*/ 351009 h 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75674" h="351094">
                  <a:moveTo>
                    <a:pt x="367919" y="351009"/>
                  </a:moveTo>
                  <a:cubicBezTo>
                    <a:pt x="354177" y="351009"/>
                    <a:pt x="341077" y="347841"/>
                    <a:pt x="327762" y="341291"/>
                  </a:cubicBezTo>
                  <a:cubicBezTo>
                    <a:pt x="317316" y="336154"/>
                    <a:pt x="306999" y="329175"/>
                    <a:pt x="294284" y="318601"/>
                  </a:cubicBezTo>
                  <a:lnTo>
                    <a:pt x="293899" y="318301"/>
                  </a:lnTo>
                  <a:cubicBezTo>
                    <a:pt x="292700" y="317531"/>
                    <a:pt x="291587" y="316589"/>
                    <a:pt x="290559" y="315476"/>
                  </a:cubicBezTo>
                  <a:lnTo>
                    <a:pt x="290174" y="315133"/>
                  </a:lnTo>
                  <a:cubicBezTo>
                    <a:pt x="290089" y="315005"/>
                    <a:pt x="289960" y="314919"/>
                    <a:pt x="289874" y="314877"/>
                  </a:cubicBezTo>
                  <a:cubicBezTo>
                    <a:pt x="289618" y="314448"/>
                    <a:pt x="289404" y="314149"/>
                    <a:pt x="289104" y="313763"/>
                  </a:cubicBezTo>
                  <a:lnTo>
                    <a:pt x="289104" y="313678"/>
                  </a:lnTo>
                  <a:cubicBezTo>
                    <a:pt x="286835" y="310595"/>
                    <a:pt x="285679" y="306956"/>
                    <a:pt x="285679" y="303103"/>
                  </a:cubicBezTo>
                  <a:cubicBezTo>
                    <a:pt x="285679" y="293128"/>
                    <a:pt x="293813" y="284951"/>
                    <a:pt x="303831" y="284951"/>
                  </a:cubicBezTo>
                  <a:cubicBezTo>
                    <a:pt x="307727" y="284951"/>
                    <a:pt x="311451" y="286150"/>
                    <a:pt x="314577" y="288505"/>
                  </a:cubicBezTo>
                  <a:lnTo>
                    <a:pt x="314833" y="288590"/>
                  </a:lnTo>
                  <a:cubicBezTo>
                    <a:pt x="329817" y="301734"/>
                    <a:pt x="346342" y="314448"/>
                    <a:pt x="368005" y="314448"/>
                  </a:cubicBezTo>
                  <a:cubicBezTo>
                    <a:pt x="414455" y="314448"/>
                    <a:pt x="439542" y="279258"/>
                    <a:pt x="439542" y="246079"/>
                  </a:cubicBezTo>
                  <a:cubicBezTo>
                    <a:pt x="439542" y="213157"/>
                    <a:pt x="413385" y="177624"/>
                    <a:pt x="371130" y="177624"/>
                  </a:cubicBezTo>
                  <a:cubicBezTo>
                    <a:pt x="344073" y="177624"/>
                    <a:pt x="325879" y="193592"/>
                    <a:pt x="308283" y="209047"/>
                  </a:cubicBezTo>
                  <a:lnTo>
                    <a:pt x="307299" y="209946"/>
                  </a:lnTo>
                  <a:cubicBezTo>
                    <a:pt x="304430" y="212429"/>
                    <a:pt x="301519" y="214998"/>
                    <a:pt x="298651" y="217567"/>
                  </a:cubicBezTo>
                  <a:cubicBezTo>
                    <a:pt x="288590" y="226386"/>
                    <a:pt x="279129" y="234734"/>
                    <a:pt x="272236" y="240342"/>
                  </a:cubicBezTo>
                  <a:cubicBezTo>
                    <a:pt x="259693" y="250660"/>
                    <a:pt x="216453" y="288034"/>
                    <a:pt x="197959" y="304088"/>
                  </a:cubicBezTo>
                  <a:cubicBezTo>
                    <a:pt x="195390" y="306314"/>
                    <a:pt x="192779" y="308540"/>
                    <a:pt x="190296" y="310809"/>
                  </a:cubicBezTo>
                  <a:cubicBezTo>
                    <a:pt x="166835" y="331530"/>
                    <a:pt x="144659" y="351095"/>
                    <a:pt x="104673" y="351095"/>
                  </a:cubicBezTo>
                  <a:cubicBezTo>
                    <a:pt x="78344" y="351095"/>
                    <a:pt x="52016" y="340435"/>
                    <a:pt x="32365" y="321940"/>
                  </a:cubicBezTo>
                  <a:cubicBezTo>
                    <a:pt x="11473" y="302247"/>
                    <a:pt x="0" y="275533"/>
                    <a:pt x="0" y="246764"/>
                  </a:cubicBezTo>
                  <a:cubicBezTo>
                    <a:pt x="0" y="207206"/>
                    <a:pt x="18537" y="182419"/>
                    <a:pt x="34078" y="168633"/>
                  </a:cubicBezTo>
                  <a:cubicBezTo>
                    <a:pt x="53557" y="151338"/>
                    <a:pt x="79201" y="141405"/>
                    <a:pt x="104416" y="141405"/>
                  </a:cubicBezTo>
                  <a:cubicBezTo>
                    <a:pt x="135840" y="141405"/>
                    <a:pt x="154934" y="152108"/>
                    <a:pt x="177324" y="170646"/>
                  </a:cubicBezTo>
                  <a:lnTo>
                    <a:pt x="177624" y="170902"/>
                  </a:lnTo>
                  <a:cubicBezTo>
                    <a:pt x="178565" y="171502"/>
                    <a:pt x="179379" y="172230"/>
                    <a:pt x="180192" y="173043"/>
                  </a:cubicBezTo>
                  <a:lnTo>
                    <a:pt x="180363" y="173171"/>
                  </a:lnTo>
                  <a:lnTo>
                    <a:pt x="180363" y="173257"/>
                  </a:lnTo>
                  <a:cubicBezTo>
                    <a:pt x="183574" y="176596"/>
                    <a:pt x="185330" y="180963"/>
                    <a:pt x="185330" y="185501"/>
                  </a:cubicBezTo>
                  <a:cubicBezTo>
                    <a:pt x="185330" y="195262"/>
                    <a:pt x="177367" y="203225"/>
                    <a:pt x="167563" y="203225"/>
                  </a:cubicBezTo>
                  <a:cubicBezTo>
                    <a:pt x="163667" y="203225"/>
                    <a:pt x="159943" y="201983"/>
                    <a:pt x="156817" y="199586"/>
                  </a:cubicBezTo>
                  <a:lnTo>
                    <a:pt x="156732" y="199586"/>
                  </a:lnTo>
                  <a:cubicBezTo>
                    <a:pt x="139950" y="185758"/>
                    <a:pt x="126036" y="177752"/>
                    <a:pt x="104588" y="177752"/>
                  </a:cubicBezTo>
                  <a:cubicBezTo>
                    <a:pt x="71752" y="177752"/>
                    <a:pt x="36347" y="203910"/>
                    <a:pt x="36347" y="246122"/>
                  </a:cubicBezTo>
                  <a:cubicBezTo>
                    <a:pt x="36347" y="283881"/>
                    <a:pt x="66957" y="314620"/>
                    <a:pt x="104588" y="314620"/>
                  </a:cubicBezTo>
                  <a:cubicBezTo>
                    <a:pt x="136311" y="314620"/>
                    <a:pt x="151594" y="297452"/>
                    <a:pt x="174798" y="271423"/>
                  </a:cubicBezTo>
                  <a:cubicBezTo>
                    <a:pt x="179122" y="266585"/>
                    <a:pt x="183574" y="261577"/>
                    <a:pt x="188540" y="256225"/>
                  </a:cubicBezTo>
                  <a:cubicBezTo>
                    <a:pt x="195519" y="248690"/>
                    <a:pt x="216196" y="227285"/>
                    <a:pt x="228526" y="214441"/>
                  </a:cubicBezTo>
                  <a:cubicBezTo>
                    <a:pt x="231608" y="211273"/>
                    <a:pt x="234220" y="208533"/>
                    <a:pt x="235975" y="206693"/>
                  </a:cubicBezTo>
                  <a:cubicBezTo>
                    <a:pt x="275490" y="165594"/>
                    <a:pt x="287777" y="152708"/>
                    <a:pt x="287948" y="152536"/>
                  </a:cubicBezTo>
                  <a:lnTo>
                    <a:pt x="288034" y="152408"/>
                  </a:lnTo>
                  <a:cubicBezTo>
                    <a:pt x="307427" y="130317"/>
                    <a:pt x="312222" y="102062"/>
                    <a:pt x="300877" y="76975"/>
                  </a:cubicBezTo>
                  <a:cubicBezTo>
                    <a:pt x="289703" y="52273"/>
                    <a:pt x="264958" y="36347"/>
                    <a:pt x="237859" y="36347"/>
                  </a:cubicBezTo>
                  <a:cubicBezTo>
                    <a:pt x="199329" y="36347"/>
                    <a:pt x="176510" y="65458"/>
                    <a:pt x="171373" y="92772"/>
                  </a:cubicBezTo>
                  <a:lnTo>
                    <a:pt x="171202" y="92900"/>
                  </a:lnTo>
                  <a:cubicBezTo>
                    <a:pt x="168933" y="100564"/>
                    <a:pt x="161783" y="105915"/>
                    <a:pt x="153778" y="105915"/>
                  </a:cubicBezTo>
                  <a:cubicBezTo>
                    <a:pt x="143760" y="105915"/>
                    <a:pt x="135583" y="97781"/>
                    <a:pt x="135583" y="87720"/>
                  </a:cubicBezTo>
                  <a:cubicBezTo>
                    <a:pt x="135583" y="85965"/>
                    <a:pt x="135840" y="84210"/>
                    <a:pt x="136354" y="82497"/>
                  </a:cubicBezTo>
                  <a:lnTo>
                    <a:pt x="136482" y="82155"/>
                  </a:lnTo>
                  <a:cubicBezTo>
                    <a:pt x="141106" y="59979"/>
                    <a:pt x="152536" y="40842"/>
                    <a:pt x="170474" y="25301"/>
                  </a:cubicBezTo>
                  <a:cubicBezTo>
                    <a:pt x="189782" y="8519"/>
                    <a:pt x="212429" y="0"/>
                    <a:pt x="237816" y="0"/>
                  </a:cubicBezTo>
                  <a:cubicBezTo>
                    <a:pt x="266928" y="0"/>
                    <a:pt x="293171" y="10831"/>
                    <a:pt x="313677" y="31338"/>
                  </a:cubicBezTo>
                  <a:cubicBezTo>
                    <a:pt x="324380" y="42041"/>
                    <a:pt x="332300" y="54370"/>
                    <a:pt x="337224" y="67856"/>
                  </a:cubicBezTo>
                  <a:cubicBezTo>
                    <a:pt x="341162" y="78730"/>
                    <a:pt x="343217" y="90417"/>
                    <a:pt x="343303" y="102618"/>
                  </a:cubicBezTo>
                  <a:cubicBezTo>
                    <a:pt x="343431" y="123639"/>
                    <a:pt x="337695" y="139094"/>
                    <a:pt x="337609" y="139222"/>
                  </a:cubicBezTo>
                  <a:lnTo>
                    <a:pt x="335597" y="146286"/>
                  </a:lnTo>
                  <a:lnTo>
                    <a:pt x="343132" y="145258"/>
                  </a:lnTo>
                  <a:cubicBezTo>
                    <a:pt x="352079" y="142690"/>
                    <a:pt x="361455" y="141405"/>
                    <a:pt x="370916" y="141405"/>
                  </a:cubicBezTo>
                  <a:cubicBezTo>
                    <a:pt x="397502" y="141405"/>
                    <a:pt x="423873" y="151766"/>
                    <a:pt x="443267" y="169746"/>
                  </a:cubicBezTo>
                  <a:cubicBezTo>
                    <a:pt x="453327" y="179122"/>
                    <a:pt x="461248" y="190253"/>
                    <a:pt x="466770" y="202711"/>
                  </a:cubicBezTo>
                  <a:cubicBezTo>
                    <a:pt x="472678" y="216068"/>
                    <a:pt x="475675" y="230624"/>
                    <a:pt x="475675" y="246079"/>
                  </a:cubicBezTo>
                  <a:cubicBezTo>
                    <a:pt x="475675" y="274506"/>
                    <a:pt x="465015" y="300792"/>
                    <a:pt x="445664" y="320142"/>
                  </a:cubicBezTo>
                  <a:cubicBezTo>
                    <a:pt x="425843" y="340050"/>
                    <a:pt x="398230" y="351009"/>
                    <a:pt x="367919" y="35100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61" name="图形 4"/>
            <p:cNvGrpSpPr/>
            <p:nvPr userDrawn="1"/>
          </p:nvGrpSpPr>
          <p:grpSpPr>
            <a:xfrm>
              <a:off x="11181894" y="6239370"/>
              <a:ext cx="687754" cy="218483"/>
              <a:chOff x="10904547" y="6209237"/>
              <a:chExt cx="735538" cy="233663"/>
            </a:xfrm>
            <a:solidFill>
              <a:srgbClr val="A5A7AA"/>
            </a:solidFill>
          </p:grpSpPr>
          <p:sp>
            <p:nvSpPr>
              <p:cNvPr id="90" name="任意多边形: 形状 89"/>
              <p:cNvSpPr/>
              <p:nvPr/>
            </p:nvSpPr>
            <p:spPr>
              <a:xfrm>
                <a:off x="10914051" y="6222037"/>
                <a:ext cx="205193" cy="17424"/>
              </a:xfrm>
              <a:custGeom>
                <a:avLst/>
                <a:gdLst>
                  <a:gd name="connsiteX0" fmla="*/ 8434 w 205193"/>
                  <a:gd name="connsiteY0" fmla="*/ 17424 h 17424"/>
                  <a:gd name="connsiteX1" fmla="*/ 196760 w 205193"/>
                  <a:gd name="connsiteY1" fmla="*/ 17424 h 17424"/>
                  <a:gd name="connsiteX2" fmla="*/ 205194 w 205193"/>
                  <a:gd name="connsiteY2" fmla="*/ 8990 h 17424"/>
                  <a:gd name="connsiteX3" fmla="*/ 205194 w 205193"/>
                  <a:gd name="connsiteY3" fmla="*/ 8434 h 17424"/>
                  <a:gd name="connsiteX4" fmla="*/ 196760 w 205193"/>
                  <a:gd name="connsiteY4" fmla="*/ 0 h 17424"/>
                  <a:gd name="connsiteX5" fmla="*/ 8434 w 205193"/>
                  <a:gd name="connsiteY5" fmla="*/ 0 h 17424"/>
                  <a:gd name="connsiteX6" fmla="*/ 0 w 205193"/>
                  <a:gd name="connsiteY6" fmla="*/ 8434 h 17424"/>
                  <a:gd name="connsiteX7" fmla="*/ 0 w 205193"/>
                  <a:gd name="connsiteY7" fmla="*/ 8990 h 17424"/>
                  <a:gd name="connsiteX8" fmla="*/ 8434 w 205193"/>
                  <a:gd name="connsiteY8" fmla="*/ 17424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193" h="17424">
                    <a:moveTo>
                      <a:pt x="8434" y="17424"/>
                    </a:moveTo>
                    <a:lnTo>
                      <a:pt x="196760" y="17424"/>
                    </a:lnTo>
                    <a:cubicBezTo>
                      <a:pt x="201598" y="17424"/>
                      <a:pt x="205194" y="13828"/>
                      <a:pt x="205194" y="8990"/>
                    </a:cubicBezTo>
                    <a:lnTo>
                      <a:pt x="205194" y="8434"/>
                    </a:lnTo>
                    <a:cubicBezTo>
                      <a:pt x="205194" y="3896"/>
                      <a:pt x="201598" y="0"/>
                      <a:pt x="196760" y="0"/>
                    </a:cubicBezTo>
                    <a:lnTo>
                      <a:pt x="8434" y="0"/>
                    </a:lnTo>
                    <a:cubicBezTo>
                      <a:pt x="3553" y="0"/>
                      <a:pt x="0" y="3896"/>
                      <a:pt x="0" y="8434"/>
                    </a:cubicBezTo>
                    <a:lnTo>
                      <a:pt x="0" y="8990"/>
                    </a:lnTo>
                    <a:cubicBezTo>
                      <a:pt x="0" y="13828"/>
                      <a:pt x="3553" y="17424"/>
                      <a:pt x="8434" y="17424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1" name="任意多边形: 形状 90"/>
              <p:cNvSpPr/>
              <p:nvPr/>
            </p:nvSpPr>
            <p:spPr>
              <a:xfrm>
                <a:off x="10920706" y="6330606"/>
                <a:ext cx="193056" cy="106214"/>
              </a:xfrm>
              <a:custGeom>
                <a:avLst/>
                <a:gdLst>
                  <a:gd name="connsiteX0" fmla="*/ 161293 w 193056"/>
                  <a:gd name="connsiteY0" fmla="*/ 19393 h 106214"/>
                  <a:gd name="connsiteX1" fmla="*/ 175035 w 193056"/>
                  <a:gd name="connsiteY1" fmla="*/ 73849 h 106214"/>
                  <a:gd name="connsiteX2" fmla="*/ 174222 w 193056"/>
                  <a:gd name="connsiteY2" fmla="*/ 84338 h 106214"/>
                  <a:gd name="connsiteX3" fmla="*/ 163947 w 193056"/>
                  <a:gd name="connsiteY3" fmla="*/ 88962 h 106214"/>
                  <a:gd name="connsiteX4" fmla="*/ 45788 w 193056"/>
                  <a:gd name="connsiteY4" fmla="*/ 88962 h 106214"/>
                  <a:gd name="connsiteX5" fmla="*/ 23441 w 193056"/>
                  <a:gd name="connsiteY5" fmla="*/ 88962 h 106214"/>
                  <a:gd name="connsiteX6" fmla="*/ 25539 w 193056"/>
                  <a:gd name="connsiteY6" fmla="*/ 69782 h 106214"/>
                  <a:gd name="connsiteX7" fmla="*/ 49941 w 193056"/>
                  <a:gd name="connsiteY7" fmla="*/ 6036 h 106214"/>
                  <a:gd name="connsiteX8" fmla="*/ 40608 w 193056"/>
                  <a:gd name="connsiteY8" fmla="*/ 1456 h 106214"/>
                  <a:gd name="connsiteX9" fmla="*/ 35257 w 193056"/>
                  <a:gd name="connsiteY9" fmla="*/ 0 h 106214"/>
                  <a:gd name="connsiteX10" fmla="*/ 280 w 193056"/>
                  <a:gd name="connsiteY10" fmla="*/ 95683 h 106214"/>
                  <a:gd name="connsiteX11" fmla="*/ 2035 w 193056"/>
                  <a:gd name="connsiteY11" fmla="*/ 103175 h 106214"/>
                  <a:gd name="connsiteX12" fmla="*/ 8457 w 193056"/>
                  <a:gd name="connsiteY12" fmla="*/ 106215 h 106214"/>
                  <a:gd name="connsiteX13" fmla="*/ 163947 w 193056"/>
                  <a:gd name="connsiteY13" fmla="*/ 106215 h 106214"/>
                  <a:gd name="connsiteX14" fmla="*/ 176234 w 193056"/>
                  <a:gd name="connsiteY14" fmla="*/ 103689 h 106214"/>
                  <a:gd name="connsiteX15" fmla="*/ 191346 w 193056"/>
                  <a:gd name="connsiteY15" fmla="*/ 90332 h 106214"/>
                  <a:gd name="connsiteX16" fmla="*/ 192202 w 193056"/>
                  <a:gd name="connsiteY16" fmla="*/ 73935 h 106214"/>
                  <a:gd name="connsiteX17" fmla="*/ 182570 w 193056"/>
                  <a:gd name="connsiteY17" fmla="*/ 35533 h 106214"/>
                  <a:gd name="connsiteX18" fmla="*/ 161293 w 193056"/>
                  <a:gd name="connsiteY18" fmla="*/ 19393 h 10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3056" h="106214">
                    <a:moveTo>
                      <a:pt x="161293" y="19393"/>
                    </a:moveTo>
                    <a:lnTo>
                      <a:pt x="175035" y="73849"/>
                    </a:lnTo>
                    <a:cubicBezTo>
                      <a:pt x="175035" y="77959"/>
                      <a:pt x="177005" y="81555"/>
                      <a:pt x="174222" y="84338"/>
                    </a:cubicBezTo>
                    <a:cubicBezTo>
                      <a:pt x="171353" y="87164"/>
                      <a:pt x="167800" y="88962"/>
                      <a:pt x="163947" y="88962"/>
                    </a:cubicBezTo>
                    <a:lnTo>
                      <a:pt x="45788" y="88962"/>
                    </a:lnTo>
                    <a:cubicBezTo>
                      <a:pt x="45788" y="88962"/>
                      <a:pt x="30804" y="88962"/>
                      <a:pt x="23441" y="88962"/>
                    </a:cubicBezTo>
                    <a:cubicBezTo>
                      <a:pt x="16591" y="88962"/>
                      <a:pt x="25539" y="69782"/>
                      <a:pt x="25539" y="69782"/>
                    </a:cubicBezTo>
                    <a:lnTo>
                      <a:pt x="49941" y="6036"/>
                    </a:lnTo>
                    <a:cubicBezTo>
                      <a:pt x="46730" y="4752"/>
                      <a:pt x="44119" y="2183"/>
                      <a:pt x="40608" y="1456"/>
                    </a:cubicBezTo>
                    <a:cubicBezTo>
                      <a:pt x="38767" y="1027"/>
                      <a:pt x="36884" y="771"/>
                      <a:pt x="35257" y="0"/>
                    </a:cubicBezTo>
                    <a:lnTo>
                      <a:pt x="280" y="95683"/>
                    </a:lnTo>
                    <a:cubicBezTo>
                      <a:pt x="-448" y="98252"/>
                      <a:pt x="280" y="100820"/>
                      <a:pt x="2035" y="103175"/>
                    </a:cubicBezTo>
                    <a:cubicBezTo>
                      <a:pt x="3576" y="105187"/>
                      <a:pt x="5631" y="106215"/>
                      <a:pt x="8457" y="106215"/>
                    </a:cubicBezTo>
                    <a:lnTo>
                      <a:pt x="163947" y="106215"/>
                    </a:lnTo>
                    <a:cubicBezTo>
                      <a:pt x="168057" y="106215"/>
                      <a:pt x="172424" y="105444"/>
                      <a:pt x="176234" y="103689"/>
                    </a:cubicBezTo>
                    <a:cubicBezTo>
                      <a:pt x="183940" y="100349"/>
                      <a:pt x="188007" y="98038"/>
                      <a:pt x="191346" y="90332"/>
                    </a:cubicBezTo>
                    <a:cubicBezTo>
                      <a:pt x="193358" y="86222"/>
                      <a:pt x="193530" y="79714"/>
                      <a:pt x="192202" y="73935"/>
                    </a:cubicBezTo>
                    <a:lnTo>
                      <a:pt x="182570" y="35533"/>
                    </a:lnTo>
                    <a:cubicBezTo>
                      <a:pt x="177518" y="19864"/>
                      <a:pt x="161293" y="19393"/>
                      <a:pt x="161293" y="19393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>
                <a:off x="10904547" y="6292761"/>
                <a:ext cx="224159" cy="17424"/>
              </a:xfrm>
              <a:custGeom>
                <a:avLst/>
                <a:gdLst>
                  <a:gd name="connsiteX0" fmla="*/ 215725 w 224159"/>
                  <a:gd name="connsiteY0" fmla="*/ 0 h 17424"/>
                  <a:gd name="connsiteX1" fmla="*/ 8434 w 224159"/>
                  <a:gd name="connsiteY1" fmla="*/ 0 h 17424"/>
                  <a:gd name="connsiteX2" fmla="*/ 0 w 224159"/>
                  <a:gd name="connsiteY2" fmla="*/ 8434 h 17424"/>
                  <a:gd name="connsiteX3" fmla="*/ 0 w 224159"/>
                  <a:gd name="connsiteY3" fmla="*/ 8948 h 17424"/>
                  <a:gd name="connsiteX4" fmla="*/ 8434 w 224159"/>
                  <a:gd name="connsiteY4" fmla="*/ 17424 h 17424"/>
                  <a:gd name="connsiteX5" fmla="*/ 215725 w 224159"/>
                  <a:gd name="connsiteY5" fmla="*/ 17424 h 17424"/>
                  <a:gd name="connsiteX6" fmla="*/ 224159 w 224159"/>
                  <a:gd name="connsiteY6" fmla="*/ 8948 h 17424"/>
                  <a:gd name="connsiteX7" fmla="*/ 224159 w 224159"/>
                  <a:gd name="connsiteY7" fmla="*/ 8434 h 17424"/>
                  <a:gd name="connsiteX8" fmla="*/ 215725 w 224159"/>
                  <a:gd name="connsiteY8" fmla="*/ 0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4159" h="17424">
                    <a:moveTo>
                      <a:pt x="215725" y="0"/>
                    </a:moveTo>
                    <a:lnTo>
                      <a:pt x="8434" y="0"/>
                    </a:lnTo>
                    <a:cubicBezTo>
                      <a:pt x="3853" y="0"/>
                      <a:pt x="0" y="3853"/>
                      <a:pt x="0" y="8434"/>
                    </a:cubicBezTo>
                    <a:lnTo>
                      <a:pt x="0" y="8948"/>
                    </a:lnTo>
                    <a:cubicBezTo>
                      <a:pt x="0" y="13528"/>
                      <a:pt x="3853" y="17424"/>
                      <a:pt x="8434" y="17424"/>
                    </a:cubicBezTo>
                    <a:lnTo>
                      <a:pt x="215725" y="17424"/>
                    </a:lnTo>
                    <a:cubicBezTo>
                      <a:pt x="220306" y="17424"/>
                      <a:pt x="224159" y="13528"/>
                      <a:pt x="224159" y="8948"/>
                    </a:cubicBezTo>
                    <a:lnTo>
                      <a:pt x="224159" y="8434"/>
                    </a:lnTo>
                    <a:cubicBezTo>
                      <a:pt x="224159" y="3853"/>
                      <a:pt x="220306" y="0"/>
                      <a:pt x="215725" y="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11159704" y="6213485"/>
                <a:ext cx="120553" cy="118336"/>
              </a:xfrm>
              <a:custGeom>
                <a:avLst/>
                <a:gdLst>
                  <a:gd name="connsiteX0" fmla="*/ 53383 w 120553"/>
                  <a:gd name="connsiteY0" fmla="*/ 89765 h 118336"/>
                  <a:gd name="connsiteX1" fmla="*/ 61859 w 120553"/>
                  <a:gd name="connsiteY1" fmla="*/ 77436 h 118336"/>
                  <a:gd name="connsiteX2" fmla="*/ 104371 w 120553"/>
                  <a:gd name="connsiteY2" fmla="*/ 112755 h 118336"/>
                  <a:gd name="connsiteX3" fmla="*/ 116144 w 120553"/>
                  <a:gd name="connsiteY3" fmla="*/ 112027 h 118336"/>
                  <a:gd name="connsiteX4" fmla="*/ 118499 w 120553"/>
                  <a:gd name="connsiteY4" fmla="*/ 105606 h 118336"/>
                  <a:gd name="connsiteX5" fmla="*/ 115416 w 120553"/>
                  <a:gd name="connsiteY5" fmla="*/ 99698 h 118336"/>
                  <a:gd name="connsiteX6" fmla="*/ 82409 w 120553"/>
                  <a:gd name="connsiteY6" fmla="*/ 71785 h 118336"/>
                  <a:gd name="connsiteX7" fmla="*/ 112077 w 120553"/>
                  <a:gd name="connsiteY7" fmla="*/ 71785 h 118336"/>
                  <a:gd name="connsiteX8" fmla="*/ 120554 w 120553"/>
                  <a:gd name="connsiteY8" fmla="*/ 63308 h 118336"/>
                  <a:gd name="connsiteX9" fmla="*/ 120554 w 120553"/>
                  <a:gd name="connsiteY9" fmla="*/ 62880 h 118336"/>
                  <a:gd name="connsiteX10" fmla="*/ 112077 w 120553"/>
                  <a:gd name="connsiteY10" fmla="*/ 54446 h 118336"/>
                  <a:gd name="connsiteX11" fmla="*/ 69565 w 120553"/>
                  <a:gd name="connsiteY11" fmla="*/ 54446 h 118336"/>
                  <a:gd name="connsiteX12" fmla="*/ 70636 w 120553"/>
                  <a:gd name="connsiteY12" fmla="*/ 41860 h 118336"/>
                  <a:gd name="connsiteX13" fmla="*/ 70850 w 120553"/>
                  <a:gd name="connsiteY13" fmla="*/ 30857 h 118336"/>
                  <a:gd name="connsiteX14" fmla="*/ 109037 w 120553"/>
                  <a:gd name="connsiteY14" fmla="*/ 30857 h 118336"/>
                  <a:gd name="connsiteX15" fmla="*/ 117471 w 120553"/>
                  <a:gd name="connsiteY15" fmla="*/ 22381 h 118336"/>
                  <a:gd name="connsiteX16" fmla="*/ 117471 w 120553"/>
                  <a:gd name="connsiteY16" fmla="*/ 22167 h 118336"/>
                  <a:gd name="connsiteX17" fmla="*/ 109037 w 120553"/>
                  <a:gd name="connsiteY17" fmla="*/ 13690 h 118336"/>
                  <a:gd name="connsiteX18" fmla="*/ 28338 w 120553"/>
                  <a:gd name="connsiteY18" fmla="*/ 13690 h 118336"/>
                  <a:gd name="connsiteX19" fmla="*/ 28809 w 120553"/>
                  <a:gd name="connsiteY19" fmla="*/ 11935 h 118336"/>
                  <a:gd name="connsiteX20" fmla="*/ 28809 w 120553"/>
                  <a:gd name="connsiteY20" fmla="*/ 5256 h 118336"/>
                  <a:gd name="connsiteX21" fmla="*/ 24186 w 120553"/>
                  <a:gd name="connsiteY21" fmla="*/ 632 h 118336"/>
                  <a:gd name="connsiteX22" fmla="*/ 23715 w 120553"/>
                  <a:gd name="connsiteY22" fmla="*/ 632 h 118336"/>
                  <a:gd name="connsiteX23" fmla="*/ 12926 w 120553"/>
                  <a:gd name="connsiteY23" fmla="*/ 5256 h 118336"/>
                  <a:gd name="connsiteX24" fmla="*/ 7275 w 120553"/>
                  <a:gd name="connsiteY24" fmla="*/ 19341 h 118336"/>
                  <a:gd name="connsiteX25" fmla="*/ 15195 w 120553"/>
                  <a:gd name="connsiteY25" fmla="*/ 30857 h 118336"/>
                  <a:gd name="connsiteX26" fmla="*/ 53383 w 120553"/>
                  <a:gd name="connsiteY26" fmla="*/ 30857 h 118336"/>
                  <a:gd name="connsiteX27" fmla="*/ 53383 w 120553"/>
                  <a:gd name="connsiteY27" fmla="*/ 41860 h 118336"/>
                  <a:gd name="connsiteX28" fmla="*/ 52098 w 120553"/>
                  <a:gd name="connsiteY28" fmla="*/ 54446 h 118336"/>
                  <a:gd name="connsiteX29" fmla="*/ 9330 w 120553"/>
                  <a:gd name="connsiteY29" fmla="*/ 54446 h 118336"/>
                  <a:gd name="connsiteX30" fmla="*/ 853 w 120553"/>
                  <a:gd name="connsiteY30" fmla="*/ 62880 h 118336"/>
                  <a:gd name="connsiteX31" fmla="*/ 853 w 120553"/>
                  <a:gd name="connsiteY31" fmla="*/ 63394 h 118336"/>
                  <a:gd name="connsiteX32" fmla="*/ 9330 w 120553"/>
                  <a:gd name="connsiteY32" fmla="*/ 71870 h 118336"/>
                  <a:gd name="connsiteX33" fmla="*/ 44949 w 120553"/>
                  <a:gd name="connsiteY33" fmla="*/ 71870 h 118336"/>
                  <a:gd name="connsiteX34" fmla="*/ 39555 w 120553"/>
                  <a:gd name="connsiteY34" fmla="*/ 79320 h 118336"/>
                  <a:gd name="connsiteX35" fmla="*/ 5477 w 120553"/>
                  <a:gd name="connsiteY35" fmla="*/ 101624 h 118336"/>
                  <a:gd name="connsiteX36" fmla="*/ 383 w 120553"/>
                  <a:gd name="connsiteY36" fmla="*/ 112327 h 118336"/>
                  <a:gd name="connsiteX37" fmla="*/ 639 w 120553"/>
                  <a:gd name="connsiteY37" fmla="*/ 112841 h 118336"/>
                  <a:gd name="connsiteX38" fmla="*/ 5220 w 120553"/>
                  <a:gd name="connsiteY38" fmla="*/ 117721 h 118336"/>
                  <a:gd name="connsiteX39" fmla="*/ 11642 w 120553"/>
                  <a:gd name="connsiteY39" fmla="*/ 117978 h 118336"/>
                  <a:gd name="connsiteX40" fmla="*/ 53383 w 120553"/>
                  <a:gd name="connsiteY40" fmla="*/ 89765 h 11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0553" h="118336">
                    <a:moveTo>
                      <a:pt x="53383" y="89765"/>
                    </a:moveTo>
                    <a:cubicBezTo>
                      <a:pt x="56722" y="85955"/>
                      <a:pt x="59505" y="81845"/>
                      <a:pt x="61859" y="77436"/>
                    </a:cubicBezTo>
                    <a:lnTo>
                      <a:pt x="104371" y="112755"/>
                    </a:lnTo>
                    <a:cubicBezTo>
                      <a:pt x="107967" y="115880"/>
                      <a:pt x="113062" y="115324"/>
                      <a:pt x="116144" y="112027"/>
                    </a:cubicBezTo>
                    <a:cubicBezTo>
                      <a:pt x="117728" y="109972"/>
                      <a:pt x="118755" y="108131"/>
                      <a:pt x="118499" y="105606"/>
                    </a:cubicBezTo>
                    <a:cubicBezTo>
                      <a:pt x="118199" y="103251"/>
                      <a:pt x="117428" y="101539"/>
                      <a:pt x="115416" y="99698"/>
                    </a:cubicBezTo>
                    <a:lnTo>
                      <a:pt x="82409" y="71785"/>
                    </a:lnTo>
                    <a:lnTo>
                      <a:pt x="112077" y="71785"/>
                    </a:lnTo>
                    <a:cubicBezTo>
                      <a:pt x="116957" y="71785"/>
                      <a:pt x="120554" y="67889"/>
                      <a:pt x="120554" y="63308"/>
                    </a:cubicBezTo>
                    <a:lnTo>
                      <a:pt x="120554" y="62880"/>
                    </a:lnTo>
                    <a:cubicBezTo>
                      <a:pt x="120554" y="58256"/>
                      <a:pt x="116957" y="54446"/>
                      <a:pt x="112077" y="54446"/>
                    </a:cubicBezTo>
                    <a:lnTo>
                      <a:pt x="69565" y="54446"/>
                    </a:lnTo>
                    <a:cubicBezTo>
                      <a:pt x="70336" y="50336"/>
                      <a:pt x="70636" y="46226"/>
                      <a:pt x="70636" y="41860"/>
                    </a:cubicBezTo>
                    <a:lnTo>
                      <a:pt x="70850" y="30857"/>
                    </a:lnTo>
                    <a:lnTo>
                      <a:pt x="109037" y="30857"/>
                    </a:lnTo>
                    <a:cubicBezTo>
                      <a:pt x="113618" y="30857"/>
                      <a:pt x="117471" y="27047"/>
                      <a:pt x="117471" y="22381"/>
                    </a:cubicBezTo>
                    <a:lnTo>
                      <a:pt x="117471" y="22167"/>
                    </a:lnTo>
                    <a:cubicBezTo>
                      <a:pt x="117471" y="17543"/>
                      <a:pt x="113618" y="13690"/>
                      <a:pt x="109037" y="13690"/>
                    </a:cubicBezTo>
                    <a:lnTo>
                      <a:pt x="28338" y="13690"/>
                    </a:lnTo>
                    <a:lnTo>
                      <a:pt x="28809" y="11935"/>
                    </a:lnTo>
                    <a:cubicBezTo>
                      <a:pt x="29837" y="9623"/>
                      <a:pt x="29837" y="7311"/>
                      <a:pt x="28809" y="5256"/>
                    </a:cubicBezTo>
                    <a:cubicBezTo>
                      <a:pt x="28039" y="3201"/>
                      <a:pt x="26240" y="1446"/>
                      <a:pt x="24186" y="632"/>
                    </a:cubicBezTo>
                    <a:lnTo>
                      <a:pt x="23715" y="632"/>
                    </a:lnTo>
                    <a:cubicBezTo>
                      <a:pt x="19562" y="-1123"/>
                      <a:pt x="14467" y="889"/>
                      <a:pt x="12926" y="5256"/>
                    </a:cubicBezTo>
                    <a:lnTo>
                      <a:pt x="7275" y="19341"/>
                    </a:lnTo>
                    <a:cubicBezTo>
                      <a:pt x="5220" y="24949"/>
                      <a:pt x="9073" y="30857"/>
                      <a:pt x="15195" y="30857"/>
                    </a:cubicBezTo>
                    <a:lnTo>
                      <a:pt x="53383" y="30857"/>
                    </a:lnTo>
                    <a:lnTo>
                      <a:pt x="53383" y="41860"/>
                    </a:lnTo>
                    <a:cubicBezTo>
                      <a:pt x="53383" y="46226"/>
                      <a:pt x="52826" y="50550"/>
                      <a:pt x="52098" y="54446"/>
                    </a:cubicBezTo>
                    <a:lnTo>
                      <a:pt x="9330" y="54446"/>
                    </a:lnTo>
                    <a:cubicBezTo>
                      <a:pt x="4706" y="54446"/>
                      <a:pt x="853" y="58256"/>
                      <a:pt x="853" y="62880"/>
                    </a:cubicBezTo>
                    <a:lnTo>
                      <a:pt x="853" y="63394"/>
                    </a:lnTo>
                    <a:cubicBezTo>
                      <a:pt x="853" y="68017"/>
                      <a:pt x="4706" y="71870"/>
                      <a:pt x="9330" y="71870"/>
                    </a:cubicBezTo>
                    <a:lnTo>
                      <a:pt x="44949" y="71870"/>
                    </a:lnTo>
                    <a:cubicBezTo>
                      <a:pt x="43365" y="74396"/>
                      <a:pt x="41653" y="76965"/>
                      <a:pt x="39555" y="79320"/>
                    </a:cubicBezTo>
                    <a:cubicBezTo>
                      <a:pt x="31378" y="88267"/>
                      <a:pt x="19819" y="95930"/>
                      <a:pt x="5477" y="101624"/>
                    </a:cubicBezTo>
                    <a:cubicBezTo>
                      <a:pt x="1110" y="103636"/>
                      <a:pt x="-902" y="108003"/>
                      <a:pt x="383" y="112327"/>
                    </a:cubicBezTo>
                    <a:lnTo>
                      <a:pt x="639" y="112841"/>
                    </a:lnTo>
                    <a:cubicBezTo>
                      <a:pt x="1410" y="115153"/>
                      <a:pt x="3165" y="116737"/>
                      <a:pt x="5220" y="117721"/>
                    </a:cubicBezTo>
                    <a:cubicBezTo>
                      <a:pt x="7275" y="118492"/>
                      <a:pt x="9587" y="118492"/>
                      <a:pt x="11642" y="117978"/>
                    </a:cubicBezTo>
                    <a:cubicBezTo>
                      <a:pt x="29794" y="110529"/>
                      <a:pt x="43622" y="101324"/>
                      <a:pt x="53383" y="89765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11291217" y="6218441"/>
                <a:ext cx="96282" cy="110367"/>
              </a:xfrm>
              <a:custGeom>
                <a:avLst/>
                <a:gdLst>
                  <a:gd name="connsiteX0" fmla="*/ 88362 w 96282"/>
                  <a:gd name="connsiteY0" fmla="*/ 8220 h 110367"/>
                  <a:gd name="connsiteX1" fmla="*/ 68883 w 96282"/>
                  <a:gd name="connsiteY1" fmla="*/ 0 h 110367"/>
                  <a:gd name="connsiteX2" fmla="*/ 27142 w 96282"/>
                  <a:gd name="connsiteY2" fmla="*/ 0 h 110367"/>
                  <a:gd name="connsiteX3" fmla="*/ 2055 w 96282"/>
                  <a:gd name="connsiteY3" fmla="*/ 16910 h 110367"/>
                  <a:gd name="connsiteX4" fmla="*/ 0 w 96282"/>
                  <a:gd name="connsiteY4" fmla="*/ 27399 h 110367"/>
                  <a:gd name="connsiteX5" fmla="*/ 0 w 96282"/>
                  <a:gd name="connsiteY5" fmla="*/ 83011 h 110367"/>
                  <a:gd name="connsiteX6" fmla="*/ 27142 w 96282"/>
                  <a:gd name="connsiteY6" fmla="*/ 110367 h 110367"/>
                  <a:gd name="connsiteX7" fmla="*/ 68883 w 96282"/>
                  <a:gd name="connsiteY7" fmla="*/ 110367 h 110367"/>
                  <a:gd name="connsiteX8" fmla="*/ 79415 w 96282"/>
                  <a:gd name="connsiteY8" fmla="*/ 108056 h 110367"/>
                  <a:gd name="connsiteX9" fmla="*/ 96282 w 96282"/>
                  <a:gd name="connsiteY9" fmla="*/ 82968 h 110367"/>
                  <a:gd name="connsiteX10" fmla="*/ 96282 w 96282"/>
                  <a:gd name="connsiteY10" fmla="*/ 27399 h 110367"/>
                  <a:gd name="connsiteX11" fmla="*/ 88362 w 96282"/>
                  <a:gd name="connsiteY11" fmla="*/ 8220 h 110367"/>
                  <a:gd name="connsiteX12" fmla="*/ 79158 w 96282"/>
                  <a:gd name="connsiteY12" fmla="*/ 83054 h 110367"/>
                  <a:gd name="connsiteX13" fmla="*/ 79072 w 96282"/>
                  <a:gd name="connsiteY13" fmla="*/ 101848 h 110367"/>
                  <a:gd name="connsiteX14" fmla="*/ 63617 w 96282"/>
                  <a:gd name="connsiteY14" fmla="*/ 93072 h 110367"/>
                  <a:gd name="connsiteX15" fmla="*/ 27142 w 96282"/>
                  <a:gd name="connsiteY15" fmla="*/ 93072 h 110367"/>
                  <a:gd name="connsiteX16" fmla="*/ 16868 w 96282"/>
                  <a:gd name="connsiteY16" fmla="*/ 83054 h 110367"/>
                  <a:gd name="connsiteX17" fmla="*/ 16868 w 96282"/>
                  <a:gd name="connsiteY17" fmla="*/ 27399 h 110367"/>
                  <a:gd name="connsiteX18" fmla="*/ 19693 w 96282"/>
                  <a:gd name="connsiteY18" fmla="*/ 20250 h 110367"/>
                  <a:gd name="connsiteX19" fmla="*/ 27142 w 96282"/>
                  <a:gd name="connsiteY19" fmla="*/ 17424 h 110367"/>
                  <a:gd name="connsiteX20" fmla="*/ 68883 w 96282"/>
                  <a:gd name="connsiteY20" fmla="*/ 17424 h 110367"/>
                  <a:gd name="connsiteX21" fmla="*/ 76075 w 96282"/>
                  <a:gd name="connsiteY21" fmla="*/ 20250 h 110367"/>
                  <a:gd name="connsiteX22" fmla="*/ 79158 w 96282"/>
                  <a:gd name="connsiteY22" fmla="*/ 27399 h 110367"/>
                  <a:gd name="connsiteX23" fmla="*/ 79158 w 96282"/>
                  <a:gd name="connsiteY23" fmla="*/ 83054 h 11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82" h="110367">
                    <a:moveTo>
                      <a:pt x="88362" y="8220"/>
                    </a:moveTo>
                    <a:cubicBezTo>
                      <a:pt x="83268" y="3125"/>
                      <a:pt x="76332" y="0"/>
                      <a:pt x="68883" y="0"/>
                    </a:cubicBezTo>
                    <a:lnTo>
                      <a:pt x="27142" y="0"/>
                    </a:lnTo>
                    <a:cubicBezTo>
                      <a:pt x="15883" y="0"/>
                      <a:pt x="6379" y="6935"/>
                      <a:pt x="2055" y="16910"/>
                    </a:cubicBezTo>
                    <a:cubicBezTo>
                      <a:pt x="471" y="20250"/>
                      <a:pt x="0" y="23846"/>
                      <a:pt x="0" y="27399"/>
                    </a:cubicBezTo>
                    <a:lnTo>
                      <a:pt x="0" y="83011"/>
                    </a:lnTo>
                    <a:cubicBezTo>
                      <a:pt x="0" y="98123"/>
                      <a:pt x="11987" y="110367"/>
                      <a:pt x="27142" y="110367"/>
                    </a:cubicBezTo>
                    <a:lnTo>
                      <a:pt x="68883" y="110367"/>
                    </a:lnTo>
                    <a:cubicBezTo>
                      <a:pt x="72736" y="110367"/>
                      <a:pt x="76075" y="109640"/>
                      <a:pt x="79415" y="108056"/>
                    </a:cubicBezTo>
                    <a:cubicBezTo>
                      <a:pt x="89647" y="103732"/>
                      <a:pt x="96282" y="94227"/>
                      <a:pt x="96282" y="82968"/>
                    </a:cubicBezTo>
                    <a:lnTo>
                      <a:pt x="96282" y="27399"/>
                    </a:lnTo>
                    <a:cubicBezTo>
                      <a:pt x="96282" y="19993"/>
                      <a:pt x="93457" y="13314"/>
                      <a:pt x="88362" y="8220"/>
                    </a:cubicBezTo>
                    <a:close/>
                    <a:moveTo>
                      <a:pt x="79158" y="83054"/>
                    </a:moveTo>
                    <a:lnTo>
                      <a:pt x="79072" y="101848"/>
                    </a:lnTo>
                    <a:cubicBezTo>
                      <a:pt x="79072" y="101848"/>
                      <a:pt x="70724" y="93072"/>
                      <a:pt x="63617" y="93072"/>
                    </a:cubicBezTo>
                    <a:lnTo>
                      <a:pt x="27142" y="93072"/>
                    </a:lnTo>
                    <a:cubicBezTo>
                      <a:pt x="21277" y="93072"/>
                      <a:pt x="16868" y="88962"/>
                      <a:pt x="16868" y="83054"/>
                    </a:cubicBezTo>
                    <a:lnTo>
                      <a:pt x="16868" y="27399"/>
                    </a:lnTo>
                    <a:cubicBezTo>
                      <a:pt x="16868" y="24616"/>
                      <a:pt x="17895" y="22048"/>
                      <a:pt x="19693" y="20250"/>
                    </a:cubicBezTo>
                    <a:cubicBezTo>
                      <a:pt x="21748" y="18452"/>
                      <a:pt x="24060" y="17424"/>
                      <a:pt x="27142" y="17424"/>
                    </a:cubicBezTo>
                    <a:lnTo>
                      <a:pt x="68883" y="17424"/>
                    </a:lnTo>
                    <a:cubicBezTo>
                      <a:pt x="71923" y="17424"/>
                      <a:pt x="74277" y="18452"/>
                      <a:pt x="76075" y="20250"/>
                    </a:cubicBezTo>
                    <a:cubicBezTo>
                      <a:pt x="78344" y="22048"/>
                      <a:pt x="79158" y="24616"/>
                      <a:pt x="79158" y="27399"/>
                    </a:cubicBezTo>
                    <a:lnTo>
                      <a:pt x="79158" y="83054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11203968" y="6382708"/>
                <a:ext cx="137894" cy="17124"/>
              </a:xfrm>
              <a:custGeom>
                <a:avLst/>
                <a:gdLst>
                  <a:gd name="connsiteX0" fmla="*/ 0 w 137894"/>
                  <a:gd name="connsiteY0" fmla="*/ 0 h 17124"/>
                  <a:gd name="connsiteX1" fmla="*/ 214 w 137894"/>
                  <a:gd name="connsiteY1" fmla="*/ 17124 h 17124"/>
                  <a:gd name="connsiteX2" fmla="*/ 137809 w 137894"/>
                  <a:gd name="connsiteY2" fmla="*/ 17124 h 17124"/>
                  <a:gd name="connsiteX3" fmla="*/ 137895 w 137894"/>
                  <a:gd name="connsiteY3" fmla="*/ 0 h 17124"/>
                  <a:gd name="connsiteX4" fmla="*/ 0 w 137894"/>
                  <a:gd name="connsiteY4" fmla="*/ 0 h 1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894" h="17124">
                    <a:moveTo>
                      <a:pt x="0" y="0"/>
                    </a:moveTo>
                    <a:cubicBezTo>
                      <a:pt x="0" y="43"/>
                      <a:pt x="214" y="17124"/>
                      <a:pt x="214" y="17124"/>
                    </a:cubicBezTo>
                    <a:lnTo>
                      <a:pt x="137809" y="17124"/>
                    </a:lnTo>
                    <a:lnTo>
                      <a:pt x="1378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11173615" y="6340153"/>
                <a:ext cx="198729" cy="102746"/>
              </a:xfrm>
              <a:custGeom>
                <a:avLst/>
                <a:gdLst>
                  <a:gd name="connsiteX0" fmla="*/ 182376 w 198729"/>
                  <a:gd name="connsiteY0" fmla="*/ 2269 h 102746"/>
                  <a:gd name="connsiteX1" fmla="*/ 172101 w 198729"/>
                  <a:gd name="connsiteY1" fmla="*/ 0 h 102746"/>
                  <a:gd name="connsiteX2" fmla="*/ 26885 w 198729"/>
                  <a:gd name="connsiteY2" fmla="*/ 0 h 102746"/>
                  <a:gd name="connsiteX3" fmla="*/ 16654 w 198729"/>
                  <a:gd name="connsiteY3" fmla="*/ 2269 h 102746"/>
                  <a:gd name="connsiteX4" fmla="*/ 0 w 198729"/>
                  <a:gd name="connsiteY4" fmla="*/ 27399 h 102746"/>
                  <a:gd name="connsiteX5" fmla="*/ 0 w 198729"/>
                  <a:gd name="connsiteY5" fmla="*/ 75262 h 102746"/>
                  <a:gd name="connsiteX6" fmla="*/ 16654 w 198729"/>
                  <a:gd name="connsiteY6" fmla="*/ 100692 h 102746"/>
                  <a:gd name="connsiteX7" fmla="*/ 26885 w 198729"/>
                  <a:gd name="connsiteY7" fmla="*/ 102747 h 102746"/>
                  <a:gd name="connsiteX8" fmla="*/ 135968 w 198729"/>
                  <a:gd name="connsiteY8" fmla="*/ 102747 h 102746"/>
                  <a:gd name="connsiteX9" fmla="*/ 166921 w 198729"/>
                  <a:gd name="connsiteY9" fmla="*/ 85580 h 102746"/>
                  <a:gd name="connsiteX10" fmla="*/ 26885 w 198729"/>
                  <a:gd name="connsiteY10" fmla="*/ 85580 h 102746"/>
                  <a:gd name="connsiteX11" fmla="*/ 19993 w 198729"/>
                  <a:gd name="connsiteY11" fmla="*/ 82754 h 102746"/>
                  <a:gd name="connsiteX12" fmla="*/ 17167 w 198729"/>
                  <a:gd name="connsiteY12" fmla="*/ 75262 h 102746"/>
                  <a:gd name="connsiteX13" fmla="*/ 17167 w 198729"/>
                  <a:gd name="connsiteY13" fmla="*/ 27442 h 102746"/>
                  <a:gd name="connsiteX14" fmla="*/ 19993 w 198729"/>
                  <a:gd name="connsiteY14" fmla="*/ 19993 h 102746"/>
                  <a:gd name="connsiteX15" fmla="*/ 26885 w 198729"/>
                  <a:gd name="connsiteY15" fmla="*/ 17167 h 102746"/>
                  <a:gd name="connsiteX16" fmla="*/ 172101 w 198729"/>
                  <a:gd name="connsiteY16" fmla="*/ 17167 h 102746"/>
                  <a:gd name="connsiteX17" fmla="*/ 178994 w 198729"/>
                  <a:gd name="connsiteY17" fmla="*/ 19993 h 102746"/>
                  <a:gd name="connsiteX18" fmla="*/ 181819 w 198729"/>
                  <a:gd name="connsiteY18" fmla="*/ 27442 h 102746"/>
                  <a:gd name="connsiteX19" fmla="*/ 181819 w 198729"/>
                  <a:gd name="connsiteY19" fmla="*/ 75305 h 102746"/>
                  <a:gd name="connsiteX20" fmla="*/ 166621 w 198729"/>
                  <a:gd name="connsiteY20" fmla="*/ 102747 h 102746"/>
                  <a:gd name="connsiteX21" fmla="*/ 198729 w 198729"/>
                  <a:gd name="connsiteY21" fmla="*/ 75305 h 102746"/>
                  <a:gd name="connsiteX22" fmla="*/ 198729 w 198729"/>
                  <a:gd name="connsiteY22" fmla="*/ 27442 h 102746"/>
                  <a:gd name="connsiteX23" fmla="*/ 182376 w 198729"/>
                  <a:gd name="connsiteY23" fmla="*/ 2269 h 10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729" h="102746">
                    <a:moveTo>
                      <a:pt x="182376" y="2269"/>
                    </a:moveTo>
                    <a:cubicBezTo>
                      <a:pt x="179036" y="771"/>
                      <a:pt x="175997" y="0"/>
                      <a:pt x="172101" y="0"/>
                    </a:cubicBezTo>
                    <a:lnTo>
                      <a:pt x="26885" y="0"/>
                    </a:lnTo>
                    <a:cubicBezTo>
                      <a:pt x="23032" y="0"/>
                      <a:pt x="19993" y="771"/>
                      <a:pt x="16654" y="2269"/>
                    </a:cubicBezTo>
                    <a:cubicBezTo>
                      <a:pt x="6636" y="6636"/>
                      <a:pt x="0" y="16354"/>
                      <a:pt x="0" y="27399"/>
                    </a:cubicBezTo>
                    <a:lnTo>
                      <a:pt x="0" y="75262"/>
                    </a:lnTo>
                    <a:cubicBezTo>
                      <a:pt x="0" y="86564"/>
                      <a:pt x="6679" y="96068"/>
                      <a:pt x="16654" y="100692"/>
                    </a:cubicBezTo>
                    <a:cubicBezTo>
                      <a:pt x="19993" y="101934"/>
                      <a:pt x="23032" y="102747"/>
                      <a:pt x="26885" y="102747"/>
                    </a:cubicBezTo>
                    <a:lnTo>
                      <a:pt x="135968" y="102747"/>
                    </a:lnTo>
                    <a:cubicBezTo>
                      <a:pt x="159771" y="102747"/>
                      <a:pt x="166921" y="85580"/>
                      <a:pt x="166921" y="85580"/>
                    </a:cubicBezTo>
                    <a:lnTo>
                      <a:pt x="26885" y="85580"/>
                    </a:lnTo>
                    <a:cubicBezTo>
                      <a:pt x="24317" y="85580"/>
                      <a:pt x="22005" y="84552"/>
                      <a:pt x="19993" y="82754"/>
                    </a:cubicBezTo>
                    <a:cubicBezTo>
                      <a:pt x="18195" y="80913"/>
                      <a:pt x="17167" y="78345"/>
                      <a:pt x="17167" y="75262"/>
                    </a:cubicBezTo>
                    <a:lnTo>
                      <a:pt x="17167" y="27442"/>
                    </a:lnTo>
                    <a:cubicBezTo>
                      <a:pt x="17167" y="24360"/>
                      <a:pt x="18195" y="22048"/>
                      <a:pt x="19993" y="19993"/>
                    </a:cubicBezTo>
                    <a:cubicBezTo>
                      <a:pt x="22005" y="18238"/>
                      <a:pt x="24360" y="17167"/>
                      <a:pt x="26885" y="17167"/>
                    </a:cubicBezTo>
                    <a:lnTo>
                      <a:pt x="172101" y="17167"/>
                    </a:lnTo>
                    <a:cubicBezTo>
                      <a:pt x="174670" y="17167"/>
                      <a:pt x="176981" y="18238"/>
                      <a:pt x="178994" y="19993"/>
                    </a:cubicBezTo>
                    <a:cubicBezTo>
                      <a:pt x="180792" y="22048"/>
                      <a:pt x="181819" y="24360"/>
                      <a:pt x="181819" y="27442"/>
                    </a:cubicBezTo>
                    <a:lnTo>
                      <a:pt x="181819" y="75305"/>
                    </a:lnTo>
                    <a:cubicBezTo>
                      <a:pt x="181819" y="76461"/>
                      <a:pt x="183317" y="93628"/>
                      <a:pt x="166621" y="102747"/>
                    </a:cubicBezTo>
                    <a:cubicBezTo>
                      <a:pt x="169875" y="102576"/>
                      <a:pt x="196846" y="100906"/>
                      <a:pt x="198729" y="75305"/>
                    </a:cubicBezTo>
                    <a:lnTo>
                      <a:pt x="198729" y="27442"/>
                    </a:lnTo>
                    <a:cubicBezTo>
                      <a:pt x="198772" y="16397"/>
                      <a:pt x="192393" y="6679"/>
                      <a:pt x="182376" y="2269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11418348" y="6381894"/>
                <a:ext cx="34186" cy="55644"/>
              </a:xfrm>
              <a:custGeom>
                <a:avLst/>
                <a:gdLst>
                  <a:gd name="connsiteX0" fmla="*/ 33796 w 34186"/>
                  <a:gd name="connsiteY0" fmla="*/ 10660 h 55644"/>
                  <a:gd name="connsiteX1" fmla="*/ 16115 w 34186"/>
                  <a:gd name="connsiteY1" fmla="*/ 51930 h 55644"/>
                  <a:gd name="connsiteX2" fmla="*/ 10464 w 34186"/>
                  <a:gd name="connsiteY2" fmla="*/ 55483 h 55644"/>
                  <a:gd name="connsiteX3" fmla="*/ 3871 w 34186"/>
                  <a:gd name="connsiteY3" fmla="*/ 53942 h 55644"/>
                  <a:gd name="connsiteX4" fmla="*/ 3272 w 34186"/>
                  <a:gd name="connsiteY4" fmla="*/ 53642 h 55644"/>
                  <a:gd name="connsiteX5" fmla="*/ 1217 w 34186"/>
                  <a:gd name="connsiteY5" fmla="*/ 42426 h 55644"/>
                  <a:gd name="connsiteX6" fmla="*/ 10464 w 34186"/>
                  <a:gd name="connsiteY6" fmla="*/ 25216 h 55644"/>
                  <a:gd name="connsiteX7" fmla="*/ 17143 w 34186"/>
                  <a:gd name="connsiteY7" fmla="*/ 6250 h 55644"/>
                  <a:gd name="connsiteX8" fmla="*/ 26861 w 34186"/>
                  <a:gd name="connsiteY8" fmla="*/ 128 h 55644"/>
                  <a:gd name="connsiteX9" fmla="*/ 27417 w 34186"/>
                  <a:gd name="connsiteY9" fmla="*/ 128 h 55644"/>
                  <a:gd name="connsiteX10" fmla="*/ 33026 w 34186"/>
                  <a:gd name="connsiteY10" fmla="*/ 3981 h 55644"/>
                  <a:gd name="connsiteX11" fmla="*/ 33796 w 34186"/>
                  <a:gd name="connsiteY11" fmla="*/ 10660 h 5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86" h="55644">
                    <a:moveTo>
                      <a:pt x="33796" y="10660"/>
                    </a:moveTo>
                    <a:cubicBezTo>
                      <a:pt x="30243" y="25515"/>
                      <a:pt x="24078" y="38787"/>
                      <a:pt x="16115" y="51930"/>
                    </a:cubicBezTo>
                    <a:cubicBezTo>
                      <a:pt x="14831" y="53642"/>
                      <a:pt x="13033" y="55226"/>
                      <a:pt x="10464" y="55483"/>
                    </a:cubicBezTo>
                    <a:cubicBezTo>
                      <a:pt x="8152" y="55997"/>
                      <a:pt x="5841" y="55226"/>
                      <a:pt x="3871" y="53942"/>
                    </a:cubicBezTo>
                    <a:lnTo>
                      <a:pt x="3272" y="53642"/>
                    </a:lnTo>
                    <a:cubicBezTo>
                      <a:pt x="-25" y="51116"/>
                      <a:pt x="-1052" y="46236"/>
                      <a:pt x="1217" y="42426"/>
                    </a:cubicBezTo>
                    <a:cubicBezTo>
                      <a:pt x="4813" y="37032"/>
                      <a:pt x="7896" y="31124"/>
                      <a:pt x="10464" y="25216"/>
                    </a:cubicBezTo>
                    <a:cubicBezTo>
                      <a:pt x="13290" y="19308"/>
                      <a:pt x="15345" y="13186"/>
                      <a:pt x="17143" y="6250"/>
                    </a:cubicBezTo>
                    <a:cubicBezTo>
                      <a:pt x="18170" y="2140"/>
                      <a:pt x="22537" y="-642"/>
                      <a:pt x="26861" y="128"/>
                    </a:cubicBezTo>
                    <a:lnTo>
                      <a:pt x="27417" y="128"/>
                    </a:lnTo>
                    <a:cubicBezTo>
                      <a:pt x="29686" y="642"/>
                      <a:pt x="31485" y="2140"/>
                      <a:pt x="33026" y="3981"/>
                    </a:cubicBezTo>
                    <a:cubicBezTo>
                      <a:pt x="34053" y="6079"/>
                      <a:pt x="34610" y="8348"/>
                      <a:pt x="33796" y="1066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11419351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7 w 103517"/>
                  <a:gd name="connsiteY1" fmla="*/ 14599 h 95254"/>
                  <a:gd name="connsiteX2" fmla="*/ 103517 w 103517"/>
                  <a:gd name="connsiteY2" fmla="*/ 15155 h 95254"/>
                  <a:gd name="connsiteX3" fmla="*/ 95084 w 103517"/>
                  <a:gd name="connsiteY3" fmla="*/ 23589 h 95254"/>
                  <a:gd name="connsiteX4" fmla="*/ 60492 w 103517"/>
                  <a:gd name="connsiteY4" fmla="*/ 23589 h 95254"/>
                  <a:gd name="connsiteX5" fmla="*/ 60492 w 103517"/>
                  <a:gd name="connsiteY5" fmla="*/ 36133 h 95254"/>
                  <a:gd name="connsiteX6" fmla="*/ 92986 w 103517"/>
                  <a:gd name="connsiteY6" fmla="*/ 36133 h 95254"/>
                  <a:gd name="connsiteX7" fmla="*/ 101505 w 103517"/>
                  <a:gd name="connsiteY7" fmla="*/ 44566 h 95254"/>
                  <a:gd name="connsiteX8" fmla="*/ 101505 w 103517"/>
                  <a:gd name="connsiteY8" fmla="*/ 44823 h 95254"/>
                  <a:gd name="connsiteX9" fmla="*/ 92986 w 103517"/>
                  <a:gd name="connsiteY9" fmla="*/ 53257 h 95254"/>
                  <a:gd name="connsiteX10" fmla="*/ 60492 w 103517"/>
                  <a:gd name="connsiteY10" fmla="*/ 53257 h 95254"/>
                  <a:gd name="connsiteX11" fmla="*/ 60492 w 103517"/>
                  <a:gd name="connsiteY11" fmla="*/ 66143 h 95254"/>
                  <a:gd name="connsiteX12" fmla="*/ 95084 w 103517"/>
                  <a:gd name="connsiteY12" fmla="*/ 66143 h 95254"/>
                  <a:gd name="connsiteX13" fmla="*/ 103517 w 103517"/>
                  <a:gd name="connsiteY13" fmla="*/ 74577 h 95254"/>
                  <a:gd name="connsiteX14" fmla="*/ 103517 w 103517"/>
                  <a:gd name="connsiteY14" fmla="*/ 74791 h 95254"/>
                  <a:gd name="connsiteX15" fmla="*/ 95084 w 103517"/>
                  <a:gd name="connsiteY15" fmla="*/ 83268 h 95254"/>
                  <a:gd name="connsiteX16" fmla="*/ 60492 w 103517"/>
                  <a:gd name="connsiteY16" fmla="*/ 83268 h 95254"/>
                  <a:gd name="connsiteX17" fmla="*/ 40628 w 103517"/>
                  <a:gd name="connsiteY17" fmla="*/ 95255 h 95254"/>
                  <a:gd name="connsiteX18" fmla="*/ 43325 w 103517"/>
                  <a:gd name="connsiteY18" fmla="*/ 83268 h 95254"/>
                  <a:gd name="connsiteX19" fmla="*/ 8477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77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88 w 103517"/>
                  <a:gd name="connsiteY25" fmla="*/ 53257 h 95254"/>
                  <a:gd name="connsiteX26" fmla="*/ 2269 w 103517"/>
                  <a:gd name="connsiteY26" fmla="*/ 44823 h 95254"/>
                  <a:gd name="connsiteX27" fmla="*/ 2269 w 103517"/>
                  <a:gd name="connsiteY27" fmla="*/ 44566 h 95254"/>
                  <a:gd name="connsiteX28" fmla="*/ 10788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77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77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93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664" y="6165"/>
                      <a:pt x="103517" y="10275"/>
                      <a:pt x="103517" y="14599"/>
                    </a:cubicBezTo>
                    <a:lnTo>
                      <a:pt x="103517" y="15155"/>
                    </a:lnTo>
                    <a:cubicBezTo>
                      <a:pt x="103517" y="19779"/>
                      <a:pt x="99664" y="23589"/>
                      <a:pt x="95084" y="23589"/>
                    </a:cubicBezTo>
                    <a:lnTo>
                      <a:pt x="60492" y="23589"/>
                    </a:lnTo>
                    <a:lnTo>
                      <a:pt x="60492" y="36133"/>
                    </a:lnTo>
                    <a:lnTo>
                      <a:pt x="92986" y="36133"/>
                    </a:lnTo>
                    <a:cubicBezTo>
                      <a:pt x="97609" y="36133"/>
                      <a:pt x="101505" y="39729"/>
                      <a:pt x="101505" y="44566"/>
                    </a:cubicBezTo>
                    <a:lnTo>
                      <a:pt x="101505" y="44823"/>
                    </a:lnTo>
                    <a:cubicBezTo>
                      <a:pt x="101505" y="49447"/>
                      <a:pt x="97652" y="53257"/>
                      <a:pt x="92986" y="53257"/>
                    </a:cubicBezTo>
                    <a:lnTo>
                      <a:pt x="60492" y="53257"/>
                    </a:lnTo>
                    <a:lnTo>
                      <a:pt x="60492" y="66143"/>
                    </a:lnTo>
                    <a:lnTo>
                      <a:pt x="95084" y="66143"/>
                    </a:lnTo>
                    <a:cubicBezTo>
                      <a:pt x="99664" y="66143"/>
                      <a:pt x="103517" y="69954"/>
                      <a:pt x="103517" y="74577"/>
                    </a:cubicBezTo>
                    <a:lnTo>
                      <a:pt x="103517" y="74791"/>
                    </a:lnTo>
                    <a:cubicBezTo>
                      <a:pt x="103517" y="79458"/>
                      <a:pt x="99664" y="83268"/>
                      <a:pt x="95084" y="83268"/>
                    </a:cubicBezTo>
                    <a:lnTo>
                      <a:pt x="60492" y="83268"/>
                    </a:lnTo>
                    <a:cubicBezTo>
                      <a:pt x="60492" y="83268"/>
                      <a:pt x="54028" y="95255"/>
                      <a:pt x="40628" y="95255"/>
                    </a:cubicBezTo>
                    <a:cubicBezTo>
                      <a:pt x="37117" y="95255"/>
                      <a:pt x="44909" y="88790"/>
                      <a:pt x="43325" y="83268"/>
                    </a:cubicBezTo>
                    <a:lnTo>
                      <a:pt x="8477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10" y="66143"/>
                      <a:pt x="8477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88" y="53257"/>
                    </a:lnTo>
                    <a:cubicBezTo>
                      <a:pt x="6165" y="53257"/>
                      <a:pt x="2269" y="49447"/>
                      <a:pt x="2269" y="44823"/>
                    </a:cubicBezTo>
                    <a:lnTo>
                      <a:pt x="2269" y="44566"/>
                    </a:lnTo>
                    <a:cubicBezTo>
                      <a:pt x="2269" y="39729"/>
                      <a:pt x="6165" y="36133"/>
                      <a:pt x="10788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77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10" y="6165"/>
                      <a:pt x="8477" y="6165"/>
                    </a:cubicBezTo>
                    <a:lnTo>
                      <a:pt x="43539" y="6165"/>
                    </a:lnTo>
                    <a:cubicBezTo>
                      <a:pt x="44566" y="2868"/>
                      <a:pt x="47692" y="0"/>
                      <a:pt x="51716" y="0"/>
                    </a:cubicBezTo>
                    <a:lnTo>
                      <a:pt x="52016" y="0"/>
                    </a:lnTo>
                    <a:cubicBezTo>
                      <a:pt x="55869" y="0"/>
                      <a:pt x="59165" y="2826"/>
                      <a:pt x="60193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11536568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8 w 103517"/>
                  <a:gd name="connsiteY1" fmla="*/ 14599 h 95254"/>
                  <a:gd name="connsiteX2" fmla="*/ 103518 w 103517"/>
                  <a:gd name="connsiteY2" fmla="*/ 15155 h 95254"/>
                  <a:gd name="connsiteX3" fmla="*/ 95084 w 103517"/>
                  <a:gd name="connsiteY3" fmla="*/ 23589 h 95254"/>
                  <a:gd name="connsiteX4" fmla="*/ 60449 w 103517"/>
                  <a:gd name="connsiteY4" fmla="*/ 23589 h 95254"/>
                  <a:gd name="connsiteX5" fmla="*/ 60449 w 103517"/>
                  <a:gd name="connsiteY5" fmla="*/ 36133 h 95254"/>
                  <a:gd name="connsiteX6" fmla="*/ 92986 w 103517"/>
                  <a:gd name="connsiteY6" fmla="*/ 36133 h 95254"/>
                  <a:gd name="connsiteX7" fmla="*/ 101463 w 103517"/>
                  <a:gd name="connsiteY7" fmla="*/ 44566 h 95254"/>
                  <a:gd name="connsiteX8" fmla="*/ 101463 w 103517"/>
                  <a:gd name="connsiteY8" fmla="*/ 44823 h 95254"/>
                  <a:gd name="connsiteX9" fmla="*/ 92986 w 103517"/>
                  <a:gd name="connsiteY9" fmla="*/ 53257 h 95254"/>
                  <a:gd name="connsiteX10" fmla="*/ 60449 w 103517"/>
                  <a:gd name="connsiteY10" fmla="*/ 53257 h 95254"/>
                  <a:gd name="connsiteX11" fmla="*/ 60449 w 103517"/>
                  <a:gd name="connsiteY11" fmla="*/ 66143 h 95254"/>
                  <a:gd name="connsiteX12" fmla="*/ 95084 w 103517"/>
                  <a:gd name="connsiteY12" fmla="*/ 66143 h 95254"/>
                  <a:gd name="connsiteX13" fmla="*/ 103518 w 103517"/>
                  <a:gd name="connsiteY13" fmla="*/ 74577 h 95254"/>
                  <a:gd name="connsiteX14" fmla="*/ 103518 w 103517"/>
                  <a:gd name="connsiteY14" fmla="*/ 74791 h 95254"/>
                  <a:gd name="connsiteX15" fmla="*/ 95084 w 103517"/>
                  <a:gd name="connsiteY15" fmla="*/ 83268 h 95254"/>
                  <a:gd name="connsiteX16" fmla="*/ 60449 w 103517"/>
                  <a:gd name="connsiteY16" fmla="*/ 83268 h 95254"/>
                  <a:gd name="connsiteX17" fmla="*/ 40585 w 103517"/>
                  <a:gd name="connsiteY17" fmla="*/ 95255 h 95254"/>
                  <a:gd name="connsiteX18" fmla="*/ 43325 w 103517"/>
                  <a:gd name="connsiteY18" fmla="*/ 83268 h 95254"/>
                  <a:gd name="connsiteX19" fmla="*/ 8434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34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46 w 103517"/>
                  <a:gd name="connsiteY25" fmla="*/ 53257 h 95254"/>
                  <a:gd name="connsiteX26" fmla="*/ 2312 w 103517"/>
                  <a:gd name="connsiteY26" fmla="*/ 44823 h 95254"/>
                  <a:gd name="connsiteX27" fmla="*/ 2312 w 103517"/>
                  <a:gd name="connsiteY27" fmla="*/ 44566 h 95254"/>
                  <a:gd name="connsiteX28" fmla="*/ 10746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34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34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50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707" y="6165"/>
                      <a:pt x="103518" y="10275"/>
                      <a:pt x="103518" y="14599"/>
                    </a:cubicBezTo>
                    <a:lnTo>
                      <a:pt x="103518" y="15155"/>
                    </a:lnTo>
                    <a:cubicBezTo>
                      <a:pt x="103518" y="19779"/>
                      <a:pt x="99707" y="23589"/>
                      <a:pt x="95084" y="23589"/>
                    </a:cubicBezTo>
                    <a:lnTo>
                      <a:pt x="60449" y="23589"/>
                    </a:lnTo>
                    <a:lnTo>
                      <a:pt x="60449" y="36133"/>
                    </a:lnTo>
                    <a:lnTo>
                      <a:pt x="92986" y="36133"/>
                    </a:lnTo>
                    <a:cubicBezTo>
                      <a:pt x="97652" y="36133"/>
                      <a:pt x="101463" y="39729"/>
                      <a:pt x="101463" y="44566"/>
                    </a:cubicBezTo>
                    <a:lnTo>
                      <a:pt x="101463" y="44823"/>
                    </a:lnTo>
                    <a:cubicBezTo>
                      <a:pt x="101463" y="49447"/>
                      <a:pt x="97652" y="53257"/>
                      <a:pt x="92986" y="53257"/>
                    </a:cubicBezTo>
                    <a:lnTo>
                      <a:pt x="60449" y="53257"/>
                    </a:lnTo>
                    <a:lnTo>
                      <a:pt x="60449" y="66143"/>
                    </a:lnTo>
                    <a:lnTo>
                      <a:pt x="95084" y="66143"/>
                    </a:lnTo>
                    <a:cubicBezTo>
                      <a:pt x="99707" y="66143"/>
                      <a:pt x="103518" y="69954"/>
                      <a:pt x="103518" y="74577"/>
                    </a:cubicBezTo>
                    <a:lnTo>
                      <a:pt x="103518" y="74791"/>
                    </a:lnTo>
                    <a:cubicBezTo>
                      <a:pt x="103518" y="79458"/>
                      <a:pt x="99707" y="83268"/>
                      <a:pt x="95084" y="83268"/>
                    </a:cubicBezTo>
                    <a:lnTo>
                      <a:pt x="60449" y="83268"/>
                    </a:lnTo>
                    <a:cubicBezTo>
                      <a:pt x="60449" y="83268"/>
                      <a:pt x="53985" y="95255"/>
                      <a:pt x="40585" y="95255"/>
                    </a:cubicBezTo>
                    <a:cubicBezTo>
                      <a:pt x="37074" y="95255"/>
                      <a:pt x="44866" y="88790"/>
                      <a:pt x="43325" y="83268"/>
                    </a:cubicBezTo>
                    <a:lnTo>
                      <a:pt x="8434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53" y="66143"/>
                      <a:pt x="8434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46" y="53257"/>
                    </a:lnTo>
                    <a:cubicBezTo>
                      <a:pt x="6122" y="53257"/>
                      <a:pt x="2312" y="49447"/>
                      <a:pt x="2312" y="44823"/>
                    </a:cubicBezTo>
                    <a:lnTo>
                      <a:pt x="2312" y="44566"/>
                    </a:lnTo>
                    <a:cubicBezTo>
                      <a:pt x="2312" y="39729"/>
                      <a:pt x="6122" y="36133"/>
                      <a:pt x="10746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34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53" y="6165"/>
                      <a:pt x="8434" y="6165"/>
                    </a:cubicBezTo>
                    <a:lnTo>
                      <a:pt x="43539" y="6165"/>
                    </a:lnTo>
                    <a:cubicBezTo>
                      <a:pt x="44524" y="2868"/>
                      <a:pt x="47649" y="0"/>
                      <a:pt x="51716" y="0"/>
                    </a:cubicBezTo>
                    <a:lnTo>
                      <a:pt x="52016" y="0"/>
                    </a:lnTo>
                    <a:cubicBezTo>
                      <a:pt x="55826" y="0"/>
                      <a:pt x="59165" y="2826"/>
                      <a:pt x="60150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11425002" y="6306332"/>
                <a:ext cx="213114" cy="70253"/>
              </a:xfrm>
              <a:custGeom>
                <a:avLst/>
                <a:gdLst>
                  <a:gd name="connsiteX0" fmla="*/ 206221 w 213114"/>
                  <a:gd name="connsiteY0" fmla="*/ 6422 h 70253"/>
                  <a:gd name="connsiteX1" fmla="*/ 190339 w 213114"/>
                  <a:gd name="connsiteY1" fmla="*/ 0 h 70253"/>
                  <a:gd name="connsiteX2" fmla="*/ 8434 w 213114"/>
                  <a:gd name="connsiteY2" fmla="*/ 0 h 70253"/>
                  <a:gd name="connsiteX3" fmla="*/ 0 w 213114"/>
                  <a:gd name="connsiteY3" fmla="*/ 8477 h 70253"/>
                  <a:gd name="connsiteX4" fmla="*/ 0 w 213114"/>
                  <a:gd name="connsiteY4" fmla="*/ 8990 h 70253"/>
                  <a:gd name="connsiteX5" fmla="*/ 8434 w 213114"/>
                  <a:gd name="connsiteY5" fmla="*/ 17424 h 70253"/>
                  <a:gd name="connsiteX6" fmla="*/ 190339 w 213114"/>
                  <a:gd name="connsiteY6" fmla="*/ 17424 h 70253"/>
                  <a:gd name="connsiteX7" fmla="*/ 195433 w 213114"/>
                  <a:gd name="connsiteY7" fmla="*/ 22818 h 70253"/>
                  <a:gd name="connsiteX8" fmla="*/ 195433 w 213114"/>
                  <a:gd name="connsiteY8" fmla="*/ 47692 h 70253"/>
                  <a:gd name="connsiteX9" fmla="*/ 190339 w 213114"/>
                  <a:gd name="connsiteY9" fmla="*/ 53129 h 70253"/>
                  <a:gd name="connsiteX10" fmla="*/ 8434 w 213114"/>
                  <a:gd name="connsiteY10" fmla="*/ 53129 h 70253"/>
                  <a:gd name="connsiteX11" fmla="*/ 0 w 213114"/>
                  <a:gd name="connsiteY11" fmla="*/ 61563 h 70253"/>
                  <a:gd name="connsiteX12" fmla="*/ 0 w 213114"/>
                  <a:gd name="connsiteY12" fmla="*/ 62076 h 70253"/>
                  <a:gd name="connsiteX13" fmla="*/ 8434 w 213114"/>
                  <a:gd name="connsiteY13" fmla="*/ 70253 h 70253"/>
                  <a:gd name="connsiteX14" fmla="*/ 190339 w 213114"/>
                  <a:gd name="connsiteY14" fmla="*/ 70253 h 70253"/>
                  <a:gd name="connsiteX15" fmla="*/ 206221 w 213114"/>
                  <a:gd name="connsiteY15" fmla="*/ 63575 h 70253"/>
                  <a:gd name="connsiteX16" fmla="*/ 213114 w 213114"/>
                  <a:gd name="connsiteY16" fmla="*/ 47649 h 70253"/>
                  <a:gd name="connsiteX17" fmla="*/ 213114 w 213114"/>
                  <a:gd name="connsiteY17" fmla="*/ 22776 h 70253"/>
                  <a:gd name="connsiteX18" fmla="*/ 206221 w 213114"/>
                  <a:gd name="connsiteY18" fmla="*/ 6422 h 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114" h="70253">
                    <a:moveTo>
                      <a:pt x="206221" y="6422"/>
                    </a:moveTo>
                    <a:cubicBezTo>
                      <a:pt x="201855" y="2055"/>
                      <a:pt x="196460" y="0"/>
                      <a:pt x="190339" y="0"/>
                    </a:cubicBezTo>
                    <a:lnTo>
                      <a:pt x="8434" y="0"/>
                    </a:lnTo>
                    <a:cubicBezTo>
                      <a:pt x="3810" y="0"/>
                      <a:pt x="0" y="3596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853" y="17424"/>
                      <a:pt x="8434" y="17424"/>
                    </a:cubicBezTo>
                    <a:lnTo>
                      <a:pt x="190339" y="17424"/>
                    </a:lnTo>
                    <a:cubicBezTo>
                      <a:pt x="193378" y="17424"/>
                      <a:pt x="195433" y="19736"/>
                      <a:pt x="195433" y="22818"/>
                    </a:cubicBezTo>
                    <a:lnTo>
                      <a:pt x="195433" y="47692"/>
                    </a:lnTo>
                    <a:cubicBezTo>
                      <a:pt x="195433" y="50817"/>
                      <a:pt x="193378" y="53129"/>
                      <a:pt x="190339" y="53129"/>
                    </a:cubicBezTo>
                    <a:lnTo>
                      <a:pt x="8434" y="53129"/>
                    </a:lnTo>
                    <a:cubicBezTo>
                      <a:pt x="3810" y="53129"/>
                      <a:pt x="0" y="56682"/>
                      <a:pt x="0" y="61563"/>
                    </a:cubicBezTo>
                    <a:lnTo>
                      <a:pt x="0" y="62076"/>
                    </a:lnTo>
                    <a:cubicBezTo>
                      <a:pt x="0" y="66400"/>
                      <a:pt x="3853" y="70253"/>
                      <a:pt x="8434" y="70253"/>
                    </a:cubicBezTo>
                    <a:lnTo>
                      <a:pt x="190339" y="70253"/>
                    </a:lnTo>
                    <a:cubicBezTo>
                      <a:pt x="196460" y="70253"/>
                      <a:pt x="201855" y="67941"/>
                      <a:pt x="206221" y="63575"/>
                    </a:cubicBezTo>
                    <a:cubicBezTo>
                      <a:pt x="210802" y="59465"/>
                      <a:pt x="213114" y="53814"/>
                      <a:pt x="213114" y="47649"/>
                    </a:cubicBezTo>
                    <a:lnTo>
                      <a:pt x="213114" y="22776"/>
                    </a:lnTo>
                    <a:cubicBezTo>
                      <a:pt x="213157" y="16397"/>
                      <a:pt x="210845" y="11259"/>
                      <a:pt x="206221" y="6422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11435405" y="6332961"/>
                <a:ext cx="175911" cy="17466"/>
              </a:xfrm>
              <a:custGeom>
                <a:avLst/>
                <a:gdLst>
                  <a:gd name="connsiteX0" fmla="*/ 175911 w 175911"/>
                  <a:gd name="connsiteY0" fmla="*/ 0 h 17466"/>
                  <a:gd name="connsiteX1" fmla="*/ 8220 w 175911"/>
                  <a:gd name="connsiteY1" fmla="*/ 0 h 17466"/>
                  <a:gd name="connsiteX2" fmla="*/ 0 w 175911"/>
                  <a:gd name="connsiteY2" fmla="*/ 8477 h 17466"/>
                  <a:gd name="connsiteX3" fmla="*/ 0 w 175911"/>
                  <a:gd name="connsiteY3" fmla="*/ 8990 h 17466"/>
                  <a:gd name="connsiteX4" fmla="*/ 8220 w 175911"/>
                  <a:gd name="connsiteY4" fmla="*/ 17467 h 17466"/>
                  <a:gd name="connsiteX5" fmla="*/ 175911 w 175911"/>
                  <a:gd name="connsiteY5" fmla="*/ 17467 h 17466"/>
                  <a:gd name="connsiteX6" fmla="*/ 175911 w 175911"/>
                  <a:gd name="connsiteY6" fmla="*/ 0 h 1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5911" h="17466">
                    <a:moveTo>
                      <a:pt x="175911" y="0"/>
                    </a:moveTo>
                    <a:lnTo>
                      <a:pt x="8220" y="0"/>
                    </a:lnTo>
                    <a:cubicBezTo>
                      <a:pt x="3596" y="0"/>
                      <a:pt x="0" y="4110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596" y="17467"/>
                      <a:pt x="8220" y="17467"/>
                    </a:cubicBezTo>
                    <a:lnTo>
                      <a:pt x="175911" y="17467"/>
                    </a:lnTo>
                    <a:lnTo>
                      <a:pt x="175911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11471067" y="6381937"/>
                <a:ext cx="125693" cy="59165"/>
              </a:xfrm>
              <a:custGeom>
                <a:avLst/>
                <a:gdLst>
                  <a:gd name="connsiteX0" fmla="*/ 27142 w 125693"/>
                  <a:gd name="connsiteY0" fmla="*/ 59122 h 59165"/>
                  <a:gd name="connsiteX1" fmla="*/ 6679 w 125693"/>
                  <a:gd name="connsiteY1" fmla="*/ 50988 h 59165"/>
                  <a:gd name="connsiteX2" fmla="*/ 0 w 125693"/>
                  <a:gd name="connsiteY2" fmla="*/ 31552 h 59165"/>
                  <a:gd name="connsiteX3" fmla="*/ 0 w 125693"/>
                  <a:gd name="connsiteY3" fmla="*/ 8434 h 59165"/>
                  <a:gd name="connsiteX4" fmla="*/ 8477 w 125693"/>
                  <a:gd name="connsiteY4" fmla="*/ 0 h 59165"/>
                  <a:gd name="connsiteX5" fmla="*/ 8990 w 125693"/>
                  <a:gd name="connsiteY5" fmla="*/ 0 h 59165"/>
                  <a:gd name="connsiteX6" fmla="*/ 17424 w 125693"/>
                  <a:gd name="connsiteY6" fmla="*/ 8434 h 59165"/>
                  <a:gd name="connsiteX7" fmla="*/ 17424 w 125693"/>
                  <a:gd name="connsiteY7" fmla="*/ 31552 h 59165"/>
                  <a:gd name="connsiteX8" fmla="*/ 19736 w 125693"/>
                  <a:gd name="connsiteY8" fmla="*/ 39001 h 59165"/>
                  <a:gd name="connsiteX9" fmla="*/ 27142 w 125693"/>
                  <a:gd name="connsiteY9" fmla="*/ 42041 h 59165"/>
                  <a:gd name="connsiteX10" fmla="*/ 117217 w 125693"/>
                  <a:gd name="connsiteY10" fmla="*/ 42041 h 59165"/>
                  <a:gd name="connsiteX11" fmla="*/ 125694 w 125693"/>
                  <a:gd name="connsiteY11" fmla="*/ 50474 h 59165"/>
                  <a:gd name="connsiteX12" fmla="*/ 125694 w 125693"/>
                  <a:gd name="connsiteY12" fmla="*/ 50774 h 59165"/>
                  <a:gd name="connsiteX13" fmla="*/ 117217 w 125693"/>
                  <a:gd name="connsiteY13" fmla="*/ 59165 h 59165"/>
                  <a:gd name="connsiteX14" fmla="*/ 27142 w 125693"/>
                  <a:gd name="connsiteY14" fmla="*/ 59165 h 5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5693" h="59165">
                    <a:moveTo>
                      <a:pt x="27142" y="59122"/>
                    </a:moveTo>
                    <a:cubicBezTo>
                      <a:pt x="17938" y="59122"/>
                      <a:pt x="10746" y="56297"/>
                      <a:pt x="6679" y="50988"/>
                    </a:cubicBezTo>
                    <a:cubicBezTo>
                      <a:pt x="2312" y="45637"/>
                      <a:pt x="0" y="39472"/>
                      <a:pt x="0" y="31552"/>
                    </a:cubicBezTo>
                    <a:lnTo>
                      <a:pt x="0" y="8434"/>
                    </a:lnTo>
                    <a:cubicBezTo>
                      <a:pt x="0" y="3596"/>
                      <a:pt x="3896" y="0"/>
                      <a:pt x="8477" y="0"/>
                    </a:cubicBezTo>
                    <a:lnTo>
                      <a:pt x="8990" y="0"/>
                    </a:lnTo>
                    <a:cubicBezTo>
                      <a:pt x="13614" y="0"/>
                      <a:pt x="17424" y="3596"/>
                      <a:pt x="17424" y="8434"/>
                    </a:cubicBezTo>
                    <a:lnTo>
                      <a:pt x="17424" y="31552"/>
                    </a:lnTo>
                    <a:cubicBezTo>
                      <a:pt x="17424" y="34634"/>
                      <a:pt x="17938" y="36903"/>
                      <a:pt x="19736" y="39001"/>
                    </a:cubicBezTo>
                    <a:cubicBezTo>
                      <a:pt x="21234" y="41056"/>
                      <a:pt x="23846" y="42041"/>
                      <a:pt x="27142" y="42041"/>
                    </a:cubicBezTo>
                    <a:lnTo>
                      <a:pt x="117217" y="42041"/>
                    </a:lnTo>
                    <a:cubicBezTo>
                      <a:pt x="121584" y="42041"/>
                      <a:pt x="125694" y="45637"/>
                      <a:pt x="125694" y="50474"/>
                    </a:cubicBezTo>
                    <a:lnTo>
                      <a:pt x="125694" y="50774"/>
                    </a:lnTo>
                    <a:cubicBezTo>
                      <a:pt x="125694" y="55355"/>
                      <a:pt x="121584" y="59165"/>
                      <a:pt x="117217" y="59165"/>
                    </a:cubicBezTo>
                    <a:lnTo>
                      <a:pt x="27142" y="59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11535155" y="6381937"/>
                <a:ext cx="17167" cy="35362"/>
              </a:xfrm>
              <a:custGeom>
                <a:avLst/>
                <a:gdLst>
                  <a:gd name="connsiteX0" fmla="*/ 17167 w 17167"/>
                  <a:gd name="connsiteY0" fmla="*/ 26928 h 35362"/>
                  <a:gd name="connsiteX1" fmla="*/ 8734 w 17167"/>
                  <a:gd name="connsiteY1" fmla="*/ 35362 h 35362"/>
                  <a:gd name="connsiteX2" fmla="*/ 8477 w 17167"/>
                  <a:gd name="connsiteY2" fmla="*/ 35362 h 35362"/>
                  <a:gd name="connsiteX3" fmla="*/ 0 w 17167"/>
                  <a:gd name="connsiteY3" fmla="*/ 26928 h 35362"/>
                  <a:gd name="connsiteX4" fmla="*/ 0 w 17167"/>
                  <a:gd name="connsiteY4" fmla="*/ 8434 h 35362"/>
                  <a:gd name="connsiteX5" fmla="*/ 8477 w 17167"/>
                  <a:gd name="connsiteY5" fmla="*/ 0 h 35362"/>
                  <a:gd name="connsiteX6" fmla="*/ 8734 w 17167"/>
                  <a:gd name="connsiteY6" fmla="*/ 0 h 35362"/>
                  <a:gd name="connsiteX7" fmla="*/ 17167 w 17167"/>
                  <a:gd name="connsiteY7" fmla="*/ 8434 h 35362"/>
                  <a:gd name="connsiteX8" fmla="*/ 17167 w 17167"/>
                  <a:gd name="connsiteY8" fmla="*/ 26928 h 3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67" h="35362">
                    <a:moveTo>
                      <a:pt x="17167" y="26928"/>
                    </a:moveTo>
                    <a:cubicBezTo>
                      <a:pt x="17167" y="31252"/>
                      <a:pt x="13314" y="35362"/>
                      <a:pt x="8734" y="35362"/>
                    </a:cubicBezTo>
                    <a:lnTo>
                      <a:pt x="8477" y="35362"/>
                    </a:lnTo>
                    <a:cubicBezTo>
                      <a:pt x="3596" y="35362"/>
                      <a:pt x="0" y="31252"/>
                      <a:pt x="0" y="26928"/>
                    </a:cubicBezTo>
                    <a:lnTo>
                      <a:pt x="0" y="8434"/>
                    </a:lnTo>
                    <a:cubicBezTo>
                      <a:pt x="0" y="3596"/>
                      <a:pt x="3596" y="0"/>
                      <a:pt x="8477" y="0"/>
                    </a:cubicBezTo>
                    <a:lnTo>
                      <a:pt x="8734" y="0"/>
                    </a:lnTo>
                    <a:cubicBezTo>
                      <a:pt x="13314" y="0"/>
                      <a:pt x="17167" y="3596"/>
                      <a:pt x="17167" y="8434"/>
                    </a:cubicBezTo>
                    <a:lnTo>
                      <a:pt x="17167" y="26928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10946201" y="6323156"/>
                <a:ext cx="25936" cy="42972"/>
              </a:xfrm>
              <a:custGeom>
                <a:avLst/>
                <a:gdLst>
                  <a:gd name="connsiteX0" fmla="*/ 10746 w 25936"/>
                  <a:gd name="connsiteY0" fmla="*/ 4967 h 42972"/>
                  <a:gd name="connsiteX1" fmla="*/ 20721 w 25936"/>
                  <a:gd name="connsiteY1" fmla="*/ 472 h 42972"/>
                  <a:gd name="connsiteX2" fmla="*/ 20936 w 25936"/>
                  <a:gd name="connsiteY2" fmla="*/ 514 h 42972"/>
                  <a:gd name="connsiteX3" fmla="*/ 25474 w 25936"/>
                  <a:gd name="connsiteY3" fmla="*/ 10532 h 42972"/>
                  <a:gd name="connsiteX4" fmla="*/ 15284 w 25936"/>
                  <a:gd name="connsiteY4" fmla="*/ 37889 h 42972"/>
                  <a:gd name="connsiteX5" fmla="*/ 5309 w 25936"/>
                  <a:gd name="connsiteY5" fmla="*/ 42427 h 42972"/>
                  <a:gd name="connsiteX6" fmla="*/ 5095 w 25936"/>
                  <a:gd name="connsiteY6" fmla="*/ 42341 h 42972"/>
                  <a:gd name="connsiteX7" fmla="*/ 515 w 25936"/>
                  <a:gd name="connsiteY7" fmla="*/ 32366 h 42972"/>
                  <a:gd name="connsiteX8" fmla="*/ 10746 w 25936"/>
                  <a:gd name="connsiteY8" fmla="*/ 4967 h 42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36" h="42972">
                    <a:moveTo>
                      <a:pt x="10746" y="4967"/>
                    </a:moveTo>
                    <a:cubicBezTo>
                      <a:pt x="12159" y="1199"/>
                      <a:pt x="16783" y="-1027"/>
                      <a:pt x="20721" y="472"/>
                    </a:cubicBezTo>
                    <a:lnTo>
                      <a:pt x="20936" y="514"/>
                    </a:lnTo>
                    <a:cubicBezTo>
                      <a:pt x="25131" y="2141"/>
                      <a:pt x="26843" y="6765"/>
                      <a:pt x="25474" y="10532"/>
                    </a:cubicBezTo>
                    <a:lnTo>
                      <a:pt x="15284" y="37889"/>
                    </a:lnTo>
                    <a:cubicBezTo>
                      <a:pt x="13700" y="42041"/>
                      <a:pt x="9505" y="44011"/>
                      <a:pt x="5309" y="42427"/>
                    </a:cubicBezTo>
                    <a:lnTo>
                      <a:pt x="5095" y="42341"/>
                    </a:lnTo>
                    <a:cubicBezTo>
                      <a:pt x="1157" y="40885"/>
                      <a:pt x="-1069" y="36562"/>
                      <a:pt x="515" y="32366"/>
                    </a:cubicBezTo>
                    <a:lnTo>
                      <a:pt x="10746" y="4967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11602904" y="6379644"/>
                <a:ext cx="36248" cy="56807"/>
              </a:xfrm>
              <a:custGeom>
                <a:avLst/>
                <a:gdLst>
                  <a:gd name="connsiteX0" fmla="*/ 35512 w 36248"/>
                  <a:gd name="connsiteY0" fmla="*/ 44805 h 56807"/>
                  <a:gd name="connsiteX1" fmla="*/ 31402 w 36248"/>
                  <a:gd name="connsiteY1" fmla="*/ 55850 h 56807"/>
                  <a:gd name="connsiteX2" fmla="*/ 31146 w 36248"/>
                  <a:gd name="connsiteY2" fmla="*/ 55850 h 56807"/>
                  <a:gd name="connsiteX3" fmla="*/ 19801 w 36248"/>
                  <a:gd name="connsiteY3" fmla="*/ 51954 h 56807"/>
                  <a:gd name="connsiteX4" fmla="*/ 835 w 36248"/>
                  <a:gd name="connsiteY4" fmla="*/ 12054 h 56807"/>
                  <a:gd name="connsiteX5" fmla="*/ 4688 w 36248"/>
                  <a:gd name="connsiteY5" fmla="*/ 752 h 56807"/>
                  <a:gd name="connsiteX6" fmla="*/ 11367 w 36248"/>
                  <a:gd name="connsiteY6" fmla="*/ 238 h 56807"/>
                  <a:gd name="connsiteX7" fmla="*/ 16204 w 36248"/>
                  <a:gd name="connsiteY7" fmla="*/ 4562 h 56807"/>
                  <a:gd name="connsiteX8" fmla="*/ 35512 w 36248"/>
                  <a:gd name="connsiteY8" fmla="*/ 44805 h 5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48" h="56807">
                    <a:moveTo>
                      <a:pt x="35512" y="44805"/>
                    </a:moveTo>
                    <a:cubicBezTo>
                      <a:pt x="37310" y="48914"/>
                      <a:pt x="35769" y="53795"/>
                      <a:pt x="31402" y="55850"/>
                    </a:cubicBezTo>
                    <a:lnTo>
                      <a:pt x="31146" y="55850"/>
                    </a:lnTo>
                    <a:cubicBezTo>
                      <a:pt x="26993" y="58162"/>
                      <a:pt x="21898" y="56064"/>
                      <a:pt x="19801" y="51954"/>
                    </a:cubicBezTo>
                    <a:lnTo>
                      <a:pt x="835" y="12054"/>
                    </a:lnTo>
                    <a:cubicBezTo>
                      <a:pt x="-1177" y="7987"/>
                      <a:pt x="578" y="2807"/>
                      <a:pt x="4688" y="752"/>
                    </a:cubicBezTo>
                    <a:cubicBezTo>
                      <a:pt x="6743" y="24"/>
                      <a:pt x="9055" y="-233"/>
                      <a:pt x="11367" y="238"/>
                    </a:cubicBezTo>
                    <a:cubicBezTo>
                      <a:pt x="13636" y="1009"/>
                      <a:pt x="15220" y="2550"/>
                      <a:pt x="16204" y="4562"/>
                    </a:cubicBezTo>
                    <a:lnTo>
                      <a:pt x="35512" y="4480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62" name="图形 4"/>
            <p:cNvGrpSpPr/>
            <p:nvPr userDrawn="1"/>
          </p:nvGrpSpPr>
          <p:grpSpPr>
            <a:xfrm>
              <a:off x="11180773" y="6490398"/>
              <a:ext cx="690075" cy="74375"/>
              <a:chOff x="10903348" y="6477706"/>
              <a:chExt cx="738021" cy="79543"/>
            </a:xfrm>
            <a:solidFill>
              <a:srgbClr val="A5A7AA"/>
            </a:solidFill>
          </p:grpSpPr>
          <p:grpSp>
            <p:nvGrpSpPr>
              <p:cNvPr id="63" name="图形 4"/>
              <p:cNvGrpSpPr/>
              <p:nvPr/>
            </p:nvGrpSpPr>
            <p:grpSpPr>
              <a:xfrm>
                <a:off x="10903348" y="6477706"/>
                <a:ext cx="60834" cy="79371"/>
                <a:chOff x="10903348" y="6477706"/>
                <a:chExt cx="60834" cy="79371"/>
              </a:xfrm>
              <a:solidFill>
                <a:srgbClr val="A5A7AA"/>
              </a:solidFill>
            </p:grpSpPr>
            <p:sp>
              <p:nvSpPr>
                <p:cNvPr id="88" name="任意多边形: 形状 87"/>
                <p:cNvSpPr/>
                <p:nvPr/>
              </p:nvSpPr>
              <p:spPr>
                <a:xfrm>
                  <a:off x="10903905" y="6478305"/>
                  <a:ext cx="59807" cy="78173"/>
                </a:xfrm>
                <a:custGeom>
                  <a:avLst/>
                  <a:gdLst>
                    <a:gd name="connsiteX0" fmla="*/ 35705 w 59807"/>
                    <a:gd name="connsiteY0" fmla="*/ 7149 h 78173"/>
                    <a:gd name="connsiteX1" fmla="*/ 14684 w 59807"/>
                    <a:gd name="connsiteY1" fmla="*/ 13100 h 78173"/>
                    <a:gd name="connsiteX2" fmla="*/ 8177 w 59807"/>
                    <a:gd name="connsiteY2" fmla="*/ 32066 h 78173"/>
                    <a:gd name="connsiteX3" fmla="*/ 20806 w 59807"/>
                    <a:gd name="connsiteY3" fmla="*/ 59979 h 78173"/>
                    <a:gd name="connsiteX4" fmla="*/ 53386 w 59807"/>
                    <a:gd name="connsiteY4" fmla="*/ 71024 h 78173"/>
                    <a:gd name="connsiteX5" fmla="*/ 58609 w 59807"/>
                    <a:gd name="connsiteY5" fmla="*/ 71837 h 78173"/>
                    <a:gd name="connsiteX6" fmla="*/ 59807 w 59807"/>
                    <a:gd name="connsiteY6" fmla="*/ 74577 h 78173"/>
                    <a:gd name="connsiteX7" fmla="*/ 58480 w 59807"/>
                    <a:gd name="connsiteY7" fmla="*/ 77360 h 78173"/>
                    <a:gd name="connsiteX8" fmla="*/ 54456 w 59807"/>
                    <a:gd name="connsiteY8" fmla="*/ 78173 h 78173"/>
                    <a:gd name="connsiteX9" fmla="*/ 15198 w 59807"/>
                    <a:gd name="connsiteY9" fmla="*/ 65159 h 78173"/>
                    <a:gd name="connsiteX10" fmla="*/ 0 w 59807"/>
                    <a:gd name="connsiteY10" fmla="*/ 32151 h 78173"/>
                    <a:gd name="connsiteX11" fmla="*/ 3082 w 59807"/>
                    <a:gd name="connsiteY11" fmla="*/ 17082 h 78173"/>
                    <a:gd name="connsiteX12" fmla="*/ 11602 w 59807"/>
                    <a:gd name="connsiteY12" fmla="*/ 5951 h 78173"/>
                    <a:gd name="connsiteX13" fmla="*/ 21577 w 59807"/>
                    <a:gd name="connsiteY13" fmla="*/ 1327 h 78173"/>
                    <a:gd name="connsiteX14" fmla="*/ 39943 w 59807"/>
                    <a:gd name="connsiteY14" fmla="*/ 0 h 78173"/>
                    <a:gd name="connsiteX15" fmla="*/ 53642 w 59807"/>
                    <a:gd name="connsiteY15" fmla="*/ 0 h 78173"/>
                    <a:gd name="connsiteX16" fmla="*/ 56939 w 59807"/>
                    <a:gd name="connsiteY16" fmla="*/ 942 h 78173"/>
                    <a:gd name="connsiteX17" fmla="*/ 58095 w 59807"/>
                    <a:gd name="connsiteY17" fmla="*/ 3639 h 78173"/>
                    <a:gd name="connsiteX18" fmla="*/ 56939 w 59807"/>
                    <a:gd name="connsiteY18" fmla="*/ 6250 h 78173"/>
                    <a:gd name="connsiteX19" fmla="*/ 53642 w 59807"/>
                    <a:gd name="connsiteY19" fmla="*/ 7149 h 78173"/>
                    <a:gd name="connsiteX20" fmla="*/ 35705 w 59807"/>
                    <a:gd name="connsiteY20" fmla="*/ 7149 h 7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9807" h="78173">
                      <a:moveTo>
                        <a:pt x="35705" y="7149"/>
                      </a:moveTo>
                      <a:cubicBezTo>
                        <a:pt x="26072" y="7149"/>
                        <a:pt x="19051" y="9162"/>
                        <a:pt x="14684" y="13100"/>
                      </a:cubicBezTo>
                      <a:cubicBezTo>
                        <a:pt x="10360" y="16996"/>
                        <a:pt x="8177" y="23375"/>
                        <a:pt x="8177" y="32066"/>
                      </a:cubicBezTo>
                      <a:cubicBezTo>
                        <a:pt x="8177" y="43325"/>
                        <a:pt x="12372" y="52572"/>
                        <a:pt x="20806" y="59979"/>
                      </a:cubicBezTo>
                      <a:cubicBezTo>
                        <a:pt x="29197" y="67342"/>
                        <a:pt x="40071" y="71024"/>
                        <a:pt x="53386" y="71024"/>
                      </a:cubicBezTo>
                      <a:cubicBezTo>
                        <a:pt x="56083" y="71024"/>
                        <a:pt x="57838" y="71323"/>
                        <a:pt x="58609" y="71837"/>
                      </a:cubicBezTo>
                      <a:cubicBezTo>
                        <a:pt x="59379" y="72351"/>
                        <a:pt x="59807" y="73293"/>
                        <a:pt x="59807" y="74577"/>
                      </a:cubicBezTo>
                      <a:cubicBezTo>
                        <a:pt x="59807" y="75861"/>
                        <a:pt x="59336" y="76761"/>
                        <a:pt x="58480" y="77360"/>
                      </a:cubicBezTo>
                      <a:cubicBezTo>
                        <a:pt x="57624" y="77959"/>
                        <a:pt x="56254" y="78173"/>
                        <a:pt x="54456" y="78173"/>
                      </a:cubicBezTo>
                      <a:cubicBezTo>
                        <a:pt x="38402" y="78173"/>
                        <a:pt x="25301" y="73849"/>
                        <a:pt x="15198" y="65159"/>
                      </a:cubicBezTo>
                      <a:cubicBezTo>
                        <a:pt x="5052" y="56468"/>
                        <a:pt x="0" y="45508"/>
                        <a:pt x="0" y="32151"/>
                      </a:cubicBezTo>
                      <a:cubicBezTo>
                        <a:pt x="0" y="26757"/>
                        <a:pt x="1027" y="21705"/>
                        <a:pt x="3082" y="17082"/>
                      </a:cubicBezTo>
                      <a:cubicBezTo>
                        <a:pt x="5137" y="12415"/>
                        <a:pt x="7963" y="8691"/>
                        <a:pt x="11602" y="5951"/>
                      </a:cubicBezTo>
                      <a:cubicBezTo>
                        <a:pt x="14342" y="3810"/>
                        <a:pt x="17681" y="2269"/>
                        <a:pt x="21577" y="1327"/>
                      </a:cubicBezTo>
                      <a:cubicBezTo>
                        <a:pt x="25473" y="428"/>
                        <a:pt x="31595" y="0"/>
                        <a:pt x="39943" y="0"/>
                      </a:cubicBezTo>
                      <a:lnTo>
                        <a:pt x="53642" y="0"/>
                      </a:lnTo>
                      <a:cubicBezTo>
                        <a:pt x="55098" y="0"/>
                        <a:pt x="56168" y="342"/>
                        <a:pt x="56939" y="942"/>
                      </a:cubicBezTo>
                      <a:cubicBezTo>
                        <a:pt x="57709" y="1627"/>
                        <a:pt x="58095" y="2526"/>
                        <a:pt x="58095" y="3639"/>
                      </a:cubicBezTo>
                      <a:cubicBezTo>
                        <a:pt x="58095" y="4752"/>
                        <a:pt x="57709" y="5608"/>
                        <a:pt x="56939" y="6250"/>
                      </a:cubicBezTo>
                      <a:cubicBezTo>
                        <a:pt x="56125" y="6850"/>
                        <a:pt x="55012" y="7149"/>
                        <a:pt x="53642" y="7149"/>
                      </a:cubicBezTo>
                      <a:lnTo>
                        <a:pt x="35705" y="7149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>
                  <a:off x="10903348" y="6477706"/>
                  <a:ext cx="60834" cy="79371"/>
                </a:xfrm>
                <a:custGeom>
                  <a:avLst/>
                  <a:gdLst>
                    <a:gd name="connsiteX0" fmla="*/ 54970 w 60834"/>
                    <a:gd name="connsiteY0" fmla="*/ 79372 h 79371"/>
                    <a:gd name="connsiteX1" fmla="*/ 15369 w 60834"/>
                    <a:gd name="connsiteY1" fmla="*/ 66229 h 79371"/>
                    <a:gd name="connsiteX2" fmla="*/ 0 w 60834"/>
                    <a:gd name="connsiteY2" fmla="*/ 32793 h 79371"/>
                    <a:gd name="connsiteX3" fmla="*/ 3125 w 60834"/>
                    <a:gd name="connsiteY3" fmla="*/ 17467 h 79371"/>
                    <a:gd name="connsiteX4" fmla="*/ 11816 w 60834"/>
                    <a:gd name="connsiteY4" fmla="*/ 6079 h 79371"/>
                    <a:gd name="connsiteX5" fmla="*/ 22005 w 60834"/>
                    <a:gd name="connsiteY5" fmla="*/ 1370 h 79371"/>
                    <a:gd name="connsiteX6" fmla="*/ 40499 w 60834"/>
                    <a:gd name="connsiteY6" fmla="*/ 0 h 79371"/>
                    <a:gd name="connsiteX7" fmla="*/ 54199 w 60834"/>
                    <a:gd name="connsiteY7" fmla="*/ 0 h 79371"/>
                    <a:gd name="connsiteX8" fmla="*/ 57881 w 60834"/>
                    <a:gd name="connsiteY8" fmla="*/ 1070 h 79371"/>
                    <a:gd name="connsiteX9" fmla="*/ 59251 w 60834"/>
                    <a:gd name="connsiteY9" fmla="*/ 4195 h 79371"/>
                    <a:gd name="connsiteX10" fmla="*/ 57881 w 60834"/>
                    <a:gd name="connsiteY10" fmla="*/ 7235 h 79371"/>
                    <a:gd name="connsiteX11" fmla="*/ 54199 w 60834"/>
                    <a:gd name="connsiteY11" fmla="*/ 8305 h 79371"/>
                    <a:gd name="connsiteX12" fmla="*/ 36261 w 60834"/>
                    <a:gd name="connsiteY12" fmla="*/ 8305 h 79371"/>
                    <a:gd name="connsiteX13" fmla="*/ 15626 w 60834"/>
                    <a:gd name="connsiteY13" fmla="*/ 14128 h 79371"/>
                    <a:gd name="connsiteX14" fmla="*/ 9290 w 60834"/>
                    <a:gd name="connsiteY14" fmla="*/ 32665 h 79371"/>
                    <a:gd name="connsiteX15" fmla="*/ 21705 w 60834"/>
                    <a:gd name="connsiteY15" fmla="*/ 60150 h 79371"/>
                    <a:gd name="connsiteX16" fmla="*/ 53899 w 60834"/>
                    <a:gd name="connsiteY16" fmla="*/ 71024 h 79371"/>
                    <a:gd name="connsiteX17" fmla="*/ 59422 w 60834"/>
                    <a:gd name="connsiteY17" fmla="*/ 71923 h 79371"/>
                    <a:gd name="connsiteX18" fmla="*/ 60835 w 60834"/>
                    <a:gd name="connsiteY18" fmla="*/ 75134 h 79371"/>
                    <a:gd name="connsiteX19" fmla="*/ 59251 w 60834"/>
                    <a:gd name="connsiteY19" fmla="*/ 78387 h 79371"/>
                    <a:gd name="connsiteX20" fmla="*/ 54970 w 60834"/>
                    <a:gd name="connsiteY20" fmla="*/ 79372 h 79371"/>
                    <a:gd name="connsiteX21" fmla="*/ 40499 w 60834"/>
                    <a:gd name="connsiteY21" fmla="*/ 1156 h 79371"/>
                    <a:gd name="connsiteX22" fmla="*/ 22262 w 60834"/>
                    <a:gd name="connsiteY22" fmla="*/ 2483 h 79371"/>
                    <a:gd name="connsiteX23" fmla="*/ 12501 w 60834"/>
                    <a:gd name="connsiteY23" fmla="*/ 6978 h 79371"/>
                    <a:gd name="connsiteX24" fmla="*/ 4153 w 60834"/>
                    <a:gd name="connsiteY24" fmla="*/ 17895 h 79371"/>
                    <a:gd name="connsiteX25" fmla="*/ 1113 w 60834"/>
                    <a:gd name="connsiteY25" fmla="*/ 32751 h 79371"/>
                    <a:gd name="connsiteX26" fmla="*/ 16097 w 60834"/>
                    <a:gd name="connsiteY26" fmla="*/ 65330 h 79371"/>
                    <a:gd name="connsiteX27" fmla="*/ 54970 w 60834"/>
                    <a:gd name="connsiteY27" fmla="*/ 78173 h 79371"/>
                    <a:gd name="connsiteX28" fmla="*/ 58651 w 60834"/>
                    <a:gd name="connsiteY28" fmla="*/ 77446 h 79371"/>
                    <a:gd name="connsiteX29" fmla="*/ 59722 w 60834"/>
                    <a:gd name="connsiteY29" fmla="*/ 75134 h 79371"/>
                    <a:gd name="connsiteX30" fmla="*/ 58780 w 60834"/>
                    <a:gd name="connsiteY30" fmla="*/ 72865 h 79371"/>
                    <a:gd name="connsiteX31" fmla="*/ 53899 w 60834"/>
                    <a:gd name="connsiteY31" fmla="*/ 72137 h 79371"/>
                    <a:gd name="connsiteX32" fmla="*/ 20935 w 60834"/>
                    <a:gd name="connsiteY32" fmla="*/ 60963 h 79371"/>
                    <a:gd name="connsiteX33" fmla="*/ 8134 w 60834"/>
                    <a:gd name="connsiteY33" fmla="*/ 32622 h 79371"/>
                    <a:gd name="connsiteX34" fmla="*/ 14855 w 60834"/>
                    <a:gd name="connsiteY34" fmla="*/ 13229 h 79371"/>
                    <a:gd name="connsiteX35" fmla="*/ 36261 w 60834"/>
                    <a:gd name="connsiteY35" fmla="*/ 7107 h 79371"/>
                    <a:gd name="connsiteX36" fmla="*/ 54199 w 60834"/>
                    <a:gd name="connsiteY36" fmla="*/ 7107 h 79371"/>
                    <a:gd name="connsiteX37" fmla="*/ 57196 w 60834"/>
                    <a:gd name="connsiteY37" fmla="*/ 6293 h 79371"/>
                    <a:gd name="connsiteX38" fmla="*/ 58138 w 60834"/>
                    <a:gd name="connsiteY38" fmla="*/ 4153 h 79371"/>
                    <a:gd name="connsiteX39" fmla="*/ 57153 w 60834"/>
                    <a:gd name="connsiteY39" fmla="*/ 1884 h 79371"/>
                    <a:gd name="connsiteX40" fmla="*/ 54199 w 60834"/>
                    <a:gd name="connsiteY40" fmla="*/ 1070 h 79371"/>
                    <a:gd name="connsiteX41" fmla="*/ 40499 w 60834"/>
                    <a:gd name="connsiteY41" fmla="*/ 1070 h 79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0834" h="79371">
                      <a:moveTo>
                        <a:pt x="54970" y="79372"/>
                      </a:moveTo>
                      <a:cubicBezTo>
                        <a:pt x="38830" y="79372"/>
                        <a:pt x="25515" y="74962"/>
                        <a:pt x="15369" y="66229"/>
                      </a:cubicBezTo>
                      <a:cubicBezTo>
                        <a:pt x="5180" y="57495"/>
                        <a:pt x="0" y="46236"/>
                        <a:pt x="0" y="32793"/>
                      </a:cubicBezTo>
                      <a:cubicBezTo>
                        <a:pt x="0" y="27314"/>
                        <a:pt x="1070" y="22133"/>
                        <a:pt x="3125" y="17467"/>
                      </a:cubicBezTo>
                      <a:cubicBezTo>
                        <a:pt x="5180" y="12758"/>
                        <a:pt x="8134" y="8905"/>
                        <a:pt x="11816" y="6079"/>
                      </a:cubicBezTo>
                      <a:cubicBezTo>
                        <a:pt x="14599" y="3939"/>
                        <a:pt x="18024" y="2355"/>
                        <a:pt x="22005" y="1370"/>
                      </a:cubicBezTo>
                      <a:cubicBezTo>
                        <a:pt x="25901" y="471"/>
                        <a:pt x="32151" y="0"/>
                        <a:pt x="40499" y="0"/>
                      </a:cubicBezTo>
                      <a:lnTo>
                        <a:pt x="54199" y="0"/>
                      </a:lnTo>
                      <a:cubicBezTo>
                        <a:pt x="55740" y="0"/>
                        <a:pt x="56982" y="342"/>
                        <a:pt x="57881" y="1070"/>
                      </a:cubicBezTo>
                      <a:cubicBezTo>
                        <a:pt x="58823" y="1884"/>
                        <a:pt x="59251" y="2911"/>
                        <a:pt x="59251" y="4195"/>
                      </a:cubicBezTo>
                      <a:cubicBezTo>
                        <a:pt x="59251" y="5480"/>
                        <a:pt x="58780" y="6507"/>
                        <a:pt x="57881" y="7235"/>
                      </a:cubicBezTo>
                      <a:cubicBezTo>
                        <a:pt x="56896" y="7963"/>
                        <a:pt x="55655" y="8305"/>
                        <a:pt x="54199" y="8305"/>
                      </a:cubicBezTo>
                      <a:lnTo>
                        <a:pt x="36261" y="8305"/>
                      </a:lnTo>
                      <a:cubicBezTo>
                        <a:pt x="26800" y="8305"/>
                        <a:pt x="19864" y="10275"/>
                        <a:pt x="15626" y="14128"/>
                      </a:cubicBezTo>
                      <a:cubicBezTo>
                        <a:pt x="11431" y="17895"/>
                        <a:pt x="9290" y="24146"/>
                        <a:pt x="9290" y="32665"/>
                      </a:cubicBezTo>
                      <a:cubicBezTo>
                        <a:pt x="9290" y="43796"/>
                        <a:pt x="13357" y="52786"/>
                        <a:pt x="21705" y="60150"/>
                      </a:cubicBezTo>
                      <a:cubicBezTo>
                        <a:pt x="29925" y="67385"/>
                        <a:pt x="40756" y="71024"/>
                        <a:pt x="53899" y="71024"/>
                      </a:cubicBezTo>
                      <a:cubicBezTo>
                        <a:pt x="56725" y="71024"/>
                        <a:pt x="58523" y="71323"/>
                        <a:pt x="59422" y="71923"/>
                      </a:cubicBezTo>
                      <a:cubicBezTo>
                        <a:pt x="60064" y="72351"/>
                        <a:pt x="60835" y="73293"/>
                        <a:pt x="60835" y="75134"/>
                      </a:cubicBezTo>
                      <a:cubicBezTo>
                        <a:pt x="60835" y="76546"/>
                        <a:pt x="60321" y="77660"/>
                        <a:pt x="59251" y="78387"/>
                      </a:cubicBezTo>
                      <a:cubicBezTo>
                        <a:pt x="58394" y="79072"/>
                        <a:pt x="57025" y="79372"/>
                        <a:pt x="54970" y="79372"/>
                      </a:cubicBezTo>
                      <a:close/>
                      <a:moveTo>
                        <a:pt x="40499" y="1156"/>
                      </a:moveTo>
                      <a:cubicBezTo>
                        <a:pt x="32237" y="1156"/>
                        <a:pt x="26072" y="1584"/>
                        <a:pt x="22262" y="2483"/>
                      </a:cubicBezTo>
                      <a:cubicBezTo>
                        <a:pt x="18452" y="3425"/>
                        <a:pt x="15155" y="4923"/>
                        <a:pt x="12501" y="6978"/>
                      </a:cubicBezTo>
                      <a:cubicBezTo>
                        <a:pt x="8948" y="9675"/>
                        <a:pt x="6122" y="13357"/>
                        <a:pt x="4153" y="17895"/>
                      </a:cubicBezTo>
                      <a:cubicBezTo>
                        <a:pt x="2141" y="22433"/>
                        <a:pt x="1113" y="27442"/>
                        <a:pt x="1113" y="32751"/>
                      </a:cubicBezTo>
                      <a:cubicBezTo>
                        <a:pt x="1113" y="46022"/>
                        <a:pt x="5994" y="56682"/>
                        <a:pt x="16097" y="65330"/>
                      </a:cubicBezTo>
                      <a:cubicBezTo>
                        <a:pt x="26029" y="73849"/>
                        <a:pt x="39087" y="78173"/>
                        <a:pt x="54970" y="78173"/>
                      </a:cubicBezTo>
                      <a:cubicBezTo>
                        <a:pt x="56768" y="78173"/>
                        <a:pt x="57966" y="77916"/>
                        <a:pt x="58651" y="77446"/>
                      </a:cubicBezTo>
                      <a:cubicBezTo>
                        <a:pt x="59379" y="76932"/>
                        <a:pt x="59722" y="76204"/>
                        <a:pt x="59722" y="75134"/>
                      </a:cubicBezTo>
                      <a:cubicBezTo>
                        <a:pt x="59722" y="74063"/>
                        <a:pt x="59422" y="73293"/>
                        <a:pt x="58780" y="72865"/>
                      </a:cubicBezTo>
                      <a:cubicBezTo>
                        <a:pt x="58394" y="72608"/>
                        <a:pt x="57239" y="72137"/>
                        <a:pt x="53899" y="72137"/>
                      </a:cubicBezTo>
                      <a:cubicBezTo>
                        <a:pt x="40457" y="72137"/>
                        <a:pt x="29368" y="68370"/>
                        <a:pt x="20935" y="60963"/>
                      </a:cubicBezTo>
                      <a:cubicBezTo>
                        <a:pt x="12458" y="53471"/>
                        <a:pt x="8134" y="43924"/>
                        <a:pt x="8134" y="32622"/>
                      </a:cubicBezTo>
                      <a:cubicBezTo>
                        <a:pt x="8134" y="23760"/>
                        <a:pt x="10403" y="17253"/>
                        <a:pt x="14855" y="13229"/>
                      </a:cubicBezTo>
                      <a:cubicBezTo>
                        <a:pt x="19308" y="9162"/>
                        <a:pt x="26500" y="7107"/>
                        <a:pt x="36261" y="7107"/>
                      </a:cubicBezTo>
                      <a:lnTo>
                        <a:pt x="54199" y="7107"/>
                      </a:lnTo>
                      <a:cubicBezTo>
                        <a:pt x="55440" y="7107"/>
                        <a:pt x="56425" y="6850"/>
                        <a:pt x="57196" y="6293"/>
                      </a:cubicBezTo>
                      <a:cubicBezTo>
                        <a:pt x="57838" y="5780"/>
                        <a:pt x="58138" y="5095"/>
                        <a:pt x="58138" y="4153"/>
                      </a:cubicBezTo>
                      <a:cubicBezTo>
                        <a:pt x="58138" y="3211"/>
                        <a:pt x="57838" y="2440"/>
                        <a:pt x="57153" y="1884"/>
                      </a:cubicBezTo>
                      <a:cubicBezTo>
                        <a:pt x="56468" y="1370"/>
                        <a:pt x="55483" y="1070"/>
                        <a:pt x="54199" y="1070"/>
                      </a:cubicBezTo>
                      <a:lnTo>
                        <a:pt x="40499" y="107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4" name="图形 4"/>
              <p:cNvGrpSpPr/>
              <p:nvPr/>
            </p:nvGrpSpPr>
            <p:grpSpPr>
              <a:xfrm>
                <a:off x="11005067" y="6477749"/>
                <a:ext cx="8305" cy="78772"/>
                <a:chOff x="11005067" y="6477749"/>
                <a:chExt cx="8305" cy="78772"/>
              </a:xfrm>
              <a:solidFill>
                <a:srgbClr val="A5A7AA"/>
              </a:solidFill>
            </p:grpSpPr>
            <p:sp>
              <p:nvSpPr>
                <p:cNvPr id="86" name="任意多边形: 形状 85"/>
                <p:cNvSpPr/>
                <p:nvPr/>
              </p:nvSpPr>
              <p:spPr>
                <a:xfrm>
                  <a:off x="11005667" y="6478305"/>
                  <a:ext cx="7149" cy="77659"/>
                </a:xfrm>
                <a:custGeom>
                  <a:avLst/>
                  <a:gdLst>
                    <a:gd name="connsiteX0" fmla="*/ 7149 w 7149"/>
                    <a:gd name="connsiteY0" fmla="*/ 73250 h 77659"/>
                    <a:gd name="connsiteX1" fmla="*/ 6208 w 7149"/>
                    <a:gd name="connsiteY1" fmla="*/ 76546 h 77659"/>
                    <a:gd name="connsiteX2" fmla="*/ 3553 w 7149"/>
                    <a:gd name="connsiteY2" fmla="*/ 77660 h 77659"/>
                    <a:gd name="connsiteX3" fmla="*/ 899 w 7149"/>
                    <a:gd name="connsiteY3" fmla="*/ 76546 h 77659"/>
                    <a:gd name="connsiteX4" fmla="*/ 0 w 7149"/>
                    <a:gd name="connsiteY4" fmla="*/ 73250 h 77659"/>
                    <a:gd name="connsiteX5" fmla="*/ 0 w 7149"/>
                    <a:gd name="connsiteY5" fmla="*/ 4452 h 77659"/>
                    <a:gd name="connsiteX6" fmla="*/ 899 w 7149"/>
                    <a:gd name="connsiteY6" fmla="*/ 1113 h 77659"/>
                    <a:gd name="connsiteX7" fmla="*/ 3553 w 7149"/>
                    <a:gd name="connsiteY7" fmla="*/ 0 h 77659"/>
                    <a:gd name="connsiteX8" fmla="*/ 6208 w 7149"/>
                    <a:gd name="connsiteY8" fmla="*/ 1156 h 77659"/>
                    <a:gd name="connsiteX9" fmla="*/ 7149 w 7149"/>
                    <a:gd name="connsiteY9" fmla="*/ 4452 h 77659"/>
                    <a:gd name="connsiteX10" fmla="*/ 7149 w 7149"/>
                    <a:gd name="connsiteY10" fmla="*/ 73250 h 77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49" h="77659">
                      <a:moveTo>
                        <a:pt x="7149" y="73250"/>
                      </a:moveTo>
                      <a:cubicBezTo>
                        <a:pt x="7149" y="74663"/>
                        <a:pt x="6850" y="75776"/>
                        <a:pt x="6208" y="76546"/>
                      </a:cubicBezTo>
                      <a:cubicBezTo>
                        <a:pt x="5608" y="77317"/>
                        <a:pt x="4709" y="77660"/>
                        <a:pt x="3553" y="77660"/>
                      </a:cubicBezTo>
                      <a:cubicBezTo>
                        <a:pt x="2397" y="77660"/>
                        <a:pt x="1498" y="77317"/>
                        <a:pt x="899" y="76546"/>
                      </a:cubicBezTo>
                      <a:cubicBezTo>
                        <a:pt x="300" y="75819"/>
                        <a:pt x="0" y="74706"/>
                        <a:pt x="0" y="73250"/>
                      </a:cubicBezTo>
                      <a:lnTo>
                        <a:pt x="0" y="4452"/>
                      </a:lnTo>
                      <a:cubicBezTo>
                        <a:pt x="0" y="2997"/>
                        <a:pt x="300" y="1884"/>
                        <a:pt x="899" y="1113"/>
                      </a:cubicBezTo>
                      <a:cubicBezTo>
                        <a:pt x="1498" y="385"/>
                        <a:pt x="2397" y="0"/>
                        <a:pt x="3553" y="0"/>
                      </a:cubicBezTo>
                      <a:cubicBezTo>
                        <a:pt x="4709" y="0"/>
                        <a:pt x="5608" y="385"/>
                        <a:pt x="6208" y="1156"/>
                      </a:cubicBezTo>
                      <a:cubicBezTo>
                        <a:pt x="6850" y="1927"/>
                        <a:pt x="7149" y="3040"/>
                        <a:pt x="7149" y="4452"/>
                      </a:cubicBezTo>
                      <a:lnTo>
                        <a:pt x="7149" y="7325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11005067" y="6477749"/>
                  <a:ext cx="8305" cy="78772"/>
                </a:xfrm>
                <a:custGeom>
                  <a:avLst/>
                  <a:gdLst>
                    <a:gd name="connsiteX0" fmla="*/ 4153 w 8305"/>
                    <a:gd name="connsiteY0" fmla="*/ 78773 h 78772"/>
                    <a:gd name="connsiteX1" fmla="*/ 1027 w 8305"/>
                    <a:gd name="connsiteY1" fmla="*/ 77446 h 78772"/>
                    <a:gd name="connsiteX2" fmla="*/ 0 w 8305"/>
                    <a:gd name="connsiteY2" fmla="*/ 73764 h 78772"/>
                    <a:gd name="connsiteX3" fmla="*/ 0 w 8305"/>
                    <a:gd name="connsiteY3" fmla="*/ 5009 h 78772"/>
                    <a:gd name="connsiteX4" fmla="*/ 1027 w 8305"/>
                    <a:gd name="connsiteY4" fmla="*/ 1327 h 78772"/>
                    <a:gd name="connsiteX5" fmla="*/ 4153 w 8305"/>
                    <a:gd name="connsiteY5" fmla="*/ 0 h 78772"/>
                    <a:gd name="connsiteX6" fmla="*/ 7235 w 8305"/>
                    <a:gd name="connsiteY6" fmla="*/ 1370 h 78772"/>
                    <a:gd name="connsiteX7" fmla="*/ 8305 w 8305"/>
                    <a:gd name="connsiteY7" fmla="*/ 5009 h 78772"/>
                    <a:gd name="connsiteX8" fmla="*/ 8305 w 8305"/>
                    <a:gd name="connsiteY8" fmla="*/ 73807 h 78772"/>
                    <a:gd name="connsiteX9" fmla="*/ 7192 w 8305"/>
                    <a:gd name="connsiteY9" fmla="*/ 77488 h 78772"/>
                    <a:gd name="connsiteX10" fmla="*/ 4153 w 8305"/>
                    <a:gd name="connsiteY10" fmla="*/ 78773 h 78772"/>
                    <a:gd name="connsiteX11" fmla="*/ 4153 w 8305"/>
                    <a:gd name="connsiteY11" fmla="*/ 1113 h 78772"/>
                    <a:gd name="connsiteX12" fmla="*/ 1927 w 8305"/>
                    <a:gd name="connsiteY12" fmla="*/ 2012 h 78772"/>
                    <a:gd name="connsiteX13" fmla="*/ 1113 w 8305"/>
                    <a:gd name="connsiteY13" fmla="*/ 4966 h 78772"/>
                    <a:gd name="connsiteX14" fmla="*/ 1113 w 8305"/>
                    <a:gd name="connsiteY14" fmla="*/ 73764 h 78772"/>
                    <a:gd name="connsiteX15" fmla="*/ 1884 w 8305"/>
                    <a:gd name="connsiteY15" fmla="*/ 76718 h 78772"/>
                    <a:gd name="connsiteX16" fmla="*/ 4110 w 8305"/>
                    <a:gd name="connsiteY16" fmla="*/ 77617 h 78772"/>
                    <a:gd name="connsiteX17" fmla="*/ 6293 w 8305"/>
                    <a:gd name="connsiteY17" fmla="*/ 76718 h 78772"/>
                    <a:gd name="connsiteX18" fmla="*/ 7107 w 8305"/>
                    <a:gd name="connsiteY18" fmla="*/ 73807 h 78772"/>
                    <a:gd name="connsiteX19" fmla="*/ 7107 w 8305"/>
                    <a:gd name="connsiteY19" fmla="*/ 5009 h 78772"/>
                    <a:gd name="connsiteX20" fmla="*/ 6293 w 8305"/>
                    <a:gd name="connsiteY20" fmla="*/ 2098 h 78772"/>
                    <a:gd name="connsiteX21" fmla="*/ 4153 w 8305"/>
                    <a:gd name="connsiteY21" fmla="*/ 1113 h 78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305" h="78772">
                      <a:moveTo>
                        <a:pt x="4153" y="78773"/>
                      </a:moveTo>
                      <a:cubicBezTo>
                        <a:pt x="2740" y="78773"/>
                        <a:pt x="1755" y="78345"/>
                        <a:pt x="1027" y="77446"/>
                      </a:cubicBezTo>
                      <a:cubicBezTo>
                        <a:pt x="342" y="76632"/>
                        <a:pt x="0" y="75391"/>
                        <a:pt x="0" y="73764"/>
                      </a:cubicBezTo>
                      <a:lnTo>
                        <a:pt x="0" y="5009"/>
                      </a:lnTo>
                      <a:cubicBezTo>
                        <a:pt x="0" y="3425"/>
                        <a:pt x="342" y="2183"/>
                        <a:pt x="1027" y="1327"/>
                      </a:cubicBezTo>
                      <a:cubicBezTo>
                        <a:pt x="1755" y="428"/>
                        <a:pt x="2783" y="0"/>
                        <a:pt x="4153" y="0"/>
                      </a:cubicBezTo>
                      <a:cubicBezTo>
                        <a:pt x="5480" y="0"/>
                        <a:pt x="6550" y="471"/>
                        <a:pt x="7235" y="1370"/>
                      </a:cubicBezTo>
                      <a:cubicBezTo>
                        <a:pt x="7963" y="2226"/>
                        <a:pt x="8305" y="3425"/>
                        <a:pt x="8305" y="5009"/>
                      </a:cubicBezTo>
                      <a:lnTo>
                        <a:pt x="8305" y="73807"/>
                      </a:lnTo>
                      <a:cubicBezTo>
                        <a:pt x="8305" y="75433"/>
                        <a:pt x="7920" y="76632"/>
                        <a:pt x="7192" y="77488"/>
                      </a:cubicBezTo>
                      <a:cubicBezTo>
                        <a:pt x="6550" y="78302"/>
                        <a:pt x="5480" y="78773"/>
                        <a:pt x="4153" y="78773"/>
                      </a:cubicBezTo>
                      <a:close/>
                      <a:moveTo>
                        <a:pt x="4153" y="1113"/>
                      </a:moveTo>
                      <a:cubicBezTo>
                        <a:pt x="3168" y="1113"/>
                        <a:pt x="2440" y="1413"/>
                        <a:pt x="1927" y="2012"/>
                      </a:cubicBezTo>
                      <a:cubicBezTo>
                        <a:pt x="1413" y="2654"/>
                        <a:pt x="1113" y="3682"/>
                        <a:pt x="1113" y="4966"/>
                      </a:cubicBezTo>
                      <a:lnTo>
                        <a:pt x="1113" y="73764"/>
                      </a:lnTo>
                      <a:cubicBezTo>
                        <a:pt x="1113" y="75048"/>
                        <a:pt x="1370" y="76076"/>
                        <a:pt x="1884" y="76718"/>
                      </a:cubicBezTo>
                      <a:cubicBezTo>
                        <a:pt x="2355" y="77317"/>
                        <a:pt x="3082" y="77617"/>
                        <a:pt x="4110" y="77617"/>
                      </a:cubicBezTo>
                      <a:cubicBezTo>
                        <a:pt x="5095" y="77617"/>
                        <a:pt x="5822" y="77317"/>
                        <a:pt x="6293" y="76718"/>
                      </a:cubicBezTo>
                      <a:cubicBezTo>
                        <a:pt x="6850" y="76076"/>
                        <a:pt x="7107" y="75091"/>
                        <a:pt x="7107" y="73807"/>
                      </a:cubicBezTo>
                      <a:lnTo>
                        <a:pt x="7107" y="5009"/>
                      </a:lnTo>
                      <a:cubicBezTo>
                        <a:pt x="7107" y="3725"/>
                        <a:pt x="6850" y="2740"/>
                        <a:pt x="6293" y="2098"/>
                      </a:cubicBezTo>
                      <a:cubicBezTo>
                        <a:pt x="5865" y="1456"/>
                        <a:pt x="5137" y="1113"/>
                        <a:pt x="4153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5" name="图形 4"/>
              <p:cNvGrpSpPr/>
              <p:nvPr/>
            </p:nvGrpSpPr>
            <p:grpSpPr>
              <a:xfrm>
                <a:off x="11056184" y="6496714"/>
                <a:ext cx="54284" cy="60363"/>
                <a:chOff x="11056184" y="6496714"/>
                <a:chExt cx="54284" cy="60363"/>
              </a:xfrm>
              <a:solidFill>
                <a:srgbClr val="A5A7AA"/>
              </a:solidFill>
            </p:grpSpPr>
            <p:sp>
              <p:nvSpPr>
                <p:cNvPr id="84" name="任意多边形: 形状 83"/>
                <p:cNvSpPr/>
                <p:nvPr/>
              </p:nvSpPr>
              <p:spPr>
                <a:xfrm>
                  <a:off x="11056740" y="6497313"/>
                  <a:ext cx="53128" cy="59207"/>
                </a:xfrm>
                <a:custGeom>
                  <a:avLst/>
                  <a:gdLst>
                    <a:gd name="connsiteX0" fmla="*/ 0 w 53128"/>
                    <a:gd name="connsiteY0" fmla="*/ 29754 h 59207"/>
                    <a:gd name="connsiteX1" fmla="*/ 7492 w 53128"/>
                    <a:gd name="connsiteY1" fmla="*/ 8305 h 59207"/>
                    <a:gd name="connsiteX2" fmla="*/ 26629 w 53128"/>
                    <a:gd name="connsiteY2" fmla="*/ 0 h 59207"/>
                    <a:gd name="connsiteX3" fmla="*/ 45680 w 53128"/>
                    <a:gd name="connsiteY3" fmla="*/ 8305 h 59207"/>
                    <a:gd name="connsiteX4" fmla="*/ 53129 w 53128"/>
                    <a:gd name="connsiteY4" fmla="*/ 29754 h 59207"/>
                    <a:gd name="connsiteX5" fmla="*/ 45680 w 53128"/>
                    <a:gd name="connsiteY5" fmla="*/ 50988 h 59207"/>
                    <a:gd name="connsiteX6" fmla="*/ 26586 w 53128"/>
                    <a:gd name="connsiteY6" fmla="*/ 59208 h 59207"/>
                    <a:gd name="connsiteX7" fmla="*/ 7449 w 53128"/>
                    <a:gd name="connsiteY7" fmla="*/ 50945 h 59207"/>
                    <a:gd name="connsiteX8" fmla="*/ 0 w 53128"/>
                    <a:gd name="connsiteY8" fmla="*/ 29754 h 59207"/>
                    <a:gd name="connsiteX9" fmla="*/ 26629 w 53128"/>
                    <a:gd name="connsiteY9" fmla="*/ 6379 h 59207"/>
                    <a:gd name="connsiteX10" fmla="*/ 12715 w 53128"/>
                    <a:gd name="connsiteY10" fmla="*/ 12886 h 59207"/>
                    <a:gd name="connsiteX11" fmla="*/ 7278 w 53128"/>
                    <a:gd name="connsiteY11" fmla="*/ 29625 h 59207"/>
                    <a:gd name="connsiteX12" fmla="*/ 12758 w 53128"/>
                    <a:gd name="connsiteY12" fmla="*/ 46365 h 59207"/>
                    <a:gd name="connsiteX13" fmla="*/ 26543 w 53128"/>
                    <a:gd name="connsiteY13" fmla="*/ 52872 h 59207"/>
                    <a:gd name="connsiteX14" fmla="*/ 40457 w 53128"/>
                    <a:gd name="connsiteY14" fmla="*/ 46365 h 59207"/>
                    <a:gd name="connsiteX15" fmla="*/ 45979 w 53128"/>
                    <a:gd name="connsiteY15" fmla="*/ 29625 h 59207"/>
                    <a:gd name="connsiteX16" fmla="*/ 40499 w 53128"/>
                    <a:gd name="connsiteY16" fmla="*/ 12886 h 59207"/>
                    <a:gd name="connsiteX17" fmla="*/ 26629 w 53128"/>
                    <a:gd name="connsiteY17" fmla="*/ 6379 h 5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128" h="59207">
                      <a:moveTo>
                        <a:pt x="0" y="29754"/>
                      </a:moveTo>
                      <a:cubicBezTo>
                        <a:pt x="0" y="21063"/>
                        <a:pt x="2483" y="13871"/>
                        <a:pt x="7492" y="8305"/>
                      </a:cubicBezTo>
                      <a:cubicBezTo>
                        <a:pt x="12501" y="2783"/>
                        <a:pt x="18880" y="0"/>
                        <a:pt x="26629" y="0"/>
                      </a:cubicBezTo>
                      <a:cubicBezTo>
                        <a:pt x="34377" y="0"/>
                        <a:pt x="40713" y="2783"/>
                        <a:pt x="45680" y="8305"/>
                      </a:cubicBezTo>
                      <a:cubicBezTo>
                        <a:pt x="50646" y="13871"/>
                        <a:pt x="53129" y="21063"/>
                        <a:pt x="53129" y="29754"/>
                      </a:cubicBezTo>
                      <a:cubicBezTo>
                        <a:pt x="53129" y="38359"/>
                        <a:pt x="50688" y="45466"/>
                        <a:pt x="45680" y="50988"/>
                      </a:cubicBezTo>
                      <a:cubicBezTo>
                        <a:pt x="40713" y="56468"/>
                        <a:pt x="34377" y="59208"/>
                        <a:pt x="26586" y="59208"/>
                      </a:cubicBezTo>
                      <a:cubicBezTo>
                        <a:pt x="18794" y="59208"/>
                        <a:pt x="12415" y="56468"/>
                        <a:pt x="7449" y="50945"/>
                      </a:cubicBezTo>
                      <a:cubicBezTo>
                        <a:pt x="2483" y="45380"/>
                        <a:pt x="0" y="38359"/>
                        <a:pt x="0" y="29754"/>
                      </a:cubicBezTo>
                      <a:close/>
                      <a:moveTo>
                        <a:pt x="26629" y="6379"/>
                      </a:moveTo>
                      <a:cubicBezTo>
                        <a:pt x="20935" y="6379"/>
                        <a:pt x="16311" y="8519"/>
                        <a:pt x="12715" y="12886"/>
                      </a:cubicBezTo>
                      <a:cubicBezTo>
                        <a:pt x="9076" y="17167"/>
                        <a:pt x="7278" y="22733"/>
                        <a:pt x="7278" y="29625"/>
                      </a:cubicBezTo>
                      <a:cubicBezTo>
                        <a:pt x="7278" y="36475"/>
                        <a:pt x="9076" y="42083"/>
                        <a:pt x="12758" y="46365"/>
                      </a:cubicBezTo>
                      <a:cubicBezTo>
                        <a:pt x="16397" y="50731"/>
                        <a:pt x="20977" y="52872"/>
                        <a:pt x="26543" y="52872"/>
                      </a:cubicBezTo>
                      <a:cubicBezTo>
                        <a:pt x="32194" y="52872"/>
                        <a:pt x="36860" y="50689"/>
                        <a:pt x="40457" y="46365"/>
                      </a:cubicBezTo>
                      <a:cubicBezTo>
                        <a:pt x="44138" y="41998"/>
                        <a:pt x="45979" y="36475"/>
                        <a:pt x="45979" y="29625"/>
                      </a:cubicBezTo>
                      <a:cubicBezTo>
                        <a:pt x="45979" y="22818"/>
                        <a:pt x="44138" y="17253"/>
                        <a:pt x="40499" y="12886"/>
                      </a:cubicBezTo>
                      <a:cubicBezTo>
                        <a:pt x="36818" y="8562"/>
                        <a:pt x="32194" y="6379"/>
                        <a:pt x="26629" y="637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5" name="任意多边形: 形状 84"/>
                <p:cNvSpPr/>
                <p:nvPr/>
              </p:nvSpPr>
              <p:spPr>
                <a:xfrm>
                  <a:off x="11056184" y="6496714"/>
                  <a:ext cx="54284" cy="60363"/>
                </a:xfrm>
                <a:custGeom>
                  <a:avLst/>
                  <a:gdLst>
                    <a:gd name="connsiteX0" fmla="*/ 27185 w 54284"/>
                    <a:gd name="connsiteY0" fmla="*/ 60364 h 60363"/>
                    <a:gd name="connsiteX1" fmla="*/ 7620 w 54284"/>
                    <a:gd name="connsiteY1" fmla="*/ 51887 h 60363"/>
                    <a:gd name="connsiteX2" fmla="*/ 0 w 54284"/>
                    <a:gd name="connsiteY2" fmla="*/ 30353 h 60363"/>
                    <a:gd name="connsiteX3" fmla="*/ 7620 w 54284"/>
                    <a:gd name="connsiteY3" fmla="*/ 8519 h 60363"/>
                    <a:gd name="connsiteX4" fmla="*/ 27185 w 54284"/>
                    <a:gd name="connsiteY4" fmla="*/ 0 h 60363"/>
                    <a:gd name="connsiteX5" fmla="*/ 46664 w 54284"/>
                    <a:gd name="connsiteY5" fmla="*/ 8519 h 60363"/>
                    <a:gd name="connsiteX6" fmla="*/ 54285 w 54284"/>
                    <a:gd name="connsiteY6" fmla="*/ 30353 h 60363"/>
                    <a:gd name="connsiteX7" fmla="*/ 46707 w 54284"/>
                    <a:gd name="connsiteY7" fmla="*/ 51973 h 60363"/>
                    <a:gd name="connsiteX8" fmla="*/ 27185 w 54284"/>
                    <a:gd name="connsiteY8" fmla="*/ 60364 h 60363"/>
                    <a:gd name="connsiteX9" fmla="*/ 27185 w 54284"/>
                    <a:gd name="connsiteY9" fmla="*/ 1156 h 60363"/>
                    <a:gd name="connsiteX10" fmla="*/ 8477 w 54284"/>
                    <a:gd name="connsiteY10" fmla="*/ 9290 h 60363"/>
                    <a:gd name="connsiteX11" fmla="*/ 1156 w 54284"/>
                    <a:gd name="connsiteY11" fmla="*/ 30353 h 60363"/>
                    <a:gd name="connsiteX12" fmla="*/ 8477 w 54284"/>
                    <a:gd name="connsiteY12" fmla="*/ 51117 h 60363"/>
                    <a:gd name="connsiteX13" fmla="*/ 27185 w 54284"/>
                    <a:gd name="connsiteY13" fmla="*/ 59208 h 60363"/>
                    <a:gd name="connsiteX14" fmla="*/ 45851 w 54284"/>
                    <a:gd name="connsiteY14" fmla="*/ 51202 h 60363"/>
                    <a:gd name="connsiteX15" fmla="*/ 53129 w 54284"/>
                    <a:gd name="connsiteY15" fmla="*/ 30353 h 60363"/>
                    <a:gd name="connsiteX16" fmla="*/ 45808 w 54284"/>
                    <a:gd name="connsiteY16" fmla="*/ 9290 h 60363"/>
                    <a:gd name="connsiteX17" fmla="*/ 27185 w 54284"/>
                    <a:gd name="connsiteY17" fmla="*/ 1156 h 60363"/>
                    <a:gd name="connsiteX18" fmla="*/ 27057 w 54284"/>
                    <a:gd name="connsiteY18" fmla="*/ 54028 h 60363"/>
                    <a:gd name="connsiteX19" fmla="*/ 12843 w 54284"/>
                    <a:gd name="connsiteY19" fmla="*/ 47306 h 60363"/>
                    <a:gd name="connsiteX20" fmla="*/ 7235 w 54284"/>
                    <a:gd name="connsiteY20" fmla="*/ 30182 h 60363"/>
                    <a:gd name="connsiteX21" fmla="*/ 12801 w 54284"/>
                    <a:gd name="connsiteY21" fmla="*/ 13057 h 60363"/>
                    <a:gd name="connsiteX22" fmla="*/ 27142 w 54284"/>
                    <a:gd name="connsiteY22" fmla="*/ 6379 h 60363"/>
                    <a:gd name="connsiteX23" fmla="*/ 41441 w 54284"/>
                    <a:gd name="connsiteY23" fmla="*/ 13100 h 60363"/>
                    <a:gd name="connsiteX24" fmla="*/ 47050 w 54284"/>
                    <a:gd name="connsiteY24" fmla="*/ 30225 h 60363"/>
                    <a:gd name="connsiteX25" fmla="*/ 41356 w 54284"/>
                    <a:gd name="connsiteY25" fmla="*/ 47349 h 60363"/>
                    <a:gd name="connsiteX26" fmla="*/ 27057 w 54284"/>
                    <a:gd name="connsiteY26" fmla="*/ 54028 h 60363"/>
                    <a:gd name="connsiteX27" fmla="*/ 27185 w 54284"/>
                    <a:gd name="connsiteY27" fmla="*/ 7535 h 60363"/>
                    <a:gd name="connsiteX28" fmla="*/ 13700 w 54284"/>
                    <a:gd name="connsiteY28" fmla="*/ 13828 h 60363"/>
                    <a:gd name="connsiteX29" fmla="*/ 8391 w 54284"/>
                    <a:gd name="connsiteY29" fmla="*/ 30225 h 60363"/>
                    <a:gd name="connsiteX30" fmla="*/ 13700 w 54284"/>
                    <a:gd name="connsiteY30" fmla="*/ 46579 h 60363"/>
                    <a:gd name="connsiteX31" fmla="*/ 27057 w 54284"/>
                    <a:gd name="connsiteY31" fmla="*/ 52872 h 60363"/>
                    <a:gd name="connsiteX32" fmla="*/ 40542 w 54284"/>
                    <a:gd name="connsiteY32" fmla="*/ 46579 h 60363"/>
                    <a:gd name="connsiteX33" fmla="*/ 45936 w 54284"/>
                    <a:gd name="connsiteY33" fmla="*/ 30182 h 60363"/>
                    <a:gd name="connsiteX34" fmla="*/ 40585 w 54284"/>
                    <a:gd name="connsiteY34" fmla="*/ 13785 h 60363"/>
                    <a:gd name="connsiteX35" fmla="*/ 27185 w 54284"/>
                    <a:gd name="connsiteY35" fmla="*/ 7535 h 60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4284" h="60363">
                      <a:moveTo>
                        <a:pt x="27185" y="60364"/>
                      </a:moveTo>
                      <a:cubicBezTo>
                        <a:pt x="19265" y="60364"/>
                        <a:pt x="12672" y="57538"/>
                        <a:pt x="7620" y="51887"/>
                      </a:cubicBezTo>
                      <a:cubicBezTo>
                        <a:pt x="2569" y="46279"/>
                        <a:pt x="0" y="39044"/>
                        <a:pt x="0" y="30353"/>
                      </a:cubicBezTo>
                      <a:cubicBezTo>
                        <a:pt x="0" y="21534"/>
                        <a:pt x="2569" y="14171"/>
                        <a:pt x="7620" y="8519"/>
                      </a:cubicBezTo>
                      <a:cubicBezTo>
                        <a:pt x="12758" y="2868"/>
                        <a:pt x="19351" y="0"/>
                        <a:pt x="27185" y="0"/>
                      </a:cubicBezTo>
                      <a:cubicBezTo>
                        <a:pt x="35062" y="0"/>
                        <a:pt x="41612" y="2868"/>
                        <a:pt x="46664" y="8519"/>
                      </a:cubicBezTo>
                      <a:cubicBezTo>
                        <a:pt x="51716" y="14171"/>
                        <a:pt x="54285" y="21534"/>
                        <a:pt x="54285" y="30353"/>
                      </a:cubicBezTo>
                      <a:cubicBezTo>
                        <a:pt x="54285" y="39087"/>
                        <a:pt x="51716" y="46365"/>
                        <a:pt x="46707" y="51973"/>
                      </a:cubicBezTo>
                      <a:cubicBezTo>
                        <a:pt x="41655" y="57538"/>
                        <a:pt x="35062" y="60364"/>
                        <a:pt x="27185" y="60364"/>
                      </a:cubicBezTo>
                      <a:close/>
                      <a:moveTo>
                        <a:pt x="27185" y="1156"/>
                      </a:moveTo>
                      <a:cubicBezTo>
                        <a:pt x="19650" y="1156"/>
                        <a:pt x="13357" y="3896"/>
                        <a:pt x="8477" y="9290"/>
                      </a:cubicBezTo>
                      <a:cubicBezTo>
                        <a:pt x="3596" y="14727"/>
                        <a:pt x="1156" y="21791"/>
                        <a:pt x="1156" y="30353"/>
                      </a:cubicBezTo>
                      <a:cubicBezTo>
                        <a:pt x="1156" y="38744"/>
                        <a:pt x="3639" y="45765"/>
                        <a:pt x="8477" y="51117"/>
                      </a:cubicBezTo>
                      <a:cubicBezTo>
                        <a:pt x="13400" y="56554"/>
                        <a:pt x="19522" y="59208"/>
                        <a:pt x="27185" y="59208"/>
                      </a:cubicBezTo>
                      <a:cubicBezTo>
                        <a:pt x="34763" y="59208"/>
                        <a:pt x="41013" y="56511"/>
                        <a:pt x="45851" y="51202"/>
                      </a:cubicBezTo>
                      <a:cubicBezTo>
                        <a:pt x="50688" y="45808"/>
                        <a:pt x="53129" y="38830"/>
                        <a:pt x="53129" y="30353"/>
                      </a:cubicBezTo>
                      <a:cubicBezTo>
                        <a:pt x="53129" y="21834"/>
                        <a:pt x="50688" y="14727"/>
                        <a:pt x="45808" y="9290"/>
                      </a:cubicBezTo>
                      <a:cubicBezTo>
                        <a:pt x="40970" y="3896"/>
                        <a:pt x="34677" y="1156"/>
                        <a:pt x="27185" y="1156"/>
                      </a:cubicBezTo>
                      <a:close/>
                      <a:moveTo>
                        <a:pt x="27057" y="54028"/>
                      </a:moveTo>
                      <a:cubicBezTo>
                        <a:pt x="21320" y="54028"/>
                        <a:pt x="16525" y="51759"/>
                        <a:pt x="12843" y="47306"/>
                      </a:cubicBezTo>
                      <a:cubicBezTo>
                        <a:pt x="9119" y="42940"/>
                        <a:pt x="7235" y="37203"/>
                        <a:pt x="7235" y="30182"/>
                      </a:cubicBezTo>
                      <a:cubicBezTo>
                        <a:pt x="7235" y="23161"/>
                        <a:pt x="9119" y="17424"/>
                        <a:pt x="12801" y="13057"/>
                      </a:cubicBezTo>
                      <a:cubicBezTo>
                        <a:pt x="16482" y="8605"/>
                        <a:pt x="21320" y="6379"/>
                        <a:pt x="27142" y="6379"/>
                      </a:cubicBezTo>
                      <a:cubicBezTo>
                        <a:pt x="32879" y="6379"/>
                        <a:pt x="37674" y="8648"/>
                        <a:pt x="41441" y="13100"/>
                      </a:cubicBezTo>
                      <a:cubicBezTo>
                        <a:pt x="45166" y="17553"/>
                        <a:pt x="47050" y="23289"/>
                        <a:pt x="47050" y="30225"/>
                      </a:cubicBezTo>
                      <a:cubicBezTo>
                        <a:pt x="47050" y="37160"/>
                        <a:pt x="45123" y="42897"/>
                        <a:pt x="41356" y="47349"/>
                      </a:cubicBezTo>
                      <a:cubicBezTo>
                        <a:pt x="37674" y="51802"/>
                        <a:pt x="32836" y="54028"/>
                        <a:pt x="27057" y="54028"/>
                      </a:cubicBezTo>
                      <a:close/>
                      <a:moveTo>
                        <a:pt x="27185" y="7535"/>
                      </a:moveTo>
                      <a:cubicBezTo>
                        <a:pt x="21620" y="7535"/>
                        <a:pt x="17210" y="9590"/>
                        <a:pt x="13700" y="13828"/>
                      </a:cubicBezTo>
                      <a:cubicBezTo>
                        <a:pt x="10189" y="17981"/>
                        <a:pt x="8391" y="23503"/>
                        <a:pt x="8391" y="30225"/>
                      </a:cubicBezTo>
                      <a:cubicBezTo>
                        <a:pt x="8391" y="36946"/>
                        <a:pt x="10189" y="42426"/>
                        <a:pt x="13700" y="46579"/>
                      </a:cubicBezTo>
                      <a:cubicBezTo>
                        <a:pt x="17210" y="50817"/>
                        <a:pt x="21577" y="52872"/>
                        <a:pt x="27057" y="52872"/>
                      </a:cubicBezTo>
                      <a:cubicBezTo>
                        <a:pt x="32494" y="52872"/>
                        <a:pt x="37032" y="50774"/>
                        <a:pt x="40542" y="46579"/>
                      </a:cubicBezTo>
                      <a:cubicBezTo>
                        <a:pt x="44138" y="42340"/>
                        <a:pt x="45936" y="36860"/>
                        <a:pt x="45936" y="30182"/>
                      </a:cubicBezTo>
                      <a:cubicBezTo>
                        <a:pt x="45936" y="23546"/>
                        <a:pt x="44138" y="18066"/>
                        <a:pt x="40585" y="13785"/>
                      </a:cubicBezTo>
                      <a:cubicBezTo>
                        <a:pt x="37074" y="9675"/>
                        <a:pt x="32537" y="7535"/>
                        <a:pt x="27185" y="7535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6" name="图形 4"/>
              <p:cNvGrpSpPr/>
              <p:nvPr/>
            </p:nvGrpSpPr>
            <p:grpSpPr>
              <a:xfrm>
                <a:off x="11152466" y="6497399"/>
                <a:ext cx="47306" cy="59850"/>
                <a:chOff x="11152466" y="6497399"/>
                <a:chExt cx="47306" cy="59850"/>
              </a:xfrm>
              <a:solidFill>
                <a:srgbClr val="A5A7AA"/>
              </a:solidFill>
            </p:grpSpPr>
            <p:sp>
              <p:nvSpPr>
                <p:cNvPr id="82" name="任意多边形: 形状 81"/>
                <p:cNvSpPr/>
                <p:nvPr/>
              </p:nvSpPr>
              <p:spPr>
                <a:xfrm>
                  <a:off x="11153023" y="6497870"/>
                  <a:ext cx="46107" cy="58779"/>
                </a:xfrm>
                <a:custGeom>
                  <a:avLst/>
                  <a:gdLst>
                    <a:gd name="connsiteX0" fmla="*/ 38915 w 46107"/>
                    <a:gd name="connsiteY0" fmla="*/ 49404 h 58779"/>
                    <a:gd name="connsiteX1" fmla="*/ 30952 w 46107"/>
                    <a:gd name="connsiteY1" fmla="*/ 56468 h 58779"/>
                    <a:gd name="connsiteX2" fmla="*/ 20507 w 46107"/>
                    <a:gd name="connsiteY2" fmla="*/ 58780 h 58779"/>
                    <a:gd name="connsiteX3" fmla="*/ 5266 w 46107"/>
                    <a:gd name="connsiteY3" fmla="*/ 53043 h 58779"/>
                    <a:gd name="connsiteX4" fmla="*/ 0 w 46107"/>
                    <a:gd name="connsiteY4" fmla="*/ 36347 h 58779"/>
                    <a:gd name="connsiteX5" fmla="*/ 0 w 46107"/>
                    <a:gd name="connsiteY5" fmla="*/ 4624 h 58779"/>
                    <a:gd name="connsiteX6" fmla="*/ 942 w 46107"/>
                    <a:gd name="connsiteY6" fmla="*/ 1199 h 58779"/>
                    <a:gd name="connsiteX7" fmla="*/ 3639 w 46107"/>
                    <a:gd name="connsiteY7" fmla="*/ 43 h 58779"/>
                    <a:gd name="connsiteX8" fmla="*/ 6293 w 46107"/>
                    <a:gd name="connsiteY8" fmla="*/ 1199 h 58779"/>
                    <a:gd name="connsiteX9" fmla="*/ 7192 w 46107"/>
                    <a:gd name="connsiteY9" fmla="*/ 4624 h 58779"/>
                    <a:gd name="connsiteX10" fmla="*/ 7192 w 46107"/>
                    <a:gd name="connsiteY10" fmla="*/ 33050 h 58779"/>
                    <a:gd name="connsiteX11" fmla="*/ 10574 w 46107"/>
                    <a:gd name="connsiteY11" fmla="*/ 48034 h 58779"/>
                    <a:gd name="connsiteX12" fmla="*/ 21748 w 46107"/>
                    <a:gd name="connsiteY12" fmla="*/ 52401 h 58779"/>
                    <a:gd name="connsiteX13" fmla="*/ 34720 w 46107"/>
                    <a:gd name="connsiteY13" fmla="*/ 46322 h 58779"/>
                    <a:gd name="connsiteX14" fmla="*/ 38915 w 46107"/>
                    <a:gd name="connsiteY14" fmla="*/ 27656 h 58779"/>
                    <a:gd name="connsiteX15" fmla="*/ 38915 w 46107"/>
                    <a:gd name="connsiteY15" fmla="*/ 4581 h 58779"/>
                    <a:gd name="connsiteX16" fmla="*/ 39900 w 46107"/>
                    <a:gd name="connsiteY16" fmla="*/ 1156 h 58779"/>
                    <a:gd name="connsiteX17" fmla="*/ 42597 w 46107"/>
                    <a:gd name="connsiteY17" fmla="*/ 0 h 58779"/>
                    <a:gd name="connsiteX18" fmla="*/ 45209 w 46107"/>
                    <a:gd name="connsiteY18" fmla="*/ 1156 h 58779"/>
                    <a:gd name="connsiteX19" fmla="*/ 46108 w 46107"/>
                    <a:gd name="connsiteY19" fmla="*/ 4581 h 58779"/>
                    <a:gd name="connsiteX20" fmla="*/ 46108 w 46107"/>
                    <a:gd name="connsiteY20" fmla="*/ 53471 h 58779"/>
                    <a:gd name="connsiteX21" fmla="*/ 45209 w 46107"/>
                    <a:gd name="connsiteY21" fmla="*/ 56896 h 58779"/>
                    <a:gd name="connsiteX22" fmla="*/ 42597 w 46107"/>
                    <a:gd name="connsiteY22" fmla="*/ 58052 h 58779"/>
                    <a:gd name="connsiteX23" fmla="*/ 39900 w 46107"/>
                    <a:gd name="connsiteY23" fmla="*/ 56853 h 58779"/>
                    <a:gd name="connsiteX24" fmla="*/ 38915 w 46107"/>
                    <a:gd name="connsiteY24" fmla="*/ 53471 h 58779"/>
                    <a:gd name="connsiteX25" fmla="*/ 38915 w 46107"/>
                    <a:gd name="connsiteY25" fmla="*/ 49404 h 58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6107" h="58779">
                      <a:moveTo>
                        <a:pt x="38915" y="49404"/>
                      </a:moveTo>
                      <a:cubicBezTo>
                        <a:pt x="36646" y="52615"/>
                        <a:pt x="33949" y="54970"/>
                        <a:pt x="30952" y="56468"/>
                      </a:cubicBezTo>
                      <a:cubicBezTo>
                        <a:pt x="27913" y="58009"/>
                        <a:pt x="24488" y="58780"/>
                        <a:pt x="20507" y="58780"/>
                      </a:cubicBezTo>
                      <a:cubicBezTo>
                        <a:pt x="13871" y="58780"/>
                        <a:pt x="8776" y="56811"/>
                        <a:pt x="5266" y="53043"/>
                      </a:cubicBezTo>
                      <a:cubicBezTo>
                        <a:pt x="1755" y="49190"/>
                        <a:pt x="0" y="43625"/>
                        <a:pt x="0" y="36347"/>
                      </a:cubicBezTo>
                      <a:lnTo>
                        <a:pt x="0" y="4624"/>
                      </a:lnTo>
                      <a:cubicBezTo>
                        <a:pt x="0" y="3125"/>
                        <a:pt x="300" y="2012"/>
                        <a:pt x="942" y="1199"/>
                      </a:cubicBezTo>
                      <a:cubicBezTo>
                        <a:pt x="1584" y="471"/>
                        <a:pt x="2440" y="43"/>
                        <a:pt x="3639" y="43"/>
                      </a:cubicBezTo>
                      <a:cubicBezTo>
                        <a:pt x="4795" y="43"/>
                        <a:pt x="5651" y="471"/>
                        <a:pt x="6293" y="1199"/>
                      </a:cubicBezTo>
                      <a:cubicBezTo>
                        <a:pt x="6893" y="2012"/>
                        <a:pt x="7192" y="3125"/>
                        <a:pt x="7192" y="4624"/>
                      </a:cubicBezTo>
                      <a:lnTo>
                        <a:pt x="7192" y="33050"/>
                      </a:lnTo>
                      <a:cubicBezTo>
                        <a:pt x="7192" y="40114"/>
                        <a:pt x="8348" y="45123"/>
                        <a:pt x="10574" y="48034"/>
                      </a:cubicBezTo>
                      <a:cubicBezTo>
                        <a:pt x="12843" y="50945"/>
                        <a:pt x="16568" y="52401"/>
                        <a:pt x="21748" y="52401"/>
                      </a:cubicBezTo>
                      <a:cubicBezTo>
                        <a:pt x="27570" y="52401"/>
                        <a:pt x="31894" y="50389"/>
                        <a:pt x="34720" y="46322"/>
                      </a:cubicBezTo>
                      <a:cubicBezTo>
                        <a:pt x="37503" y="42255"/>
                        <a:pt x="38915" y="36047"/>
                        <a:pt x="38915" y="27656"/>
                      </a:cubicBezTo>
                      <a:lnTo>
                        <a:pt x="38915" y="4581"/>
                      </a:lnTo>
                      <a:cubicBezTo>
                        <a:pt x="38915" y="3082"/>
                        <a:pt x="39258" y="1969"/>
                        <a:pt x="39900" y="1156"/>
                      </a:cubicBezTo>
                      <a:cubicBezTo>
                        <a:pt x="40585" y="428"/>
                        <a:pt x="41484" y="0"/>
                        <a:pt x="42597" y="0"/>
                      </a:cubicBezTo>
                      <a:cubicBezTo>
                        <a:pt x="43753" y="0"/>
                        <a:pt x="44609" y="428"/>
                        <a:pt x="45209" y="1156"/>
                      </a:cubicBezTo>
                      <a:cubicBezTo>
                        <a:pt x="45808" y="1969"/>
                        <a:pt x="46108" y="3082"/>
                        <a:pt x="46108" y="4581"/>
                      </a:cubicBezTo>
                      <a:lnTo>
                        <a:pt x="46108" y="53471"/>
                      </a:lnTo>
                      <a:cubicBezTo>
                        <a:pt x="46108" y="54927"/>
                        <a:pt x="45808" y="56083"/>
                        <a:pt x="45209" y="56896"/>
                      </a:cubicBezTo>
                      <a:cubicBezTo>
                        <a:pt x="44609" y="57667"/>
                        <a:pt x="43753" y="58052"/>
                        <a:pt x="42597" y="58052"/>
                      </a:cubicBezTo>
                      <a:cubicBezTo>
                        <a:pt x="41484" y="58052"/>
                        <a:pt x="40542" y="57667"/>
                        <a:pt x="39900" y="56853"/>
                      </a:cubicBezTo>
                      <a:cubicBezTo>
                        <a:pt x="39258" y="56083"/>
                        <a:pt x="38915" y="54970"/>
                        <a:pt x="38915" y="53471"/>
                      </a:cubicBezTo>
                      <a:lnTo>
                        <a:pt x="38915" y="49404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3" name="任意多边形: 形状 82"/>
                <p:cNvSpPr/>
                <p:nvPr/>
              </p:nvSpPr>
              <p:spPr>
                <a:xfrm>
                  <a:off x="11152466" y="6497399"/>
                  <a:ext cx="47306" cy="59850"/>
                </a:xfrm>
                <a:custGeom>
                  <a:avLst/>
                  <a:gdLst>
                    <a:gd name="connsiteX0" fmla="*/ 21063 w 47306"/>
                    <a:gd name="connsiteY0" fmla="*/ 59850 h 59850"/>
                    <a:gd name="connsiteX1" fmla="*/ 5394 w 47306"/>
                    <a:gd name="connsiteY1" fmla="*/ 53942 h 59850"/>
                    <a:gd name="connsiteX2" fmla="*/ 0 w 47306"/>
                    <a:gd name="connsiteY2" fmla="*/ 36860 h 59850"/>
                    <a:gd name="connsiteX3" fmla="*/ 0 w 47306"/>
                    <a:gd name="connsiteY3" fmla="*/ 5137 h 59850"/>
                    <a:gd name="connsiteX4" fmla="*/ 1070 w 47306"/>
                    <a:gd name="connsiteY4" fmla="*/ 1370 h 59850"/>
                    <a:gd name="connsiteX5" fmla="*/ 4195 w 47306"/>
                    <a:gd name="connsiteY5" fmla="*/ 0 h 59850"/>
                    <a:gd name="connsiteX6" fmla="*/ 7278 w 47306"/>
                    <a:gd name="connsiteY6" fmla="*/ 1370 h 59850"/>
                    <a:gd name="connsiteX7" fmla="*/ 8305 w 47306"/>
                    <a:gd name="connsiteY7" fmla="*/ 5180 h 59850"/>
                    <a:gd name="connsiteX8" fmla="*/ 8305 w 47306"/>
                    <a:gd name="connsiteY8" fmla="*/ 33607 h 59850"/>
                    <a:gd name="connsiteX9" fmla="*/ 11602 w 47306"/>
                    <a:gd name="connsiteY9" fmla="*/ 48248 h 59850"/>
                    <a:gd name="connsiteX10" fmla="*/ 22347 w 47306"/>
                    <a:gd name="connsiteY10" fmla="*/ 52401 h 59850"/>
                    <a:gd name="connsiteX11" fmla="*/ 34848 w 47306"/>
                    <a:gd name="connsiteY11" fmla="*/ 46579 h 59850"/>
                    <a:gd name="connsiteX12" fmla="*/ 38915 w 47306"/>
                    <a:gd name="connsiteY12" fmla="*/ 28255 h 59850"/>
                    <a:gd name="connsiteX13" fmla="*/ 38915 w 47306"/>
                    <a:gd name="connsiteY13" fmla="*/ 5180 h 59850"/>
                    <a:gd name="connsiteX14" fmla="*/ 40028 w 47306"/>
                    <a:gd name="connsiteY14" fmla="*/ 1413 h 59850"/>
                    <a:gd name="connsiteX15" fmla="*/ 43196 w 47306"/>
                    <a:gd name="connsiteY15" fmla="*/ 43 h 59850"/>
                    <a:gd name="connsiteX16" fmla="*/ 46279 w 47306"/>
                    <a:gd name="connsiteY16" fmla="*/ 1413 h 59850"/>
                    <a:gd name="connsiteX17" fmla="*/ 47306 w 47306"/>
                    <a:gd name="connsiteY17" fmla="*/ 5180 h 59850"/>
                    <a:gd name="connsiteX18" fmla="*/ 47306 w 47306"/>
                    <a:gd name="connsiteY18" fmla="*/ 54071 h 59850"/>
                    <a:gd name="connsiteX19" fmla="*/ 46279 w 47306"/>
                    <a:gd name="connsiteY19" fmla="*/ 57838 h 59850"/>
                    <a:gd name="connsiteX20" fmla="*/ 43196 w 47306"/>
                    <a:gd name="connsiteY20" fmla="*/ 59208 h 59850"/>
                    <a:gd name="connsiteX21" fmla="*/ 40028 w 47306"/>
                    <a:gd name="connsiteY21" fmla="*/ 57795 h 59850"/>
                    <a:gd name="connsiteX22" fmla="*/ 38915 w 47306"/>
                    <a:gd name="connsiteY22" fmla="*/ 54071 h 59850"/>
                    <a:gd name="connsiteX23" fmla="*/ 38915 w 47306"/>
                    <a:gd name="connsiteY23" fmla="*/ 51673 h 59850"/>
                    <a:gd name="connsiteX24" fmla="*/ 31766 w 47306"/>
                    <a:gd name="connsiteY24" fmla="*/ 57538 h 59850"/>
                    <a:gd name="connsiteX25" fmla="*/ 21063 w 47306"/>
                    <a:gd name="connsiteY25" fmla="*/ 59850 h 59850"/>
                    <a:gd name="connsiteX26" fmla="*/ 4195 w 47306"/>
                    <a:gd name="connsiteY26" fmla="*/ 1113 h 59850"/>
                    <a:gd name="connsiteX27" fmla="*/ 1969 w 47306"/>
                    <a:gd name="connsiteY27" fmla="*/ 2055 h 59850"/>
                    <a:gd name="connsiteX28" fmla="*/ 1156 w 47306"/>
                    <a:gd name="connsiteY28" fmla="*/ 5095 h 59850"/>
                    <a:gd name="connsiteX29" fmla="*/ 1156 w 47306"/>
                    <a:gd name="connsiteY29" fmla="*/ 36818 h 59850"/>
                    <a:gd name="connsiteX30" fmla="*/ 6250 w 47306"/>
                    <a:gd name="connsiteY30" fmla="*/ 53129 h 59850"/>
                    <a:gd name="connsiteX31" fmla="*/ 21063 w 47306"/>
                    <a:gd name="connsiteY31" fmla="*/ 58694 h 59850"/>
                    <a:gd name="connsiteX32" fmla="*/ 31252 w 47306"/>
                    <a:gd name="connsiteY32" fmla="*/ 56425 h 59850"/>
                    <a:gd name="connsiteX33" fmla="*/ 39001 w 47306"/>
                    <a:gd name="connsiteY33" fmla="*/ 49533 h 59850"/>
                    <a:gd name="connsiteX34" fmla="*/ 40071 w 47306"/>
                    <a:gd name="connsiteY34" fmla="*/ 48034 h 59850"/>
                    <a:gd name="connsiteX35" fmla="*/ 40071 w 47306"/>
                    <a:gd name="connsiteY35" fmla="*/ 53985 h 59850"/>
                    <a:gd name="connsiteX36" fmla="*/ 40927 w 47306"/>
                    <a:gd name="connsiteY36" fmla="*/ 56982 h 59850"/>
                    <a:gd name="connsiteX37" fmla="*/ 43196 w 47306"/>
                    <a:gd name="connsiteY37" fmla="*/ 57966 h 59850"/>
                    <a:gd name="connsiteX38" fmla="*/ 45337 w 47306"/>
                    <a:gd name="connsiteY38" fmla="*/ 57067 h 59850"/>
                    <a:gd name="connsiteX39" fmla="*/ 46108 w 47306"/>
                    <a:gd name="connsiteY39" fmla="*/ 54028 h 59850"/>
                    <a:gd name="connsiteX40" fmla="*/ 46108 w 47306"/>
                    <a:gd name="connsiteY40" fmla="*/ 5095 h 59850"/>
                    <a:gd name="connsiteX41" fmla="*/ 45337 w 47306"/>
                    <a:gd name="connsiteY41" fmla="*/ 2012 h 59850"/>
                    <a:gd name="connsiteX42" fmla="*/ 43196 w 47306"/>
                    <a:gd name="connsiteY42" fmla="*/ 1113 h 59850"/>
                    <a:gd name="connsiteX43" fmla="*/ 40927 w 47306"/>
                    <a:gd name="connsiteY43" fmla="*/ 2098 h 59850"/>
                    <a:gd name="connsiteX44" fmla="*/ 40114 w 47306"/>
                    <a:gd name="connsiteY44" fmla="*/ 5137 h 59850"/>
                    <a:gd name="connsiteX45" fmla="*/ 40114 w 47306"/>
                    <a:gd name="connsiteY45" fmla="*/ 28213 h 59850"/>
                    <a:gd name="connsiteX46" fmla="*/ 35833 w 47306"/>
                    <a:gd name="connsiteY46" fmla="*/ 47178 h 59850"/>
                    <a:gd name="connsiteX47" fmla="*/ 22390 w 47306"/>
                    <a:gd name="connsiteY47" fmla="*/ 53514 h 59850"/>
                    <a:gd name="connsiteX48" fmla="*/ 10746 w 47306"/>
                    <a:gd name="connsiteY48" fmla="*/ 48933 h 59850"/>
                    <a:gd name="connsiteX49" fmla="*/ 7235 w 47306"/>
                    <a:gd name="connsiteY49" fmla="*/ 33564 h 59850"/>
                    <a:gd name="connsiteX50" fmla="*/ 7235 w 47306"/>
                    <a:gd name="connsiteY50" fmla="*/ 5137 h 59850"/>
                    <a:gd name="connsiteX51" fmla="*/ 6464 w 47306"/>
                    <a:gd name="connsiteY51" fmla="*/ 2055 h 59850"/>
                    <a:gd name="connsiteX52" fmla="*/ 4195 w 47306"/>
                    <a:gd name="connsiteY52" fmla="*/ 1113 h 59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47306" h="59850">
                      <a:moveTo>
                        <a:pt x="21063" y="59850"/>
                      </a:moveTo>
                      <a:cubicBezTo>
                        <a:pt x="14299" y="59850"/>
                        <a:pt x="9033" y="57838"/>
                        <a:pt x="5394" y="53942"/>
                      </a:cubicBezTo>
                      <a:cubicBezTo>
                        <a:pt x="1798" y="50004"/>
                        <a:pt x="0" y="44267"/>
                        <a:pt x="0" y="36860"/>
                      </a:cubicBezTo>
                      <a:lnTo>
                        <a:pt x="0" y="5137"/>
                      </a:lnTo>
                      <a:cubicBezTo>
                        <a:pt x="0" y="3511"/>
                        <a:pt x="342" y="2269"/>
                        <a:pt x="1070" y="1370"/>
                      </a:cubicBezTo>
                      <a:cubicBezTo>
                        <a:pt x="1841" y="428"/>
                        <a:pt x="2911" y="0"/>
                        <a:pt x="4195" y="0"/>
                      </a:cubicBezTo>
                      <a:cubicBezTo>
                        <a:pt x="5480" y="0"/>
                        <a:pt x="6507" y="471"/>
                        <a:pt x="7278" y="1370"/>
                      </a:cubicBezTo>
                      <a:cubicBezTo>
                        <a:pt x="7963" y="2355"/>
                        <a:pt x="8305" y="3553"/>
                        <a:pt x="8305" y="5180"/>
                      </a:cubicBezTo>
                      <a:lnTo>
                        <a:pt x="8305" y="33607"/>
                      </a:lnTo>
                      <a:cubicBezTo>
                        <a:pt x="8305" y="40499"/>
                        <a:pt x="9418" y="45423"/>
                        <a:pt x="11602" y="48248"/>
                      </a:cubicBezTo>
                      <a:cubicBezTo>
                        <a:pt x="13742" y="50988"/>
                        <a:pt x="17381" y="52401"/>
                        <a:pt x="22347" y="52401"/>
                      </a:cubicBezTo>
                      <a:cubicBezTo>
                        <a:pt x="28041" y="52401"/>
                        <a:pt x="32108" y="50474"/>
                        <a:pt x="34848" y="46579"/>
                      </a:cubicBezTo>
                      <a:cubicBezTo>
                        <a:pt x="37545" y="42640"/>
                        <a:pt x="38915" y="36475"/>
                        <a:pt x="38915" y="28255"/>
                      </a:cubicBezTo>
                      <a:lnTo>
                        <a:pt x="38915" y="5180"/>
                      </a:lnTo>
                      <a:cubicBezTo>
                        <a:pt x="38915" y="3553"/>
                        <a:pt x="39258" y="2355"/>
                        <a:pt x="40028" y="1413"/>
                      </a:cubicBezTo>
                      <a:cubicBezTo>
                        <a:pt x="40842" y="514"/>
                        <a:pt x="41912" y="43"/>
                        <a:pt x="43196" y="43"/>
                      </a:cubicBezTo>
                      <a:cubicBezTo>
                        <a:pt x="44481" y="43"/>
                        <a:pt x="45551" y="514"/>
                        <a:pt x="46279" y="1413"/>
                      </a:cubicBezTo>
                      <a:cubicBezTo>
                        <a:pt x="46964" y="2355"/>
                        <a:pt x="47306" y="3596"/>
                        <a:pt x="47306" y="5180"/>
                      </a:cubicBezTo>
                      <a:lnTo>
                        <a:pt x="47306" y="54071"/>
                      </a:lnTo>
                      <a:cubicBezTo>
                        <a:pt x="47306" y="55655"/>
                        <a:pt x="46964" y="56896"/>
                        <a:pt x="46279" y="57838"/>
                      </a:cubicBezTo>
                      <a:cubicBezTo>
                        <a:pt x="45594" y="58737"/>
                        <a:pt x="44524" y="59208"/>
                        <a:pt x="43196" y="59208"/>
                      </a:cubicBezTo>
                      <a:cubicBezTo>
                        <a:pt x="41869" y="59208"/>
                        <a:pt x="40799" y="58737"/>
                        <a:pt x="40028" y="57795"/>
                      </a:cubicBezTo>
                      <a:cubicBezTo>
                        <a:pt x="39301" y="56896"/>
                        <a:pt x="38915" y="55655"/>
                        <a:pt x="38915" y="54071"/>
                      </a:cubicBezTo>
                      <a:lnTo>
                        <a:pt x="38915" y="51673"/>
                      </a:lnTo>
                      <a:cubicBezTo>
                        <a:pt x="36860" y="54242"/>
                        <a:pt x="34463" y="56211"/>
                        <a:pt x="31766" y="57538"/>
                      </a:cubicBezTo>
                      <a:cubicBezTo>
                        <a:pt x="28641" y="59037"/>
                        <a:pt x="25045" y="59850"/>
                        <a:pt x="21063" y="59850"/>
                      </a:cubicBezTo>
                      <a:close/>
                      <a:moveTo>
                        <a:pt x="4195" y="1113"/>
                      </a:moveTo>
                      <a:cubicBezTo>
                        <a:pt x="3254" y="1113"/>
                        <a:pt x="2483" y="1413"/>
                        <a:pt x="1969" y="2055"/>
                      </a:cubicBezTo>
                      <a:cubicBezTo>
                        <a:pt x="1456" y="2740"/>
                        <a:pt x="1156" y="3725"/>
                        <a:pt x="1156" y="5095"/>
                      </a:cubicBezTo>
                      <a:lnTo>
                        <a:pt x="1156" y="36818"/>
                      </a:lnTo>
                      <a:cubicBezTo>
                        <a:pt x="1156" y="43924"/>
                        <a:pt x="2868" y="49404"/>
                        <a:pt x="6250" y="53129"/>
                      </a:cubicBezTo>
                      <a:cubicBezTo>
                        <a:pt x="9633" y="56810"/>
                        <a:pt x="14641" y="58694"/>
                        <a:pt x="21063" y="58694"/>
                      </a:cubicBezTo>
                      <a:cubicBezTo>
                        <a:pt x="24916" y="58694"/>
                        <a:pt x="28255" y="57966"/>
                        <a:pt x="31252" y="56425"/>
                      </a:cubicBezTo>
                      <a:cubicBezTo>
                        <a:pt x="34206" y="54927"/>
                        <a:pt x="36818" y="52615"/>
                        <a:pt x="39001" y="49533"/>
                      </a:cubicBezTo>
                      <a:lnTo>
                        <a:pt x="40071" y="48034"/>
                      </a:lnTo>
                      <a:lnTo>
                        <a:pt x="40071" y="53985"/>
                      </a:lnTo>
                      <a:cubicBezTo>
                        <a:pt x="40071" y="55269"/>
                        <a:pt x="40371" y="56297"/>
                        <a:pt x="40927" y="56982"/>
                      </a:cubicBezTo>
                      <a:cubicBezTo>
                        <a:pt x="41484" y="57624"/>
                        <a:pt x="42212" y="57966"/>
                        <a:pt x="43196" y="57966"/>
                      </a:cubicBezTo>
                      <a:cubicBezTo>
                        <a:pt x="44181" y="57966"/>
                        <a:pt x="44866" y="57667"/>
                        <a:pt x="45337" y="57067"/>
                      </a:cubicBezTo>
                      <a:cubicBezTo>
                        <a:pt x="45851" y="56340"/>
                        <a:pt x="46108" y="55312"/>
                        <a:pt x="46108" y="54028"/>
                      </a:cubicBezTo>
                      <a:lnTo>
                        <a:pt x="46108" y="5095"/>
                      </a:lnTo>
                      <a:cubicBezTo>
                        <a:pt x="46108" y="3767"/>
                        <a:pt x="45851" y="2740"/>
                        <a:pt x="45337" y="2012"/>
                      </a:cubicBezTo>
                      <a:cubicBezTo>
                        <a:pt x="44866" y="1413"/>
                        <a:pt x="44138" y="1113"/>
                        <a:pt x="43196" y="1113"/>
                      </a:cubicBezTo>
                      <a:cubicBezTo>
                        <a:pt x="42255" y="1113"/>
                        <a:pt x="41484" y="1456"/>
                        <a:pt x="40927" y="2098"/>
                      </a:cubicBezTo>
                      <a:cubicBezTo>
                        <a:pt x="40371" y="2783"/>
                        <a:pt x="40114" y="3810"/>
                        <a:pt x="40114" y="5137"/>
                      </a:cubicBezTo>
                      <a:lnTo>
                        <a:pt x="40114" y="28213"/>
                      </a:lnTo>
                      <a:cubicBezTo>
                        <a:pt x="40114" y="36689"/>
                        <a:pt x="38658" y="43068"/>
                        <a:pt x="35833" y="47178"/>
                      </a:cubicBezTo>
                      <a:cubicBezTo>
                        <a:pt x="32922" y="51373"/>
                        <a:pt x="28384" y="53514"/>
                        <a:pt x="22390" y="53514"/>
                      </a:cubicBezTo>
                      <a:cubicBezTo>
                        <a:pt x="17039" y="53514"/>
                        <a:pt x="13143" y="51973"/>
                        <a:pt x="10746" y="48933"/>
                      </a:cubicBezTo>
                      <a:cubicBezTo>
                        <a:pt x="8391" y="45894"/>
                        <a:pt x="7235" y="40713"/>
                        <a:pt x="7235" y="33564"/>
                      </a:cubicBezTo>
                      <a:lnTo>
                        <a:pt x="7235" y="5137"/>
                      </a:lnTo>
                      <a:cubicBezTo>
                        <a:pt x="7235" y="3810"/>
                        <a:pt x="6978" y="2783"/>
                        <a:pt x="6464" y="2055"/>
                      </a:cubicBezTo>
                      <a:cubicBezTo>
                        <a:pt x="5865" y="1413"/>
                        <a:pt x="5137" y="1113"/>
                        <a:pt x="4195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7" name="图形 4"/>
              <p:cNvGrpSpPr/>
              <p:nvPr/>
            </p:nvGrpSpPr>
            <p:grpSpPr>
              <a:xfrm>
                <a:off x="11243140" y="6477706"/>
                <a:ext cx="51715" cy="78515"/>
                <a:chOff x="11243140" y="6477706"/>
                <a:chExt cx="51715" cy="78515"/>
              </a:xfrm>
              <a:solidFill>
                <a:srgbClr val="A5A7AA"/>
              </a:solidFill>
            </p:grpSpPr>
            <p:sp>
              <p:nvSpPr>
                <p:cNvPr id="80" name="任意多边形: 形状 79"/>
                <p:cNvSpPr/>
                <p:nvPr/>
              </p:nvSpPr>
              <p:spPr>
                <a:xfrm>
                  <a:off x="11243697" y="6478305"/>
                  <a:ext cx="50559" cy="77317"/>
                </a:xfrm>
                <a:custGeom>
                  <a:avLst/>
                  <a:gdLst>
                    <a:gd name="connsiteX0" fmla="*/ 43239 w 50559"/>
                    <a:gd name="connsiteY0" fmla="*/ 77317 h 77317"/>
                    <a:gd name="connsiteX1" fmla="*/ 33607 w 50559"/>
                    <a:gd name="connsiteY1" fmla="*/ 77317 h 77317"/>
                    <a:gd name="connsiteX2" fmla="*/ 18751 w 50559"/>
                    <a:gd name="connsiteY2" fmla="*/ 76290 h 77317"/>
                    <a:gd name="connsiteX3" fmla="*/ 10232 w 50559"/>
                    <a:gd name="connsiteY3" fmla="*/ 72779 h 77317"/>
                    <a:gd name="connsiteX4" fmla="*/ 2569 w 50559"/>
                    <a:gd name="connsiteY4" fmla="*/ 63874 h 77317"/>
                    <a:gd name="connsiteX5" fmla="*/ 0 w 50559"/>
                    <a:gd name="connsiteY5" fmla="*/ 51716 h 77317"/>
                    <a:gd name="connsiteX6" fmla="*/ 10446 w 50559"/>
                    <a:gd name="connsiteY6" fmla="*/ 28041 h 77317"/>
                    <a:gd name="connsiteX7" fmla="*/ 39044 w 50559"/>
                    <a:gd name="connsiteY7" fmla="*/ 19308 h 77317"/>
                    <a:gd name="connsiteX8" fmla="*/ 41655 w 50559"/>
                    <a:gd name="connsiteY8" fmla="*/ 19308 h 77317"/>
                    <a:gd name="connsiteX9" fmla="*/ 43368 w 50559"/>
                    <a:gd name="connsiteY9" fmla="*/ 19351 h 77317"/>
                    <a:gd name="connsiteX10" fmla="*/ 43368 w 50559"/>
                    <a:gd name="connsiteY10" fmla="*/ 4452 h 77317"/>
                    <a:gd name="connsiteX11" fmla="*/ 44267 w 50559"/>
                    <a:gd name="connsiteY11" fmla="*/ 1113 h 77317"/>
                    <a:gd name="connsiteX12" fmla="*/ 46878 w 50559"/>
                    <a:gd name="connsiteY12" fmla="*/ 0 h 77317"/>
                    <a:gd name="connsiteX13" fmla="*/ 49661 w 50559"/>
                    <a:gd name="connsiteY13" fmla="*/ 1113 h 77317"/>
                    <a:gd name="connsiteX14" fmla="*/ 50560 w 50559"/>
                    <a:gd name="connsiteY14" fmla="*/ 4452 h 77317"/>
                    <a:gd name="connsiteX15" fmla="*/ 50560 w 50559"/>
                    <a:gd name="connsiteY15" fmla="*/ 72651 h 77317"/>
                    <a:gd name="connsiteX16" fmla="*/ 49019 w 50559"/>
                    <a:gd name="connsiteY16" fmla="*/ 76375 h 77317"/>
                    <a:gd name="connsiteX17" fmla="*/ 43239 w 50559"/>
                    <a:gd name="connsiteY17" fmla="*/ 77317 h 77317"/>
                    <a:gd name="connsiteX18" fmla="*/ 43368 w 50559"/>
                    <a:gd name="connsiteY18" fmla="*/ 26072 h 77317"/>
                    <a:gd name="connsiteX19" fmla="*/ 41955 w 50559"/>
                    <a:gd name="connsiteY19" fmla="*/ 25986 h 77317"/>
                    <a:gd name="connsiteX20" fmla="*/ 37931 w 50559"/>
                    <a:gd name="connsiteY20" fmla="*/ 25858 h 77317"/>
                    <a:gd name="connsiteX21" fmla="*/ 15969 w 50559"/>
                    <a:gd name="connsiteY21" fmla="*/ 32836 h 77317"/>
                    <a:gd name="connsiteX22" fmla="*/ 7834 w 50559"/>
                    <a:gd name="connsiteY22" fmla="*/ 51459 h 77317"/>
                    <a:gd name="connsiteX23" fmla="*/ 12972 w 50559"/>
                    <a:gd name="connsiteY23" fmla="*/ 65587 h 77317"/>
                    <a:gd name="connsiteX24" fmla="*/ 27827 w 50559"/>
                    <a:gd name="connsiteY24" fmla="*/ 70467 h 77317"/>
                    <a:gd name="connsiteX25" fmla="*/ 43368 w 50559"/>
                    <a:gd name="connsiteY25" fmla="*/ 70467 h 77317"/>
                    <a:gd name="connsiteX26" fmla="*/ 43368 w 50559"/>
                    <a:gd name="connsiteY26" fmla="*/ 26072 h 77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0559" h="77317">
                      <a:moveTo>
                        <a:pt x="43239" y="77317"/>
                      </a:moveTo>
                      <a:lnTo>
                        <a:pt x="33607" y="77317"/>
                      </a:lnTo>
                      <a:cubicBezTo>
                        <a:pt x="27142" y="77317"/>
                        <a:pt x="22219" y="76975"/>
                        <a:pt x="18751" y="76290"/>
                      </a:cubicBezTo>
                      <a:cubicBezTo>
                        <a:pt x="15326" y="75605"/>
                        <a:pt x="12458" y="74363"/>
                        <a:pt x="10232" y="72779"/>
                      </a:cubicBezTo>
                      <a:cubicBezTo>
                        <a:pt x="6850" y="70424"/>
                        <a:pt x="4324" y="67428"/>
                        <a:pt x="2569" y="63874"/>
                      </a:cubicBezTo>
                      <a:cubicBezTo>
                        <a:pt x="856" y="60278"/>
                        <a:pt x="0" y="56211"/>
                        <a:pt x="0" y="51716"/>
                      </a:cubicBezTo>
                      <a:cubicBezTo>
                        <a:pt x="0" y="41741"/>
                        <a:pt x="3468" y="33864"/>
                        <a:pt x="10446" y="28041"/>
                      </a:cubicBezTo>
                      <a:cubicBezTo>
                        <a:pt x="17424" y="22219"/>
                        <a:pt x="26928" y="19308"/>
                        <a:pt x="39044" y="19308"/>
                      </a:cubicBezTo>
                      <a:cubicBezTo>
                        <a:pt x="40200" y="19308"/>
                        <a:pt x="41056" y="19308"/>
                        <a:pt x="41655" y="19308"/>
                      </a:cubicBezTo>
                      <a:cubicBezTo>
                        <a:pt x="42255" y="19308"/>
                        <a:pt x="42811" y="19308"/>
                        <a:pt x="43368" y="19351"/>
                      </a:cubicBezTo>
                      <a:lnTo>
                        <a:pt x="43368" y="4452"/>
                      </a:lnTo>
                      <a:cubicBezTo>
                        <a:pt x="43368" y="2997"/>
                        <a:pt x="43667" y="1884"/>
                        <a:pt x="44267" y="1113"/>
                      </a:cubicBezTo>
                      <a:cubicBezTo>
                        <a:pt x="44866" y="385"/>
                        <a:pt x="45722" y="0"/>
                        <a:pt x="46878" y="0"/>
                      </a:cubicBezTo>
                      <a:cubicBezTo>
                        <a:pt x="48163" y="0"/>
                        <a:pt x="49062" y="385"/>
                        <a:pt x="49661" y="1113"/>
                      </a:cubicBezTo>
                      <a:cubicBezTo>
                        <a:pt x="50260" y="1841"/>
                        <a:pt x="50560" y="2954"/>
                        <a:pt x="50560" y="4452"/>
                      </a:cubicBezTo>
                      <a:lnTo>
                        <a:pt x="50560" y="72651"/>
                      </a:lnTo>
                      <a:cubicBezTo>
                        <a:pt x="50560" y="74492"/>
                        <a:pt x="50046" y="75776"/>
                        <a:pt x="49019" y="76375"/>
                      </a:cubicBezTo>
                      <a:cubicBezTo>
                        <a:pt x="47948" y="76975"/>
                        <a:pt x="46065" y="77317"/>
                        <a:pt x="43239" y="77317"/>
                      </a:cubicBezTo>
                      <a:close/>
                      <a:moveTo>
                        <a:pt x="43368" y="26072"/>
                      </a:moveTo>
                      <a:cubicBezTo>
                        <a:pt x="43068" y="26072"/>
                        <a:pt x="42597" y="26072"/>
                        <a:pt x="41955" y="25986"/>
                      </a:cubicBezTo>
                      <a:cubicBezTo>
                        <a:pt x="39943" y="25901"/>
                        <a:pt x="38616" y="25858"/>
                        <a:pt x="37931" y="25858"/>
                      </a:cubicBezTo>
                      <a:cubicBezTo>
                        <a:pt x="28726" y="25858"/>
                        <a:pt x="21448" y="28213"/>
                        <a:pt x="15969" y="32836"/>
                      </a:cubicBezTo>
                      <a:cubicBezTo>
                        <a:pt x="10532" y="37503"/>
                        <a:pt x="7834" y="43753"/>
                        <a:pt x="7834" y="51459"/>
                      </a:cubicBezTo>
                      <a:cubicBezTo>
                        <a:pt x="7834" y="57624"/>
                        <a:pt x="9547" y="62290"/>
                        <a:pt x="12972" y="65587"/>
                      </a:cubicBezTo>
                      <a:cubicBezTo>
                        <a:pt x="16397" y="68840"/>
                        <a:pt x="21363" y="70467"/>
                        <a:pt x="27827" y="70467"/>
                      </a:cubicBezTo>
                      <a:lnTo>
                        <a:pt x="43368" y="70467"/>
                      </a:lnTo>
                      <a:lnTo>
                        <a:pt x="43368" y="2607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1" name="任意多边形: 形状 80"/>
                <p:cNvSpPr/>
                <p:nvPr/>
              </p:nvSpPr>
              <p:spPr>
                <a:xfrm>
                  <a:off x="11243140" y="6477706"/>
                  <a:ext cx="51715" cy="78515"/>
                </a:xfrm>
                <a:custGeom>
                  <a:avLst/>
                  <a:gdLst>
                    <a:gd name="connsiteX0" fmla="*/ 43796 w 51715"/>
                    <a:gd name="connsiteY0" fmla="*/ 78516 h 78515"/>
                    <a:gd name="connsiteX1" fmla="*/ 34163 w 51715"/>
                    <a:gd name="connsiteY1" fmla="*/ 78516 h 78515"/>
                    <a:gd name="connsiteX2" fmla="*/ 19222 w 51715"/>
                    <a:gd name="connsiteY2" fmla="*/ 77446 h 78515"/>
                    <a:gd name="connsiteX3" fmla="*/ 10489 w 51715"/>
                    <a:gd name="connsiteY3" fmla="*/ 73849 h 78515"/>
                    <a:gd name="connsiteX4" fmla="*/ 2654 w 51715"/>
                    <a:gd name="connsiteY4" fmla="*/ 64731 h 78515"/>
                    <a:gd name="connsiteX5" fmla="*/ 0 w 51715"/>
                    <a:gd name="connsiteY5" fmla="*/ 52315 h 78515"/>
                    <a:gd name="connsiteX6" fmla="*/ 10660 w 51715"/>
                    <a:gd name="connsiteY6" fmla="*/ 28170 h 78515"/>
                    <a:gd name="connsiteX7" fmla="*/ 39600 w 51715"/>
                    <a:gd name="connsiteY7" fmla="*/ 19308 h 78515"/>
                    <a:gd name="connsiteX8" fmla="*/ 42212 w 51715"/>
                    <a:gd name="connsiteY8" fmla="*/ 19308 h 78515"/>
                    <a:gd name="connsiteX9" fmla="*/ 43368 w 51715"/>
                    <a:gd name="connsiteY9" fmla="*/ 19308 h 78515"/>
                    <a:gd name="connsiteX10" fmla="*/ 43368 w 51715"/>
                    <a:gd name="connsiteY10" fmla="*/ 5009 h 78515"/>
                    <a:gd name="connsiteX11" fmla="*/ 44395 w 51715"/>
                    <a:gd name="connsiteY11" fmla="*/ 1327 h 78515"/>
                    <a:gd name="connsiteX12" fmla="*/ 47478 w 51715"/>
                    <a:gd name="connsiteY12" fmla="*/ 0 h 78515"/>
                    <a:gd name="connsiteX13" fmla="*/ 50688 w 51715"/>
                    <a:gd name="connsiteY13" fmla="*/ 1327 h 78515"/>
                    <a:gd name="connsiteX14" fmla="*/ 51716 w 51715"/>
                    <a:gd name="connsiteY14" fmla="*/ 5052 h 78515"/>
                    <a:gd name="connsiteX15" fmla="*/ 51716 w 51715"/>
                    <a:gd name="connsiteY15" fmla="*/ 73250 h 78515"/>
                    <a:gd name="connsiteX16" fmla="*/ 49918 w 51715"/>
                    <a:gd name="connsiteY16" fmla="*/ 77488 h 78515"/>
                    <a:gd name="connsiteX17" fmla="*/ 43796 w 51715"/>
                    <a:gd name="connsiteY17" fmla="*/ 78516 h 78515"/>
                    <a:gd name="connsiteX18" fmla="*/ 39600 w 51715"/>
                    <a:gd name="connsiteY18" fmla="*/ 20464 h 78515"/>
                    <a:gd name="connsiteX19" fmla="*/ 11388 w 51715"/>
                    <a:gd name="connsiteY19" fmla="*/ 29069 h 78515"/>
                    <a:gd name="connsiteX20" fmla="*/ 1113 w 51715"/>
                    <a:gd name="connsiteY20" fmla="*/ 52315 h 78515"/>
                    <a:gd name="connsiteX21" fmla="*/ 3639 w 51715"/>
                    <a:gd name="connsiteY21" fmla="*/ 64217 h 78515"/>
                    <a:gd name="connsiteX22" fmla="*/ 11088 w 51715"/>
                    <a:gd name="connsiteY22" fmla="*/ 72908 h 78515"/>
                    <a:gd name="connsiteX23" fmla="*/ 19394 w 51715"/>
                    <a:gd name="connsiteY23" fmla="*/ 76332 h 78515"/>
                    <a:gd name="connsiteX24" fmla="*/ 34121 w 51715"/>
                    <a:gd name="connsiteY24" fmla="*/ 77360 h 78515"/>
                    <a:gd name="connsiteX25" fmla="*/ 43753 w 51715"/>
                    <a:gd name="connsiteY25" fmla="*/ 77360 h 78515"/>
                    <a:gd name="connsiteX26" fmla="*/ 49233 w 51715"/>
                    <a:gd name="connsiteY26" fmla="*/ 76504 h 78515"/>
                    <a:gd name="connsiteX27" fmla="*/ 50474 w 51715"/>
                    <a:gd name="connsiteY27" fmla="*/ 73250 h 78515"/>
                    <a:gd name="connsiteX28" fmla="*/ 50474 w 51715"/>
                    <a:gd name="connsiteY28" fmla="*/ 5052 h 78515"/>
                    <a:gd name="connsiteX29" fmla="*/ 49704 w 51715"/>
                    <a:gd name="connsiteY29" fmla="*/ 2055 h 78515"/>
                    <a:gd name="connsiteX30" fmla="*/ 47392 w 51715"/>
                    <a:gd name="connsiteY30" fmla="*/ 1156 h 78515"/>
                    <a:gd name="connsiteX31" fmla="*/ 45209 w 51715"/>
                    <a:gd name="connsiteY31" fmla="*/ 2055 h 78515"/>
                    <a:gd name="connsiteX32" fmla="*/ 44438 w 51715"/>
                    <a:gd name="connsiteY32" fmla="*/ 5009 h 78515"/>
                    <a:gd name="connsiteX33" fmla="*/ 44438 w 51715"/>
                    <a:gd name="connsiteY33" fmla="*/ 20549 h 78515"/>
                    <a:gd name="connsiteX34" fmla="*/ 43796 w 51715"/>
                    <a:gd name="connsiteY34" fmla="*/ 20507 h 78515"/>
                    <a:gd name="connsiteX35" fmla="*/ 42126 w 51715"/>
                    <a:gd name="connsiteY35" fmla="*/ 20464 h 78515"/>
                    <a:gd name="connsiteX36" fmla="*/ 39600 w 51715"/>
                    <a:gd name="connsiteY36" fmla="*/ 20464 h 78515"/>
                    <a:gd name="connsiteX37" fmla="*/ 44481 w 51715"/>
                    <a:gd name="connsiteY37" fmla="*/ 71666 h 78515"/>
                    <a:gd name="connsiteX38" fmla="*/ 28384 w 51715"/>
                    <a:gd name="connsiteY38" fmla="*/ 71666 h 78515"/>
                    <a:gd name="connsiteX39" fmla="*/ 13143 w 51715"/>
                    <a:gd name="connsiteY39" fmla="*/ 66657 h 78515"/>
                    <a:gd name="connsiteX40" fmla="*/ 7792 w 51715"/>
                    <a:gd name="connsiteY40" fmla="*/ 52101 h 78515"/>
                    <a:gd name="connsiteX41" fmla="*/ 16140 w 51715"/>
                    <a:gd name="connsiteY41" fmla="*/ 33007 h 78515"/>
                    <a:gd name="connsiteX42" fmla="*/ 38444 w 51715"/>
                    <a:gd name="connsiteY42" fmla="*/ 25858 h 78515"/>
                    <a:gd name="connsiteX43" fmla="*/ 42512 w 51715"/>
                    <a:gd name="connsiteY43" fmla="*/ 25986 h 78515"/>
                    <a:gd name="connsiteX44" fmla="*/ 43881 w 51715"/>
                    <a:gd name="connsiteY44" fmla="*/ 26029 h 78515"/>
                    <a:gd name="connsiteX45" fmla="*/ 44438 w 51715"/>
                    <a:gd name="connsiteY45" fmla="*/ 26029 h 78515"/>
                    <a:gd name="connsiteX46" fmla="*/ 44438 w 51715"/>
                    <a:gd name="connsiteY46" fmla="*/ 71666 h 78515"/>
                    <a:gd name="connsiteX47" fmla="*/ 38444 w 51715"/>
                    <a:gd name="connsiteY47" fmla="*/ 27014 h 78515"/>
                    <a:gd name="connsiteX48" fmla="*/ 16868 w 51715"/>
                    <a:gd name="connsiteY48" fmla="*/ 33864 h 78515"/>
                    <a:gd name="connsiteX49" fmla="*/ 8948 w 51715"/>
                    <a:gd name="connsiteY49" fmla="*/ 52058 h 78515"/>
                    <a:gd name="connsiteX50" fmla="*/ 13914 w 51715"/>
                    <a:gd name="connsiteY50" fmla="*/ 65758 h 78515"/>
                    <a:gd name="connsiteX51" fmla="*/ 28384 w 51715"/>
                    <a:gd name="connsiteY51" fmla="*/ 70467 h 78515"/>
                    <a:gd name="connsiteX52" fmla="*/ 43325 w 51715"/>
                    <a:gd name="connsiteY52" fmla="*/ 70467 h 78515"/>
                    <a:gd name="connsiteX53" fmla="*/ 43325 w 51715"/>
                    <a:gd name="connsiteY53" fmla="*/ 27228 h 78515"/>
                    <a:gd name="connsiteX54" fmla="*/ 42426 w 51715"/>
                    <a:gd name="connsiteY54" fmla="*/ 27185 h 78515"/>
                    <a:gd name="connsiteX55" fmla="*/ 38444 w 51715"/>
                    <a:gd name="connsiteY55" fmla="*/ 27014 h 7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51715" h="78515">
                      <a:moveTo>
                        <a:pt x="43796" y="78516"/>
                      </a:moveTo>
                      <a:lnTo>
                        <a:pt x="34163" y="78516"/>
                      </a:lnTo>
                      <a:cubicBezTo>
                        <a:pt x="27742" y="78516"/>
                        <a:pt x="22733" y="78173"/>
                        <a:pt x="19222" y="77446"/>
                      </a:cubicBezTo>
                      <a:cubicBezTo>
                        <a:pt x="15797" y="76761"/>
                        <a:pt x="12886" y="75519"/>
                        <a:pt x="10489" y="73849"/>
                      </a:cubicBezTo>
                      <a:cubicBezTo>
                        <a:pt x="7107" y="71495"/>
                        <a:pt x="4452" y="68412"/>
                        <a:pt x="2654" y="64731"/>
                      </a:cubicBezTo>
                      <a:cubicBezTo>
                        <a:pt x="899" y="61049"/>
                        <a:pt x="0" y="56853"/>
                        <a:pt x="0" y="52315"/>
                      </a:cubicBezTo>
                      <a:cubicBezTo>
                        <a:pt x="0" y="42212"/>
                        <a:pt x="3596" y="34078"/>
                        <a:pt x="10660" y="28170"/>
                      </a:cubicBezTo>
                      <a:cubicBezTo>
                        <a:pt x="17681" y="22305"/>
                        <a:pt x="27442" y="19308"/>
                        <a:pt x="39600" y="19308"/>
                      </a:cubicBezTo>
                      <a:lnTo>
                        <a:pt x="42212" y="19308"/>
                      </a:lnTo>
                      <a:cubicBezTo>
                        <a:pt x="42597" y="19308"/>
                        <a:pt x="42982" y="19308"/>
                        <a:pt x="43368" y="19308"/>
                      </a:cubicBezTo>
                      <a:lnTo>
                        <a:pt x="43368" y="5009"/>
                      </a:lnTo>
                      <a:cubicBezTo>
                        <a:pt x="43368" y="3382"/>
                        <a:pt x="43710" y="2183"/>
                        <a:pt x="44395" y="1327"/>
                      </a:cubicBezTo>
                      <a:cubicBezTo>
                        <a:pt x="45123" y="428"/>
                        <a:pt x="46151" y="0"/>
                        <a:pt x="47478" y="0"/>
                      </a:cubicBezTo>
                      <a:cubicBezTo>
                        <a:pt x="48890" y="0"/>
                        <a:pt x="50003" y="428"/>
                        <a:pt x="50688" y="1327"/>
                      </a:cubicBezTo>
                      <a:cubicBezTo>
                        <a:pt x="51373" y="2183"/>
                        <a:pt x="51716" y="3382"/>
                        <a:pt x="51716" y="5052"/>
                      </a:cubicBezTo>
                      <a:lnTo>
                        <a:pt x="51716" y="73250"/>
                      </a:lnTo>
                      <a:cubicBezTo>
                        <a:pt x="51716" y="75305"/>
                        <a:pt x="51117" y="76761"/>
                        <a:pt x="49918" y="77488"/>
                      </a:cubicBezTo>
                      <a:cubicBezTo>
                        <a:pt x="48676" y="78173"/>
                        <a:pt x="46664" y="78516"/>
                        <a:pt x="43796" y="78516"/>
                      </a:cubicBezTo>
                      <a:close/>
                      <a:moveTo>
                        <a:pt x="39600" y="20464"/>
                      </a:moveTo>
                      <a:cubicBezTo>
                        <a:pt x="27699" y="20464"/>
                        <a:pt x="18195" y="23332"/>
                        <a:pt x="11388" y="29069"/>
                      </a:cubicBezTo>
                      <a:cubicBezTo>
                        <a:pt x="4581" y="34763"/>
                        <a:pt x="1113" y="42554"/>
                        <a:pt x="1113" y="52315"/>
                      </a:cubicBezTo>
                      <a:cubicBezTo>
                        <a:pt x="1113" y="56682"/>
                        <a:pt x="1969" y="60706"/>
                        <a:pt x="3639" y="64217"/>
                      </a:cubicBezTo>
                      <a:cubicBezTo>
                        <a:pt x="5351" y="67727"/>
                        <a:pt x="7877" y="70638"/>
                        <a:pt x="11088" y="72908"/>
                      </a:cubicBezTo>
                      <a:cubicBezTo>
                        <a:pt x="13357" y="74492"/>
                        <a:pt x="16140" y="75647"/>
                        <a:pt x="19394" y="76332"/>
                      </a:cubicBezTo>
                      <a:cubicBezTo>
                        <a:pt x="22818" y="77017"/>
                        <a:pt x="27784" y="77360"/>
                        <a:pt x="34121" y="77360"/>
                      </a:cubicBezTo>
                      <a:lnTo>
                        <a:pt x="43753" y="77360"/>
                      </a:lnTo>
                      <a:cubicBezTo>
                        <a:pt x="47050" y="77360"/>
                        <a:pt x="48548" y="76889"/>
                        <a:pt x="49233" y="76504"/>
                      </a:cubicBezTo>
                      <a:cubicBezTo>
                        <a:pt x="50089" y="75990"/>
                        <a:pt x="50474" y="74920"/>
                        <a:pt x="50474" y="73250"/>
                      </a:cubicBezTo>
                      <a:lnTo>
                        <a:pt x="50474" y="5052"/>
                      </a:lnTo>
                      <a:cubicBezTo>
                        <a:pt x="50474" y="3682"/>
                        <a:pt x="50218" y="2697"/>
                        <a:pt x="49704" y="2055"/>
                      </a:cubicBezTo>
                      <a:cubicBezTo>
                        <a:pt x="49233" y="1456"/>
                        <a:pt x="48462" y="1156"/>
                        <a:pt x="47392" y="1156"/>
                      </a:cubicBezTo>
                      <a:cubicBezTo>
                        <a:pt x="46407" y="1156"/>
                        <a:pt x="45722" y="1456"/>
                        <a:pt x="45209" y="2055"/>
                      </a:cubicBezTo>
                      <a:cubicBezTo>
                        <a:pt x="44695" y="2697"/>
                        <a:pt x="44438" y="3682"/>
                        <a:pt x="44438" y="5009"/>
                      </a:cubicBezTo>
                      <a:lnTo>
                        <a:pt x="44438" y="20549"/>
                      </a:lnTo>
                      <a:lnTo>
                        <a:pt x="43796" y="20507"/>
                      </a:lnTo>
                      <a:cubicBezTo>
                        <a:pt x="43239" y="20464"/>
                        <a:pt x="42726" y="20421"/>
                        <a:pt x="42126" y="20464"/>
                      </a:cubicBezTo>
                      <a:lnTo>
                        <a:pt x="39600" y="20464"/>
                      </a:lnTo>
                      <a:close/>
                      <a:moveTo>
                        <a:pt x="44481" y="71666"/>
                      </a:moveTo>
                      <a:lnTo>
                        <a:pt x="28384" y="71666"/>
                      </a:lnTo>
                      <a:cubicBezTo>
                        <a:pt x="21748" y="71666"/>
                        <a:pt x="16611" y="69954"/>
                        <a:pt x="13143" y="66657"/>
                      </a:cubicBezTo>
                      <a:cubicBezTo>
                        <a:pt x="9590" y="63275"/>
                        <a:pt x="7792" y="58352"/>
                        <a:pt x="7792" y="52101"/>
                      </a:cubicBezTo>
                      <a:cubicBezTo>
                        <a:pt x="7792" y="44224"/>
                        <a:pt x="10617" y="37802"/>
                        <a:pt x="16140" y="33007"/>
                      </a:cubicBezTo>
                      <a:cubicBezTo>
                        <a:pt x="21705" y="28255"/>
                        <a:pt x="29197" y="25858"/>
                        <a:pt x="38444" y="25858"/>
                      </a:cubicBezTo>
                      <a:cubicBezTo>
                        <a:pt x="39172" y="25858"/>
                        <a:pt x="40499" y="25901"/>
                        <a:pt x="42512" y="25986"/>
                      </a:cubicBezTo>
                      <a:cubicBezTo>
                        <a:pt x="43154" y="26029"/>
                        <a:pt x="43625" y="26029"/>
                        <a:pt x="43881" y="26029"/>
                      </a:cubicBezTo>
                      <a:lnTo>
                        <a:pt x="44438" y="26029"/>
                      </a:lnTo>
                      <a:lnTo>
                        <a:pt x="44438" y="71666"/>
                      </a:lnTo>
                      <a:close/>
                      <a:moveTo>
                        <a:pt x="38444" y="27014"/>
                      </a:moveTo>
                      <a:cubicBezTo>
                        <a:pt x="29454" y="27014"/>
                        <a:pt x="22219" y="29326"/>
                        <a:pt x="16868" y="33864"/>
                      </a:cubicBezTo>
                      <a:cubicBezTo>
                        <a:pt x="11602" y="38402"/>
                        <a:pt x="8948" y="44524"/>
                        <a:pt x="8948" y="52058"/>
                      </a:cubicBezTo>
                      <a:cubicBezTo>
                        <a:pt x="8948" y="58095"/>
                        <a:pt x="10574" y="62547"/>
                        <a:pt x="13914" y="65758"/>
                      </a:cubicBezTo>
                      <a:cubicBezTo>
                        <a:pt x="17210" y="68883"/>
                        <a:pt x="22048" y="70467"/>
                        <a:pt x="28384" y="70467"/>
                      </a:cubicBezTo>
                      <a:lnTo>
                        <a:pt x="43325" y="70467"/>
                      </a:lnTo>
                      <a:lnTo>
                        <a:pt x="43325" y="27228"/>
                      </a:lnTo>
                      <a:cubicBezTo>
                        <a:pt x="43068" y="27228"/>
                        <a:pt x="42768" y="27185"/>
                        <a:pt x="42426" y="27185"/>
                      </a:cubicBezTo>
                      <a:cubicBezTo>
                        <a:pt x="40499" y="27057"/>
                        <a:pt x="39172" y="27014"/>
                        <a:pt x="38444" y="27014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8" name="图形 4"/>
              <p:cNvGrpSpPr/>
              <p:nvPr/>
            </p:nvGrpSpPr>
            <p:grpSpPr>
              <a:xfrm>
                <a:off x="11338866" y="6497570"/>
                <a:ext cx="67127" cy="59122"/>
                <a:chOff x="11338866" y="6497570"/>
                <a:chExt cx="67127" cy="59122"/>
              </a:xfrm>
              <a:solidFill>
                <a:srgbClr val="A5A7AA"/>
              </a:solidFill>
            </p:grpSpPr>
            <p:sp>
              <p:nvSpPr>
                <p:cNvPr id="78" name="任意多边形: 形状 77"/>
                <p:cNvSpPr/>
                <p:nvPr/>
              </p:nvSpPr>
              <p:spPr>
                <a:xfrm>
                  <a:off x="11339337" y="6497955"/>
                  <a:ext cx="66100" cy="58052"/>
                </a:xfrm>
                <a:custGeom>
                  <a:avLst/>
                  <a:gdLst>
                    <a:gd name="connsiteX0" fmla="*/ 16311 w 66100"/>
                    <a:gd name="connsiteY0" fmla="*/ 50603 h 58052"/>
                    <a:gd name="connsiteX1" fmla="*/ 23931 w 66100"/>
                    <a:gd name="connsiteY1" fmla="*/ 31124 h 58052"/>
                    <a:gd name="connsiteX2" fmla="*/ 29326 w 66100"/>
                    <a:gd name="connsiteY2" fmla="*/ 7663 h 58052"/>
                    <a:gd name="connsiteX3" fmla="*/ 29497 w 66100"/>
                    <a:gd name="connsiteY3" fmla="*/ 6550 h 58052"/>
                    <a:gd name="connsiteX4" fmla="*/ 33222 w 66100"/>
                    <a:gd name="connsiteY4" fmla="*/ 171 h 58052"/>
                    <a:gd name="connsiteX5" fmla="*/ 36775 w 66100"/>
                    <a:gd name="connsiteY5" fmla="*/ 6036 h 58052"/>
                    <a:gd name="connsiteX6" fmla="*/ 37074 w 66100"/>
                    <a:gd name="connsiteY6" fmla="*/ 7578 h 58052"/>
                    <a:gd name="connsiteX7" fmla="*/ 42340 w 66100"/>
                    <a:gd name="connsiteY7" fmla="*/ 30824 h 58052"/>
                    <a:gd name="connsiteX8" fmla="*/ 50046 w 66100"/>
                    <a:gd name="connsiteY8" fmla="*/ 50560 h 58052"/>
                    <a:gd name="connsiteX9" fmla="*/ 56639 w 66100"/>
                    <a:gd name="connsiteY9" fmla="*/ 33136 h 58052"/>
                    <a:gd name="connsiteX10" fmla="*/ 58865 w 66100"/>
                    <a:gd name="connsiteY10" fmla="*/ 11559 h 58052"/>
                    <a:gd name="connsiteX11" fmla="*/ 58823 w 66100"/>
                    <a:gd name="connsiteY11" fmla="*/ 8605 h 58052"/>
                    <a:gd name="connsiteX12" fmla="*/ 58737 w 66100"/>
                    <a:gd name="connsiteY12" fmla="*/ 6036 h 58052"/>
                    <a:gd name="connsiteX13" fmla="*/ 59550 w 66100"/>
                    <a:gd name="connsiteY13" fmla="*/ 1242 h 58052"/>
                    <a:gd name="connsiteX14" fmla="*/ 62376 w 66100"/>
                    <a:gd name="connsiteY14" fmla="*/ 43 h 58052"/>
                    <a:gd name="connsiteX15" fmla="*/ 65330 w 66100"/>
                    <a:gd name="connsiteY15" fmla="*/ 1926 h 58052"/>
                    <a:gd name="connsiteX16" fmla="*/ 66100 w 66100"/>
                    <a:gd name="connsiteY16" fmla="*/ 9932 h 58052"/>
                    <a:gd name="connsiteX17" fmla="*/ 64046 w 66100"/>
                    <a:gd name="connsiteY17" fmla="*/ 30439 h 58052"/>
                    <a:gd name="connsiteX18" fmla="*/ 58180 w 66100"/>
                    <a:gd name="connsiteY18" fmla="*/ 49233 h 58052"/>
                    <a:gd name="connsiteX19" fmla="*/ 54113 w 66100"/>
                    <a:gd name="connsiteY19" fmla="*/ 56425 h 58052"/>
                    <a:gd name="connsiteX20" fmla="*/ 50346 w 66100"/>
                    <a:gd name="connsiteY20" fmla="*/ 58009 h 58052"/>
                    <a:gd name="connsiteX21" fmla="*/ 41998 w 66100"/>
                    <a:gd name="connsiteY21" fmla="*/ 48676 h 58052"/>
                    <a:gd name="connsiteX22" fmla="*/ 33050 w 66100"/>
                    <a:gd name="connsiteY22" fmla="*/ 18537 h 58052"/>
                    <a:gd name="connsiteX23" fmla="*/ 24274 w 66100"/>
                    <a:gd name="connsiteY23" fmla="*/ 48505 h 58052"/>
                    <a:gd name="connsiteX24" fmla="*/ 15926 w 66100"/>
                    <a:gd name="connsiteY24" fmla="*/ 58052 h 58052"/>
                    <a:gd name="connsiteX25" fmla="*/ 12372 w 66100"/>
                    <a:gd name="connsiteY25" fmla="*/ 56725 h 58052"/>
                    <a:gd name="connsiteX26" fmla="*/ 8948 w 66100"/>
                    <a:gd name="connsiteY26" fmla="*/ 51288 h 58052"/>
                    <a:gd name="connsiteX27" fmla="*/ 2355 w 66100"/>
                    <a:gd name="connsiteY27" fmla="*/ 31723 h 58052"/>
                    <a:gd name="connsiteX28" fmla="*/ 0 w 66100"/>
                    <a:gd name="connsiteY28" fmla="*/ 9889 h 58052"/>
                    <a:gd name="connsiteX29" fmla="*/ 856 w 66100"/>
                    <a:gd name="connsiteY29" fmla="*/ 2012 h 58052"/>
                    <a:gd name="connsiteX30" fmla="*/ 3810 w 66100"/>
                    <a:gd name="connsiteY30" fmla="*/ 0 h 58052"/>
                    <a:gd name="connsiteX31" fmla="*/ 6507 w 66100"/>
                    <a:gd name="connsiteY31" fmla="*/ 1027 h 58052"/>
                    <a:gd name="connsiteX32" fmla="*/ 7364 w 66100"/>
                    <a:gd name="connsiteY32" fmla="*/ 4324 h 58052"/>
                    <a:gd name="connsiteX33" fmla="*/ 7364 w 66100"/>
                    <a:gd name="connsiteY33" fmla="*/ 11516 h 58052"/>
                    <a:gd name="connsiteX34" fmla="*/ 9633 w 66100"/>
                    <a:gd name="connsiteY34" fmla="*/ 33050 h 58052"/>
                    <a:gd name="connsiteX35" fmla="*/ 16311 w 66100"/>
                    <a:gd name="connsiteY35" fmla="*/ 50603 h 5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6100" h="58052">
                      <a:moveTo>
                        <a:pt x="16311" y="50603"/>
                      </a:moveTo>
                      <a:cubicBezTo>
                        <a:pt x="19265" y="44738"/>
                        <a:pt x="21791" y="38273"/>
                        <a:pt x="23931" y="31124"/>
                      </a:cubicBezTo>
                      <a:cubicBezTo>
                        <a:pt x="26072" y="23931"/>
                        <a:pt x="27870" y="16140"/>
                        <a:pt x="29326" y="7663"/>
                      </a:cubicBezTo>
                      <a:cubicBezTo>
                        <a:pt x="29368" y="7406"/>
                        <a:pt x="29411" y="7064"/>
                        <a:pt x="29497" y="6550"/>
                      </a:cubicBezTo>
                      <a:cubicBezTo>
                        <a:pt x="30182" y="2355"/>
                        <a:pt x="31423" y="171"/>
                        <a:pt x="33222" y="171"/>
                      </a:cubicBezTo>
                      <a:cubicBezTo>
                        <a:pt x="34977" y="171"/>
                        <a:pt x="36133" y="2141"/>
                        <a:pt x="36775" y="6036"/>
                      </a:cubicBezTo>
                      <a:cubicBezTo>
                        <a:pt x="36903" y="6721"/>
                        <a:pt x="36989" y="7278"/>
                        <a:pt x="37074" y="7578"/>
                      </a:cubicBezTo>
                      <a:cubicBezTo>
                        <a:pt x="38402" y="15840"/>
                        <a:pt x="40200" y="23589"/>
                        <a:pt x="42340" y="30824"/>
                      </a:cubicBezTo>
                      <a:cubicBezTo>
                        <a:pt x="44524" y="38016"/>
                        <a:pt x="47092" y="44609"/>
                        <a:pt x="50046" y="50560"/>
                      </a:cubicBezTo>
                      <a:cubicBezTo>
                        <a:pt x="52957" y="45508"/>
                        <a:pt x="55184" y="39729"/>
                        <a:pt x="56639" y="33136"/>
                      </a:cubicBezTo>
                      <a:cubicBezTo>
                        <a:pt x="58138" y="26543"/>
                        <a:pt x="58865" y="19351"/>
                        <a:pt x="58865" y="11559"/>
                      </a:cubicBezTo>
                      <a:cubicBezTo>
                        <a:pt x="58865" y="10788"/>
                        <a:pt x="58823" y="9847"/>
                        <a:pt x="58823" y="8605"/>
                      </a:cubicBezTo>
                      <a:cubicBezTo>
                        <a:pt x="58737" y="7364"/>
                        <a:pt x="58737" y="6550"/>
                        <a:pt x="58737" y="6036"/>
                      </a:cubicBezTo>
                      <a:cubicBezTo>
                        <a:pt x="58737" y="3682"/>
                        <a:pt x="58994" y="2055"/>
                        <a:pt x="59550" y="1242"/>
                      </a:cubicBezTo>
                      <a:cubicBezTo>
                        <a:pt x="60107" y="428"/>
                        <a:pt x="61049" y="43"/>
                        <a:pt x="62376" y="43"/>
                      </a:cubicBezTo>
                      <a:cubicBezTo>
                        <a:pt x="63831" y="43"/>
                        <a:pt x="64773" y="642"/>
                        <a:pt x="65330" y="1926"/>
                      </a:cubicBezTo>
                      <a:cubicBezTo>
                        <a:pt x="65844" y="3211"/>
                        <a:pt x="66100" y="5865"/>
                        <a:pt x="66100" y="9932"/>
                      </a:cubicBezTo>
                      <a:cubicBezTo>
                        <a:pt x="66100" y="16696"/>
                        <a:pt x="65415" y="23546"/>
                        <a:pt x="64046" y="30439"/>
                      </a:cubicBezTo>
                      <a:cubicBezTo>
                        <a:pt x="62633" y="37331"/>
                        <a:pt x="60706" y="43625"/>
                        <a:pt x="58180" y="49233"/>
                      </a:cubicBezTo>
                      <a:cubicBezTo>
                        <a:pt x="56511" y="53000"/>
                        <a:pt x="55184" y="55398"/>
                        <a:pt x="54113" y="56425"/>
                      </a:cubicBezTo>
                      <a:cubicBezTo>
                        <a:pt x="53043" y="57495"/>
                        <a:pt x="51802" y="58009"/>
                        <a:pt x="50346" y="58009"/>
                      </a:cubicBezTo>
                      <a:cubicBezTo>
                        <a:pt x="47520" y="58009"/>
                        <a:pt x="44781" y="54884"/>
                        <a:pt x="41998" y="48676"/>
                      </a:cubicBezTo>
                      <a:cubicBezTo>
                        <a:pt x="39258" y="42469"/>
                        <a:pt x="36261" y="32408"/>
                        <a:pt x="33050" y="18537"/>
                      </a:cubicBezTo>
                      <a:cubicBezTo>
                        <a:pt x="29968" y="32194"/>
                        <a:pt x="27057" y="42126"/>
                        <a:pt x="24274" y="48505"/>
                      </a:cubicBezTo>
                      <a:cubicBezTo>
                        <a:pt x="21534" y="54884"/>
                        <a:pt x="18751" y="58052"/>
                        <a:pt x="15926" y="58052"/>
                      </a:cubicBezTo>
                      <a:cubicBezTo>
                        <a:pt x="14556" y="58052"/>
                        <a:pt x="13357" y="57624"/>
                        <a:pt x="12372" y="56725"/>
                      </a:cubicBezTo>
                      <a:cubicBezTo>
                        <a:pt x="11388" y="55869"/>
                        <a:pt x="10232" y="54071"/>
                        <a:pt x="8948" y="51288"/>
                      </a:cubicBezTo>
                      <a:cubicBezTo>
                        <a:pt x="6165" y="45637"/>
                        <a:pt x="3981" y="39087"/>
                        <a:pt x="2355" y="31723"/>
                      </a:cubicBezTo>
                      <a:cubicBezTo>
                        <a:pt x="771" y="24445"/>
                        <a:pt x="0" y="17167"/>
                        <a:pt x="0" y="9889"/>
                      </a:cubicBezTo>
                      <a:cubicBezTo>
                        <a:pt x="0" y="5951"/>
                        <a:pt x="257" y="3339"/>
                        <a:pt x="856" y="2012"/>
                      </a:cubicBezTo>
                      <a:cubicBezTo>
                        <a:pt x="1413" y="642"/>
                        <a:pt x="2397" y="0"/>
                        <a:pt x="3810" y="0"/>
                      </a:cubicBezTo>
                      <a:cubicBezTo>
                        <a:pt x="5052" y="0"/>
                        <a:pt x="5951" y="342"/>
                        <a:pt x="6507" y="1027"/>
                      </a:cubicBezTo>
                      <a:cubicBezTo>
                        <a:pt x="7064" y="1755"/>
                        <a:pt x="7364" y="2868"/>
                        <a:pt x="7364" y="4324"/>
                      </a:cubicBezTo>
                      <a:lnTo>
                        <a:pt x="7364" y="11516"/>
                      </a:lnTo>
                      <a:cubicBezTo>
                        <a:pt x="7364" y="19222"/>
                        <a:pt x="8134" y="26372"/>
                        <a:pt x="9633" y="33050"/>
                      </a:cubicBezTo>
                      <a:cubicBezTo>
                        <a:pt x="11259" y="39729"/>
                        <a:pt x="13443" y="45551"/>
                        <a:pt x="16311" y="5060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9" name="任意多边形: 形状 78"/>
                <p:cNvSpPr/>
                <p:nvPr/>
              </p:nvSpPr>
              <p:spPr>
                <a:xfrm>
                  <a:off x="11338866" y="6497570"/>
                  <a:ext cx="67127" cy="59122"/>
                </a:xfrm>
                <a:custGeom>
                  <a:avLst/>
                  <a:gdLst>
                    <a:gd name="connsiteX0" fmla="*/ 50902 w 67127"/>
                    <a:gd name="connsiteY0" fmla="*/ 59079 h 59122"/>
                    <a:gd name="connsiteX1" fmla="*/ 42041 w 67127"/>
                    <a:gd name="connsiteY1" fmla="*/ 49404 h 59122"/>
                    <a:gd name="connsiteX2" fmla="*/ 33607 w 67127"/>
                    <a:gd name="connsiteY2" fmla="*/ 21577 h 59122"/>
                    <a:gd name="connsiteX3" fmla="*/ 25344 w 67127"/>
                    <a:gd name="connsiteY3" fmla="*/ 49233 h 59122"/>
                    <a:gd name="connsiteX4" fmla="*/ 16482 w 67127"/>
                    <a:gd name="connsiteY4" fmla="*/ 59122 h 59122"/>
                    <a:gd name="connsiteX5" fmla="*/ 12544 w 67127"/>
                    <a:gd name="connsiteY5" fmla="*/ 57667 h 59122"/>
                    <a:gd name="connsiteX6" fmla="*/ 8990 w 67127"/>
                    <a:gd name="connsiteY6" fmla="*/ 52058 h 59122"/>
                    <a:gd name="connsiteX7" fmla="*/ 2355 w 67127"/>
                    <a:gd name="connsiteY7" fmla="*/ 32408 h 59122"/>
                    <a:gd name="connsiteX8" fmla="*/ 0 w 67127"/>
                    <a:gd name="connsiteY8" fmla="*/ 10446 h 59122"/>
                    <a:gd name="connsiteX9" fmla="*/ 899 w 67127"/>
                    <a:gd name="connsiteY9" fmla="*/ 2355 h 59122"/>
                    <a:gd name="connsiteX10" fmla="*/ 4367 w 67127"/>
                    <a:gd name="connsiteY10" fmla="*/ 0 h 59122"/>
                    <a:gd name="connsiteX11" fmla="*/ 7535 w 67127"/>
                    <a:gd name="connsiteY11" fmla="*/ 1242 h 59122"/>
                    <a:gd name="connsiteX12" fmla="*/ 8519 w 67127"/>
                    <a:gd name="connsiteY12" fmla="*/ 4881 h 59122"/>
                    <a:gd name="connsiteX13" fmla="*/ 8519 w 67127"/>
                    <a:gd name="connsiteY13" fmla="*/ 12073 h 59122"/>
                    <a:gd name="connsiteX14" fmla="*/ 10746 w 67127"/>
                    <a:gd name="connsiteY14" fmla="*/ 33478 h 59122"/>
                    <a:gd name="connsiteX15" fmla="*/ 16739 w 67127"/>
                    <a:gd name="connsiteY15" fmla="*/ 49875 h 59122"/>
                    <a:gd name="connsiteX16" fmla="*/ 23846 w 67127"/>
                    <a:gd name="connsiteY16" fmla="*/ 31466 h 59122"/>
                    <a:gd name="connsiteX17" fmla="*/ 29197 w 67127"/>
                    <a:gd name="connsiteY17" fmla="*/ 8091 h 59122"/>
                    <a:gd name="connsiteX18" fmla="*/ 29411 w 67127"/>
                    <a:gd name="connsiteY18" fmla="*/ 6978 h 59122"/>
                    <a:gd name="connsiteX19" fmla="*/ 33692 w 67127"/>
                    <a:gd name="connsiteY19" fmla="*/ 128 h 59122"/>
                    <a:gd name="connsiteX20" fmla="*/ 37802 w 67127"/>
                    <a:gd name="connsiteY20" fmla="*/ 6507 h 59122"/>
                    <a:gd name="connsiteX21" fmla="*/ 37888 w 67127"/>
                    <a:gd name="connsiteY21" fmla="*/ 7021 h 59122"/>
                    <a:gd name="connsiteX22" fmla="*/ 38102 w 67127"/>
                    <a:gd name="connsiteY22" fmla="*/ 8006 h 59122"/>
                    <a:gd name="connsiteX23" fmla="*/ 43368 w 67127"/>
                    <a:gd name="connsiteY23" fmla="*/ 31252 h 59122"/>
                    <a:gd name="connsiteX24" fmla="*/ 50560 w 67127"/>
                    <a:gd name="connsiteY24" fmla="*/ 49918 h 59122"/>
                    <a:gd name="connsiteX25" fmla="*/ 56554 w 67127"/>
                    <a:gd name="connsiteY25" fmla="*/ 33564 h 59122"/>
                    <a:gd name="connsiteX26" fmla="*/ 58780 w 67127"/>
                    <a:gd name="connsiteY26" fmla="*/ 12116 h 59122"/>
                    <a:gd name="connsiteX27" fmla="*/ 58737 w 67127"/>
                    <a:gd name="connsiteY27" fmla="*/ 10874 h 59122"/>
                    <a:gd name="connsiteX28" fmla="*/ 58694 w 67127"/>
                    <a:gd name="connsiteY28" fmla="*/ 9162 h 59122"/>
                    <a:gd name="connsiteX29" fmla="*/ 58609 w 67127"/>
                    <a:gd name="connsiteY29" fmla="*/ 6593 h 59122"/>
                    <a:gd name="connsiteX30" fmla="*/ 59550 w 67127"/>
                    <a:gd name="connsiteY30" fmla="*/ 1498 h 59122"/>
                    <a:gd name="connsiteX31" fmla="*/ 62847 w 67127"/>
                    <a:gd name="connsiteY31" fmla="*/ 86 h 59122"/>
                    <a:gd name="connsiteX32" fmla="*/ 66315 w 67127"/>
                    <a:gd name="connsiteY32" fmla="*/ 2312 h 59122"/>
                    <a:gd name="connsiteX33" fmla="*/ 67128 w 67127"/>
                    <a:gd name="connsiteY33" fmla="*/ 10574 h 59122"/>
                    <a:gd name="connsiteX34" fmla="*/ 65073 w 67127"/>
                    <a:gd name="connsiteY34" fmla="*/ 31209 h 59122"/>
                    <a:gd name="connsiteX35" fmla="*/ 59165 w 67127"/>
                    <a:gd name="connsiteY35" fmla="*/ 50132 h 59122"/>
                    <a:gd name="connsiteX36" fmla="*/ 54970 w 67127"/>
                    <a:gd name="connsiteY36" fmla="*/ 57495 h 59122"/>
                    <a:gd name="connsiteX37" fmla="*/ 50902 w 67127"/>
                    <a:gd name="connsiteY37" fmla="*/ 59079 h 59122"/>
                    <a:gd name="connsiteX38" fmla="*/ 33607 w 67127"/>
                    <a:gd name="connsiteY38" fmla="*/ 16440 h 59122"/>
                    <a:gd name="connsiteX39" fmla="*/ 34163 w 67127"/>
                    <a:gd name="connsiteY39" fmla="*/ 18880 h 59122"/>
                    <a:gd name="connsiteX40" fmla="*/ 43068 w 67127"/>
                    <a:gd name="connsiteY40" fmla="*/ 48933 h 59122"/>
                    <a:gd name="connsiteX41" fmla="*/ 50860 w 67127"/>
                    <a:gd name="connsiteY41" fmla="*/ 57924 h 59122"/>
                    <a:gd name="connsiteX42" fmla="*/ 54199 w 67127"/>
                    <a:gd name="connsiteY42" fmla="*/ 56511 h 59122"/>
                    <a:gd name="connsiteX43" fmla="*/ 58138 w 67127"/>
                    <a:gd name="connsiteY43" fmla="*/ 49490 h 59122"/>
                    <a:gd name="connsiteX44" fmla="*/ 63960 w 67127"/>
                    <a:gd name="connsiteY44" fmla="*/ 30781 h 59122"/>
                    <a:gd name="connsiteX45" fmla="*/ 66015 w 67127"/>
                    <a:gd name="connsiteY45" fmla="*/ 10360 h 59122"/>
                    <a:gd name="connsiteX46" fmla="*/ 65287 w 67127"/>
                    <a:gd name="connsiteY46" fmla="*/ 2569 h 59122"/>
                    <a:gd name="connsiteX47" fmla="*/ 62847 w 67127"/>
                    <a:gd name="connsiteY47" fmla="*/ 1070 h 59122"/>
                    <a:gd name="connsiteX48" fmla="*/ 60492 w 67127"/>
                    <a:gd name="connsiteY48" fmla="*/ 2012 h 59122"/>
                    <a:gd name="connsiteX49" fmla="*/ 59764 w 67127"/>
                    <a:gd name="connsiteY49" fmla="*/ 6465 h 59122"/>
                    <a:gd name="connsiteX50" fmla="*/ 59807 w 67127"/>
                    <a:gd name="connsiteY50" fmla="*/ 8990 h 59122"/>
                    <a:gd name="connsiteX51" fmla="*/ 59850 w 67127"/>
                    <a:gd name="connsiteY51" fmla="*/ 10703 h 59122"/>
                    <a:gd name="connsiteX52" fmla="*/ 59893 w 67127"/>
                    <a:gd name="connsiteY52" fmla="*/ 11987 h 59122"/>
                    <a:gd name="connsiteX53" fmla="*/ 57624 w 67127"/>
                    <a:gd name="connsiteY53" fmla="*/ 33692 h 59122"/>
                    <a:gd name="connsiteX54" fmla="*/ 50945 w 67127"/>
                    <a:gd name="connsiteY54" fmla="*/ 51288 h 59122"/>
                    <a:gd name="connsiteX55" fmla="*/ 50389 w 67127"/>
                    <a:gd name="connsiteY55" fmla="*/ 52230 h 59122"/>
                    <a:gd name="connsiteX56" fmla="*/ 49918 w 67127"/>
                    <a:gd name="connsiteY56" fmla="*/ 51288 h 59122"/>
                    <a:gd name="connsiteX57" fmla="*/ 42169 w 67127"/>
                    <a:gd name="connsiteY57" fmla="*/ 31466 h 59122"/>
                    <a:gd name="connsiteX58" fmla="*/ 36860 w 67127"/>
                    <a:gd name="connsiteY58" fmla="*/ 8134 h 59122"/>
                    <a:gd name="connsiteX59" fmla="*/ 36646 w 67127"/>
                    <a:gd name="connsiteY59" fmla="*/ 7107 h 59122"/>
                    <a:gd name="connsiteX60" fmla="*/ 36561 w 67127"/>
                    <a:gd name="connsiteY60" fmla="*/ 6593 h 59122"/>
                    <a:gd name="connsiteX61" fmla="*/ 33607 w 67127"/>
                    <a:gd name="connsiteY61" fmla="*/ 1199 h 59122"/>
                    <a:gd name="connsiteX62" fmla="*/ 30439 w 67127"/>
                    <a:gd name="connsiteY62" fmla="*/ 7107 h 59122"/>
                    <a:gd name="connsiteX63" fmla="*/ 30268 w 67127"/>
                    <a:gd name="connsiteY63" fmla="*/ 8134 h 59122"/>
                    <a:gd name="connsiteX64" fmla="*/ 24873 w 67127"/>
                    <a:gd name="connsiteY64" fmla="*/ 31723 h 59122"/>
                    <a:gd name="connsiteX65" fmla="*/ 17210 w 67127"/>
                    <a:gd name="connsiteY65" fmla="*/ 51288 h 59122"/>
                    <a:gd name="connsiteX66" fmla="*/ 16739 w 67127"/>
                    <a:gd name="connsiteY66" fmla="*/ 52230 h 59122"/>
                    <a:gd name="connsiteX67" fmla="*/ 16225 w 67127"/>
                    <a:gd name="connsiteY67" fmla="*/ 51288 h 59122"/>
                    <a:gd name="connsiteX68" fmla="*/ 9590 w 67127"/>
                    <a:gd name="connsiteY68" fmla="*/ 33650 h 59122"/>
                    <a:gd name="connsiteX69" fmla="*/ 7321 w 67127"/>
                    <a:gd name="connsiteY69" fmla="*/ 11987 h 59122"/>
                    <a:gd name="connsiteX70" fmla="*/ 7321 w 67127"/>
                    <a:gd name="connsiteY70" fmla="*/ 4795 h 59122"/>
                    <a:gd name="connsiteX71" fmla="*/ 6593 w 67127"/>
                    <a:gd name="connsiteY71" fmla="*/ 1841 h 59122"/>
                    <a:gd name="connsiteX72" fmla="*/ 4324 w 67127"/>
                    <a:gd name="connsiteY72" fmla="*/ 1027 h 59122"/>
                    <a:gd name="connsiteX73" fmla="*/ 1884 w 67127"/>
                    <a:gd name="connsiteY73" fmla="*/ 2697 h 59122"/>
                    <a:gd name="connsiteX74" fmla="*/ 1070 w 67127"/>
                    <a:gd name="connsiteY74" fmla="*/ 10360 h 59122"/>
                    <a:gd name="connsiteX75" fmla="*/ 3425 w 67127"/>
                    <a:gd name="connsiteY75" fmla="*/ 32066 h 59122"/>
                    <a:gd name="connsiteX76" fmla="*/ 9975 w 67127"/>
                    <a:gd name="connsiteY76" fmla="*/ 51502 h 59122"/>
                    <a:gd name="connsiteX77" fmla="*/ 13271 w 67127"/>
                    <a:gd name="connsiteY77" fmla="*/ 56768 h 59122"/>
                    <a:gd name="connsiteX78" fmla="*/ 16440 w 67127"/>
                    <a:gd name="connsiteY78" fmla="*/ 57924 h 59122"/>
                    <a:gd name="connsiteX79" fmla="*/ 24231 w 67127"/>
                    <a:gd name="connsiteY79" fmla="*/ 48719 h 59122"/>
                    <a:gd name="connsiteX80" fmla="*/ 32965 w 67127"/>
                    <a:gd name="connsiteY80" fmla="*/ 18880 h 59122"/>
                    <a:gd name="connsiteX81" fmla="*/ 33607 w 67127"/>
                    <a:gd name="connsiteY81" fmla="*/ 16440 h 5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7127" h="59122">
                      <a:moveTo>
                        <a:pt x="50902" y="59079"/>
                      </a:moveTo>
                      <a:cubicBezTo>
                        <a:pt x="47820" y="59079"/>
                        <a:pt x="44909" y="55911"/>
                        <a:pt x="42041" y="49404"/>
                      </a:cubicBezTo>
                      <a:cubicBezTo>
                        <a:pt x="39429" y="43453"/>
                        <a:pt x="36604" y="34121"/>
                        <a:pt x="33607" y="21577"/>
                      </a:cubicBezTo>
                      <a:cubicBezTo>
                        <a:pt x="30653" y="34163"/>
                        <a:pt x="27956" y="43197"/>
                        <a:pt x="25344" y="49233"/>
                      </a:cubicBezTo>
                      <a:cubicBezTo>
                        <a:pt x="22519" y="55783"/>
                        <a:pt x="19565" y="59122"/>
                        <a:pt x="16482" y="59122"/>
                      </a:cubicBezTo>
                      <a:cubicBezTo>
                        <a:pt x="14898" y="59122"/>
                        <a:pt x="13614" y="58651"/>
                        <a:pt x="12544" y="57667"/>
                      </a:cubicBezTo>
                      <a:cubicBezTo>
                        <a:pt x="11473" y="56682"/>
                        <a:pt x="10275" y="54798"/>
                        <a:pt x="8990" y="52058"/>
                      </a:cubicBezTo>
                      <a:cubicBezTo>
                        <a:pt x="6250" y="46493"/>
                        <a:pt x="4024" y="39857"/>
                        <a:pt x="2355" y="32408"/>
                      </a:cubicBezTo>
                      <a:cubicBezTo>
                        <a:pt x="771" y="25087"/>
                        <a:pt x="0" y="17681"/>
                        <a:pt x="0" y="10446"/>
                      </a:cubicBezTo>
                      <a:cubicBezTo>
                        <a:pt x="0" y="6208"/>
                        <a:pt x="300" y="3725"/>
                        <a:pt x="899" y="2355"/>
                      </a:cubicBezTo>
                      <a:cubicBezTo>
                        <a:pt x="1541" y="813"/>
                        <a:pt x="2697" y="0"/>
                        <a:pt x="4367" y="0"/>
                      </a:cubicBezTo>
                      <a:cubicBezTo>
                        <a:pt x="5822" y="0"/>
                        <a:pt x="6850" y="385"/>
                        <a:pt x="7535" y="1242"/>
                      </a:cubicBezTo>
                      <a:cubicBezTo>
                        <a:pt x="8177" y="2055"/>
                        <a:pt x="8519" y="3296"/>
                        <a:pt x="8519" y="4881"/>
                      </a:cubicBezTo>
                      <a:lnTo>
                        <a:pt x="8519" y="12073"/>
                      </a:lnTo>
                      <a:cubicBezTo>
                        <a:pt x="8519" y="19650"/>
                        <a:pt x="9290" y="26885"/>
                        <a:pt x="10746" y="33478"/>
                      </a:cubicBezTo>
                      <a:cubicBezTo>
                        <a:pt x="12116" y="39515"/>
                        <a:pt x="14128" y="45037"/>
                        <a:pt x="16739" y="49875"/>
                      </a:cubicBezTo>
                      <a:cubicBezTo>
                        <a:pt x="19436" y="44395"/>
                        <a:pt x="21834" y="38230"/>
                        <a:pt x="23846" y="31466"/>
                      </a:cubicBezTo>
                      <a:cubicBezTo>
                        <a:pt x="26029" y="24188"/>
                        <a:pt x="27827" y="16311"/>
                        <a:pt x="29197" y="8091"/>
                      </a:cubicBezTo>
                      <a:cubicBezTo>
                        <a:pt x="29240" y="7792"/>
                        <a:pt x="29283" y="7449"/>
                        <a:pt x="29411" y="6978"/>
                      </a:cubicBezTo>
                      <a:cubicBezTo>
                        <a:pt x="30182" y="2397"/>
                        <a:pt x="31552" y="128"/>
                        <a:pt x="33692" y="128"/>
                      </a:cubicBezTo>
                      <a:cubicBezTo>
                        <a:pt x="35747" y="128"/>
                        <a:pt x="37117" y="2269"/>
                        <a:pt x="37802" y="6507"/>
                      </a:cubicBezTo>
                      <a:lnTo>
                        <a:pt x="37888" y="7021"/>
                      </a:lnTo>
                      <a:cubicBezTo>
                        <a:pt x="37974" y="7449"/>
                        <a:pt x="38016" y="7749"/>
                        <a:pt x="38102" y="8006"/>
                      </a:cubicBezTo>
                      <a:cubicBezTo>
                        <a:pt x="39429" y="16097"/>
                        <a:pt x="41184" y="23931"/>
                        <a:pt x="43368" y="31252"/>
                      </a:cubicBezTo>
                      <a:cubicBezTo>
                        <a:pt x="45466" y="38145"/>
                        <a:pt x="47906" y="44438"/>
                        <a:pt x="50560" y="49918"/>
                      </a:cubicBezTo>
                      <a:cubicBezTo>
                        <a:pt x="53214" y="45080"/>
                        <a:pt x="55226" y="39600"/>
                        <a:pt x="56554" y="33564"/>
                      </a:cubicBezTo>
                      <a:cubicBezTo>
                        <a:pt x="58052" y="27057"/>
                        <a:pt x="58780" y="19864"/>
                        <a:pt x="58780" y="12116"/>
                      </a:cubicBezTo>
                      <a:cubicBezTo>
                        <a:pt x="58780" y="11773"/>
                        <a:pt x="58780" y="11345"/>
                        <a:pt x="58737" y="10874"/>
                      </a:cubicBezTo>
                      <a:cubicBezTo>
                        <a:pt x="58737" y="10360"/>
                        <a:pt x="58694" y="9804"/>
                        <a:pt x="58694" y="9162"/>
                      </a:cubicBezTo>
                      <a:cubicBezTo>
                        <a:pt x="58609" y="7920"/>
                        <a:pt x="58609" y="7107"/>
                        <a:pt x="58609" y="6593"/>
                      </a:cubicBezTo>
                      <a:cubicBezTo>
                        <a:pt x="58609" y="4067"/>
                        <a:pt x="58908" y="2355"/>
                        <a:pt x="59550" y="1498"/>
                      </a:cubicBezTo>
                      <a:cubicBezTo>
                        <a:pt x="60235" y="557"/>
                        <a:pt x="61306" y="86"/>
                        <a:pt x="62847" y="86"/>
                      </a:cubicBezTo>
                      <a:cubicBezTo>
                        <a:pt x="64516" y="86"/>
                        <a:pt x="65715" y="813"/>
                        <a:pt x="66315" y="2312"/>
                      </a:cubicBezTo>
                      <a:cubicBezTo>
                        <a:pt x="66871" y="3682"/>
                        <a:pt x="67128" y="6379"/>
                        <a:pt x="67128" y="10574"/>
                      </a:cubicBezTo>
                      <a:cubicBezTo>
                        <a:pt x="67128" y="17424"/>
                        <a:pt x="66443" y="24360"/>
                        <a:pt x="65073" y="31209"/>
                      </a:cubicBezTo>
                      <a:cubicBezTo>
                        <a:pt x="63660" y="38145"/>
                        <a:pt x="61691" y="44524"/>
                        <a:pt x="59165" y="50132"/>
                      </a:cubicBezTo>
                      <a:cubicBezTo>
                        <a:pt x="57453" y="54028"/>
                        <a:pt x="56083" y="56425"/>
                        <a:pt x="54970" y="57495"/>
                      </a:cubicBezTo>
                      <a:cubicBezTo>
                        <a:pt x="53899" y="58480"/>
                        <a:pt x="52487" y="59079"/>
                        <a:pt x="50902" y="59079"/>
                      </a:cubicBezTo>
                      <a:close/>
                      <a:moveTo>
                        <a:pt x="33607" y="16440"/>
                      </a:moveTo>
                      <a:lnTo>
                        <a:pt x="34163" y="18880"/>
                      </a:lnTo>
                      <a:cubicBezTo>
                        <a:pt x="37331" y="32579"/>
                        <a:pt x="40328" y="42683"/>
                        <a:pt x="43068" y="48933"/>
                      </a:cubicBezTo>
                      <a:cubicBezTo>
                        <a:pt x="45722" y="54927"/>
                        <a:pt x="48334" y="57924"/>
                        <a:pt x="50860" y="57924"/>
                      </a:cubicBezTo>
                      <a:cubicBezTo>
                        <a:pt x="52144" y="57924"/>
                        <a:pt x="53257" y="57453"/>
                        <a:pt x="54199" y="56511"/>
                      </a:cubicBezTo>
                      <a:cubicBezTo>
                        <a:pt x="55184" y="55526"/>
                        <a:pt x="56511" y="53172"/>
                        <a:pt x="58138" y="49490"/>
                      </a:cubicBezTo>
                      <a:cubicBezTo>
                        <a:pt x="60621" y="43924"/>
                        <a:pt x="62590" y="37631"/>
                        <a:pt x="63960" y="30781"/>
                      </a:cubicBezTo>
                      <a:cubicBezTo>
                        <a:pt x="65330" y="24017"/>
                        <a:pt x="66015" y="17124"/>
                        <a:pt x="66015" y="10360"/>
                      </a:cubicBezTo>
                      <a:cubicBezTo>
                        <a:pt x="66015" y="5437"/>
                        <a:pt x="65630" y="3382"/>
                        <a:pt x="65287" y="2569"/>
                      </a:cubicBezTo>
                      <a:cubicBezTo>
                        <a:pt x="64859" y="1541"/>
                        <a:pt x="64088" y="1070"/>
                        <a:pt x="62847" y="1070"/>
                      </a:cubicBezTo>
                      <a:cubicBezTo>
                        <a:pt x="61691" y="1070"/>
                        <a:pt x="60963" y="1370"/>
                        <a:pt x="60492" y="2012"/>
                      </a:cubicBezTo>
                      <a:cubicBezTo>
                        <a:pt x="60150" y="2483"/>
                        <a:pt x="59764" y="3639"/>
                        <a:pt x="59764" y="6465"/>
                      </a:cubicBezTo>
                      <a:cubicBezTo>
                        <a:pt x="59764" y="6935"/>
                        <a:pt x="59764" y="7749"/>
                        <a:pt x="59807" y="8990"/>
                      </a:cubicBezTo>
                      <a:cubicBezTo>
                        <a:pt x="59807" y="9633"/>
                        <a:pt x="59850" y="10232"/>
                        <a:pt x="59850" y="10703"/>
                      </a:cubicBezTo>
                      <a:cubicBezTo>
                        <a:pt x="59850" y="11174"/>
                        <a:pt x="59893" y="11602"/>
                        <a:pt x="59893" y="11987"/>
                      </a:cubicBezTo>
                      <a:cubicBezTo>
                        <a:pt x="59893" y="19822"/>
                        <a:pt x="59122" y="27100"/>
                        <a:pt x="57624" y="33692"/>
                      </a:cubicBezTo>
                      <a:cubicBezTo>
                        <a:pt x="56168" y="40243"/>
                        <a:pt x="53942" y="46151"/>
                        <a:pt x="50945" y="51288"/>
                      </a:cubicBezTo>
                      <a:lnTo>
                        <a:pt x="50389" y="52230"/>
                      </a:lnTo>
                      <a:lnTo>
                        <a:pt x="49918" y="51288"/>
                      </a:lnTo>
                      <a:cubicBezTo>
                        <a:pt x="47007" y="45508"/>
                        <a:pt x="44395" y="38830"/>
                        <a:pt x="42169" y="31466"/>
                      </a:cubicBezTo>
                      <a:cubicBezTo>
                        <a:pt x="39986" y="24103"/>
                        <a:pt x="38188" y="16225"/>
                        <a:pt x="36860" y="8134"/>
                      </a:cubicBezTo>
                      <a:cubicBezTo>
                        <a:pt x="36818" y="7920"/>
                        <a:pt x="36732" y="7578"/>
                        <a:pt x="36646" y="7107"/>
                      </a:cubicBezTo>
                      <a:lnTo>
                        <a:pt x="36561" y="6593"/>
                      </a:lnTo>
                      <a:cubicBezTo>
                        <a:pt x="36175" y="4110"/>
                        <a:pt x="35319" y="1199"/>
                        <a:pt x="33607" y="1199"/>
                      </a:cubicBezTo>
                      <a:cubicBezTo>
                        <a:pt x="31809" y="1199"/>
                        <a:pt x="30910" y="4410"/>
                        <a:pt x="30439" y="7107"/>
                      </a:cubicBezTo>
                      <a:cubicBezTo>
                        <a:pt x="30353" y="7578"/>
                        <a:pt x="30310" y="7920"/>
                        <a:pt x="30268" y="8134"/>
                      </a:cubicBezTo>
                      <a:cubicBezTo>
                        <a:pt x="28855" y="16482"/>
                        <a:pt x="27057" y="24402"/>
                        <a:pt x="24873" y="31723"/>
                      </a:cubicBezTo>
                      <a:cubicBezTo>
                        <a:pt x="22690" y="38958"/>
                        <a:pt x="20121" y="45551"/>
                        <a:pt x="17210" y="51288"/>
                      </a:cubicBezTo>
                      <a:lnTo>
                        <a:pt x="16739" y="52230"/>
                      </a:lnTo>
                      <a:lnTo>
                        <a:pt x="16225" y="51288"/>
                      </a:lnTo>
                      <a:cubicBezTo>
                        <a:pt x="13314" y="46151"/>
                        <a:pt x="11088" y="40200"/>
                        <a:pt x="9590" y="33650"/>
                      </a:cubicBezTo>
                      <a:cubicBezTo>
                        <a:pt x="8091" y="26971"/>
                        <a:pt x="7321" y="19693"/>
                        <a:pt x="7321" y="11987"/>
                      </a:cubicBezTo>
                      <a:lnTo>
                        <a:pt x="7321" y="4795"/>
                      </a:lnTo>
                      <a:cubicBezTo>
                        <a:pt x="7321" y="3468"/>
                        <a:pt x="7064" y="2440"/>
                        <a:pt x="6593" y="1841"/>
                      </a:cubicBezTo>
                      <a:cubicBezTo>
                        <a:pt x="6165" y="1284"/>
                        <a:pt x="5394" y="1027"/>
                        <a:pt x="4324" y="1027"/>
                      </a:cubicBezTo>
                      <a:cubicBezTo>
                        <a:pt x="3125" y="1027"/>
                        <a:pt x="2355" y="1541"/>
                        <a:pt x="1884" y="2697"/>
                      </a:cubicBezTo>
                      <a:cubicBezTo>
                        <a:pt x="1327" y="3939"/>
                        <a:pt x="1070" y="6336"/>
                        <a:pt x="1070" y="10360"/>
                      </a:cubicBezTo>
                      <a:cubicBezTo>
                        <a:pt x="1070" y="17510"/>
                        <a:pt x="1884" y="24831"/>
                        <a:pt x="3425" y="32066"/>
                      </a:cubicBezTo>
                      <a:cubicBezTo>
                        <a:pt x="5052" y="39429"/>
                        <a:pt x="7235" y="45979"/>
                        <a:pt x="9975" y="51502"/>
                      </a:cubicBezTo>
                      <a:cubicBezTo>
                        <a:pt x="11473" y="54756"/>
                        <a:pt x="12586" y="56168"/>
                        <a:pt x="13271" y="56768"/>
                      </a:cubicBezTo>
                      <a:cubicBezTo>
                        <a:pt x="14128" y="57538"/>
                        <a:pt x="15155" y="57924"/>
                        <a:pt x="16440" y="57924"/>
                      </a:cubicBezTo>
                      <a:cubicBezTo>
                        <a:pt x="18965" y="57924"/>
                        <a:pt x="21663" y="54756"/>
                        <a:pt x="24231" y="48719"/>
                      </a:cubicBezTo>
                      <a:cubicBezTo>
                        <a:pt x="26971" y="42383"/>
                        <a:pt x="29839" y="32622"/>
                        <a:pt x="32965" y="18880"/>
                      </a:cubicBezTo>
                      <a:lnTo>
                        <a:pt x="33607" y="1644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9" name="图形 4"/>
              <p:cNvGrpSpPr/>
              <p:nvPr/>
            </p:nvGrpSpPr>
            <p:grpSpPr>
              <a:xfrm>
                <a:off x="11450989" y="6483828"/>
                <a:ext cx="8219" cy="72693"/>
                <a:chOff x="11450989" y="6483828"/>
                <a:chExt cx="8219" cy="72693"/>
              </a:xfrm>
              <a:solidFill>
                <a:srgbClr val="A5A7AA"/>
              </a:solidFill>
            </p:grpSpPr>
            <p:sp>
              <p:nvSpPr>
                <p:cNvPr id="76" name="任意多边形: 形状 75"/>
                <p:cNvSpPr/>
                <p:nvPr/>
              </p:nvSpPr>
              <p:spPr>
                <a:xfrm>
                  <a:off x="11451502" y="6484470"/>
                  <a:ext cx="7106" cy="71494"/>
                </a:xfrm>
                <a:custGeom>
                  <a:avLst/>
                  <a:gdLst>
                    <a:gd name="connsiteX0" fmla="*/ 7107 w 7106"/>
                    <a:gd name="connsiteY0" fmla="*/ 5009 h 71494"/>
                    <a:gd name="connsiteX1" fmla="*/ 6250 w 7106"/>
                    <a:gd name="connsiteY1" fmla="*/ 8905 h 71494"/>
                    <a:gd name="connsiteX2" fmla="*/ 3553 w 7106"/>
                    <a:gd name="connsiteY2" fmla="*/ 10103 h 71494"/>
                    <a:gd name="connsiteX3" fmla="*/ 899 w 7106"/>
                    <a:gd name="connsiteY3" fmla="*/ 8819 h 71494"/>
                    <a:gd name="connsiteX4" fmla="*/ 0 w 7106"/>
                    <a:gd name="connsiteY4" fmla="*/ 5009 h 71494"/>
                    <a:gd name="connsiteX5" fmla="*/ 856 w 7106"/>
                    <a:gd name="connsiteY5" fmla="*/ 1156 h 71494"/>
                    <a:gd name="connsiteX6" fmla="*/ 3553 w 7106"/>
                    <a:gd name="connsiteY6" fmla="*/ 0 h 71494"/>
                    <a:gd name="connsiteX7" fmla="*/ 6208 w 7106"/>
                    <a:gd name="connsiteY7" fmla="*/ 1242 h 71494"/>
                    <a:gd name="connsiteX8" fmla="*/ 7107 w 7106"/>
                    <a:gd name="connsiteY8" fmla="*/ 5009 h 71494"/>
                    <a:gd name="connsiteX9" fmla="*/ 43 w 7106"/>
                    <a:gd name="connsiteY9" fmla="*/ 18366 h 71494"/>
                    <a:gd name="connsiteX10" fmla="*/ 942 w 7106"/>
                    <a:gd name="connsiteY10" fmla="*/ 15027 h 71494"/>
                    <a:gd name="connsiteX11" fmla="*/ 3553 w 7106"/>
                    <a:gd name="connsiteY11" fmla="*/ 13956 h 71494"/>
                    <a:gd name="connsiteX12" fmla="*/ 6208 w 7106"/>
                    <a:gd name="connsiteY12" fmla="*/ 15027 h 71494"/>
                    <a:gd name="connsiteX13" fmla="*/ 7107 w 7106"/>
                    <a:gd name="connsiteY13" fmla="*/ 18366 h 71494"/>
                    <a:gd name="connsiteX14" fmla="*/ 7107 w 7106"/>
                    <a:gd name="connsiteY14" fmla="*/ 67085 h 71494"/>
                    <a:gd name="connsiteX15" fmla="*/ 6208 w 7106"/>
                    <a:gd name="connsiteY15" fmla="*/ 70382 h 71494"/>
                    <a:gd name="connsiteX16" fmla="*/ 3553 w 7106"/>
                    <a:gd name="connsiteY16" fmla="*/ 71495 h 71494"/>
                    <a:gd name="connsiteX17" fmla="*/ 942 w 7106"/>
                    <a:gd name="connsiteY17" fmla="*/ 70382 h 71494"/>
                    <a:gd name="connsiteX18" fmla="*/ 43 w 7106"/>
                    <a:gd name="connsiteY18" fmla="*/ 67085 h 71494"/>
                    <a:gd name="connsiteX19" fmla="*/ 43 w 7106"/>
                    <a:gd name="connsiteY19" fmla="*/ 18366 h 71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106" h="71494">
                      <a:moveTo>
                        <a:pt x="7107" y="5009"/>
                      </a:moveTo>
                      <a:cubicBezTo>
                        <a:pt x="7107" y="6807"/>
                        <a:pt x="6807" y="8091"/>
                        <a:pt x="6250" y="8905"/>
                      </a:cubicBezTo>
                      <a:cubicBezTo>
                        <a:pt x="5694" y="9718"/>
                        <a:pt x="4795" y="10103"/>
                        <a:pt x="3553" y="10103"/>
                      </a:cubicBezTo>
                      <a:cubicBezTo>
                        <a:pt x="2397" y="10103"/>
                        <a:pt x="1498" y="9718"/>
                        <a:pt x="899" y="8819"/>
                      </a:cubicBezTo>
                      <a:cubicBezTo>
                        <a:pt x="300" y="8006"/>
                        <a:pt x="0" y="6721"/>
                        <a:pt x="0" y="5009"/>
                      </a:cubicBezTo>
                      <a:cubicBezTo>
                        <a:pt x="0" y="3211"/>
                        <a:pt x="300" y="1927"/>
                        <a:pt x="856" y="1156"/>
                      </a:cubicBezTo>
                      <a:cubicBezTo>
                        <a:pt x="1413" y="385"/>
                        <a:pt x="2355" y="0"/>
                        <a:pt x="3553" y="0"/>
                      </a:cubicBezTo>
                      <a:cubicBezTo>
                        <a:pt x="4752" y="0"/>
                        <a:pt x="5651" y="428"/>
                        <a:pt x="6208" y="1242"/>
                      </a:cubicBezTo>
                      <a:cubicBezTo>
                        <a:pt x="6807" y="2098"/>
                        <a:pt x="7107" y="3339"/>
                        <a:pt x="7107" y="5009"/>
                      </a:cubicBezTo>
                      <a:close/>
                      <a:moveTo>
                        <a:pt x="43" y="18366"/>
                      </a:moveTo>
                      <a:cubicBezTo>
                        <a:pt x="43" y="16910"/>
                        <a:pt x="342" y="15755"/>
                        <a:pt x="942" y="15027"/>
                      </a:cubicBezTo>
                      <a:cubicBezTo>
                        <a:pt x="1541" y="14299"/>
                        <a:pt x="2440" y="13956"/>
                        <a:pt x="3553" y="13956"/>
                      </a:cubicBezTo>
                      <a:cubicBezTo>
                        <a:pt x="4709" y="13956"/>
                        <a:pt x="5608" y="14342"/>
                        <a:pt x="6208" y="15027"/>
                      </a:cubicBezTo>
                      <a:cubicBezTo>
                        <a:pt x="6764" y="15797"/>
                        <a:pt x="7107" y="16910"/>
                        <a:pt x="7107" y="18366"/>
                      </a:cubicBezTo>
                      <a:lnTo>
                        <a:pt x="7107" y="67085"/>
                      </a:lnTo>
                      <a:cubicBezTo>
                        <a:pt x="7107" y="68541"/>
                        <a:pt x="6807" y="69654"/>
                        <a:pt x="6208" y="70382"/>
                      </a:cubicBezTo>
                      <a:cubicBezTo>
                        <a:pt x="5608" y="71152"/>
                        <a:pt x="4709" y="71495"/>
                        <a:pt x="3553" y="71495"/>
                      </a:cubicBezTo>
                      <a:cubicBezTo>
                        <a:pt x="2440" y="71495"/>
                        <a:pt x="1541" y="71152"/>
                        <a:pt x="942" y="70382"/>
                      </a:cubicBezTo>
                      <a:cubicBezTo>
                        <a:pt x="342" y="69654"/>
                        <a:pt x="43" y="68541"/>
                        <a:pt x="43" y="67085"/>
                      </a:cubicBezTo>
                      <a:lnTo>
                        <a:pt x="43" y="1836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7" name="任意多边形: 形状 76"/>
                <p:cNvSpPr/>
                <p:nvPr/>
              </p:nvSpPr>
              <p:spPr>
                <a:xfrm>
                  <a:off x="11450989" y="6483828"/>
                  <a:ext cx="8219" cy="72693"/>
                </a:xfrm>
                <a:custGeom>
                  <a:avLst/>
                  <a:gdLst>
                    <a:gd name="connsiteX0" fmla="*/ 4110 w 8219"/>
                    <a:gd name="connsiteY0" fmla="*/ 72693 h 72693"/>
                    <a:gd name="connsiteX1" fmla="*/ 1027 w 8219"/>
                    <a:gd name="connsiteY1" fmla="*/ 71366 h 72693"/>
                    <a:gd name="connsiteX2" fmla="*/ 0 w 8219"/>
                    <a:gd name="connsiteY2" fmla="*/ 67685 h 72693"/>
                    <a:gd name="connsiteX3" fmla="*/ 0 w 8219"/>
                    <a:gd name="connsiteY3" fmla="*/ 19008 h 72693"/>
                    <a:gd name="connsiteX4" fmla="*/ 1027 w 8219"/>
                    <a:gd name="connsiteY4" fmla="*/ 15284 h 72693"/>
                    <a:gd name="connsiteX5" fmla="*/ 4110 w 8219"/>
                    <a:gd name="connsiteY5" fmla="*/ 13999 h 72693"/>
                    <a:gd name="connsiteX6" fmla="*/ 7192 w 8219"/>
                    <a:gd name="connsiteY6" fmla="*/ 15284 h 72693"/>
                    <a:gd name="connsiteX7" fmla="*/ 8220 w 8219"/>
                    <a:gd name="connsiteY7" fmla="*/ 19008 h 72693"/>
                    <a:gd name="connsiteX8" fmla="*/ 8220 w 8219"/>
                    <a:gd name="connsiteY8" fmla="*/ 67727 h 72693"/>
                    <a:gd name="connsiteX9" fmla="*/ 7235 w 8219"/>
                    <a:gd name="connsiteY9" fmla="*/ 71409 h 72693"/>
                    <a:gd name="connsiteX10" fmla="*/ 4110 w 8219"/>
                    <a:gd name="connsiteY10" fmla="*/ 72693 h 72693"/>
                    <a:gd name="connsiteX11" fmla="*/ 4110 w 8219"/>
                    <a:gd name="connsiteY11" fmla="*/ 15112 h 72693"/>
                    <a:gd name="connsiteX12" fmla="*/ 1926 w 8219"/>
                    <a:gd name="connsiteY12" fmla="*/ 16011 h 72693"/>
                    <a:gd name="connsiteX13" fmla="*/ 1156 w 8219"/>
                    <a:gd name="connsiteY13" fmla="*/ 19008 h 72693"/>
                    <a:gd name="connsiteX14" fmla="*/ 1156 w 8219"/>
                    <a:gd name="connsiteY14" fmla="*/ 67727 h 72693"/>
                    <a:gd name="connsiteX15" fmla="*/ 1926 w 8219"/>
                    <a:gd name="connsiteY15" fmla="*/ 70681 h 72693"/>
                    <a:gd name="connsiteX16" fmla="*/ 4110 w 8219"/>
                    <a:gd name="connsiteY16" fmla="*/ 71580 h 72693"/>
                    <a:gd name="connsiteX17" fmla="*/ 6293 w 8219"/>
                    <a:gd name="connsiteY17" fmla="*/ 70681 h 72693"/>
                    <a:gd name="connsiteX18" fmla="*/ 7064 w 8219"/>
                    <a:gd name="connsiteY18" fmla="*/ 67727 h 72693"/>
                    <a:gd name="connsiteX19" fmla="*/ 7064 w 8219"/>
                    <a:gd name="connsiteY19" fmla="*/ 19008 h 72693"/>
                    <a:gd name="connsiteX20" fmla="*/ 6293 w 8219"/>
                    <a:gd name="connsiteY20" fmla="*/ 16011 h 72693"/>
                    <a:gd name="connsiteX21" fmla="*/ 4110 w 8219"/>
                    <a:gd name="connsiteY21" fmla="*/ 15112 h 72693"/>
                    <a:gd name="connsiteX22" fmla="*/ 4110 w 8219"/>
                    <a:gd name="connsiteY22" fmla="*/ 11302 h 72693"/>
                    <a:gd name="connsiteX23" fmla="*/ 985 w 8219"/>
                    <a:gd name="connsiteY23" fmla="*/ 9761 h 72693"/>
                    <a:gd name="connsiteX24" fmla="*/ 0 w 8219"/>
                    <a:gd name="connsiteY24" fmla="*/ 5608 h 72693"/>
                    <a:gd name="connsiteX25" fmla="*/ 942 w 8219"/>
                    <a:gd name="connsiteY25" fmla="*/ 1413 h 72693"/>
                    <a:gd name="connsiteX26" fmla="*/ 4110 w 8219"/>
                    <a:gd name="connsiteY26" fmla="*/ 0 h 72693"/>
                    <a:gd name="connsiteX27" fmla="*/ 7235 w 8219"/>
                    <a:gd name="connsiteY27" fmla="*/ 1456 h 72693"/>
                    <a:gd name="connsiteX28" fmla="*/ 8220 w 8219"/>
                    <a:gd name="connsiteY28" fmla="*/ 5565 h 72693"/>
                    <a:gd name="connsiteX29" fmla="*/ 7278 w 8219"/>
                    <a:gd name="connsiteY29" fmla="*/ 9761 h 72693"/>
                    <a:gd name="connsiteX30" fmla="*/ 4110 w 8219"/>
                    <a:gd name="connsiteY30" fmla="*/ 11302 h 72693"/>
                    <a:gd name="connsiteX31" fmla="*/ 4110 w 8219"/>
                    <a:gd name="connsiteY31" fmla="*/ 1199 h 72693"/>
                    <a:gd name="connsiteX32" fmla="*/ 1884 w 8219"/>
                    <a:gd name="connsiteY32" fmla="*/ 2141 h 72693"/>
                    <a:gd name="connsiteX33" fmla="*/ 1156 w 8219"/>
                    <a:gd name="connsiteY33" fmla="*/ 5651 h 72693"/>
                    <a:gd name="connsiteX34" fmla="*/ 1926 w 8219"/>
                    <a:gd name="connsiteY34" fmla="*/ 9119 h 72693"/>
                    <a:gd name="connsiteX35" fmla="*/ 4110 w 8219"/>
                    <a:gd name="connsiteY35" fmla="*/ 10146 h 72693"/>
                    <a:gd name="connsiteX36" fmla="*/ 6336 w 8219"/>
                    <a:gd name="connsiteY36" fmla="*/ 9162 h 72693"/>
                    <a:gd name="connsiteX37" fmla="*/ 7064 w 8219"/>
                    <a:gd name="connsiteY37" fmla="*/ 5608 h 72693"/>
                    <a:gd name="connsiteX38" fmla="*/ 6293 w 8219"/>
                    <a:gd name="connsiteY38" fmla="*/ 2183 h 72693"/>
                    <a:gd name="connsiteX39" fmla="*/ 4110 w 8219"/>
                    <a:gd name="connsiteY39" fmla="*/ 1199 h 72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8219" h="72693">
                      <a:moveTo>
                        <a:pt x="4110" y="72693"/>
                      </a:moveTo>
                      <a:cubicBezTo>
                        <a:pt x="2783" y="72693"/>
                        <a:pt x="1712" y="72265"/>
                        <a:pt x="1027" y="71366"/>
                      </a:cubicBezTo>
                      <a:cubicBezTo>
                        <a:pt x="342" y="70553"/>
                        <a:pt x="0" y="69311"/>
                        <a:pt x="0" y="67685"/>
                      </a:cubicBezTo>
                      <a:lnTo>
                        <a:pt x="0" y="19008"/>
                      </a:lnTo>
                      <a:cubicBezTo>
                        <a:pt x="0" y="17424"/>
                        <a:pt x="342" y="16140"/>
                        <a:pt x="1027" y="15284"/>
                      </a:cubicBezTo>
                      <a:cubicBezTo>
                        <a:pt x="1755" y="14427"/>
                        <a:pt x="2826" y="13999"/>
                        <a:pt x="4110" y="13999"/>
                      </a:cubicBezTo>
                      <a:cubicBezTo>
                        <a:pt x="5437" y="13999"/>
                        <a:pt x="6465" y="14427"/>
                        <a:pt x="7192" y="15284"/>
                      </a:cubicBezTo>
                      <a:cubicBezTo>
                        <a:pt x="7877" y="16183"/>
                        <a:pt x="8220" y="17467"/>
                        <a:pt x="8220" y="19008"/>
                      </a:cubicBezTo>
                      <a:lnTo>
                        <a:pt x="8220" y="67727"/>
                      </a:lnTo>
                      <a:cubicBezTo>
                        <a:pt x="8220" y="69311"/>
                        <a:pt x="7877" y="70553"/>
                        <a:pt x="7235" y="71409"/>
                      </a:cubicBezTo>
                      <a:cubicBezTo>
                        <a:pt x="6507" y="72265"/>
                        <a:pt x="5480" y="72693"/>
                        <a:pt x="4110" y="72693"/>
                      </a:cubicBezTo>
                      <a:close/>
                      <a:moveTo>
                        <a:pt x="4110" y="15112"/>
                      </a:moveTo>
                      <a:cubicBezTo>
                        <a:pt x="3168" y="15112"/>
                        <a:pt x="2440" y="15412"/>
                        <a:pt x="1926" y="16011"/>
                      </a:cubicBezTo>
                      <a:cubicBezTo>
                        <a:pt x="1413" y="16654"/>
                        <a:pt x="1156" y="17638"/>
                        <a:pt x="1156" y="19008"/>
                      </a:cubicBezTo>
                      <a:lnTo>
                        <a:pt x="1156" y="67727"/>
                      </a:lnTo>
                      <a:cubicBezTo>
                        <a:pt x="1156" y="69055"/>
                        <a:pt x="1413" y="70039"/>
                        <a:pt x="1926" y="70681"/>
                      </a:cubicBezTo>
                      <a:cubicBezTo>
                        <a:pt x="2397" y="71281"/>
                        <a:pt x="3125" y="71580"/>
                        <a:pt x="4110" y="71580"/>
                      </a:cubicBezTo>
                      <a:cubicBezTo>
                        <a:pt x="5137" y="71580"/>
                        <a:pt x="5822" y="71281"/>
                        <a:pt x="6293" y="70681"/>
                      </a:cubicBezTo>
                      <a:cubicBezTo>
                        <a:pt x="6807" y="70039"/>
                        <a:pt x="7064" y="69012"/>
                        <a:pt x="7064" y="67727"/>
                      </a:cubicBezTo>
                      <a:lnTo>
                        <a:pt x="7064" y="19008"/>
                      </a:lnTo>
                      <a:cubicBezTo>
                        <a:pt x="7064" y="17724"/>
                        <a:pt x="6807" y="16654"/>
                        <a:pt x="6293" y="16011"/>
                      </a:cubicBezTo>
                      <a:cubicBezTo>
                        <a:pt x="5822" y="15412"/>
                        <a:pt x="5095" y="15112"/>
                        <a:pt x="4110" y="15112"/>
                      </a:cubicBezTo>
                      <a:close/>
                      <a:moveTo>
                        <a:pt x="4110" y="11302"/>
                      </a:moveTo>
                      <a:cubicBezTo>
                        <a:pt x="2740" y="11302"/>
                        <a:pt x="1670" y="10788"/>
                        <a:pt x="985" y="9761"/>
                      </a:cubicBezTo>
                      <a:cubicBezTo>
                        <a:pt x="342" y="8862"/>
                        <a:pt x="0" y="7492"/>
                        <a:pt x="0" y="5608"/>
                      </a:cubicBezTo>
                      <a:cubicBezTo>
                        <a:pt x="0" y="3682"/>
                        <a:pt x="300" y="2312"/>
                        <a:pt x="942" y="1413"/>
                      </a:cubicBezTo>
                      <a:cubicBezTo>
                        <a:pt x="1627" y="514"/>
                        <a:pt x="2697" y="0"/>
                        <a:pt x="4110" y="0"/>
                      </a:cubicBezTo>
                      <a:cubicBezTo>
                        <a:pt x="5480" y="0"/>
                        <a:pt x="6550" y="514"/>
                        <a:pt x="7235" y="1456"/>
                      </a:cubicBezTo>
                      <a:cubicBezTo>
                        <a:pt x="7877" y="2397"/>
                        <a:pt x="8220" y="3810"/>
                        <a:pt x="8220" y="5565"/>
                      </a:cubicBezTo>
                      <a:cubicBezTo>
                        <a:pt x="8220" y="7449"/>
                        <a:pt x="7920" y="8862"/>
                        <a:pt x="7278" y="9761"/>
                      </a:cubicBezTo>
                      <a:cubicBezTo>
                        <a:pt x="6593" y="10831"/>
                        <a:pt x="5523" y="11302"/>
                        <a:pt x="4110" y="11302"/>
                      </a:cubicBezTo>
                      <a:close/>
                      <a:moveTo>
                        <a:pt x="4110" y="1199"/>
                      </a:moveTo>
                      <a:cubicBezTo>
                        <a:pt x="3082" y="1199"/>
                        <a:pt x="2355" y="1498"/>
                        <a:pt x="1884" y="2141"/>
                      </a:cubicBezTo>
                      <a:cubicBezTo>
                        <a:pt x="1413" y="2826"/>
                        <a:pt x="1156" y="3981"/>
                        <a:pt x="1156" y="5651"/>
                      </a:cubicBezTo>
                      <a:cubicBezTo>
                        <a:pt x="1156" y="7235"/>
                        <a:pt x="1413" y="8434"/>
                        <a:pt x="1926" y="9119"/>
                      </a:cubicBezTo>
                      <a:cubicBezTo>
                        <a:pt x="2397" y="9847"/>
                        <a:pt x="3125" y="10146"/>
                        <a:pt x="4110" y="10146"/>
                      </a:cubicBezTo>
                      <a:cubicBezTo>
                        <a:pt x="5137" y="10146"/>
                        <a:pt x="5908" y="9804"/>
                        <a:pt x="6336" y="9162"/>
                      </a:cubicBezTo>
                      <a:cubicBezTo>
                        <a:pt x="6807" y="8434"/>
                        <a:pt x="7064" y="7235"/>
                        <a:pt x="7064" y="5608"/>
                      </a:cubicBezTo>
                      <a:cubicBezTo>
                        <a:pt x="7064" y="4067"/>
                        <a:pt x="6807" y="2911"/>
                        <a:pt x="6293" y="2183"/>
                      </a:cubicBezTo>
                      <a:cubicBezTo>
                        <a:pt x="5822" y="1541"/>
                        <a:pt x="5095" y="1199"/>
                        <a:pt x="4110" y="119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0" name="图形 4"/>
              <p:cNvGrpSpPr/>
              <p:nvPr/>
            </p:nvGrpSpPr>
            <p:grpSpPr>
              <a:xfrm>
                <a:off x="11499665" y="6497827"/>
                <a:ext cx="50131" cy="58394"/>
                <a:chOff x="11499665" y="6497827"/>
                <a:chExt cx="50131" cy="58394"/>
              </a:xfrm>
              <a:solidFill>
                <a:srgbClr val="A5A7AA"/>
              </a:solidFill>
            </p:grpSpPr>
            <p:sp>
              <p:nvSpPr>
                <p:cNvPr id="74" name="任意多边形: 形状 73"/>
                <p:cNvSpPr/>
                <p:nvPr/>
              </p:nvSpPr>
              <p:spPr>
                <a:xfrm>
                  <a:off x="11500221" y="6498341"/>
                  <a:ext cx="48847" cy="57281"/>
                </a:xfrm>
                <a:custGeom>
                  <a:avLst/>
                  <a:gdLst>
                    <a:gd name="connsiteX0" fmla="*/ 4452 w 48847"/>
                    <a:gd name="connsiteY0" fmla="*/ 57281 h 57281"/>
                    <a:gd name="connsiteX1" fmla="*/ 1113 w 48847"/>
                    <a:gd name="connsiteY1" fmla="*/ 56382 h 57281"/>
                    <a:gd name="connsiteX2" fmla="*/ 0 w 48847"/>
                    <a:gd name="connsiteY2" fmla="*/ 53899 h 57281"/>
                    <a:gd name="connsiteX3" fmla="*/ 1113 w 48847"/>
                    <a:gd name="connsiteY3" fmla="*/ 51459 h 57281"/>
                    <a:gd name="connsiteX4" fmla="*/ 4538 w 48847"/>
                    <a:gd name="connsiteY4" fmla="*/ 50689 h 57281"/>
                    <a:gd name="connsiteX5" fmla="*/ 24445 w 48847"/>
                    <a:gd name="connsiteY5" fmla="*/ 50689 h 57281"/>
                    <a:gd name="connsiteX6" fmla="*/ 37802 w 48847"/>
                    <a:gd name="connsiteY6" fmla="*/ 47649 h 57281"/>
                    <a:gd name="connsiteX7" fmla="*/ 41698 w 48847"/>
                    <a:gd name="connsiteY7" fmla="*/ 37802 h 57281"/>
                    <a:gd name="connsiteX8" fmla="*/ 39258 w 48847"/>
                    <a:gd name="connsiteY8" fmla="*/ 30524 h 57281"/>
                    <a:gd name="connsiteX9" fmla="*/ 31595 w 48847"/>
                    <a:gd name="connsiteY9" fmla="*/ 26843 h 57281"/>
                    <a:gd name="connsiteX10" fmla="*/ 14085 w 48847"/>
                    <a:gd name="connsiteY10" fmla="*/ 23332 h 57281"/>
                    <a:gd name="connsiteX11" fmla="*/ 3939 w 48847"/>
                    <a:gd name="connsiteY11" fmla="*/ 19351 h 57281"/>
                    <a:gd name="connsiteX12" fmla="*/ 1284 w 48847"/>
                    <a:gd name="connsiteY12" fmla="*/ 12330 h 57281"/>
                    <a:gd name="connsiteX13" fmla="*/ 6122 w 48847"/>
                    <a:gd name="connsiteY13" fmla="*/ 3168 h 57281"/>
                    <a:gd name="connsiteX14" fmla="*/ 19950 w 48847"/>
                    <a:gd name="connsiteY14" fmla="*/ 0 h 57281"/>
                    <a:gd name="connsiteX15" fmla="*/ 39301 w 48847"/>
                    <a:gd name="connsiteY15" fmla="*/ 0 h 57281"/>
                    <a:gd name="connsiteX16" fmla="*/ 42683 w 48847"/>
                    <a:gd name="connsiteY16" fmla="*/ 856 h 57281"/>
                    <a:gd name="connsiteX17" fmla="*/ 43839 w 48847"/>
                    <a:gd name="connsiteY17" fmla="*/ 3339 h 57281"/>
                    <a:gd name="connsiteX18" fmla="*/ 42640 w 48847"/>
                    <a:gd name="connsiteY18" fmla="*/ 5737 h 57281"/>
                    <a:gd name="connsiteX19" fmla="*/ 39172 w 48847"/>
                    <a:gd name="connsiteY19" fmla="*/ 6550 h 57281"/>
                    <a:gd name="connsiteX20" fmla="*/ 17339 w 48847"/>
                    <a:gd name="connsiteY20" fmla="*/ 6550 h 57281"/>
                    <a:gd name="connsiteX21" fmla="*/ 10960 w 48847"/>
                    <a:gd name="connsiteY21" fmla="*/ 7620 h 57281"/>
                    <a:gd name="connsiteX22" fmla="*/ 9162 w 48847"/>
                    <a:gd name="connsiteY22" fmla="*/ 11345 h 57281"/>
                    <a:gd name="connsiteX23" fmla="*/ 10275 w 48847"/>
                    <a:gd name="connsiteY23" fmla="*/ 14641 h 57281"/>
                    <a:gd name="connsiteX24" fmla="*/ 13956 w 48847"/>
                    <a:gd name="connsiteY24" fmla="*/ 16354 h 57281"/>
                    <a:gd name="connsiteX25" fmla="*/ 32108 w 48847"/>
                    <a:gd name="connsiteY25" fmla="*/ 19950 h 57281"/>
                    <a:gd name="connsiteX26" fmla="*/ 44695 w 48847"/>
                    <a:gd name="connsiteY26" fmla="*/ 26029 h 57281"/>
                    <a:gd name="connsiteX27" fmla="*/ 48848 w 48847"/>
                    <a:gd name="connsiteY27" fmla="*/ 37417 h 57281"/>
                    <a:gd name="connsiteX28" fmla="*/ 42340 w 48847"/>
                    <a:gd name="connsiteY28" fmla="*/ 52273 h 57281"/>
                    <a:gd name="connsiteX29" fmla="*/ 22519 w 48847"/>
                    <a:gd name="connsiteY29" fmla="*/ 57196 h 57281"/>
                    <a:gd name="connsiteX30" fmla="*/ 4452 w 48847"/>
                    <a:gd name="connsiteY30" fmla="*/ 57196 h 5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8847" h="57281">
                      <a:moveTo>
                        <a:pt x="4452" y="57281"/>
                      </a:moveTo>
                      <a:cubicBezTo>
                        <a:pt x="2997" y="57281"/>
                        <a:pt x="1884" y="56982"/>
                        <a:pt x="1113" y="56382"/>
                      </a:cubicBezTo>
                      <a:cubicBezTo>
                        <a:pt x="385" y="55826"/>
                        <a:pt x="0" y="54970"/>
                        <a:pt x="0" y="53899"/>
                      </a:cubicBezTo>
                      <a:cubicBezTo>
                        <a:pt x="0" y="52786"/>
                        <a:pt x="385" y="51973"/>
                        <a:pt x="1113" y="51459"/>
                      </a:cubicBezTo>
                      <a:cubicBezTo>
                        <a:pt x="1884" y="50945"/>
                        <a:pt x="2997" y="50689"/>
                        <a:pt x="4538" y="50689"/>
                      </a:cubicBezTo>
                      <a:lnTo>
                        <a:pt x="24445" y="50689"/>
                      </a:lnTo>
                      <a:cubicBezTo>
                        <a:pt x="30738" y="50689"/>
                        <a:pt x="35191" y="49661"/>
                        <a:pt x="37802" y="47649"/>
                      </a:cubicBezTo>
                      <a:cubicBezTo>
                        <a:pt x="40414" y="45680"/>
                        <a:pt x="41698" y="42383"/>
                        <a:pt x="41698" y="37802"/>
                      </a:cubicBezTo>
                      <a:cubicBezTo>
                        <a:pt x="41698" y="34763"/>
                        <a:pt x="40885" y="32322"/>
                        <a:pt x="39258" y="30524"/>
                      </a:cubicBezTo>
                      <a:cubicBezTo>
                        <a:pt x="37588" y="28726"/>
                        <a:pt x="35020" y="27485"/>
                        <a:pt x="31595" y="26843"/>
                      </a:cubicBezTo>
                      <a:lnTo>
                        <a:pt x="14085" y="23332"/>
                      </a:lnTo>
                      <a:cubicBezTo>
                        <a:pt x="9119" y="22305"/>
                        <a:pt x="5737" y="21020"/>
                        <a:pt x="3939" y="19351"/>
                      </a:cubicBezTo>
                      <a:cubicBezTo>
                        <a:pt x="2183" y="17724"/>
                        <a:pt x="1284" y="15369"/>
                        <a:pt x="1284" y="12330"/>
                      </a:cubicBezTo>
                      <a:cubicBezTo>
                        <a:pt x="1284" y="8391"/>
                        <a:pt x="2911" y="5309"/>
                        <a:pt x="6122" y="3168"/>
                      </a:cubicBezTo>
                      <a:cubicBezTo>
                        <a:pt x="9376" y="1027"/>
                        <a:pt x="13956" y="0"/>
                        <a:pt x="19950" y="0"/>
                      </a:cubicBezTo>
                      <a:lnTo>
                        <a:pt x="39301" y="0"/>
                      </a:lnTo>
                      <a:cubicBezTo>
                        <a:pt x="40756" y="0"/>
                        <a:pt x="41912" y="257"/>
                        <a:pt x="42683" y="856"/>
                      </a:cubicBezTo>
                      <a:cubicBezTo>
                        <a:pt x="43453" y="1498"/>
                        <a:pt x="43839" y="2312"/>
                        <a:pt x="43839" y="3339"/>
                      </a:cubicBezTo>
                      <a:cubicBezTo>
                        <a:pt x="43839" y="4410"/>
                        <a:pt x="43453" y="5180"/>
                        <a:pt x="42640" y="5737"/>
                      </a:cubicBezTo>
                      <a:cubicBezTo>
                        <a:pt x="41869" y="6293"/>
                        <a:pt x="40713" y="6550"/>
                        <a:pt x="39172" y="6550"/>
                      </a:cubicBezTo>
                      <a:lnTo>
                        <a:pt x="17339" y="6550"/>
                      </a:lnTo>
                      <a:cubicBezTo>
                        <a:pt x="14256" y="6550"/>
                        <a:pt x="12116" y="6935"/>
                        <a:pt x="10960" y="7620"/>
                      </a:cubicBezTo>
                      <a:cubicBezTo>
                        <a:pt x="9761" y="8348"/>
                        <a:pt x="9162" y="9590"/>
                        <a:pt x="9162" y="11345"/>
                      </a:cubicBezTo>
                      <a:cubicBezTo>
                        <a:pt x="9162" y="12758"/>
                        <a:pt x="9547" y="13828"/>
                        <a:pt x="10275" y="14641"/>
                      </a:cubicBezTo>
                      <a:cubicBezTo>
                        <a:pt x="11003" y="15412"/>
                        <a:pt x="12244" y="15969"/>
                        <a:pt x="13956" y="16354"/>
                      </a:cubicBezTo>
                      <a:lnTo>
                        <a:pt x="32108" y="19950"/>
                      </a:lnTo>
                      <a:cubicBezTo>
                        <a:pt x="37759" y="21106"/>
                        <a:pt x="41955" y="23118"/>
                        <a:pt x="44695" y="26029"/>
                      </a:cubicBezTo>
                      <a:cubicBezTo>
                        <a:pt x="47478" y="28940"/>
                        <a:pt x="48848" y="32708"/>
                        <a:pt x="48848" y="37417"/>
                      </a:cubicBezTo>
                      <a:cubicBezTo>
                        <a:pt x="48848" y="44053"/>
                        <a:pt x="46664" y="49019"/>
                        <a:pt x="42340" y="52273"/>
                      </a:cubicBezTo>
                      <a:cubicBezTo>
                        <a:pt x="38016" y="55569"/>
                        <a:pt x="31423" y="57196"/>
                        <a:pt x="22519" y="57196"/>
                      </a:cubicBezTo>
                      <a:lnTo>
                        <a:pt x="4452" y="5719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5" name="任意多边形: 形状 74"/>
                <p:cNvSpPr/>
                <p:nvPr/>
              </p:nvSpPr>
              <p:spPr>
                <a:xfrm>
                  <a:off x="11499665" y="6497827"/>
                  <a:ext cx="50131" cy="58394"/>
                </a:xfrm>
                <a:custGeom>
                  <a:avLst/>
                  <a:gdLst>
                    <a:gd name="connsiteX0" fmla="*/ 23161 w 50131"/>
                    <a:gd name="connsiteY0" fmla="*/ 58395 h 58394"/>
                    <a:gd name="connsiteX1" fmla="*/ 5009 w 50131"/>
                    <a:gd name="connsiteY1" fmla="*/ 58395 h 58394"/>
                    <a:gd name="connsiteX2" fmla="*/ 1327 w 50131"/>
                    <a:gd name="connsiteY2" fmla="*/ 57367 h 58394"/>
                    <a:gd name="connsiteX3" fmla="*/ 0 w 50131"/>
                    <a:gd name="connsiteY3" fmla="*/ 54456 h 58394"/>
                    <a:gd name="connsiteX4" fmla="*/ 1327 w 50131"/>
                    <a:gd name="connsiteY4" fmla="*/ 51545 h 58394"/>
                    <a:gd name="connsiteX5" fmla="*/ 5095 w 50131"/>
                    <a:gd name="connsiteY5" fmla="*/ 50646 h 58394"/>
                    <a:gd name="connsiteX6" fmla="*/ 25002 w 50131"/>
                    <a:gd name="connsiteY6" fmla="*/ 50646 h 58394"/>
                    <a:gd name="connsiteX7" fmla="*/ 38016 w 50131"/>
                    <a:gd name="connsiteY7" fmla="*/ 47735 h 58394"/>
                    <a:gd name="connsiteX8" fmla="*/ 41698 w 50131"/>
                    <a:gd name="connsiteY8" fmla="*/ 38359 h 58394"/>
                    <a:gd name="connsiteX9" fmla="*/ 39386 w 50131"/>
                    <a:gd name="connsiteY9" fmla="*/ 31509 h 58394"/>
                    <a:gd name="connsiteX10" fmla="*/ 32066 w 50131"/>
                    <a:gd name="connsiteY10" fmla="*/ 27999 h 58394"/>
                    <a:gd name="connsiteX11" fmla="*/ 14556 w 50131"/>
                    <a:gd name="connsiteY11" fmla="*/ 24488 h 58394"/>
                    <a:gd name="connsiteX12" fmla="*/ 4153 w 50131"/>
                    <a:gd name="connsiteY12" fmla="*/ 20378 h 58394"/>
                    <a:gd name="connsiteX13" fmla="*/ 1327 w 50131"/>
                    <a:gd name="connsiteY13" fmla="*/ 12929 h 58394"/>
                    <a:gd name="connsiteX14" fmla="*/ 6422 w 50131"/>
                    <a:gd name="connsiteY14" fmla="*/ 3254 h 58394"/>
                    <a:gd name="connsiteX15" fmla="*/ 20549 w 50131"/>
                    <a:gd name="connsiteY15" fmla="*/ 0 h 58394"/>
                    <a:gd name="connsiteX16" fmla="*/ 39900 w 50131"/>
                    <a:gd name="connsiteY16" fmla="*/ 0 h 58394"/>
                    <a:gd name="connsiteX17" fmla="*/ 43667 w 50131"/>
                    <a:gd name="connsiteY17" fmla="*/ 985 h 58394"/>
                    <a:gd name="connsiteX18" fmla="*/ 45080 w 50131"/>
                    <a:gd name="connsiteY18" fmla="*/ 3939 h 58394"/>
                    <a:gd name="connsiteX19" fmla="*/ 43625 w 50131"/>
                    <a:gd name="connsiteY19" fmla="*/ 6807 h 58394"/>
                    <a:gd name="connsiteX20" fmla="*/ 39814 w 50131"/>
                    <a:gd name="connsiteY20" fmla="*/ 7749 h 58394"/>
                    <a:gd name="connsiteX21" fmla="*/ 17981 w 50131"/>
                    <a:gd name="connsiteY21" fmla="*/ 7749 h 58394"/>
                    <a:gd name="connsiteX22" fmla="*/ 11902 w 50131"/>
                    <a:gd name="connsiteY22" fmla="*/ 8733 h 58394"/>
                    <a:gd name="connsiteX23" fmla="*/ 10403 w 50131"/>
                    <a:gd name="connsiteY23" fmla="*/ 11944 h 58394"/>
                    <a:gd name="connsiteX24" fmla="*/ 11388 w 50131"/>
                    <a:gd name="connsiteY24" fmla="*/ 14855 h 58394"/>
                    <a:gd name="connsiteX25" fmla="*/ 14770 w 50131"/>
                    <a:gd name="connsiteY25" fmla="*/ 16397 h 58394"/>
                    <a:gd name="connsiteX26" fmla="*/ 32922 w 50131"/>
                    <a:gd name="connsiteY26" fmla="*/ 19993 h 58394"/>
                    <a:gd name="connsiteX27" fmla="*/ 45808 w 50131"/>
                    <a:gd name="connsiteY27" fmla="*/ 26243 h 58394"/>
                    <a:gd name="connsiteX28" fmla="*/ 50132 w 50131"/>
                    <a:gd name="connsiteY28" fmla="*/ 38016 h 58394"/>
                    <a:gd name="connsiteX29" fmla="*/ 43368 w 50131"/>
                    <a:gd name="connsiteY29" fmla="*/ 53343 h 58394"/>
                    <a:gd name="connsiteX30" fmla="*/ 23161 w 50131"/>
                    <a:gd name="connsiteY30" fmla="*/ 58395 h 58394"/>
                    <a:gd name="connsiteX31" fmla="*/ 5137 w 50131"/>
                    <a:gd name="connsiteY31" fmla="*/ 51802 h 58394"/>
                    <a:gd name="connsiteX32" fmla="*/ 2012 w 50131"/>
                    <a:gd name="connsiteY32" fmla="*/ 52487 h 58394"/>
                    <a:gd name="connsiteX33" fmla="*/ 1156 w 50131"/>
                    <a:gd name="connsiteY33" fmla="*/ 54456 h 58394"/>
                    <a:gd name="connsiteX34" fmla="*/ 2055 w 50131"/>
                    <a:gd name="connsiteY34" fmla="*/ 56468 h 58394"/>
                    <a:gd name="connsiteX35" fmla="*/ 5052 w 50131"/>
                    <a:gd name="connsiteY35" fmla="*/ 57239 h 58394"/>
                    <a:gd name="connsiteX36" fmla="*/ 23204 w 50131"/>
                    <a:gd name="connsiteY36" fmla="*/ 57239 h 58394"/>
                    <a:gd name="connsiteX37" fmla="*/ 42683 w 50131"/>
                    <a:gd name="connsiteY37" fmla="*/ 52444 h 58394"/>
                    <a:gd name="connsiteX38" fmla="*/ 48976 w 50131"/>
                    <a:gd name="connsiteY38" fmla="*/ 38016 h 58394"/>
                    <a:gd name="connsiteX39" fmla="*/ 44952 w 50131"/>
                    <a:gd name="connsiteY39" fmla="*/ 27014 h 58394"/>
                    <a:gd name="connsiteX40" fmla="*/ 32665 w 50131"/>
                    <a:gd name="connsiteY40" fmla="*/ 21106 h 58394"/>
                    <a:gd name="connsiteX41" fmla="*/ 14513 w 50131"/>
                    <a:gd name="connsiteY41" fmla="*/ 17510 h 58394"/>
                    <a:gd name="connsiteX42" fmla="*/ 10532 w 50131"/>
                    <a:gd name="connsiteY42" fmla="*/ 15626 h 58394"/>
                    <a:gd name="connsiteX43" fmla="*/ 9247 w 50131"/>
                    <a:gd name="connsiteY43" fmla="*/ 11944 h 58394"/>
                    <a:gd name="connsiteX44" fmla="*/ 11302 w 50131"/>
                    <a:gd name="connsiteY44" fmla="*/ 7749 h 58394"/>
                    <a:gd name="connsiteX45" fmla="*/ 17981 w 50131"/>
                    <a:gd name="connsiteY45" fmla="*/ 6593 h 58394"/>
                    <a:gd name="connsiteX46" fmla="*/ 39814 w 50131"/>
                    <a:gd name="connsiteY46" fmla="*/ 6593 h 58394"/>
                    <a:gd name="connsiteX47" fmla="*/ 42940 w 50131"/>
                    <a:gd name="connsiteY47" fmla="*/ 5865 h 58394"/>
                    <a:gd name="connsiteX48" fmla="*/ 43924 w 50131"/>
                    <a:gd name="connsiteY48" fmla="*/ 3939 h 58394"/>
                    <a:gd name="connsiteX49" fmla="*/ 42940 w 50131"/>
                    <a:gd name="connsiteY49" fmla="*/ 1884 h 58394"/>
                    <a:gd name="connsiteX50" fmla="*/ 39900 w 50131"/>
                    <a:gd name="connsiteY50" fmla="*/ 1156 h 58394"/>
                    <a:gd name="connsiteX51" fmla="*/ 20549 w 50131"/>
                    <a:gd name="connsiteY51" fmla="*/ 1156 h 58394"/>
                    <a:gd name="connsiteX52" fmla="*/ 7064 w 50131"/>
                    <a:gd name="connsiteY52" fmla="*/ 4238 h 58394"/>
                    <a:gd name="connsiteX53" fmla="*/ 2483 w 50131"/>
                    <a:gd name="connsiteY53" fmla="*/ 12929 h 58394"/>
                    <a:gd name="connsiteX54" fmla="*/ 4966 w 50131"/>
                    <a:gd name="connsiteY54" fmla="*/ 19522 h 58394"/>
                    <a:gd name="connsiteX55" fmla="*/ 14813 w 50131"/>
                    <a:gd name="connsiteY55" fmla="*/ 23375 h 58394"/>
                    <a:gd name="connsiteX56" fmla="*/ 32323 w 50131"/>
                    <a:gd name="connsiteY56" fmla="*/ 26885 h 58394"/>
                    <a:gd name="connsiteX57" fmla="*/ 40285 w 50131"/>
                    <a:gd name="connsiteY57" fmla="*/ 30738 h 58394"/>
                    <a:gd name="connsiteX58" fmla="*/ 42897 w 50131"/>
                    <a:gd name="connsiteY58" fmla="*/ 38402 h 58394"/>
                    <a:gd name="connsiteX59" fmla="*/ 38744 w 50131"/>
                    <a:gd name="connsiteY59" fmla="*/ 48676 h 58394"/>
                    <a:gd name="connsiteX60" fmla="*/ 25002 w 50131"/>
                    <a:gd name="connsiteY60" fmla="*/ 51802 h 58394"/>
                    <a:gd name="connsiteX61" fmla="*/ 5137 w 50131"/>
                    <a:gd name="connsiteY61" fmla="*/ 51802 h 5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0131" h="58394">
                      <a:moveTo>
                        <a:pt x="23161" y="58395"/>
                      </a:moveTo>
                      <a:lnTo>
                        <a:pt x="5009" y="58395"/>
                      </a:lnTo>
                      <a:cubicBezTo>
                        <a:pt x="3425" y="58395"/>
                        <a:pt x="2226" y="58052"/>
                        <a:pt x="1327" y="57367"/>
                      </a:cubicBezTo>
                      <a:cubicBezTo>
                        <a:pt x="471" y="56682"/>
                        <a:pt x="0" y="55655"/>
                        <a:pt x="0" y="54456"/>
                      </a:cubicBezTo>
                      <a:cubicBezTo>
                        <a:pt x="0" y="53214"/>
                        <a:pt x="471" y="52187"/>
                        <a:pt x="1327" y="51545"/>
                      </a:cubicBezTo>
                      <a:cubicBezTo>
                        <a:pt x="2226" y="50945"/>
                        <a:pt x="3468" y="50646"/>
                        <a:pt x="5095" y="50646"/>
                      </a:cubicBezTo>
                      <a:lnTo>
                        <a:pt x="25002" y="50646"/>
                      </a:lnTo>
                      <a:cubicBezTo>
                        <a:pt x="31124" y="50646"/>
                        <a:pt x="35490" y="49661"/>
                        <a:pt x="38016" y="47735"/>
                      </a:cubicBezTo>
                      <a:cubicBezTo>
                        <a:pt x="40457" y="45894"/>
                        <a:pt x="41698" y="42726"/>
                        <a:pt x="41698" y="38359"/>
                      </a:cubicBezTo>
                      <a:cubicBezTo>
                        <a:pt x="41698" y="35448"/>
                        <a:pt x="40927" y="33136"/>
                        <a:pt x="39386" y="31509"/>
                      </a:cubicBezTo>
                      <a:cubicBezTo>
                        <a:pt x="37802" y="29797"/>
                        <a:pt x="35362" y="28641"/>
                        <a:pt x="32066" y="27999"/>
                      </a:cubicBezTo>
                      <a:lnTo>
                        <a:pt x="14556" y="24488"/>
                      </a:lnTo>
                      <a:cubicBezTo>
                        <a:pt x="9461" y="23461"/>
                        <a:pt x="6036" y="22091"/>
                        <a:pt x="4153" y="20378"/>
                      </a:cubicBezTo>
                      <a:cubicBezTo>
                        <a:pt x="2269" y="18623"/>
                        <a:pt x="1327" y="16140"/>
                        <a:pt x="1327" y="12929"/>
                      </a:cubicBezTo>
                      <a:cubicBezTo>
                        <a:pt x="1327" y="8776"/>
                        <a:pt x="3040" y="5523"/>
                        <a:pt x="6422" y="3254"/>
                      </a:cubicBezTo>
                      <a:cubicBezTo>
                        <a:pt x="9761" y="1070"/>
                        <a:pt x="14427" y="0"/>
                        <a:pt x="20549" y="0"/>
                      </a:cubicBezTo>
                      <a:lnTo>
                        <a:pt x="39900" y="0"/>
                      </a:lnTo>
                      <a:cubicBezTo>
                        <a:pt x="41570" y="0"/>
                        <a:pt x="42768" y="342"/>
                        <a:pt x="43667" y="985"/>
                      </a:cubicBezTo>
                      <a:cubicBezTo>
                        <a:pt x="44609" y="1755"/>
                        <a:pt x="45080" y="2740"/>
                        <a:pt x="45080" y="3939"/>
                      </a:cubicBezTo>
                      <a:cubicBezTo>
                        <a:pt x="45080" y="5180"/>
                        <a:pt x="44566" y="6165"/>
                        <a:pt x="43625" y="6807"/>
                      </a:cubicBezTo>
                      <a:cubicBezTo>
                        <a:pt x="42768" y="7406"/>
                        <a:pt x="41484" y="7749"/>
                        <a:pt x="39814" y="7749"/>
                      </a:cubicBezTo>
                      <a:lnTo>
                        <a:pt x="17981" y="7749"/>
                      </a:lnTo>
                      <a:cubicBezTo>
                        <a:pt x="14342" y="7749"/>
                        <a:pt x="12672" y="8305"/>
                        <a:pt x="11902" y="8733"/>
                      </a:cubicBezTo>
                      <a:cubicBezTo>
                        <a:pt x="10874" y="9376"/>
                        <a:pt x="10403" y="10403"/>
                        <a:pt x="10403" y="11944"/>
                      </a:cubicBezTo>
                      <a:cubicBezTo>
                        <a:pt x="10403" y="13186"/>
                        <a:pt x="10703" y="14128"/>
                        <a:pt x="11388" y="14855"/>
                      </a:cubicBezTo>
                      <a:cubicBezTo>
                        <a:pt x="12030" y="15540"/>
                        <a:pt x="13186" y="16054"/>
                        <a:pt x="14770" y="16397"/>
                      </a:cubicBezTo>
                      <a:lnTo>
                        <a:pt x="32922" y="19993"/>
                      </a:lnTo>
                      <a:cubicBezTo>
                        <a:pt x="38658" y="21149"/>
                        <a:pt x="42982" y="23246"/>
                        <a:pt x="45808" y="26243"/>
                      </a:cubicBezTo>
                      <a:cubicBezTo>
                        <a:pt x="48676" y="29240"/>
                        <a:pt x="50132" y="33179"/>
                        <a:pt x="50132" y="38016"/>
                      </a:cubicBezTo>
                      <a:cubicBezTo>
                        <a:pt x="50132" y="44823"/>
                        <a:pt x="47863" y="49961"/>
                        <a:pt x="43368" y="53343"/>
                      </a:cubicBezTo>
                      <a:cubicBezTo>
                        <a:pt x="38873" y="56725"/>
                        <a:pt x="32280" y="58395"/>
                        <a:pt x="23161" y="58395"/>
                      </a:cubicBezTo>
                      <a:close/>
                      <a:moveTo>
                        <a:pt x="5137" y="51802"/>
                      </a:moveTo>
                      <a:cubicBezTo>
                        <a:pt x="3725" y="51802"/>
                        <a:pt x="2697" y="52016"/>
                        <a:pt x="2012" y="52487"/>
                      </a:cubicBezTo>
                      <a:cubicBezTo>
                        <a:pt x="1456" y="52915"/>
                        <a:pt x="1156" y="53557"/>
                        <a:pt x="1156" y="54456"/>
                      </a:cubicBezTo>
                      <a:cubicBezTo>
                        <a:pt x="1156" y="55312"/>
                        <a:pt x="1456" y="55997"/>
                        <a:pt x="2055" y="56468"/>
                      </a:cubicBezTo>
                      <a:cubicBezTo>
                        <a:pt x="2740" y="56982"/>
                        <a:pt x="3682" y="57239"/>
                        <a:pt x="5052" y="57239"/>
                      </a:cubicBezTo>
                      <a:lnTo>
                        <a:pt x="23204" y="57239"/>
                      </a:lnTo>
                      <a:cubicBezTo>
                        <a:pt x="31894" y="57239"/>
                        <a:pt x="38444" y="55612"/>
                        <a:pt x="42683" y="52444"/>
                      </a:cubicBezTo>
                      <a:cubicBezTo>
                        <a:pt x="46835" y="49276"/>
                        <a:pt x="48976" y="44438"/>
                        <a:pt x="48976" y="38016"/>
                      </a:cubicBezTo>
                      <a:cubicBezTo>
                        <a:pt x="48976" y="33478"/>
                        <a:pt x="47606" y="29797"/>
                        <a:pt x="44952" y="27014"/>
                      </a:cubicBezTo>
                      <a:cubicBezTo>
                        <a:pt x="42297" y="24188"/>
                        <a:pt x="38188" y="22219"/>
                        <a:pt x="32665" y="21106"/>
                      </a:cubicBezTo>
                      <a:lnTo>
                        <a:pt x="14513" y="17510"/>
                      </a:lnTo>
                      <a:cubicBezTo>
                        <a:pt x="12715" y="17124"/>
                        <a:pt x="11345" y="16482"/>
                        <a:pt x="10532" y="15626"/>
                      </a:cubicBezTo>
                      <a:cubicBezTo>
                        <a:pt x="9675" y="14641"/>
                        <a:pt x="9247" y="13443"/>
                        <a:pt x="9247" y="11944"/>
                      </a:cubicBezTo>
                      <a:cubicBezTo>
                        <a:pt x="9247" y="10018"/>
                        <a:pt x="9932" y="8605"/>
                        <a:pt x="11302" y="7749"/>
                      </a:cubicBezTo>
                      <a:cubicBezTo>
                        <a:pt x="12586" y="6978"/>
                        <a:pt x="14855" y="6593"/>
                        <a:pt x="17981" y="6593"/>
                      </a:cubicBezTo>
                      <a:lnTo>
                        <a:pt x="39814" y="6593"/>
                      </a:lnTo>
                      <a:cubicBezTo>
                        <a:pt x="41184" y="6593"/>
                        <a:pt x="42297" y="6336"/>
                        <a:pt x="42940" y="5865"/>
                      </a:cubicBezTo>
                      <a:cubicBezTo>
                        <a:pt x="43582" y="5394"/>
                        <a:pt x="43924" y="4795"/>
                        <a:pt x="43924" y="3939"/>
                      </a:cubicBezTo>
                      <a:cubicBezTo>
                        <a:pt x="43924" y="3082"/>
                        <a:pt x="43625" y="2440"/>
                        <a:pt x="42940" y="1884"/>
                      </a:cubicBezTo>
                      <a:cubicBezTo>
                        <a:pt x="42297" y="1370"/>
                        <a:pt x="41313" y="1156"/>
                        <a:pt x="39900" y="1156"/>
                      </a:cubicBezTo>
                      <a:lnTo>
                        <a:pt x="20549" y="1156"/>
                      </a:lnTo>
                      <a:cubicBezTo>
                        <a:pt x="14684" y="1156"/>
                        <a:pt x="10146" y="2183"/>
                        <a:pt x="7064" y="4238"/>
                      </a:cubicBezTo>
                      <a:cubicBezTo>
                        <a:pt x="4024" y="6250"/>
                        <a:pt x="2483" y="9204"/>
                        <a:pt x="2483" y="12929"/>
                      </a:cubicBezTo>
                      <a:cubicBezTo>
                        <a:pt x="2483" y="15797"/>
                        <a:pt x="3297" y="17981"/>
                        <a:pt x="4966" y="19522"/>
                      </a:cubicBezTo>
                      <a:cubicBezTo>
                        <a:pt x="6679" y="21106"/>
                        <a:pt x="9975" y="22390"/>
                        <a:pt x="14813" y="23375"/>
                      </a:cubicBezTo>
                      <a:lnTo>
                        <a:pt x="32323" y="26885"/>
                      </a:lnTo>
                      <a:cubicBezTo>
                        <a:pt x="35833" y="27570"/>
                        <a:pt x="38530" y="28855"/>
                        <a:pt x="40285" y="30738"/>
                      </a:cubicBezTo>
                      <a:cubicBezTo>
                        <a:pt x="42041" y="32622"/>
                        <a:pt x="42897" y="35191"/>
                        <a:pt x="42897" y="38402"/>
                      </a:cubicBezTo>
                      <a:cubicBezTo>
                        <a:pt x="42897" y="43154"/>
                        <a:pt x="41484" y="46621"/>
                        <a:pt x="38744" y="48676"/>
                      </a:cubicBezTo>
                      <a:cubicBezTo>
                        <a:pt x="36004" y="50774"/>
                        <a:pt x="31381" y="51802"/>
                        <a:pt x="25002" y="51802"/>
                      </a:cubicBezTo>
                      <a:lnTo>
                        <a:pt x="5137" y="5180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1" name="图形 4"/>
              <p:cNvGrpSpPr/>
              <p:nvPr/>
            </p:nvGrpSpPr>
            <p:grpSpPr>
              <a:xfrm>
                <a:off x="11587941" y="6496671"/>
                <a:ext cx="53428" cy="59550"/>
                <a:chOff x="11587941" y="6496671"/>
                <a:chExt cx="53428" cy="59550"/>
              </a:xfrm>
              <a:solidFill>
                <a:srgbClr val="A5A7AA"/>
              </a:solidFill>
            </p:grpSpPr>
            <p:sp>
              <p:nvSpPr>
                <p:cNvPr id="72" name="任意多边形: 形状 71"/>
                <p:cNvSpPr/>
                <p:nvPr/>
              </p:nvSpPr>
              <p:spPr>
                <a:xfrm>
                  <a:off x="11588455" y="6497270"/>
                  <a:ext cx="52272" cy="58351"/>
                </a:xfrm>
                <a:custGeom>
                  <a:avLst/>
                  <a:gdLst>
                    <a:gd name="connsiteX0" fmla="*/ 46536 w 52272"/>
                    <a:gd name="connsiteY0" fmla="*/ 51844 h 58351"/>
                    <a:gd name="connsiteX1" fmla="*/ 49918 w 52272"/>
                    <a:gd name="connsiteY1" fmla="*/ 52658 h 58351"/>
                    <a:gd name="connsiteX2" fmla="*/ 51074 w 52272"/>
                    <a:gd name="connsiteY2" fmla="*/ 55055 h 58351"/>
                    <a:gd name="connsiteX3" fmla="*/ 49961 w 52272"/>
                    <a:gd name="connsiteY3" fmla="*/ 57538 h 58351"/>
                    <a:gd name="connsiteX4" fmla="*/ 46536 w 52272"/>
                    <a:gd name="connsiteY4" fmla="*/ 58352 h 58351"/>
                    <a:gd name="connsiteX5" fmla="*/ 35191 w 52272"/>
                    <a:gd name="connsiteY5" fmla="*/ 58352 h 58351"/>
                    <a:gd name="connsiteX6" fmla="*/ 21149 w 52272"/>
                    <a:gd name="connsiteY6" fmla="*/ 57196 h 58351"/>
                    <a:gd name="connsiteX7" fmla="*/ 11730 w 52272"/>
                    <a:gd name="connsiteY7" fmla="*/ 53343 h 58351"/>
                    <a:gd name="connsiteX8" fmla="*/ 3125 w 52272"/>
                    <a:gd name="connsiteY8" fmla="*/ 43325 h 58351"/>
                    <a:gd name="connsiteX9" fmla="*/ 0 w 52272"/>
                    <a:gd name="connsiteY9" fmla="*/ 29069 h 58351"/>
                    <a:gd name="connsiteX10" fmla="*/ 7663 w 52272"/>
                    <a:gd name="connsiteY10" fmla="*/ 8263 h 58351"/>
                    <a:gd name="connsiteX11" fmla="*/ 27099 w 52272"/>
                    <a:gd name="connsiteY11" fmla="*/ 0 h 58351"/>
                    <a:gd name="connsiteX12" fmla="*/ 44994 w 52272"/>
                    <a:gd name="connsiteY12" fmla="*/ 6935 h 58351"/>
                    <a:gd name="connsiteX13" fmla="*/ 52272 w 52272"/>
                    <a:gd name="connsiteY13" fmla="*/ 23589 h 58351"/>
                    <a:gd name="connsiteX14" fmla="*/ 52272 w 52272"/>
                    <a:gd name="connsiteY14" fmla="*/ 25772 h 58351"/>
                    <a:gd name="connsiteX15" fmla="*/ 51373 w 52272"/>
                    <a:gd name="connsiteY15" fmla="*/ 27999 h 58351"/>
                    <a:gd name="connsiteX16" fmla="*/ 48805 w 52272"/>
                    <a:gd name="connsiteY16" fmla="*/ 28769 h 58351"/>
                    <a:gd name="connsiteX17" fmla="*/ 7834 w 52272"/>
                    <a:gd name="connsiteY17" fmla="*/ 28769 h 58351"/>
                    <a:gd name="connsiteX18" fmla="*/ 7834 w 52272"/>
                    <a:gd name="connsiteY18" fmla="*/ 29069 h 58351"/>
                    <a:gd name="connsiteX19" fmla="*/ 13914 w 52272"/>
                    <a:gd name="connsiteY19" fmla="*/ 46621 h 58351"/>
                    <a:gd name="connsiteX20" fmla="*/ 34549 w 52272"/>
                    <a:gd name="connsiteY20" fmla="*/ 51844 h 58351"/>
                    <a:gd name="connsiteX21" fmla="*/ 46536 w 52272"/>
                    <a:gd name="connsiteY21" fmla="*/ 51844 h 58351"/>
                    <a:gd name="connsiteX22" fmla="*/ 8519 w 52272"/>
                    <a:gd name="connsiteY22" fmla="*/ 22647 h 58351"/>
                    <a:gd name="connsiteX23" fmla="*/ 44780 w 52272"/>
                    <a:gd name="connsiteY23" fmla="*/ 22647 h 58351"/>
                    <a:gd name="connsiteX24" fmla="*/ 39557 w 52272"/>
                    <a:gd name="connsiteY24" fmla="*/ 10532 h 58351"/>
                    <a:gd name="connsiteX25" fmla="*/ 26629 w 52272"/>
                    <a:gd name="connsiteY25" fmla="*/ 5994 h 58351"/>
                    <a:gd name="connsiteX26" fmla="*/ 13871 w 52272"/>
                    <a:gd name="connsiteY26" fmla="*/ 10532 h 58351"/>
                    <a:gd name="connsiteX27" fmla="*/ 8519 w 52272"/>
                    <a:gd name="connsiteY27" fmla="*/ 22647 h 5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2272" h="58351">
                      <a:moveTo>
                        <a:pt x="46536" y="51844"/>
                      </a:moveTo>
                      <a:cubicBezTo>
                        <a:pt x="48034" y="51844"/>
                        <a:pt x="49147" y="52144"/>
                        <a:pt x="49918" y="52658"/>
                      </a:cubicBezTo>
                      <a:cubicBezTo>
                        <a:pt x="50688" y="53214"/>
                        <a:pt x="51074" y="54028"/>
                        <a:pt x="51074" y="55055"/>
                      </a:cubicBezTo>
                      <a:cubicBezTo>
                        <a:pt x="51074" y="56126"/>
                        <a:pt x="50688" y="56939"/>
                        <a:pt x="49961" y="57538"/>
                      </a:cubicBezTo>
                      <a:cubicBezTo>
                        <a:pt x="49190" y="58138"/>
                        <a:pt x="48034" y="58352"/>
                        <a:pt x="46536" y="58352"/>
                      </a:cubicBezTo>
                      <a:lnTo>
                        <a:pt x="35191" y="58352"/>
                      </a:lnTo>
                      <a:cubicBezTo>
                        <a:pt x="29411" y="58352"/>
                        <a:pt x="24702" y="57966"/>
                        <a:pt x="21149" y="57196"/>
                      </a:cubicBezTo>
                      <a:cubicBezTo>
                        <a:pt x="17595" y="56425"/>
                        <a:pt x="14470" y="55141"/>
                        <a:pt x="11730" y="53343"/>
                      </a:cubicBezTo>
                      <a:cubicBezTo>
                        <a:pt x="8134" y="50988"/>
                        <a:pt x="5266" y="47606"/>
                        <a:pt x="3125" y="43325"/>
                      </a:cubicBezTo>
                      <a:cubicBezTo>
                        <a:pt x="1027" y="38958"/>
                        <a:pt x="0" y="34249"/>
                        <a:pt x="0" y="29069"/>
                      </a:cubicBezTo>
                      <a:cubicBezTo>
                        <a:pt x="0" y="20678"/>
                        <a:pt x="2569" y="13742"/>
                        <a:pt x="7663" y="8263"/>
                      </a:cubicBezTo>
                      <a:cubicBezTo>
                        <a:pt x="12758" y="2783"/>
                        <a:pt x="19265" y="0"/>
                        <a:pt x="27099" y="0"/>
                      </a:cubicBezTo>
                      <a:cubicBezTo>
                        <a:pt x="34121" y="0"/>
                        <a:pt x="40071" y="2312"/>
                        <a:pt x="44994" y="6935"/>
                      </a:cubicBezTo>
                      <a:cubicBezTo>
                        <a:pt x="49875" y="11559"/>
                        <a:pt x="52272" y="17124"/>
                        <a:pt x="52272" y="23589"/>
                      </a:cubicBezTo>
                      <a:lnTo>
                        <a:pt x="52272" y="25772"/>
                      </a:lnTo>
                      <a:cubicBezTo>
                        <a:pt x="52272" y="26757"/>
                        <a:pt x="51973" y="27485"/>
                        <a:pt x="51373" y="27999"/>
                      </a:cubicBezTo>
                      <a:cubicBezTo>
                        <a:pt x="50817" y="28512"/>
                        <a:pt x="49918" y="28769"/>
                        <a:pt x="48805" y="28769"/>
                      </a:cubicBezTo>
                      <a:lnTo>
                        <a:pt x="7834" y="28769"/>
                      </a:lnTo>
                      <a:lnTo>
                        <a:pt x="7834" y="29069"/>
                      </a:lnTo>
                      <a:cubicBezTo>
                        <a:pt x="7834" y="37246"/>
                        <a:pt x="9847" y="43111"/>
                        <a:pt x="13914" y="46621"/>
                      </a:cubicBezTo>
                      <a:cubicBezTo>
                        <a:pt x="17938" y="50132"/>
                        <a:pt x="24830" y="51844"/>
                        <a:pt x="34549" y="51844"/>
                      </a:cubicBezTo>
                      <a:lnTo>
                        <a:pt x="46536" y="51844"/>
                      </a:lnTo>
                      <a:close/>
                      <a:moveTo>
                        <a:pt x="8519" y="22647"/>
                      </a:moveTo>
                      <a:lnTo>
                        <a:pt x="44780" y="22647"/>
                      </a:lnTo>
                      <a:cubicBezTo>
                        <a:pt x="44566" y="17553"/>
                        <a:pt x="42811" y="13486"/>
                        <a:pt x="39557" y="10532"/>
                      </a:cubicBezTo>
                      <a:cubicBezTo>
                        <a:pt x="36304" y="7535"/>
                        <a:pt x="31980" y="5994"/>
                        <a:pt x="26629" y="5994"/>
                      </a:cubicBezTo>
                      <a:cubicBezTo>
                        <a:pt x="21406" y="5994"/>
                        <a:pt x="17167" y="7535"/>
                        <a:pt x="13871" y="10532"/>
                      </a:cubicBezTo>
                      <a:cubicBezTo>
                        <a:pt x="10617" y="13443"/>
                        <a:pt x="8819" y="17553"/>
                        <a:pt x="8519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11587941" y="6496671"/>
                  <a:ext cx="53428" cy="59550"/>
                </a:xfrm>
                <a:custGeom>
                  <a:avLst/>
                  <a:gdLst>
                    <a:gd name="connsiteX0" fmla="*/ 47050 w 53428"/>
                    <a:gd name="connsiteY0" fmla="*/ 59550 h 59550"/>
                    <a:gd name="connsiteX1" fmla="*/ 35705 w 53428"/>
                    <a:gd name="connsiteY1" fmla="*/ 59550 h 59550"/>
                    <a:gd name="connsiteX2" fmla="*/ 21534 w 53428"/>
                    <a:gd name="connsiteY2" fmla="*/ 58352 h 59550"/>
                    <a:gd name="connsiteX3" fmla="*/ 11944 w 53428"/>
                    <a:gd name="connsiteY3" fmla="*/ 54413 h 59550"/>
                    <a:gd name="connsiteX4" fmla="*/ 3168 w 53428"/>
                    <a:gd name="connsiteY4" fmla="*/ 44181 h 59550"/>
                    <a:gd name="connsiteX5" fmla="*/ 0 w 53428"/>
                    <a:gd name="connsiteY5" fmla="*/ 29668 h 59550"/>
                    <a:gd name="connsiteX6" fmla="*/ 7792 w 53428"/>
                    <a:gd name="connsiteY6" fmla="*/ 8434 h 59550"/>
                    <a:gd name="connsiteX7" fmla="*/ 27656 w 53428"/>
                    <a:gd name="connsiteY7" fmla="*/ 0 h 59550"/>
                    <a:gd name="connsiteX8" fmla="*/ 45936 w 53428"/>
                    <a:gd name="connsiteY8" fmla="*/ 7064 h 59550"/>
                    <a:gd name="connsiteX9" fmla="*/ 53428 w 53428"/>
                    <a:gd name="connsiteY9" fmla="*/ 24146 h 59550"/>
                    <a:gd name="connsiteX10" fmla="*/ 53428 w 53428"/>
                    <a:gd name="connsiteY10" fmla="*/ 26329 h 59550"/>
                    <a:gd name="connsiteX11" fmla="*/ 52358 w 53428"/>
                    <a:gd name="connsiteY11" fmla="*/ 28983 h 59550"/>
                    <a:gd name="connsiteX12" fmla="*/ 49404 w 53428"/>
                    <a:gd name="connsiteY12" fmla="*/ 29925 h 59550"/>
                    <a:gd name="connsiteX13" fmla="*/ 9033 w 53428"/>
                    <a:gd name="connsiteY13" fmla="*/ 29925 h 59550"/>
                    <a:gd name="connsiteX14" fmla="*/ 14941 w 53428"/>
                    <a:gd name="connsiteY14" fmla="*/ 46750 h 59550"/>
                    <a:gd name="connsiteX15" fmla="*/ 35191 w 53428"/>
                    <a:gd name="connsiteY15" fmla="*/ 51844 h 59550"/>
                    <a:gd name="connsiteX16" fmla="*/ 47135 w 53428"/>
                    <a:gd name="connsiteY16" fmla="*/ 51844 h 59550"/>
                    <a:gd name="connsiteX17" fmla="*/ 50860 w 53428"/>
                    <a:gd name="connsiteY17" fmla="*/ 52786 h 59550"/>
                    <a:gd name="connsiteX18" fmla="*/ 52273 w 53428"/>
                    <a:gd name="connsiteY18" fmla="*/ 55655 h 59550"/>
                    <a:gd name="connsiteX19" fmla="*/ 50945 w 53428"/>
                    <a:gd name="connsiteY19" fmla="*/ 58566 h 59550"/>
                    <a:gd name="connsiteX20" fmla="*/ 47050 w 53428"/>
                    <a:gd name="connsiteY20" fmla="*/ 59550 h 59550"/>
                    <a:gd name="connsiteX21" fmla="*/ 27613 w 53428"/>
                    <a:gd name="connsiteY21" fmla="*/ 1199 h 59550"/>
                    <a:gd name="connsiteX22" fmla="*/ 8605 w 53428"/>
                    <a:gd name="connsiteY22" fmla="*/ 9247 h 59550"/>
                    <a:gd name="connsiteX23" fmla="*/ 1113 w 53428"/>
                    <a:gd name="connsiteY23" fmla="*/ 29668 h 59550"/>
                    <a:gd name="connsiteX24" fmla="*/ 4196 w 53428"/>
                    <a:gd name="connsiteY24" fmla="*/ 43667 h 59550"/>
                    <a:gd name="connsiteX25" fmla="*/ 12586 w 53428"/>
                    <a:gd name="connsiteY25" fmla="*/ 53428 h 59550"/>
                    <a:gd name="connsiteX26" fmla="*/ 21791 w 53428"/>
                    <a:gd name="connsiteY26" fmla="*/ 57196 h 59550"/>
                    <a:gd name="connsiteX27" fmla="*/ 35705 w 53428"/>
                    <a:gd name="connsiteY27" fmla="*/ 58352 h 59550"/>
                    <a:gd name="connsiteX28" fmla="*/ 47050 w 53428"/>
                    <a:gd name="connsiteY28" fmla="*/ 58352 h 59550"/>
                    <a:gd name="connsiteX29" fmla="*/ 50132 w 53428"/>
                    <a:gd name="connsiteY29" fmla="*/ 57624 h 59550"/>
                    <a:gd name="connsiteX30" fmla="*/ 51031 w 53428"/>
                    <a:gd name="connsiteY30" fmla="*/ 55612 h 59550"/>
                    <a:gd name="connsiteX31" fmla="*/ 50089 w 53428"/>
                    <a:gd name="connsiteY31" fmla="*/ 53685 h 59550"/>
                    <a:gd name="connsiteX32" fmla="*/ 47007 w 53428"/>
                    <a:gd name="connsiteY32" fmla="*/ 52957 h 59550"/>
                    <a:gd name="connsiteX33" fmla="*/ 35062 w 53428"/>
                    <a:gd name="connsiteY33" fmla="*/ 52957 h 59550"/>
                    <a:gd name="connsiteX34" fmla="*/ 14042 w 53428"/>
                    <a:gd name="connsiteY34" fmla="*/ 47563 h 59550"/>
                    <a:gd name="connsiteX35" fmla="*/ 7749 w 53428"/>
                    <a:gd name="connsiteY35" fmla="*/ 29583 h 59550"/>
                    <a:gd name="connsiteX36" fmla="*/ 7749 w 53428"/>
                    <a:gd name="connsiteY36" fmla="*/ 28684 h 59550"/>
                    <a:gd name="connsiteX37" fmla="*/ 49276 w 53428"/>
                    <a:gd name="connsiteY37" fmla="*/ 28684 h 59550"/>
                    <a:gd name="connsiteX38" fmla="*/ 51459 w 53428"/>
                    <a:gd name="connsiteY38" fmla="*/ 28041 h 59550"/>
                    <a:gd name="connsiteX39" fmla="*/ 52144 w 53428"/>
                    <a:gd name="connsiteY39" fmla="*/ 26243 h 59550"/>
                    <a:gd name="connsiteX40" fmla="*/ 52144 w 53428"/>
                    <a:gd name="connsiteY40" fmla="*/ 24060 h 59550"/>
                    <a:gd name="connsiteX41" fmla="*/ 45037 w 53428"/>
                    <a:gd name="connsiteY41" fmla="*/ 7834 h 59550"/>
                    <a:gd name="connsiteX42" fmla="*/ 27613 w 53428"/>
                    <a:gd name="connsiteY42" fmla="*/ 1199 h 59550"/>
                    <a:gd name="connsiteX43" fmla="*/ 45894 w 53428"/>
                    <a:gd name="connsiteY43" fmla="*/ 23803 h 59550"/>
                    <a:gd name="connsiteX44" fmla="*/ 8434 w 53428"/>
                    <a:gd name="connsiteY44" fmla="*/ 23803 h 59550"/>
                    <a:gd name="connsiteX45" fmla="*/ 8477 w 53428"/>
                    <a:gd name="connsiteY45" fmla="*/ 23204 h 59550"/>
                    <a:gd name="connsiteX46" fmla="*/ 14042 w 53428"/>
                    <a:gd name="connsiteY46" fmla="*/ 10703 h 59550"/>
                    <a:gd name="connsiteX47" fmla="*/ 27185 w 53428"/>
                    <a:gd name="connsiteY47" fmla="*/ 6036 h 59550"/>
                    <a:gd name="connsiteX48" fmla="*/ 40499 w 53428"/>
                    <a:gd name="connsiteY48" fmla="*/ 10703 h 59550"/>
                    <a:gd name="connsiteX49" fmla="*/ 45894 w 53428"/>
                    <a:gd name="connsiteY49" fmla="*/ 23246 h 59550"/>
                    <a:gd name="connsiteX50" fmla="*/ 45894 w 53428"/>
                    <a:gd name="connsiteY50" fmla="*/ 23803 h 59550"/>
                    <a:gd name="connsiteX51" fmla="*/ 9675 w 53428"/>
                    <a:gd name="connsiteY51" fmla="*/ 22647 h 59550"/>
                    <a:gd name="connsiteX52" fmla="*/ 44695 w 53428"/>
                    <a:gd name="connsiteY52" fmla="*/ 22647 h 59550"/>
                    <a:gd name="connsiteX53" fmla="*/ 39686 w 53428"/>
                    <a:gd name="connsiteY53" fmla="*/ 11516 h 59550"/>
                    <a:gd name="connsiteX54" fmla="*/ 27142 w 53428"/>
                    <a:gd name="connsiteY54" fmla="*/ 7149 h 59550"/>
                    <a:gd name="connsiteX55" fmla="*/ 14770 w 53428"/>
                    <a:gd name="connsiteY55" fmla="*/ 11516 h 59550"/>
                    <a:gd name="connsiteX56" fmla="*/ 9675 w 53428"/>
                    <a:gd name="connsiteY56" fmla="*/ 22647 h 5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53428" h="59550">
                      <a:moveTo>
                        <a:pt x="47050" y="59550"/>
                      </a:moveTo>
                      <a:lnTo>
                        <a:pt x="35705" y="59550"/>
                      </a:lnTo>
                      <a:cubicBezTo>
                        <a:pt x="29711" y="59550"/>
                        <a:pt x="25087" y="59165"/>
                        <a:pt x="21534" y="58352"/>
                      </a:cubicBezTo>
                      <a:cubicBezTo>
                        <a:pt x="17895" y="57581"/>
                        <a:pt x="14770" y="56297"/>
                        <a:pt x="11944" y="54413"/>
                      </a:cubicBezTo>
                      <a:cubicBezTo>
                        <a:pt x="8263" y="52016"/>
                        <a:pt x="5309" y="48591"/>
                        <a:pt x="3168" y="44181"/>
                      </a:cubicBezTo>
                      <a:cubicBezTo>
                        <a:pt x="1028" y="39729"/>
                        <a:pt x="0" y="34977"/>
                        <a:pt x="0" y="29668"/>
                      </a:cubicBezTo>
                      <a:cubicBezTo>
                        <a:pt x="0" y="21149"/>
                        <a:pt x="2612" y="13999"/>
                        <a:pt x="7792" y="8434"/>
                      </a:cubicBezTo>
                      <a:cubicBezTo>
                        <a:pt x="12972" y="2826"/>
                        <a:pt x="19650" y="0"/>
                        <a:pt x="27656" y="0"/>
                      </a:cubicBezTo>
                      <a:cubicBezTo>
                        <a:pt x="34763" y="0"/>
                        <a:pt x="40928" y="2397"/>
                        <a:pt x="45936" y="7064"/>
                      </a:cubicBezTo>
                      <a:cubicBezTo>
                        <a:pt x="50903" y="11773"/>
                        <a:pt x="53428" y="17510"/>
                        <a:pt x="53428" y="24146"/>
                      </a:cubicBezTo>
                      <a:lnTo>
                        <a:pt x="53428" y="26329"/>
                      </a:lnTo>
                      <a:cubicBezTo>
                        <a:pt x="53428" y="27485"/>
                        <a:pt x="53086" y="28384"/>
                        <a:pt x="52358" y="28983"/>
                      </a:cubicBezTo>
                      <a:cubicBezTo>
                        <a:pt x="51673" y="29583"/>
                        <a:pt x="50689" y="29925"/>
                        <a:pt x="49404" y="29925"/>
                      </a:cubicBezTo>
                      <a:lnTo>
                        <a:pt x="9033" y="29925"/>
                      </a:lnTo>
                      <a:cubicBezTo>
                        <a:pt x="9076" y="37759"/>
                        <a:pt x="11045" y="43411"/>
                        <a:pt x="14941" y="46750"/>
                      </a:cubicBezTo>
                      <a:cubicBezTo>
                        <a:pt x="18837" y="50132"/>
                        <a:pt x="25687" y="51844"/>
                        <a:pt x="35191" y="51844"/>
                      </a:cubicBezTo>
                      <a:lnTo>
                        <a:pt x="47135" y="51844"/>
                      </a:lnTo>
                      <a:cubicBezTo>
                        <a:pt x="48719" y="51844"/>
                        <a:pt x="50004" y="52144"/>
                        <a:pt x="50860" y="52786"/>
                      </a:cubicBezTo>
                      <a:cubicBezTo>
                        <a:pt x="51802" y="53428"/>
                        <a:pt x="52273" y="54413"/>
                        <a:pt x="52273" y="55655"/>
                      </a:cubicBezTo>
                      <a:cubicBezTo>
                        <a:pt x="52273" y="56896"/>
                        <a:pt x="51802" y="57881"/>
                        <a:pt x="50945" y="58566"/>
                      </a:cubicBezTo>
                      <a:cubicBezTo>
                        <a:pt x="50004" y="59251"/>
                        <a:pt x="48805" y="59550"/>
                        <a:pt x="47050" y="59550"/>
                      </a:cubicBezTo>
                      <a:close/>
                      <a:moveTo>
                        <a:pt x="27613" y="1199"/>
                      </a:moveTo>
                      <a:cubicBezTo>
                        <a:pt x="19950" y="1199"/>
                        <a:pt x="13571" y="3896"/>
                        <a:pt x="8605" y="9247"/>
                      </a:cubicBezTo>
                      <a:cubicBezTo>
                        <a:pt x="3639" y="14599"/>
                        <a:pt x="1113" y="21448"/>
                        <a:pt x="1113" y="29668"/>
                      </a:cubicBezTo>
                      <a:cubicBezTo>
                        <a:pt x="1113" y="34806"/>
                        <a:pt x="2141" y="39386"/>
                        <a:pt x="4196" y="43667"/>
                      </a:cubicBezTo>
                      <a:cubicBezTo>
                        <a:pt x="6251" y="47863"/>
                        <a:pt x="9076" y="51159"/>
                        <a:pt x="12586" y="53428"/>
                      </a:cubicBezTo>
                      <a:cubicBezTo>
                        <a:pt x="15284" y="55184"/>
                        <a:pt x="18280" y="56425"/>
                        <a:pt x="21791" y="57196"/>
                      </a:cubicBezTo>
                      <a:cubicBezTo>
                        <a:pt x="25216" y="57966"/>
                        <a:pt x="29882" y="58352"/>
                        <a:pt x="35705" y="58352"/>
                      </a:cubicBezTo>
                      <a:lnTo>
                        <a:pt x="47050" y="58352"/>
                      </a:lnTo>
                      <a:cubicBezTo>
                        <a:pt x="48505" y="58352"/>
                        <a:pt x="49490" y="58138"/>
                        <a:pt x="50132" y="57624"/>
                      </a:cubicBezTo>
                      <a:cubicBezTo>
                        <a:pt x="50731" y="57153"/>
                        <a:pt x="51031" y="56511"/>
                        <a:pt x="51031" y="55612"/>
                      </a:cubicBezTo>
                      <a:cubicBezTo>
                        <a:pt x="51031" y="54756"/>
                        <a:pt x="50731" y="54156"/>
                        <a:pt x="50089" y="53685"/>
                      </a:cubicBezTo>
                      <a:cubicBezTo>
                        <a:pt x="49404" y="53214"/>
                        <a:pt x="48377" y="52957"/>
                        <a:pt x="47007" y="52957"/>
                      </a:cubicBezTo>
                      <a:lnTo>
                        <a:pt x="35062" y="52957"/>
                      </a:lnTo>
                      <a:cubicBezTo>
                        <a:pt x="25259" y="52957"/>
                        <a:pt x="18195" y="51159"/>
                        <a:pt x="14042" y="47563"/>
                      </a:cubicBezTo>
                      <a:cubicBezTo>
                        <a:pt x="9890" y="43967"/>
                        <a:pt x="7749" y="37931"/>
                        <a:pt x="7749" y="29583"/>
                      </a:cubicBezTo>
                      <a:lnTo>
                        <a:pt x="7749" y="28684"/>
                      </a:lnTo>
                      <a:lnTo>
                        <a:pt x="49276" y="28684"/>
                      </a:lnTo>
                      <a:cubicBezTo>
                        <a:pt x="50260" y="28684"/>
                        <a:pt x="50988" y="28469"/>
                        <a:pt x="51459" y="28041"/>
                      </a:cubicBezTo>
                      <a:cubicBezTo>
                        <a:pt x="51930" y="27613"/>
                        <a:pt x="52144" y="27057"/>
                        <a:pt x="52144" y="26243"/>
                      </a:cubicBezTo>
                      <a:lnTo>
                        <a:pt x="52144" y="24060"/>
                      </a:lnTo>
                      <a:cubicBezTo>
                        <a:pt x="52144" y="17767"/>
                        <a:pt x="49747" y="12330"/>
                        <a:pt x="45037" y="7834"/>
                      </a:cubicBezTo>
                      <a:cubicBezTo>
                        <a:pt x="40328" y="3468"/>
                        <a:pt x="34420" y="1199"/>
                        <a:pt x="27613" y="1199"/>
                      </a:cubicBezTo>
                      <a:close/>
                      <a:moveTo>
                        <a:pt x="45894" y="23803"/>
                      </a:moveTo>
                      <a:lnTo>
                        <a:pt x="8434" y="23803"/>
                      </a:lnTo>
                      <a:lnTo>
                        <a:pt x="8477" y="23204"/>
                      </a:lnTo>
                      <a:cubicBezTo>
                        <a:pt x="8776" y="17938"/>
                        <a:pt x="10660" y="13742"/>
                        <a:pt x="14042" y="10703"/>
                      </a:cubicBezTo>
                      <a:cubicBezTo>
                        <a:pt x="17424" y="7620"/>
                        <a:pt x="21834" y="6036"/>
                        <a:pt x="27185" y="6036"/>
                      </a:cubicBezTo>
                      <a:cubicBezTo>
                        <a:pt x="32622" y="6036"/>
                        <a:pt x="37117" y="7620"/>
                        <a:pt x="40499" y="10703"/>
                      </a:cubicBezTo>
                      <a:cubicBezTo>
                        <a:pt x="43881" y="13785"/>
                        <a:pt x="45680" y="17981"/>
                        <a:pt x="45894" y="23246"/>
                      </a:cubicBezTo>
                      <a:lnTo>
                        <a:pt x="45894" y="23803"/>
                      </a:lnTo>
                      <a:close/>
                      <a:moveTo>
                        <a:pt x="9675" y="22647"/>
                      </a:moveTo>
                      <a:lnTo>
                        <a:pt x="44695" y="22647"/>
                      </a:lnTo>
                      <a:cubicBezTo>
                        <a:pt x="44395" y="18024"/>
                        <a:pt x="42726" y="14256"/>
                        <a:pt x="39686" y="11516"/>
                      </a:cubicBezTo>
                      <a:cubicBezTo>
                        <a:pt x="36518" y="8605"/>
                        <a:pt x="32323" y="7149"/>
                        <a:pt x="27142" y="7149"/>
                      </a:cubicBezTo>
                      <a:cubicBezTo>
                        <a:pt x="22133" y="7149"/>
                        <a:pt x="17938" y="8605"/>
                        <a:pt x="14770" y="11516"/>
                      </a:cubicBezTo>
                      <a:cubicBezTo>
                        <a:pt x="11773" y="14256"/>
                        <a:pt x="10061" y="17981"/>
                        <a:pt x="9675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58" name="矩形 57"/>
          <p:cNvSpPr/>
          <p:nvPr userDrawn="1"/>
        </p:nvSpPr>
        <p:spPr>
          <a:xfrm>
            <a:off x="0" y="6355843"/>
            <a:ext cx="10528295" cy="91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2" name="标题 1"/>
          <p:cNvSpPr>
            <a:spLocks noGrp="1"/>
          </p:cNvSpPr>
          <p:nvPr>
            <p:ph type="title" hasCustomPrompt="1"/>
          </p:nvPr>
        </p:nvSpPr>
        <p:spPr>
          <a:xfrm>
            <a:off x="2241277" y="376032"/>
            <a:ext cx="9706866" cy="4801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>
              <a:defRPr kumimoji="1" lang="zh-CN" altLang="en-US" b="1" dirty="0">
                <a:solidFill>
                  <a:schemeClr val="accent1"/>
                </a:solidFill>
                <a:latin typeface="+mj-ea"/>
                <a:ea typeface="+mj-ea"/>
                <a:cs typeface="微软雅黑" panose="020B0502040204020203" charset="-122"/>
              </a:defRPr>
            </a:lvl1pPr>
          </a:lstStyle>
          <a:p>
            <a:pPr marL="0" lvl="0"/>
            <a:r>
              <a:rPr kumimoji="1" lang="zh-CN" altLang="en-US" dirty="0"/>
              <a:t>章节标题在此进行填写</a:t>
            </a:r>
            <a:endParaRPr kumimoji="1" lang="zh-CN" altLang="en-US" dirty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466157" y="373512"/>
            <a:ext cx="1610975" cy="442511"/>
            <a:chOff x="10675716" y="6237689"/>
            <a:chExt cx="1195132" cy="328285"/>
          </a:xfrm>
        </p:grpSpPr>
        <p:sp>
          <p:nvSpPr>
            <p:cNvPr id="6" name="任意多边形: 形状 5"/>
            <p:cNvSpPr/>
            <p:nvPr userDrawn="1">
              <p:custDataLst>
                <p:tags r:id="rId2"/>
              </p:custDataLst>
            </p:nvPr>
          </p:nvSpPr>
          <p:spPr>
            <a:xfrm>
              <a:off x="10675716" y="6237689"/>
              <a:ext cx="444771" cy="328285"/>
            </a:xfrm>
            <a:custGeom>
              <a:avLst/>
              <a:gdLst>
                <a:gd name="connsiteX0" fmla="*/ 367919 w 475674"/>
                <a:gd name="connsiteY0" fmla="*/ 351009 h 351094"/>
                <a:gd name="connsiteX1" fmla="*/ 327762 w 475674"/>
                <a:gd name="connsiteY1" fmla="*/ 341291 h 351094"/>
                <a:gd name="connsiteX2" fmla="*/ 294284 w 475674"/>
                <a:gd name="connsiteY2" fmla="*/ 318601 h 351094"/>
                <a:gd name="connsiteX3" fmla="*/ 293899 w 475674"/>
                <a:gd name="connsiteY3" fmla="*/ 318301 h 351094"/>
                <a:gd name="connsiteX4" fmla="*/ 290559 w 475674"/>
                <a:gd name="connsiteY4" fmla="*/ 315476 h 351094"/>
                <a:gd name="connsiteX5" fmla="*/ 290174 w 475674"/>
                <a:gd name="connsiteY5" fmla="*/ 315133 h 351094"/>
                <a:gd name="connsiteX6" fmla="*/ 289874 w 475674"/>
                <a:gd name="connsiteY6" fmla="*/ 314877 h 351094"/>
                <a:gd name="connsiteX7" fmla="*/ 289104 w 475674"/>
                <a:gd name="connsiteY7" fmla="*/ 313763 h 351094"/>
                <a:gd name="connsiteX8" fmla="*/ 289104 w 475674"/>
                <a:gd name="connsiteY8" fmla="*/ 313678 h 351094"/>
                <a:gd name="connsiteX9" fmla="*/ 285679 w 475674"/>
                <a:gd name="connsiteY9" fmla="*/ 303103 h 351094"/>
                <a:gd name="connsiteX10" fmla="*/ 303831 w 475674"/>
                <a:gd name="connsiteY10" fmla="*/ 284951 h 351094"/>
                <a:gd name="connsiteX11" fmla="*/ 314577 w 475674"/>
                <a:gd name="connsiteY11" fmla="*/ 288505 h 351094"/>
                <a:gd name="connsiteX12" fmla="*/ 314833 w 475674"/>
                <a:gd name="connsiteY12" fmla="*/ 288590 h 351094"/>
                <a:gd name="connsiteX13" fmla="*/ 368005 w 475674"/>
                <a:gd name="connsiteY13" fmla="*/ 314448 h 351094"/>
                <a:gd name="connsiteX14" fmla="*/ 439542 w 475674"/>
                <a:gd name="connsiteY14" fmla="*/ 246079 h 351094"/>
                <a:gd name="connsiteX15" fmla="*/ 371130 w 475674"/>
                <a:gd name="connsiteY15" fmla="*/ 177624 h 351094"/>
                <a:gd name="connsiteX16" fmla="*/ 308283 w 475674"/>
                <a:gd name="connsiteY16" fmla="*/ 209047 h 351094"/>
                <a:gd name="connsiteX17" fmla="*/ 307299 w 475674"/>
                <a:gd name="connsiteY17" fmla="*/ 209946 h 351094"/>
                <a:gd name="connsiteX18" fmla="*/ 298651 w 475674"/>
                <a:gd name="connsiteY18" fmla="*/ 217567 h 351094"/>
                <a:gd name="connsiteX19" fmla="*/ 272236 w 475674"/>
                <a:gd name="connsiteY19" fmla="*/ 240342 h 351094"/>
                <a:gd name="connsiteX20" fmla="*/ 197959 w 475674"/>
                <a:gd name="connsiteY20" fmla="*/ 304088 h 351094"/>
                <a:gd name="connsiteX21" fmla="*/ 190296 w 475674"/>
                <a:gd name="connsiteY21" fmla="*/ 310809 h 351094"/>
                <a:gd name="connsiteX22" fmla="*/ 104673 w 475674"/>
                <a:gd name="connsiteY22" fmla="*/ 351095 h 351094"/>
                <a:gd name="connsiteX23" fmla="*/ 32365 w 475674"/>
                <a:gd name="connsiteY23" fmla="*/ 321940 h 351094"/>
                <a:gd name="connsiteX24" fmla="*/ 0 w 475674"/>
                <a:gd name="connsiteY24" fmla="*/ 246764 h 351094"/>
                <a:gd name="connsiteX25" fmla="*/ 34078 w 475674"/>
                <a:gd name="connsiteY25" fmla="*/ 168633 h 351094"/>
                <a:gd name="connsiteX26" fmla="*/ 104416 w 475674"/>
                <a:gd name="connsiteY26" fmla="*/ 141405 h 351094"/>
                <a:gd name="connsiteX27" fmla="*/ 177324 w 475674"/>
                <a:gd name="connsiteY27" fmla="*/ 170646 h 351094"/>
                <a:gd name="connsiteX28" fmla="*/ 177624 w 475674"/>
                <a:gd name="connsiteY28" fmla="*/ 170902 h 351094"/>
                <a:gd name="connsiteX29" fmla="*/ 180192 w 475674"/>
                <a:gd name="connsiteY29" fmla="*/ 173043 h 351094"/>
                <a:gd name="connsiteX30" fmla="*/ 180363 w 475674"/>
                <a:gd name="connsiteY30" fmla="*/ 173171 h 351094"/>
                <a:gd name="connsiteX31" fmla="*/ 180363 w 475674"/>
                <a:gd name="connsiteY31" fmla="*/ 173257 h 351094"/>
                <a:gd name="connsiteX32" fmla="*/ 185330 w 475674"/>
                <a:gd name="connsiteY32" fmla="*/ 185501 h 351094"/>
                <a:gd name="connsiteX33" fmla="*/ 167563 w 475674"/>
                <a:gd name="connsiteY33" fmla="*/ 203225 h 351094"/>
                <a:gd name="connsiteX34" fmla="*/ 156817 w 475674"/>
                <a:gd name="connsiteY34" fmla="*/ 199586 h 351094"/>
                <a:gd name="connsiteX35" fmla="*/ 156732 w 475674"/>
                <a:gd name="connsiteY35" fmla="*/ 199586 h 351094"/>
                <a:gd name="connsiteX36" fmla="*/ 104588 w 475674"/>
                <a:gd name="connsiteY36" fmla="*/ 177752 h 351094"/>
                <a:gd name="connsiteX37" fmla="*/ 36347 w 475674"/>
                <a:gd name="connsiteY37" fmla="*/ 246122 h 351094"/>
                <a:gd name="connsiteX38" fmla="*/ 104588 w 475674"/>
                <a:gd name="connsiteY38" fmla="*/ 314620 h 351094"/>
                <a:gd name="connsiteX39" fmla="*/ 174798 w 475674"/>
                <a:gd name="connsiteY39" fmla="*/ 271423 h 351094"/>
                <a:gd name="connsiteX40" fmla="*/ 188540 w 475674"/>
                <a:gd name="connsiteY40" fmla="*/ 256225 h 351094"/>
                <a:gd name="connsiteX41" fmla="*/ 228526 w 475674"/>
                <a:gd name="connsiteY41" fmla="*/ 214441 h 351094"/>
                <a:gd name="connsiteX42" fmla="*/ 235975 w 475674"/>
                <a:gd name="connsiteY42" fmla="*/ 206693 h 351094"/>
                <a:gd name="connsiteX43" fmla="*/ 287948 w 475674"/>
                <a:gd name="connsiteY43" fmla="*/ 152536 h 351094"/>
                <a:gd name="connsiteX44" fmla="*/ 288034 w 475674"/>
                <a:gd name="connsiteY44" fmla="*/ 152408 h 351094"/>
                <a:gd name="connsiteX45" fmla="*/ 300877 w 475674"/>
                <a:gd name="connsiteY45" fmla="*/ 76975 h 351094"/>
                <a:gd name="connsiteX46" fmla="*/ 237859 w 475674"/>
                <a:gd name="connsiteY46" fmla="*/ 36347 h 351094"/>
                <a:gd name="connsiteX47" fmla="*/ 171373 w 475674"/>
                <a:gd name="connsiteY47" fmla="*/ 92772 h 351094"/>
                <a:gd name="connsiteX48" fmla="*/ 171202 w 475674"/>
                <a:gd name="connsiteY48" fmla="*/ 92900 h 351094"/>
                <a:gd name="connsiteX49" fmla="*/ 153778 w 475674"/>
                <a:gd name="connsiteY49" fmla="*/ 105915 h 351094"/>
                <a:gd name="connsiteX50" fmla="*/ 135583 w 475674"/>
                <a:gd name="connsiteY50" fmla="*/ 87720 h 351094"/>
                <a:gd name="connsiteX51" fmla="*/ 136354 w 475674"/>
                <a:gd name="connsiteY51" fmla="*/ 82497 h 351094"/>
                <a:gd name="connsiteX52" fmla="*/ 136482 w 475674"/>
                <a:gd name="connsiteY52" fmla="*/ 82155 h 351094"/>
                <a:gd name="connsiteX53" fmla="*/ 170474 w 475674"/>
                <a:gd name="connsiteY53" fmla="*/ 25301 h 351094"/>
                <a:gd name="connsiteX54" fmla="*/ 237816 w 475674"/>
                <a:gd name="connsiteY54" fmla="*/ 0 h 351094"/>
                <a:gd name="connsiteX55" fmla="*/ 313677 w 475674"/>
                <a:gd name="connsiteY55" fmla="*/ 31338 h 351094"/>
                <a:gd name="connsiteX56" fmla="*/ 337224 w 475674"/>
                <a:gd name="connsiteY56" fmla="*/ 67856 h 351094"/>
                <a:gd name="connsiteX57" fmla="*/ 343303 w 475674"/>
                <a:gd name="connsiteY57" fmla="*/ 102618 h 351094"/>
                <a:gd name="connsiteX58" fmla="*/ 337609 w 475674"/>
                <a:gd name="connsiteY58" fmla="*/ 139222 h 351094"/>
                <a:gd name="connsiteX59" fmla="*/ 335597 w 475674"/>
                <a:gd name="connsiteY59" fmla="*/ 146286 h 351094"/>
                <a:gd name="connsiteX60" fmla="*/ 343132 w 475674"/>
                <a:gd name="connsiteY60" fmla="*/ 145258 h 351094"/>
                <a:gd name="connsiteX61" fmla="*/ 370916 w 475674"/>
                <a:gd name="connsiteY61" fmla="*/ 141405 h 351094"/>
                <a:gd name="connsiteX62" fmla="*/ 443267 w 475674"/>
                <a:gd name="connsiteY62" fmla="*/ 169746 h 351094"/>
                <a:gd name="connsiteX63" fmla="*/ 466770 w 475674"/>
                <a:gd name="connsiteY63" fmla="*/ 202711 h 351094"/>
                <a:gd name="connsiteX64" fmla="*/ 475675 w 475674"/>
                <a:gd name="connsiteY64" fmla="*/ 246079 h 351094"/>
                <a:gd name="connsiteX65" fmla="*/ 445664 w 475674"/>
                <a:gd name="connsiteY65" fmla="*/ 320142 h 351094"/>
                <a:gd name="connsiteX66" fmla="*/ 367919 w 475674"/>
                <a:gd name="connsiteY66" fmla="*/ 351009 h 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75674" h="351094">
                  <a:moveTo>
                    <a:pt x="367919" y="351009"/>
                  </a:moveTo>
                  <a:cubicBezTo>
                    <a:pt x="354177" y="351009"/>
                    <a:pt x="341077" y="347841"/>
                    <a:pt x="327762" y="341291"/>
                  </a:cubicBezTo>
                  <a:cubicBezTo>
                    <a:pt x="317316" y="336154"/>
                    <a:pt x="306999" y="329175"/>
                    <a:pt x="294284" y="318601"/>
                  </a:cubicBezTo>
                  <a:lnTo>
                    <a:pt x="293899" y="318301"/>
                  </a:lnTo>
                  <a:cubicBezTo>
                    <a:pt x="292700" y="317531"/>
                    <a:pt x="291587" y="316589"/>
                    <a:pt x="290559" y="315476"/>
                  </a:cubicBezTo>
                  <a:lnTo>
                    <a:pt x="290174" y="315133"/>
                  </a:lnTo>
                  <a:cubicBezTo>
                    <a:pt x="290089" y="315005"/>
                    <a:pt x="289960" y="314919"/>
                    <a:pt x="289874" y="314877"/>
                  </a:cubicBezTo>
                  <a:cubicBezTo>
                    <a:pt x="289618" y="314448"/>
                    <a:pt x="289404" y="314149"/>
                    <a:pt x="289104" y="313763"/>
                  </a:cubicBezTo>
                  <a:lnTo>
                    <a:pt x="289104" y="313678"/>
                  </a:lnTo>
                  <a:cubicBezTo>
                    <a:pt x="286835" y="310595"/>
                    <a:pt x="285679" y="306956"/>
                    <a:pt x="285679" y="303103"/>
                  </a:cubicBezTo>
                  <a:cubicBezTo>
                    <a:pt x="285679" y="293128"/>
                    <a:pt x="293813" y="284951"/>
                    <a:pt x="303831" y="284951"/>
                  </a:cubicBezTo>
                  <a:cubicBezTo>
                    <a:pt x="307727" y="284951"/>
                    <a:pt x="311451" y="286150"/>
                    <a:pt x="314577" y="288505"/>
                  </a:cubicBezTo>
                  <a:lnTo>
                    <a:pt x="314833" y="288590"/>
                  </a:lnTo>
                  <a:cubicBezTo>
                    <a:pt x="329817" y="301734"/>
                    <a:pt x="346342" y="314448"/>
                    <a:pt x="368005" y="314448"/>
                  </a:cubicBezTo>
                  <a:cubicBezTo>
                    <a:pt x="414455" y="314448"/>
                    <a:pt x="439542" y="279258"/>
                    <a:pt x="439542" y="246079"/>
                  </a:cubicBezTo>
                  <a:cubicBezTo>
                    <a:pt x="439542" y="213157"/>
                    <a:pt x="413385" y="177624"/>
                    <a:pt x="371130" y="177624"/>
                  </a:cubicBezTo>
                  <a:cubicBezTo>
                    <a:pt x="344073" y="177624"/>
                    <a:pt x="325879" y="193592"/>
                    <a:pt x="308283" y="209047"/>
                  </a:cubicBezTo>
                  <a:lnTo>
                    <a:pt x="307299" y="209946"/>
                  </a:lnTo>
                  <a:cubicBezTo>
                    <a:pt x="304430" y="212429"/>
                    <a:pt x="301519" y="214998"/>
                    <a:pt x="298651" y="217567"/>
                  </a:cubicBezTo>
                  <a:cubicBezTo>
                    <a:pt x="288590" y="226386"/>
                    <a:pt x="279129" y="234734"/>
                    <a:pt x="272236" y="240342"/>
                  </a:cubicBezTo>
                  <a:cubicBezTo>
                    <a:pt x="259693" y="250660"/>
                    <a:pt x="216453" y="288034"/>
                    <a:pt x="197959" y="304088"/>
                  </a:cubicBezTo>
                  <a:cubicBezTo>
                    <a:pt x="195390" y="306314"/>
                    <a:pt x="192779" y="308540"/>
                    <a:pt x="190296" y="310809"/>
                  </a:cubicBezTo>
                  <a:cubicBezTo>
                    <a:pt x="166835" y="331530"/>
                    <a:pt x="144659" y="351095"/>
                    <a:pt x="104673" y="351095"/>
                  </a:cubicBezTo>
                  <a:cubicBezTo>
                    <a:pt x="78344" y="351095"/>
                    <a:pt x="52016" y="340435"/>
                    <a:pt x="32365" y="321940"/>
                  </a:cubicBezTo>
                  <a:cubicBezTo>
                    <a:pt x="11473" y="302247"/>
                    <a:pt x="0" y="275533"/>
                    <a:pt x="0" y="246764"/>
                  </a:cubicBezTo>
                  <a:cubicBezTo>
                    <a:pt x="0" y="207206"/>
                    <a:pt x="18537" y="182419"/>
                    <a:pt x="34078" y="168633"/>
                  </a:cubicBezTo>
                  <a:cubicBezTo>
                    <a:pt x="53557" y="151338"/>
                    <a:pt x="79201" y="141405"/>
                    <a:pt x="104416" y="141405"/>
                  </a:cubicBezTo>
                  <a:cubicBezTo>
                    <a:pt x="135840" y="141405"/>
                    <a:pt x="154934" y="152108"/>
                    <a:pt x="177324" y="170646"/>
                  </a:cubicBezTo>
                  <a:lnTo>
                    <a:pt x="177624" y="170902"/>
                  </a:lnTo>
                  <a:cubicBezTo>
                    <a:pt x="178565" y="171502"/>
                    <a:pt x="179379" y="172230"/>
                    <a:pt x="180192" y="173043"/>
                  </a:cubicBezTo>
                  <a:lnTo>
                    <a:pt x="180363" y="173171"/>
                  </a:lnTo>
                  <a:lnTo>
                    <a:pt x="180363" y="173257"/>
                  </a:lnTo>
                  <a:cubicBezTo>
                    <a:pt x="183574" y="176596"/>
                    <a:pt x="185330" y="180963"/>
                    <a:pt x="185330" y="185501"/>
                  </a:cubicBezTo>
                  <a:cubicBezTo>
                    <a:pt x="185330" y="195262"/>
                    <a:pt x="177367" y="203225"/>
                    <a:pt x="167563" y="203225"/>
                  </a:cubicBezTo>
                  <a:cubicBezTo>
                    <a:pt x="163667" y="203225"/>
                    <a:pt x="159943" y="201983"/>
                    <a:pt x="156817" y="199586"/>
                  </a:cubicBezTo>
                  <a:lnTo>
                    <a:pt x="156732" y="199586"/>
                  </a:lnTo>
                  <a:cubicBezTo>
                    <a:pt x="139950" y="185758"/>
                    <a:pt x="126036" y="177752"/>
                    <a:pt x="104588" y="177752"/>
                  </a:cubicBezTo>
                  <a:cubicBezTo>
                    <a:pt x="71752" y="177752"/>
                    <a:pt x="36347" y="203910"/>
                    <a:pt x="36347" y="246122"/>
                  </a:cubicBezTo>
                  <a:cubicBezTo>
                    <a:pt x="36347" y="283881"/>
                    <a:pt x="66957" y="314620"/>
                    <a:pt x="104588" y="314620"/>
                  </a:cubicBezTo>
                  <a:cubicBezTo>
                    <a:pt x="136311" y="314620"/>
                    <a:pt x="151594" y="297452"/>
                    <a:pt x="174798" y="271423"/>
                  </a:cubicBezTo>
                  <a:cubicBezTo>
                    <a:pt x="179122" y="266585"/>
                    <a:pt x="183574" y="261577"/>
                    <a:pt x="188540" y="256225"/>
                  </a:cubicBezTo>
                  <a:cubicBezTo>
                    <a:pt x="195519" y="248690"/>
                    <a:pt x="216196" y="227285"/>
                    <a:pt x="228526" y="214441"/>
                  </a:cubicBezTo>
                  <a:cubicBezTo>
                    <a:pt x="231608" y="211273"/>
                    <a:pt x="234220" y="208533"/>
                    <a:pt x="235975" y="206693"/>
                  </a:cubicBezTo>
                  <a:cubicBezTo>
                    <a:pt x="275490" y="165594"/>
                    <a:pt x="287777" y="152708"/>
                    <a:pt x="287948" y="152536"/>
                  </a:cubicBezTo>
                  <a:lnTo>
                    <a:pt x="288034" y="152408"/>
                  </a:lnTo>
                  <a:cubicBezTo>
                    <a:pt x="307427" y="130317"/>
                    <a:pt x="312222" y="102062"/>
                    <a:pt x="300877" y="76975"/>
                  </a:cubicBezTo>
                  <a:cubicBezTo>
                    <a:pt x="289703" y="52273"/>
                    <a:pt x="264958" y="36347"/>
                    <a:pt x="237859" y="36347"/>
                  </a:cubicBezTo>
                  <a:cubicBezTo>
                    <a:pt x="199329" y="36347"/>
                    <a:pt x="176510" y="65458"/>
                    <a:pt x="171373" y="92772"/>
                  </a:cubicBezTo>
                  <a:lnTo>
                    <a:pt x="171202" y="92900"/>
                  </a:lnTo>
                  <a:cubicBezTo>
                    <a:pt x="168933" y="100564"/>
                    <a:pt x="161783" y="105915"/>
                    <a:pt x="153778" y="105915"/>
                  </a:cubicBezTo>
                  <a:cubicBezTo>
                    <a:pt x="143760" y="105915"/>
                    <a:pt x="135583" y="97781"/>
                    <a:pt x="135583" y="87720"/>
                  </a:cubicBezTo>
                  <a:cubicBezTo>
                    <a:pt x="135583" y="85965"/>
                    <a:pt x="135840" y="84210"/>
                    <a:pt x="136354" y="82497"/>
                  </a:cubicBezTo>
                  <a:lnTo>
                    <a:pt x="136482" y="82155"/>
                  </a:lnTo>
                  <a:cubicBezTo>
                    <a:pt x="141106" y="59979"/>
                    <a:pt x="152536" y="40842"/>
                    <a:pt x="170474" y="25301"/>
                  </a:cubicBezTo>
                  <a:cubicBezTo>
                    <a:pt x="189782" y="8519"/>
                    <a:pt x="212429" y="0"/>
                    <a:pt x="237816" y="0"/>
                  </a:cubicBezTo>
                  <a:cubicBezTo>
                    <a:pt x="266928" y="0"/>
                    <a:pt x="293171" y="10831"/>
                    <a:pt x="313677" y="31338"/>
                  </a:cubicBezTo>
                  <a:cubicBezTo>
                    <a:pt x="324380" y="42041"/>
                    <a:pt x="332300" y="54370"/>
                    <a:pt x="337224" y="67856"/>
                  </a:cubicBezTo>
                  <a:cubicBezTo>
                    <a:pt x="341162" y="78730"/>
                    <a:pt x="343217" y="90417"/>
                    <a:pt x="343303" y="102618"/>
                  </a:cubicBezTo>
                  <a:cubicBezTo>
                    <a:pt x="343431" y="123639"/>
                    <a:pt x="337695" y="139094"/>
                    <a:pt x="337609" y="139222"/>
                  </a:cubicBezTo>
                  <a:lnTo>
                    <a:pt x="335597" y="146286"/>
                  </a:lnTo>
                  <a:lnTo>
                    <a:pt x="343132" y="145258"/>
                  </a:lnTo>
                  <a:cubicBezTo>
                    <a:pt x="352079" y="142690"/>
                    <a:pt x="361455" y="141405"/>
                    <a:pt x="370916" y="141405"/>
                  </a:cubicBezTo>
                  <a:cubicBezTo>
                    <a:pt x="397502" y="141405"/>
                    <a:pt x="423873" y="151766"/>
                    <a:pt x="443267" y="169746"/>
                  </a:cubicBezTo>
                  <a:cubicBezTo>
                    <a:pt x="453327" y="179122"/>
                    <a:pt x="461248" y="190253"/>
                    <a:pt x="466770" y="202711"/>
                  </a:cubicBezTo>
                  <a:cubicBezTo>
                    <a:pt x="472678" y="216068"/>
                    <a:pt x="475675" y="230624"/>
                    <a:pt x="475675" y="246079"/>
                  </a:cubicBezTo>
                  <a:cubicBezTo>
                    <a:pt x="475675" y="274506"/>
                    <a:pt x="465015" y="300792"/>
                    <a:pt x="445664" y="320142"/>
                  </a:cubicBezTo>
                  <a:cubicBezTo>
                    <a:pt x="425843" y="340050"/>
                    <a:pt x="398230" y="351009"/>
                    <a:pt x="367919" y="35100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7" name="图形 4"/>
            <p:cNvGrpSpPr/>
            <p:nvPr userDrawn="1"/>
          </p:nvGrpSpPr>
          <p:grpSpPr>
            <a:xfrm>
              <a:off x="11181894" y="6239370"/>
              <a:ext cx="687754" cy="218483"/>
              <a:chOff x="10904547" y="6209237"/>
              <a:chExt cx="735538" cy="233663"/>
            </a:xfrm>
            <a:solidFill>
              <a:srgbClr val="A5A7AA"/>
            </a:solidFill>
          </p:grpSpPr>
          <p:sp>
            <p:nvSpPr>
              <p:cNvPr id="36" name="任意多边形: 形状 35"/>
              <p:cNvSpPr/>
              <p:nvPr>
                <p:custDataLst>
                  <p:tags r:id="rId3"/>
                </p:custDataLst>
              </p:nvPr>
            </p:nvSpPr>
            <p:spPr>
              <a:xfrm>
                <a:off x="10914051" y="6222037"/>
                <a:ext cx="205193" cy="17424"/>
              </a:xfrm>
              <a:custGeom>
                <a:avLst/>
                <a:gdLst>
                  <a:gd name="connsiteX0" fmla="*/ 8434 w 205193"/>
                  <a:gd name="connsiteY0" fmla="*/ 17424 h 17424"/>
                  <a:gd name="connsiteX1" fmla="*/ 196760 w 205193"/>
                  <a:gd name="connsiteY1" fmla="*/ 17424 h 17424"/>
                  <a:gd name="connsiteX2" fmla="*/ 205194 w 205193"/>
                  <a:gd name="connsiteY2" fmla="*/ 8990 h 17424"/>
                  <a:gd name="connsiteX3" fmla="*/ 205194 w 205193"/>
                  <a:gd name="connsiteY3" fmla="*/ 8434 h 17424"/>
                  <a:gd name="connsiteX4" fmla="*/ 196760 w 205193"/>
                  <a:gd name="connsiteY4" fmla="*/ 0 h 17424"/>
                  <a:gd name="connsiteX5" fmla="*/ 8434 w 205193"/>
                  <a:gd name="connsiteY5" fmla="*/ 0 h 17424"/>
                  <a:gd name="connsiteX6" fmla="*/ 0 w 205193"/>
                  <a:gd name="connsiteY6" fmla="*/ 8434 h 17424"/>
                  <a:gd name="connsiteX7" fmla="*/ 0 w 205193"/>
                  <a:gd name="connsiteY7" fmla="*/ 8990 h 17424"/>
                  <a:gd name="connsiteX8" fmla="*/ 8434 w 205193"/>
                  <a:gd name="connsiteY8" fmla="*/ 17424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193" h="17424">
                    <a:moveTo>
                      <a:pt x="8434" y="17424"/>
                    </a:moveTo>
                    <a:lnTo>
                      <a:pt x="196760" y="17424"/>
                    </a:lnTo>
                    <a:cubicBezTo>
                      <a:pt x="201598" y="17424"/>
                      <a:pt x="205194" y="13828"/>
                      <a:pt x="205194" y="8990"/>
                    </a:cubicBezTo>
                    <a:lnTo>
                      <a:pt x="205194" y="8434"/>
                    </a:lnTo>
                    <a:cubicBezTo>
                      <a:pt x="205194" y="3896"/>
                      <a:pt x="201598" y="0"/>
                      <a:pt x="196760" y="0"/>
                    </a:cubicBezTo>
                    <a:lnTo>
                      <a:pt x="8434" y="0"/>
                    </a:lnTo>
                    <a:cubicBezTo>
                      <a:pt x="3553" y="0"/>
                      <a:pt x="0" y="3896"/>
                      <a:pt x="0" y="8434"/>
                    </a:cubicBezTo>
                    <a:lnTo>
                      <a:pt x="0" y="8990"/>
                    </a:lnTo>
                    <a:cubicBezTo>
                      <a:pt x="0" y="13828"/>
                      <a:pt x="3553" y="17424"/>
                      <a:pt x="8434" y="17424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7" name="任意多边形: 形状 36"/>
              <p:cNvSpPr/>
              <p:nvPr>
                <p:custDataLst>
                  <p:tags r:id="rId4"/>
                </p:custDataLst>
              </p:nvPr>
            </p:nvSpPr>
            <p:spPr>
              <a:xfrm>
                <a:off x="10920706" y="6330606"/>
                <a:ext cx="193056" cy="106214"/>
              </a:xfrm>
              <a:custGeom>
                <a:avLst/>
                <a:gdLst>
                  <a:gd name="connsiteX0" fmla="*/ 161293 w 193056"/>
                  <a:gd name="connsiteY0" fmla="*/ 19393 h 106214"/>
                  <a:gd name="connsiteX1" fmla="*/ 175035 w 193056"/>
                  <a:gd name="connsiteY1" fmla="*/ 73849 h 106214"/>
                  <a:gd name="connsiteX2" fmla="*/ 174222 w 193056"/>
                  <a:gd name="connsiteY2" fmla="*/ 84338 h 106214"/>
                  <a:gd name="connsiteX3" fmla="*/ 163947 w 193056"/>
                  <a:gd name="connsiteY3" fmla="*/ 88962 h 106214"/>
                  <a:gd name="connsiteX4" fmla="*/ 45788 w 193056"/>
                  <a:gd name="connsiteY4" fmla="*/ 88962 h 106214"/>
                  <a:gd name="connsiteX5" fmla="*/ 23441 w 193056"/>
                  <a:gd name="connsiteY5" fmla="*/ 88962 h 106214"/>
                  <a:gd name="connsiteX6" fmla="*/ 25539 w 193056"/>
                  <a:gd name="connsiteY6" fmla="*/ 69782 h 106214"/>
                  <a:gd name="connsiteX7" fmla="*/ 49941 w 193056"/>
                  <a:gd name="connsiteY7" fmla="*/ 6036 h 106214"/>
                  <a:gd name="connsiteX8" fmla="*/ 40608 w 193056"/>
                  <a:gd name="connsiteY8" fmla="*/ 1456 h 106214"/>
                  <a:gd name="connsiteX9" fmla="*/ 35257 w 193056"/>
                  <a:gd name="connsiteY9" fmla="*/ 0 h 106214"/>
                  <a:gd name="connsiteX10" fmla="*/ 280 w 193056"/>
                  <a:gd name="connsiteY10" fmla="*/ 95683 h 106214"/>
                  <a:gd name="connsiteX11" fmla="*/ 2035 w 193056"/>
                  <a:gd name="connsiteY11" fmla="*/ 103175 h 106214"/>
                  <a:gd name="connsiteX12" fmla="*/ 8457 w 193056"/>
                  <a:gd name="connsiteY12" fmla="*/ 106215 h 106214"/>
                  <a:gd name="connsiteX13" fmla="*/ 163947 w 193056"/>
                  <a:gd name="connsiteY13" fmla="*/ 106215 h 106214"/>
                  <a:gd name="connsiteX14" fmla="*/ 176234 w 193056"/>
                  <a:gd name="connsiteY14" fmla="*/ 103689 h 106214"/>
                  <a:gd name="connsiteX15" fmla="*/ 191346 w 193056"/>
                  <a:gd name="connsiteY15" fmla="*/ 90332 h 106214"/>
                  <a:gd name="connsiteX16" fmla="*/ 192202 w 193056"/>
                  <a:gd name="connsiteY16" fmla="*/ 73935 h 106214"/>
                  <a:gd name="connsiteX17" fmla="*/ 182570 w 193056"/>
                  <a:gd name="connsiteY17" fmla="*/ 35533 h 106214"/>
                  <a:gd name="connsiteX18" fmla="*/ 161293 w 193056"/>
                  <a:gd name="connsiteY18" fmla="*/ 19393 h 10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3056" h="106214">
                    <a:moveTo>
                      <a:pt x="161293" y="19393"/>
                    </a:moveTo>
                    <a:lnTo>
                      <a:pt x="175035" y="73849"/>
                    </a:lnTo>
                    <a:cubicBezTo>
                      <a:pt x="175035" y="77959"/>
                      <a:pt x="177005" y="81555"/>
                      <a:pt x="174222" y="84338"/>
                    </a:cubicBezTo>
                    <a:cubicBezTo>
                      <a:pt x="171353" y="87164"/>
                      <a:pt x="167800" y="88962"/>
                      <a:pt x="163947" y="88962"/>
                    </a:cubicBezTo>
                    <a:lnTo>
                      <a:pt x="45788" y="88962"/>
                    </a:lnTo>
                    <a:cubicBezTo>
                      <a:pt x="45788" y="88962"/>
                      <a:pt x="30804" y="88962"/>
                      <a:pt x="23441" y="88962"/>
                    </a:cubicBezTo>
                    <a:cubicBezTo>
                      <a:pt x="16591" y="88962"/>
                      <a:pt x="25539" y="69782"/>
                      <a:pt x="25539" y="69782"/>
                    </a:cubicBezTo>
                    <a:lnTo>
                      <a:pt x="49941" y="6036"/>
                    </a:lnTo>
                    <a:cubicBezTo>
                      <a:pt x="46730" y="4752"/>
                      <a:pt x="44119" y="2183"/>
                      <a:pt x="40608" y="1456"/>
                    </a:cubicBezTo>
                    <a:cubicBezTo>
                      <a:pt x="38767" y="1027"/>
                      <a:pt x="36884" y="771"/>
                      <a:pt x="35257" y="0"/>
                    </a:cubicBezTo>
                    <a:lnTo>
                      <a:pt x="280" y="95683"/>
                    </a:lnTo>
                    <a:cubicBezTo>
                      <a:pt x="-448" y="98252"/>
                      <a:pt x="280" y="100820"/>
                      <a:pt x="2035" y="103175"/>
                    </a:cubicBezTo>
                    <a:cubicBezTo>
                      <a:pt x="3576" y="105187"/>
                      <a:pt x="5631" y="106215"/>
                      <a:pt x="8457" y="106215"/>
                    </a:cubicBezTo>
                    <a:lnTo>
                      <a:pt x="163947" y="106215"/>
                    </a:lnTo>
                    <a:cubicBezTo>
                      <a:pt x="168057" y="106215"/>
                      <a:pt x="172424" y="105444"/>
                      <a:pt x="176234" y="103689"/>
                    </a:cubicBezTo>
                    <a:cubicBezTo>
                      <a:pt x="183940" y="100349"/>
                      <a:pt x="188007" y="98038"/>
                      <a:pt x="191346" y="90332"/>
                    </a:cubicBezTo>
                    <a:cubicBezTo>
                      <a:pt x="193358" y="86222"/>
                      <a:pt x="193530" y="79714"/>
                      <a:pt x="192202" y="73935"/>
                    </a:cubicBezTo>
                    <a:lnTo>
                      <a:pt x="182570" y="35533"/>
                    </a:lnTo>
                    <a:cubicBezTo>
                      <a:pt x="177518" y="19864"/>
                      <a:pt x="161293" y="19393"/>
                      <a:pt x="161293" y="19393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8" name="任意多边形: 形状 37"/>
              <p:cNvSpPr/>
              <p:nvPr>
                <p:custDataLst>
                  <p:tags r:id="rId5"/>
                </p:custDataLst>
              </p:nvPr>
            </p:nvSpPr>
            <p:spPr>
              <a:xfrm>
                <a:off x="10904547" y="6292761"/>
                <a:ext cx="224159" cy="17424"/>
              </a:xfrm>
              <a:custGeom>
                <a:avLst/>
                <a:gdLst>
                  <a:gd name="connsiteX0" fmla="*/ 215725 w 224159"/>
                  <a:gd name="connsiteY0" fmla="*/ 0 h 17424"/>
                  <a:gd name="connsiteX1" fmla="*/ 8434 w 224159"/>
                  <a:gd name="connsiteY1" fmla="*/ 0 h 17424"/>
                  <a:gd name="connsiteX2" fmla="*/ 0 w 224159"/>
                  <a:gd name="connsiteY2" fmla="*/ 8434 h 17424"/>
                  <a:gd name="connsiteX3" fmla="*/ 0 w 224159"/>
                  <a:gd name="connsiteY3" fmla="*/ 8948 h 17424"/>
                  <a:gd name="connsiteX4" fmla="*/ 8434 w 224159"/>
                  <a:gd name="connsiteY4" fmla="*/ 17424 h 17424"/>
                  <a:gd name="connsiteX5" fmla="*/ 215725 w 224159"/>
                  <a:gd name="connsiteY5" fmla="*/ 17424 h 17424"/>
                  <a:gd name="connsiteX6" fmla="*/ 224159 w 224159"/>
                  <a:gd name="connsiteY6" fmla="*/ 8948 h 17424"/>
                  <a:gd name="connsiteX7" fmla="*/ 224159 w 224159"/>
                  <a:gd name="connsiteY7" fmla="*/ 8434 h 17424"/>
                  <a:gd name="connsiteX8" fmla="*/ 215725 w 224159"/>
                  <a:gd name="connsiteY8" fmla="*/ 0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4159" h="17424">
                    <a:moveTo>
                      <a:pt x="215725" y="0"/>
                    </a:moveTo>
                    <a:lnTo>
                      <a:pt x="8434" y="0"/>
                    </a:lnTo>
                    <a:cubicBezTo>
                      <a:pt x="3853" y="0"/>
                      <a:pt x="0" y="3853"/>
                      <a:pt x="0" y="8434"/>
                    </a:cubicBezTo>
                    <a:lnTo>
                      <a:pt x="0" y="8948"/>
                    </a:lnTo>
                    <a:cubicBezTo>
                      <a:pt x="0" y="13528"/>
                      <a:pt x="3853" y="17424"/>
                      <a:pt x="8434" y="17424"/>
                    </a:cubicBezTo>
                    <a:lnTo>
                      <a:pt x="215725" y="17424"/>
                    </a:lnTo>
                    <a:cubicBezTo>
                      <a:pt x="220306" y="17424"/>
                      <a:pt x="224159" y="13528"/>
                      <a:pt x="224159" y="8948"/>
                    </a:cubicBezTo>
                    <a:lnTo>
                      <a:pt x="224159" y="8434"/>
                    </a:lnTo>
                    <a:cubicBezTo>
                      <a:pt x="224159" y="3853"/>
                      <a:pt x="220306" y="0"/>
                      <a:pt x="215725" y="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9" name="任意多边形: 形状 38"/>
              <p:cNvSpPr/>
              <p:nvPr>
                <p:custDataLst>
                  <p:tags r:id="rId6"/>
                </p:custDataLst>
              </p:nvPr>
            </p:nvSpPr>
            <p:spPr>
              <a:xfrm>
                <a:off x="11159704" y="6213485"/>
                <a:ext cx="120553" cy="118336"/>
              </a:xfrm>
              <a:custGeom>
                <a:avLst/>
                <a:gdLst>
                  <a:gd name="connsiteX0" fmla="*/ 53383 w 120553"/>
                  <a:gd name="connsiteY0" fmla="*/ 89765 h 118336"/>
                  <a:gd name="connsiteX1" fmla="*/ 61859 w 120553"/>
                  <a:gd name="connsiteY1" fmla="*/ 77436 h 118336"/>
                  <a:gd name="connsiteX2" fmla="*/ 104371 w 120553"/>
                  <a:gd name="connsiteY2" fmla="*/ 112755 h 118336"/>
                  <a:gd name="connsiteX3" fmla="*/ 116144 w 120553"/>
                  <a:gd name="connsiteY3" fmla="*/ 112027 h 118336"/>
                  <a:gd name="connsiteX4" fmla="*/ 118499 w 120553"/>
                  <a:gd name="connsiteY4" fmla="*/ 105606 h 118336"/>
                  <a:gd name="connsiteX5" fmla="*/ 115416 w 120553"/>
                  <a:gd name="connsiteY5" fmla="*/ 99698 h 118336"/>
                  <a:gd name="connsiteX6" fmla="*/ 82409 w 120553"/>
                  <a:gd name="connsiteY6" fmla="*/ 71785 h 118336"/>
                  <a:gd name="connsiteX7" fmla="*/ 112077 w 120553"/>
                  <a:gd name="connsiteY7" fmla="*/ 71785 h 118336"/>
                  <a:gd name="connsiteX8" fmla="*/ 120554 w 120553"/>
                  <a:gd name="connsiteY8" fmla="*/ 63308 h 118336"/>
                  <a:gd name="connsiteX9" fmla="*/ 120554 w 120553"/>
                  <a:gd name="connsiteY9" fmla="*/ 62880 h 118336"/>
                  <a:gd name="connsiteX10" fmla="*/ 112077 w 120553"/>
                  <a:gd name="connsiteY10" fmla="*/ 54446 h 118336"/>
                  <a:gd name="connsiteX11" fmla="*/ 69565 w 120553"/>
                  <a:gd name="connsiteY11" fmla="*/ 54446 h 118336"/>
                  <a:gd name="connsiteX12" fmla="*/ 70636 w 120553"/>
                  <a:gd name="connsiteY12" fmla="*/ 41860 h 118336"/>
                  <a:gd name="connsiteX13" fmla="*/ 70850 w 120553"/>
                  <a:gd name="connsiteY13" fmla="*/ 30857 h 118336"/>
                  <a:gd name="connsiteX14" fmla="*/ 109037 w 120553"/>
                  <a:gd name="connsiteY14" fmla="*/ 30857 h 118336"/>
                  <a:gd name="connsiteX15" fmla="*/ 117471 w 120553"/>
                  <a:gd name="connsiteY15" fmla="*/ 22381 h 118336"/>
                  <a:gd name="connsiteX16" fmla="*/ 117471 w 120553"/>
                  <a:gd name="connsiteY16" fmla="*/ 22167 h 118336"/>
                  <a:gd name="connsiteX17" fmla="*/ 109037 w 120553"/>
                  <a:gd name="connsiteY17" fmla="*/ 13690 h 118336"/>
                  <a:gd name="connsiteX18" fmla="*/ 28338 w 120553"/>
                  <a:gd name="connsiteY18" fmla="*/ 13690 h 118336"/>
                  <a:gd name="connsiteX19" fmla="*/ 28809 w 120553"/>
                  <a:gd name="connsiteY19" fmla="*/ 11935 h 118336"/>
                  <a:gd name="connsiteX20" fmla="*/ 28809 w 120553"/>
                  <a:gd name="connsiteY20" fmla="*/ 5256 h 118336"/>
                  <a:gd name="connsiteX21" fmla="*/ 24186 w 120553"/>
                  <a:gd name="connsiteY21" fmla="*/ 632 h 118336"/>
                  <a:gd name="connsiteX22" fmla="*/ 23715 w 120553"/>
                  <a:gd name="connsiteY22" fmla="*/ 632 h 118336"/>
                  <a:gd name="connsiteX23" fmla="*/ 12926 w 120553"/>
                  <a:gd name="connsiteY23" fmla="*/ 5256 h 118336"/>
                  <a:gd name="connsiteX24" fmla="*/ 7275 w 120553"/>
                  <a:gd name="connsiteY24" fmla="*/ 19341 h 118336"/>
                  <a:gd name="connsiteX25" fmla="*/ 15195 w 120553"/>
                  <a:gd name="connsiteY25" fmla="*/ 30857 h 118336"/>
                  <a:gd name="connsiteX26" fmla="*/ 53383 w 120553"/>
                  <a:gd name="connsiteY26" fmla="*/ 30857 h 118336"/>
                  <a:gd name="connsiteX27" fmla="*/ 53383 w 120553"/>
                  <a:gd name="connsiteY27" fmla="*/ 41860 h 118336"/>
                  <a:gd name="connsiteX28" fmla="*/ 52098 w 120553"/>
                  <a:gd name="connsiteY28" fmla="*/ 54446 h 118336"/>
                  <a:gd name="connsiteX29" fmla="*/ 9330 w 120553"/>
                  <a:gd name="connsiteY29" fmla="*/ 54446 h 118336"/>
                  <a:gd name="connsiteX30" fmla="*/ 853 w 120553"/>
                  <a:gd name="connsiteY30" fmla="*/ 62880 h 118336"/>
                  <a:gd name="connsiteX31" fmla="*/ 853 w 120553"/>
                  <a:gd name="connsiteY31" fmla="*/ 63394 h 118336"/>
                  <a:gd name="connsiteX32" fmla="*/ 9330 w 120553"/>
                  <a:gd name="connsiteY32" fmla="*/ 71870 h 118336"/>
                  <a:gd name="connsiteX33" fmla="*/ 44949 w 120553"/>
                  <a:gd name="connsiteY33" fmla="*/ 71870 h 118336"/>
                  <a:gd name="connsiteX34" fmla="*/ 39555 w 120553"/>
                  <a:gd name="connsiteY34" fmla="*/ 79320 h 118336"/>
                  <a:gd name="connsiteX35" fmla="*/ 5477 w 120553"/>
                  <a:gd name="connsiteY35" fmla="*/ 101624 h 118336"/>
                  <a:gd name="connsiteX36" fmla="*/ 383 w 120553"/>
                  <a:gd name="connsiteY36" fmla="*/ 112327 h 118336"/>
                  <a:gd name="connsiteX37" fmla="*/ 639 w 120553"/>
                  <a:gd name="connsiteY37" fmla="*/ 112841 h 118336"/>
                  <a:gd name="connsiteX38" fmla="*/ 5220 w 120553"/>
                  <a:gd name="connsiteY38" fmla="*/ 117721 h 118336"/>
                  <a:gd name="connsiteX39" fmla="*/ 11642 w 120553"/>
                  <a:gd name="connsiteY39" fmla="*/ 117978 h 118336"/>
                  <a:gd name="connsiteX40" fmla="*/ 53383 w 120553"/>
                  <a:gd name="connsiteY40" fmla="*/ 89765 h 11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0553" h="118336">
                    <a:moveTo>
                      <a:pt x="53383" y="89765"/>
                    </a:moveTo>
                    <a:cubicBezTo>
                      <a:pt x="56722" y="85955"/>
                      <a:pt x="59505" y="81845"/>
                      <a:pt x="61859" y="77436"/>
                    </a:cubicBezTo>
                    <a:lnTo>
                      <a:pt x="104371" y="112755"/>
                    </a:lnTo>
                    <a:cubicBezTo>
                      <a:pt x="107967" y="115880"/>
                      <a:pt x="113062" y="115324"/>
                      <a:pt x="116144" y="112027"/>
                    </a:cubicBezTo>
                    <a:cubicBezTo>
                      <a:pt x="117728" y="109972"/>
                      <a:pt x="118755" y="108131"/>
                      <a:pt x="118499" y="105606"/>
                    </a:cubicBezTo>
                    <a:cubicBezTo>
                      <a:pt x="118199" y="103251"/>
                      <a:pt x="117428" y="101539"/>
                      <a:pt x="115416" y="99698"/>
                    </a:cubicBezTo>
                    <a:lnTo>
                      <a:pt x="82409" y="71785"/>
                    </a:lnTo>
                    <a:lnTo>
                      <a:pt x="112077" y="71785"/>
                    </a:lnTo>
                    <a:cubicBezTo>
                      <a:pt x="116957" y="71785"/>
                      <a:pt x="120554" y="67889"/>
                      <a:pt x="120554" y="63308"/>
                    </a:cubicBezTo>
                    <a:lnTo>
                      <a:pt x="120554" y="62880"/>
                    </a:lnTo>
                    <a:cubicBezTo>
                      <a:pt x="120554" y="58256"/>
                      <a:pt x="116957" y="54446"/>
                      <a:pt x="112077" y="54446"/>
                    </a:cubicBezTo>
                    <a:lnTo>
                      <a:pt x="69565" y="54446"/>
                    </a:lnTo>
                    <a:cubicBezTo>
                      <a:pt x="70336" y="50336"/>
                      <a:pt x="70636" y="46226"/>
                      <a:pt x="70636" y="41860"/>
                    </a:cubicBezTo>
                    <a:lnTo>
                      <a:pt x="70850" y="30857"/>
                    </a:lnTo>
                    <a:lnTo>
                      <a:pt x="109037" y="30857"/>
                    </a:lnTo>
                    <a:cubicBezTo>
                      <a:pt x="113618" y="30857"/>
                      <a:pt x="117471" y="27047"/>
                      <a:pt x="117471" y="22381"/>
                    </a:cubicBezTo>
                    <a:lnTo>
                      <a:pt x="117471" y="22167"/>
                    </a:lnTo>
                    <a:cubicBezTo>
                      <a:pt x="117471" y="17543"/>
                      <a:pt x="113618" y="13690"/>
                      <a:pt x="109037" y="13690"/>
                    </a:cubicBezTo>
                    <a:lnTo>
                      <a:pt x="28338" y="13690"/>
                    </a:lnTo>
                    <a:lnTo>
                      <a:pt x="28809" y="11935"/>
                    </a:lnTo>
                    <a:cubicBezTo>
                      <a:pt x="29837" y="9623"/>
                      <a:pt x="29837" y="7311"/>
                      <a:pt x="28809" y="5256"/>
                    </a:cubicBezTo>
                    <a:cubicBezTo>
                      <a:pt x="28039" y="3201"/>
                      <a:pt x="26240" y="1446"/>
                      <a:pt x="24186" y="632"/>
                    </a:cubicBezTo>
                    <a:lnTo>
                      <a:pt x="23715" y="632"/>
                    </a:lnTo>
                    <a:cubicBezTo>
                      <a:pt x="19562" y="-1123"/>
                      <a:pt x="14467" y="889"/>
                      <a:pt x="12926" y="5256"/>
                    </a:cubicBezTo>
                    <a:lnTo>
                      <a:pt x="7275" y="19341"/>
                    </a:lnTo>
                    <a:cubicBezTo>
                      <a:pt x="5220" y="24949"/>
                      <a:pt x="9073" y="30857"/>
                      <a:pt x="15195" y="30857"/>
                    </a:cubicBezTo>
                    <a:lnTo>
                      <a:pt x="53383" y="30857"/>
                    </a:lnTo>
                    <a:lnTo>
                      <a:pt x="53383" y="41860"/>
                    </a:lnTo>
                    <a:cubicBezTo>
                      <a:pt x="53383" y="46226"/>
                      <a:pt x="52826" y="50550"/>
                      <a:pt x="52098" y="54446"/>
                    </a:cubicBezTo>
                    <a:lnTo>
                      <a:pt x="9330" y="54446"/>
                    </a:lnTo>
                    <a:cubicBezTo>
                      <a:pt x="4706" y="54446"/>
                      <a:pt x="853" y="58256"/>
                      <a:pt x="853" y="62880"/>
                    </a:cubicBezTo>
                    <a:lnTo>
                      <a:pt x="853" y="63394"/>
                    </a:lnTo>
                    <a:cubicBezTo>
                      <a:pt x="853" y="68017"/>
                      <a:pt x="4706" y="71870"/>
                      <a:pt x="9330" y="71870"/>
                    </a:cubicBezTo>
                    <a:lnTo>
                      <a:pt x="44949" y="71870"/>
                    </a:lnTo>
                    <a:cubicBezTo>
                      <a:pt x="43365" y="74396"/>
                      <a:pt x="41653" y="76965"/>
                      <a:pt x="39555" y="79320"/>
                    </a:cubicBezTo>
                    <a:cubicBezTo>
                      <a:pt x="31378" y="88267"/>
                      <a:pt x="19819" y="95930"/>
                      <a:pt x="5477" y="101624"/>
                    </a:cubicBezTo>
                    <a:cubicBezTo>
                      <a:pt x="1110" y="103636"/>
                      <a:pt x="-902" y="108003"/>
                      <a:pt x="383" y="112327"/>
                    </a:cubicBezTo>
                    <a:lnTo>
                      <a:pt x="639" y="112841"/>
                    </a:lnTo>
                    <a:cubicBezTo>
                      <a:pt x="1410" y="115153"/>
                      <a:pt x="3165" y="116737"/>
                      <a:pt x="5220" y="117721"/>
                    </a:cubicBezTo>
                    <a:cubicBezTo>
                      <a:pt x="7275" y="118492"/>
                      <a:pt x="9587" y="118492"/>
                      <a:pt x="11642" y="117978"/>
                    </a:cubicBezTo>
                    <a:cubicBezTo>
                      <a:pt x="29794" y="110529"/>
                      <a:pt x="43622" y="101324"/>
                      <a:pt x="53383" y="89765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0" name="任意多边形: 形状 39"/>
              <p:cNvSpPr/>
              <p:nvPr>
                <p:custDataLst>
                  <p:tags r:id="rId7"/>
                </p:custDataLst>
              </p:nvPr>
            </p:nvSpPr>
            <p:spPr>
              <a:xfrm>
                <a:off x="11291217" y="6218441"/>
                <a:ext cx="96282" cy="110367"/>
              </a:xfrm>
              <a:custGeom>
                <a:avLst/>
                <a:gdLst>
                  <a:gd name="connsiteX0" fmla="*/ 88362 w 96282"/>
                  <a:gd name="connsiteY0" fmla="*/ 8220 h 110367"/>
                  <a:gd name="connsiteX1" fmla="*/ 68883 w 96282"/>
                  <a:gd name="connsiteY1" fmla="*/ 0 h 110367"/>
                  <a:gd name="connsiteX2" fmla="*/ 27142 w 96282"/>
                  <a:gd name="connsiteY2" fmla="*/ 0 h 110367"/>
                  <a:gd name="connsiteX3" fmla="*/ 2055 w 96282"/>
                  <a:gd name="connsiteY3" fmla="*/ 16910 h 110367"/>
                  <a:gd name="connsiteX4" fmla="*/ 0 w 96282"/>
                  <a:gd name="connsiteY4" fmla="*/ 27399 h 110367"/>
                  <a:gd name="connsiteX5" fmla="*/ 0 w 96282"/>
                  <a:gd name="connsiteY5" fmla="*/ 83011 h 110367"/>
                  <a:gd name="connsiteX6" fmla="*/ 27142 w 96282"/>
                  <a:gd name="connsiteY6" fmla="*/ 110367 h 110367"/>
                  <a:gd name="connsiteX7" fmla="*/ 68883 w 96282"/>
                  <a:gd name="connsiteY7" fmla="*/ 110367 h 110367"/>
                  <a:gd name="connsiteX8" fmla="*/ 79415 w 96282"/>
                  <a:gd name="connsiteY8" fmla="*/ 108056 h 110367"/>
                  <a:gd name="connsiteX9" fmla="*/ 96282 w 96282"/>
                  <a:gd name="connsiteY9" fmla="*/ 82968 h 110367"/>
                  <a:gd name="connsiteX10" fmla="*/ 96282 w 96282"/>
                  <a:gd name="connsiteY10" fmla="*/ 27399 h 110367"/>
                  <a:gd name="connsiteX11" fmla="*/ 88362 w 96282"/>
                  <a:gd name="connsiteY11" fmla="*/ 8220 h 110367"/>
                  <a:gd name="connsiteX12" fmla="*/ 79158 w 96282"/>
                  <a:gd name="connsiteY12" fmla="*/ 83054 h 110367"/>
                  <a:gd name="connsiteX13" fmla="*/ 79072 w 96282"/>
                  <a:gd name="connsiteY13" fmla="*/ 101848 h 110367"/>
                  <a:gd name="connsiteX14" fmla="*/ 63617 w 96282"/>
                  <a:gd name="connsiteY14" fmla="*/ 93072 h 110367"/>
                  <a:gd name="connsiteX15" fmla="*/ 27142 w 96282"/>
                  <a:gd name="connsiteY15" fmla="*/ 93072 h 110367"/>
                  <a:gd name="connsiteX16" fmla="*/ 16868 w 96282"/>
                  <a:gd name="connsiteY16" fmla="*/ 83054 h 110367"/>
                  <a:gd name="connsiteX17" fmla="*/ 16868 w 96282"/>
                  <a:gd name="connsiteY17" fmla="*/ 27399 h 110367"/>
                  <a:gd name="connsiteX18" fmla="*/ 19693 w 96282"/>
                  <a:gd name="connsiteY18" fmla="*/ 20250 h 110367"/>
                  <a:gd name="connsiteX19" fmla="*/ 27142 w 96282"/>
                  <a:gd name="connsiteY19" fmla="*/ 17424 h 110367"/>
                  <a:gd name="connsiteX20" fmla="*/ 68883 w 96282"/>
                  <a:gd name="connsiteY20" fmla="*/ 17424 h 110367"/>
                  <a:gd name="connsiteX21" fmla="*/ 76075 w 96282"/>
                  <a:gd name="connsiteY21" fmla="*/ 20250 h 110367"/>
                  <a:gd name="connsiteX22" fmla="*/ 79158 w 96282"/>
                  <a:gd name="connsiteY22" fmla="*/ 27399 h 110367"/>
                  <a:gd name="connsiteX23" fmla="*/ 79158 w 96282"/>
                  <a:gd name="connsiteY23" fmla="*/ 83054 h 11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82" h="110367">
                    <a:moveTo>
                      <a:pt x="88362" y="8220"/>
                    </a:moveTo>
                    <a:cubicBezTo>
                      <a:pt x="83268" y="3125"/>
                      <a:pt x="76332" y="0"/>
                      <a:pt x="68883" y="0"/>
                    </a:cubicBezTo>
                    <a:lnTo>
                      <a:pt x="27142" y="0"/>
                    </a:lnTo>
                    <a:cubicBezTo>
                      <a:pt x="15883" y="0"/>
                      <a:pt x="6379" y="6935"/>
                      <a:pt x="2055" y="16910"/>
                    </a:cubicBezTo>
                    <a:cubicBezTo>
                      <a:pt x="471" y="20250"/>
                      <a:pt x="0" y="23846"/>
                      <a:pt x="0" y="27399"/>
                    </a:cubicBezTo>
                    <a:lnTo>
                      <a:pt x="0" y="83011"/>
                    </a:lnTo>
                    <a:cubicBezTo>
                      <a:pt x="0" y="98123"/>
                      <a:pt x="11987" y="110367"/>
                      <a:pt x="27142" y="110367"/>
                    </a:cubicBezTo>
                    <a:lnTo>
                      <a:pt x="68883" y="110367"/>
                    </a:lnTo>
                    <a:cubicBezTo>
                      <a:pt x="72736" y="110367"/>
                      <a:pt x="76075" y="109640"/>
                      <a:pt x="79415" y="108056"/>
                    </a:cubicBezTo>
                    <a:cubicBezTo>
                      <a:pt x="89647" y="103732"/>
                      <a:pt x="96282" y="94227"/>
                      <a:pt x="96282" y="82968"/>
                    </a:cubicBezTo>
                    <a:lnTo>
                      <a:pt x="96282" y="27399"/>
                    </a:lnTo>
                    <a:cubicBezTo>
                      <a:pt x="96282" y="19993"/>
                      <a:pt x="93457" y="13314"/>
                      <a:pt x="88362" y="8220"/>
                    </a:cubicBezTo>
                    <a:close/>
                    <a:moveTo>
                      <a:pt x="79158" y="83054"/>
                    </a:moveTo>
                    <a:lnTo>
                      <a:pt x="79072" y="101848"/>
                    </a:lnTo>
                    <a:cubicBezTo>
                      <a:pt x="79072" y="101848"/>
                      <a:pt x="70724" y="93072"/>
                      <a:pt x="63617" y="93072"/>
                    </a:cubicBezTo>
                    <a:lnTo>
                      <a:pt x="27142" y="93072"/>
                    </a:lnTo>
                    <a:cubicBezTo>
                      <a:pt x="21277" y="93072"/>
                      <a:pt x="16868" y="88962"/>
                      <a:pt x="16868" y="83054"/>
                    </a:cubicBezTo>
                    <a:lnTo>
                      <a:pt x="16868" y="27399"/>
                    </a:lnTo>
                    <a:cubicBezTo>
                      <a:pt x="16868" y="24616"/>
                      <a:pt x="17895" y="22048"/>
                      <a:pt x="19693" y="20250"/>
                    </a:cubicBezTo>
                    <a:cubicBezTo>
                      <a:pt x="21748" y="18452"/>
                      <a:pt x="24060" y="17424"/>
                      <a:pt x="27142" y="17424"/>
                    </a:cubicBezTo>
                    <a:lnTo>
                      <a:pt x="68883" y="17424"/>
                    </a:lnTo>
                    <a:cubicBezTo>
                      <a:pt x="71923" y="17424"/>
                      <a:pt x="74277" y="18452"/>
                      <a:pt x="76075" y="20250"/>
                    </a:cubicBezTo>
                    <a:cubicBezTo>
                      <a:pt x="78344" y="22048"/>
                      <a:pt x="79158" y="24616"/>
                      <a:pt x="79158" y="27399"/>
                    </a:cubicBezTo>
                    <a:lnTo>
                      <a:pt x="79158" y="83054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1" name="任意多边形: 形状 40"/>
              <p:cNvSpPr/>
              <p:nvPr>
                <p:custDataLst>
                  <p:tags r:id="rId8"/>
                </p:custDataLst>
              </p:nvPr>
            </p:nvSpPr>
            <p:spPr>
              <a:xfrm>
                <a:off x="11203968" y="6382708"/>
                <a:ext cx="137894" cy="17124"/>
              </a:xfrm>
              <a:custGeom>
                <a:avLst/>
                <a:gdLst>
                  <a:gd name="connsiteX0" fmla="*/ 0 w 137894"/>
                  <a:gd name="connsiteY0" fmla="*/ 0 h 17124"/>
                  <a:gd name="connsiteX1" fmla="*/ 214 w 137894"/>
                  <a:gd name="connsiteY1" fmla="*/ 17124 h 17124"/>
                  <a:gd name="connsiteX2" fmla="*/ 137809 w 137894"/>
                  <a:gd name="connsiteY2" fmla="*/ 17124 h 17124"/>
                  <a:gd name="connsiteX3" fmla="*/ 137895 w 137894"/>
                  <a:gd name="connsiteY3" fmla="*/ 0 h 17124"/>
                  <a:gd name="connsiteX4" fmla="*/ 0 w 137894"/>
                  <a:gd name="connsiteY4" fmla="*/ 0 h 1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894" h="17124">
                    <a:moveTo>
                      <a:pt x="0" y="0"/>
                    </a:moveTo>
                    <a:cubicBezTo>
                      <a:pt x="0" y="43"/>
                      <a:pt x="214" y="17124"/>
                      <a:pt x="214" y="17124"/>
                    </a:cubicBezTo>
                    <a:lnTo>
                      <a:pt x="137809" y="17124"/>
                    </a:lnTo>
                    <a:lnTo>
                      <a:pt x="1378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2" name="任意多边形: 形状 41"/>
              <p:cNvSpPr/>
              <p:nvPr>
                <p:custDataLst>
                  <p:tags r:id="rId9"/>
                </p:custDataLst>
              </p:nvPr>
            </p:nvSpPr>
            <p:spPr>
              <a:xfrm>
                <a:off x="11173615" y="6340153"/>
                <a:ext cx="198729" cy="102746"/>
              </a:xfrm>
              <a:custGeom>
                <a:avLst/>
                <a:gdLst>
                  <a:gd name="connsiteX0" fmla="*/ 182376 w 198729"/>
                  <a:gd name="connsiteY0" fmla="*/ 2269 h 102746"/>
                  <a:gd name="connsiteX1" fmla="*/ 172101 w 198729"/>
                  <a:gd name="connsiteY1" fmla="*/ 0 h 102746"/>
                  <a:gd name="connsiteX2" fmla="*/ 26885 w 198729"/>
                  <a:gd name="connsiteY2" fmla="*/ 0 h 102746"/>
                  <a:gd name="connsiteX3" fmla="*/ 16654 w 198729"/>
                  <a:gd name="connsiteY3" fmla="*/ 2269 h 102746"/>
                  <a:gd name="connsiteX4" fmla="*/ 0 w 198729"/>
                  <a:gd name="connsiteY4" fmla="*/ 27399 h 102746"/>
                  <a:gd name="connsiteX5" fmla="*/ 0 w 198729"/>
                  <a:gd name="connsiteY5" fmla="*/ 75262 h 102746"/>
                  <a:gd name="connsiteX6" fmla="*/ 16654 w 198729"/>
                  <a:gd name="connsiteY6" fmla="*/ 100692 h 102746"/>
                  <a:gd name="connsiteX7" fmla="*/ 26885 w 198729"/>
                  <a:gd name="connsiteY7" fmla="*/ 102747 h 102746"/>
                  <a:gd name="connsiteX8" fmla="*/ 135968 w 198729"/>
                  <a:gd name="connsiteY8" fmla="*/ 102747 h 102746"/>
                  <a:gd name="connsiteX9" fmla="*/ 166921 w 198729"/>
                  <a:gd name="connsiteY9" fmla="*/ 85580 h 102746"/>
                  <a:gd name="connsiteX10" fmla="*/ 26885 w 198729"/>
                  <a:gd name="connsiteY10" fmla="*/ 85580 h 102746"/>
                  <a:gd name="connsiteX11" fmla="*/ 19993 w 198729"/>
                  <a:gd name="connsiteY11" fmla="*/ 82754 h 102746"/>
                  <a:gd name="connsiteX12" fmla="*/ 17167 w 198729"/>
                  <a:gd name="connsiteY12" fmla="*/ 75262 h 102746"/>
                  <a:gd name="connsiteX13" fmla="*/ 17167 w 198729"/>
                  <a:gd name="connsiteY13" fmla="*/ 27442 h 102746"/>
                  <a:gd name="connsiteX14" fmla="*/ 19993 w 198729"/>
                  <a:gd name="connsiteY14" fmla="*/ 19993 h 102746"/>
                  <a:gd name="connsiteX15" fmla="*/ 26885 w 198729"/>
                  <a:gd name="connsiteY15" fmla="*/ 17167 h 102746"/>
                  <a:gd name="connsiteX16" fmla="*/ 172101 w 198729"/>
                  <a:gd name="connsiteY16" fmla="*/ 17167 h 102746"/>
                  <a:gd name="connsiteX17" fmla="*/ 178994 w 198729"/>
                  <a:gd name="connsiteY17" fmla="*/ 19993 h 102746"/>
                  <a:gd name="connsiteX18" fmla="*/ 181819 w 198729"/>
                  <a:gd name="connsiteY18" fmla="*/ 27442 h 102746"/>
                  <a:gd name="connsiteX19" fmla="*/ 181819 w 198729"/>
                  <a:gd name="connsiteY19" fmla="*/ 75305 h 102746"/>
                  <a:gd name="connsiteX20" fmla="*/ 166621 w 198729"/>
                  <a:gd name="connsiteY20" fmla="*/ 102747 h 102746"/>
                  <a:gd name="connsiteX21" fmla="*/ 198729 w 198729"/>
                  <a:gd name="connsiteY21" fmla="*/ 75305 h 102746"/>
                  <a:gd name="connsiteX22" fmla="*/ 198729 w 198729"/>
                  <a:gd name="connsiteY22" fmla="*/ 27442 h 102746"/>
                  <a:gd name="connsiteX23" fmla="*/ 182376 w 198729"/>
                  <a:gd name="connsiteY23" fmla="*/ 2269 h 10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729" h="102746">
                    <a:moveTo>
                      <a:pt x="182376" y="2269"/>
                    </a:moveTo>
                    <a:cubicBezTo>
                      <a:pt x="179036" y="771"/>
                      <a:pt x="175997" y="0"/>
                      <a:pt x="172101" y="0"/>
                    </a:cubicBezTo>
                    <a:lnTo>
                      <a:pt x="26885" y="0"/>
                    </a:lnTo>
                    <a:cubicBezTo>
                      <a:pt x="23032" y="0"/>
                      <a:pt x="19993" y="771"/>
                      <a:pt x="16654" y="2269"/>
                    </a:cubicBezTo>
                    <a:cubicBezTo>
                      <a:pt x="6636" y="6636"/>
                      <a:pt x="0" y="16354"/>
                      <a:pt x="0" y="27399"/>
                    </a:cubicBezTo>
                    <a:lnTo>
                      <a:pt x="0" y="75262"/>
                    </a:lnTo>
                    <a:cubicBezTo>
                      <a:pt x="0" y="86564"/>
                      <a:pt x="6679" y="96068"/>
                      <a:pt x="16654" y="100692"/>
                    </a:cubicBezTo>
                    <a:cubicBezTo>
                      <a:pt x="19993" y="101934"/>
                      <a:pt x="23032" y="102747"/>
                      <a:pt x="26885" y="102747"/>
                    </a:cubicBezTo>
                    <a:lnTo>
                      <a:pt x="135968" y="102747"/>
                    </a:lnTo>
                    <a:cubicBezTo>
                      <a:pt x="159771" y="102747"/>
                      <a:pt x="166921" y="85580"/>
                      <a:pt x="166921" y="85580"/>
                    </a:cubicBezTo>
                    <a:lnTo>
                      <a:pt x="26885" y="85580"/>
                    </a:lnTo>
                    <a:cubicBezTo>
                      <a:pt x="24317" y="85580"/>
                      <a:pt x="22005" y="84552"/>
                      <a:pt x="19993" y="82754"/>
                    </a:cubicBezTo>
                    <a:cubicBezTo>
                      <a:pt x="18195" y="80913"/>
                      <a:pt x="17167" y="78345"/>
                      <a:pt x="17167" y="75262"/>
                    </a:cubicBezTo>
                    <a:lnTo>
                      <a:pt x="17167" y="27442"/>
                    </a:lnTo>
                    <a:cubicBezTo>
                      <a:pt x="17167" y="24360"/>
                      <a:pt x="18195" y="22048"/>
                      <a:pt x="19993" y="19993"/>
                    </a:cubicBezTo>
                    <a:cubicBezTo>
                      <a:pt x="22005" y="18238"/>
                      <a:pt x="24360" y="17167"/>
                      <a:pt x="26885" y="17167"/>
                    </a:cubicBezTo>
                    <a:lnTo>
                      <a:pt x="172101" y="17167"/>
                    </a:lnTo>
                    <a:cubicBezTo>
                      <a:pt x="174670" y="17167"/>
                      <a:pt x="176981" y="18238"/>
                      <a:pt x="178994" y="19993"/>
                    </a:cubicBezTo>
                    <a:cubicBezTo>
                      <a:pt x="180792" y="22048"/>
                      <a:pt x="181819" y="24360"/>
                      <a:pt x="181819" y="27442"/>
                    </a:cubicBezTo>
                    <a:lnTo>
                      <a:pt x="181819" y="75305"/>
                    </a:lnTo>
                    <a:cubicBezTo>
                      <a:pt x="181819" y="76461"/>
                      <a:pt x="183317" y="93628"/>
                      <a:pt x="166621" y="102747"/>
                    </a:cubicBezTo>
                    <a:cubicBezTo>
                      <a:pt x="169875" y="102576"/>
                      <a:pt x="196846" y="100906"/>
                      <a:pt x="198729" y="75305"/>
                    </a:cubicBezTo>
                    <a:lnTo>
                      <a:pt x="198729" y="27442"/>
                    </a:lnTo>
                    <a:cubicBezTo>
                      <a:pt x="198772" y="16397"/>
                      <a:pt x="192393" y="6679"/>
                      <a:pt x="182376" y="2269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418348" y="6381894"/>
                <a:ext cx="34186" cy="55644"/>
              </a:xfrm>
              <a:custGeom>
                <a:avLst/>
                <a:gdLst>
                  <a:gd name="connsiteX0" fmla="*/ 33796 w 34186"/>
                  <a:gd name="connsiteY0" fmla="*/ 10660 h 55644"/>
                  <a:gd name="connsiteX1" fmla="*/ 16115 w 34186"/>
                  <a:gd name="connsiteY1" fmla="*/ 51930 h 55644"/>
                  <a:gd name="connsiteX2" fmla="*/ 10464 w 34186"/>
                  <a:gd name="connsiteY2" fmla="*/ 55483 h 55644"/>
                  <a:gd name="connsiteX3" fmla="*/ 3871 w 34186"/>
                  <a:gd name="connsiteY3" fmla="*/ 53942 h 55644"/>
                  <a:gd name="connsiteX4" fmla="*/ 3272 w 34186"/>
                  <a:gd name="connsiteY4" fmla="*/ 53642 h 55644"/>
                  <a:gd name="connsiteX5" fmla="*/ 1217 w 34186"/>
                  <a:gd name="connsiteY5" fmla="*/ 42426 h 55644"/>
                  <a:gd name="connsiteX6" fmla="*/ 10464 w 34186"/>
                  <a:gd name="connsiteY6" fmla="*/ 25216 h 55644"/>
                  <a:gd name="connsiteX7" fmla="*/ 17143 w 34186"/>
                  <a:gd name="connsiteY7" fmla="*/ 6250 h 55644"/>
                  <a:gd name="connsiteX8" fmla="*/ 26861 w 34186"/>
                  <a:gd name="connsiteY8" fmla="*/ 128 h 55644"/>
                  <a:gd name="connsiteX9" fmla="*/ 27417 w 34186"/>
                  <a:gd name="connsiteY9" fmla="*/ 128 h 55644"/>
                  <a:gd name="connsiteX10" fmla="*/ 33026 w 34186"/>
                  <a:gd name="connsiteY10" fmla="*/ 3981 h 55644"/>
                  <a:gd name="connsiteX11" fmla="*/ 33796 w 34186"/>
                  <a:gd name="connsiteY11" fmla="*/ 10660 h 5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86" h="55644">
                    <a:moveTo>
                      <a:pt x="33796" y="10660"/>
                    </a:moveTo>
                    <a:cubicBezTo>
                      <a:pt x="30243" y="25515"/>
                      <a:pt x="24078" y="38787"/>
                      <a:pt x="16115" y="51930"/>
                    </a:cubicBezTo>
                    <a:cubicBezTo>
                      <a:pt x="14831" y="53642"/>
                      <a:pt x="13033" y="55226"/>
                      <a:pt x="10464" y="55483"/>
                    </a:cubicBezTo>
                    <a:cubicBezTo>
                      <a:pt x="8152" y="55997"/>
                      <a:pt x="5841" y="55226"/>
                      <a:pt x="3871" y="53942"/>
                    </a:cubicBezTo>
                    <a:lnTo>
                      <a:pt x="3272" y="53642"/>
                    </a:lnTo>
                    <a:cubicBezTo>
                      <a:pt x="-25" y="51116"/>
                      <a:pt x="-1052" y="46236"/>
                      <a:pt x="1217" y="42426"/>
                    </a:cubicBezTo>
                    <a:cubicBezTo>
                      <a:pt x="4813" y="37032"/>
                      <a:pt x="7896" y="31124"/>
                      <a:pt x="10464" y="25216"/>
                    </a:cubicBezTo>
                    <a:cubicBezTo>
                      <a:pt x="13290" y="19308"/>
                      <a:pt x="15345" y="13186"/>
                      <a:pt x="17143" y="6250"/>
                    </a:cubicBezTo>
                    <a:cubicBezTo>
                      <a:pt x="18170" y="2140"/>
                      <a:pt x="22537" y="-642"/>
                      <a:pt x="26861" y="128"/>
                    </a:cubicBezTo>
                    <a:lnTo>
                      <a:pt x="27417" y="128"/>
                    </a:lnTo>
                    <a:cubicBezTo>
                      <a:pt x="29686" y="642"/>
                      <a:pt x="31485" y="2140"/>
                      <a:pt x="33026" y="3981"/>
                    </a:cubicBezTo>
                    <a:cubicBezTo>
                      <a:pt x="34053" y="6079"/>
                      <a:pt x="34610" y="8348"/>
                      <a:pt x="33796" y="1066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419351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7 w 103517"/>
                  <a:gd name="connsiteY1" fmla="*/ 14599 h 95254"/>
                  <a:gd name="connsiteX2" fmla="*/ 103517 w 103517"/>
                  <a:gd name="connsiteY2" fmla="*/ 15155 h 95254"/>
                  <a:gd name="connsiteX3" fmla="*/ 95084 w 103517"/>
                  <a:gd name="connsiteY3" fmla="*/ 23589 h 95254"/>
                  <a:gd name="connsiteX4" fmla="*/ 60492 w 103517"/>
                  <a:gd name="connsiteY4" fmla="*/ 23589 h 95254"/>
                  <a:gd name="connsiteX5" fmla="*/ 60492 w 103517"/>
                  <a:gd name="connsiteY5" fmla="*/ 36133 h 95254"/>
                  <a:gd name="connsiteX6" fmla="*/ 92986 w 103517"/>
                  <a:gd name="connsiteY6" fmla="*/ 36133 h 95254"/>
                  <a:gd name="connsiteX7" fmla="*/ 101505 w 103517"/>
                  <a:gd name="connsiteY7" fmla="*/ 44566 h 95254"/>
                  <a:gd name="connsiteX8" fmla="*/ 101505 w 103517"/>
                  <a:gd name="connsiteY8" fmla="*/ 44823 h 95254"/>
                  <a:gd name="connsiteX9" fmla="*/ 92986 w 103517"/>
                  <a:gd name="connsiteY9" fmla="*/ 53257 h 95254"/>
                  <a:gd name="connsiteX10" fmla="*/ 60492 w 103517"/>
                  <a:gd name="connsiteY10" fmla="*/ 53257 h 95254"/>
                  <a:gd name="connsiteX11" fmla="*/ 60492 w 103517"/>
                  <a:gd name="connsiteY11" fmla="*/ 66143 h 95254"/>
                  <a:gd name="connsiteX12" fmla="*/ 95084 w 103517"/>
                  <a:gd name="connsiteY12" fmla="*/ 66143 h 95254"/>
                  <a:gd name="connsiteX13" fmla="*/ 103517 w 103517"/>
                  <a:gd name="connsiteY13" fmla="*/ 74577 h 95254"/>
                  <a:gd name="connsiteX14" fmla="*/ 103517 w 103517"/>
                  <a:gd name="connsiteY14" fmla="*/ 74791 h 95254"/>
                  <a:gd name="connsiteX15" fmla="*/ 95084 w 103517"/>
                  <a:gd name="connsiteY15" fmla="*/ 83268 h 95254"/>
                  <a:gd name="connsiteX16" fmla="*/ 60492 w 103517"/>
                  <a:gd name="connsiteY16" fmla="*/ 83268 h 95254"/>
                  <a:gd name="connsiteX17" fmla="*/ 40628 w 103517"/>
                  <a:gd name="connsiteY17" fmla="*/ 95255 h 95254"/>
                  <a:gd name="connsiteX18" fmla="*/ 43325 w 103517"/>
                  <a:gd name="connsiteY18" fmla="*/ 83268 h 95254"/>
                  <a:gd name="connsiteX19" fmla="*/ 8477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77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88 w 103517"/>
                  <a:gd name="connsiteY25" fmla="*/ 53257 h 95254"/>
                  <a:gd name="connsiteX26" fmla="*/ 2269 w 103517"/>
                  <a:gd name="connsiteY26" fmla="*/ 44823 h 95254"/>
                  <a:gd name="connsiteX27" fmla="*/ 2269 w 103517"/>
                  <a:gd name="connsiteY27" fmla="*/ 44566 h 95254"/>
                  <a:gd name="connsiteX28" fmla="*/ 10788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77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77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93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664" y="6165"/>
                      <a:pt x="103517" y="10275"/>
                      <a:pt x="103517" y="14599"/>
                    </a:cubicBezTo>
                    <a:lnTo>
                      <a:pt x="103517" y="15155"/>
                    </a:lnTo>
                    <a:cubicBezTo>
                      <a:pt x="103517" y="19779"/>
                      <a:pt x="99664" y="23589"/>
                      <a:pt x="95084" y="23589"/>
                    </a:cubicBezTo>
                    <a:lnTo>
                      <a:pt x="60492" y="23589"/>
                    </a:lnTo>
                    <a:lnTo>
                      <a:pt x="60492" y="36133"/>
                    </a:lnTo>
                    <a:lnTo>
                      <a:pt x="92986" y="36133"/>
                    </a:lnTo>
                    <a:cubicBezTo>
                      <a:pt x="97609" y="36133"/>
                      <a:pt x="101505" y="39729"/>
                      <a:pt x="101505" y="44566"/>
                    </a:cubicBezTo>
                    <a:lnTo>
                      <a:pt x="101505" y="44823"/>
                    </a:lnTo>
                    <a:cubicBezTo>
                      <a:pt x="101505" y="49447"/>
                      <a:pt x="97652" y="53257"/>
                      <a:pt x="92986" y="53257"/>
                    </a:cubicBezTo>
                    <a:lnTo>
                      <a:pt x="60492" y="53257"/>
                    </a:lnTo>
                    <a:lnTo>
                      <a:pt x="60492" y="66143"/>
                    </a:lnTo>
                    <a:lnTo>
                      <a:pt x="95084" y="66143"/>
                    </a:lnTo>
                    <a:cubicBezTo>
                      <a:pt x="99664" y="66143"/>
                      <a:pt x="103517" y="69954"/>
                      <a:pt x="103517" y="74577"/>
                    </a:cubicBezTo>
                    <a:lnTo>
                      <a:pt x="103517" y="74791"/>
                    </a:lnTo>
                    <a:cubicBezTo>
                      <a:pt x="103517" y="79458"/>
                      <a:pt x="99664" y="83268"/>
                      <a:pt x="95084" y="83268"/>
                    </a:cubicBezTo>
                    <a:lnTo>
                      <a:pt x="60492" y="83268"/>
                    </a:lnTo>
                    <a:cubicBezTo>
                      <a:pt x="60492" y="83268"/>
                      <a:pt x="54028" y="95255"/>
                      <a:pt x="40628" y="95255"/>
                    </a:cubicBezTo>
                    <a:cubicBezTo>
                      <a:pt x="37117" y="95255"/>
                      <a:pt x="44909" y="88790"/>
                      <a:pt x="43325" y="83268"/>
                    </a:cubicBezTo>
                    <a:lnTo>
                      <a:pt x="8477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10" y="66143"/>
                      <a:pt x="8477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88" y="53257"/>
                    </a:lnTo>
                    <a:cubicBezTo>
                      <a:pt x="6165" y="53257"/>
                      <a:pt x="2269" y="49447"/>
                      <a:pt x="2269" y="44823"/>
                    </a:cubicBezTo>
                    <a:lnTo>
                      <a:pt x="2269" y="44566"/>
                    </a:lnTo>
                    <a:cubicBezTo>
                      <a:pt x="2269" y="39729"/>
                      <a:pt x="6165" y="36133"/>
                      <a:pt x="10788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77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10" y="6165"/>
                      <a:pt x="8477" y="6165"/>
                    </a:cubicBezTo>
                    <a:lnTo>
                      <a:pt x="43539" y="6165"/>
                    </a:lnTo>
                    <a:cubicBezTo>
                      <a:pt x="44566" y="2868"/>
                      <a:pt x="47692" y="0"/>
                      <a:pt x="51716" y="0"/>
                    </a:cubicBezTo>
                    <a:lnTo>
                      <a:pt x="52016" y="0"/>
                    </a:lnTo>
                    <a:cubicBezTo>
                      <a:pt x="55869" y="0"/>
                      <a:pt x="59165" y="2826"/>
                      <a:pt x="60193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5" name="任意多边形: 形状 44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536568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8 w 103517"/>
                  <a:gd name="connsiteY1" fmla="*/ 14599 h 95254"/>
                  <a:gd name="connsiteX2" fmla="*/ 103518 w 103517"/>
                  <a:gd name="connsiteY2" fmla="*/ 15155 h 95254"/>
                  <a:gd name="connsiteX3" fmla="*/ 95084 w 103517"/>
                  <a:gd name="connsiteY3" fmla="*/ 23589 h 95254"/>
                  <a:gd name="connsiteX4" fmla="*/ 60449 w 103517"/>
                  <a:gd name="connsiteY4" fmla="*/ 23589 h 95254"/>
                  <a:gd name="connsiteX5" fmla="*/ 60449 w 103517"/>
                  <a:gd name="connsiteY5" fmla="*/ 36133 h 95254"/>
                  <a:gd name="connsiteX6" fmla="*/ 92986 w 103517"/>
                  <a:gd name="connsiteY6" fmla="*/ 36133 h 95254"/>
                  <a:gd name="connsiteX7" fmla="*/ 101463 w 103517"/>
                  <a:gd name="connsiteY7" fmla="*/ 44566 h 95254"/>
                  <a:gd name="connsiteX8" fmla="*/ 101463 w 103517"/>
                  <a:gd name="connsiteY8" fmla="*/ 44823 h 95254"/>
                  <a:gd name="connsiteX9" fmla="*/ 92986 w 103517"/>
                  <a:gd name="connsiteY9" fmla="*/ 53257 h 95254"/>
                  <a:gd name="connsiteX10" fmla="*/ 60449 w 103517"/>
                  <a:gd name="connsiteY10" fmla="*/ 53257 h 95254"/>
                  <a:gd name="connsiteX11" fmla="*/ 60449 w 103517"/>
                  <a:gd name="connsiteY11" fmla="*/ 66143 h 95254"/>
                  <a:gd name="connsiteX12" fmla="*/ 95084 w 103517"/>
                  <a:gd name="connsiteY12" fmla="*/ 66143 h 95254"/>
                  <a:gd name="connsiteX13" fmla="*/ 103518 w 103517"/>
                  <a:gd name="connsiteY13" fmla="*/ 74577 h 95254"/>
                  <a:gd name="connsiteX14" fmla="*/ 103518 w 103517"/>
                  <a:gd name="connsiteY14" fmla="*/ 74791 h 95254"/>
                  <a:gd name="connsiteX15" fmla="*/ 95084 w 103517"/>
                  <a:gd name="connsiteY15" fmla="*/ 83268 h 95254"/>
                  <a:gd name="connsiteX16" fmla="*/ 60449 w 103517"/>
                  <a:gd name="connsiteY16" fmla="*/ 83268 h 95254"/>
                  <a:gd name="connsiteX17" fmla="*/ 40585 w 103517"/>
                  <a:gd name="connsiteY17" fmla="*/ 95255 h 95254"/>
                  <a:gd name="connsiteX18" fmla="*/ 43325 w 103517"/>
                  <a:gd name="connsiteY18" fmla="*/ 83268 h 95254"/>
                  <a:gd name="connsiteX19" fmla="*/ 8434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34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46 w 103517"/>
                  <a:gd name="connsiteY25" fmla="*/ 53257 h 95254"/>
                  <a:gd name="connsiteX26" fmla="*/ 2312 w 103517"/>
                  <a:gd name="connsiteY26" fmla="*/ 44823 h 95254"/>
                  <a:gd name="connsiteX27" fmla="*/ 2312 w 103517"/>
                  <a:gd name="connsiteY27" fmla="*/ 44566 h 95254"/>
                  <a:gd name="connsiteX28" fmla="*/ 10746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34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34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50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707" y="6165"/>
                      <a:pt x="103518" y="10275"/>
                      <a:pt x="103518" y="14599"/>
                    </a:cubicBezTo>
                    <a:lnTo>
                      <a:pt x="103518" y="15155"/>
                    </a:lnTo>
                    <a:cubicBezTo>
                      <a:pt x="103518" y="19779"/>
                      <a:pt x="99707" y="23589"/>
                      <a:pt x="95084" y="23589"/>
                    </a:cubicBezTo>
                    <a:lnTo>
                      <a:pt x="60449" y="23589"/>
                    </a:lnTo>
                    <a:lnTo>
                      <a:pt x="60449" y="36133"/>
                    </a:lnTo>
                    <a:lnTo>
                      <a:pt x="92986" y="36133"/>
                    </a:lnTo>
                    <a:cubicBezTo>
                      <a:pt x="97652" y="36133"/>
                      <a:pt x="101463" y="39729"/>
                      <a:pt x="101463" y="44566"/>
                    </a:cubicBezTo>
                    <a:lnTo>
                      <a:pt x="101463" y="44823"/>
                    </a:lnTo>
                    <a:cubicBezTo>
                      <a:pt x="101463" y="49447"/>
                      <a:pt x="97652" y="53257"/>
                      <a:pt x="92986" y="53257"/>
                    </a:cubicBezTo>
                    <a:lnTo>
                      <a:pt x="60449" y="53257"/>
                    </a:lnTo>
                    <a:lnTo>
                      <a:pt x="60449" y="66143"/>
                    </a:lnTo>
                    <a:lnTo>
                      <a:pt x="95084" y="66143"/>
                    </a:lnTo>
                    <a:cubicBezTo>
                      <a:pt x="99707" y="66143"/>
                      <a:pt x="103518" y="69954"/>
                      <a:pt x="103518" y="74577"/>
                    </a:cubicBezTo>
                    <a:lnTo>
                      <a:pt x="103518" y="74791"/>
                    </a:lnTo>
                    <a:cubicBezTo>
                      <a:pt x="103518" y="79458"/>
                      <a:pt x="99707" y="83268"/>
                      <a:pt x="95084" y="83268"/>
                    </a:cubicBezTo>
                    <a:lnTo>
                      <a:pt x="60449" y="83268"/>
                    </a:lnTo>
                    <a:cubicBezTo>
                      <a:pt x="60449" y="83268"/>
                      <a:pt x="53985" y="95255"/>
                      <a:pt x="40585" y="95255"/>
                    </a:cubicBezTo>
                    <a:cubicBezTo>
                      <a:pt x="37074" y="95255"/>
                      <a:pt x="44866" y="88790"/>
                      <a:pt x="43325" y="83268"/>
                    </a:cubicBezTo>
                    <a:lnTo>
                      <a:pt x="8434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53" y="66143"/>
                      <a:pt x="8434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46" y="53257"/>
                    </a:lnTo>
                    <a:cubicBezTo>
                      <a:pt x="6122" y="53257"/>
                      <a:pt x="2312" y="49447"/>
                      <a:pt x="2312" y="44823"/>
                    </a:cubicBezTo>
                    <a:lnTo>
                      <a:pt x="2312" y="44566"/>
                    </a:lnTo>
                    <a:cubicBezTo>
                      <a:pt x="2312" y="39729"/>
                      <a:pt x="6122" y="36133"/>
                      <a:pt x="10746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34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53" y="6165"/>
                      <a:pt x="8434" y="6165"/>
                    </a:cubicBezTo>
                    <a:lnTo>
                      <a:pt x="43539" y="6165"/>
                    </a:lnTo>
                    <a:cubicBezTo>
                      <a:pt x="44524" y="2868"/>
                      <a:pt x="47649" y="0"/>
                      <a:pt x="51716" y="0"/>
                    </a:cubicBezTo>
                    <a:lnTo>
                      <a:pt x="52016" y="0"/>
                    </a:lnTo>
                    <a:cubicBezTo>
                      <a:pt x="55826" y="0"/>
                      <a:pt x="59165" y="2826"/>
                      <a:pt x="60150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425002" y="6306332"/>
                <a:ext cx="213114" cy="70253"/>
              </a:xfrm>
              <a:custGeom>
                <a:avLst/>
                <a:gdLst>
                  <a:gd name="connsiteX0" fmla="*/ 206221 w 213114"/>
                  <a:gd name="connsiteY0" fmla="*/ 6422 h 70253"/>
                  <a:gd name="connsiteX1" fmla="*/ 190339 w 213114"/>
                  <a:gd name="connsiteY1" fmla="*/ 0 h 70253"/>
                  <a:gd name="connsiteX2" fmla="*/ 8434 w 213114"/>
                  <a:gd name="connsiteY2" fmla="*/ 0 h 70253"/>
                  <a:gd name="connsiteX3" fmla="*/ 0 w 213114"/>
                  <a:gd name="connsiteY3" fmla="*/ 8477 h 70253"/>
                  <a:gd name="connsiteX4" fmla="*/ 0 w 213114"/>
                  <a:gd name="connsiteY4" fmla="*/ 8990 h 70253"/>
                  <a:gd name="connsiteX5" fmla="*/ 8434 w 213114"/>
                  <a:gd name="connsiteY5" fmla="*/ 17424 h 70253"/>
                  <a:gd name="connsiteX6" fmla="*/ 190339 w 213114"/>
                  <a:gd name="connsiteY6" fmla="*/ 17424 h 70253"/>
                  <a:gd name="connsiteX7" fmla="*/ 195433 w 213114"/>
                  <a:gd name="connsiteY7" fmla="*/ 22818 h 70253"/>
                  <a:gd name="connsiteX8" fmla="*/ 195433 w 213114"/>
                  <a:gd name="connsiteY8" fmla="*/ 47692 h 70253"/>
                  <a:gd name="connsiteX9" fmla="*/ 190339 w 213114"/>
                  <a:gd name="connsiteY9" fmla="*/ 53129 h 70253"/>
                  <a:gd name="connsiteX10" fmla="*/ 8434 w 213114"/>
                  <a:gd name="connsiteY10" fmla="*/ 53129 h 70253"/>
                  <a:gd name="connsiteX11" fmla="*/ 0 w 213114"/>
                  <a:gd name="connsiteY11" fmla="*/ 61563 h 70253"/>
                  <a:gd name="connsiteX12" fmla="*/ 0 w 213114"/>
                  <a:gd name="connsiteY12" fmla="*/ 62076 h 70253"/>
                  <a:gd name="connsiteX13" fmla="*/ 8434 w 213114"/>
                  <a:gd name="connsiteY13" fmla="*/ 70253 h 70253"/>
                  <a:gd name="connsiteX14" fmla="*/ 190339 w 213114"/>
                  <a:gd name="connsiteY14" fmla="*/ 70253 h 70253"/>
                  <a:gd name="connsiteX15" fmla="*/ 206221 w 213114"/>
                  <a:gd name="connsiteY15" fmla="*/ 63575 h 70253"/>
                  <a:gd name="connsiteX16" fmla="*/ 213114 w 213114"/>
                  <a:gd name="connsiteY16" fmla="*/ 47649 h 70253"/>
                  <a:gd name="connsiteX17" fmla="*/ 213114 w 213114"/>
                  <a:gd name="connsiteY17" fmla="*/ 22776 h 70253"/>
                  <a:gd name="connsiteX18" fmla="*/ 206221 w 213114"/>
                  <a:gd name="connsiteY18" fmla="*/ 6422 h 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114" h="70253">
                    <a:moveTo>
                      <a:pt x="206221" y="6422"/>
                    </a:moveTo>
                    <a:cubicBezTo>
                      <a:pt x="201855" y="2055"/>
                      <a:pt x="196460" y="0"/>
                      <a:pt x="190339" y="0"/>
                    </a:cubicBezTo>
                    <a:lnTo>
                      <a:pt x="8434" y="0"/>
                    </a:lnTo>
                    <a:cubicBezTo>
                      <a:pt x="3810" y="0"/>
                      <a:pt x="0" y="3596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853" y="17424"/>
                      <a:pt x="8434" y="17424"/>
                    </a:cubicBezTo>
                    <a:lnTo>
                      <a:pt x="190339" y="17424"/>
                    </a:lnTo>
                    <a:cubicBezTo>
                      <a:pt x="193378" y="17424"/>
                      <a:pt x="195433" y="19736"/>
                      <a:pt x="195433" y="22818"/>
                    </a:cubicBezTo>
                    <a:lnTo>
                      <a:pt x="195433" y="47692"/>
                    </a:lnTo>
                    <a:cubicBezTo>
                      <a:pt x="195433" y="50817"/>
                      <a:pt x="193378" y="53129"/>
                      <a:pt x="190339" y="53129"/>
                    </a:cubicBezTo>
                    <a:lnTo>
                      <a:pt x="8434" y="53129"/>
                    </a:lnTo>
                    <a:cubicBezTo>
                      <a:pt x="3810" y="53129"/>
                      <a:pt x="0" y="56682"/>
                      <a:pt x="0" y="61563"/>
                    </a:cubicBezTo>
                    <a:lnTo>
                      <a:pt x="0" y="62076"/>
                    </a:lnTo>
                    <a:cubicBezTo>
                      <a:pt x="0" y="66400"/>
                      <a:pt x="3853" y="70253"/>
                      <a:pt x="8434" y="70253"/>
                    </a:cubicBezTo>
                    <a:lnTo>
                      <a:pt x="190339" y="70253"/>
                    </a:lnTo>
                    <a:cubicBezTo>
                      <a:pt x="196460" y="70253"/>
                      <a:pt x="201855" y="67941"/>
                      <a:pt x="206221" y="63575"/>
                    </a:cubicBezTo>
                    <a:cubicBezTo>
                      <a:pt x="210802" y="59465"/>
                      <a:pt x="213114" y="53814"/>
                      <a:pt x="213114" y="47649"/>
                    </a:cubicBezTo>
                    <a:lnTo>
                      <a:pt x="213114" y="22776"/>
                    </a:lnTo>
                    <a:cubicBezTo>
                      <a:pt x="213157" y="16397"/>
                      <a:pt x="210845" y="11259"/>
                      <a:pt x="206221" y="6422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7" name="任意多边形: 形状 46"/>
              <p:cNvSpPr/>
              <p:nvPr>
                <p:custDataLst>
                  <p:tags r:id="rId14"/>
                </p:custDataLst>
              </p:nvPr>
            </p:nvSpPr>
            <p:spPr>
              <a:xfrm>
                <a:off x="11435405" y="6332961"/>
                <a:ext cx="175911" cy="17466"/>
              </a:xfrm>
              <a:custGeom>
                <a:avLst/>
                <a:gdLst>
                  <a:gd name="connsiteX0" fmla="*/ 175911 w 175911"/>
                  <a:gd name="connsiteY0" fmla="*/ 0 h 17466"/>
                  <a:gd name="connsiteX1" fmla="*/ 8220 w 175911"/>
                  <a:gd name="connsiteY1" fmla="*/ 0 h 17466"/>
                  <a:gd name="connsiteX2" fmla="*/ 0 w 175911"/>
                  <a:gd name="connsiteY2" fmla="*/ 8477 h 17466"/>
                  <a:gd name="connsiteX3" fmla="*/ 0 w 175911"/>
                  <a:gd name="connsiteY3" fmla="*/ 8990 h 17466"/>
                  <a:gd name="connsiteX4" fmla="*/ 8220 w 175911"/>
                  <a:gd name="connsiteY4" fmla="*/ 17467 h 17466"/>
                  <a:gd name="connsiteX5" fmla="*/ 175911 w 175911"/>
                  <a:gd name="connsiteY5" fmla="*/ 17467 h 17466"/>
                  <a:gd name="connsiteX6" fmla="*/ 175911 w 175911"/>
                  <a:gd name="connsiteY6" fmla="*/ 0 h 1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5911" h="17466">
                    <a:moveTo>
                      <a:pt x="175911" y="0"/>
                    </a:moveTo>
                    <a:lnTo>
                      <a:pt x="8220" y="0"/>
                    </a:lnTo>
                    <a:cubicBezTo>
                      <a:pt x="3596" y="0"/>
                      <a:pt x="0" y="4110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596" y="17467"/>
                      <a:pt x="8220" y="17467"/>
                    </a:cubicBezTo>
                    <a:lnTo>
                      <a:pt x="175911" y="17467"/>
                    </a:lnTo>
                    <a:lnTo>
                      <a:pt x="175911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8" name="任意多边形: 形状 47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471067" y="6381937"/>
                <a:ext cx="125693" cy="59165"/>
              </a:xfrm>
              <a:custGeom>
                <a:avLst/>
                <a:gdLst>
                  <a:gd name="connsiteX0" fmla="*/ 27142 w 125693"/>
                  <a:gd name="connsiteY0" fmla="*/ 59122 h 59165"/>
                  <a:gd name="connsiteX1" fmla="*/ 6679 w 125693"/>
                  <a:gd name="connsiteY1" fmla="*/ 50988 h 59165"/>
                  <a:gd name="connsiteX2" fmla="*/ 0 w 125693"/>
                  <a:gd name="connsiteY2" fmla="*/ 31552 h 59165"/>
                  <a:gd name="connsiteX3" fmla="*/ 0 w 125693"/>
                  <a:gd name="connsiteY3" fmla="*/ 8434 h 59165"/>
                  <a:gd name="connsiteX4" fmla="*/ 8477 w 125693"/>
                  <a:gd name="connsiteY4" fmla="*/ 0 h 59165"/>
                  <a:gd name="connsiteX5" fmla="*/ 8990 w 125693"/>
                  <a:gd name="connsiteY5" fmla="*/ 0 h 59165"/>
                  <a:gd name="connsiteX6" fmla="*/ 17424 w 125693"/>
                  <a:gd name="connsiteY6" fmla="*/ 8434 h 59165"/>
                  <a:gd name="connsiteX7" fmla="*/ 17424 w 125693"/>
                  <a:gd name="connsiteY7" fmla="*/ 31552 h 59165"/>
                  <a:gd name="connsiteX8" fmla="*/ 19736 w 125693"/>
                  <a:gd name="connsiteY8" fmla="*/ 39001 h 59165"/>
                  <a:gd name="connsiteX9" fmla="*/ 27142 w 125693"/>
                  <a:gd name="connsiteY9" fmla="*/ 42041 h 59165"/>
                  <a:gd name="connsiteX10" fmla="*/ 117217 w 125693"/>
                  <a:gd name="connsiteY10" fmla="*/ 42041 h 59165"/>
                  <a:gd name="connsiteX11" fmla="*/ 125694 w 125693"/>
                  <a:gd name="connsiteY11" fmla="*/ 50474 h 59165"/>
                  <a:gd name="connsiteX12" fmla="*/ 125694 w 125693"/>
                  <a:gd name="connsiteY12" fmla="*/ 50774 h 59165"/>
                  <a:gd name="connsiteX13" fmla="*/ 117217 w 125693"/>
                  <a:gd name="connsiteY13" fmla="*/ 59165 h 59165"/>
                  <a:gd name="connsiteX14" fmla="*/ 27142 w 125693"/>
                  <a:gd name="connsiteY14" fmla="*/ 59165 h 5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5693" h="59165">
                    <a:moveTo>
                      <a:pt x="27142" y="59122"/>
                    </a:moveTo>
                    <a:cubicBezTo>
                      <a:pt x="17938" y="59122"/>
                      <a:pt x="10746" y="56297"/>
                      <a:pt x="6679" y="50988"/>
                    </a:cubicBezTo>
                    <a:cubicBezTo>
                      <a:pt x="2312" y="45637"/>
                      <a:pt x="0" y="39472"/>
                      <a:pt x="0" y="31552"/>
                    </a:cubicBezTo>
                    <a:lnTo>
                      <a:pt x="0" y="8434"/>
                    </a:lnTo>
                    <a:cubicBezTo>
                      <a:pt x="0" y="3596"/>
                      <a:pt x="3896" y="0"/>
                      <a:pt x="8477" y="0"/>
                    </a:cubicBezTo>
                    <a:lnTo>
                      <a:pt x="8990" y="0"/>
                    </a:lnTo>
                    <a:cubicBezTo>
                      <a:pt x="13614" y="0"/>
                      <a:pt x="17424" y="3596"/>
                      <a:pt x="17424" y="8434"/>
                    </a:cubicBezTo>
                    <a:lnTo>
                      <a:pt x="17424" y="31552"/>
                    </a:lnTo>
                    <a:cubicBezTo>
                      <a:pt x="17424" y="34634"/>
                      <a:pt x="17938" y="36903"/>
                      <a:pt x="19736" y="39001"/>
                    </a:cubicBezTo>
                    <a:cubicBezTo>
                      <a:pt x="21234" y="41056"/>
                      <a:pt x="23846" y="42041"/>
                      <a:pt x="27142" y="42041"/>
                    </a:cubicBezTo>
                    <a:lnTo>
                      <a:pt x="117217" y="42041"/>
                    </a:lnTo>
                    <a:cubicBezTo>
                      <a:pt x="121584" y="42041"/>
                      <a:pt x="125694" y="45637"/>
                      <a:pt x="125694" y="50474"/>
                    </a:cubicBezTo>
                    <a:lnTo>
                      <a:pt x="125694" y="50774"/>
                    </a:lnTo>
                    <a:cubicBezTo>
                      <a:pt x="125694" y="55355"/>
                      <a:pt x="121584" y="59165"/>
                      <a:pt x="117217" y="59165"/>
                    </a:cubicBezTo>
                    <a:lnTo>
                      <a:pt x="27142" y="59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16"/>
                </p:custDataLst>
              </p:nvPr>
            </p:nvSpPr>
            <p:spPr>
              <a:xfrm>
                <a:off x="11535155" y="6381937"/>
                <a:ext cx="17167" cy="35362"/>
              </a:xfrm>
              <a:custGeom>
                <a:avLst/>
                <a:gdLst>
                  <a:gd name="connsiteX0" fmla="*/ 17167 w 17167"/>
                  <a:gd name="connsiteY0" fmla="*/ 26928 h 35362"/>
                  <a:gd name="connsiteX1" fmla="*/ 8734 w 17167"/>
                  <a:gd name="connsiteY1" fmla="*/ 35362 h 35362"/>
                  <a:gd name="connsiteX2" fmla="*/ 8477 w 17167"/>
                  <a:gd name="connsiteY2" fmla="*/ 35362 h 35362"/>
                  <a:gd name="connsiteX3" fmla="*/ 0 w 17167"/>
                  <a:gd name="connsiteY3" fmla="*/ 26928 h 35362"/>
                  <a:gd name="connsiteX4" fmla="*/ 0 w 17167"/>
                  <a:gd name="connsiteY4" fmla="*/ 8434 h 35362"/>
                  <a:gd name="connsiteX5" fmla="*/ 8477 w 17167"/>
                  <a:gd name="connsiteY5" fmla="*/ 0 h 35362"/>
                  <a:gd name="connsiteX6" fmla="*/ 8734 w 17167"/>
                  <a:gd name="connsiteY6" fmla="*/ 0 h 35362"/>
                  <a:gd name="connsiteX7" fmla="*/ 17167 w 17167"/>
                  <a:gd name="connsiteY7" fmla="*/ 8434 h 35362"/>
                  <a:gd name="connsiteX8" fmla="*/ 17167 w 17167"/>
                  <a:gd name="connsiteY8" fmla="*/ 26928 h 3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67" h="35362">
                    <a:moveTo>
                      <a:pt x="17167" y="26928"/>
                    </a:moveTo>
                    <a:cubicBezTo>
                      <a:pt x="17167" y="31252"/>
                      <a:pt x="13314" y="35362"/>
                      <a:pt x="8734" y="35362"/>
                    </a:cubicBezTo>
                    <a:lnTo>
                      <a:pt x="8477" y="35362"/>
                    </a:lnTo>
                    <a:cubicBezTo>
                      <a:pt x="3596" y="35362"/>
                      <a:pt x="0" y="31252"/>
                      <a:pt x="0" y="26928"/>
                    </a:cubicBezTo>
                    <a:lnTo>
                      <a:pt x="0" y="8434"/>
                    </a:lnTo>
                    <a:cubicBezTo>
                      <a:pt x="0" y="3596"/>
                      <a:pt x="3596" y="0"/>
                      <a:pt x="8477" y="0"/>
                    </a:cubicBezTo>
                    <a:lnTo>
                      <a:pt x="8734" y="0"/>
                    </a:lnTo>
                    <a:cubicBezTo>
                      <a:pt x="13314" y="0"/>
                      <a:pt x="17167" y="3596"/>
                      <a:pt x="17167" y="8434"/>
                    </a:cubicBezTo>
                    <a:lnTo>
                      <a:pt x="17167" y="26928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17"/>
                </p:custDataLst>
              </p:nvPr>
            </p:nvSpPr>
            <p:spPr>
              <a:xfrm>
                <a:off x="10946201" y="6323156"/>
                <a:ext cx="25936" cy="42972"/>
              </a:xfrm>
              <a:custGeom>
                <a:avLst/>
                <a:gdLst>
                  <a:gd name="connsiteX0" fmla="*/ 10746 w 25936"/>
                  <a:gd name="connsiteY0" fmla="*/ 4967 h 42972"/>
                  <a:gd name="connsiteX1" fmla="*/ 20721 w 25936"/>
                  <a:gd name="connsiteY1" fmla="*/ 472 h 42972"/>
                  <a:gd name="connsiteX2" fmla="*/ 20936 w 25936"/>
                  <a:gd name="connsiteY2" fmla="*/ 514 h 42972"/>
                  <a:gd name="connsiteX3" fmla="*/ 25474 w 25936"/>
                  <a:gd name="connsiteY3" fmla="*/ 10532 h 42972"/>
                  <a:gd name="connsiteX4" fmla="*/ 15284 w 25936"/>
                  <a:gd name="connsiteY4" fmla="*/ 37889 h 42972"/>
                  <a:gd name="connsiteX5" fmla="*/ 5309 w 25936"/>
                  <a:gd name="connsiteY5" fmla="*/ 42427 h 42972"/>
                  <a:gd name="connsiteX6" fmla="*/ 5095 w 25936"/>
                  <a:gd name="connsiteY6" fmla="*/ 42341 h 42972"/>
                  <a:gd name="connsiteX7" fmla="*/ 515 w 25936"/>
                  <a:gd name="connsiteY7" fmla="*/ 32366 h 42972"/>
                  <a:gd name="connsiteX8" fmla="*/ 10746 w 25936"/>
                  <a:gd name="connsiteY8" fmla="*/ 4967 h 42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36" h="42972">
                    <a:moveTo>
                      <a:pt x="10746" y="4967"/>
                    </a:moveTo>
                    <a:cubicBezTo>
                      <a:pt x="12159" y="1199"/>
                      <a:pt x="16783" y="-1027"/>
                      <a:pt x="20721" y="472"/>
                    </a:cubicBezTo>
                    <a:lnTo>
                      <a:pt x="20936" y="514"/>
                    </a:lnTo>
                    <a:cubicBezTo>
                      <a:pt x="25131" y="2141"/>
                      <a:pt x="26843" y="6765"/>
                      <a:pt x="25474" y="10532"/>
                    </a:cubicBezTo>
                    <a:lnTo>
                      <a:pt x="15284" y="37889"/>
                    </a:lnTo>
                    <a:cubicBezTo>
                      <a:pt x="13700" y="42041"/>
                      <a:pt x="9505" y="44011"/>
                      <a:pt x="5309" y="42427"/>
                    </a:cubicBezTo>
                    <a:lnTo>
                      <a:pt x="5095" y="42341"/>
                    </a:lnTo>
                    <a:cubicBezTo>
                      <a:pt x="1157" y="40885"/>
                      <a:pt x="-1069" y="36562"/>
                      <a:pt x="515" y="32366"/>
                    </a:cubicBezTo>
                    <a:lnTo>
                      <a:pt x="10746" y="4967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18"/>
                </p:custDataLst>
              </p:nvPr>
            </p:nvSpPr>
            <p:spPr>
              <a:xfrm>
                <a:off x="11602904" y="6379644"/>
                <a:ext cx="36248" cy="56807"/>
              </a:xfrm>
              <a:custGeom>
                <a:avLst/>
                <a:gdLst>
                  <a:gd name="connsiteX0" fmla="*/ 35512 w 36248"/>
                  <a:gd name="connsiteY0" fmla="*/ 44805 h 56807"/>
                  <a:gd name="connsiteX1" fmla="*/ 31402 w 36248"/>
                  <a:gd name="connsiteY1" fmla="*/ 55850 h 56807"/>
                  <a:gd name="connsiteX2" fmla="*/ 31146 w 36248"/>
                  <a:gd name="connsiteY2" fmla="*/ 55850 h 56807"/>
                  <a:gd name="connsiteX3" fmla="*/ 19801 w 36248"/>
                  <a:gd name="connsiteY3" fmla="*/ 51954 h 56807"/>
                  <a:gd name="connsiteX4" fmla="*/ 835 w 36248"/>
                  <a:gd name="connsiteY4" fmla="*/ 12054 h 56807"/>
                  <a:gd name="connsiteX5" fmla="*/ 4688 w 36248"/>
                  <a:gd name="connsiteY5" fmla="*/ 752 h 56807"/>
                  <a:gd name="connsiteX6" fmla="*/ 11367 w 36248"/>
                  <a:gd name="connsiteY6" fmla="*/ 238 h 56807"/>
                  <a:gd name="connsiteX7" fmla="*/ 16204 w 36248"/>
                  <a:gd name="connsiteY7" fmla="*/ 4562 h 56807"/>
                  <a:gd name="connsiteX8" fmla="*/ 35512 w 36248"/>
                  <a:gd name="connsiteY8" fmla="*/ 44805 h 5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48" h="56807">
                    <a:moveTo>
                      <a:pt x="35512" y="44805"/>
                    </a:moveTo>
                    <a:cubicBezTo>
                      <a:pt x="37310" y="48914"/>
                      <a:pt x="35769" y="53795"/>
                      <a:pt x="31402" y="55850"/>
                    </a:cubicBezTo>
                    <a:lnTo>
                      <a:pt x="31146" y="55850"/>
                    </a:lnTo>
                    <a:cubicBezTo>
                      <a:pt x="26993" y="58162"/>
                      <a:pt x="21898" y="56064"/>
                      <a:pt x="19801" y="51954"/>
                    </a:cubicBezTo>
                    <a:lnTo>
                      <a:pt x="835" y="12054"/>
                    </a:lnTo>
                    <a:cubicBezTo>
                      <a:pt x="-1177" y="7987"/>
                      <a:pt x="578" y="2807"/>
                      <a:pt x="4688" y="752"/>
                    </a:cubicBezTo>
                    <a:cubicBezTo>
                      <a:pt x="6743" y="24"/>
                      <a:pt x="9055" y="-233"/>
                      <a:pt x="11367" y="238"/>
                    </a:cubicBezTo>
                    <a:cubicBezTo>
                      <a:pt x="13636" y="1009"/>
                      <a:pt x="15220" y="2550"/>
                      <a:pt x="16204" y="4562"/>
                    </a:cubicBezTo>
                    <a:lnTo>
                      <a:pt x="35512" y="4480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8" name="图形 4"/>
            <p:cNvGrpSpPr/>
            <p:nvPr userDrawn="1"/>
          </p:nvGrpSpPr>
          <p:grpSpPr>
            <a:xfrm>
              <a:off x="11180773" y="6490398"/>
              <a:ext cx="690075" cy="74375"/>
              <a:chOff x="10903348" y="6477706"/>
              <a:chExt cx="738021" cy="79543"/>
            </a:xfrm>
            <a:solidFill>
              <a:srgbClr val="A5A7AA"/>
            </a:solidFill>
          </p:grpSpPr>
          <p:grpSp>
            <p:nvGrpSpPr>
              <p:cNvPr id="9" name="图形 4"/>
              <p:cNvGrpSpPr/>
              <p:nvPr/>
            </p:nvGrpSpPr>
            <p:grpSpPr>
              <a:xfrm>
                <a:off x="10903348" y="6477706"/>
                <a:ext cx="60834" cy="79371"/>
                <a:chOff x="10903348" y="6477706"/>
                <a:chExt cx="60834" cy="79371"/>
              </a:xfrm>
              <a:solidFill>
                <a:srgbClr val="A5A7AA"/>
              </a:solidFill>
            </p:grpSpPr>
            <p:sp>
              <p:nvSpPr>
                <p:cNvPr id="34" name="任意多边形: 形状 33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10903905" y="6478305"/>
                  <a:ext cx="59807" cy="78173"/>
                </a:xfrm>
                <a:custGeom>
                  <a:avLst/>
                  <a:gdLst>
                    <a:gd name="connsiteX0" fmla="*/ 35705 w 59807"/>
                    <a:gd name="connsiteY0" fmla="*/ 7149 h 78173"/>
                    <a:gd name="connsiteX1" fmla="*/ 14684 w 59807"/>
                    <a:gd name="connsiteY1" fmla="*/ 13100 h 78173"/>
                    <a:gd name="connsiteX2" fmla="*/ 8177 w 59807"/>
                    <a:gd name="connsiteY2" fmla="*/ 32066 h 78173"/>
                    <a:gd name="connsiteX3" fmla="*/ 20806 w 59807"/>
                    <a:gd name="connsiteY3" fmla="*/ 59979 h 78173"/>
                    <a:gd name="connsiteX4" fmla="*/ 53386 w 59807"/>
                    <a:gd name="connsiteY4" fmla="*/ 71024 h 78173"/>
                    <a:gd name="connsiteX5" fmla="*/ 58609 w 59807"/>
                    <a:gd name="connsiteY5" fmla="*/ 71837 h 78173"/>
                    <a:gd name="connsiteX6" fmla="*/ 59807 w 59807"/>
                    <a:gd name="connsiteY6" fmla="*/ 74577 h 78173"/>
                    <a:gd name="connsiteX7" fmla="*/ 58480 w 59807"/>
                    <a:gd name="connsiteY7" fmla="*/ 77360 h 78173"/>
                    <a:gd name="connsiteX8" fmla="*/ 54456 w 59807"/>
                    <a:gd name="connsiteY8" fmla="*/ 78173 h 78173"/>
                    <a:gd name="connsiteX9" fmla="*/ 15198 w 59807"/>
                    <a:gd name="connsiteY9" fmla="*/ 65159 h 78173"/>
                    <a:gd name="connsiteX10" fmla="*/ 0 w 59807"/>
                    <a:gd name="connsiteY10" fmla="*/ 32151 h 78173"/>
                    <a:gd name="connsiteX11" fmla="*/ 3082 w 59807"/>
                    <a:gd name="connsiteY11" fmla="*/ 17082 h 78173"/>
                    <a:gd name="connsiteX12" fmla="*/ 11602 w 59807"/>
                    <a:gd name="connsiteY12" fmla="*/ 5951 h 78173"/>
                    <a:gd name="connsiteX13" fmla="*/ 21577 w 59807"/>
                    <a:gd name="connsiteY13" fmla="*/ 1327 h 78173"/>
                    <a:gd name="connsiteX14" fmla="*/ 39943 w 59807"/>
                    <a:gd name="connsiteY14" fmla="*/ 0 h 78173"/>
                    <a:gd name="connsiteX15" fmla="*/ 53642 w 59807"/>
                    <a:gd name="connsiteY15" fmla="*/ 0 h 78173"/>
                    <a:gd name="connsiteX16" fmla="*/ 56939 w 59807"/>
                    <a:gd name="connsiteY16" fmla="*/ 942 h 78173"/>
                    <a:gd name="connsiteX17" fmla="*/ 58095 w 59807"/>
                    <a:gd name="connsiteY17" fmla="*/ 3639 h 78173"/>
                    <a:gd name="connsiteX18" fmla="*/ 56939 w 59807"/>
                    <a:gd name="connsiteY18" fmla="*/ 6250 h 78173"/>
                    <a:gd name="connsiteX19" fmla="*/ 53642 w 59807"/>
                    <a:gd name="connsiteY19" fmla="*/ 7149 h 78173"/>
                    <a:gd name="connsiteX20" fmla="*/ 35705 w 59807"/>
                    <a:gd name="connsiteY20" fmla="*/ 7149 h 7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9807" h="78173">
                      <a:moveTo>
                        <a:pt x="35705" y="7149"/>
                      </a:moveTo>
                      <a:cubicBezTo>
                        <a:pt x="26072" y="7149"/>
                        <a:pt x="19051" y="9162"/>
                        <a:pt x="14684" y="13100"/>
                      </a:cubicBezTo>
                      <a:cubicBezTo>
                        <a:pt x="10360" y="16996"/>
                        <a:pt x="8177" y="23375"/>
                        <a:pt x="8177" y="32066"/>
                      </a:cubicBezTo>
                      <a:cubicBezTo>
                        <a:pt x="8177" y="43325"/>
                        <a:pt x="12372" y="52572"/>
                        <a:pt x="20806" y="59979"/>
                      </a:cubicBezTo>
                      <a:cubicBezTo>
                        <a:pt x="29197" y="67342"/>
                        <a:pt x="40071" y="71024"/>
                        <a:pt x="53386" y="71024"/>
                      </a:cubicBezTo>
                      <a:cubicBezTo>
                        <a:pt x="56083" y="71024"/>
                        <a:pt x="57838" y="71323"/>
                        <a:pt x="58609" y="71837"/>
                      </a:cubicBezTo>
                      <a:cubicBezTo>
                        <a:pt x="59379" y="72351"/>
                        <a:pt x="59807" y="73293"/>
                        <a:pt x="59807" y="74577"/>
                      </a:cubicBezTo>
                      <a:cubicBezTo>
                        <a:pt x="59807" y="75861"/>
                        <a:pt x="59336" y="76761"/>
                        <a:pt x="58480" y="77360"/>
                      </a:cubicBezTo>
                      <a:cubicBezTo>
                        <a:pt x="57624" y="77959"/>
                        <a:pt x="56254" y="78173"/>
                        <a:pt x="54456" y="78173"/>
                      </a:cubicBezTo>
                      <a:cubicBezTo>
                        <a:pt x="38402" y="78173"/>
                        <a:pt x="25301" y="73849"/>
                        <a:pt x="15198" y="65159"/>
                      </a:cubicBezTo>
                      <a:cubicBezTo>
                        <a:pt x="5052" y="56468"/>
                        <a:pt x="0" y="45508"/>
                        <a:pt x="0" y="32151"/>
                      </a:cubicBezTo>
                      <a:cubicBezTo>
                        <a:pt x="0" y="26757"/>
                        <a:pt x="1027" y="21705"/>
                        <a:pt x="3082" y="17082"/>
                      </a:cubicBezTo>
                      <a:cubicBezTo>
                        <a:pt x="5137" y="12415"/>
                        <a:pt x="7963" y="8691"/>
                        <a:pt x="11602" y="5951"/>
                      </a:cubicBezTo>
                      <a:cubicBezTo>
                        <a:pt x="14342" y="3810"/>
                        <a:pt x="17681" y="2269"/>
                        <a:pt x="21577" y="1327"/>
                      </a:cubicBezTo>
                      <a:cubicBezTo>
                        <a:pt x="25473" y="428"/>
                        <a:pt x="31595" y="0"/>
                        <a:pt x="39943" y="0"/>
                      </a:cubicBezTo>
                      <a:lnTo>
                        <a:pt x="53642" y="0"/>
                      </a:lnTo>
                      <a:cubicBezTo>
                        <a:pt x="55098" y="0"/>
                        <a:pt x="56168" y="342"/>
                        <a:pt x="56939" y="942"/>
                      </a:cubicBezTo>
                      <a:cubicBezTo>
                        <a:pt x="57709" y="1627"/>
                        <a:pt x="58095" y="2526"/>
                        <a:pt x="58095" y="3639"/>
                      </a:cubicBezTo>
                      <a:cubicBezTo>
                        <a:pt x="58095" y="4752"/>
                        <a:pt x="57709" y="5608"/>
                        <a:pt x="56939" y="6250"/>
                      </a:cubicBezTo>
                      <a:cubicBezTo>
                        <a:pt x="56125" y="6850"/>
                        <a:pt x="55012" y="7149"/>
                        <a:pt x="53642" y="7149"/>
                      </a:cubicBezTo>
                      <a:lnTo>
                        <a:pt x="35705" y="7149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5" name="任意多边形: 形状 34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0903348" y="6477706"/>
                  <a:ext cx="60834" cy="79371"/>
                </a:xfrm>
                <a:custGeom>
                  <a:avLst/>
                  <a:gdLst>
                    <a:gd name="connsiteX0" fmla="*/ 54970 w 60834"/>
                    <a:gd name="connsiteY0" fmla="*/ 79372 h 79371"/>
                    <a:gd name="connsiteX1" fmla="*/ 15369 w 60834"/>
                    <a:gd name="connsiteY1" fmla="*/ 66229 h 79371"/>
                    <a:gd name="connsiteX2" fmla="*/ 0 w 60834"/>
                    <a:gd name="connsiteY2" fmla="*/ 32793 h 79371"/>
                    <a:gd name="connsiteX3" fmla="*/ 3125 w 60834"/>
                    <a:gd name="connsiteY3" fmla="*/ 17467 h 79371"/>
                    <a:gd name="connsiteX4" fmla="*/ 11816 w 60834"/>
                    <a:gd name="connsiteY4" fmla="*/ 6079 h 79371"/>
                    <a:gd name="connsiteX5" fmla="*/ 22005 w 60834"/>
                    <a:gd name="connsiteY5" fmla="*/ 1370 h 79371"/>
                    <a:gd name="connsiteX6" fmla="*/ 40499 w 60834"/>
                    <a:gd name="connsiteY6" fmla="*/ 0 h 79371"/>
                    <a:gd name="connsiteX7" fmla="*/ 54199 w 60834"/>
                    <a:gd name="connsiteY7" fmla="*/ 0 h 79371"/>
                    <a:gd name="connsiteX8" fmla="*/ 57881 w 60834"/>
                    <a:gd name="connsiteY8" fmla="*/ 1070 h 79371"/>
                    <a:gd name="connsiteX9" fmla="*/ 59251 w 60834"/>
                    <a:gd name="connsiteY9" fmla="*/ 4195 h 79371"/>
                    <a:gd name="connsiteX10" fmla="*/ 57881 w 60834"/>
                    <a:gd name="connsiteY10" fmla="*/ 7235 h 79371"/>
                    <a:gd name="connsiteX11" fmla="*/ 54199 w 60834"/>
                    <a:gd name="connsiteY11" fmla="*/ 8305 h 79371"/>
                    <a:gd name="connsiteX12" fmla="*/ 36261 w 60834"/>
                    <a:gd name="connsiteY12" fmla="*/ 8305 h 79371"/>
                    <a:gd name="connsiteX13" fmla="*/ 15626 w 60834"/>
                    <a:gd name="connsiteY13" fmla="*/ 14128 h 79371"/>
                    <a:gd name="connsiteX14" fmla="*/ 9290 w 60834"/>
                    <a:gd name="connsiteY14" fmla="*/ 32665 h 79371"/>
                    <a:gd name="connsiteX15" fmla="*/ 21705 w 60834"/>
                    <a:gd name="connsiteY15" fmla="*/ 60150 h 79371"/>
                    <a:gd name="connsiteX16" fmla="*/ 53899 w 60834"/>
                    <a:gd name="connsiteY16" fmla="*/ 71024 h 79371"/>
                    <a:gd name="connsiteX17" fmla="*/ 59422 w 60834"/>
                    <a:gd name="connsiteY17" fmla="*/ 71923 h 79371"/>
                    <a:gd name="connsiteX18" fmla="*/ 60835 w 60834"/>
                    <a:gd name="connsiteY18" fmla="*/ 75134 h 79371"/>
                    <a:gd name="connsiteX19" fmla="*/ 59251 w 60834"/>
                    <a:gd name="connsiteY19" fmla="*/ 78387 h 79371"/>
                    <a:gd name="connsiteX20" fmla="*/ 54970 w 60834"/>
                    <a:gd name="connsiteY20" fmla="*/ 79372 h 79371"/>
                    <a:gd name="connsiteX21" fmla="*/ 40499 w 60834"/>
                    <a:gd name="connsiteY21" fmla="*/ 1156 h 79371"/>
                    <a:gd name="connsiteX22" fmla="*/ 22262 w 60834"/>
                    <a:gd name="connsiteY22" fmla="*/ 2483 h 79371"/>
                    <a:gd name="connsiteX23" fmla="*/ 12501 w 60834"/>
                    <a:gd name="connsiteY23" fmla="*/ 6978 h 79371"/>
                    <a:gd name="connsiteX24" fmla="*/ 4153 w 60834"/>
                    <a:gd name="connsiteY24" fmla="*/ 17895 h 79371"/>
                    <a:gd name="connsiteX25" fmla="*/ 1113 w 60834"/>
                    <a:gd name="connsiteY25" fmla="*/ 32751 h 79371"/>
                    <a:gd name="connsiteX26" fmla="*/ 16097 w 60834"/>
                    <a:gd name="connsiteY26" fmla="*/ 65330 h 79371"/>
                    <a:gd name="connsiteX27" fmla="*/ 54970 w 60834"/>
                    <a:gd name="connsiteY27" fmla="*/ 78173 h 79371"/>
                    <a:gd name="connsiteX28" fmla="*/ 58651 w 60834"/>
                    <a:gd name="connsiteY28" fmla="*/ 77446 h 79371"/>
                    <a:gd name="connsiteX29" fmla="*/ 59722 w 60834"/>
                    <a:gd name="connsiteY29" fmla="*/ 75134 h 79371"/>
                    <a:gd name="connsiteX30" fmla="*/ 58780 w 60834"/>
                    <a:gd name="connsiteY30" fmla="*/ 72865 h 79371"/>
                    <a:gd name="connsiteX31" fmla="*/ 53899 w 60834"/>
                    <a:gd name="connsiteY31" fmla="*/ 72137 h 79371"/>
                    <a:gd name="connsiteX32" fmla="*/ 20935 w 60834"/>
                    <a:gd name="connsiteY32" fmla="*/ 60963 h 79371"/>
                    <a:gd name="connsiteX33" fmla="*/ 8134 w 60834"/>
                    <a:gd name="connsiteY33" fmla="*/ 32622 h 79371"/>
                    <a:gd name="connsiteX34" fmla="*/ 14855 w 60834"/>
                    <a:gd name="connsiteY34" fmla="*/ 13229 h 79371"/>
                    <a:gd name="connsiteX35" fmla="*/ 36261 w 60834"/>
                    <a:gd name="connsiteY35" fmla="*/ 7107 h 79371"/>
                    <a:gd name="connsiteX36" fmla="*/ 54199 w 60834"/>
                    <a:gd name="connsiteY36" fmla="*/ 7107 h 79371"/>
                    <a:gd name="connsiteX37" fmla="*/ 57196 w 60834"/>
                    <a:gd name="connsiteY37" fmla="*/ 6293 h 79371"/>
                    <a:gd name="connsiteX38" fmla="*/ 58138 w 60834"/>
                    <a:gd name="connsiteY38" fmla="*/ 4153 h 79371"/>
                    <a:gd name="connsiteX39" fmla="*/ 57153 w 60834"/>
                    <a:gd name="connsiteY39" fmla="*/ 1884 h 79371"/>
                    <a:gd name="connsiteX40" fmla="*/ 54199 w 60834"/>
                    <a:gd name="connsiteY40" fmla="*/ 1070 h 79371"/>
                    <a:gd name="connsiteX41" fmla="*/ 40499 w 60834"/>
                    <a:gd name="connsiteY41" fmla="*/ 1070 h 79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0834" h="79371">
                      <a:moveTo>
                        <a:pt x="54970" y="79372"/>
                      </a:moveTo>
                      <a:cubicBezTo>
                        <a:pt x="38830" y="79372"/>
                        <a:pt x="25515" y="74962"/>
                        <a:pt x="15369" y="66229"/>
                      </a:cubicBezTo>
                      <a:cubicBezTo>
                        <a:pt x="5180" y="57495"/>
                        <a:pt x="0" y="46236"/>
                        <a:pt x="0" y="32793"/>
                      </a:cubicBezTo>
                      <a:cubicBezTo>
                        <a:pt x="0" y="27314"/>
                        <a:pt x="1070" y="22133"/>
                        <a:pt x="3125" y="17467"/>
                      </a:cubicBezTo>
                      <a:cubicBezTo>
                        <a:pt x="5180" y="12758"/>
                        <a:pt x="8134" y="8905"/>
                        <a:pt x="11816" y="6079"/>
                      </a:cubicBezTo>
                      <a:cubicBezTo>
                        <a:pt x="14599" y="3939"/>
                        <a:pt x="18024" y="2355"/>
                        <a:pt x="22005" y="1370"/>
                      </a:cubicBezTo>
                      <a:cubicBezTo>
                        <a:pt x="25901" y="471"/>
                        <a:pt x="32151" y="0"/>
                        <a:pt x="40499" y="0"/>
                      </a:cubicBezTo>
                      <a:lnTo>
                        <a:pt x="54199" y="0"/>
                      </a:lnTo>
                      <a:cubicBezTo>
                        <a:pt x="55740" y="0"/>
                        <a:pt x="56982" y="342"/>
                        <a:pt x="57881" y="1070"/>
                      </a:cubicBezTo>
                      <a:cubicBezTo>
                        <a:pt x="58823" y="1884"/>
                        <a:pt x="59251" y="2911"/>
                        <a:pt x="59251" y="4195"/>
                      </a:cubicBezTo>
                      <a:cubicBezTo>
                        <a:pt x="59251" y="5480"/>
                        <a:pt x="58780" y="6507"/>
                        <a:pt x="57881" y="7235"/>
                      </a:cubicBezTo>
                      <a:cubicBezTo>
                        <a:pt x="56896" y="7963"/>
                        <a:pt x="55655" y="8305"/>
                        <a:pt x="54199" y="8305"/>
                      </a:cubicBezTo>
                      <a:lnTo>
                        <a:pt x="36261" y="8305"/>
                      </a:lnTo>
                      <a:cubicBezTo>
                        <a:pt x="26800" y="8305"/>
                        <a:pt x="19864" y="10275"/>
                        <a:pt x="15626" y="14128"/>
                      </a:cubicBezTo>
                      <a:cubicBezTo>
                        <a:pt x="11431" y="17895"/>
                        <a:pt x="9290" y="24146"/>
                        <a:pt x="9290" y="32665"/>
                      </a:cubicBezTo>
                      <a:cubicBezTo>
                        <a:pt x="9290" y="43796"/>
                        <a:pt x="13357" y="52786"/>
                        <a:pt x="21705" y="60150"/>
                      </a:cubicBezTo>
                      <a:cubicBezTo>
                        <a:pt x="29925" y="67385"/>
                        <a:pt x="40756" y="71024"/>
                        <a:pt x="53899" y="71024"/>
                      </a:cubicBezTo>
                      <a:cubicBezTo>
                        <a:pt x="56725" y="71024"/>
                        <a:pt x="58523" y="71323"/>
                        <a:pt x="59422" y="71923"/>
                      </a:cubicBezTo>
                      <a:cubicBezTo>
                        <a:pt x="60064" y="72351"/>
                        <a:pt x="60835" y="73293"/>
                        <a:pt x="60835" y="75134"/>
                      </a:cubicBezTo>
                      <a:cubicBezTo>
                        <a:pt x="60835" y="76546"/>
                        <a:pt x="60321" y="77660"/>
                        <a:pt x="59251" y="78387"/>
                      </a:cubicBezTo>
                      <a:cubicBezTo>
                        <a:pt x="58394" y="79072"/>
                        <a:pt x="57025" y="79372"/>
                        <a:pt x="54970" y="79372"/>
                      </a:cubicBezTo>
                      <a:close/>
                      <a:moveTo>
                        <a:pt x="40499" y="1156"/>
                      </a:moveTo>
                      <a:cubicBezTo>
                        <a:pt x="32237" y="1156"/>
                        <a:pt x="26072" y="1584"/>
                        <a:pt x="22262" y="2483"/>
                      </a:cubicBezTo>
                      <a:cubicBezTo>
                        <a:pt x="18452" y="3425"/>
                        <a:pt x="15155" y="4923"/>
                        <a:pt x="12501" y="6978"/>
                      </a:cubicBezTo>
                      <a:cubicBezTo>
                        <a:pt x="8948" y="9675"/>
                        <a:pt x="6122" y="13357"/>
                        <a:pt x="4153" y="17895"/>
                      </a:cubicBezTo>
                      <a:cubicBezTo>
                        <a:pt x="2141" y="22433"/>
                        <a:pt x="1113" y="27442"/>
                        <a:pt x="1113" y="32751"/>
                      </a:cubicBezTo>
                      <a:cubicBezTo>
                        <a:pt x="1113" y="46022"/>
                        <a:pt x="5994" y="56682"/>
                        <a:pt x="16097" y="65330"/>
                      </a:cubicBezTo>
                      <a:cubicBezTo>
                        <a:pt x="26029" y="73849"/>
                        <a:pt x="39087" y="78173"/>
                        <a:pt x="54970" y="78173"/>
                      </a:cubicBezTo>
                      <a:cubicBezTo>
                        <a:pt x="56768" y="78173"/>
                        <a:pt x="57966" y="77916"/>
                        <a:pt x="58651" y="77446"/>
                      </a:cubicBezTo>
                      <a:cubicBezTo>
                        <a:pt x="59379" y="76932"/>
                        <a:pt x="59722" y="76204"/>
                        <a:pt x="59722" y="75134"/>
                      </a:cubicBezTo>
                      <a:cubicBezTo>
                        <a:pt x="59722" y="74063"/>
                        <a:pt x="59422" y="73293"/>
                        <a:pt x="58780" y="72865"/>
                      </a:cubicBezTo>
                      <a:cubicBezTo>
                        <a:pt x="58394" y="72608"/>
                        <a:pt x="57239" y="72137"/>
                        <a:pt x="53899" y="72137"/>
                      </a:cubicBezTo>
                      <a:cubicBezTo>
                        <a:pt x="40457" y="72137"/>
                        <a:pt x="29368" y="68370"/>
                        <a:pt x="20935" y="60963"/>
                      </a:cubicBezTo>
                      <a:cubicBezTo>
                        <a:pt x="12458" y="53471"/>
                        <a:pt x="8134" y="43924"/>
                        <a:pt x="8134" y="32622"/>
                      </a:cubicBezTo>
                      <a:cubicBezTo>
                        <a:pt x="8134" y="23760"/>
                        <a:pt x="10403" y="17253"/>
                        <a:pt x="14855" y="13229"/>
                      </a:cubicBezTo>
                      <a:cubicBezTo>
                        <a:pt x="19308" y="9162"/>
                        <a:pt x="26500" y="7107"/>
                        <a:pt x="36261" y="7107"/>
                      </a:cubicBezTo>
                      <a:lnTo>
                        <a:pt x="54199" y="7107"/>
                      </a:lnTo>
                      <a:cubicBezTo>
                        <a:pt x="55440" y="7107"/>
                        <a:pt x="56425" y="6850"/>
                        <a:pt x="57196" y="6293"/>
                      </a:cubicBezTo>
                      <a:cubicBezTo>
                        <a:pt x="57838" y="5780"/>
                        <a:pt x="58138" y="5095"/>
                        <a:pt x="58138" y="4153"/>
                      </a:cubicBezTo>
                      <a:cubicBezTo>
                        <a:pt x="58138" y="3211"/>
                        <a:pt x="57838" y="2440"/>
                        <a:pt x="57153" y="1884"/>
                      </a:cubicBezTo>
                      <a:cubicBezTo>
                        <a:pt x="56468" y="1370"/>
                        <a:pt x="55483" y="1070"/>
                        <a:pt x="54199" y="1070"/>
                      </a:cubicBezTo>
                      <a:lnTo>
                        <a:pt x="40499" y="107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0" name="图形 4"/>
              <p:cNvGrpSpPr/>
              <p:nvPr/>
            </p:nvGrpSpPr>
            <p:grpSpPr>
              <a:xfrm>
                <a:off x="11005067" y="6477749"/>
                <a:ext cx="8305" cy="78772"/>
                <a:chOff x="11005067" y="6477749"/>
                <a:chExt cx="8305" cy="78772"/>
              </a:xfrm>
              <a:solidFill>
                <a:srgbClr val="A5A7AA"/>
              </a:solidFill>
            </p:grpSpPr>
            <p:sp>
              <p:nvSpPr>
                <p:cNvPr id="32" name="任意多边形: 形状 31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11005667" y="6478305"/>
                  <a:ext cx="7149" cy="77659"/>
                </a:xfrm>
                <a:custGeom>
                  <a:avLst/>
                  <a:gdLst>
                    <a:gd name="connsiteX0" fmla="*/ 7149 w 7149"/>
                    <a:gd name="connsiteY0" fmla="*/ 73250 h 77659"/>
                    <a:gd name="connsiteX1" fmla="*/ 6208 w 7149"/>
                    <a:gd name="connsiteY1" fmla="*/ 76546 h 77659"/>
                    <a:gd name="connsiteX2" fmla="*/ 3553 w 7149"/>
                    <a:gd name="connsiteY2" fmla="*/ 77660 h 77659"/>
                    <a:gd name="connsiteX3" fmla="*/ 899 w 7149"/>
                    <a:gd name="connsiteY3" fmla="*/ 76546 h 77659"/>
                    <a:gd name="connsiteX4" fmla="*/ 0 w 7149"/>
                    <a:gd name="connsiteY4" fmla="*/ 73250 h 77659"/>
                    <a:gd name="connsiteX5" fmla="*/ 0 w 7149"/>
                    <a:gd name="connsiteY5" fmla="*/ 4452 h 77659"/>
                    <a:gd name="connsiteX6" fmla="*/ 899 w 7149"/>
                    <a:gd name="connsiteY6" fmla="*/ 1113 h 77659"/>
                    <a:gd name="connsiteX7" fmla="*/ 3553 w 7149"/>
                    <a:gd name="connsiteY7" fmla="*/ 0 h 77659"/>
                    <a:gd name="connsiteX8" fmla="*/ 6208 w 7149"/>
                    <a:gd name="connsiteY8" fmla="*/ 1156 h 77659"/>
                    <a:gd name="connsiteX9" fmla="*/ 7149 w 7149"/>
                    <a:gd name="connsiteY9" fmla="*/ 4452 h 77659"/>
                    <a:gd name="connsiteX10" fmla="*/ 7149 w 7149"/>
                    <a:gd name="connsiteY10" fmla="*/ 73250 h 77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49" h="77659">
                      <a:moveTo>
                        <a:pt x="7149" y="73250"/>
                      </a:moveTo>
                      <a:cubicBezTo>
                        <a:pt x="7149" y="74663"/>
                        <a:pt x="6850" y="75776"/>
                        <a:pt x="6208" y="76546"/>
                      </a:cubicBezTo>
                      <a:cubicBezTo>
                        <a:pt x="5608" y="77317"/>
                        <a:pt x="4709" y="77660"/>
                        <a:pt x="3553" y="77660"/>
                      </a:cubicBezTo>
                      <a:cubicBezTo>
                        <a:pt x="2397" y="77660"/>
                        <a:pt x="1498" y="77317"/>
                        <a:pt x="899" y="76546"/>
                      </a:cubicBezTo>
                      <a:cubicBezTo>
                        <a:pt x="300" y="75819"/>
                        <a:pt x="0" y="74706"/>
                        <a:pt x="0" y="73250"/>
                      </a:cubicBezTo>
                      <a:lnTo>
                        <a:pt x="0" y="4452"/>
                      </a:lnTo>
                      <a:cubicBezTo>
                        <a:pt x="0" y="2997"/>
                        <a:pt x="300" y="1884"/>
                        <a:pt x="899" y="1113"/>
                      </a:cubicBezTo>
                      <a:cubicBezTo>
                        <a:pt x="1498" y="385"/>
                        <a:pt x="2397" y="0"/>
                        <a:pt x="3553" y="0"/>
                      </a:cubicBezTo>
                      <a:cubicBezTo>
                        <a:pt x="4709" y="0"/>
                        <a:pt x="5608" y="385"/>
                        <a:pt x="6208" y="1156"/>
                      </a:cubicBezTo>
                      <a:cubicBezTo>
                        <a:pt x="6850" y="1927"/>
                        <a:pt x="7149" y="3040"/>
                        <a:pt x="7149" y="4452"/>
                      </a:cubicBezTo>
                      <a:lnTo>
                        <a:pt x="7149" y="7325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3" name="任意多边形: 形状 32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1005067" y="6477749"/>
                  <a:ext cx="8305" cy="78772"/>
                </a:xfrm>
                <a:custGeom>
                  <a:avLst/>
                  <a:gdLst>
                    <a:gd name="connsiteX0" fmla="*/ 4153 w 8305"/>
                    <a:gd name="connsiteY0" fmla="*/ 78773 h 78772"/>
                    <a:gd name="connsiteX1" fmla="*/ 1027 w 8305"/>
                    <a:gd name="connsiteY1" fmla="*/ 77446 h 78772"/>
                    <a:gd name="connsiteX2" fmla="*/ 0 w 8305"/>
                    <a:gd name="connsiteY2" fmla="*/ 73764 h 78772"/>
                    <a:gd name="connsiteX3" fmla="*/ 0 w 8305"/>
                    <a:gd name="connsiteY3" fmla="*/ 5009 h 78772"/>
                    <a:gd name="connsiteX4" fmla="*/ 1027 w 8305"/>
                    <a:gd name="connsiteY4" fmla="*/ 1327 h 78772"/>
                    <a:gd name="connsiteX5" fmla="*/ 4153 w 8305"/>
                    <a:gd name="connsiteY5" fmla="*/ 0 h 78772"/>
                    <a:gd name="connsiteX6" fmla="*/ 7235 w 8305"/>
                    <a:gd name="connsiteY6" fmla="*/ 1370 h 78772"/>
                    <a:gd name="connsiteX7" fmla="*/ 8305 w 8305"/>
                    <a:gd name="connsiteY7" fmla="*/ 5009 h 78772"/>
                    <a:gd name="connsiteX8" fmla="*/ 8305 w 8305"/>
                    <a:gd name="connsiteY8" fmla="*/ 73807 h 78772"/>
                    <a:gd name="connsiteX9" fmla="*/ 7192 w 8305"/>
                    <a:gd name="connsiteY9" fmla="*/ 77488 h 78772"/>
                    <a:gd name="connsiteX10" fmla="*/ 4153 w 8305"/>
                    <a:gd name="connsiteY10" fmla="*/ 78773 h 78772"/>
                    <a:gd name="connsiteX11" fmla="*/ 4153 w 8305"/>
                    <a:gd name="connsiteY11" fmla="*/ 1113 h 78772"/>
                    <a:gd name="connsiteX12" fmla="*/ 1927 w 8305"/>
                    <a:gd name="connsiteY12" fmla="*/ 2012 h 78772"/>
                    <a:gd name="connsiteX13" fmla="*/ 1113 w 8305"/>
                    <a:gd name="connsiteY13" fmla="*/ 4966 h 78772"/>
                    <a:gd name="connsiteX14" fmla="*/ 1113 w 8305"/>
                    <a:gd name="connsiteY14" fmla="*/ 73764 h 78772"/>
                    <a:gd name="connsiteX15" fmla="*/ 1884 w 8305"/>
                    <a:gd name="connsiteY15" fmla="*/ 76718 h 78772"/>
                    <a:gd name="connsiteX16" fmla="*/ 4110 w 8305"/>
                    <a:gd name="connsiteY16" fmla="*/ 77617 h 78772"/>
                    <a:gd name="connsiteX17" fmla="*/ 6293 w 8305"/>
                    <a:gd name="connsiteY17" fmla="*/ 76718 h 78772"/>
                    <a:gd name="connsiteX18" fmla="*/ 7107 w 8305"/>
                    <a:gd name="connsiteY18" fmla="*/ 73807 h 78772"/>
                    <a:gd name="connsiteX19" fmla="*/ 7107 w 8305"/>
                    <a:gd name="connsiteY19" fmla="*/ 5009 h 78772"/>
                    <a:gd name="connsiteX20" fmla="*/ 6293 w 8305"/>
                    <a:gd name="connsiteY20" fmla="*/ 2098 h 78772"/>
                    <a:gd name="connsiteX21" fmla="*/ 4153 w 8305"/>
                    <a:gd name="connsiteY21" fmla="*/ 1113 h 78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305" h="78772">
                      <a:moveTo>
                        <a:pt x="4153" y="78773"/>
                      </a:moveTo>
                      <a:cubicBezTo>
                        <a:pt x="2740" y="78773"/>
                        <a:pt x="1755" y="78345"/>
                        <a:pt x="1027" y="77446"/>
                      </a:cubicBezTo>
                      <a:cubicBezTo>
                        <a:pt x="342" y="76632"/>
                        <a:pt x="0" y="75391"/>
                        <a:pt x="0" y="73764"/>
                      </a:cubicBezTo>
                      <a:lnTo>
                        <a:pt x="0" y="5009"/>
                      </a:lnTo>
                      <a:cubicBezTo>
                        <a:pt x="0" y="3425"/>
                        <a:pt x="342" y="2183"/>
                        <a:pt x="1027" y="1327"/>
                      </a:cubicBezTo>
                      <a:cubicBezTo>
                        <a:pt x="1755" y="428"/>
                        <a:pt x="2783" y="0"/>
                        <a:pt x="4153" y="0"/>
                      </a:cubicBezTo>
                      <a:cubicBezTo>
                        <a:pt x="5480" y="0"/>
                        <a:pt x="6550" y="471"/>
                        <a:pt x="7235" y="1370"/>
                      </a:cubicBezTo>
                      <a:cubicBezTo>
                        <a:pt x="7963" y="2226"/>
                        <a:pt x="8305" y="3425"/>
                        <a:pt x="8305" y="5009"/>
                      </a:cubicBezTo>
                      <a:lnTo>
                        <a:pt x="8305" y="73807"/>
                      </a:lnTo>
                      <a:cubicBezTo>
                        <a:pt x="8305" y="75433"/>
                        <a:pt x="7920" y="76632"/>
                        <a:pt x="7192" y="77488"/>
                      </a:cubicBezTo>
                      <a:cubicBezTo>
                        <a:pt x="6550" y="78302"/>
                        <a:pt x="5480" y="78773"/>
                        <a:pt x="4153" y="78773"/>
                      </a:cubicBezTo>
                      <a:close/>
                      <a:moveTo>
                        <a:pt x="4153" y="1113"/>
                      </a:moveTo>
                      <a:cubicBezTo>
                        <a:pt x="3168" y="1113"/>
                        <a:pt x="2440" y="1413"/>
                        <a:pt x="1927" y="2012"/>
                      </a:cubicBezTo>
                      <a:cubicBezTo>
                        <a:pt x="1413" y="2654"/>
                        <a:pt x="1113" y="3682"/>
                        <a:pt x="1113" y="4966"/>
                      </a:cubicBezTo>
                      <a:lnTo>
                        <a:pt x="1113" y="73764"/>
                      </a:lnTo>
                      <a:cubicBezTo>
                        <a:pt x="1113" y="75048"/>
                        <a:pt x="1370" y="76076"/>
                        <a:pt x="1884" y="76718"/>
                      </a:cubicBezTo>
                      <a:cubicBezTo>
                        <a:pt x="2355" y="77317"/>
                        <a:pt x="3082" y="77617"/>
                        <a:pt x="4110" y="77617"/>
                      </a:cubicBezTo>
                      <a:cubicBezTo>
                        <a:pt x="5095" y="77617"/>
                        <a:pt x="5822" y="77317"/>
                        <a:pt x="6293" y="76718"/>
                      </a:cubicBezTo>
                      <a:cubicBezTo>
                        <a:pt x="6850" y="76076"/>
                        <a:pt x="7107" y="75091"/>
                        <a:pt x="7107" y="73807"/>
                      </a:cubicBezTo>
                      <a:lnTo>
                        <a:pt x="7107" y="5009"/>
                      </a:lnTo>
                      <a:cubicBezTo>
                        <a:pt x="7107" y="3725"/>
                        <a:pt x="6850" y="2740"/>
                        <a:pt x="6293" y="2098"/>
                      </a:cubicBezTo>
                      <a:cubicBezTo>
                        <a:pt x="5865" y="1456"/>
                        <a:pt x="5137" y="1113"/>
                        <a:pt x="4153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1" name="图形 4"/>
              <p:cNvGrpSpPr/>
              <p:nvPr/>
            </p:nvGrpSpPr>
            <p:grpSpPr>
              <a:xfrm>
                <a:off x="11056184" y="6496714"/>
                <a:ext cx="54284" cy="60363"/>
                <a:chOff x="11056184" y="6496714"/>
                <a:chExt cx="54284" cy="60363"/>
              </a:xfrm>
              <a:solidFill>
                <a:srgbClr val="A5A7AA"/>
              </a:solidFill>
            </p:grpSpPr>
            <p:sp>
              <p:nvSpPr>
                <p:cNvPr id="30" name="任意多边形: 形状 29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1056740" y="6497313"/>
                  <a:ext cx="53128" cy="59207"/>
                </a:xfrm>
                <a:custGeom>
                  <a:avLst/>
                  <a:gdLst>
                    <a:gd name="connsiteX0" fmla="*/ 0 w 53128"/>
                    <a:gd name="connsiteY0" fmla="*/ 29754 h 59207"/>
                    <a:gd name="connsiteX1" fmla="*/ 7492 w 53128"/>
                    <a:gd name="connsiteY1" fmla="*/ 8305 h 59207"/>
                    <a:gd name="connsiteX2" fmla="*/ 26629 w 53128"/>
                    <a:gd name="connsiteY2" fmla="*/ 0 h 59207"/>
                    <a:gd name="connsiteX3" fmla="*/ 45680 w 53128"/>
                    <a:gd name="connsiteY3" fmla="*/ 8305 h 59207"/>
                    <a:gd name="connsiteX4" fmla="*/ 53129 w 53128"/>
                    <a:gd name="connsiteY4" fmla="*/ 29754 h 59207"/>
                    <a:gd name="connsiteX5" fmla="*/ 45680 w 53128"/>
                    <a:gd name="connsiteY5" fmla="*/ 50988 h 59207"/>
                    <a:gd name="connsiteX6" fmla="*/ 26586 w 53128"/>
                    <a:gd name="connsiteY6" fmla="*/ 59208 h 59207"/>
                    <a:gd name="connsiteX7" fmla="*/ 7449 w 53128"/>
                    <a:gd name="connsiteY7" fmla="*/ 50945 h 59207"/>
                    <a:gd name="connsiteX8" fmla="*/ 0 w 53128"/>
                    <a:gd name="connsiteY8" fmla="*/ 29754 h 59207"/>
                    <a:gd name="connsiteX9" fmla="*/ 26629 w 53128"/>
                    <a:gd name="connsiteY9" fmla="*/ 6379 h 59207"/>
                    <a:gd name="connsiteX10" fmla="*/ 12715 w 53128"/>
                    <a:gd name="connsiteY10" fmla="*/ 12886 h 59207"/>
                    <a:gd name="connsiteX11" fmla="*/ 7278 w 53128"/>
                    <a:gd name="connsiteY11" fmla="*/ 29625 h 59207"/>
                    <a:gd name="connsiteX12" fmla="*/ 12758 w 53128"/>
                    <a:gd name="connsiteY12" fmla="*/ 46365 h 59207"/>
                    <a:gd name="connsiteX13" fmla="*/ 26543 w 53128"/>
                    <a:gd name="connsiteY13" fmla="*/ 52872 h 59207"/>
                    <a:gd name="connsiteX14" fmla="*/ 40457 w 53128"/>
                    <a:gd name="connsiteY14" fmla="*/ 46365 h 59207"/>
                    <a:gd name="connsiteX15" fmla="*/ 45979 w 53128"/>
                    <a:gd name="connsiteY15" fmla="*/ 29625 h 59207"/>
                    <a:gd name="connsiteX16" fmla="*/ 40499 w 53128"/>
                    <a:gd name="connsiteY16" fmla="*/ 12886 h 59207"/>
                    <a:gd name="connsiteX17" fmla="*/ 26629 w 53128"/>
                    <a:gd name="connsiteY17" fmla="*/ 6379 h 5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128" h="59207">
                      <a:moveTo>
                        <a:pt x="0" y="29754"/>
                      </a:moveTo>
                      <a:cubicBezTo>
                        <a:pt x="0" y="21063"/>
                        <a:pt x="2483" y="13871"/>
                        <a:pt x="7492" y="8305"/>
                      </a:cubicBezTo>
                      <a:cubicBezTo>
                        <a:pt x="12501" y="2783"/>
                        <a:pt x="18880" y="0"/>
                        <a:pt x="26629" y="0"/>
                      </a:cubicBezTo>
                      <a:cubicBezTo>
                        <a:pt x="34377" y="0"/>
                        <a:pt x="40713" y="2783"/>
                        <a:pt x="45680" y="8305"/>
                      </a:cubicBezTo>
                      <a:cubicBezTo>
                        <a:pt x="50646" y="13871"/>
                        <a:pt x="53129" y="21063"/>
                        <a:pt x="53129" y="29754"/>
                      </a:cubicBezTo>
                      <a:cubicBezTo>
                        <a:pt x="53129" y="38359"/>
                        <a:pt x="50688" y="45466"/>
                        <a:pt x="45680" y="50988"/>
                      </a:cubicBezTo>
                      <a:cubicBezTo>
                        <a:pt x="40713" y="56468"/>
                        <a:pt x="34377" y="59208"/>
                        <a:pt x="26586" y="59208"/>
                      </a:cubicBezTo>
                      <a:cubicBezTo>
                        <a:pt x="18794" y="59208"/>
                        <a:pt x="12415" y="56468"/>
                        <a:pt x="7449" y="50945"/>
                      </a:cubicBezTo>
                      <a:cubicBezTo>
                        <a:pt x="2483" y="45380"/>
                        <a:pt x="0" y="38359"/>
                        <a:pt x="0" y="29754"/>
                      </a:cubicBezTo>
                      <a:close/>
                      <a:moveTo>
                        <a:pt x="26629" y="6379"/>
                      </a:moveTo>
                      <a:cubicBezTo>
                        <a:pt x="20935" y="6379"/>
                        <a:pt x="16311" y="8519"/>
                        <a:pt x="12715" y="12886"/>
                      </a:cubicBezTo>
                      <a:cubicBezTo>
                        <a:pt x="9076" y="17167"/>
                        <a:pt x="7278" y="22733"/>
                        <a:pt x="7278" y="29625"/>
                      </a:cubicBezTo>
                      <a:cubicBezTo>
                        <a:pt x="7278" y="36475"/>
                        <a:pt x="9076" y="42083"/>
                        <a:pt x="12758" y="46365"/>
                      </a:cubicBezTo>
                      <a:cubicBezTo>
                        <a:pt x="16397" y="50731"/>
                        <a:pt x="20977" y="52872"/>
                        <a:pt x="26543" y="52872"/>
                      </a:cubicBezTo>
                      <a:cubicBezTo>
                        <a:pt x="32194" y="52872"/>
                        <a:pt x="36860" y="50689"/>
                        <a:pt x="40457" y="46365"/>
                      </a:cubicBezTo>
                      <a:cubicBezTo>
                        <a:pt x="44138" y="41998"/>
                        <a:pt x="45979" y="36475"/>
                        <a:pt x="45979" y="29625"/>
                      </a:cubicBezTo>
                      <a:cubicBezTo>
                        <a:pt x="45979" y="22818"/>
                        <a:pt x="44138" y="17253"/>
                        <a:pt x="40499" y="12886"/>
                      </a:cubicBezTo>
                      <a:cubicBezTo>
                        <a:pt x="36818" y="8562"/>
                        <a:pt x="32194" y="6379"/>
                        <a:pt x="26629" y="637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任意多边形: 形状 30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11056184" y="6496714"/>
                  <a:ext cx="54284" cy="60363"/>
                </a:xfrm>
                <a:custGeom>
                  <a:avLst/>
                  <a:gdLst>
                    <a:gd name="connsiteX0" fmla="*/ 27185 w 54284"/>
                    <a:gd name="connsiteY0" fmla="*/ 60364 h 60363"/>
                    <a:gd name="connsiteX1" fmla="*/ 7620 w 54284"/>
                    <a:gd name="connsiteY1" fmla="*/ 51887 h 60363"/>
                    <a:gd name="connsiteX2" fmla="*/ 0 w 54284"/>
                    <a:gd name="connsiteY2" fmla="*/ 30353 h 60363"/>
                    <a:gd name="connsiteX3" fmla="*/ 7620 w 54284"/>
                    <a:gd name="connsiteY3" fmla="*/ 8519 h 60363"/>
                    <a:gd name="connsiteX4" fmla="*/ 27185 w 54284"/>
                    <a:gd name="connsiteY4" fmla="*/ 0 h 60363"/>
                    <a:gd name="connsiteX5" fmla="*/ 46664 w 54284"/>
                    <a:gd name="connsiteY5" fmla="*/ 8519 h 60363"/>
                    <a:gd name="connsiteX6" fmla="*/ 54285 w 54284"/>
                    <a:gd name="connsiteY6" fmla="*/ 30353 h 60363"/>
                    <a:gd name="connsiteX7" fmla="*/ 46707 w 54284"/>
                    <a:gd name="connsiteY7" fmla="*/ 51973 h 60363"/>
                    <a:gd name="connsiteX8" fmla="*/ 27185 w 54284"/>
                    <a:gd name="connsiteY8" fmla="*/ 60364 h 60363"/>
                    <a:gd name="connsiteX9" fmla="*/ 27185 w 54284"/>
                    <a:gd name="connsiteY9" fmla="*/ 1156 h 60363"/>
                    <a:gd name="connsiteX10" fmla="*/ 8477 w 54284"/>
                    <a:gd name="connsiteY10" fmla="*/ 9290 h 60363"/>
                    <a:gd name="connsiteX11" fmla="*/ 1156 w 54284"/>
                    <a:gd name="connsiteY11" fmla="*/ 30353 h 60363"/>
                    <a:gd name="connsiteX12" fmla="*/ 8477 w 54284"/>
                    <a:gd name="connsiteY12" fmla="*/ 51117 h 60363"/>
                    <a:gd name="connsiteX13" fmla="*/ 27185 w 54284"/>
                    <a:gd name="connsiteY13" fmla="*/ 59208 h 60363"/>
                    <a:gd name="connsiteX14" fmla="*/ 45851 w 54284"/>
                    <a:gd name="connsiteY14" fmla="*/ 51202 h 60363"/>
                    <a:gd name="connsiteX15" fmla="*/ 53129 w 54284"/>
                    <a:gd name="connsiteY15" fmla="*/ 30353 h 60363"/>
                    <a:gd name="connsiteX16" fmla="*/ 45808 w 54284"/>
                    <a:gd name="connsiteY16" fmla="*/ 9290 h 60363"/>
                    <a:gd name="connsiteX17" fmla="*/ 27185 w 54284"/>
                    <a:gd name="connsiteY17" fmla="*/ 1156 h 60363"/>
                    <a:gd name="connsiteX18" fmla="*/ 27057 w 54284"/>
                    <a:gd name="connsiteY18" fmla="*/ 54028 h 60363"/>
                    <a:gd name="connsiteX19" fmla="*/ 12843 w 54284"/>
                    <a:gd name="connsiteY19" fmla="*/ 47306 h 60363"/>
                    <a:gd name="connsiteX20" fmla="*/ 7235 w 54284"/>
                    <a:gd name="connsiteY20" fmla="*/ 30182 h 60363"/>
                    <a:gd name="connsiteX21" fmla="*/ 12801 w 54284"/>
                    <a:gd name="connsiteY21" fmla="*/ 13057 h 60363"/>
                    <a:gd name="connsiteX22" fmla="*/ 27142 w 54284"/>
                    <a:gd name="connsiteY22" fmla="*/ 6379 h 60363"/>
                    <a:gd name="connsiteX23" fmla="*/ 41441 w 54284"/>
                    <a:gd name="connsiteY23" fmla="*/ 13100 h 60363"/>
                    <a:gd name="connsiteX24" fmla="*/ 47050 w 54284"/>
                    <a:gd name="connsiteY24" fmla="*/ 30225 h 60363"/>
                    <a:gd name="connsiteX25" fmla="*/ 41356 w 54284"/>
                    <a:gd name="connsiteY25" fmla="*/ 47349 h 60363"/>
                    <a:gd name="connsiteX26" fmla="*/ 27057 w 54284"/>
                    <a:gd name="connsiteY26" fmla="*/ 54028 h 60363"/>
                    <a:gd name="connsiteX27" fmla="*/ 27185 w 54284"/>
                    <a:gd name="connsiteY27" fmla="*/ 7535 h 60363"/>
                    <a:gd name="connsiteX28" fmla="*/ 13700 w 54284"/>
                    <a:gd name="connsiteY28" fmla="*/ 13828 h 60363"/>
                    <a:gd name="connsiteX29" fmla="*/ 8391 w 54284"/>
                    <a:gd name="connsiteY29" fmla="*/ 30225 h 60363"/>
                    <a:gd name="connsiteX30" fmla="*/ 13700 w 54284"/>
                    <a:gd name="connsiteY30" fmla="*/ 46579 h 60363"/>
                    <a:gd name="connsiteX31" fmla="*/ 27057 w 54284"/>
                    <a:gd name="connsiteY31" fmla="*/ 52872 h 60363"/>
                    <a:gd name="connsiteX32" fmla="*/ 40542 w 54284"/>
                    <a:gd name="connsiteY32" fmla="*/ 46579 h 60363"/>
                    <a:gd name="connsiteX33" fmla="*/ 45936 w 54284"/>
                    <a:gd name="connsiteY33" fmla="*/ 30182 h 60363"/>
                    <a:gd name="connsiteX34" fmla="*/ 40585 w 54284"/>
                    <a:gd name="connsiteY34" fmla="*/ 13785 h 60363"/>
                    <a:gd name="connsiteX35" fmla="*/ 27185 w 54284"/>
                    <a:gd name="connsiteY35" fmla="*/ 7535 h 60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4284" h="60363">
                      <a:moveTo>
                        <a:pt x="27185" y="60364"/>
                      </a:moveTo>
                      <a:cubicBezTo>
                        <a:pt x="19265" y="60364"/>
                        <a:pt x="12672" y="57538"/>
                        <a:pt x="7620" y="51887"/>
                      </a:cubicBezTo>
                      <a:cubicBezTo>
                        <a:pt x="2569" y="46279"/>
                        <a:pt x="0" y="39044"/>
                        <a:pt x="0" y="30353"/>
                      </a:cubicBezTo>
                      <a:cubicBezTo>
                        <a:pt x="0" y="21534"/>
                        <a:pt x="2569" y="14171"/>
                        <a:pt x="7620" y="8519"/>
                      </a:cubicBezTo>
                      <a:cubicBezTo>
                        <a:pt x="12758" y="2868"/>
                        <a:pt x="19351" y="0"/>
                        <a:pt x="27185" y="0"/>
                      </a:cubicBezTo>
                      <a:cubicBezTo>
                        <a:pt x="35062" y="0"/>
                        <a:pt x="41612" y="2868"/>
                        <a:pt x="46664" y="8519"/>
                      </a:cubicBezTo>
                      <a:cubicBezTo>
                        <a:pt x="51716" y="14171"/>
                        <a:pt x="54285" y="21534"/>
                        <a:pt x="54285" y="30353"/>
                      </a:cubicBezTo>
                      <a:cubicBezTo>
                        <a:pt x="54285" y="39087"/>
                        <a:pt x="51716" y="46365"/>
                        <a:pt x="46707" y="51973"/>
                      </a:cubicBezTo>
                      <a:cubicBezTo>
                        <a:pt x="41655" y="57538"/>
                        <a:pt x="35062" y="60364"/>
                        <a:pt x="27185" y="60364"/>
                      </a:cubicBezTo>
                      <a:close/>
                      <a:moveTo>
                        <a:pt x="27185" y="1156"/>
                      </a:moveTo>
                      <a:cubicBezTo>
                        <a:pt x="19650" y="1156"/>
                        <a:pt x="13357" y="3896"/>
                        <a:pt x="8477" y="9290"/>
                      </a:cubicBezTo>
                      <a:cubicBezTo>
                        <a:pt x="3596" y="14727"/>
                        <a:pt x="1156" y="21791"/>
                        <a:pt x="1156" y="30353"/>
                      </a:cubicBezTo>
                      <a:cubicBezTo>
                        <a:pt x="1156" y="38744"/>
                        <a:pt x="3639" y="45765"/>
                        <a:pt x="8477" y="51117"/>
                      </a:cubicBezTo>
                      <a:cubicBezTo>
                        <a:pt x="13400" y="56554"/>
                        <a:pt x="19522" y="59208"/>
                        <a:pt x="27185" y="59208"/>
                      </a:cubicBezTo>
                      <a:cubicBezTo>
                        <a:pt x="34763" y="59208"/>
                        <a:pt x="41013" y="56511"/>
                        <a:pt x="45851" y="51202"/>
                      </a:cubicBezTo>
                      <a:cubicBezTo>
                        <a:pt x="50688" y="45808"/>
                        <a:pt x="53129" y="38830"/>
                        <a:pt x="53129" y="30353"/>
                      </a:cubicBezTo>
                      <a:cubicBezTo>
                        <a:pt x="53129" y="21834"/>
                        <a:pt x="50688" y="14727"/>
                        <a:pt x="45808" y="9290"/>
                      </a:cubicBezTo>
                      <a:cubicBezTo>
                        <a:pt x="40970" y="3896"/>
                        <a:pt x="34677" y="1156"/>
                        <a:pt x="27185" y="1156"/>
                      </a:cubicBezTo>
                      <a:close/>
                      <a:moveTo>
                        <a:pt x="27057" y="54028"/>
                      </a:moveTo>
                      <a:cubicBezTo>
                        <a:pt x="21320" y="54028"/>
                        <a:pt x="16525" y="51759"/>
                        <a:pt x="12843" y="47306"/>
                      </a:cubicBezTo>
                      <a:cubicBezTo>
                        <a:pt x="9119" y="42940"/>
                        <a:pt x="7235" y="37203"/>
                        <a:pt x="7235" y="30182"/>
                      </a:cubicBezTo>
                      <a:cubicBezTo>
                        <a:pt x="7235" y="23161"/>
                        <a:pt x="9119" y="17424"/>
                        <a:pt x="12801" y="13057"/>
                      </a:cubicBezTo>
                      <a:cubicBezTo>
                        <a:pt x="16482" y="8605"/>
                        <a:pt x="21320" y="6379"/>
                        <a:pt x="27142" y="6379"/>
                      </a:cubicBezTo>
                      <a:cubicBezTo>
                        <a:pt x="32879" y="6379"/>
                        <a:pt x="37674" y="8648"/>
                        <a:pt x="41441" y="13100"/>
                      </a:cubicBezTo>
                      <a:cubicBezTo>
                        <a:pt x="45166" y="17553"/>
                        <a:pt x="47050" y="23289"/>
                        <a:pt x="47050" y="30225"/>
                      </a:cubicBezTo>
                      <a:cubicBezTo>
                        <a:pt x="47050" y="37160"/>
                        <a:pt x="45123" y="42897"/>
                        <a:pt x="41356" y="47349"/>
                      </a:cubicBezTo>
                      <a:cubicBezTo>
                        <a:pt x="37674" y="51802"/>
                        <a:pt x="32836" y="54028"/>
                        <a:pt x="27057" y="54028"/>
                      </a:cubicBezTo>
                      <a:close/>
                      <a:moveTo>
                        <a:pt x="27185" y="7535"/>
                      </a:moveTo>
                      <a:cubicBezTo>
                        <a:pt x="21620" y="7535"/>
                        <a:pt x="17210" y="9590"/>
                        <a:pt x="13700" y="13828"/>
                      </a:cubicBezTo>
                      <a:cubicBezTo>
                        <a:pt x="10189" y="17981"/>
                        <a:pt x="8391" y="23503"/>
                        <a:pt x="8391" y="30225"/>
                      </a:cubicBezTo>
                      <a:cubicBezTo>
                        <a:pt x="8391" y="36946"/>
                        <a:pt x="10189" y="42426"/>
                        <a:pt x="13700" y="46579"/>
                      </a:cubicBezTo>
                      <a:cubicBezTo>
                        <a:pt x="17210" y="50817"/>
                        <a:pt x="21577" y="52872"/>
                        <a:pt x="27057" y="52872"/>
                      </a:cubicBezTo>
                      <a:cubicBezTo>
                        <a:pt x="32494" y="52872"/>
                        <a:pt x="37032" y="50774"/>
                        <a:pt x="40542" y="46579"/>
                      </a:cubicBezTo>
                      <a:cubicBezTo>
                        <a:pt x="44138" y="42340"/>
                        <a:pt x="45936" y="36860"/>
                        <a:pt x="45936" y="30182"/>
                      </a:cubicBezTo>
                      <a:cubicBezTo>
                        <a:pt x="45936" y="23546"/>
                        <a:pt x="44138" y="18066"/>
                        <a:pt x="40585" y="13785"/>
                      </a:cubicBezTo>
                      <a:cubicBezTo>
                        <a:pt x="37074" y="9675"/>
                        <a:pt x="32537" y="7535"/>
                        <a:pt x="27185" y="7535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2" name="图形 4"/>
              <p:cNvGrpSpPr/>
              <p:nvPr/>
            </p:nvGrpSpPr>
            <p:grpSpPr>
              <a:xfrm>
                <a:off x="11152466" y="6497399"/>
                <a:ext cx="47306" cy="59850"/>
                <a:chOff x="11152466" y="6497399"/>
                <a:chExt cx="47306" cy="59850"/>
              </a:xfrm>
              <a:solidFill>
                <a:srgbClr val="A5A7AA"/>
              </a:solidFill>
            </p:grpSpPr>
            <p:sp>
              <p:nvSpPr>
                <p:cNvPr id="28" name="任意多边形: 形状 27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1153023" y="6497870"/>
                  <a:ext cx="46107" cy="58779"/>
                </a:xfrm>
                <a:custGeom>
                  <a:avLst/>
                  <a:gdLst>
                    <a:gd name="connsiteX0" fmla="*/ 38915 w 46107"/>
                    <a:gd name="connsiteY0" fmla="*/ 49404 h 58779"/>
                    <a:gd name="connsiteX1" fmla="*/ 30952 w 46107"/>
                    <a:gd name="connsiteY1" fmla="*/ 56468 h 58779"/>
                    <a:gd name="connsiteX2" fmla="*/ 20507 w 46107"/>
                    <a:gd name="connsiteY2" fmla="*/ 58780 h 58779"/>
                    <a:gd name="connsiteX3" fmla="*/ 5266 w 46107"/>
                    <a:gd name="connsiteY3" fmla="*/ 53043 h 58779"/>
                    <a:gd name="connsiteX4" fmla="*/ 0 w 46107"/>
                    <a:gd name="connsiteY4" fmla="*/ 36347 h 58779"/>
                    <a:gd name="connsiteX5" fmla="*/ 0 w 46107"/>
                    <a:gd name="connsiteY5" fmla="*/ 4624 h 58779"/>
                    <a:gd name="connsiteX6" fmla="*/ 942 w 46107"/>
                    <a:gd name="connsiteY6" fmla="*/ 1199 h 58779"/>
                    <a:gd name="connsiteX7" fmla="*/ 3639 w 46107"/>
                    <a:gd name="connsiteY7" fmla="*/ 43 h 58779"/>
                    <a:gd name="connsiteX8" fmla="*/ 6293 w 46107"/>
                    <a:gd name="connsiteY8" fmla="*/ 1199 h 58779"/>
                    <a:gd name="connsiteX9" fmla="*/ 7192 w 46107"/>
                    <a:gd name="connsiteY9" fmla="*/ 4624 h 58779"/>
                    <a:gd name="connsiteX10" fmla="*/ 7192 w 46107"/>
                    <a:gd name="connsiteY10" fmla="*/ 33050 h 58779"/>
                    <a:gd name="connsiteX11" fmla="*/ 10574 w 46107"/>
                    <a:gd name="connsiteY11" fmla="*/ 48034 h 58779"/>
                    <a:gd name="connsiteX12" fmla="*/ 21748 w 46107"/>
                    <a:gd name="connsiteY12" fmla="*/ 52401 h 58779"/>
                    <a:gd name="connsiteX13" fmla="*/ 34720 w 46107"/>
                    <a:gd name="connsiteY13" fmla="*/ 46322 h 58779"/>
                    <a:gd name="connsiteX14" fmla="*/ 38915 w 46107"/>
                    <a:gd name="connsiteY14" fmla="*/ 27656 h 58779"/>
                    <a:gd name="connsiteX15" fmla="*/ 38915 w 46107"/>
                    <a:gd name="connsiteY15" fmla="*/ 4581 h 58779"/>
                    <a:gd name="connsiteX16" fmla="*/ 39900 w 46107"/>
                    <a:gd name="connsiteY16" fmla="*/ 1156 h 58779"/>
                    <a:gd name="connsiteX17" fmla="*/ 42597 w 46107"/>
                    <a:gd name="connsiteY17" fmla="*/ 0 h 58779"/>
                    <a:gd name="connsiteX18" fmla="*/ 45209 w 46107"/>
                    <a:gd name="connsiteY18" fmla="*/ 1156 h 58779"/>
                    <a:gd name="connsiteX19" fmla="*/ 46108 w 46107"/>
                    <a:gd name="connsiteY19" fmla="*/ 4581 h 58779"/>
                    <a:gd name="connsiteX20" fmla="*/ 46108 w 46107"/>
                    <a:gd name="connsiteY20" fmla="*/ 53471 h 58779"/>
                    <a:gd name="connsiteX21" fmla="*/ 45209 w 46107"/>
                    <a:gd name="connsiteY21" fmla="*/ 56896 h 58779"/>
                    <a:gd name="connsiteX22" fmla="*/ 42597 w 46107"/>
                    <a:gd name="connsiteY22" fmla="*/ 58052 h 58779"/>
                    <a:gd name="connsiteX23" fmla="*/ 39900 w 46107"/>
                    <a:gd name="connsiteY23" fmla="*/ 56853 h 58779"/>
                    <a:gd name="connsiteX24" fmla="*/ 38915 w 46107"/>
                    <a:gd name="connsiteY24" fmla="*/ 53471 h 58779"/>
                    <a:gd name="connsiteX25" fmla="*/ 38915 w 46107"/>
                    <a:gd name="connsiteY25" fmla="*/ 49404 h 58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6107" h="58779">
                      <a:moveTo>
                        <a:pt x="38915" y="49404"/>
                      </a:moveTo>
                      <a:cubicBezTo>
                        <a:pt x="36646" y="52615"/>
                        <a:pt x="33949" y="54970"/>
                        <a:pt x="30952" y="56468"/>
                      </a:cubicBezTo>
                      <a:cubicBezTo>
                        <a:pt x="27913" y="58009"/>
                        <a:pt x="24488" y="58780"/>
                        <a:pt x="20507" y="58780"/>
                      </a:cubicBezTo>
                      <a:cubicBezTo>
                        <a:pt x="13871" y="58780"/>
                        <a:pt x="8776" y="56811"/>
                        <a:pt x="5266" y="53043"/>
                      </a:cubicBezTo>
                      <a:cubicBezTo>
                        <a:pt x="1755" y="49190"/>
                        <a:pt x="0" y="43625"/>
                        <a:pt x="0" y="36347"/>
                      </a:cubicBezTo>
                      <a:lnTo>
                        <a:pt x="0" y="4624"/>
                      </a:lnTo>
                      <a:cubicBezTo>
                        <a:pt x="0" y="3125"/>
                        <a:pt x="300" y="2012"/>
                        <a:pt x="942" y="1199"/>
                      </a:cubicBezTo>
                      <a:cubicBezTo>
                        <a:pt x="1584" y="471"/>
                        <a:pt x="2440" y="43"/>
                        <a:pt x="3639" y="43"/>
                      </a:cubicBezTo>
                      <a:cubicBezTo>
                        <a:pt x="4795" y="43"/>
                        <a:pt x="5651" y="471"/>
                        <a:pt x="6293" y="1199"/>
                      </a:cubicBezTo>
                      <a:cubicBezTo>
                        <a:pt x="6893" y="2012"/>
                        <a:pt x="7192" y="3125"/>
                        <a:pt x="7192" y="4624"/>
                      </a:cubicBezTo>
                      <a:lnTo>
                        <a:pt x="7192" y="33050"/>
                      </a:lnTo>
                      <a:cubicBezTo>
                        <a:pt x="7192" y="40114"/>
                        <a:pt x="8348" y="45123"/>
                        <a:pt x="10574" y="48034"/>
                      </a:cubicBezTo>
                      <a:cubicBezTo>
                        <a:pt x="12843" y="50945"/>
                        <a:pt x="16568" y="52401"/>
                        <a:pt x="21748" y="52401"/>
                      </a:cubicBezTo>
                      <a:cubicBezTo>
                        <a:pt x="27570" y="52401"/>
                        <a:pt x="31894" y="50389"/>
                        <a:pt x="34720" y="46322"/>
                      </a:cubicBezTo>
                      <a:cubicBezTo>
                        <a:pt x="37503" y="42255"/>
                        <a:pt x="38915" y="36047"/>
                        <a:pt x="38915" y="27656"/>
                      </a:cubicBezTo>
                      <a:lnTo>
                        <a:pt x="38915" y="4581"/>
                      </a:lnTo>
                      <a:cubicBezTo>
                        <a:pt x="38915" y="3082"/>
                        <a:pt x="39258" y="1969"/>
                        <a:pt x="39900" y="1156"/>
                      </a:cubicBezTo>
                      <a:cubicBezTo>
                        <a:pt x="40585" y="428"/>
                        <a:pt x="41484" y="0"/>
                        <a:pt x="42597" y="0"/>
                      </a:cubicBezTo>
                      <a:cubicBezTo>
                        <a:pt x="43753" y="0"/>
                        <a:pt x="44609" y="428"/>
                        <a:pt x="45209" y="1156"/>
                      </a:cubicBezTo>
                      <a:cubicBezTo>
                        <a:pt x="45808" y="1969"/>
                        <a:pt x="46108" y="3082"/>
                        <a:pt x="46108" y="4581"/>
                      </a:cubicBezTo>
                      <a:lnTo>
                        <a:pt x="46108" y="53471"/>
                      </a:lnTo>
                      <a:cubicBezTo>
                        <a:pt x="46108" y="54927"/>
                        <a:pt x="45808" y="56083"/>
                        <a:pt x="45209" y="56896"/>
                      </a:cubicBezTo>
                      <a:cubicBezTo>
                        <a:pt x="44609" y="57667"/>
                        <a:pt x="43753" y="58052"/>
                        <a:pt x="42597" y="58052"/>
                      </a:cubicBezTo>
                      <a:cubicBezTo>
                        <a:pt x="41484" y="58052"/>
                        <a:pt x="40542" y="57667"/>
                        <a:pt x="39900" y="56853"/>
                      </a:cubicBezTo>
                      <a:cubicBezTo>
                        <a:pt x="39258" y="56083"/>
                        <a:pt x="38915" y="54970"/>
                        <a:pt x="38915" y="53471"/>
                      </a:cubicBezTo>
                      <a:lnTo>
                        <a:pt x="38915" y="49404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9" name="任意多边形: 形状 28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1152466" y="6497399"/>
                  <a:ext cx="47306" cy="59850"/>
                </a:xfrm>
                <a:custGeom>
                  <a:avLst/>
                  <a:gdLst>
                    <a:gd name="connsiteX0" fmla="*/ 21063 w 47306"/>
                    <a:gd name="connsiteY0" fmla="*/ 59850 h 59850"/>
                    <a:gd name="connsiteX1" fmla="*/ 5394 w 47306"/>
                    <a:gd name="connsiteY1" fmla="*/ 53942 h 59850"/>
                    <a:gd name="connsiteX2" fmla="*/ 0 w 47306"/>
                    <a:gd name="connsiteY2" fmla="*/ 36860 h 59850"/>
                    <a:gd name="connsiteX3" fmla="*/ 0 w 47306"/>
                    <a:gd name="connsiteY3" fmla="*/ 5137 h 59850"/>
                    <a:gd name="connsiteX4" fmla="*/ 1070 w 47306"/>
                    <a:gd name="connsiteY4" fmla="*/ 1370 h 59850"/>
                    <a:gd name="connsiteX5" fmla="*/ 4195 w 47306"/>
                    <a:gd name="connsiteY5" fmla="*/ 0 h 59850"/>
                    <a:gd name="connsiteX6" fmla="*/ 7278 w 47306"/>
                    <a:gd name="connsiteY6" fmla="*/ 1370 h 59850"/>
                    <a:gd name="connsiteX7" fmla="*/ 8305 w 47306"/>
                    <a:gd name="connsiteY7" fmla="*/ 5180 h 59850"/>
                    <a:gd name="connsiteX8" fmla="*/ 8305 w 47306"/>
                    <a:gd name="connsiteY8" fmla="*/ 33607 h 59850"/>
                    <a:gd name="connsiteX9" fmla="*/ 11602 w 47306"/>
                    <a:gd name="connsiteY9" fmla="*/ 48248 h 59850"/>
                    <a:gd name="connsiteX10" fmla="*/ 22347 w 47306"/>
                    <a:gd name="connsiteY10" fmla="*/ 52401 h 59850"/>
                    <a:gd name="connsiteX11" fmla="*/ 34848 w 47306"/>
                    <a:gd name="connsiteY11" fmla="*/ 46579 h 59850"/>
                    <a:gd name="connsiteX12" fmla="*/ 38915 w 47306"/>
                    <a:gd name="connsiteY12" fmla="*/ 28255 h 59850"/>
                    <a:gd name="connsiteX13" fmla="*/ 38915 w 47306"/>
                    <a:gd name="connsiteY13" fmla="*/ 5180 h 59850"/>
                    <a:gd name="connsiteX14" fmla="*/ 40028 w 47306"/>
                    <a:gd name="connsiteY14" fmla="*/ 1413 h 59850"/>
                    <a:gd name="connsiteX15" fmla="*/ 43196 w 47306"/>
                    <a:gd name="connsiteY15" fmla="*/ 43 h 59850"/>
                    <a:gd name="connsiteX16" fmla="*/ 46279 w 47306"/>
                    <a:gd name="connsiteY16" fmla="*/ 1413 h 59850"/>
                    <a:gd name="connsiteX17" fmla="*/ 47306 w 47306"/>
                    <a:gd name="connsiteY17" fmla="*/ 5180 h 59850"/>
                    <a:gd name="connsiteX18" fmla="*/ 47306 w 47306"/>
                    <a:gd name="connsiteY18" fmla="*/ 54071 h 59850"/>
                    <a:gd name="connsiteX19" fmla="*/ 46279 w 47306"/>
                    <a:gd name="connsiteY19" fmla="*/ 57838 h 59850"/>
                    <a:gd name="connsiteX20" fmla="*/ 43196 w 47306"/>
                    <a:gd name="connsiteY20" fmla="*/ 59208 h 59850"/>
                    <a:gd name="connsiteX21" fmla="*/ 40028 w 47306"/>
                    <a:gd name="connsiteY21" fmla="*/ 57795 h 59850"/>
                    <a:gd name="connsiteX22" fmla="*/ 38915 w 47306"/>
                    <a:gd name="connsiteY22" fmla="*/ 54071 h 59850"/>
                    <a:gd name="connsiteX23" fmla="*/ 38915 w 47306"/>
                    <a:gd name="connsiteY23" fmla="*/ 51673 h 59850"/>
                    <a:gd name="connsiteX24" fmla="*/ 31766 w 47306"/>
                    <a:gd name="connsiteY24" fmla="*/ 57538 h 59850"/>
                    <a:gd name="connsiteX25" fmla="*/ 21063 w 47306"/>
                    <a:gd name="connsiteY25" fmla="*/ 59850 h 59850"/>
                    <a:gd name="connsiteX26" fmla="*/ 4195 w 47306"/>
                    <a:gd name="connsiteY26" fmla="*/ 1113 h 59850"/>
                    <a:gd name="connsiteX27" fmla="*/ 1969 w 47306"/>
                    <a:gd name="connsiteY27" fmla="*/ 2055 h 59850"/>
                    <a:gd name="connsiteX28" fmla="*/ 1156 w 47306"/>
                    <a:gd name="connsiteY28" fmla="*/ 5095 h 59850"/>
                    <a:gd name="connsiteX29" fmla="*/ 1156 w 47306"/>
                    <a:gd name="connsiteY29" fmla="*/ 36818 h 59850"/>
                    <a:gd name="connsiteX30" fmla="*/ 6250 w 47306"/>
                    <a:gd name="connsiteY30" fmla="*/ 53129 h 59850"/>
                    <a:gd name="connsiteX31" fmla="*/ 21063 w 47306"/>
                    <a:gd name="connsiteY31" fmla="*/ 58694 h 59850"/>
                    <a:gd name="connsiteX32" fmla="*/ 31252 w 47306"/>
                    <a:gd name="connsiteY32" fmla="*/ 56425 h 59850"/>
                    <a:gd name="connsiteX33" fmla="*/ 39001 w 47306"/>
                    <a:gd name="connsiteY33" fmla="*/ 49533 h 59850"/>
                    <a:gd name="connsiteX34" fmla="*/ 40071 w 47306"/>
                    <a:gd name="connsiteY34" fmla="*/ 48034 h 59850"/>
                    <a:gd name="connsiteX35" fmla="*/ 40071 w 47306"/>
                    <a:gd name="connsiteY35" fmla="*/ 53985 h 59850"/>
                    <a:gd name="connsiteX36" fmla="*/ 40927 w 47306"/>
                    <a:gd name="connsiteY36" fmla="*/ 56982 h 59850"/>
                    <a:gd name="connsiteX37" fmla="*/ 43196 w 47306"/>
                    <a:gd name="connsiteY37" fmla="*/ 57966 h 59850"/>
                    <a:gd name="connsiteX38" fmla="*/ 45337 w 47306"/>
                    <a:gd name="connsiteY38" fmla="*/ 57067 h 59850"/>
                    <a:gd name="connsiteX39" fmla="*/ 46108 w 47306"/>
                    <a:gd name="connsiteY39" fmla="*/ 54028 h 59850"/>
                    <a:gd name="connsiteX40" fmla="*/ 46108 w 47306"/>
                    <a:gd name="connsiteY40" fmla="*/ 5095 h 59850"/>
                    <a:gd name="connsiteX41" fmla="*/ 45337 w 47306"/>
                    <a:gd name="connsiteY41" fmla="*/ 2012 h 59850"/>
                    <a:gd name="connsiteX42" fmla="*/ 43196 w 47306"/>
                    <a:gd name="connsiteY42" fmla="*/ 1113 h 59850"/>
                    <a:gd name="connsiteX43" fmla="*/ 40927 w 47306"/>
                    <a:gd name="connsiteY43" fmla="*/ 2098 h 59850"/>
                    <a:gd name="connsiteX44" fmla="*/ 40114 w 47306"/>
                    <a:gd name="connsiteY44" fmla="*/ 5137 h 59850"/>
                    <a:gd name="connsiteX45" fmla="*/ 40114 w 47306"/>
                    <a:gd name="connsiteY45" fmla="*/ 28213 h 59850"/>
                    <a:gd name="connsiteX46" fmla="*/ 35833 w 47306"/>
                    <a:gd name="connsiteY46" fmla="*/ 47178 h 59850"/>
                    <a:gd name="connsiteX47" fmla="*/ 22390 w 47306"/>
                    <a:gd name="connsiteY47" fmla="*/ 53514 h 59850"/>
                    <a:gd name="connsiteX48" fmla="*/ 10746 w 47306"/>
                    <a:gd name="connsiteY48" fmla="*/ 48933 h 59850"/>
                    <a:gd name="connsiteX49" fmla="*/ 7235 w 47306"/>
                    <a:gd name="connsiteY49" fmla="*/ 33564 h 59850"/>
                    <a:gd name="connsiteX50" fmla="*/ 7235 w 47306"/>
                    <a:gd name="connsiteY50" fmla="*/ 5137 h 59850"/>
                    <a:gd name="connsiteX51" fmla="*/ 6464 w 47306"/>
                    <a:gd name="connsiteY51" fmla="*/ 2055 h 59850"/>
                    <a:gd name="connsiteX52" fmla="*/ 4195 w 47306"/>
                    <a:gd name="connsiteY52" fmla="*/ 1113 h 59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47306" h="59850">
                      <a:moveTo>
                        <a:pt x="21063" y="59850"/>
                      </a:moveTo>
                      <a:cubicBezTo>
                        <a:pt x="14299" y="59850"/>
                        <a:pt x="9033" y="57838"/>
                        <a:pt x="5394" y="53942"/>
                      </a:cubicBezTo>
                      <a:cubicBezTo>
                        <a:pt x="1798" y="50004"/>
                        <a:pt x="0" y="44267"/>
                        <a:pt x="0" y="36860"/>
                      </a:cubicBezTo>
                      <a:lnTo>
                        <a:pt x="0" y="5137"/>
                      </a:lnTo>
                      <a:cubicBezTo>
                        <a:pt x="0" y="3511"/>
                        <a:pt x="342" y="2269"/>
                        <a:pt x="1070" y="1370"/>
                      </a:cubicBezTo>
                      <a:cubicBezTo>
                        <a:pt x="1841" y="428"/>
                        <a:pt x="2911" y="0"/>
                        <a:pt x="4195" y="0"/>
                      </a:cubicBezTo>
                      <a:cubicBezTo>
                        <a:pt x="5480" y="0"/>
                        <a:pt x="6507" y="471"/>
                        <a:pt x="7278" y="1370"/>
                      </a:cubicBezTo>
                      <a:cubicBezTo>
                        <a:pt x="7963" y="2355"/>
                        <a:pt x="8305" y="3553"/>
                        <a:pt x="8305" y="5180"/>
                      </a:cubicBezTo>
                      <a:lnTo>
                        <a:pt x="8305" y="33607"/>
                      </a:lnTo>
                      <a:cubicBezTo>
                        <a:pt x="8305" y="40499"/>
                        <a:pt x="9418" y="45423"/>
                        <a:pt x="11602" y="48248"/>
                      </a:cubicBezTo>
                      <a:cubicBezTo>
                        <a:pt x="13742" y="50988"/>
                        <a:pt x="17381" y="52401"/>
                        <a:pt x="22347" y="52401"/>
                      </a:cubicBezTo>
                      <a:cubicBezTo>
                        <a:pt x="28041" y="52401"/>
                        <a:pt x="32108" y="50474"/>
                        <a:pt x="34848" y="46579"/>
                      </a:cubicBezTo>
                      <a:cubicBezTo>
                        <a:pt x="37545" y="42640"/>
                        <a:pt x="38915" y="36475"/>
                        <a:pt x="38915" y="28255"/>
                      </a:cubicBezTo>
                      <a:lnTo>
                        <a:pt x="38915" y="5180"/>
                      </a:lnTo>
                      <a:cubicBezTo>
                        <a:pt x="38915" y="3553"/>
                        <a:pt x="39258" y="2355"/>
                        <a:pt x="40028" y="1413"/>
                      </a:cubicBezTo>
                      <a:cubicBezTo>
                        <a:pt x="40842" y="514"/>
                        <a:pt x="41912" y="43"/>
                        <a:pt x="43196" y="43"/>
                      </a:cubicBezTo>
                      <a:cubicBezTo>
                        <a:pt x="44481" y="43"/>
                        <a:pt x="45551" y="514"/>
                        <a:pt x="46279" y="1413"/>
                      </a:cubicBezTo>
                      <a:cubicBezTo>
                        <a:pt x="46964" y="2355"/>
                        <a:pt x="47306" y="3596"/>
                        <a:pt x="47306" y="5180"/>
                      </a:cubicBezTo>
                      <a:lnTo>
                        <a:pt x="47306" y="54071"/>
                      </a:lnTo>
                      <a:cubicBezTo>
                        <a:pt x="47306" y="55655"/>
                        <a:pt x="46964" y="56896"/>
                        <a:pt x="46279" y="57838"/>
                      </a:cubicBezTo>
                      <a:cubicBezTo>
                        <a:pt x="45594" y="58737"/>
                        <a:pt x="44524" y="59208"/>
                        <a:pt x="43196" y="59208"/>
                      </a:cubicBezTo>
                      <a:cubicBezTo>
                        <a:pt x="41869" y="59208"/>
                        <a:pt x="40799" y="58737"/>
                        <a:pt x="40028" y="57795"/>
                      </a:cubicBezTo>
                      <a:cubicBezTo>
                        <a:pt x="39301" y="56896"/>
                        <a:pt x="38915" y="55655"/>
                        <a:pt x="38915" y="54071"/>
                      </a:cubicBezTo>
                      <a:lnTo>
                        <a:pt x="38915" y="51673"/>
                      </a:lnTo>
                      <a:cubicBezTo>
                        <a:pt x="36860" y="54242"/>
                        <a:pt x="34463" y="56211"/>
                        <a:pt x="31766" y="57538"/>
                      </a:cubicBezTo>
                      <a:cubicBezTo>
                        <a:pt x="28641" y="59037"/>
                        <a:pt x="25045" y="59850"/>
                        <a:pt x="21063" y="59850"/>
                      </a:cubicBezTo>
                      <a:close/>
                      <a:moveTo>
                        <a:pt x="4195" y="1113"/>
                      </a:moveTo>
                      <a:cubicBezTo>
                        <a:pt x="3254" y="1113"/>
                        <a:pt x="2483" y="1413"/>
                        <a:pt x="1969" y="2055"/>
                      </a:cubicBezTo>
                      <a:cubicBezTo>
                        <a:pt x="1456" y="2740"/>
                        <a:pt x="1156" y="3725"/>
                        <a:pt x="1156" y="5095"/>
                      </a:cubicBezTo>
                      <a:lnTo>
                        <a:pt x="1156" y="36818"/>
                      </a:lnTo>
                      <a:cubicBezTo>
                        <a:pt x="1156" y="43924"/>
                        <a:pt x="2868" y="49404"/>
                        <a:pt x="6250" y="53129"/>
                      </a:cubicBezTo>
                      <a:cubicBezTo>
                        <a:pt x="9633" y="56810"/>
                        <a:pt x="14641" y="58694"/>
                        <a:pt x="21063" y="58694"/>
                      </a:cubicBezTo>
                      <a:cubicBezTo>
                        <a:pt x="24916" y="58694"/>
                        <a:pt x="28255" y="57966"/>
                        <a:pt x="31252" y="56425"/>
                      </a:cubicBezTo>
                      <a:cubicBezTo>
                        <a:pt x="34206" y="54927"/>
                        <a:pt x="36818" y="52615"/>
                        <a:pt x="39001" y="49533"/>
                      </a:cubicBezTo>
                      <a:lnTo>
                        <a:pt x="40071" y="48034"/>
                      </a:lnTo>
                      <a:lnTo>
                        <a:pt x="40071" y="53985"/>
                      </a:lnTo>
                      <a:cubicBezTo>
                        <a:pt x="40071" y="55269"/>
                        <a:pt x="40371" y="56297"/>
                        <a:pt x="40927" y="56982"/>
                      </a:cubicBezTo>
                      <a:cubicBezTo>
                        <a:pt x="41484" y="57624"/>
                        <a:pt x="42212" y="57966"/>
                        <a:pt x="43196" y="57966"/>
                      </a:cubicBezTo>
                      <a:cubicBezTo>
                        <a:pt x="44181" y="57966"/>
                        <a:pt x="44866" y="57667"/>
                        <a:pt x="45337" y="57067"/>
                      </a:cubicBezTo>
                      <a:cubicBezTo>
                        <a:pt x="45851" y="56340"/>
                        <a:pt x="46108" y="55312"/>
                        <a:pt x="46108" y="54028"/>
                      </a:cubicBezTo>
                      <a:lnTo>
                        <a:pt x="46108" y="5095"/>
                      </a:lnTo>
                      <a:cubicBezTo>
                        <a:pt x="46108" y="3767"/>
                        <a:pt x="45851" y="2740"/>
                        <a:pt x="45337" y="2012"/>
                      </a:cubicBezTo>
                      <a:cubicBezTo>
                        <a:pt x="44866" y="1413"/>
                        <a:pt x="44138" y="1113"/>
                        <a:pt x="43196" y="1113"/>
                      </a:cubicBezTo>
                      <a:cubicBezTo>
                        <a:pt x="42255" y="1113"/>
                        <a:pt x="41484" y="1456"/>
                        <a:pt x="40927" y="2098"/>
                      </a:cubicBezTo>
                      <a:cubicBezTo>
                        <a:pt x="40371" y="2783"/>
                        <a:pt x="40114" y="3810"/>
                        <a:pt x="40114" y="5137"/>
                      </a:cubicBezTo>
                      <a:lnTo>
                        <a:pt x="40114" y="28213"/>
                      </a:lnTo>
                      <a:cubicBezTo>
                        <a:pt x="40114" y="36689"/>
                        <a:pt x="38658" y="43068"/>
                        <a:pt x="35833" y="47178"/>
                      </a:cubicBezTo>
                      <a:cubicBezTo>
                        <a:pt x="32922" y="51373"/>
                        <a:pt x="28384" y="53514"/>
                        <a:pt x="22390" y="53514"/>
                      </a:cubicBezTo>
                      <a:cubicBezTo>
                        <a:pt x="17039" y="53514"/>
                        <a:pt x="13143" y="51973"/>
                        <a:pt x="10746" y="48933"/>
                      </a:cubicBezTo>
                      <a:cubicBezTo>
                        <a:pt x="8391" y="45894"/>
                        <a:pt x="7235" y="40713"/>
                        <a:pt x="7235" y="33564"/>
                      </a:cubicBezTo>
                      <a:lnTo>
                        <a:pt x="7235" y="5137"/>
                      </a:lnTo>
                      <a:cubicBezTo>
                        <a:pt x="7235" y="3810"/>
                        <a:pt x="6978" y="2783"/>
                        <a:pt x="6464" y="2055"/>
                      </a:cubicBezTo>
                      <a:cubicBezTo>
                        <a:pt x="5865" y="1413"/>
                        <a:pt x="5137" y="1113"/>
                        <a:pt x="4195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3" name="图形 4"/>
              <p:cNvGrpSpPr/>
              <p:nvPr/>
            </p:nvGrpSpPr>
            <p:grpSpPr>
              <a:xfrm>
                <a:off x="11243140" y="6477706"/>
                <a:ext cx="51715" cy="78515"/>
                <a:chOff x="11243140" y="6477706"/>
                <a:chExt cx="51715" cy="78515"/>
              </a:xfrm>
              <a:solidFill>
                <a:srgbClr val="A5A7AA"/>
              </a:solidFill>
            </p:grpSpPr>
            <p:sp>
              <p:nvSpPr>
                <p:cNvPr id="26" name="任意多边形: 形状 25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1243697" y="6478305"/>
                  <a:ext cx="50559" cy="77317"/>
                </a:xfrm>
                <a:custGeom>
                  <a:avLst/>
                  <a:gdLst>
                    <a:gd name="connsiteX0" fmla="*/ 43239 w 50559"/>
                    <a:gd name="connsiteY0" fmla="*/ 77317 h 77317"/>
                    <a:gd name="connsiteX1" fmla="*/ 33607 w 50559"/>
                    <a:gd name="connsiteY1" fmla="*/ 77317 h 77317"/>
                    <a:gd name="connsiteX2" fmla="*/ 18751 w 50559"/>
                    <a:gd name="connsiteY2" fmla="*/ 76290 h 77317"/>
                    <a:gd name="connsiteX3" fmla="*/ 10232 w 50559"/>
                    <a:gd name="connsiteY3" fmla="*/ 72779 h 77317"/>
                    <a:gd name="connsiteX4" fmla="*/ 2569 w 50559"/>
                    <a:gd name="connsiteY4" fmla="*/ 63874 h 77317"/>
                    <a:gd name="connsiteX5" fmla="*/ 0 w 50559"/>
                    <a:gd name="connsiteY5" fmla="*/ 51716 h 77317"/>
                    <a:gd name="connsiteX6" fmla="*/ 10446 w 50559"/>
                    <a:gd name="connsiteY6" fmla="*/ 28041 h 77317"/>
                    <a:gd name="connsiteX7" fmla="*/ 39044 w 50559"/>
                    <a:gd name="connsiteY7" fmla="*/ 19308 h 77317"/>
                    <a:gd name="connsiteX8" fmla="*/ 41655 w 50559"/>
                    <a:gd name="connsiteY8" fmla="*/ 19308 h 77317"/>
                    <a:gd name="connsiteX9" fmla="*/ 43368 w 50559"/>
                    <a:gd name="connsiteY9" fmla="*/ 19351 h 77317"/>
                    <a:gd name="connsiteX10" fmla="*/ 43368 w 50559"/>
                    <a:gd name="connsiteY10" fmla="*/ 4452 h 77317"/>
                    <a:gd name="connsiteX11" fmla="*/ 44267 w 50559"/>
                    <a:gd name="connsiteY11" fmla="*/ 1113 h 77317"/>
                    <a:gd name="connsiteX12" fmla="*/ 46878 w 50559"/>
                    <a:gd name="connsiteY12" fmla="*/ 0 h 77317"/>
                    <a:gd name="connsiteX13" fmla="*/ 49661 w 50559"/>
                    <a:gd name="connsiteY13" fmla="*/ 1113 h 77317"/>
                    <a:gd name="connsiteX14" fmla="*/ 50560 w 50559"/>
                    <a:gd name="connsiteY14" fmla="*/ 4452 h 77317"/>
                    <a:gd name="connsiteX15" fmla="*/ 50560 w 50559"/>
                    <a:gd name="connsiteY15" fmla="*/ 72651 h 77317"/>
                    <a:gd name="connsiteX16" fmla="*/ 49019 w 50559"/>
                    <a:gd name="connsiteY16" fmla="*/ 76375 h 77317"/>
                    <a:gd name="connsiteX17" fmla="*/ 43239 w 50559"/>
                    <a:gd name="connsiteY17" fmla="*/ 77317 h 77317"/>
                    <a:gd name="connsiteX18" fmla="*/ 43368 w 50559"/>
                    <a:gd name="connsiteY18" fmla="*/ 26072 h 77317"/>
                    <a:gd name="connsiteX19" fmla="*/ 41955 w 50559"/>
                    <a:gd name="connsiteY19" fmla="*/ 25986 h 77317"/>
                    <a:gd name="connsiteX20" fmla="*/ 37931 w 50559"/>
                    <a:gd name="connsiteY20" fmla="*/ 25858 h 77317"/>
                    <a:gd name="connsiteX21" fmla="*/ 15969 w 50559"/>
                    <a:gd name="connsiteY21" fmla="*/ 32836 h 77317"/>
                    <a:gd name="connsiteX22" fmla="*/ 7834 w 50559"/>
                    <a:gd name="connsiteY22" fmla="*/ 51459 h 77317"/>
                    <a:gd name="connsiteX23" fmla="*/ 12972 w 50559"/>
                    <a:gd name="connsiteY23" fmla="*/ 65587 h 77317"/>
                    <a:gd name="connsiteX24" fmla="*/ 27827 w 50559"/>
                    <a:gd name="connsiteY24" fmla="*/ 70467 h 77317"/>
                    <a:gd name="connsiteX25" fmla="*/ 43368 w 50559"/>
                    <a:gd name="connsiteY25" fmla="*/ 70467 h 77317"/>
                    <a:gd name="connsiteX26" fmla="*/ 43368 w 50559"/>
                    <a:gd name="connsiteY26" fmla="*/ 26072 h 77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0559" h="77317">
                      <a:moveTo>
                        <a:pt x="43239" y="77317"/>
                      </a:moveTo>
                      <a:lnTo>
                        <a:pt x="33607" y="77317"/>
                      </a:lnTo>
                      <a:cubicBezTo>
                        <a:pt x="27142" y="77317"/>
                        <a:pt x="22219" y="76975"/>
                        <a:pt x="18751" y="76290"/>
                      </a:cubicBezTo>
                      <a:cubicBezTo>
                        <a:pt x="15326" y="75605"/>
                        <a:pt x="12458" y="74363"/>
                        <a:pt x="10232" y="72779"/>
                      </a:cubicBezTo>
                      <a:cubicBezTo>
                        <a:pt x="6850" y="70424"/>
                        <a:pt x="4324" y="67428"/>
                        <a:pt x="2569" y="63874"/>
                      </a:cubicBezTo>
                      <a:cubicBezTo>
                        <a:pt x="856" y="60278"/>
                        <a:pt x="0" y="56211"/>
                        <a:pt x="0" y="51716"/>
                      </a:cubicBezTo>
                      <a:cubicBezTo>
                        <a:pt x="0" y="41741"/>
                        <a:pt x="3468" y="33864"/>
                        <a:pt x="10446" y="28041"/>
                      </a:cubicBezTo>
                      <a:cubicBezTo>
                        <a:pt x="17424" y="22219"/>
                        <a:pt x="26928" y="19308"/>
                        <a:pt x="39044" y="19308"/>
                      </a:cubicBezTo>
                      <a:cubicBezTo>
                        <a:pt x="40200" y="19308"/>
                        <a:pt x="41056" y="19308"/>
                        <a:pt x="41655" y="19308"/>
                      </a:cubicBezTo>
                      <a:cubicBezTo>
                        <a:pt x="42255" y="19308"/>
                        <a:pt x="42811" y="19308"/>
                        <a:pt x="43368" y="19351"/>
                      </a:cubicBezTo>
                      <a:lnTo>
                        <a:pt x="43368" y="4452"/>
                      </a:lnTo>
                      <a:cubicBezTo>
                        <a:pt x="43368" y="2997"/>
                        <a:pt x="43667" y="1884"/>
                        <a:pt x="44267" y="1113"/>
                      </a:cubicBezTo>
                      <a:cubicBezTo>
                        <a:pt x="44866" y="385"/>
                        <a:pt x="45722" y="0"/>
                        <a:pt x="46878" y="0"/>
                      </a:cubicBezTo>
                      <a:cubicBezTo>
                        <a:pt x="48163" y="0"/>
                        <a:pt x="49062" y="385"/>
                        <a:pt x="49661" y="1113"/>
                      </a:cubicBezTo>
                      <a:cubicBezTo>
                        <a:pt x="50260" y="1841"/>
                        <a:pt x="50560" y="2954"/>
                        <a:pt x="50560" y="4452"/>
                      </a:cubicBezTo>
                      <a:lnTo>
                        <a:pt x="50560" y="72651"/>
                      </a:lnTo>
                      <a:cubicBezTo>
                        <a:pt x="50560" y="74492"/>
                        <a:pt x="50046" y="75776"/>
                        <a:pt x="49019" y="76375"/>
                      </a:cubicBezTo>
                      <a:cubicBezTo>
                        <a:pt x="47948" y="76975"/>
                        <a:pt x="46065" y="77317"/>
                        <a:pt x="43239" y="77317"/>
                      </a:cubicBezTo>
                      <a:close/>
                      <a:moveTo>
                        <a:pt x="43368" y="26072"/>
                      </a:moveTo>
                      <a:cubicBezTo>
                        <a:pt x="43068" y="26072"/>
                        <a:pt x="42597" y="26072"/>
                        <a:pt x="41955" y="25986"/>
                      </a:cubicBezTo>
                      <a:cubicBezTo>
                        <a:pt x="39943" y="25901"/>
                        <a:pt x="38616" y="25858"/>
                        <a:pt x="37931" y="25858"/>
                      </a:cubicBezTo>
                      <a:cubicBezTo>
                        <a:pt x="28726" y="25858"/>
                        <a:pt x="21448" y="28213"/>
                        <a:pt x="15969" y="32836"/>
                      </a:cubicBezTo>
                      <a:cubicBezTo>
                        <a:pt x="10532" y="37503"/>
                        <a:pt x="7834" y="43753"/>
                        <a:pt x="7834" y="51459"/>
                      </a:cubicBezTo>
                      <a:cubicBezTo>
                        <a:pt x="7834" y="57624"/>
                        <a:pt x="9547" y="62290"/>
                        <a:pt x="12972" y="65587"/>
                      </a:cubicBezTo>
                      <a:cubicBezTo>
                        <a:pt x="16397" y="68840"/>
                        <a:pt x="21363" y="70467"/>
                        <a:pt x="27827" y="70467"/>
                      </a:cubicBezTo>
                      <a:lnTo>
                        <a:pt x="43368" y="70467"/>
                      </a:lnTo>
                      <a:lnTo>
                        <a:pt x="43368" y="2607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7" name="任意多边形: 形状 26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1243140" y="6477706"/>
                  <a:ext cx="51715" cy="78515"/>
                </a:xfrm>
                <a:custGeom>
                  <a:avLst/>
                  <a:gdLst>
                    <a:gd name="connsiteX0" fmla="*/ 43796 w 51715"/>
                    <a:gd name="connsiteY0" fmla="*/ 78516 h 78515"/>
                    <a:gd name="connsiteX1" fmla="*/ 34163 w 51715"/>
                    <a:gd name="connsiteY1" fmla="*/ 78516 h 78515"/>
                    <a:gd name="connsiteX2" fmla="*/ 19222 w 51715"/>
                    <a:gd name="connsiteY2" fmla="*/ 77446 h 78515"/>
                    <a:gd name="connsiteX3" fmla="*/ 10489 w 51715"/>
                    <a:gd name="connsiteY3" fmla="*/ 73849 h 78515"/>
                    <a:gd name="connsiteX4" fmla="*/ 2654 w 51715"/>
                    <a:gd name="connsiteY4" fmla="*/ 64731 h 78515"/>
                    <a:gd name="connsiteX5" fmla="*/ 0 w 51715"/>
                    <a:gd name="connsiteY5" fmla="*/ 52315 h 78515"/>
                    <a:gd name="connsiteX6" fmla="*/ 10660 w 51715"/>
                    <a:gd name="connsiteY6" fmla="*/ 28170 h 78515"/>
                    <a:gd name="connsiteX7" fmla="*/ 39600 w 51715"/>
                    <a:gd name="connsiteY7" fmla="*/ 19308 h 78515"/>
                    <a:gd name="connsiteX8" fmla="*/ 42212 w 51715"/>
                    <a:gd name="connsiteY8" fmla="*/ 19308 h 78515"/>
                    <a:gd name="connsiteX9" fmla="*/ 43368 w 51715"/>
                    <a:gd name="connsiteY9" fmla="*/ 19308 h 78515"/>
                    <a:gd name="connsiteX10" fmla="*/ 43368 w 51715"/>
                    <a:gd name="connsiteY10" fmla="*/ 5009 h 78515"/>
                    <a:gd name="connsiteX11" fmla="*/ 44395 w 51715"/>
                    <a:gd name="connsiteY11" fmla="*/ 1327 h 78515"/>
                    <a:gd name="connsiteX12" fmla="*/ 47478 w 51715"/>
                    <a:gd name="connsiteY12" fmla="*/ 0 h 78515"/>
                    <a:gd name="connsiteX13" fmla="*/ 50688 w 51715"/>
                    <a:gd name="connsiteY13" fmla="*/ 1327 h 78515"/>
                    <a:gd name="connsiteX14" fmla="*/ 51716 w 51715"/>
                    <a:gd name="connsiteY14" fmla="*/ 5052 h 78515"/>
                    <a:gd name="connsiteX15" fmla="*/ 51716 w 51715"/>
                    <a:gd name="connsiteY15" fmla="*/ 73250 h 78515"/>
                    <a:gd name="connsiteX16" fmla="*/ 49918 w 51715"/>
                    <a:gd name="connsiteY16" fmla="*/ 77488 h 78515"/>
                    <a:gd name="connsiteX17" fmla="*/ 43796 w 51715"/>
                    <a:gd name="connsiteY17" fmla="*/ 78516 h 78515"/>
                    <a:gd name="connsiteX18" fmla="*/ 39600 w 51715"/>
                    <a:gd name="connsiteY18" fmla="*/ 20464 h 78515"/>
                    <a:gd name="connsiteX19" fmla="*/ 11388 w 51715"/>
                    <a:gd name="connsiteY19" fmla="*/ 29069 h 78515"/>
                    <a:gd name="connsiteX20" fmla="*/ 1113 w 51715"/>
                    <a:gd name="connsiteY20" fmla="*/ 52315 h 78515"/>
                    <a:gd name="connsiteX21" fmla="*/ 3639 w 51715"/>
                    <a:gd name="connsiteY21" fmla="*/ 64217 h 78515"/>
                    <a:gd name="connsiteX22" fmla="*/ 11088 w 51715"/>
                    <a:gd name="connsiteY22" fmla="*/ 72908 h 78515"/>
                    <a:gd name="connsiteX23" fmla="*/ 19394 w 51715"/>
                    <a:gd name="connsiteY23" fmla="*/ 76332 h 78515"/>
                    <a:gd name="connsiteX24" fmla="*/ 34121 w 51715"/>
                    <a:gd name="connsiteY24" fmla="*/ 77360 h 78515"/>
                    <a:gd name="connsiteX25" fmla="*/ 43753 w 51715"/>
                    <a:gd name="connsiteY25" fmla="*/ 77360 h 78515"/>
                    <a:gd name="connsiteX26" fmla="*/ 49233 w 51715"/>
                    <a:gd name="connsiteY26" fmla="*/ 76504 h 78515"/>
                    <a:gd name="connsiteX27" fmla="*/ 50474 w 51715"/>
                    <a:gd name="connsiteY27" fmla="*/ 73250 h 78515"/>
                    <a:gd name="connsiteX28" fmla="*/ 50474 w 51715"/>
                    <a:gd name="connsiteY28" fmla="*/ 5052 h 78515"/>
                    <a:gd name="connsiteX29" fmla="*/ 49704 w 51715"/>
                    <a:gd name="connsiteY29" fmla="*/ 2055 h 78515"/>
                    <a:gd name="connsiteX30" fmla="*/ 47392 w 51715"/>
                    <a:gd name="connsiteY30" fmla="*/ 1156 h 78515"/>
                    <a:gd name="connsiteX31" fmla="*/ 45209 w 51715"/>
                    <a:gd name="connsiteY31" fmla="*/ 2055 h 78515"/>
                    <a:gd name="connsiteX32" fmla="*/ 44438 w 51715"/>
                    <a:gd name="connsiteY32" fmla="*/ 5009 h 78515"/>
                    <a:gd name="connsiteX33" fmla="*/ 44438 w 51715"/>
                    <a:gd name="connsiteY33" fmla="*/ 20549 h 78515"/>
                    <a:gd name="connsiteX34" fmla="*/ 43796 w 51715"/>
                    <a:gd name="connsiteY34" fmla="*/ 20507 h 78515"/>
                    <a:gd name="connsiteX35" fmla="*/ 42126 w 51715"/>
                    <a:gd name="connsiteY35" fmla="*/ 20464 h 78515"/>
                    <a:gd name="connsiteX36" fmla="*/ 39600 w 51715"/>
                    <a:gd name="connsiteY36" fmla="*/ 20464 h 78515"/>
                    <a:gd name="connsiteX37" fmla="*/ 44481 w 51715"/>
                    <a:gd name="connsiteY37" fmla="*/ 71666 h 78515"/>
                    <a:gd name="connsiteX38" fmla="*/ 28384 w 51715"/>
                    <a:gd name="connsiteY38" fmla="*/ 71666 h 78515"/>
                    <a:gd name="connsiteX39" fmla="*/ 13143 w 51715"/>
                    <a:gd name="connsiteY39" fmla="*/ 66657 h 78515"/>
                    <a:gd name="connsiteX40" fmla="*/ 7792 w 51715"/>
                    <a:gd name="connsiteY40" fmla="*/ 52101 h 78515"/>
                    <a:gd name="connsiteX41" fmla="*/ 16140 w 51715"/>
                    <a:gd name="connsiteY41" fmla="*/ 33007 h 78515"/>
                    <a:gd name="connsiteX42" fmla="*/ 38444 w 51715"/>
                    <a:gd name="connsiteY42" fmla="*/ 25858 h 78515"/>
                    <a:gd name="connsiteX43" fmla="*/ 42512 w 51715"/>
                    <a:gd name="connsiteY43" fmla="*/ 25986 h 78515"/>
                    <a:gd name="connsiteX44" fmla="*/ 43881 w 51715"/>
                    <a:gd name="connsiteY44" fmla="*/ 26029 h 78515"/>
                    <a:gd name="connsiteX45" fmla="*/ 44438 w 51715"/>
                    <a:gd name="connsiteY45" fmla="*/ 26029 h 78515"/>
                    <a:gd name="connsiteX46" fmla="*/ 44438 w 51715"/>
                    <a:gd name="connsiteY46" fmla="*/ 71666 h 78515"/>
                    <a:gd name="connsiteX47" fmla="*/ 38444 w 51715"/>
                    <a:gd name="connsiteY47" fmla="*/ 27014 h 78515"/>
                    <a:gd name="connsiteX48" fmla="*/ 16868 w 51715"/>
                    <a:gd name="connsiteY48" fmla="*/ 33864 h 78515"/>
                    <a:gd name="connsiteX49" fmla="*/ 8948 w 51715"/>
                    <a:gd name="connsiteY49" fmla="*/ 52058 h 78515"/>
                    <a:gd name="connsiteX50" fmla="*/ 13914 w 51715"/>
                    <a:gd name="connsiteY50" fmla="*/ 65758 h 78515"/>
                    <a:gd name="connsiteX51" fmla="*/ 28384 w 51715"/>
                    <a:gd name="connsiteY51" fmla="*/ 70467 h 78515"/>
                    <a:gd name="connsiteX52" fmla="*/ 43325 w 51715"/>
                    <a:gd name="connsiteY52" fmla="*/ 70467 h 78515"/>
                    <a:gd name="connsiteX53" fmla="*/ 43325 w 51715"/>
                    <a:gd name="connsiteY53" fmla="*/ 27228 h 78515"/>
                    <a:gd name="connsiteX54" fmla="*/ 42426 w 51715"/>
                    <a:gd name="connsiteY54" fmla="*/ 27185 h 78515"/>
                    <a:gd name="connsiteX55" fmla="*/ 38444 w 51715"/>
                    <a:gd name="connsiteY55" fmla="*/ 27014 h 7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51715" h="78515">
                      <a:moveTo>
                        <a:pt x="43796" y="78516"/>
                      </a:moveTo>
                      <a:lnTo>
                        <a:pt x="34163" y="78516"/>
                      </a:lnTo>
                      <a:cubicBezTo>
                        <a:pt x="27742" y="78516"/>
                        <a:pt x="22733" y="78173"/>
                        <a:pt x="19222" y="77446"/>
                      </a:cubicBezTo>
                      <a:cubicBezTo>
                        <a:pt x="15797" y="76761"/>
                        <a:pt x="12886" y="75519"/>
                        <a:pt x="10489" y="73849"/>
                      </a:cubicBezTo>
                      <a:cubicBezTo>
                        <a:pt x="7107" y="71495"/>
                        <a:pt x="4452" y="68412"/>
                        <a:pt x="2654" y="64731"/>
                      </a:cubicBezTo>
                      <a:cubicBezTo>
                        <a:pt x="899" y="61049"/>
                        <a:pt x="0" y="56853"/>
                        <a:pt x="0" y="52315"/>
                      </a:cubicBezTo>
                      <a:cubicBezTo>
                        <a:pt x="0" y="42212"/>
                        <a:pt x="3596" y="34078"/>
                        <a:pt x="10660" y="28170"/>
                      </a:cubicBezTo>
                      <a:cubicBezTo>
                        <a:pt x="17681" y="22305"/>
                        <a:pt x="27442" y="19308"/>
                        <a:pt x="39600" y="19308"/>
                      </a:cubicBezTo>
                      <a:lnTo>
                        <a:pt x="42212" y="19308"/>
                      </a:lnTo>
                      <a:cubicBezTo>
                        <a:pt x="42597" y="19308"/>
                        <a:pt x="42982" y="19308"/>
                        <a:pt x="43368" y="19308"/>
                      </a:cubicBezTo>
                      <a:lnTo>
                        <a:pt x="43368" y="5009"/>
                      </a:lnTo>
                      <a:cubicBezTo>
                        <a:pt x="43368" y="3382"/>
                        <a:pt x="43710" y="2183"/>
                        <a:pt x="44395" y="1327"/>
                      </a:cubicBezTo>
                      <a:cubicBezTo>
                        <a:pt x="45123" y="428"/>
                        <a:pt x="46151" y="0"/>
                        <a:pt x="47478" y="0"/>
                      </a:cubicBezTo>
                      <a:cubicBezTo>
                        <a:pt x="48890" y="0"/>
                        <a:pt x="50003" y="428"/>
                        <a:pt x="50688" y="1327"/>
                      </a:cubicBezTo>
                      <a:cubicBezTo>
                        <a:pt x="51373" y="2183"/>
                        <a:pt x="51716" y="3382"/>
                        <a:pt x="51716" y="5052"/>
                      </a:cubicBezTo>
                      <a:lnTo>
                        <a:pt x="51716" y="73250"/>
                      </a:lnTo>
                      <a:cubicBezTo>
                        <a:pt x="51716" y="75305"/>
                        <a:pt x="51117" y="76761"/>
                        <a:pt x="49918" y="77488"/>
                      </a:cubicBezTo>
                      <a:cubicBezTo>
                        <a:pt x="48676" y="78173"/>
                        <a:pt x="46664" y="78516"/>
                        <a:pt x="43796" y="78516"/>
                      </a:cubicBezTo>
                      <a:close/>
                      <a:moveTo>
                        <a:pt x="39600" y="20464"/>
                      </a:moveTo>
                      <a:cubicBezTo>
                        <a:pt x="27699" y="20464"/>
                        <a:pt x="18195" y="23332"/>
                        <a:pt x="11388" y="29069"/>
                      </a:cubicBezTo>
                      <a:cubicBezTo>
                        <a:pt x="4581" y="34763"/>
                        <a:pt x="1113" y="42554"/>
                        <a:pt x="1113" y="52315"/>
                      </a:cubicBezTo>
                      <a:cubicBezTo>
                        <a:pt x="1113" y="56682"/>
                        <a:pt x="1969" y="60706"/>
                        <a:pt x="3639" y="64217"/>
                      </a:cubicBezTo>
                      <a:cubicBezTo>
                        <a:pt x="5351" y="67727"/>
                        <a:pt x="7877" y="70638"/>
                        <a:pt x="11088" y="72908"/>
                      </a:cubicBezTo>
                      <a:cubicBezTo>
                        <a:pt x="13357" y="74492"/>
                        <a:pt x="16140" y="75647"/>
                        <a:pt x="19394" y="76332"/>
                      </a:cubicBezTo>
                      <a:cubicBezTo>
                        <a:pt x="22818" y="77017"/>
                        <a:pt x="27784" y="77360"/>
                        <a:pt x="34121" y="77360"/>
                      </a:cubicBezTo>
                      <a:lnTo>
                        <a:pt x="43753" y="77360"/>
                      </a:lnTo>
                      <a:cubicBezTo>
                        <a:pt x="47050" y="77360"/>
                        <a:pt x="48548" y="76889"/>
                        <a:pt x="49233" y="76504"/>
                      </a:cubicBezTo>
                      <a:cubicBezTo>
                        <a:pt x="50089" y="75990"/>
                        <a:pt x="50474" y="74920"/>
                        <a:pt x="50474" y="73250"/>
                      </a:cubicBezTo>
                      <a:lnTo>
                        <a:pt x="50474" y="5052"/>
                      </a:lnTo>
                      <a:cubicBezTo>
                        <a:pt x="50474" y="3682"/>
                        <a:pt x="50218" y="2697"/>
                        <a:pt x="49704" y="2055"/>
                      </a:cubicBezTo>
                      <a:cubicBezTo>
                        <a:pt x="49233" y="1456"/>
                        <a:pt x="48462" y="1156"/>
                        <a:pt x="47392" y="1156"/>
                      </a:cubicBezTo>
                      <a:cubicBezTo>
                        <a:pt x="46407" y="1156"/>
                        <a:pt x="45722" y="1456"/>
                        <a:pt x="45209" y="2055"/>
                      </a:cubicBezTo>
                      <a:cubicBezTo>
                        <a:pt x="44695" y="2697"/>
                        <a:pt x="44438" y="3682"/>
                        <a:pt x="44438" y="5009"/>
                      </a:cubicBezTo>
                      <a:lnTo>
                        <a:pt x="44438" y="20549"/>
                      </a:lnTo>
                      <a:lnTo>
                        <a:pt x="43796" y="20507"/>
                      </a:lnTo>
                      <a:cubicBezTo>
                        <a:pt x="43239" y="20464"/>
                        <a:pt x="42726" y="20421"/>
                        <a:pt x="42126" y="20464"/>
                      </a:cubicBezTo>
                      <a:lnTo>
                        <a:pt x="39600" y="20464"/>
                      </a:lnTo>
                      <a:close/>
                      <a:moveTo>
                        <a:pt x="44481" y="71666"/>
                      </a:moveTo>
                      <a:lnTo>
                        <a:pt x="28384" y="71666"/>
                      </a:lnTo>
                      <a:cubicBezTo>
                        <a:pt x="21748" y="71666"/>
                        <a:pt x="16611" y="69954"/>
                        <a:pt x="13143" y="66657"/>
                      </a:cubicBezTo>
                      <a:cubicBezTo>
                        <a:pt x="9590" y="63275"/>
                        <a:pt x="7792" y="58352"/>
                        <a:pt x="7792" y="52101"/>
                      </a:cubicBezTo>
                      <a:cubicBezTo>
                        <a:pt x="7792" y="44224"/>
                        <a:pt x="10617" y="37802"/>
                        <a:pt x="16140" y="33007"/>
                      </a:cubicBezTo>
                      <a:cubicBezTo>
                        <a:pt x="21705" y="28255"/>
                        <a:pt x="29197" y="25858"/>
                        <a:pt x="38444" y="25858"/>
                      </a:cubicBezTo>
                      <a:cubicBezTo>
                        <a:pt x="39172" y="25858"/>
                        <a:pt x="40499" y="25901"/>
                        <a:pt x="42512" y="25986"/>
                      </a:cubicBezTo>
                      <a:cubicBezTo>
                        <a:pt x="43154" y="26029"/>
                        <a:pt x="43625" y="26029"/>
                        <a:pt x="43881" y="26029"/>
                      </a:cubicBezTo>
                      <a:lnTo>
                        <a:pt x="44438" y="26029"/>
                      </a:lnTo>
                      <a:lnTo>
                        <a:pt x="44438" y="71666"/>
                      </a:lnTo>
                      <a:close/>
                      <a:moveTo>
                        <a:pt x="38444" y="27014"/>
                      </a:moveTo>
                      <a:cubicBezTo>
                        <a:pt x="29454" y="27014"/>
                        <a:pt x="22219" y="29326"/>
                        <a:pt x="16868" y="33864"/>
                      </a:cubicBezTo>
                      <a:cubicBezTo>
                        <a:pt x="11602" y="38402"/>
                        <a:pt x="8948" y="44524"/>
                        <a:pt x="8948" y="52058"/>
                      </a:cubicBezTo>
                      <a:cubicBezTo>
                        <a:pt x="8948" y="58095"/>
                        <a:pt x="10574" y="62547"/>
                        <a:pt x="13914" y="65758"/>
                      </a:cubicBezTo>
                      <a:cubicBezTo>
                        <a:pt x="17210" y="68883"/>
                        <a:pt x="22048" y="70467"/>
                        <a:pt x="28384" y="70467"/>
                      </a:cubicBezTo>
                      <a:lnTo>
                        <a:pt x="43325" y="70467"/>
                      </a:lnTo>
                      <a:lnTo>
                        <a:pt x="43325" y="27228"/>
                      </a:lnTo>
                      <a:cubicBezTo>
                        <a:pt x="43068" y="27228"/>
                        <a:pt x="42768" y="27185"/>
                        <a:pt x="42426" y="27185"/>
                      </a:cubicBezTo>
                      <a:cubicBezTo>
                        <a:pt x="40499" y="27057"/>
                        <a:pt x="39172" y="27014"/>
                        <a:pt x="38444" y="27014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4" name="图形 4"/>
              <p:cNvGrpSpPr/>
              <p:nvPr/>
            </p:nvGrpSpPr>
            <p:grpSpPr>
              <a:xfrm>
                <a:off x="11338866" y="6497570"/>
                <a:ext cx="67127" cy="59122"/>
                <a:chOff x="11338866" y="6497570"/>
                <a:chExt cx="67127" cy="59122"/>
              </a:xfrm>
              <a:solidFill>
                <a:srgbClr val="A5A7AA"/>
              </a:solidFill>
            </p:grpSpPr>
            <p:sp>
              <p:nvSpPr>
                <p:cNvPr id="24" name="任意多边形: 形状 23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1339337" y="6497955"/>
                  <a:ext cx="66100" cy="58052"/>
                </a:xfrm>
                <a:custGeom>
                  <a:avLst/>
                  <a:gdLst>
                    <a:gd name="connsiteX0" fmla="*/ 16311 w 66100"/>
                    <a:gd name="connsiteY0" fmla="*/ 50603 h 58052"/>
                    <a:gd name="connsiteX1" fmla="*/ 23931 w 66100"/>
                    <a:gd name="connsiteY1" fmla="*/ 31124 h 58052"/>
                    <a:gd name="connsiteX2" fmla="*/ 29326 w 66100"/>
                    <a:gd name="connsiteY2" fmla="*/ 7663 h 58052"/>
                    <a:gd name="connsiteX3" fmla="*/ 29497 w 66100"/>
                    <a:gd name="connsiteY3" fmla="*/ 6550 h 58052"/>
                    <a:gd name="connsiteX4" fmla="*/ 33222 w 66100"/>
                    <a:gd name="connsiteY4" fmla="*/ 171 h 58052"/>
                    <a:gd name="connsiteX5" fmla="*/ 36775 w 66100"/>
                    <a:gd name="connsiteY5" fmla="*/ 6036 h 58052"/>
                    <a:gd name="connsiteX6" fmla="*/ 37074 w 66100"/>
                    <a:gd name="connsiteY6" fmla="*/ 7578 h 58052"/>
                    <a:gd name="connsiteX7" fmla="*/ 42340 w 66100"/>
                    <a:gd name="connsiteY7" fmla="*/ 30824 h 58052"/>
                    <a:gd name="connsiteX8" fmla="*/ 50046 w 66100"/>
                    <a:gd name="connsiteY8" fmla="*/ 50560 h 58052"/>
                    <a:gd name="connsiteX9" fmla="*/ 56639 w 66100"/>
                    <a:gd name="connsiteY9" fmla="*/ 33136 h 58052"/>
                    <a:gd name="connsiteX10" fmla="*/ 58865 w 66100"/>
                    <a:gd name="connsiteY10" fmla="*/ 11559 h 58052"/>
                    <a:gd name="connsiteX11" fmla="*/ 58823 w 66100"/>
                    <a:gd name="connsiteY11" fmla="*/ 8605 h 58052"/>
                    <a:gd name="connsiteX12" fmla="*/ 58737 w 66100"/>
                    <a:gd name="connsiteY12" fmla="*/ 6036 h 58052"/>
                    <a:gd name="connsiteX13" fmla="*/ 59550 w 66100"/>
                    <a:gd name="connsiteY13" fmla="*/ 1242 h 58052"/>
                    <a:gd name="connsiteX14" fmla="*/ 62376 w 66100"/>
                    <a:gd name="connsiteY14" fmla="*/ 43 h 58052"/>
                    <a:gd name="connsiteX15" fmla="*/ 65330 w 66100"/>
                    <a:gd name="connsiteY15" fmla="*/ 1926 h 58052"/>
                    <a:gd name="connsiteX16" fmla="*/ 66100 w 66100"/>
                    <a:gd name="connsiteY16" fmla="*/ 9932 h 58052"/>
                    <a:gd name="connsiteX17" fmla="*/ 64046 w 66100"/>
                    <a:gd name="connsiteY17" fmla="*/ 30439 h 58052"/>
                    <a:gd name="connsiteX18" fmla="*/ 58180 w 66100"/>
                    <a:gd name="connsiteY18" fmla="*/ 49233 h 58052"/>
                    <a:gd name="connsiteX19" fmla="*/ 54113 w 66100"/>
                    <a:gd name="connsiteY19" fmla="*/ 56425 h 58052"/>
                    <a:gd name="connsiteX20" fmla="*/ 50346 w 66100"/>
                    <a:gd name="connsiteY20" fmla="*/ 58009 h 58052"/>
                    <a:gd name="connsiteX21" fmla="*/ 41998 w 66100"/>
                    <a:gd name="connsiteY21" fmla="*/ 48676 h 58052"/>
                    <a:gd name="connsiteX22" fmla="*/ 33050 w 66100"/>
                    <a:gd name="connsiteY22" fmla="*/ 18537 h 58052"/>
                    <a:gd name="connsiteX23" fmla="*/ 24274 w 66100"/>
                    <a:gd name="connsiteY23" fmla="*/ 48505 h 58052"/>
                    <a:gd name="connsiteX24" fmla="*/ 15926 w 66100"/>
                    <a:gd name="connsiteY24" fmla="*/ 58052 h 58052"/>
                    <a:gd name="connsiteX25" fmla="*/ 12372 w 66100"/>
                    <a:gd name="connsiteY25" fmla="*/ 56725 h 58052"/>
                    <a:gd name="connsiteX26" fmla="*/ 8948 w 66100"/>
                    <a:gd name="connsiteY26" fmla="*/ 51288 h 58052"/>
                    <a:gd name="connsiteX27" fmla="*/ 2355 w 66100"/>
                    <a:gd name="connsiteY27" fmla="*/ 31723 h 58052"/>
                    <a:gd name="connsiteX28" fmla="*/ 0 w 66100"/>
                    <a:gd name="connsiteY28" fmla="*/ 9889 h 58052"/>
                    <a:gd name="connsiteX29" fmla="*/ 856 w 66100"/>
                    <a:gd name="connsiteY29" fmla="*/ 2012 h 58052"/>
                    <a:gd name="connsiteX30" fmla="*/ 3810 w 66100"/>
                    <a:gd name="connsiteY30" fmla="*/ 0 h 58052"/>
                    <a:gd name="connsiteX31" fmla="*/ 6507 w 66100"/>
                    <a:gd name="connsiteY31" fmla="*/ 1027 h 58052"/>
                    <a:gd name="connsiteX32" fmla="*/ 7364 w 66100"/>
                    <a:gd name="connsiteY32" fmla="*/ 4324 h 58052"/>
                    <a:gd name="connsiteX33" fmla="*/ 7364 w 66100"/>
                    <a:gd name="connsiteY33" fmla="*/ 11516 h 58052"/>
                    <a:gd name="connsiteX34" fmla="*/ 9633 w 66100"/>
                    <a:gd name="connsiteY34" fmla="*/ 33050 h 58052"/>
                    <a:gd name="connsiteX35" fmla="*/ 16311 w 66100"/>
                    <a:gd name="connsiteY35" fmla="*/ 50603 h 5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6100" h="58052">
                      <a:moveTo>
                        <a:pt x="16311" y="50603"/>
                      </a:moveTo>
                      <a:cubicBezTo>
                        <a:pt x="19265" y="44738"/>
                        <a:pt x="21791" y="38273"/>
                        <a:pt x="23931" y="31124"/>
                      </a:cubicBezTo>
                      <a:cubicBezTo>
                        <a:pt x="26072" y="23931"/>
                        <a:pt x="27870" y="16140"/>
                        <a:pt x="29326" y="7663"/>
                      </a:cubicBezTo>
                      <a:cubicBezTo>
                        <a:pt x="29368" y="7406"/>
                        <a:pt x="29411" y="7064"/>
                        <a:pt x="29497" y="6550"/>
                      </a:cubicBezTo>
                      <a:cubicBezTo>
                        <a:pt x="30182" y="2355"/>
                        <a:pt x="31423" y="171"/>
                        <a:pt x="33222" y="171"/>
                      </a:cubicBezTo>
                      <a:cubicBezTo>
                        <a:pt x="34977" y="171"/>
                        <a:pt x="36133" y="2141"/>
                        <a:pt x="36775" y="6036"/>
                      </a:cubicBezTo>
                      <a:cubicBezTo>
                        <a:pt x="36903" y="6721"/>
                        <a:pt x="36989" y="7278"/>
                        <a:pt x="37074" y="7578"/>
                      </a:cubicBezTo>
                      <a:cubicBezTo>
                        <a:pt x="38402" y="15840"/>
                        <a:pt x="40200" y="23589"/>
                        <a:pt x="42340" y="30824"/>
                      </a:cubicBezTo>
                      <a:cubicBezTo>
                        <a:pt x="44524" y="38016"/>
                        <a:pt x="47092" y="44609"/>
                        <a:pt x="50046" y="50560"/>
                      </a:cubicBezTo>
                      <a:cubicBezTo>
                        <a:pt x="52957" y="45508"/>
                        <a:pt x="55184" y="39729"/>
                        <a:pt x="56639" y="33136"/>
                      </a:cubicBezTo>
                      <a:cubicBezTo>
                        <a:pt x="58138" y="26543"/>
                        <a:pt x="58865" y="19351"/>
                        <a:pt x="58865" y="11559"/>
                      </a:cubicBezTo>
                      <a:cubicBezTo>
                        <a:pt x="58865" y="10788"/>
                        <a:pt x="58823" y="9847"/>
                        <a:pt x="58823" y="8605"/>
                      </a:cubicBezTo>
                      <a:cubicBezTo>
                        <a:pt x="58737" y="7364"/>
                        <a:pt x="58737" y="6550"/>
                        <a:pt x="58737" y="6036"/>
                      </a:cubicBezTo>
                      <a:cubicBezTo>
                        <a:pt x="58737" y="3682"/>
                        <a:pt x="58994" y="2055"/>
                        <a:pt x="59550" y="1242"/>
                      </a:cubicBezTo>
                      <a:cubicBezTo>
                        <a:pt x="60107" y="428"/>
                        <a:pt x="61049" y="43"/>
                        <a:pt x="62376" y="43"/>
                      </a:cubicBezTo>
                      <a:cubicBezTo>
                        <a:pt x="63831" y="43"/>
                        <a:pt x="64773" y="642"/>
                        <a:pt x="65330" y="1926"/>
                      </a:cubicBezTo>
                      <a:cubicBezTo>
                        <a:pt x="65844" y="3211"/>
                        <a:pt x="66100" y="5865"/>
                        <a:pt x="66100" y="9932"/>
                      </a:cubicBezTo>
                      <a:cubicBezTo>
                        <a:pt x="66100" y="16696"/>
                        <a:pt x="65415" y="23546"/>
                        <a:pt x="64046" y="30439"/>
                      </a:cubicBezTo>
                      <a:cubicBezTo>
                        <a:pt x="62633" y="37331"/>
                        <a:pt x="60706" y="43625"/>
                        <a:pt x="58180" y="49233"/>
                      </a:cubicBezTo>
                      <a:cubicBezTo>
                        <a:pt x="56511" y="53000"/>
                        <a:pt x="55184" y="55398"/>
                        <a:pt x="54113" y="56425"/>
                      </a:cubicBezTo>
                      <a:cubicBezTo>
                        <a:pt x="53043" y="57495"/>
                        <a:pt x="51802" y="58009"/>
                        <a:pt x="50346" y="58009"/>
                      </a:cubicBezTo>
                      <a:cubicBezTo>
                        <a:pt x="47520" y="58009"/>
                        <a:pt x="44781" y="54884"/>
                        <a:pt x="41998" y="48676"/>
                      </a:cubicBezTo>
                      <a:cubicBezTo>
                        <a:pt x="39258" y="42469"/>
                        <a:pt x="36261" y="32408"/>
                        <a:pt x="33050" y="18537"/>
                      </a:cubicBezTo>
                      <a:cubicBezTo>
                        <a:pt x="29968" y="32194"/>
                        <a:pt x="27057" y="42126"/>
                        <a:pt x="24274" y="48505"/>
                      </a:cubicBezTo>
                      <a:cubicBezTo>
                        <a:pt x="21534" y="54884"/>
                        <a:pt x="18751" y="58052"/>
                        <a:pt x="15926" y="58052"/>
                      </a:cubicBezTo>
                      <a:cubicBezTo>
                        <a:pt x="14556" y="58052"/>
                        <a:pt x="13357" y="57624"/>
                        <a:pt x="12372" y="56725"/>
                      </a:cubicBezTo>
                      <a:cubicBezTo>
                        <a:pt x="11388" y="55869"/>
                        <a:pt x="10232" y="54071"/>
                        <a:pt x="8948" y="51288"/>
                      </a:cubicBezTo>
                      <a:cubicBezTo>
                        <a:pt x="6165" y="45637"/>
                        <a:pt x="3981" y="39087"/>
                        <a:pt x="2355" y="31723"/>
                      </a:cubicBezTo>
                      <a:cubicBezTo>
                        <a:pt x="771" y="24445"/>
                        <a:pt x="0" y="17167"/>
                        <a:pt x="0" y="9889"/>
                      </a:cubicBezTo>
                      <a:cubicBezTo>
                        <a:pt x="0" y="5951"/>
                        <a:pt x="257" y="3339"/>
                        <a:pt x="856" y="2012"/>
                      </a:cubicBezTo>
                      <a:cubicBezTo>
                        <a:pt x="1413" y="642"/>
                        <a:pt x="2397" y="0"/>
                        <a:pt x="3810" y="0"/>
                      </a:cubicBezTo>
                      <a:cubicBezTo>
                        <a:pt x="5052" y="0"/>
                        <a:pt x="5951" y="342"/>
                        <a:pt x="6507" y="1027"/>
                      </a:cubicBezTo>
                      <a:cubicBezTo>
                        <a:pt x="7064" y="1755"/>
                        <a:pt x="7364" y="2868"/>
                        <a:pt x="7364" y="4324"/>
                      </a:cubicBezTo>
                      <a:lnTo>
                        <a:pt x="7364" y="11516"/>
                      </a:lnTo>
                      <a:cubicBezTo>
                        <a:pt x="7364" y="19222"/>
                        <a:pt x="8134" y="26372"/>
                        <a:pt x="9633" y="33050"/>
                      </a:cubicBezTo>
                      <a:cubicBezTo>
                        <a:pt x="11259" y="39729"/>
                        <a:pt x="13443" y="45551"/>
                        <a:pt x="16311" y="5060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5" name="任意多边形: 形状 24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11338866" y="6497570"/>
                  <a:ext cx="67127" cy="59122"/>
                </a:xfrm>
                <a:custGeom>
                  <a:avLst/>
                  <a:gdLst>
                    <a:gd name="connsiteX0" fmla="*/ 50902 w 67127"/>
                    <a:gd name="connsiteY0" fmla="*/ 59079 h 59122"/>
                    <a:gd name="connsiteX1" fmla="*/ 42041 w 67127"/>
                    <a:gd name="connsiteY1" fmla="*/ 49404 h 59122"/>
                    <a:gd name="connsiteX2" fmla="*/ 33607 w 67127"/>
                    <a:gd name="connsiteY2" fmla="*/ 21577 h 59122"/>
                    <a:gd name="connsiteX3" fmla="*/ 25344 w 67127"/>
                    <a:gd name="connsiteY3" fmla="*/ 49233 h 59122"/>
                    <a:gd name="connsiteX4" fmla="*/ 16482 w 67127"/>
                    <a:gd name="connsiteY4" fmla="*/ 59122 h 59122"/>
                    <a:gd name="connsiteX5" fmla="*/ 12544 w 67127"/>
                    <a:gd name="connsiteY5" fmla="*/ 57667 h 59122"/>
                    <a:gd name="connsiteX6" fmla="*/ 8990 w 67127"/>
                    <a:gd name="connsiteY6" fmla="*/ 52058 h 59122"/>
                    <a:gd name="connsiteX7" fmla="*/ 2355 w 67127"/>
                    <a:gd name="connsiteY7" fmla="*/ 32408 h 59122"/>
                    <a:gd name="connsiteX8" fmla="*/ 0 w 67127"/>
                    <a:gd name="connsiteY8" fmla="*/ 10446 h 59122"/>
                    <a:gd name="connsiteX9" fmla="*/ 899 w 67127"/>
                    <a:gd name="connsiteY9" fmla="*/ 2355 h 59122"/>
                    <a:gd name="connsiteX10" fmla="*/ 4367 w 67127"/>
                    <a:gd name="connsiteY10" fmla="*/ 0 h 59122"/>
                    <a:gd name="connsiteX11" fmla="*/ 7535 w 67127"/>
                    <a:gd name="connsiteY11" fmla="*/ 1242 h 59122"/>
                    <a:gd name="connsiteX12" fmla="*/ 8519 w 67127"/>
                    <a:gd name="connsiteY12" fmla="*/ 4881 h 59122"/>
                    <a:gd name="connsiteX13" fmla="*/ 8519 w 67127"/>
                    <a:gd name="connsiteY13" fmla="*/ 12073 h 59122"/>
                    <a:gd name="connsiteX14" fmla="*/ 10746 w 67127"/>
                    <a:gd name="connsiteY14" fmla="*/ 33478 h 59122"/>
                    <a:gd name="connsiteX15" fmla="*/ 16739 w 67127"/>
                    <a:gd name="connsiteY15" fmla="*/ 49875 h 59122"/>
                    <a:gd name="connsiteX16" fmla="*/ 23846 w 67127"/>
                    <a:gd name="connsiteY16" fmla="*/ 31466 h 59122"/>
                    <a:gd name="connsiteX17" fmla="*/ 29197 w 67127"/>
                    <a:gd name="connsiteY17" fmla="*/ 8091 h 59122"/>
                    <a:gd name="connsiteX18" fmla="*/ 29411 w 67127"/>
                    <a:gd name="connsiteY18" fmla="*/ 6978 h 59122"/>
                    <a:gd name="connsiteX19" fmla="*/ 33692 w 67127"/>
                    <a:gd name="connsiteY19" fmla="*/ 128 h 59122"/>
                    <a:gd name="connsiteX20" fmla="*/ 37802 w 67127"/>
                    <a:gd name="connsiteY20" fmla="*/ 6507 h 59122"/>
                    <a:gd name="connsiteX21" fmla="*/ 37888 w 67127"/>
                    <a:gd name="connsiteY21" fmla="*/ 7021 h 59122"/>
                    <a:gd name="connsiteX22" fmla="*/ 38102 w 67127"/>
                    <a:gd name="connsiteY22" fmla="*/ 8006 h 59122"/>
                    <a:gd name="connsiteX23" fmla="*/ 43368 w 67127"/>
                    <a:gd name="connsiteY23" fmla="*/ 31252 h 59122"/>
                    <a:gd name="connsiteX24" fmla="*/ 50560 w 67127"/>
                    <a:gd name="connsiteY24" fmla="*/ 49918 h 59122"/>
                    <a:gd name="connsiteX25" fmla="*/ 56554 w 67127"/>
                    <a:gd name="connsiteY25" fmla="*/ 33564 h 59122"/>
                    <a:gd name="connsiteX26" fmla="*/ 58780 w 67127"/>
                    <a:gd name="connsiteY26" fmla="*/ 12116 h 59122"/>
                    <a:gd name="connsiteX27" fmla="*/ 58737 w 67127"/>
                    <a:gd name="connsiteY27" fmla="*/ 10874 h 59122"/>
                    <a:gd name="connsiteX28" fmla="*/ 58694 w 67127"/>
                    <a:gd name="connsiteY28" fmla="*/ 9162 h 59122"/>
                    <a:gd name="connsiteX29" fmla="*/ 58609 w 67127"/>
                    <a:gd name="connsiteY29" fmla="*/ 6593 h 59122"/>
                    <a:gd name="connsiteX30" fmla="*/ 59550 w 67127"/>
                    <a:gd name="connsiteY30" fmla="*/ 1498 h 59122"/>
                    <a:gd name="connsiteX31" fmla="*/ 62847 w 67127"/>
                    <a:gd name="connsiteY31" fmla="*/ 86 h 59122"/>
                    <a:gd name="connsiteX32" fmla="*/ 66315 w 67127"/>
                    <a:gd name="connsiteY32" fmla="*/ 2312 h 59122"/>
                    <a:gd name="connsiteX33" fmla="*/ 67128 w 67127"/>
                    <a:gd name="connsiteY33" fmla="*/ 10574 h 59122"/>
                    <a:gd name="connsiteX34" fmla="*/ 65073 w 67127"/>
                    <a:gd name="connsiteY34" fmla="*/ 31209 h 59122"/>
                    <a:gd name="connsiteX35" fmla="*/ 59165 w 67127"/>
                    <a:gd name="connsiteY35" fmla="*/ 50132 h 59122"/>
                    <a:gd name="connsiteX36" fmla="*/ 54970 w 67127"/>
                    <a:gd name="connsiteY36" fmla="*/ 57495 h 59122"/>
                    <a:gd name="connsiteX37" fmla="*/ 50902 w 67127"/>
                    <a:gd name="connsiteY37" fmla="*/ 59079 h 59122"/>
                    <a:gd name="connsiteX38" fmla="*/ 33607 w 67127"/>
                    <a:gd name="connsiteY38" fmla="*/ 16440 h 59122"/>
                    <a:gd name="connsiteX39" fmla="*/ 34163 w 67127"/>
                    <a:gd name="connsiteY39" fmla="*/ 18880 h 59122"/>
                    <a:gd name="connsiteX40" fmla="*/ 43068 w 67127"/>
                    <a:gd name="connsiteY40" fmla="*/ 48933 h 59122"/>
                    <a:gd name="connsiteX41" fmla="*/ 50860 w 67127"/>
                    <a:gd name="connsiteY41" fmla="*/ 57924 h 59122"/>
                    <a:gd name="connsiteX42" fmla="*/ 54199 w 67127"/>
                    <a:gd name="connsiteY42" fmla="*/ 56511 h 59122"/>
                    <a:gd name="connsiteX43" fmla="*/ 58138 w 67127"/>
                    <a:gd name="connsiteY43" fmla="*/ 49490 h 59122"/>
                    <a:gd name="connsiteX44" fmla="*/ 63960 w 67127"/>
                    <a:gd name="connsiteY44" fmla="*/ 30781 h 59122"/>
                    <a:gd name="connsiteX45" fmla="*/ 66015 w 67127"/>
                    <a:gd name="connsiteY45" fmla="*/ 10360 h 59122"/>
                    <a:gd name="connsiteX46" fmla="*/ 65287 w 67127"/>
                    <a:gd name="connsiteY46" fmla="*/ 2569 h 59122"/>
                    <a:gd name="connsiteX47" fmla="*/ 62847 w 67127"/>
                    <a:gd name="connsiteY47" fmla="*/ 1070 h 59122"/>
                    <a:gd name="connsiteX48" fmla="*/ 60492 w 67127"/>
                    <a:gd name="connsiteY48" fmla="*/ 2012 h 59122"/>
                    <a:gd name="connsiteX49" fmla="*/ 59764 w 67127"/>
                    <a:gd name="connsiteY49" fmla="*/ 6465 h 59122"/>
                    <a:gd name="connsiteX50" fmla="*/ 59807 w 67127"/>
                    <a:gd name="connsiteY50" fmla="*/ 8990 h 59122"/>
                    <a:gd name="connsiteX51" fmla="*/ 59850 w 67127"/>
                    <a:gd name="connsiteY51" fmla="*/ 10703 h 59122"/>
                    <a:gd name="connsiteX52" fmla="*/ 59893 w 67127"/>
                    <a:gd name="connsiteY52" fmla="*/ 11987 h 59122"/>
                    <a:gd name="connsiteX53" fmla="*/ 57624 w 67127"/>
                    <a:gd name="connsiteY53" fmla="*/ 33692 h 59122"/>
                    <a:gd name="connsiteX54" fmla="*/ 50945 w 67127"/>
                    <a:gd name="connsiteY54" fmla="*/ 51288 h 59122"/>
                    <a:gd name="connsiteX55" fmla="*/ 50389 w 67127"/>
                    <a:gd name="connsiteY55" fmla="*/ 52230 h 59122"/>
                    <a:gd name="connsiteX56" fmla="*/ 49918 w 67127"/>
                    <a:gd name="connsiteY56" fmla="*/ 51288 h 59122"/>
                    <a:gd name="connsiteX57" fmla="*/ 42169 w 67127"/>
                    <a:gd name="connsiteY57" fmla="*/ 31466 h 59122"/>
                    <a:gd name="connsiteX58" fmla="*/ 36860 w 67127"/>
                    <a:gd name="connsiteY58" fmla="*/ 8134 h 59122"/>
                    <a:gd name="connsiteX59" fmla="*/ 36646 w 67127"/>
                    <a:gd name="connsiteY59" fmla="*/ 7107 h 59122"/>
                    <a:gd name="connsiteX60" fmla="*/ 36561 w 67127"/>
                    <a:gd name="connsiteY60" fmla="*/ 6593 h 59122"/>
                    <a:gd name="connsiteX61" fmla="*/ 33607 w 67127"/>
                    <a:gd name="connsiteY61" fmla="*/ 1199 h 59122"/>
                    <a:gd name="connsiteX62" fmla="*/ 30439 w 67127"/>
                    <a:gd name="connsiteY62" fmla="*/ 7107 h 59122"/>
                    <a:gd name="connsiteX63" fmla="*/ 30268 w 67127"/>
                    <a:gd name="connsiteY63" fmla="*/ 8134 h 59122"/>
                    <a:gd name="connsiteX64" fmla="*/ 24873 w 67127"/>
                    <a:gd name="connsiteY64" fmla="*/ 31723 h 59122"/>
                    <a:gd name="connsiteX65" fmla="*/ 17210 w 67127"/>
                    <a:gd name="connsiteY65" fmla="*/ 51288 h 59122"/>
                    <a:gd name="connsiteX66" fmla="*/ 16739 w 67127"/>
                    <a:gd name="connsiteY66" fmla="*/ 52230 h 59122"/>
                    <a:gd name="connsiteX67" fmla="*/ 16225 w 67127"/>
                    <a:gd name="connsiteY67" fmla="*/ 51288 h 59122"/>
                    <a:gd name="connsiteX68" fmla="*/ 9590 w 67127"/>
                    <a:gd name="connsiteY68" fmla="*/ 33650 h 59122"/>
                    <a:gd name="connsiteX69" fmla="*/ 7321 w 67127"/>
                    <a:gd name="connsiteY69" fmla="*/ 11987 h 59122"/>
                    <a:gd name="connsiteX70" fmla="*/ 7321 w 67127"/>
                    <a:gd name="connsiteY70" fmla="*/ 4795 h 59122"/>
                    <a:gd name="connsiteX71" fmla="*/ 6593 w 67127"/>
                    <a:gd name="connsiteY71" fmla="*/ 1841 h 59122"/>
                    <a:gd name="connsiteX72" fmla="*/ 4324 w 67127"/>
                    <a:gd name="connsiteY72" fmla="*/ 1027 h 59122"/>
                    <a:gd name="connsiteX73" fmla="*/ 1884 w 67127"/>
                    <a:gd name="connsiteY73" fmla="*/ 2697 h 59122"/>
                    <a:gd name="connsiteX74" fmla="*/ 1070 w 67127"/>
                    <a:gd name="connsiteY74" fmla="*/ 10360 h 59122"/>
                    <a:gd name="connsiteX75" fmla="*/ 3425 w 67127"/>
                    <a:gd name="connsiteY75" fmla="*/ 32066 h 59122"/>
                    <a:gd name="connsiteX76" fmla="*/ 9975 w 67127"/>
                    <a:gd name="connsiteY76" fmla="*/ 51502 h 59122"/>
                    <a:gd name="connsiteX77" fmla="*/ 13271 w 67127"/>
                    <a:gd name="connsiteY77" fmla="*/ 56768 h 59122"/>
                    <a:gd name="connsiteX78" fmla="*/ 16440 w 67127"/>
                    <a:gd name="connsiteY78" fmla="*/ 57924 h 59122"/>
                    <a:gd name="connsiteX79" fmla="*/ 24231 w 67127"/>
                    <a:gd name="connsiteY79" fmla="*/ 48719 h 59122"/>
                    <a:gd name="connsiteX80" fmla="*/ 32965 w 67127"/>
                    <a:gd name="connsiteY80" fmla="*/ 18880 h 59122"/>
                    <a:gd name="connsiteX81" fmla="*/ 33607 w 67127"/>
                    <a:gd name="connsiteY81" fmla="*/ 16440 h 5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7127" h="59122">
                      <a:moveTo>
                        <a:pt x="50902" y="59079"/>
                      </a:moveTo>
                      <a:cubicBezTo>
                        <a:pt x="47820" y="59079"/>
                        <a:pt x="44909" y="55911"/>
                        <a:pt x="42041" y="49404"/>
                      </a:cubicBezTo>
                      <a:cubicBezTo>
                        <a:pt x="39429" y="43453"/>
                        <a:pt x="36604" y="34121"/>
                        <a:pt x="33607" y="21577"/>
                      </a:cubicBezTo>
                      <a:cubicBezTo>
                        <a:pt x="30653" y="34163"/>
                        <a:pt x="27956" y="43197"/>
                        <a:pt x="25344" y="49233"/>
                      </a:cubicBezTo>
                      <a:cubicBezTo>
                        <a:pt x="22519" y="55783"/>
                        <a:pt x="19565" y="59122"/>
                        <a:pt x="16482" y="59122"/>
                      </a:cubicBezTo>
                      <a:cubicBezTo>
                        <a:pt x="14898" y="59122"/>
                        <a:pt x="13614" y="58651"/>
                        <a:pt x="12544" y="57667"/>
                      </a:cubicBezTo>
                      <a:cubicBezTo>
                        <a:pt x="11473" y="56682"/>
                        <a:pt x="10275" y="54798"/>
                        <a:pt x="8990" y="52058"/>
                      </a:cubicBezTo>
                      <a:cubicBezTo>
                        <a:pt x="6250" y="46493"/>
                        <a:pt x="4024" y="39857"/>
                        <a:pt x="2355" y="32408"/>
                      </a:cubicBezTo>
                      <a:cubicBezTo>
                        <a:pt x="771" y="25087"/>
                        <a:pt x="0" y="17681"/>
                        <a:pt x="0" y="10446"/>
                      </a:cubicBezTo>
                      <a:cubicBezTo>
                        <a:pt x="0" y="6208"/>
                        <a:pt x="300" y="3725"/>
                        <a:pt x="899" y="2355"/>
                      </a:cubicBezTo>
                      <a:cubicBezTo>
                        <a:pt x="1541" y="813"/>
                        <a:pt x="2697" y="0"/>
                        <a:pt x="4367" y="0"/>
                      </a:cubicBezTo>
                      <a:cubicBezTo>
                        <a:pt x="5822" y="0"/>
                        <a:pt x="6850" y="385"/>
                        <a:pt x="7535" y="1242"/>
                      </a:cubicBezTo>
                      <a:cubicBezTo>
                        <a:pt x="8177" y="2055"/>
                        <a:pt x="8519" y="3296"/>
                        <a:pt x="8519" y="4881"/>
                      </a:cubicBezTo>
                      <a:lnTo>
                        <a:pt x="8519" y="12073"/>
                      </a:lnTo>
                      <a:cubicBezTo>
                        <a:pt x="8519" y="19650"/>
                        <a:pt x="9290" y="26885"/>
                        <a:pt x="10746" y="33478"/>
                      </a:cubicBezTo>
                      <a:cubicBezTo>
                        <a:pt x="12116" y="39515"/>
                        <a:pt x="14128" y="45037"/>
                        <a:pt x="16739" y="49875"/>
                      </a:cubicBezTo>
                      <a:cubicBezTo>
                        <a:pt x="19436" y="44395"/>
                        <a:pt x="21834" y="38230"/>
                        <a:pt x="23846" y="31466"/>
                      </a:cubicBezTo>
                      <a:cubicBezTo>
                        <a:pt x="26029" y="24188"/>
                        <a:pt x="27827" y="16311"/>
                        <a:pt x="29197" y="8091"/>
                      </a:cubicBezTo>
                      <a:cubicBezTo>
                        <a:pt x="29240" y="7792"/>
                        <a:pt x="29283" y="7449"/>
                        <a:pt x="29411" y="6978"/>
                      </a:cubicBezTo>
                      <a:cubicBezTo>
                        <a:pt x="30182" y="2397"/>
                        <a:pt x="31552" y="128"/>
                        <a:pt x="33692" y="128"/>
                      </a:cubicBezTo>
                      <a:cubicBezTo>
                        <a:pt x="35747" y="128"/>
                        <a:pt x="37117" y="2269"/>
                        <a:pt x="37802" y="6507"/>
                      </a:cubicBezTo>
                      <a:lnTo>
                        <a:pt x="37888" y="7021"/>
                      </a:lnTo>
                      <a:cubicBezTo>
                        <a:pt x="37974" y="7449"/>
                        <a:pt x="38016" y="7749"/>
                        <a:pt x="38102" y="8006"/>
                      </a:cubicBezTo>
                      <a:cubicBezTo>
                        <a:pt x="39429" y="16097"/>
                        <a:pt x="41184" y="23931"/>
                        <a:pt x="43368" y="31252"/>
                      </a:cubicBezTo>
                      <a:cubicBezTo>
                        <a:pt x="45466" y="38145"/>
                        <a:pt x="47906" y="44438"/>
                        <a:pt x="50560" y="49918"/>
                      </a:cubicBezTo>
                      <a:cubicBezTo>
                        <a:pt x="53214" y="45080"/>
                        <a:pt x="55226" y="39600"/>
                        <a:pt x="56554" y="33564"/>
                      </a:cubicBezTo>
                      <a:cubicBezTo>
                        <a:pt x="58052" y="27057"/>
                        <a:pt x="58780" y="19864"/>
                        <a:pt x="58780" y="12116"/>
                      </a:cubicBezTo>
                      <a:cubicBezTo>
                        <a:pt x="58780" y="11773"/>
                        <a:pt x="58780" y="11345"/>
                        <a:pt x="58737" y="10874"/>
                      </a:cubicBezTo>
                      <a:cubicBezTo>
                        <a:pt x="58737" y="10360"/>
                        <a:pt x="58694" y="9804"/>
                        <a:pt x="58694" y="9162"/>
                      </a:cubicBezTo>
                      <a:cubicBezTo>
                        <a:pt x="58609" y="7920"/>
                        <a:pt x="58609" y="7107"/>
                        <a:pt x="58609" y="6593"/>
                      </a:cubicBezTo>
                      <a:cubicBezTo>
                        <a:pt x="58609" y="4067"/>
                        <a:pt x="58908" y="2355"/>
                        <a:pt x="59550" y="1498"/>
                      </a:cubicBezTo>
                      <a:cubicBezTo>
                        <a:pt x="60235" y="557"/>
                        <a:pt x="61306" y="86"/>
                        <a:pt x="62847" y="86"/>
                      </a:cubicBezTo>
                      <a:cubicBezTo>
                        <a:pt x="64516" y="86"/>
                        <a:pt x="65715" y="813"/>
                        <a:pt x="66315" y="2312"/>
                      </a:cubicBezTo>
                      <a:cubicBezTo>
                        <a:pt x="66871" y="3682"/>
                        <a:pt x="67128" y="6379"/>
                        <a:pt x="67128" y="10574"/>
                      </a:cubicBezTo>
                      <a:cubicBezTo>
                        <a:pt x="67128" y="17424"/>
                        <a:pt x="66443" y="24360"/>
                        <a:pt x="65073" y="31209"/>
                      </a:cubicBezTo>
                      <a:cubicBezTo>
                        <a:pt x="63660" y="38145"/>
                        <a:pt x="61691" y="44524"/>
                        <a:pt x="59165" y="50132"/>
                      </a:cubicBezTo>
                      <a:cubicBezTo>
                        <a:pt x="57453" y="54028"/>
                        <a:pt x="56083" y="56425"/>
                        <a:pt x="54970" y="57495"/>
                      </a:cubicBezTo>
                      <a:cubicBezTo>
                        <a:pt x="53899" y="58480"/>
                        <a:pt x="52487" y="59079"/>
                        <a:pt x="50902" y="59079"/>
                      </a:cubicBezTo>
                      <a:close/>
                      <a:moveTo>
                        <a:pt x="33607" y="16440"/>
                      </a:moveTo>
                      <a:lnTo>
                        <a:pt x="34163" y="18880"/>
                      </a:lnTo>
                      <a:cubicBezTo>
                        <a:pt x="37331" y="32579"/>
                        <a:pt x="40328" y="42683"/>
                        <a:pt x="43068" y="48933"/>
                      </a:cubicBezTo>
                      <a:cubicBezTo>
                        <a:pt x="45722" y="54927"/>
                        <a:pt x="48334" y="57924"/>
                        <a:pt x="50860" y="57924"/>
                      </a:cubicBezTo>
                      <a:cubicBezTo>
                        <a:pt x="52144" y="57924"/>
                        <a:pt x="53257" y="57453"/>
                        <a:pt x="54199" y="56511"/>
                      </a:cubicBezTo>
                      <a:cubicBezTo>
                        <a:pt x="55184" y="55526"/>
                        <a:pt x="56511" y="53172"/>
                        <a:pt x="58138" y="49490"/>
                      </a:cubicBezTo>
                      <a:cubicBezTo>
                        <a:pt x="60621" y="43924"/>
                        <a:pt x="62590" y="37631"/>
                        <a:pt x="63960" y="30781"/>
                      </a:cubicBezTo>
                      <a:cubicBezTo>
                        <a:pt x="65330" y="24017"/>
                        <a:pt x="66015" y="17124"/>
                        <a:pt x="66015" y="10360"/>
                      </a:cubicBezTo>
                      <a:cubicBezTo>
                        <a:pt x="66015" y="5437"/>
                        <a:pt x="65630" y="3382"/>
                        <a:pt x="65287" y="2569"/>
                      </a:cubicBezTo>
                      <a:cubicBezTo>
                        <a:pt x="64859" y="1541"/>
                        <a:pt x="64088" y="1070"/>
                        <a:pt x="62847" y="1070"/>
                      </a:cubicBezTo>
                      <a:cubicBezTo>
                        <a:pt x="61691" y="1070"/>
                        <a:pt x="60963" y="1370"/>
                        <a:pt x="60492" y="2012"/>
                      </a:cubicBezTo>
                      <a:cubicBezTo>
                        <a:pt x="60150" y="2483"/>
                        <a:pt x="59764" y="3639"/>
                        <a:pt x="59764" y="6465"/>
                      </a:cubicBezTo>
                      <a:cubicBezTo>
                        <a:pt x="59764" y="6935"/>
                        <a:pt x="59764" y="7749"/>
                        <a:pt x="59807" y="8990"/>
                      </a:cubicBezTo>
                      <a:cubicBezTo>
                        <a:pt x="59807" y="9633"/>
                        <a:pt x="59850" y="10232"/>
                        <a:pt x="59850" y="10703"/>
                      </a:cubicBezTo>
                      <a:cubicBezTo>
                        <a:pt x="59850" y="11174"/>
                        <a:pt x="59893" y="11602"/>
                        <a:pt x="59893" y="11987"/>
                      </a:cubicBezTo>
                      <a:cubicBezTo>
                        <a:pt x="59893" y="19822"/>
                        <a:pt x="59122" y="27100"/>
                        <a:pt x="57624" y="33692"/>
                      </a:cubicBezTo>
                      <a:cubicBezTo>
                        <a:pt x="56168" y="40243"/>
                        <a:pt x="53942" y="46151"/>
                        <a:pt x="50945" y="51288"/>
                      </a:cubicBezTo>
                      <a:lnTo>
                        <a:pt x="50389" y="52230"/>
                      </a:lnTo>
                      <a:lnTo>
                        <a:pt x="49918" y="51288"/>
                      </a:lnTo>
                      <a:cubicBezTo>
                        <a:pt x="47007" y="45508"/>
                        <a:pt x="44395" y="38830"/>
                        <a:pt x="42169" y="31466"/>
                      </a:cubicBezTo>
                      <a:cubicBezTo>
                        <a:pt x="39986" y="24103"/>
                        <a:pt x="38188" y="16225"/>
                        <a:pt x="36860" y="8134"/>
                      </a:cubicBezTo>
                      <a:cubicBezTo>
                        <a:pt x="36818" y="7920"/>
                        <a:pt x="36732" y="7578"/>
                        <a:pt x="36646" y="7107"/>
                      </a:cubicBezTo>
                      <a:lnTo>
                        <a:pt x="36561" y="6593"/>
                      </a:lnTo>
                      <a:cubicBezTo>
                        <a:pt x="36175" y="4110"/>
                        <a:pt x="35319" y="1199"/>
                        <a:pt x="33607" y="1199"/>
                      </a:cubicBezTo>
                      <a:cubicBezTo>
                        <a:pt x="31809" y="1199"/>
                        <a:pt x="30910" y="4410"/>
                        <a:pt x="30439" y="7107"/>
                      </a:cubicBezTo>
                      <a:cubicBezTo>
                        <a:pt x="30353" y="7578"/>
                        <a:pt x="30310" y="7920"/>
                        <a:pt x="30268" y="8134"/>
                      </a:cubicBezTo>
                      <a:cubicBezTo>
                        <a:pt x="28855" y="16482"/>
                        <a:pt x="27057" y="24402"/>
                        <a:pt x="24873" y="31723"/>
                      </a:cubicBezTo>
                      <a:cubicBezTo>
                        <a:pt x="22690" y="38958"/>
                        <a:pt x="20121" y="45551"/>
                        <a:pt x="17210" y="51288"/>
                      </a:cubicBezTo>
                      <a:lnTo>
                        <a:pt x="16739" y="52230"/>
                      </a:lnTo>
                      <a:lnTo>
                        <a:pt x="16225" y="51288"/>
                      </a:lnTo>
                      <a:cubicBezTo>
                        <a:pt x="13314" y="46151"/>
                        <a:pt x="11088" y="40200"/>
                        <a:pt x="9590" y="33650"/>
                      </a:cubicBezTo>
                      <a:cubicBezTo>
                        <a:pt x="8091" y="26971"/>
                        <a:pt x="7321" y="19693"/>
                        <a:pt x="7321" y="11987"/>
                      </a:cubicBezTo>
                      <a:lnTo>
                        <a:pt x="7321" y="4795"/>
                      </a:lnTo>
                      <a:cubicBezTo>
                        <a:pt x="7321" y="3468"/>
                        <a:pt x="7064" y="2440"/>
                        <a:pt x="6593" y="1841"/>
                      </a:cubicBezTo>
                      <a:cubicBezTo>
                        <a:pt x="6165" y="1284"/>
                        <a:pt x="5394" y="1027"/>
                        <a:pt x="4324" y="1027"/>
                      </a:cubicBezTo>
                      <a:cubicBezTo>
                        <a:pt x="3125" y="1027"/>
                        <a:pt x="2355" y="1541"/>
                        <a:pt x="1884" y="2697"/>
                      </a:cubicBezTo>
                      <a:cubicBezTo>
                        <a:pt x="1327" y="3939"/>
                        <a:pt x="1070" y="6336"/>
                        <a:pt x="1070" y="10360"/>
                      </a:cubicBezTo>
                      <a:cubicBezTo>
                        <a:pt x="1070" y="17510"/>
                        <a:pt x="1884" y="24831"/>
                        <a:pt x="3425" y="32066"/>
                      </a:cubicBezTo>
                      <a:cubicBezTo>
                        <a:pt x="5052" y="39429"/>
                        <a:pt x="7235" y="45979"/>
                        <a:pt x="9975" y="51502"/>
                      </a:cubicBezTo>
                      <a:cubicBezTo>
                        <a:pt x="11473" y="54756"/>
                        <a:pt x="12586" y="56168"/>
                        <a:pt x="13271" y="56768"/>
                      </a:cubicBezTo>
                      <a:cubicBezTo>
                        <a:pt x="14128" y="57538"/>
                        <a:pt x="15155" y="57924"/>
                        <a:pt x="16440" y="57924"/>
                      </a:cubicBezTo>
                      <a:cubicBezTo>
                        <a:pt x="18965" y="57924"/>
                        <a:pt x="21663" y="54756"/>
                        <a:pt x="24231" y="48719"/>
                      </a:cubicBezTo>
                      <a:cubicBezTo>
                        <a:pt x="26971" y="42383"/>
                        <a:pt x="29839" y="32622"/>
                        <a:pt x="32965" y="18880"/>
                      </a:cubicBezTo>
                      <a:lnTo>
                        <a:pt x="33607" y="1644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5" name="图形 4"/>
              <p:cNvGrpSpPr/>
              <p:nvPr/>
            </p:nvGrpSpPr>
            <p:grpSpPr>
              <a:xfrm>
                <a:off x="11450989" y="6483828"/>
                <a:ext cx="8219" cy="72693"/>
                <a:chOff x="11450989" y="6483828"/>
                <a:chExt cx="8219" cy="72693"/>
              </a:xfrm>
              <a:solidFill>
                <a:srgbClr val="A5A7AA"/>
              </a:solidFill>
            </p:grpSpPr>
            <p:sp>
              <p:nvSpPr>
                <p:cNvPr id="22" name="任意多边形: 形状 21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1451502" y="6484470"/>
                  <a:ext cx="7106" cy="71494"/>
                </a:xfrm>
                <a:custGeom>
                  <a:avLst/>
                  <a:gdLst>
                    <a:gd name="connsiteX0" fmla="*/ 7107 w 7106"/>
                    <a:gd name="connsiteY0" fmla="*/ 5009 h 71494"/>
                    <a:gd name="connsiteX1" fmla="*/ 6250 w 7106"/>
                    <a:gd name="connsiteY1" fmla="*/ 8905 h 71494"/>
                    <a:gd name="connsiteX2" fmla="*/ 3553 w 7106"/>
                    <a:gd name="connsiteY2" fmla="*/ 10103 h 71494"/>
                    <a:gd name="connsiteX3" fmla="*/ 899 w 7106"/>
                    <a:gd name="connsiteY3" fmla="*/ 8819 h 71494"/>
                    <a:gd name="connsiteX4" fmla="*/ 0 w 7106"/>
                    <a:gd name="connsiteY4" fmla="*/ 5009 h 71494"/>
                    <a:gd name="connsiteX5" fmla="*/ 856 w 7106"/>
                    <a:gd name="connsiteY5" fmla="*/ 1156 h 71494"/>
                    <a:gd name="connsiteX6" fmla="*/ 3553 w 7106"/>
                    <a:gd name="connsiteY6" fmla="*/ 0 h 71494"/>
                    <a:gd name="connsiteX7" fmla="*/ 6208 w 7106"/>
                    <a:gd name="connsiteY7" fmla="*/ 1242 h 71494"/>
                    <a:gd name="connsiteX8" fmla="*/ 7107 w 7106"/>
                    <a:gd name="connsiteY8" fmla="*/ 5009 h 71494"/>
                    <a:gd name="connsiteX9" fmla="*/ 43 w 7106"/>
                    <a:gd name="connsiteY9" fmla="*/ 18366 h 71494"/>
                    <a:gd name="connsiteX10" fmla="*/ 942 w 7106"/>
                    <a:gd name="connsiteY10" fmla="*/ 15027 h 71494"/>
                    <a:gd name="connsiteX11" fmla="*/ 3553 w 7106"/>
                    <a:gd name="connsiteY11" fmla="*/ 13956 h 71494"/>
                    <a:gd name="connsiteX12" fmla="*/ 6208 w 7106"/>
                    <a:gd name="connsiteY12" fmla="*/ 15027 h 71494"/>
                    <a:gd name="connsiteX13" fmla="*/ 7107 w 7106"/>
                    <a:gd name="connsiteY13" fmla="*/ 18366 h 71494"/>
                    <a:gd name="connsiteX14" fmla="*/ 7107 w 7106"/>
                    <a:gd name="connsiteY14" fmla="*/ 67085 h 71494"/>
                    <a:gd name="connsiteX15" fmla="*/ 6208 w 7106"/>
                    <a:gd name="connsiteY15" fmla="*/ 70382 h 71494"/>
                    <a:gd name="connsiteX16" fmla="*/ 3553 w 7106"/>
                    <a:gd name="connsiteY16" fmla="*/ 71495 h 71494"/>
                    <a:gd name="connsiteX17" fmla="*/ 942 w 7106"/>
                    <a:gd name="connsiteY17" fmla="*/ 70382 h 71494"/>
                    <a:gd name="connsiteX18" fmla="*/ 43 w 7106"/>
                    <a:gd name="connsiteY18" fmla="*/ 67085 h 71494"/>
                    <a:gd name="connsiteX19" fmla="*/ 43 w 7106"/>
                    <a:gd name="connsiteY19" fmla="*/ 18366 h 71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106" h="71494">
                      <a:moveTo>
                        <a:pt x="7107" y="5009"/>
                      </a:moveTo>
                      <a:cubicBezTo>
                        <a:pt x="7107" y="6807"/>
                        <a:pt x="6807" y="8091"/>
                        <a:pt x="6250" y="8905"/>
                      </a:cubicBezTo>
                      <a:cubicBezTo>
                        <a:pt x="5694" y="9718"/>
                        <a:pt x="4795" y="10103"/>
                        <a:pt x="3553" y="10103"/>
                      </a:cubicBezTo>
                      <a:cubicBezTo>
                        <a:pt x="2397" y="10103"/>
                        <a:pt x="1498" y="9718"/>
                        <a:pt x="899" y="8819"/>
                      </a:cubicBezTo>
                      <a:cubicBezTo>
                        <a:pt x="300" y="8006"/>
                        <a:pt x="0" y="6721"/>
                        <a:pt x="0" y="5009"/>
                      </a:cubicBezTo>
                      <a:cubicBezTo>
                        <a:pt x="0" y="3211"/>
                        <a:pt x="300" y="1927"/>
                        <a:pt x="856" y="1156"/>
                      </a:cubicBezTo>
                      <a:cubicBezTo>
                        <a:pt x="1413" y="385"/>
                        <a:pt x="2355" y="0"/>
                        <a:pt x="3553" y="0"/>
                      </a:cubicBezTo>
                      <a:cubicBezTo>
                        <a:pt x="4752" y="0"/>
                        <a:pt x="5651" y="428"/>
                        <a:pt x="6208" y="1242"/>
                      </a:cubicBezTo>
                      <a:cubicBezTo>
                        <a:pt x="6807" y="2098"/>
                        <a:pt x="7107" y="3339"/>
                        <a:pt x="7107" y="5009"/>
                      </a:cubicBezTo>
                      <a:close/>
                      <a:moveTo>
                        <a:pt x="43" y="18366"/>
                      </a:moveTo>
                      <a:cubicBezTo>
                        <a:pt x="43" y="16910"/>
                        <a:pt x="342" y="15755"/>
                        <a:pt x="942" y="15027"/>
                      </a:cubicBezTo>
                      <a:cubicBezTo>
                        <a:pt x="1541" y="14299"/>
                        <a:pt x="2440" y="13956"/>
                        <a:pt x="3553" y="13956"/>
                      </a:cubicBezTo>
                      <a:cubicBezTo>
                        <a:pt x="4709" y="13956"/>
                        <a:pt x="5608" y="14342"/>
                        <a:pt x="6208" y="15027"/>
                      </a:cubicBezTo>
                      <a:cubicBezTo>
                        <a:pt x="6764" y="15797"/>
                        <a:pt x="7107" y="16910"/>
                        <a:pt x="7107" y="18366"/>
                      </a:cubicBezTo>
                      <a:lnTo>
                        <a:pt x="7107" y="67085"/>
                      </a:lnTo>
                      <a:cubicBezTo>
                        <a:pt x="7107" y="68541"/>
                        <a:pt x="6807" y="69654"/>
                        <a:pt x="6208" y="70382"/>
                      </a:cubicBezTo>
                      <a:cubicBezTo>
                        <a:pt x="5608" y="71152"/>
                        <a:pt x="4709" y="71495"/>
                        <a:pt x="3553" y="71495"/>
                      </a:cubicBezTo>
                      <a:cubicBezTo>
                        <a:pt x="2440" y="71495"/>
                        <a:pt x="1541" y="71152"/>
                        <a:pt x="942" y="70382"/>
                      </a:cubicBezTo>
                      <a:cubicBezTo>
                        <a:pt x="342" y="69654"/>
                        <a:pt x="43" y="68541"/>
                        <a:pt x="43" y="67085"/>
                      </a:cubicBezTo>
                      <a:lnTo>
                        <a:pt x="43" y="1836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3" name="任意多边形: 形状 2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1450989" y="6483828"/>
                  <a:ext cx="8219" cy="72693"/>
                </a:xfrm>
                <a:custGeom>
                  <a:avLst/>
                  <a:gdLst>
                    <a:gd name="connsiteX0" fmla="*/ 4110 w 8219"/>
                    <a:gd name="connsiteY0" fmla="*/ 72693 h 72693"/>
                    <a:gd name="connsiteX1" fmla="*/ 1027 w 8219"/>
                    <a:gd name="connsiteY1" fmla="*/ 71366 h 72693"/>
                    <a:gd name="connsiteX2" fmla="*/ 0 w 8219"/>
                    <a:gd name="connsiteY2" fmla="*/ 67685 h 72693"/>
                    <a:gd name="connsiteX3" fmla="*/ 0 w 8219"/>
                    <a:gd name="connsiteY3" fmla="*/ 19008 h 72693"/>
                    <a:gd name="connsiteX4" fmla="*/ 1027 w 8219"/>
                    <a:gd name="connsiteY4" fmla="*/ 15284 h 72693"/>
                    <a:gd name="connsiteX5" fmla="*/ 4110 w 8219"/>
                    <a:gd name="connsiteY5" fmla="*/ 13999 h 72693"/>
                    <a:gd name="connsiteX6" fmla="*/ 7192 w 8219"/>
                    <a:gd name="connsiteY6" fmla="*/ 15284 h 72693"/>
                    <a:gd name="connsiteX7" fmla="*/ 8220 w 8219"/>
                    <a:gd name="connsiteY7" fmla="*/ 19008 h 72693"/>
                    <a:gd name="connsiteX8" fmla="*/ 8220 w 8219"/>
                    <a:gd name="connsiteY8" fmla="*/ 67727 h 72693"/>
                    <a:gd name="connsiteX9" fmla="*/ 7235 w 8219"/>
                    <a:gd name="connsiteY9" fmla="*/ 71409 h 72693"/>
                    <a:gd name="connsiteX10" fmla="*/ 4110 w 8219"/>
                    <a:gd name="connsiteY10" fmla="*/ 72693 h 72693"/>
                    <a:gd name="connsiteX11" fmla="*/ 4110 w 8219"/>
                    <a:gd name="connsiteY11" fmla="*/ 15112 h 72693"/>
                    <a:gd name="connsiteX12" fmla="*/ 1926 w 8219"/>
                    <a:gd name="connsiteY12" fmla="*/ 16011 h 72693"/>
                    <a:gd name="connsiteX13" fmla="*/ 1156 w 8219"/>
                    <a:gd name="connsiteY13" fmla="*/ 19008 h 72693"/>
                    <a:gd name="connsiteX14" fmla="*/ 1156 w 8219"/>
                    <a:gd name="connsiteY14" fmla="*/ 67727 h 72693"/>
                    <a:gd name="connsiteX15" fmla="*/ 1926 w 8219"/>
                    <a:gd name="connsiteY15" fmla="*/ 70681 h 72693"/>
                    <a:gd name="connsiteX16" fmla="*/ 4110 w 8219"/>
                    <a:gd name="connsiteY16" fmla="*/ 71580 h 72693"/>
                    <a:gd name="connsiteX17" fmla="*/ 6293 w 8219"/>
                    <a:gd name="connsiteY17" fmla="*/ 70681 h 72693"/>
                    <a:gd name="connsiteX18" fmla="*/ 7064 w 8219"/>
                    <a:gd name="connsiteY18" fmla="*/ 67727 h 72693"/>
                    <a:gd name="connsiteX19" fmla="*/ 7064 w 8219"/>
                    <a:gd name="connsiteY19" fmla="*/ 19008 h 72693"/>
                    <a:gd name="connsiteX20" fmla="*/ 6293 w 8219"/>
                    <a:gd name="connsiteY20" fmla="*/ 16011 h 72693"/>
                    <a:gd name="connsiteX21" fmla="*/ 4110 w 8219"/>
                    <a:gd name="connsiteY21" fmla="*/ 15112 h 72693"/>
                    <a:gd name="connsiteX22" fmla="*/ 4110 w 8219"/>
                    <a:gd name="connsiteY22" fmla="*/ 11302 h 72693"/>
                    <a:gd name="connsiteX23" fmla="*/ 985 w 8219"/>
                    <a:gd name="connsiteY23" fmla="*/ 9761 h 72693"/>
                    <a:gd name="connsiteX24" fmla="*/ 0 w 8219"/>
                    <a:gd name="connsiteY24" fmla="*/ 5608 h 72693"/>
                    <a:gd name="connsiteX25" fmla="*/ 942 w 8219"/>
                    <a:gd name="connsiteY25" fmla="*/ 1413 h 72693"/>
                    <a:gd name="connsiteX26" fmla="*/ 4110 w 8219"/>
                    <a:gd name="connsiteY26" fmla="*/ 0 h 72693"/>
                    <a:gd name="connsiteX27" fmla="*/ 7235 w 8219"/>
                    <a:gd name="connsiteY27" fmla="*/ 1456 h 72693"/>
                    <a:gd name="connsiteX28" fmla="*/ 8220 w 8219"/>
                    <a:gd name="connsiteY28" fmla="*/ 5565 h 72693"/>
                    <a:gd name="connsiteX29" fmla="*/ 7278 w 8219"/>
                    <a:gd name="connsiteY29" fmla="*/ 9761 h 72693"/>
                    <a:gd name="connsiteX30" fmla="*/ 4110 w 8219"/>
                    <a:gd name="connsiteY30" fmla="*/ 11302 h 72693"/>
                    <a:gd name="connsiteX31" fmla="*/ 4110 w 8219"/>
                    <a:gd name="connsiteY31" fmla="*/ 1199 h 72693"/>
                    <a:gd name="connsiteX32" fmla="*/ 1884 w 8219"/>
                    <a:gd name="connsiteY32" fmla="*/ 2141 h 72693"/>
                    <a:gd name="connsiteX33" fmla="*/ 1156 w 8219"/>
                    <a:gd name="connsiteY33" fmla="*/ 5651 h 72693"/>
                    <a:gd name="connsiteX34" fmla="*/ 1926 w 8219"/>
                    <a:gd name="connsiteY34" fmla="*/ 9119 h 72693"/>
                    <a:gd name="connsiteX35" fmla="*/ 4110 w 8219"/>
                    <a:gd name="connsiteY35" fmla="*/ 10146 h 72693"/>
                    <a:gd name="connsiteX36" fmla="*/ 6336 w 8219"/>
                    <a:gd name="connsiteY36" fmla="*/ 9162 h 72693"/>
                    <a:gd name="connsiteX37" fmla="*/ 7064 w 8219"/>
                    <a:gd name="connsiteY37" fmla="*/ 5608 h 72693"/>
                    <a:gd name="connsiteX38" fmla="*/ 6293 w 8219"/>
                    <a:gd name="connsiteY38" fmla="*/ 2183 h 72693"/>
                    <a:gd name="connsiteX39" fmla="*/ 4110 w 8219"/>
                    <a:gd name="connsiteY39" fmla="*/ 1199 h 72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8219" h="72693">
                      <a:moveTo>
                        <a:pt x="4110" y="72693"/>
                      </a:moveTo>
                      <a:cubicBezTo>
                        <a:pt x="2783" y="72693"/>
                        <a:pt x="1712" y="72265"/>
                        <a:pt x="1027" y="71366"/>
                      </a:cubicBezTo>
                      <a:cubicBezTo>
                        <a:pt x="342" y="70553"/>
                        <a:pt x="0" y="69311"/>
                        <a:pt x="0" y="67685"/>
                      </a:cubicBezTo>
                      <a:lnTo>
                        <a:pt x="0" y="19008"/>
                      </a:lnTo>
                      <a:cubicBezTo>
                        <a:pt x="0" y="17424"/>
                        <a:pt x="342" y="16140"/>
                        <a:pt x="1027" y="15284"/>
                      </a:cubicBezTo>
                      <a:cubicBezTo>
                        <a:pt x="1755" y="14427"/>
                        <a:pt x="2826" y="13999"/>
                        <a:pt x="4110" y="13999"/>
                      </a:cubicBezTo>
                      <a:cubicBezTo>
                        <a:pt x="5437" y="13999"/>
                        <a:pt x="6465" y="14427"/>
                        <a:pt x="7192" y="15284"/>
                      </a:cubicBezTo>
                      <a:cubicBezTo>
                        <a:pt x="7877" y="16183"/>
                        <a:pt x="8220" y="17467"/>
                        <a:pt x="8220" y="19008"/>
                      </a:cubicBezTo>
                      <a:lnTo>
                        <a:pt x="8220" y="67727"/>
                      </a:lnTo>
                      <a:cubicBezTo>
                        <a:pt x="8220" y="69311"/>
                        <a:pt x="7877" y="70553"/>
                        <a:pt x="7235" y="71409"/>
                      </a:cubicBezTo>
                      <a:cubicBezTo>
                        <a:pt x="6507" y="72265"/>
                        <a:pt x="5480" y="72693"/>
                        <a:pt x="4110" y="72693"/>
                      </a:cubicBezTo>
                      <a:close/>
                      <a:moveTo>
                        <a:pt x="4110" y="15112"/>
                      </a:moveTo>
                      <a:cubicBezTo>
                        <a:pt x="3168" y="15112"/>
                        <a:pt x="2440" y="15412"/>
                        <a:pt x="1926" y="16011"/>
                      </a:cubicBezTo>
                      <a:cubicBezTo>
                        <a:pt x="1413" y="16654"/>
                        <a:pt x="1156" y="17638"/>
                        <a:pt x="1156" y="19008"/>
                      </a:cubicBezTo>
                      <a:lnTo>
                        <a:pt x="1156" y="67727"/>
                      </a:lnTo>
                      <a:cubicBezTo>
                        <a:pt x="1156" y="69055"/>
                        <a:pt x="1413" y="70039"/>
                        <a:pt x="1926" y="70681"/>
                      </a:cubicBezTo>
                      <a:cubicBezTo>
                        <a:pt x="2397" y="71281"/>
                        <a:pt x="3125" y="71580"/>
                        <a:pt x="4110" y="71580"/>
                      </a:cubicBezTo>
                      <a:cubicBezTo>
                        <a:pt x="5137" y="71580"/>
                        <a:pt x="5822" y="71281"/>
                        <a:pt x="6293" y="70681"/>
                      </a:cubicBezTo>
                      <a:cubicBezTo>
                        <a:pt x="6807" y="70039"/>
                        <a:pt x="7064" y="69012"/>
                        <a:pt x="7064" y="67727"/>
                      </a:cubicBezTo>
                      <a:lnTo>
                        <a:pt x="7064" y="19008"/>
                      </a:lnTo>
                      <a:cubicBezTo>
                        <a:pt x="7064" y="17724"/>
                        <a:pt x="6807" y="16654"/>
                        <a:pt x="6293" y="16011"/>
                      </a:cubicBezTo>
                      <a:cubicBezTo>
                        <a:pt x="5822" y="15412"/>
                        <a:pt x="5095" y="15112"/>
                        <a:pt x="4110" y="15112"/>
                      </a:cubicBezTo>
                      <a:close/>
                      <a:moveTo>
                        <a:pt x="4110" y="11302"/>
                      </a:moveTo>
                      <a:cubicBezTo>
                        <a:pt x="2740" y="11302"/>
                        <a:pt x="1670" y="10788"/>
                        <a:pt x="985" y="9761"/>
                      </a:cubicBezTo>
                      <a:cubicBezTo>
                        <a:pt x="342" y="8862"/>
                        <a:pt x="0" y="7492"/>
                        <a:pt x="0" y="5608"/>
                      </a:cubicBezTo>
                      <a:cubicBezTo>
                        <a:pt x="0" y="3682"/>
                        <a:pt x="300" y="2312"/>
                        <a:pt x="942" y="1413"/>
                      </a:cubicBezTo>
                      <a:cubicBezTo>
                        <a:pt x="1627" y="514"/>
                        <a:pt x="2697" y="0"/>
                        <a:pt x="4110" y="0"/>
                      </a:cubicBezTo>
                      <a:cubicBezTo>
                        <a:pt x="5480" y="0"/>
                        <a:pt x="6550" y="514"/>
                        <a:pt x="7235" y="1456"/>
                      </a:cubicBezTo>
                      <a:cubicBezTo>
                        <a:pt x="7877" y="2397"/>
                        <a:pt x="8220" y="3810"/>
                        <a:pt x="8220" y="5565"/>
                      </a:cubicBezTo>
                      <a:cubicBezTo>
                        <a:pt x="8220" y="7449"/>
                        <a:pt x="7920" y="8862"/>
                        <a:pt x="7278" y="9761"/>
                      </a:cubicBezTo>
                      <a:cubicBezTo>
                        <a:pt x="6593" y="10831"/>
                        <a:pt x="5523" y="11302"/>
                        <a:pt x="4110" y="11302"/>
                      </a:cubicBezTo>
                      <a:close/>
                      <a:moveTo>
                        <a:pt x="4110" y="1199"/>
                      </a:moveTo>
                      <a:cubicBezTo>
                        <a:pt x="3082" y="1199"/>
                        <a:pt x="2355" y="1498"/>
                        <a:pt x="1884" y="2141"/>
                      </a:cubicBezTo>
                      <a:cubicBezTo>
                        <a:pt x="1413" y="2826"/>
                        <a:pt x="1156" y="3981"/>
                        <a:pt x="1156" y="5651"/>
                      </a:cubicBezTo>
                      <a:cubicBezTo>
                        <a:pt x="1156" y="7235"/>
                        <a:pt x="1413" y="8434"/>
                        <a:pt x="1926" y="9119"/>
                      </a:cubicBezTo>
                      <a:cubicBezTo>
                        <a:pt x="2397" y="9847"/>
                        <a:pt x="3125" y="10146"/>
                        <a:pt x="4110" y="10146"/>
                      </a:cubicBezTo>
                      <a:cubicBezTo>
                        <a:pt x="5137" y="10146"/>
                        <a:pt x="5908" y="9804"/>
                        <a:pt x="6336" y="9162"/>
                      </a:cubicBezTo>
                      <a:cubicBezTo>
                        <a:pt x="6807" y="8434"/>
                        <a:pt x="7064" y="7235"/>
                        <a:pt x="7064" y="5608"/>
                      </a:cubicBezTo>
                      <a:cubicBezTo>
                        <a:pt x="7064" y="4067"/>
                        <a:pt x="6807" y="2911"/>
                        <a:pt x="6293" y="2183"/>
                      </a:cubicBezTo>
                      <a:cubicBezTo>
                        <a:pt x="5822" y="1541"/>
                        <a:pt x="5095" y="1199"/>
                        <a:pt x="4110" y="119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6" name="图形 4"/>
              <p:cNvGrpSpPr/>
              <p:nvPr/>
            </p:nvGrpSpPr>
            <p:grpSpPr>
              <a:xfrm>
                <a:off x="11499665" y="6497827"/>
                <a:ext cx="50131" cy="58394"/>
                <a:chOff x="11499665" y="6497827"/>
                <a:chExt cx="50131" cy="58394"/>
              </a:xfrm>
              <a:solidFill>
                <a:srgbClr val="A5A7AA"/>
              </a:solidFill>
            </p:grpSpPr>
            <p:sp>
              <p:nvSpPr>
                <p:cNvPr id="20" name="任意多边形: 形状 19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1500221" y="6498341"/>
                  <a:ext cx="48847" cy="57281"/>
                </a:xfrm>
                <a:custGeom>
                  <a:avLst/>
                  <a:gdLst>
                    <a:gd name="connsiteX0" fmla="*/ 4452 w 48847"/>
                    <a:gd name="connsiteY0" fmla="*/ 57281 h 57281"/>
                    <a:gd name="connsiteX1" fmla="*/ 1113 w 48847"/>
                    <a:gd name="connsiteY1" fmla="*/ 56382 h 57281"/>
                    <a:gd name="connsiteX2" fmla="*/ 0 w 48847"/>
                    <a:gd name="connsiteY2" fmla="*/ 53899 h 57281"/>
                    <a:gd name="connsiteX3" fmla="*/ 1113 w 48847"/>
                    <a:gd name="connsiteY3" fmla="*/ 51459 h 57281"/>
                    <a:gd name="connsiteX4" fmla="*/ 4538 w 48847"/>
                    <a:gd name="connsiteY4" fmla="*/ 50689 h 57281"/>
                    <a:gd name="connsiteX5" fmla="*/ 24445 w 48847"/>
                    <a:gd name="connsiteY5" fmla="*/ 50689 h 57281"/>
                    <a:gd name="connsiteX6" fmla="*/ 37802 w 48847"/>
                    <a:gd name="connsiteY6" fmla="*/ 47649 h 57281"/>
                    <a:gd name="connsiteX7" fmla="*/ 41698 w 48847"/>
                    <a:gd name="connsiteY7" fmla="*/ 37802 h 57281"/>
                    <a:gd name="connsiteX8" fmla="*/ 39258 w 48847"/>
                    <a:gd name="connsiteY8" fmla="*/ 30524 h 57281"/>
                    <a:gd name="connsiteX9" fmla="*/ 31595 w 48847"/>
                    <a:gd name="connsiteY9" fmla="*/ 26843 h 57281"/>
                    <a:gd name="connsiteX10" fmla="*/ 14085 w 48847"/>
                    <a:gd name="connsiteY10" fmla="*/ 23332 h 57281"/>
                    <a:gd name="connsiteX11" fmla="*/ 3939 w 48847"/>
                    <a:gd name="connsiteY11" fmla="*/ 19351 h 57281"/>
                    <a:gd name="connsiteX12" fmla="*/ 1284 w 48847"/>
                    <a:gd name="connsiteY12" fmla="*/ 12330 h 57281"/>
                    <a:gd name="connsiteX13" fmla="*/ 6122 w 48847"/>
                    <a:gd name="connsiteY13" fmla="*/ 3168 h 57281"/>
                    <a:gd name="connsiteX14" fmla="*/ 19950 w 48847"/>
                    <a:gd name="connsiteY14" fmla="*/ 0 h 57281"/>
                    <a:gd name="connsiteX15" fmla="*/ 39301 w 48847"/>
                    <a:gd name="connsiteY15" fmla="*/ 0 h 57281"/>
                    <a:gd name="connsiteX16" fmla="*/ 42683 w 48847"/>
                    <a:gd name="connsiteY16" fmla="*/ 856 h 57281"/>
                    <a:gd name="connsiteX17" fmla="*/ 43839 w 48847"/>
                    <a:gd name="connsiteY17" fmla="*/ 3339 h 57281"/>
                    <a:gd name="connsiteX18" fmla="*/ 42640 w 48847"/>
                    <a:gd name="connsiteY18" fmla="*/ 5737 h 57281"/>
                    <a:gd name="connsiteX19" fmla="*/ 39172 w 48847"/>
                    <a:gd name="connsiteY19" fmla="*/ 6550 h 57281"/>
                    <a:gd name="connsiteX20" fmla="*/ 17339 w 48847"/>
                    <a:gd name="connsiteY20" fmla="*/ 6550 h 57281"/>
                    <a:gd name="connsiteX21" fmla="*/ 10960 w 48847"/>
                    <a:gd name="connsiteY21" fmla="*/ 7620 h 57281"/>
                    <a:gd name="connsiteX22" fmla="*/ 9162 w 48847"/>
                    <a:gd name="connsiteY22" fmla="*/ 11345 h 57281"/>
                    <a:gd name="connsiteX23" fmla="*/ 10275 w 48847"/>
                    <a:gd name="connsiteY23" fmla="*/ 14641 h 57281"/>
                    <a:gd name="connsiteX24" fmla="*/ 13956 w 48847"/>
                    <a:gd name="connsiteY24" fmla="*/ 16354 h 57281"/>
                    <a:gd name="connsiteX25" fmla="*/ 32108 w 48847"/>
                    <a:gd name="connsiteY25" fmla="*/ 19950 h 57281"/>
                    <a:gd name="connsiteX26" fmla="*/ 44695 w 48847"/>
                    <a:gd name="connsiteY26" fmla="*/ 26029 h 57281"/>
                    <a:gd name="connsiteX27" fmla="*/ 48848 w 48847"/>
                    <a:gd name="connsiteY27" fmla="*/ 37417 h 57281"/>
                    <a:gd name="connsiteX28" fmla="*/ 42340 w 48847"/>
                    <a:gd name="connsiteY28" fmla="*/ 52273 h 57281"/>
                    <a:gd name="connsiteX29" fmla="*/ 22519 w 48847"/>
                    <a:gd name="connsiteY29" fmla="*/ 57196 h 57281"/>
                    <a:gd name="connsiteX30" fmla="*/ 4452 w 48847"/>
                    <a:gd name="connsiteY30" fmla="*/ 57196 h 5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8847" h="57281">
                      <a:moveTo>
                        <a:pt x="4452" y="57281"/>
                      </a:moveTo>
                      <a:cubicBezTo>
                        <a:pt x="2997" y="57281"/>
                        <a:pt x="1884" y="56982"/>
                        <a:pt x="1113" y="56382"/>
                      </a:cubicBezTo>
                      <a:cubicBezTo>
                        <a:pt x="385" y="55826"/>
                        <a:pt x="0" y="54970"/>
                        <a:pt x="0" y="53899"/>
                      </a:cubicBezTo>
                      <a:cubicBezTo>
                        <a:pt x="0" y="52786"/>
                        <a:pt x="385" y="51973"/>
                        <a:pt x="1113" y="51459"/>
                      </a:cubicBezTo>
                      <a:cubicBezTo>
                        <a:pt x="1884" y="50945"/>
                        <a:pt x="2997" y="50689"/>
                        <a:pt x="4538" y="50689"/>
                      </a:cubicBezTo>
                      <a:lnTo>
                        <a:pt x="24445" y="50689"/>
                      </a:lnTo>
                      <a:cubicBezTo>
                        <a:pt x="30738" y="50689"/>
                        <a:pt x="35191" y="49661"/>
                        <a:pt x="37802" y="47649"/>
                      </a:cubicBezTo>
                      <a:cubicBezTo>
                        <a:pt x="40414" y="45680"/>
                        <a:pt x="41698" y="42383"/>
                        <a:pt x="41698" y="37802"/>
                      </a:cubicBezTo>
                      <a:cubicBezTo>
                        <a:pt x="41698" y="34763"/>
                        <a:pt x="40885" y="32322"/>
                        <a:pt x="39258" y="30524"/>
                      </a:cubicBezTo>
                      <a:cubicBezTo>
                        <a:pt x="37588" y="28726"/>
                        <a:pt x="35020" y="27485"/>
                        <a:pt x="31595" y="26843"/>
                      </a:cubicBezTo>
                      <a:lnTo>
                        <a:pt x="14085" y="23332"/>
                      </a:lnTo>
                      <a:cubicBezTo>
                        <a:pt x="9119" y="22305"/>
                        <a:pt x="5737" y="21020"/>
                        <a:pt x="3939" y="19351"/>
                      </a:cubicBezTo>
                      <a:cubicBezTo>
                        <a:pt x="2183" y="17724"/>
                        <a:pt x="1284" y="15369"/>
                        <a:pt x="1284" y="12330"/>
                      </a:cubicBezTo>
                      <a:cubicBezTo>
                        <a:pt x="1284" y="8391"/>
                        <a:pt x="2911" y="5309"/>
                        <a:pt x="6122" y="3168"/>
                      </a:cubicBezTo>
                      <a:cubicBezTo>
                        <a:pt x="9376" y="1027"/>
                        <a:pt x="13956" y="0"/>
                        <a:pt x="19950" y="0"/>
                      </a:cubicBezTo>
                      <a:lnTo>
                        <a:pt x="39301" y="0"/>
                      </a:lnTo>
                      <a:cubicBezTo>
                        <a:pt x="40756" y="0"/>
                        <a:pt x="41912" y="257"/>
                        <a:pt x="42683" y="856"/>
                      </a:cubicBezTo>
                      <a:cubicBezTo>
                        <a:pt x="43453" y="1498"/>
                        <a:pt x="43839" y="2312"/>
                        <a:pt x="43839" y="3339"/>
                      </a:cubicBezTo>
                      <a:cubicBezTo>
                        <a:pt x="43839" y="4410"/>
                        <a:pt x="43453" y="5180"/>
                        <a:pt x="42640" y="5737"/>
                      </a:cubicBezTo>
                      <a:cubicBezTo>
                        <a:pt x="41869" y="6293"/>
                        <a:pt x="40713" y="6550"/>
                        <a:pt x="39172" y="6550"/>
                      </a:cubicBezTo>
                      <a:lnTo>
                        <a:pt x="17339" y="6550"/>
                      </a:lnTo>
                      <a:cubicBezTo>
                        <a:pt x="14256" y="6550"/>
                        <a:pt x="12116" y="6935"/>
                        <a:pt x="10960" y="7620"/>
                      </a:cubicBezTo>
                      <a:cubicBezTo>
                        <a:pt x="9761" y="8348"/>
                        <a:pt x="9162" y="9590"/>
                        <a:pt x="9162" y="11345"/>
                      </a:cubicBezTo>
                      <a:cubicBezTo>
                        <a:pt x="9162" y="12758"/>
                        <a:pt x="9547" y="13828"/>
                        <a:pt x="10275" y="14641"/>
                      </a:cubicBezTo>
                      <a:cubicBezTo>
                        <a:pt x="11003" y="15412"/>
                        <a:pt x="12244" y="15969"/>
                        <a:pt x="13956" y="16354"/>
                      </a:cubicBezTo>
                      <a:lnTo>
                        <a:pt x="32108" y="19950"/>
                      </a:lnTo>
                      <a:cubicBezTo>
                        <a:pt x="37759" y="21106"/>
                        <a:pt x="41955" y="23118"/>
                        <a:pt x="44695" y="26029"/>
                      </a:cubicBezTo>
                      <a:cubicBezTo>
                        <a:pt x="47478" y="28940"/>
                        <a:pt x="48848" y="32708"/>
                        <a:pt x="48848" y="37417"/>
                      </a:cubicBezTo>
                      <a:cubicBezTo>
                        <a:pt x="48848" y="44053"/>
                        <a:pt x="46664" y="49019"/>
                        <a:pt x="42340" y="52273"/>
                      </a:cubicBezTo>
                      <a:cubicBezTo>
                        <a:pt x="38016" y="55569"/>
                        <a:pt x="31423" y="57196"/>
                        <a:pt x="22519" y="57196"/>
                      </a:cubicBezTo>
                      <a:lnTo>
                        <a:pt x="4452" y="5719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任意多边形: 形状 20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11499665" y="6497827"/>
                  <a:ext cx="50131" cy="58394"/>
                </a:xfrm>
                <a:custGeom>
                  <a:avLst/>
                  <a:gdLst>
                    <a:gd name="connsiteX0" fmla="*/ 23161 w 50131"/>
                    <a:gd name="connsiteY0" fmla="*/ 58395 h 58394"/>
                    <a:gd name="connsiteX1" fmla="*/ 5009 w 50131"/>
                    <a:gd name="connsiteY1" fmla="*/ 58395 h 58394"/>
                    <a:gd name="connsiteX2" fmla="*/ 1327 w 50131"/>
                    <a:gd name="connsiteY2" fmla="*/ 57367 h 58394"/>
                    <a:gd name="connsiteX3" fmla="*/ 0 w 50131"/>
                    <a:gd name="connsiteY3" fmla="*/ 54456 h 58394"/>
                    <a:gd name="connsiteX4" fmla="*/ 1327 w 50131"/>
                    <a:gd name="connsiteY4" fmla="*/ 51545 h 58394"/>
                    <a:gd name="connsiteX5" fmla="*/ 5095 w 50131"/>
                    <a:gd name="connsiteY5" fmla="*/ 50646 h 58394"/>
                    <a:gd name="connsiteX6" fmla="*/ 25002 w 50131"/>
                    <a:gd name="connsiteY6" fmla="*/ 50646 h 58394"/>
                    <a:gd name="connsiteX7" fmla="*/ 38016 w 50131"/>
                    <a:gd name="connsiteY7" fmla="*/ 47735 h 58394"/>
                    <a:gd name="connsiteX8" fmla="*/ 41698 w 50131"/>
                    <a:gd name="connsiteY8" fmla="*/ 38359 h 58394"/>
                    <a:gd name="connsiteX9" fmla="*/ 39386 w 50131"/>
                    <a:gd name="connsiteY9" fmla="*/ 31509 h 58394"/>
                    <a:gd name="connsiteX10" fmla="*/ 32066 w 50131"/>
                    <a:gd name="connsiteY10" fmla="*/ 27999 h 58394"/>
                    <a:gd name="connsiteX11" fmla="*/ 14556 w 50131"/>
                    <a:gd name="connsiteY11" fmla="*/ 24488 h 58394"/>
                    <a:gd name="connsiteX12" fmla="*/ 4153 w 50131"/>
                    <a:gd name="connsiteY12" fmla="*/ 20378 h 58394"/>
                    <a:gd name="connsiteX13" fmla="*/ 1327 w 50131"/>
                    <a:gd name="connsiteY13" fmla="*/ 12929 h 58394"/>
                    <a:gd name="connsiteX14" fmla="*/ 6422 w 50131"/>
                    <a:gd name="connsiteY14" fmla="*/ 3254 h 58394"/>
                    <a:gd name="connsiteX15" fmla="*/ 20549 w 50131"/>
                    <a:gd name="connsiteY15" fmla="*/ 0 h 58394"/>
                    <a:gd name="connsiteX16" fmla="*/ 39900 w 50131"/>
                    <a:gd name="connsiteY16" fmla="*/ 0 h 58394"/>
                    <a:gd name="connsiteX17" fmla="*/ 43667 w 50131"/>
                    <a:gd name="connsiteY17" fmla="*/ 985 h 58394"/>
                    <a:gd name="connsiteX18" fmla="*/ 45080 w 50131"/>
                    <a:gd name="connsiteY18" fmla="*/ 3939 h 58394"/>
                    <a:gd name="connsiteX19" fmla="*/ 43625 w 50131"/>
                    <a:gd name="connsiteY19" fmla="*/ 6807 h 58394"/>
                    <a:gd name="connsiteX20" fmla="*/ 39814 w 50131"/>
                    <a:gd name="connsiteY20" fmla="*/ 7749 h 58394"/>
                    <a:gd name="connsiteX21" fmla="*/ 17981 w 50131"/>
                    <a:gd name="connsiteY21" fmla="*/ 7749 h 58394"/>
                    <a:gd name="connsiteX22" fmla="*/ 11902 w 50131"/>
                    <a:gd name="connsiteY22" fmla="*/ 8733 h 58394"/>
                    <a:gd name="connsiteX23" fmla="*/ 10403 w 50131"/>
                    <a:gd name="connsiteY23" fmla="*/ 11944 h 58394"/>
                    <a:gd name="connsiteX24" fmla="*/ 11388 w 50131"/>
                    <a:gd name="connsiteY24" fmla="*/ 14855 h 58394"/>
                    <a:gd name="connsiteX25" fmla="*/ 14770 w 50131"/>
                    <a:gd name="connsiteY25" fmla="*/ 16397 h 58394"/>
                    <a:gd name="connsiteX26" fmla="*/ 32922 w 50131"/>
                    <a:gd name="connsiteY26" fmla="*/ 19993 h 58394"/>
                    <a:gd name="connsiteX27" fmla="*/ 45808 w 50131"/>
                    <a:gd name="connsiteY27" fmla="*/ 26243 h 58394"/>
                    <a:gd name="connsiteX28" fmla="*/ 50132 w 50131"/>
                    <a:gd name="connsiteY28" fmla="*/ 38016 h 58394"/>
                    <a:gd name="connsiteX29" fmla="*/ 43368 w 50131"/>
                    <a:gd name="connsiteY29" fmla="*/ 53343 h 58394"/>
                    <a:gd name="connsiteX30" fmla="*/ 23161 w 50131"/>
                    <a:gd name="connsiteY30" fmla="*/ 58395 h 58394"/>
                    <a:gd name="connsiteX31" fmla="*/ 5137 w 50131"/>
                    <a:gd name="connsiteY31" fmla="*/ 51802 h 58394"/>
                    <a:gd name="connsiteX32" fmla="*/ 2012 w 50131"/>
                    <a:gd name="connsiteY32" fmla="*/ 52487 h 58394"/>
                    <a:gd name="connsiteX33" fmla="*/ 1156 w 50131"/>
                    <a:gd name="connsiteY33" fmla="*/ 54456 h 58394"/>
                    <a:gd name="connsiteX34" fmla="*/ 2055 w 50131"/>
                    <a:gd name="connsiteY34" fmla="*/ 56468 h 58394"/>
                    <a:gd name="connsiteX35" fmla="*/ 5052 w 50131"/>
                    <a:gd name="connsiteY35" fmla="*/ 57239 h 58394"/>
                    <a:gd name="connsiteX36" fmla="*/ 23204 w 50131"/>
                    <a:gd name="connsiteY36" fmla="*/ 57239 h 58394"/>
                    <a:gd name="connsiteX37" fmla="*/ 42683 w 50131"/>
                    <a:gd name="connsiteY37" fmla="*/ 52444 h 58394"/>
                    <a:gd name="connsiteX38" fmla="*/ 48976 w 50131"/>
                    <a:gd name="connsiteY38" fmla="*/ 38016 h 58394"/>
                    <a:gd name="connsiteX39" fmla="*/ 44952 w 50131"/>
                    <a:gd name="connsiteY39" fmla="*/ 27014 h 58394"/>
                    <a:gd name="connsiteX40" fmla="*/ 32665 w 50131"/>
                    <a:gd name="connsiteY40" fmla="*/ 21106 h 58394"/>
                    <a:gd name="connsiteX41" fmla="*/ 14513 w 50131"/>
                    <a:gd name="connsiteY41" fmla="*/ 17510 h 58394"/>
                    <a:gd name="connsiteX42" fmla="*/ 10532 w 50131"/>
                    <a:gd name="connsiteY42" fmla="*/ 15626 h 58394"/>
                    <a:gd name="connsiteX43" fmla="*/ 9247 w 50131"/>
                    <a:gd name="connsiteY43" fmla="*/ 11944 h 58394"/>
                    <a:gd name="connsiteX44" fmla="*/ 11302 w 50131"/>
                    <a:gd name="connsiteY44" fmla="*/ 7749 h 58394"/>
                    <a:gd name="connsiteX45" fmla="*/ 17981 w 50131"/>
                    <a:gd name="connsiteY45" fmla="*/ 6593 h 58394"/>
                    <a:gd name="connsiteX46" fmla="*/ 39814 w 50131"/>
                    <a:gd name="connsiteY46" fmla="*/ 6593 h 58394"/>
                    <a:gd name="connsiteX47" fmla="*/ 42940 w 50131"/>
                    <a:gd name="connsiteY47" fmla="*/ 5865 h 58394"/>
                    <a:gd name="connsiteX48" fmla="*/ 43924 w 50131"/>
                    <a:gd name="connsiteY48" fmla="*/ 3939 h 58394"/>
                    <a:gd name="connsiteX49" fmla="*/ 42940 w 50131"/>
                    <a:gd name="connsiteY49" fmla="*/ 1884 h 58394"/>
                    <a:gd name="connsiteX50" fmla="*/ 39900 w 50131"/>
                    <a:gd name="connsiteY50" fmla="*/ 1156 h 58394"/>
                    <a:gd name="connsiteX51" fmla="*/ 20549 w 50131"/>
                    <a:gd name="connsiteY51" fmla="*/ 1156 h 58394"/>
                    <a:gd name="connsiteX52" fmla="*/ 7064 w 50131"/>
                    <a:gd name="connsiteY52" fmla="*/ 4238 h 58394"/>
                    <a:gd name="connsiteX53" fmla="*/ 2483 w 50131"/>
                    <a:gd name="connsiteY53" fmla="*/ 12929 h 58394"/>
                    <a:gd name="connsiteX54" fmla="*/ 4966 w 50131"/>
                    <a:gd name="connsiteY54" fmla="*/ 19522 h 58394"/>
                    <a:gd name="connsiteX55" fmla="*/ 14813 w 50131"/>
                    <a:gd name="connsiteY55" fmla="*/ 23375 h 58394"/>
                    <a:gd name="connsiteX56" fmla="*/ 32323 w 50131"/>
                    <a:gd name="connsiteY56" fmla="*/ 26885 h 58394"/>
                    <a:gd name="connsiteX57" fmla="*/ 40285 w 50131"/>
                    <a:gd name="connsiteY57" fmla="*/ 30738 h 58394"/>
                    <a:gd name="connsiteX58" fmla="*/ 42897 w 50131"/>
                    <a:gd name="connsiteY58" fmla="*/ 38402 h 58394"/>
                    <a:gd name="connsiteX59" fmla="*/ 38744 w 50131"/>
                    <a:gd name="connsiteY59" fmla="*/ 48676 h 58394"/>
                    <a:gd name="connsiteX60" fmla="*/ 25002 w 50131"/>
                    <a:gd name="connsiteY60" fmla="*/ 51802 h 58394"/>
                    <a:gd name="connsiteX61" fmla="*/ 5137 w 50131"/>
                    <a:gd name="connsiteY61" fmla="*/ 51802 h 5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0131" h="58394">
                      <a:moveTo>
                        <a:pt x="23161" y="58395"/>
                      </a:moveTo>
                      <a:lnTo>
                        <a:pt x="5009" y="58395"/>
                      </a:lnTo>
                      <a:cubicBezTo>
                        <a:pt x="3425" y="58395"/>
                        <a:pt x="2226" y="58052"/>
                        <a:pt x="1327" y="57367"/>
                      </a:cubicBezTo>
                      <a:cubicBezTo>
                        <a:pt x="471" y="56682"/>
                        <a:pt x="0" y="55655"/>
                        <a:pt x="0" y="54456"/>
                      </a:cubicBezTo>
                      <a:cubicBezTo>
                        <a:pt x="0" y="53214"/>
                        <a:pt x="471" y="52187"/>
                        <a:pt x="1327" y="51545"/>
                      </a:cubicBezTo>
                      <a:cubicBezTo>
                        <a:pt x="2226" y="50945"/>
                        <a:pt x="3468" y="50646"/>
                        <a:pt x="5095" y="50646"/>
                      </a:cubicBezTo>
                      <a:lnTo>
                        <a:pt x="25002" y="50646"/>
                      </a:lnTo>
                      <a:cubicBezTo>
                        <a:pt x="31124" y="50646"/>
                        <a:pt x="35490" y="49661"/>
                        <a:pt x="38016" y="47735"/>
                      </a:cubicBezTo>
                      <a:cubicBezTo>
                        <a:pt x="40457" y="45894"/>
                        <a:pt x="41698" y="42726"/>
                        <a:pt x="41698" y="38359"/>
                      </a:cubicBezTo>
                      <a:cubicBezTo>
                        <a:pt x="41698" y="35448"/>
                        <a:pt x="40927" y="33136"/>
                        <a:pt x="39386" y="31509"/>
                      </a:cubicBezTo>
                      <a:cubicBezTo>
                        <a:pt x="37802" y="29797"/>
                        <a:pt x="35362" y="28641"/>
                        <a:pt x="32066" y="27999"/>
                      </a:cubicBezTo>
                      <a:lnTo>
                        <a:pt x="14556" y="24488"/>
                      </a:lnTo>
                      <a:cubicBezTo>
                        <a:pt x="9461" y="23461"/>
                        <a:pt x="6036" y="22091"/>
                        <a:pt x="4153" y="20378"/>
                      </a:cubicBezTo>
                      <a:cubicBezTo>
                        <a:pt x="2269" y="18623"/>
                        <a:pt x="1327" y="16140"/>
                        <a:pt x="1327" y="12929"/>
                      </a:cubicBezTo>
                      <a:cubicBezTo>
                        <a:pt x="1327" y="8776"/>
                        <a:pt x="3040" y="5523"/>
                        <a:pt x="6422" y="3254"/>
                      </a:cubicBezTo>
                      <a:cubicBezTo>
                        <a:pt x="9761" y="1070"/>
                        <a:pt x="14427" y="0"/>
                        <a:pt x="20549" y="0"/>
                      </a:cubicBezTo>
                      <a:lnTo>
                        <a:pt x="39900" y="0"/>
                      </a:lnTo>
                      <a:cubicBezTo>
                        <a:pt x="41570" y="0"/>
                        <a:pt x="42768" y="342"/>
                        <a:pt x="43667" y="985"/>
                      </a:cubicBezTo>
                      <a:cubicBezTo>
                        <a:pt x="44609" y="1755"/>
                        <a:pt x="45080" y="2740"/>
                        <a:pt x="45080" y="3939"/>
                      </a:cubicBezTo>
                      <a:cubicBezTo>
                        <a:pt x="45080" y="5180"/>
                        <a:pt x="44566" y="6165"/>
                        <a:pt x="43625" y="6807"/>
                      </a:cubicBezTo>
                      <a:cubicBezTo>
                        <a:pt x="42768" y="7406"/>
                        <a:pt x="41484" y="7749"/>
                        <a:pt x="39814" y="7749"/>
                      </a:cubicBezTo>
                      <a:lnTo>
                        <a:pt x="17981" y="7749"/>
                      </a:lnTo>
                      <a:cubicBezTo>
                        <a:pt x="14342" y="7749"/>
                        <a:pt x="12672" y="8305"/>
                        <a:pt x="11902" y="8733"/>
                      </a:cubicBezTo>
                      <a:cubicBezTo>
                        <a:pt x="10874" y="9376"/>
                        <a:pt x="10403" y="10403"/>
                        <a:pt x="10403" y="11944"/>
                      </a:cubicBezTo>
                      <a:cubicBezTo>
                        <a:pt x="10403" y="13186"/>
                        <a:pt x="10703" y="14128"/>
                        <a:pt x="11388" y="14855"/>
                      </a:cubicBezTo>
                      <a:cubicBezTo>
                        <a:pt x="12030" y="15540"/>
                        <a:pt x="13186" y="16054"/>
                        <a:pt x="14770" y="16397"/>
                      </a:cubicBezTo>
                      <a:lnTo>
                        <a:pt x="32922" y="19993"/>
                      </a:lnTo>
                      <a:cubicBezTo>
                        <a:pt x="38658" y="21149"/>
                        <a:pt x="42982" y="23246"/>
                        <a:pt x="45808" y="26243"/>
                      </a:cubicBezTo>
                      <a:cubicBezTo>
                        <a:pt x="48676" y="29240"/>
                        <a:pt x="50132" y="33179"/>
                        <a:pt x="50132" y="38016"/>
                      </a:cubicBezTo>
                      <a:cubicBezTo>
                        <a:pt x="50132" y="44823"/>
                        <a:pt x="47863" y="49961"/>
                        <a:pt x="43368" y="53343"/>
                      </a:cubicBezTo>
                      <a:cubicBezTo>
                        <a:pt x="38873" y="56725"/>
                        <a:pt x="32280" y="58395"/>
                        <a:pt x="23161" y="58395"/>
                      </a:cubicBezTo>
                      <a:close/>
                      <a:moveTo>
                        <a:pt x="5137" y="51802"/>
                      </a:moveTo>
                      <a:cubicBezTo>
                        <a:pt x="3725" y="51802"/>
                        <a:pt x="2697" y="52016"/>
                        <a:pt x="2012" y="52487"/>
                      </a:cubicBezTo>
                      <a:cubicBezTo>
                        <a:pt x="1456" y="52915"/>
                        <a:pt x="1156" y="53557"/>
                        <a:pt x="1156" y="54456"/>
                      </a:cubicBezTo>
                      <a:cubicBezTo>
                        <a:pt x="1156" y="55312"/>
                        <a:pt x="1456" y="55997"/>
                        <a:pt x="2055" y="56468"/>
                      </a:cubicBezTo>
                      <a:cubicBezTo>
                        <a:pt x="2740" y="56982"/>
                        <a:pt x="3682" y="57239"/>
                        <a:pt x="5052" y="57239"/>
                      </a:cubicBezTo>
                      <a:lnTo>
                        <a:pt x="23204" y="57239"/>
                      </a:lnTo>
                      <a:cubicBezTo>
                        <a:pt x="31894" y="57239"/>
                        <a:pt x="38444" y="55612"/>
                        <a:pt x="42683" y="52444"/>
                      </a:cubicBezTo>
                      <a:cubicBezTo>
                        <a:pt x="46835" y="49276"/>
                        <a:pt x="48976" y="44438"/>
                        <a:pt x="48976" y="38016"/>
                      </a:cubicBezTo>
                      <a:cubicBezTo>
                        <a:pt x="48976" y="33478"/>
                        <a:pt x="47606" y="29797"/>
                        <a:pt x="44952" y="27014"/>
                      </a:cubicBezTo>
                      <a:cubicBezTo>
                        <a:pt x="42297" y="24188"/>
                        <a:pt x="38188" y="22219"/>
                        <a:pt x="32665" y="21106"/>
                      </a:cubicBezTo>
                      <a:lnTo>
                        <a:pt x="14513" y="17510"/>
                      </a:lnTo>
                      <a:cubicBezTo>
                        <a:pt x="12715" y="17124"/>
                        <a:pt x="11345" y="16482"/>
                        <a:pt x="10532" y="15626"/>
                      </a:cubicBezTo>
                      <a:cubicBezTo>
                        <a:pt x="9675" y="14641"/>
                        <a:pt x="9247" y="13443"/>
                        <a:pt x="9247" y="11944"/>
                      </a:cubicBezTo>
                      <a:cubicBezTo>
                        <a:pt x="9247" y="10018"/>
                        <a:pt x="9932" y="8605"/>
                        <a:pt x="11302" y="7749"/>
                      </a:cubicBezTo>
                      <a:cubicBezTo>
                        <a:pt x="12586" y="6978"/>
                        <a:pt x="14855" y="6593"/>
                        <a:pt x="17981" y="6593"/>
                      </a:cubicBezTo>
                      <a:lnTo>
                        <a:pt x="39814" y="6593"/>
                      </a:lnTo>
                      <a:cubicBezTo>
                        <a:pt x="41184" y="6593"/>
                        <a:pt x="42297" y="6336"/>
                        <a:pt x="42940" y="5865"/>
                      </a:cubicBezTo>
                      <a:cubicBezTo>
                        <a:pt x="43582" y="5394"/>
                        <a:pt x="43924" y="4795"/>
                        <a:pt x="43924" y="3939"/>
                      </a:cubicBezTo>
                      <a:cubicBezTo>
                        <a:pt x="43924" y="3082"/>
                        <a:pt x="43625" y="2440"/>
                        <a:pt x="42940" y="1884"/>
                      </a:cubicBezTo>
                      <a:cubicBezTo>
                        <a:pt x="42297" y="1370"/>
                        <a:pt x="41313" y="1156"/>
                        <a:pt x="39900" y="1156"/>
                      </a:cubicBezTo>
                      <a:lnTo>
                        <a:pt x="20549" y="1156"/>
                      </a:lnTo>
                      <a:cubicBezTo>
                        <a:pt x="14684" y="1156"/>
                        <a:pt x="10146" y="2183"/>
                        <a:pt x="7064" y="4238"/>
                      </a:cubicBezTo>
                      <a:cubicBezTo>
                        <a:pt x="4024" y="6250"/>
                        <a:pt x="2483" y="9204"/>
                        <a:pt x="2483" y="12929"/>
                      </a:cubicBezTo>
                      <a:cubicBezTo>
                        <a:pt x="2483" y="15797"/>
                        <a:pt x="3297" y="17981"/>
                        <a:pt x="4966" y="19522"/>
                      </a:cubicBezTo>
                      <a:cubicBezTo>
                        <a:pt x="6679" y="21106"/>
                        <a:pt x="9975" y="22390"/>
                        <a:pt x="14813" y="23375"/>
                      </a:cubicBezTo>
                      <a:lnTo>
                        <a:pt x="32323" y="26885"/>
                      </a:lnTo>
                      <a:cubicBezTo>
                        <a:pt x="35833" y="27570"/>
                        <a:pt x="38530" y="28855"/>
                        <a:pt x="40285" y="30738"/>
                      </a:cubicBezTo>
                      <a:cubicBezTo>
                        <a:pt x="42041" y="32622"/>
                        <a:pt x="42897" y="35191"/>
                        <a:pt x="42897" y="38402"/>
                      </a:cubicBezTo>
                      <a:cubicBezTo>
                        <a:pt x="42897" y="43154"/>
                        <a:pt x="41484" y="46621"/>
                        <a:pt x="38744" y="48676"/>
                      </a:cubicBezTo>
                      <a:cubicBezTo>
                        <a:pt x="36004" y="50774"/>
                        <a:pt x="31381" y="51802"/>
                        <a:pt x="25002" y="51802"/>
                      </a:cubicBezTo>
                      <a:lnTo>
                        <a:pt x="5137" y="5180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7" name="图形 4"/>
              <p:cNvGrpSpPr/>
              <p:nvPr/>
            </p:nvGrpSpPr>
            <p:grpSpPr>
              <a:xfrm>
                <a:off x="11587941" y="6496671"/>
                <a:ext cx="53428" cy="59550"/>
                <a:chOff x="11587941" y="6496671"/>
                <a:chExt cx="53428" cy="59550"/>
              </a:xfrm>
              <a:solidFill>
                <a:srgbClr val="A5A7AA"/>
              </a:solidFill>
            </p:grpSpPr>
            <p:sp>
              <p:nvSpPr>
                <p:cNvPr id="18" name="任意多边形: 形状 17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1588455" y="6497270"/>
                  <a:ext cx="52272" cy="58351"/>
                </a:xfrm>
                <a:custGeom>
                  <a:avLst/>
                  <a:gdLst>
                    <a:gd name="connsiteX0" fmla="*/ 46536 w 52272"/>
                    <a:gd name="connsiteY0" fmla="*/ 51844 h 58351"/>
                    <a:gd name="connsiteX1" fmla="*/ 49918 w 52272"/>
                    <a:gd name="connsiteY1" fmla="*/ 52658 h 58351"/>
                    <a:gd name="connsiteX2" fmla="*/ 51074 w 52272"/>
                    <a:gd name="connsiteY2" fmla="*/ 55055 h 58351"/>
                    <a:gd name="connsiteX3" fmla="*/ 49961 w 52272"/>
                    <a:gd name="connsiteY3" fmla="*/ 57538 h 58351"/>
                    <a:gd name="connsiteX4" fmla="*/ 46536 w 52272"/>
                    <a:gd name="connsiteY4" fmla="*/ 58352 h 58351"/>
                    <a:gd name="connsiteX5" fmla="*/ 35191 w 52272"/>
                    <a:gd name="connsiteY5" fmla="*/ 58352 h 58351"/>
                    <a:gd name="connsiteX6" fmla="*/ 21149 w 52272"/>
                    <a:gd name="connsiteY6" fmla="*/ 57196 h 58351"/>
                    <a:gd name="connsiteX7" fmla="*/ 11730 w 52272"/>
                    <a:gd name="connsiteY7" fmla="*/ 53343 h 58351"/>
                    <a:gd name="connsiteX8" fmla="*/ 3125 w 52272"/>
                    <a:gd name="connsiteY8" fmla="*/ 43325 h 58351"/>
                    <a:gd name="connsiteX9" fmla="*/ 0 w 52272"/>
                    <a:gd name="connsiteY9" fmla="*/ 29069 h 58351"/>
                    <a:gd name="connsiteX10" fmla="*/ 7663 w 52272"/>
                    <a:gd name="connsiteY10" fmla="*/ 8263 h 58351"/>
                    <a:gd name="connsiteX11" fmla="*/ 27099 w 52272"/>
                    <a:gd name="connsiteY11" fmla="*/ 0 h 58351"/>
                    <a:gd name="connsiteX12" fmla="*/ 44994 w 52272"/>
                    <a:gd name="connsiteY12" fmla="*/ 6935 h 58351"/>
                    <a:gd name="connsiteX13" fmla="*/ 52272 w 52272"/>
                    <a:gd name="connsiteY13" fmla="*/ 23589 h 58351"/>
                    <a:gd name="connsiteX14" fmla="*/ 52272 w 52272"/>
                    <a:gd name="connsiteY14" fmla="*/ 25772 h 58351"/>
                    <a:gd name="connsiteX15" fmla="*/ 51373 w 52272"/>
                    <a:gd name="connsiteY15" fmla="*/ 27999 h 58351"/>
                    <a:gd name="connsiteX16" fmla="*/ 48805 w 52272"/>
                    <a:gd name="connsiteY16" fmla="*/ 28769 h 58351"/>
                    <a:gd name="connsiteX17" fmla="*/ 7834 w 52272"/>
                    <a:gd name="connsiteY17" fmla="*/ 28769 h 58351"/>
                    <a:gd name="connsiteX18" fmla="*/ 7834 w 52272"/>
                    <a:gd name="connsiteY18" fmla="*/ 29069 h 58351"/>
                    <a:gd name="connsiteX19" fmla="*/ 13914 w 52272"/>
                    <a:gd name="connsiteY19" fmla="*/ 46621 h 58351"/>
                    <a:gd name="connsiteX20" fmla="*/ 34549 w 52272"/>
                    <a:gd name="connsiteY20" fmla="*/ 51844 h 58351"/>
                    <a:gd name="connsiteX21" fmla="*/ 46536 w 52272"/>
                    <a:gd name="connsiteY21" fmla="*/ 51844 h 58351"/>
                    <a:gd name="connsiteX22" fmla="*/ 8519 w 52272"/>
                    <a:gd name="connsiteY22" fmla="*/ 22647 h 58351"/>
                    <a:gd name="connsiteX23" fmla="*/ 44780 w 52272"/>
                    <a:gd name="connsiteY23" fmla="*/ 22647 h 58351"/>
                    <a:gd name="connsiteX24" fmla="*/ 39557 w 52272"/>
                    <a:gd name="connsiteY24" fmla="*/ 10532 h 58351"/>
                    <a:gd name="connsiteX25" fmla="*/ 26629 w 52272"/>
                    <a:gd name="connsiteY25" fmla="*/ 5994 h 58351"/>
                    <a:gd name="connsiteX26" fmla="*/ 13871 w 52272"/>
                    <a:gd name="connsiteY26" fmla="*/ 10532 h 58351"/>
                    <a:gd name="connsiteX27" fmla="*/ 8519 w 52272"/>
                    <a:gd name="connsiteY27" fmla="*/ 22647 h 5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2272" h="58351">
                      <a:moveTo>
                        <a:pt x="46536" y="51844"/>
                      </a:moveTo>
                      <a:cubicBezTo>
                        <a:pt x="48034" y="51844"/>
                        <a:pt x="49147" y="52144"/>
                        <a:pt x="49918" y="52658"/>
                      </a:cubicBezTo>
                      <a:cubicBezTo>
                        <a:pt x="50688" y="53214"/>
                        <a:pt x="51074" y="54028"/>
                        <a:pt x="51074" y="55055"/>
                      </a:cubicBezTo>
                      <a:cubicBezTo>
                        <a:pt x="51074" y="56126"/>
                        <a:pt x="50688" y="56939"/>
                        <a:pt x="49961" y="57538"/>
                      </a:cubicBezTo>
                      <a:cubicBezTo>
                        <a:pt x="49190" y="58138"/>
                        <a:pt x="48034" y="58352"/>
                        <a:pt x="46536" y="58352"/>
                      </a:cubicBezTo>
                      <a:lnTo>
                        <a:pt x="35191" y="58352"/>
                      </a:lnTo>
                      <a:cubicBezTo>
                        <a:pt x="29411" y="58352"/>
                        <a:pt x="24702" y="57966"/>
                        <a:pt x="21149" y="57196"/>
                      </a:cubicBezTo>
                      <a:cubicBezTo>
                        <a:pt x="17595" y="56425"/>
                        <a:pt x="14470" y="55141"/>
                        <a:pt x="11730" y="53343"/>
                      </a:cubicBezTo>
                      <a:cubicBezTo>
                        <a:pt x="8134" y="50988"/>
                        <a:pt x="5266" y="47606"/>
                        <a:pt x="3125" y="43325"/>
                      </a:cubicBezTo>
                      <a:cubicBezTo>
                        <a:pt x="1027" y="38958"/>
                        <a:pt x="0" y="34249"/>
                        <a:pt x="0" y="29069"/>
                      </a:cubicBezTo>
                      <a:cubicBezTo>
                        <a:pt x="0" y="20678"/>
                        <a:pt x="2569" y="13742"/>
                        <a:pt x="7663" y="8263"/>
                      </a:cubicBezTo>
                      <a:cubicBezTo>
                        <a:pt x="12758" y="2783"/>
                        <a:pt x="19265" y="0"/>
                        <a:pt x="27099" y="0"/>
                      </a:cubicBezTo>
                      <a:cubicBezTo>
                        <a:pt x="34121" y="0"/>
                        <a:pt x="40071" y="2312"/>
                        <a:pt x="44994" y="6935"/>
                      </a:cubicBezTo>
                      <a:cubicBezTo>
                        <a:pt x="49875" y="11559"/>
                        <a:pt x="52272" y="17124"/>
                        <a:pt x="52272" y="23589"/>
                      </a:cubicBezTo>
                      <a:lnTo>
                        <a:pt x="52272" y="25772"/>
                      </a:lnTo>
                      <a:cubicBezTo>
                        <a:pt x="52272" y="26757"/>
                        <a:pt x="51973" y="27485"/>
                        <a:pt x="51373" y="27999"/>
                      </a:cubicBezTo>
                      <a:cubicBezTo>
                        <a:pt x="50817" y="28512"/>
                        <a:pt x="49918" y="28769"/>
                        <a:pt x="48805" y="28769"/>
                      </a:cubicBezTo>
                      <a:lnTo>
                        <a:pt x="7834" y="28769"/>
                      </a:lnTo>
                      <a:lnTo>
                        <a:pt x="7834" y="29069"/>
                      </a:lnTo>
                      <a:cubicBezTo>
                        <a:pt x="7834" y="37246"/>
                        <a:pt x="9847" y="43111"/>
                        <a:pt x="13914" y="46621"/>
                      </a:cubicBezTo>
                      <a:cubicBezTo>
                        <a:pt x="17938" y="50132"/>
                        <a:pt x="24830" y="51844"/>
                        <a:pt x="34549" y="51844"/>
                      </a:cubicBezTo>
                      <a:lnTo>
                        <a:pt x="46536" y="51844"/>
                      </a:lnTo>
                      <a:close/>
                      <a:moveTo>
                        <a:pt x="8519" y="22647"/>
                      </a:moveTo>
                      <a:lnTo>
                        <a:pt x="44780" y="22647"/>
                      </a:lnTo>
                      <a:cubicBezTo>
                        <a:pt x="44566" y="17553"/>
                        <a:pt x="42811" y="13486"/>
                        <a:pt x="39557" y="10532"/>
                      </a:cubicBezTo>
                      <a:cubicBezTo>
                        <a:pt x="36304" y="7535"/>
                        <a:pt x="31980" y="5994"/>
                        <a:pt x="26629" y="5994"/>
                      </a:cubicBezTo>
                      <a:cubicBezTo>
                        <a:pt x="21406" y="5994"/>
                        <a:pt x="17167" y="7535"/>
                        <a:pt x="13871" y="10532"/>
                      </a:cubicBezTo>
                      <a:cubicBezTo>
                        <a:pt x="10617" y="13443"/>
                        <a:pt x="8819" y="17553"/>
                        <a:pt x="8519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任意多边形: 形状 18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1587941" y="6496671"/>
                  <a:ext cx="53428" cy="59550"/>
                </a:xfrm>
                <a:custGeom>
                  <a:avLst/>
                  <a:gdLst>
                    <a:gd name="connsiteX0" fmla="*/ 47050 w 53428"/>
                    <a:gd name="connsiteY0" fmla="*/ 59550 h 59550"/>
                    <a:gd name="connsiteX1" fmla="*/ 35705 w 53428"/>
                    <a:gd name="connsiteY1" fmla="*/ 59550 h 59550"/>
                    <a:gd name="connsiteX2" fmla="*/ 21534 w 53428"/>
                    <a:gd name="connsiteY2" fmla="*/ 58352 h 59550"/>
                    <a:gd name="connsiteX3" fmla="*/ 11944 w 53428"/>
                    <a:gd name="connsiteY3" fmla="*/ 54413 h 59550"/>
                    <a:gd name="connsiteX4" fmla="*/ 3168 w 53428"/>
                    <a:gd name="connsiteY4" fmla="*/ 44181 h 59550"/>
                    <a:gd name="connsiteX5" fmla="*/ 0 w 53428"/>
                    <a:gd name="connsiteY5" fmla="*/ 29668 h 59550"/>
                    <a:gd name="connsiteX6" fmla="*/ 7792 w 53428"/>
                    <a:gd name="connsiteY6" fmla="*/ 8434 h 59550"/>
                    <a:gd name="connsiteX7" fmla="*/ 27656 w 53428"/>
                    <a:gd name="connsiteY7" fmla="*/ 0 h 59550"/>
                    <a:gd name="connsiteX8" fmla="*/ 45936 w 53428"/>
                    <a:gd name="connsiteY8" fmla="*/ 7064 h 59550"/>
                    <a:gd name="connsiteX9" fmla="*/ 53428 w 53428"/>
                    <a:gd name="connsiteY9" fmla="*/ 24146 h 59550"/>
                    <a:gd name="connsiteX10" fmla="*/ 53428 w 53428"/>
                    <a:gd name="connsiteY10" fmla="*/ 26329 h 59550"/>
                    <a:gd name="connsiteX11" fmla="*/ 52358 w 53428"/>
                    <a:gd name="connsiteY11" fmla="*/ 28983 h 59550"/>
                    <a:gd name="connsiteX12" fmla="*/ 49404 w 53428"/>
                    <a:gd name="connsiteY12" fmla="*/ 29925 h 59550"/>
                    <a:gd name="connsiteX13" fmla="*/ 9033 w 53428"/>
                    <a:gd name="connsiteY13" fmla="*/ 29925 h 59550"/>
                    <a:gd name="connsiteX14" fmla="*/ 14941 w 53428"/>
                    <a:gd name="connsiteY14" fmla="*/ 46750 h 59550"/>
                    <a:gd name="connsiteX15" fmla="*/ 35191 w 53428"/>
                    <a:gd name="connsiteY15" fmla="*/ 51844 h 59550"/>
                    <a:gd name="connsiteX16" fmla="*/ 47135 w 53428"/>
                    <a:gd name="connsiteY16" fmla="*/ 51844 h 59550"/>
                    <a:gd name="connsiteX17" fmla="*/ 50860 w 53428"/>
                    <a:gd name="connsiteY17" fmla="*/ 52786 h 59550"/>
                    <a:gd name="connsiteX18" fmla="*/ 52273 w 53428"/>
                    <a:gd name="connsiteY18" fmla="*/ 55655 h 59550"/>
                    <a:gd name="connsiteX19" fmla="*/ 50945 w 53428"/>
                    <a:gd name="connsiteY19" fmla="*/ 58566 h 59550"/>
                    <a:gd name="connsiteX20" fmla="*/ 47050 w 53428"/>
                    <a:gd name="connsiteY20" fmla="*/ 59550 h 59550"/>
                    <a:gd name="connsiteX21" fmla="*/ 27613 w 53428"/>
                    <a:gd name="connsiteY21" fmla="*/ 1199 h 59550"/>
                    <a:gd name="connsiteX22" fmla="*/ 8605 w 53428"/>
                    <a:gd name="connsiteY22" fmla="*/ 9247 h 59550"/>
                    <a:gd name="connsiteX23" fmla="*/ 1113 w 53428"/>
                    <a:gd name="connsiteY23" fmla="*/ 29668 h 59550"/>
                    <a:gd name="connsiteX24" fmla="*/ 4196 w 53428"/>
                    <a:gd name="connsiteY24" fmla="*/ 43667 h 59550"/>
                    <a:gd name="connsiteX25" fmla="*/ 12586 w 53428"/>
                    <a:gd name="connsiteY25" fmla="*/ 53428 h 59550"/>
                    <a:gd name="connsiteX26" fmla="*/ 21791 w 53428"/>
                    <a:gd name="connsiteY26" fmla="*/ 57196 h 59550"/>
                    <a:gd name="connsiteX27" fmla="*/ 35705 w 53428"/>
                    <a:gd name="connsiteY27" fmla="*/ 58352 h 59550"/>
                    <a:gd name="connsiteX28" fmla="*/ 47050 w 53428"/>
                    <a:gd name="connsiteY28" fmla="*/ 58352 h 59550"/>
                    <a:gd name="connsiteX29" fmla="*/ 50132 w 53428"/>
                    <a:gd name="connsiteY29" fmla="*/ 57624 h 59550"/>
                    <a:gd name="connsiteX30" fmla="*/ 51031 w 53428"/>
                    <a:gd name="connsiteY30" fmla="*/ 55612 h 59550"/>
                    <a:gd name="connsiteX31" fmla="*/ 50089 w 53428"/>
                    <a:gd name="connsiteY31" fmla="*/ 53685 h 59550"/>
                    <a:gd name="connsiteX32" fmla="*/ 47007 w 53428"/>
                    <a:gd name="connsiteY32" fmla="*/ 52957 h 59550"/>
                    <a:gd name="connsiteX33" fmla="*/ 35062 w 53428"/>
                    <a:gd name="connsiteY33" fmla="*/ 52957 h 59550"/>
                    <a:gd name="connsiteX34" fmla="*/ 14042 w 53428"/>
                    <a:gd name="connsiteY34" fmla="*/ 47563 h 59550"/>
                    <a:gd name="connsiteX35" fmla="*/ 7749 w 53428"/>
                    <a:gd name="connsiteY35" fmla="*/ 29583 h 59550"/>
                    <a:gd name="connsiteX36" fmla="*/ 7749 w 53428"/>
                    <a:gd name="connsiteY36" fmla="*/ 28684 h 59550"/>
                    <a:gd name="connsiteX37" fmla="*/ 49276 w 53428"/>
                    <a:gd name="connsiteY37" fmla="*/ 28684 h 59550"/>
                    <a:gd name="connsiteX38" fmla="*/ 51459 w 53428"/>
                    <a:gd name="connsiteY38" fmla="*/ 28041 h 59550"/>
                    <a:gd name="connsiteX39" fmla="*/ 52144 w 53428"/>
                    <a:gd name="connsiteY39" fmla="*/ 26243 h 59550"/>
                    <a:gd name="connsiteX40" fmla="*/ 52144 w 53428"/>
                    <a:gd name="connsiteY40" fmla="*/ 24060 h 59550"/>
                    <a:gd name="connsiteX41" fmla="*/ 45037 w 53428"/>
                    <a:gd name="connsiteY41" fmla="*/ 7834 h 59550"/>
                    <a:gd name="connsiteX42" fmla="*/ 27613 w 53428"/>
                    <a:gd name="connsiteY42" fmla="*/ 1199 h 59550"/>
                    <a:gd name="connsiteX43" fmla="*/ 45894 w 53428"/>
                    <a:gd name="connsiteY43" fmla="*/ 23803 h 59550"/>
                    <a:gd name="connsiteX44" fmla="*/ 8434 w 53428"/>
                    <a:gd name="connsiteY44" fmla="*/ 23803 h 59550"/>
                    <a:gd name="connsiteX45" fmla="*/ 8477 w 53428"/>
                    <a:gd name="connsiteY45" fmla="*/ 23204 h 59550"/>
                    <a:gd name="connsiteX46" fmla="*/ 14042 w 53428"/>
                    <a:gd name="connsiteY46" fmla="*/ 10703 h 59550"/>
                    <a:gd name="connsiteX47" fmla="*/ 27185 w 53428"/>
                    <a:gd name="connsiteY47" fmla="*/ 6036 h 59550"/>
                    <a:gd name="connsiteX48" fmla="*/ 40499 w 53428"/>
                    <a:gd name="connsiteY48" fmla="*/ 10703 h 59550"/>
                    <a:gd name="connsiteX49" fmla="*/ 45894 w 53428"/>
                    <a:gd name="connsiteY49" fmla="*/ 23246 h 59550"/>
                    <a:gd name="connsiteX50" fmla="*/ 45894 w 53428"/>
                    <a:gd name="connsiteY50" fmla="*/ 23803 h 59550"/>
                    <a:gd name="connsiteX51" fmla="*/ 9675 w 53428"/>
                    <a:gd name="connsiteY51" fmla="*/ 22647 h 59550"/>
                    <a:gd name="connsiteX52" fmla="*/ 44695 w 53428"/>
                    <a:gd name="connsiteY52" fmla="*/ 22647 h 59550"/>
                    <a:gd name="connsiteX53" fmla="*/ 39686 w 53428"/>
                    <a:gd name="connsiteY53" fmla="*/ 11516 h 59550"/>
                    <a:gd name="connsiteX54" fmla="*/ 27142 w 53428"/>
                    <a:gd name="connsiteY54" fmla="*/ 7149 h 59550"/>
                    <a:gd name="connsiteX55" fmla="*/ 14770 w 53428"/>
                    <a:gd name="connsiteY55" fmla="*/ 11516 h 59550"/>
                    <a:gd name="connsiteX56" fmla="*/ 9675 w 53428"/>
                    <a:gd name="connsiteY56" fmla="*/ 22647 h 5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53428" h="59550">
                      <a:moveTo>
                        <a:pt x="47050" y="59550"/>
                      </a:moveTo>
                      <a:lnTo>
                        <a:pt x="35705" y="59550"/>
                      </a:lnTo>
                      <a:cubicBezTo>
                        <a:pt x="29711" y="59550"/>
                        <a:pt x="25087" y="59165"/>
                        <a:pt x="21534" y="58352"/>
                      </a:cubicBezTo>
                      <a:cubicBezTo>
                        <a:pt x="17895" y="57581"/>
                        <a:pt x="14770" y="56297"/>
                        <a:pt x="11944" y="54413"/>
                      </a:cubicBezTo>
                      <a:cubicBezTo>
                        <a:pt x="8263" y="52016"/>
                        <a:pt x="5309" y="48591"/>
                        <a:pt x="3168" y="44181"/>
                      </a:cubicBezTo>
                      <a:cubicBezTo>
                        <a:pt x="1028" y="39729"/>
                        <a:pt x="0" y="34977"/>
                        <a:pt x="0" y="29668"/>
                      </a:cubicBezTo>
                      <a:cubicBezTo>
                        <a:pt x="0" y="21149"/>
                        <a:pt x="2612" y="13999"/>
                        <a:pt x="7792" y="8434"/>
                      </a:cubicBezTo>
                      <a:cubicBezTo>
                        <a:pt x="12972" y="2826"/>
                        <a:pt x="19650" y="0"/>
                        <a:pt x="27656" y="0"/>
                      </a:cubicBezTo>
                      <a:cubicBezTo>
                        <a:pt x="34763" y="0"/>
                        <a:pt x="40928" y="2397"/>
                        <a:pt x="45936" y="7064"/>
                      </a:cubicBezTo>
                      <a:cubicBezTo>
                        <a:pt x="50903" y="11773"/>
                        <a:pt x="53428" y="17510"/>
                        <a:pt x="53428" y="24146"/>
                      </a:cubicBezTo>
                      <a:lnTo>
                        <a:pt x="53428" y="26329"/>
                      </a:lnTo>
                      <a:cubicBezTo>
                        <a:pt x="53428" y="27485"/>
                        <a:pt x="53086" y="28384"/>
                        <a:pt x="52358" y="28983"/>
                      </a:cubicBezTo>
                      <a:cubicBezTo>
                        <a:pt x="51673" y="29583"/>
                        <a:pt x="50689" y="29925"/>
                        <a:pt x="49404" y="29925"/>
                      </a:cubicBezTo>
                      <a:lnTo>
                        <a:pt x="9033" y="29925"/>
                      </a:lnTo>
                      <a:cubicBezTo>
                        <a:pt x="9076" y="37759"/>
                        <a:pt x="11045" y="43411"/>
                        <a:pt x="14941" y="46750"/>
                      </a:cubicBezTo>
                      <a:cubicBezTo>
                        <a:pt x="18837" y="50132"/>
                        <a:pt x="25687" y="51844"/>
                        <a:pt x="35191" y="51844"/>
                      </a:cubicBezTo>
                      <a:lnTo>
                        <a:pt x="47135" y="51844"/>
                      </a:lnTo>
                      <a:cubicBezTo>
                        <a:pt x="48719" y="51844"/>
                        <a:pt x="50004" y="52144"/>
                        <a:pt x="50860" y="52786"/>
                      </a:cubicBezTo>
                      <a:cubicBezTo>
                        <a:pt x="51802" y="53428"/>
                        <a:pt x="52273" y="54413"/>
                        <a:pt x="52273" y="55655"/>
                      </a:cubicBezTo>
                      <a:cubicBezTo>
                        <a:pt x="52273" y="56896"/>
                        <a:pt x="51802" y="57881"/>
                        <a:pt x="50945" y="58566"/>
                      </a:cubicBezTo>
                      <a:cubicBezTo>
                        <a:pt x="50004" y="59251"/>
                        <a:pt x="48805" y="59550"/>
                        <a:pt x="47050" y="59550"/>
                      </a:cubicBezTo>
                      <a:close/>
                      <a:moveTo>
                        <a:pt x="27613" y="1199"/>
                      </a:moveTo>
                      <a:cubicBezTo>
                        <a:pt x="19950" y="1199"/>
                        <a:pt x="13571" y="3896"/>
                        <a:pt x="8605" y="9247"/>
                      </a:cubicBezTo>
                      <a:cubicBezTo>
                        <a:pt x="3639" y="14599"/>
                        <a:pt x="1113" y="21448"/>
                        <a:pt x="1113" y="29668"/>
                      </a:cubicBezTo>
                      <a:cubicBezTo>
                        <a:pt x="1113" y="34806"/>
                        <a:pt x="2141" y="39386"/>
                        <a:pt x="4196" y="43667"/>
                      </a:cubicBezTo>
                      <a:cubicBezTo>
                        <a:pt x="6251" y="47863"/>
                        <a:pt x="9076" y="51159"/>
                        <a:pt x="12586" y="53428"/>
                      </a:cubicBezTo>
                      <a:cubicBezTo>
                        <a:pt x="15284" y="55184"/>
                        <a:pt x="18280" y="56425"/>
                        <a:pt x="21791" y="57196"/>
                      </a:cubicBezTo>
                      <a:cubicBezTo>
                        <a:pt x="25216" y="57966"/>
                        <a:pt x="29882" y="58352"/>
                        <a:pt x="35705" y="58352"/>
                      </a:cubicBezTo>
                      <a:lnTo>
                        <a:pt x="47050" y="58352"/>
                      </a:lnTo>
                      <a:cubicBezTo>
                        <a:pt x="48505" y="58352"/>
                        <a:pt x="49490" y="58138"/>
                        <a:pt x="50132" y="57624"/>
                      </a:cubicBezTo>
                      <a:cubicBezTo>
                        <a:pt x="50731" y="57153"/>
                        <a:pt x="51031" y="56511"/>
                        <a:pt x="51031" y="55612"/>
                      </a:cubicBezTo>
                      <a:cubicBezTo>
                        <a:pt x="51031" y="54756"/>
                        <a:pt x="50731" y="54156"/>
                        <a:pt x="50089" y="53685"/>
                      </a:cubicBezTo>
                      <a:cubicBezTo>
                        <a:pt x="49404" y="53214"/>
                        <a:pt x="48377" y="52957"/>
                        <a:pt x="47007" y="52957"/>
                      </a:cubicBezTo>
                      <a:lnTo>
                        <a:pt x="35062" y="52957"/>
                      </a:lnTo>
                      <a:cubicBezTo>
                        <a:pt x="25259" y="52957"/>
                        <a:pt x="18195" y="51159"/>
                        <a:pt x="14042" y="47563"/>
                      </a:cubicBezTo>
                      <a:cubicBezTo>
                        <a:pt x="9890" y="43967"/>
                        <a:pt x="7749" y="37931"/>
                        <a:pt x="7749" y="29583"/>
                      </a:cubicBezTo>
                      <a:lnTo>
                        <a:pt x="7749" y="28684"/>
                      </a:lnTo>
                      <a:lnTo>
                        <a:pt x="49276" y="28684"/>
                      </a:lnTo>
                      <a:cubicBezTo>
                        <a:pt x="50260" y="28684"/>
                        <a:pt x="50988" y="28469"/>
                        <a:pt x="51459" y="28041"/>
                      </a:cubicBezTo>
                      <a:cubicBezTo>
                        <a:pt x="51930" y="27613"/>
                        <a:pt x="52144" y="27057"/>
                        <a:pt x="52144" y="26243"/>
                      </a:cubicBezTo>
                      <a:lnTo>
                        <a:pt x="52144" y="24060"/>
                      </a:lnTo>
                      <a:cubicBezTo>
                        <a:pt x="52144" y="17767"/>
                        <a:pt x="49747" y="12330"/>
                        <a:pt x="45037" y="7834"/>
                      </a:cubicBezTo>
                      <a:cubicBezTo>
                        <a:pt x="40328" y="3468"/>
                        <a:pt x="34420" y="1199"/>
                        <a:pt x="27613" y="1199"/>
                      </a:cubicBezTo>
                      <a:close/>
                      <a:moveTo>
                        <a:pt x="45894" y="23803"/>
                      </a:moveTo>
                      <a:lnTo>
                        <a:pt x="8434" y="23803"/>
                      </a:lnTo>
                      <a:lnTo>
                        <a:pt x="8477" y="23204"/>
                      </a:lnTo>
                      <a:cubicBezTo>
                        <a:pt x="8776" y="17938"/>
                        <a:pt x="10660" y="13742"/>
                        <a:pt x="14042" y="10703"/>
                      </a:cubicBezTo>
                      <a:cubicBezTo>
                        <a:pt x="17424" y="7620"/>
                        <a:pt x="21834" y="6036"/>
                        <a:pt x="27185" y="6036"/>
                      </a:cubicBezTo>
                      <a:cubicBezTo>
                        <a:pt x="32622" y="6036"/>
                        <a:pt x="37117" y="7620"/>
                        <a:pt x="40499" y="10703"/>
                      </a:cubicBezTo>
                      <a:cubicBezTo>
                        <a:pt x="43881" y="13785"/>
                        <a:pt x="45680" y="17981"/>
                        <a:pt x="45894" y="23246"/>
                      </a:cubicBezTo>
                      <a:lnTo>
                        <a:pt x="45894" y="23803"/>
                      </a:lnTo>
                      <a:close/>
                      <a:moveTo>
                        <a:pt x="9675" y="22647"/>
                      </a:moveTo>
                      <a:lnTo>
                        <a:pt x="44695" y="22647"/>
                      </a:lnTo>
                      <a:cubicBezTo>
                        <a:pt x="44395" y="18024"/>
                        <a:pt x="42726" y="14256"/>
                        <a:pt x="39686" y="11516"/>
                      </a:cubicBezTo>
                      <a:cubicBezTo>
                        <a:pt x="36518" y="8605"/>
                        <a:pt x="32323" y="7149"/>
                        <a:pt x="27142" y="7149"/>
                      </a:cubicBezTo>
                      <a:cubicBezTo>
                        <a:pt x="22133" y="7149"/>
                        <a:pt x="17938" y="8605"/>
                        <a:pt x="14770" y="11516"/>
                      </a:cubicBezTo>
                      <a:cubicBezTo>
                        <a:pt x="11773" y="14256"/>
                        <a:pt x="10061" y="17981"/>
                        <a:pt x="9675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</p:grpSp>
      </p:grp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地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466157" y="373512"/>
            <a:ext cx="1610975" cy="442511"/>
            <a:chOff x="10675716" y="6237689"/>
            <a:chExt cx="1195132" cy="328285"/>
          </a:xfrm>
        </p:grpSpPr>
        <p:sp>
          <p:nvSpPr>
            <p:cNvPr id="6" name="任意多边形: 形状 5"/>
            <p:cNvSpPr/>
            <p:nvPr userDrawn="1"/>
          </p:nvSpPr>
          <p:spPr>
            <a:xfrm>
              <a:off x="10675716" y="6237689"/>
              <a:ext cx="444771" cy="328285"/>
            </a:xfrm>
            <a:custGeom>
              <a:avLst/>
              <a:gdLst>
                <a:gd name="connsiteX0" fmla="*/ 367919 w 475674"/>
                <a:gd name="connsiteY0" fmla="*/ 351009 h 351094"/>
                <a:gd name="connsiteX1" fmla="*/ 327762 w 475674"/>
                <a:gd name="connsiteY1" fmla="*/ 341291 h 351094"/>
                <a:gd name="connsiteX2" fmla="*/ 294284 w 475674"/>
                <a:gd name="connsiteY2" fmla="*/ 318601 h 351094"/>
                <a:gd name="connsiteX3" fmla="*/ 293899 w 475674"/>
                <a:gd name="connsiteY3" fmla="*/ 318301 h 351094"/>
                <a:gd name="connsiteX4" fmla="*/ 290559 w 475674"/>
                <a:gd name="connsiteY4" fmla="*/ 315476 h 351094"/>
                <a:gd name="connsiteX5" fmla="*/ 290174 w 475674"/>
                <a:gd name="connsiteY5" fmla="*/ 315133 h 351094"/>
                <a:gd name="connsiteX6" fmla="*/ 289874 w 475674"/>
                <a:gd name="connsiteY6" fmla="*/ 314877 h 351094"/>
                <a:gd name="connsiteX7" fmla="*/ 289104 w 475674"/>
                <a:gd name="connsiteY7" fmla="*/ 313763 h 351094"/>
                <a:gd name="connsiteX8" fmla="*/ 289104 w 475674"/>
                <a:gd name="connsiteY8" fmla="*/ 313678 h 351094"/>
                <a:gd name="connsiteX9" fmla="*/ 285679 w 475674"/>
                <a:gd name="connsiteY9" fmla="*/ 303103 h 351094"/>
                <a:gd name="connsiteX10" fmla="*/ 303831 w 475674"/>
                <a:gd name="connsiteY10" fmla="*/ 284951 h 351094"/>
                <a:gd name="connsiteX11" fmla="*/ 314577 w 475674"/>
                <a:gd name="connsiteY11" fmla="*/ 288505 h 351094"/>
                <a:gd name="connsiteX12" fmla="*/ 314833 w 475674"/>
                <a:gd name="connsiteY12" fmla="*/ 288590 h 351094"/>
                <a:gd name="connsiteX13" fmla="*/ 368005 w 475674"/>
                <a:gd name="connsiteY13" fmla="*/ 314448 h 351094"/>
                <a:gd name="connsiteX14" fmla="*/ 439542 w 475674"/>
                <a:gd name="connsiteY14" fmla="*/ 246079 h 351094"/>
                <a:gd name="connsiteX15" fmla="*/ 371130 w 475674"/>
                <a:gd name="connsiteY15" fmla="*/ 177624 h 351094"/>
                <a:gd name="connsiteX16" fmla="*/ 308283 w 475674"/>
                <a:gd name="connsiteY16" fmla="*/ 209047 h 351094"/>
                <a:gd name="connsiteX17" fmla="*/ 307299 w 475674"/>
                <a:gd name="connsiteY17" fmla="*/ 209946 h 351094"/>
                <a:gd name="connsiteX18" fmla="*/ 298651 w 475674"/>
                <a:gd name="connsiteY18" fmla="*/ 217567 h 351094"/>
                <a:gd name="connsiteX19" fmla="*/ 272236 w 475674"/>
                <a:gd name="connsiteY19" fmla="*/ 240342 h 351094"/>
                <a:gd name="connsiteX20" fmla="*/ 197959 w 475674"/>
                <a:gd name="connsiteY20" fmla="*/ 304088 h 351094"/>
                <a:gd name="connsiteX21" fmla="*/ 190296 w 475674"/>
                <a:gd name="connsiteY21" fmla="*/ 310809 h 351094"/>
                <a:gd name="connsiteX22" fmla="*/ 104673 w 475674"/>
                <a:gd name="connsiteY22" fmla="*/ 351095 h 351094"/>
                <a:gd name="connsiteX23" fmla="*/ 32365 w 475674"/>
                <a:gd name="connsiteY23" fmla="*/ 321940 h 351094"/>
                <a:gd name="connsiteX24" fmla="*/ 0 w 475674"/>
                <a:gd name="connsiteY24" fmla="*/ 246764 h 351094"/>
                <a:gd name="connsiteX25" fmla="*/ 34078 w 475674"/>
                <a:gd name="connsiteY25" fmla="*/ 168633 h 351094"/>
                <a:gd name="connsiteX26" fmla="*/ 104416 w 475674"/>
                <a:gd name="connsiteY26" fmla="*/ 141405 h 351094"/>
                <a:gd name="connsiteX27" fmla="*/ 177324 w 475674"/>
                <a:gd name="connsiteY27" fmla="*/ 170646 h 351094"/>
                <a:gd name="connsiteX28" fmla="*/ 177624 w 475674"/>
                <a:gd name="connsiteY28" fmla="*/ 170902 h 351094"/>
                <a:gd name="connsiteX29" fmla="*/ 180192 w 475674"/>
                <a:gd name="connsiteY29" fmla="*/ 173043 h 351094"/>
                <a:gd name="connsiteX30" fmla="*/ 180363 w 475674"/>
                <a:gd name="connsiteY30" fmla="*/ 173171 h 351094"/>
                <a:gd name="connsiteX31" fmla="*/ 180363 w 475674"/>
                <a:gd name="connsiteY31" fmla="*/ 173257 h 351094"/>
                <a:gd name="connsiteX32" fmla="*/ 185330 w 475674"/>
                <a:gd name="connsiteY32" fmla="*/ 185501 h 351094"/>
                <a:gd name="connsiteX33" fmla="*/ 167563 w 475674"/>
                <a:gd name="connsiteY33" fmla="*/ 203225 h 351094"/>
                <a:gd name="connsiteX34" fmla="*/ 156817 w 475674"/>
                <a:gd name="connsiteY34" fmla="*/ 199586 h 351094"/>
                <a:gd name="connsiteX35" fmla="*/ 156732 w 475674"/>
                <a:gd name="connsiteY35" fmla="*/ 199586 h 351094"/>
                <a:gd name="connsiteX36" fmla="*/ 104588 w 475674"/>
                <a:gd name="connsiteY36" fmla="*/ 177752 h 351094"/>
                <a:gd name="connsiteX37" fmla="*/ 36347 w 475674"/>
                <a:gd name="connsiteY37" fmla="*/ 246122 h 351094"/>
                <a:gd name="connsiteX38" fmla="*/ 104588 w 475674"/>
                <a:gd name="connsiteY38" fmla="*/ 314620 h 351094"/>
                <a:gd name="connsiteX39" fmla="*/ 174798 w 475674"/>
                <a:gd name="connsiteY39" fmla="*/ 271423 h 351094"/>
                <a:gd name="connsiteX40" fmla="*/ 188540 w 475674"/>
                <a:gd name="connsiteY40" fmla="*/ 256225 h 351094"/>
                <a:gd name="connsiteX41" fmla="*/ 228526 w 475674"/>
                <a:gd name="connsiteY41" fmla="*/ 214441 h 351094"/>
                <a:gd name="connsiteX42" fmla="*/ 235975 w 475674"/>
                <a:gd name="connsiteY42" fmla="*/ 206693 h 351094"/>
                <a:gd name="connsiteX43" fmla="*/ 287948 w 475674"/>
                <a:gd name="connsiteY43" fmla="*/ 152536 h 351094"/>
                <a:gd name="connsiteX44" fmla="*/ 288034 w 475674"/>
                <a:gd name="connsiteY44" fmla="*/ 152408 h 351094"/>
                <a:gd name="connsiteX45" fmla="*/ 300877 w 475674"/>
                <a:gd name="connsiteY45" fmla="*/ 76975 h 351094"/>
                <a:gd name="connsiteX46" fmla="*/ 237859 w 475674"/>
                <a:gd name="connsiteY46" fmla="*/ 36347 h 351094"/>
                <a:gd name="connsiteX47" fmla="*/ 171373 w 475674"/>
                <a:gd name="connsiteY47" fmla="*/ 92772 h 351094"/>
                <a:gd name="connsiteX48" fmla="*/ 171202 w 475674"/>
                <a:gd name="connsiteY48" fmla="*/ 92900 h 351094"/>
                <a:gd name="connsiteX49" fmla="*/ 153778 w 475674"/>
                <a:gd name="connsiteY49" fmla="*/ 105915 h 351094"/>
                <a:gd name="connsiteX50" fmla="*/ 135583 w 475674"/>
                <a:gd name="connsiteY50" fmla="*/ 87720 h 351094"/>
                <a:gd name="connsiteX51" fmla="*/ 136354 w 475674"/>
                <a:gd name="connsiteY51" fmla="*/ 82497 h 351094"/>
                <a:gd name="connsiteX52" fmla="*/ 136482 w 475674"/>
                <a:gd name="connsiteY52" fmla="*/ 82155 h 351094"/>
                <a:gd name="connsiteX53" fmla="*/ 170474 w 475674"/>
                <a:gd name="connsiteY53" fmla="*/ 25301 h 351094"/>
                <a:gd name="connsiteX54" fmla="*/ 237816 w 475674"/>
                <a:gd name="connsiteY54" fmla="*/ 0 h 351094"/>
                <a:gd name="connsiteX55" fmla="*/ 313677 w 475674"/>
                <a:gd name="connsiteY55" fmla="*/ 31338 h 351094"/>
                <a:gd name="connsiteX56" fmla="*/ 337224 w 475674"/>
                <a:gd name="connsiteY56" fmla="*/ 67856 h 351094"/>
                <a:gd name="connsiteX57" fmla="*/ 343303 w 475674"/>
                <a:gd name="connsiteY57" fmla="*/ 102618 h 351094"/>
                <a:gd name="connsiteX58" fmla="*/ 337609 w 475674"/>
                <a:gd name="connsiteY58" fmla="*/ 139222 h 351094"/>
                <a:gd name="connsiteX59" fmla="*/ 335597 w 475674"/>
                <a:gd name="connsiteY59" fmla="*/ 146286 h 351094"/>
                <a:gd name="connsiteX60" fmla="*/ 343132 w 475674"/>
                <a:gd name="connsiteY60" fmla="*/ 145258 h 351094"/>
                <a:gd name="connsiteX61" fmla="*/ 370916 w 475674"/>
                <a:gd name="connsiteY61" fmla="*/ 141405 h 351094"/>
                <a:gd name="connsiteX62" fmla="*/ 443267 w 475674"/>
                <a:gd name="connsiteY62" fmla="*/ 169746 h 351094"/>
                <a:gd name="connsiteX63" fmla="*/ 466770 w 475674"/>
                <a:gd name="connsiteY63" fmla="*/ 202711 h 351094"/>
                <a:gd name="connsiteX64" fmla="*/ 475675 w 475674"/>
                <a:gd name="connsiteY64" fmla="*/ 246079 h 351094"/>
                <a:gd name="connsiteX65" fmla="*/ 445664 w 475674"/>
                <a:gd name="connsiteY65" fmla="*/ 320142 h 351094"/>
                <a:gd name="connsiteX66" fmla="*/ 367919 w 475674"/>
                <a:gd name="connsiteY66" fmla="*/ 351009 h 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75674" h="351094">
                  <a:moveTo>
                    <a:pt x="367919" y="351009"/>
                  </a:moveTo>
                  <a:cubicBezTo>
                    <a:pt x="354177" y="351009"/>
                    <a:pt x="341077" y="347841"/>
                    <a:pt x="327762" y="341291"/>
                  </a:cubicBezTo>
                  <a:cubicBezTo>
                    <a:pt x="317316" y="336154"/>
                    <a:pt x="306999" y="329175"/>
                    <a:pt x="294284" y="318601"/>
                  </a:cubicBezTo>
                  <a:lnTo>
                    <a:pt x="293899" y="318301"/>
                  </a:lnTo>
                  <a:cubicBezTo>
                    <a:pt x="292700" y="317531"/>
                    <a:pt x="291587" y="316589"/>
                    <a:pt x="290559" y="315476"/>
                  </a:cubicBezTo>
                  <a:lnTo>
                    <a:pt x="290174" y="315133"/>
                  </a:lnTo>
                  <a:cubicBezTo>
                    <a:pt x="290089" y="315005"/>
                    <a:pt x="289960" y="314919"/>
                    <a:pt x="289874" y="314877"/>
                  </a:cubicBezTo>
                  <a:cubicBezTo>
                    <a:pt x="289618" y="314448"/>
                    <a:pt x="289404" y="314149"/>
                    <a:pt x="289104" y="313763"/>
                  </a:cubicBezTo>
                  <a:lnTo>
                    <a:pt x="289104" y="313678"/>
                  </a:lnTo>
                  <a:cubicBezTo>
                    <a:pt x="286835" y="310595"/>
                    <a:pt x="285679" y="306956"/>
                    <a:pt x="285679" y="303103"/>
                  </a:cubicBezTo>
                  <a:cubicBezTo>
                    <a:pt x="285679" y="293128"/>
                    <a:pt x="293813" y="284951"/>
                    <a:pt x="303831" y="284951"/>
                  </a:cubicBezTo>
                  <a:cubicBezTo>
                    <a:pt x="307727" y="284951"/>
                    <a:pt x="311451" y="286150"/>
                    <a:pt x="314577" y="288505"/>
                  </a:cubicBezTo>
                  <a:lnTo>
                    <a:pt x="314833" y="288590"/>
                  </a:lnTo>
                  <a:cubicBezTo>
                    <a:pt x="329817" y="301734"/>
                    <a:pt x="346342" y="314448"/>
                    <a:pt x="368005" y="314448"/>
                  </a:cubicBezTo>
                  <a:cubicBezTo>
                    <a:pt x="414455" y="314448"/>
                    <a:pt x="439542" y="279258"/>
                    <a:pt x="439542" y="246079"/>
                  </a:cubicBezTo>
                  <a:cubicBezTo>
                    <a:pt x="439542" y="213157"/>
                    <a:pt x="413385" y="177624"/>
                    <a:pt x="371130" y="177624"/>
                  </a:cubicBezTo>
                  <a:cubicBezTo>
                    <a:pt x="344073" y="177624"/>
                    <a:pt x="325879" y="193592"/>
                    <a:pt x="308283" y="209047"/>
                  </a:cubicBezTo>
                  <a:lnTo>
                    <a:pt x="307299" y="209946"/>
                  </a:lnTo>
                  <a:cubicBezTo>
                    <a:pt x="304430" y="212429"/>
                    <a:pt x="301519" y="214998"/>
                    <a:pt x="298651" y="217567"/>
                  </a:cubicBezTo>
                  <a:cubicBezTo>
                    <a:pt x="288590" y="226386"/>
                    <a:pt x="279129" y="234734"/>
                    <a:pt x="272236" y="240342"/>
                  </a:cubicBezTo>
                  <a:cubicBezTo>
                    <a:pt x="259693" y="250660"/>
                    <a:pt x="216453" y="288034"/>
                    <a:pt x="197959" y="304088"/>
                  </a:cubicBezTo>
                  <a:cubicBezTo>
                    <a:pt x="195390" y="306314"/>
                    <a:pt x="192779" y="308540"/>
                    <a:pt x="190296" y="310809"/>
                  </a:cubicBezTo>
                  <a:cubicBezTo>
                    <a:pt x="166835" y="331530"/>
                    <a:pt x="144659" y="351095"/>
                    <a:pt x="104673" y="351095"/>
                  </a:cubicBezTo>
                  <a:cubicBezTo>
                    <a:pt x="78344" y="351095"/>
                    <a:pt x="52016" y="340435"/>
                    <a:pt x="32365" y="321940"/>
                  </a:cubicBezTo>
                  <a:cubicBezTo>
                    <a:pt x="11473" y="302247"/>
                    <a:pt x="0" y="275533"/>
                    <a:pt x="0" y="246764"/>
                  </a:cubicBezTo>
                  <a:cubicBezTo>
                    <a:pt x="0" y="207206"/>
                    <a:pt x="18537" y="182419"/>
                    <a:pt x="34078" y="168633"/>
                  </a:cubicBezTo>
                  <a:cubicBezTo>
                    <a:pt x="53557" y="151338"/>
                    <a:pt x="79201" y="141405"/>
                    <a:pt x="104416" y="141405"/>
                  </a:cubicBezTo>
                  <a:cubicBezTo>
                    <a:pt x="135840" y="141405"/>
                    <a:pt x="154934" y="152108"/>
                    <a:pt x="177324" y="170646"/>
                  </a:cubicBezTo>
                  <a:lnTo>
                    <a:pt x="177624" y="170902"/>
                  </a:lnTo>
                  <a:cubicBezTo>
                    <a:pt x="178565" y="171502"/>
                    <a:pt x="179379" y="172230"/>
                    <a:pt x="180192" y="173043"/>
                  </a:cubicBezTo>
                  <a:lnTo>
                    <a:pt x="180363" y="173171"/>
                  </a:lnTo>
                  <a:lnTo>
                    <a:pt x="180363" y="173257"/>
                  </a:lnTo>
                  <a:cubicBezTo>
                    <a:pt x="183574" y="176596"/>
                    <a:pt x="185330" y="180963"/>
                    <a:pt x="185330" y="185501"/>
                  </a:cubicBezTo>
                  <a:cubicBezTo>
                    <a:pt x="185330" y="195262"/>
                    <a:pt x="177367" y="203225"/>
                    <a:pt x="167563" y="203225"/>
                  </a:cubicBezTo>
                  <a:cubicBezTo>
                    <a:pt x="163667" y="203225"/>
                    <a:pt x="159943" y="201983"/>
                    <a:pt x="156817" y="199586"/>
                  </a:cubicBezTo>
                  <a:lnTo>
                    <a:pt x="156732" y="199586"/>
                  </a:lnTo>
                  <a:cubicBezTo>
                    <a:pt x="139950" y="185758"/>
                    <a:pt x="126036" y="177752"/>
                    <a:pt x="104588" y="177752"/>
                  </a:cubicBezTo>
                  <a:cubicBezTo>
                    <a:pt x="71752" y="177752"/>
                    <a:pt x="36347" y="203910"/>
                    <a:pt x="36347" y="246122"/>
                  </a:cubicBezTo>
                  <a:cubicBezTo>
                    <a:pt x="36347" y="283881"/>
                    <a:pt x="66957" y="314620"/>
                    <a:pt x="104588" y="314620"/>
                  </a:cubicBezTo>
                  <a:cubicBezTo>
                    <a:pt x="136311" y="314620"/>
                    <a:pt x="151594" y="297452"/>
                    <a:pt x="174798" y="271423"/>
                  </a:cubicBezTo>
                  <a:cubicBezTo>
                    <a:pt x="179122" y="266585"/>
                    <a:pt x="183574" y="261577"/>
                    <a:pt x="188540" y="256225"/>
                  </a:cubicBezTo>
                  <a:cubicBezTo>
                    <a:pt x="195519" y="248690"/>
                    <a:pt x="216196" y="227285"/>
                    <a:pt x="228526" y="214441"/>
                  </a:cubicBezTo>
                  <a:cubicBezTo>
                    <a:pt x="231608" y="211273"/>
                    <a:pt x="234220" y="208533"/>
                    <a:pt x="235975" y="206693"/>
                  </a:cubicBezTo>
                  <a:cubicBezTo>
                    <a:pt x="275490" y="165594"/>
                    <a:pt x="287777" y="152708"/>
                    <a:pt x="287948" y="152536"/>
                  </a:cubicBezTo>
                  <a:lnTo>
                    <a:pt x="288034" y="152408"/>
                  </a:lnTo>
                  <a:cubicBezTo>
                    <a:pt x="307427" y="130317"/>
                    <a:pt x="312222" y="102062"/>
                    <a:pt x="300877" y="76975"/>
                  </a:cubicBezTo>
                  <a:cubicBezTo>
                    <a:pt x="289703" y="52273"/>
                    <a:pt x="264958" y="36347"/>
                    <a:pt x="237859" y="36347"/>
                  </a:cubicBezTo>
                  <a:cubicBezTo>
                    <a:pt x="199329" y="36347"/>
                    <a:pt x="176510" y="65458"/>
                    <a:pt x="171373" y="92772"/>
                  </a:cubicBezTo>
                  <a:lnTo>
                    <a:pt x="171202" y="92900"/>
                  </a:lnTo>
                  <a:cubicBezTo>
                    <a:pt x="168933" y="100564"/>
                    <a:pt x="161783" y="105915"/>
                    <a:pt x="153778" y="105915"/>
                  </a:cubicBezTo>
                  <a:cubicBezTo>
                    <a:pt x="143760" y="105915"/>
                    <a:pt x="135583" y="97781"/>
                    <a:pt x="135583" y="87720"/>
                  </a:cubicBezTo>
                  <a:cubicBezTo>
                    <a:pt x="135583" y="85965"/>
                    <a:pt x="135840" y="84210"/>
                    <a:pt x="136354" y="82497"/>
                  </a:cubicBezTo>
                  <a:lnTo>
                    <a:pt x="136482" y="82155"/>
                  </a:lnTo>
                  <a:cubicBezTo>
                    <a:pt x="141106" y="59979"/>
                    <a:pt x="152536" y="40842"/>
                    <a:pt x="170474" y="25301"/>
                  </a:cubicBezTo>
                  <a:cubicBezTo>
                    <a:pt x="189782" y="8519"/>
                    <a:pt x="212429" y="0"/>
                    <a:pt x="237816" y="0"/>
                  </a:cubicBezTo>
                  <a:cubicBezTo>
                    <a:pt x="266928" y="0"/>
                    <a:pt x="293171" y="10831"/>
                    <a:pt x="313677" y="31338"/>
                  </a:cubicBezTo>
                  <a:cubicBezTo>
                    <a:pt x="324380" y="42041"/>
                    <a:pt x="332300" y="54370"/>
                    <a:pt x="337224" y="67856"/>
                  </a:cubicBezTo>
                  <a:cubicBezTo>
                    <a:pt x="341162" y="78730"/>
                    <a:pt x="343217" y="90417"/>
                    <a:pt x="343303" y="102618"/>
                  </a:cubicBezTo>
                  <a:cubicBezTo>
                    <a:pt x="343431" y="123639"/>
                    <a:pt x="337695" y="139094"/>
                    <a:pt x="337609" y="139222"/>
                  </a:cubicBezTo>
                  <a:lnTo>
                    <a:pt x="335597" y="146286"/>
                  </a:lnTo>
                  <a:lnTo>
                    <a:pt x="343132" y="145258"/>
                  </a:lnTo>
                  <a:cubicBezTo>
                    <a:pt x="352079" y="142690"/>
                    <a:pt x="361455" y="141405"/>
                    <a:pt x="370916" y="141405"/>
                  </a:cubicBezTo>
                  <a:cubicBezTo>
                    <a:pt x="397502" y="141405"/>
                    <a:pt x="423873" y="151766"/>
                    <a:pt x="443267" y="169746"/>
                  </a:cubicBezTo>
                  <a:cubicBezTo>
                    <a:pt x="453327" y="179122"/>
                    <a:pt x="461248" y="190253"/>
                    <a:pt x="466770" y="202711"/>
                  </a:cubicBezTo>
                  <a:cubicBezTo>
                    <a:pt x="472678" y="216068"/>
                    <a:pt x="475675" y="230624"/>
                    <a:pt x="475675" y="246079"/>
                  </a:cubicBezTo>
                  <a:cubicBezTo>
                    <a:pt x="475675" y="274506"/>
                    <a:pt x="465015" y="300792"/>
                    <a:pt x="445664" y="320142"/>
                  </a:cubicBezTo>
                  <a:cubicBezTo>
                    <a:pt x="425843" y="340050"/>
                    <a:pt x="398230" y="351009"/>
                    <a:pt x="367919" y="35100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7" name="图形 4"/>
            <p:cNvGrpSpPr/>
            <p:nvPr userDrawn="1"/>
          </p:nvGrpSpPr>
          <p:grpSpPr>
            <a:xfrm>
              <a:off x="11181894" y="6239370"/>
              <a:ext cx="687754" cy="218483"/>
              <a:chOff x="10904547" y="6209237"/>
              <a:chExt cx="735538" cy="233663"/>
            </a:xfrm>
            <a:solidFill>
              <a:srgbClr val="A5A7AA"/>
            </a:solidFill>
          </p:grpSpPr>
          <p:sp>
            <p:nvSpPr>
              <p:cNvPr id="36" name="任意多边形: 形状 35"/>
              <p:cNvSpPr/>
              <p:nvPr/>
            </p:nvSpPr>
            <p:spPr>
              <a:xfrm>
                <a:off x="10914051" y="6222037"/>
                <a:ext cx="205193" cy="17424"/>
              </a:xfrm>
              <a:custGeom>
                <a:avLst/>
                <a:gdLst>
                  <a:gd name="connsiteX0" fmla="*/ 8434 w 205193"/>
                  <a:gd name="connsiteY0" fmla="*/ 17424 h 17424"/>
                  <a:gd name="connsiteX1" fmla="*/ 196760 w 205193"/>
                  <a:gd name="connsiteY1" fmla="*/ 17424 h 17424"/>
                  <a:gd name="connsiteX2" fmla="*/ 205194 w 205193"/>
                  <a:gd name="connsiteY2" fmla="*/ 8990 h 17424"/>
                  <a:gd name="connsiteX3" fmla="*/ 205194 w 205193"/>
                  <a:gd name="connsiteY3" fmla="*/ 8434 h 17424"/>
                  <a:gd name="connsiteX4" fmla="*/ 196760 w 205193"/>
                  <a:gd name="connsiteY4" fmla="*/ 0 h 17424"/>
                  <a:gd name="connsiteX5" fmla="*/ 8434 w 205193"/>
                  <a:gd name="connsiteY5" fmla="*/ 0 h 17424"/>
                  <a:gd name="connsiteX6" fmla="*/ 0 w 205193"/>
                  <a:gd name="connsiteY6" fmla="*/ 8434 h 17424"/>
                  <a:gd name="connsiteX7" fmla="*/ 0 w 205193"/>
                  <a:gd name="connsiteY7" fmla="*/ 8990 h 17424"/>
                  <a:gd name="connsiteX8" fmla="*/ 8434 w 205193"/>
                  <a:gd name="connsiteY8" fmla="*/ 17424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193" h="17424">
                    <a:moveTo>
                      <a:pt x="8434" y="17424"/>
                    </a:moveTo>
                    <a:lnTo>
                      <a:pt x="196760" y="17424"/>
                    </a:lnTo>
                    <a:cubicBezTo>
                      <a:pt x="201598" y="17424"/>
                      <a:pt x="205194" y="13828"/>
                      <a:pt x="205194" y="8990"/>
                    </a:cubicBezTo>
                    <a:lnTo>
                      <a:pt x="205194" y="8434"/>
                    </a:lnTo>
                    <a:cubicBezTo>
                      <a:pt x="205194" y="3896"/>
                      <a:pt x="201598" y="0"/>
                      <a:pt x="196760" y="0"/>
                    </a:cubicBezTo>
                    <a:lnTo>
                      <a:pt x="8434" y="0"/>
                    </a:lnTo>
                    <a:cubicBezTo>
                      <a:pt x="3553" y="0"/>
                      <a:pt x="0" y="3896"/>
                      <a:pt x="0" y="8434"/>
                    </a:cubicBezTo>
                    <a:lnTo>
                      <a:pt x="0" y="8990"/>
                    </a:lnTo>
                    <a:cubicBezTo>
                      <a:pt x="0" y="13828"/>
                      <a:pt x="3553" y="17424"/>
                      <a:pt x="8434" y="17424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10920706" y="6330606"/>
                <a:ext cx="193056" cy="106214"/>
              </a:xfrm>
              <a:custGeom>
                <a:avLst/>
                <a:gdLst>
                  <a:gd name="connsiteX0" fmla="*/ 161293 w 193056"/>
                  <a:gd name="connsiteY0" fmla="*/ 19393 h 106214"/>
                  <a:gd name="connsiteX1" fmla="*/ 175035 w 193056"/>
                  <a:gd name="connsiteY1" fmla="*/ 73849 h 106214"/>
                  <a:gd name="connsiteX2" fmla="*/ 174222 w 193056"/>
                  <a:gd name="connsiteY2" fmla="*/ 84338 h 106214"/>
                  <a:gd name="connsiteX3" fmla="*/ 163947 w 193056"/>
                  <a:gd name="connsiteY3" fmla="*/ 88962 h 106214"/>
                  <a:gd name="connsiteX4" fmla="*/ 45788 w 193056"/>
                  <a:gd name="connsiteY4" fmla="*/ 88962 h 106214"/>
                  <a:gd name="connsiteX5" fmla="*/ 23441 w 193056"/>
                  <a:gd name="connsiteY5" fmla="*/ 88962 h 106214"/>
                  <a:gd name="connsiteX6" fmla="*/ 25539 w 193056"/>
                  <a:gd name="connsiteY6" fmla="*/ 69782 h 106214"/>
                  <a:gd name="connsiteX7" fmla="*/ 49941 w 193056"/>
                  <a:gd name="connsiteY7" fmla="*/ 6036 h 106214"/>
                  <a:gd name="connsiteX8" fmla="*/ 40608 w 193056"/>
                  <a:gd name="connsiteY8" fmla="*/ 1456 h 106214"/>
                  <a:gd name="connsiteX9" fmla="*/ 35257 w 193056"/>
                  <a:gd name="connsiteY9" fmla="*/ 0 h 106214"/>
                  <a:gd name="connsiteX10" fmla="*/ 280 w 193056"/>
                  <a:gd name="connsiteY10" fmla="*/ 95683 h 106214"/>
                  <a:gd name="connsiteX11" fmla="*/ 2035 w 193056"/>
                  <a:gd name="connsiteY11" fmla="*/ 103175 h 106214"/>
                  <a:gd name="connsiteX12" fmla="*/ 8457 w 193056"/>
                  <a:gd name="connsiteY12" fmla="*/ 106215 h 106214"/>
                  <a:gd name="connsiteX13" fmla="*/ 163947 w 193056"/>
                  <a:gd name="connsiteY13" fmla="*/ 106215 h 106214"/>
                  <a:gd name="connsiteX14" fmla="*/ 176234 w 193056"/>
                  <a:gd name="connsiteY14" fmla="*/ 103689 h 106214"/>
                  <a:gd name="connsiteX15" fmla="*/ 191346 w 193056"/>
                  <a:gd name="connsiteY15" fmla="*/ 90332 h 106214"/>
                  <a:gd name="connsiteX16" fmla="*/ 192202 w 193056"/>
                  <a:gd name="connsiteY16" fmla="*/ 73935 h 106214"/>
                  <a:gd name="connsiteX17" fmla="*/ 182570 w 193056"/>
                  <a:gd name="connsiteY17" fmla="*/ 35533 h 106214"/>
                  <a:gd name="connsiteX18" fmla="*/ 161293 w 193056"/>
                  <a:gd name="connsiteY18" fmla="*/ 19393 h 10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3056" h="106214">
                    <a:moveTo>
                      <a:pt x="161293" y="19393"/>
                    </a:moveTo>
                    <a:lnTo>
                      <a:pt x="175035" y="73849"/>
                    </a:lnTo>
                    <a:cubicBezTo>
                      <a:pt x="175035" y="77959"/>
                      <a:pt x="177005" y="81555"/>
                      <a:pt x="174222" y="84338"/>
                    </a:cubicBezTo>
                    <a:cubicBezTo>
                      <a:pt x="171353" y="87164"/>
                      <a:pt x="167800" y="88962"/>
                      <a:pt x="163947" y="88962"/>
                    </a:cubicBezTo>
                    <a:lnTo>
                      <a:pt x="45788" y="88962"/>
                    </a:lnTo>
                    <a:cubicBezTo>
                      <a:pt x="45788" y="88962"/>
                      <a:pt x="30804" y="88962"/>
                      <a:pt x="23441" y="88962"/>
                    </a:cubicBezTo>
                    <a:cubicBezTo>
                      <a:pt x="16591" y="88962"/>
                      <a:pt x="25539" y="69782"/>
                      <a:pt x="25539" y="69782"/>
                    </a:cubicBezTo>
                    <a:lnTo>
                      <a:pt x="49941" y="6036"/>
                    </a:lnTo>
                    <a:cubicBezTo>
                      <a:pt x="46730" y="4752"/>
                      <a:pt x="44119" y="2183"/>
                      <a:pt x="40608" y="1456"/>
                    </a:cubicBezTo>
                    <a:cubicBezTo>
                      <a:pt x="38767" y="1027"/>
                      <a:pt x="36884" y="771"/>
                      <a:pt x="35257" y="0"/>
                    </a:cubicBezTo>
                    <a:lnTo>
                      <a:pt x="280" y="95683"/>
                    </a:lnTo>
                    <a:cubicBezTo>
                      <a:pt x="-448" y="98252"/>
                      <a:pt x="280" y="100820"/>
                      <a:pt x="2035" y="103175"/>
                    </a:cubicBezTo>
                    <a:cubicBezTo>
                      <a:pt x="3576" y="105187"/>
                      <a:pt x="5631" y="106215"/>
                      <a:pt x="8457" y="106215"/>
                    </a:cubicBezTo>
                    <a:lnTo>
                      <a:pt x="163947" y="106215"/>
                    </a:lnTo>
                    <a:cubicBezTo>
                      <a:pt x="168057" y="106215"/>
                      <a:pt x="172424" y="105444"/>
                      <a:pt x="176234" y="103689"/>
                    </a:cubicBezTo>
                    <a:cubicBezTo>
                      <a:pt x="183940" y="100349"/>
                      <a:pt x="188007" y="98038"/>
                      <a:pt x="191346" y="90332"/>
                    </a:cubicBezTo>
                    <a:cubicBezTo>
                      <a:pt x="193358" y="86222"/>
                      <a:pt x="193530" y="79714"/>
                      <a:pt x="192202" y="73935"/>
                    </a:cubicBezTo>
                    <a:lnTo>
                      <a:pt x="182570" y="35533"/>
                    </a:lnTo>
                    <a:cubicBezTo>
                      <a:pt x="177518" y="19864"/>
                      <a:pt x="161293" y="19393"/>
                      <a:pt x="161293" y="19393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10904547" y="6292761"/>
                <a:ext cx="224159" cy="17424"/>
              </a:xfrm>
              <a:custGeom>
                <a:avLst/>
                <a:gdLst>
                  <a:gd name="connsiteX0" fmla="*/ 215725 w 224159"/>
                  <a:gd name="connsiteY0" fmla="*/ 0 h 17424"/>
                  <a:gd name="connsiteX1" fmla="*/ 8434 w 224159"/>
                  <a:gd name="connsiteY1" fmla="*/ 0 h 17424"/>
                  <a:gd name="connsiteX2" fmla="*/ 0 w 224159"/>
                  <a:gd name="connsiteY2" fmla="*/ 8434 h 17424"/>
                  <a:gd name="connsiteX3" fmla="*/ 0 w 224159"/>
                  <a:gd name="connsiteY3" fmla="*/ 8948 h 17424"/>
                  <a:gd name="connsiteX4" fmla="*/ 8434 w 224159"/>
                  <a:gd name="connsiteY4" fmla="*/ 17424 h 17424"/>
                  <a:gd name="connsiteX5" fmla="*/ 215725 w 224159"/>
                  <a:gd name="connsiteY5" fmla="*/ 17424 h 17424"/>
                  <a:gd name="connsiteX6" fmla="*/ 224159 w 224159"/>
                  <a:gd name="connsiteY6" fmla="*/ 8948 h 17424"/>
                  <a:gd name="connsiteX7" fmla="*/ 224159 w 224159"/>
                  <a:gd name="connsiteY7" fmla="*/ 8434 h 17424"/>
                  <a:gd name="connsiteX8" fmla="*/ 215725 w 224159"/>
                  <a:gd name="connsiteY8" fmla="*/ 0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4159" h="17424">
                    <a:moveTo>
                      <a:pt x="215725" y="0"/>
                    </a:moveTo>
                    <a:lnTo>
                      <a:pt x="8434" y="0"/>
                    </a:lnTo>
                    <a:cubicBezTo>
                      <a:pt x="3853" y="0"/>
                      <a:pt x="0" y="3853"/>
                      <a:pt x="0" y="8434"/>
                    </a:cubicBezTo>
                    <a:lnTo>
                      <a:pt x="0" y="8948"/>
                    </a:lnTo>
                    <a:cubicBezTo>
                      <a:pt x="0" y="13528"/>
                      <a:pt x="3853" y="17424"/>
                      <a:pt x="8434" y="17424"/>
                    </a:cubicBezTo>
                    <a:lnTo>
                      <a:pt x="215725" y="17424"/>
                    </a:lnTo>
                    <a:cubicBezTo>
                      <a:pt x="220306" y="17424"/>
                      <a:pt x="224159" y="13528"/>
                      <a:pt x="224159" y="8948"/>
                    </a:cubicBezTo>
                    <a:lnTo>
                      <a:pt x="224159" y="8434"/>
                    </a:lnTo>
                    <a:cubicBezTo>
                      <a:pt x="224159" y="3853"/>
                      <a:pt x="220306" y="0"/>
                      <a:pt x="215725" y="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11159704" y="6213485"/>
                <a:ext cx="120553" cy="118336"/>
              </a:xfrm>
              <a:custGeom>
                <a:avLst/>
                <a:gdLst>
                  <a:gd name="connsiteX0" fmla="*/ 53383 w 120553"/>
                  <a:gd name="connsiteY0" fmla="*/ 89765 h 118336"/>
                  <a:gd name="connsiteX1" fmla="*/ 61859 w 120553"/>
                  <a:gd name="connsiteY1" fmla="*/ 77436 h 118336"/>
                  <a:gd name="connsiteX2" fmla="*/ 104371 w 120553"/>
                  <a:gd name="connsiteY2" fmla="*/ 112755 h 118336"/>
                  <a:gd name="connsiteX3" fmla="*/ 116144 w 120553"/>
                  <a:gd name="connsiteY3" fmla="*/ 112027 h 118336"/>
                  <a:gd name="connsiteX4" fmla="*/ 118499 w 120553"/>
                  <a:gd name="connsiteY4" fmla="*/ 105606 h 118336"/>
                  <a:gd name="connsiteX5" fmla="*/ 115416 w 120553"/>
                  <a:gd name="connsiteY5" fmla="*/ 99698 h 118336"/>
                  <a:gd name="connsiteX6" fmla="*/ 82409 w 120553"/>
                  <a:gd name="connsiteY6" fmla="*/ 71785 h 118336"/>
                  <a:gd name="connsiteX7" fmla="*/ 112077 w 120553"/>
                  <a:gd name="connsiteY7" fmla="*/ 71785 h 118336"/>
                  <a:gd name="connsiteX8" fmla="*/ 120554 w 120553"/>
                  <a:gd name="connsiteY8" fmla="*/ 63308 h 118336"/>
                  <a:gd name="connsiteX9" fmla="*/ 120554 w 120553"/>
                  <a:gd name="connsiteY9" fmla="*/ 62880 h 118336"/>
                  <a:gd name="connsiteX10" fmla="*/ 112077 w 120553"/>
                  <a:gd name="connsiteY10" fmla="*/ 54446 h 118336"/>
                  <a:gd name="connsiteX11" fmla="*/ 69565 w 120553"/>
                  <a:gd name="connsiteY11" fmla="*/ 54446 h 118336"/>
                  <a:gd name="connsiteX12" fmla="*/ 70636 w 120553"/>
                  <a:gd name="connsiteY12" fmla="*/ 41860 h 118336"/>
                  <a:gd name="connsiteX13" fmla="*/ 70850 w 120553"/>
                  <a:gd name="connsiteY13" fmla="*/ 30857 h 118336"/>
                  <a:gd name="connsiteX14" fmla="*/ 109037 w 120553"/>
                  <a:gd name="connsiteY14" fmla="*/ 30857 h 118336"/>
                  <a:gd name="connsiteX15" fmla="*/ 117471 w 120553"/>
                  <a:gd name="connsiteY15" fmla="*/ 22381 h 118336"/>
                  <a:gd name="connsiteX16" fmla="*/ 117471 w 120553"/>
                  <a:gd name="connsiteY16" fmla="*/ 22167 h 118336"/>
                  <a:gd name="connsiteX17" fmla="*/ 109037 w 120553"/>
                  <a:gd name="connsiteY17" fmla="*/ 13690 h 118336"/>
                  <a:gd name="connsiteX18" fmla="*/ 28338 w 120553"/>
                  <a:gd name="connsiteY18" fmla="*/ 13690 h 118336"/>
                  <a:gd name="connsiteX19" fmla="*/ 28809 w 120553"/>
                  <a:gd name="connsiteY19" fmla="*/ 11935 h 118336"/>
                  <a:gd name="connsiteX20" fmla="*/ 28809 w 120553"/>
                  <a:gd name="connsiteY20" fmla="*/ 5256 h 118336"/>
                  <a:gd name="connsiteX21" fmla="*/ 24186 w 120553"/>
                  <a:gd name="connsiteY21" fmla="*/ 632 h 118336"/>
                  <a:gd name="connsiteX22" fmla="*/ 23715 w 120553"/>
                  <a:gd name="connsiteY22" fmla="*/ 632 h 118336"/>
                  <a:gd name="connsiteX23" fmla="*/ 12926 w 120553"/>
                  <a:gd name="connsiteY23" fmla="*/ 5256 h 118336"/>
                  <a:gd name="connsiteX24" fmla="*/ 7275 w 120553"/>
                  <a:gd name="connsiteY24" fmla="*/ 19341 h 118336"/>
                  <a:gd name="connsiteX25" fmla="*/ 15195 w 120553"/>
                  <a:gd name="connsiteY25" fmla="*/ 30857 h 118336"/>
                  <a:gd name="connsiteX26" fmla="*/ 53383 w 120553"/>
                  <a:gd name="connsiteY26" fmla="*/ 30857 h 118336"/>
                  <a:gd name="connsiteX27" fmla="*/ 53383 w 120553"/>
                  <a:gd name="connsiteY27" fmla="*/ 41860 h 118336"/>
                  <a:gd name="connsiteX28" fmla="*/ 52098 w 120553"/>
                  <a:gd name="connsiteY28" fmla="*/ 54446 h 118336"/>
                  <a:gd name="connsiteX29" fmla="*/ 9330 w 120553"/>
                  <a:gd name="connsiteY29" fmla="*/ 54446 h 118336"/>
                  <a:gd name="connsiteX30" fmla="*/ 853 w 120553"/>
                  <a:gd name="connsiteY30" fmla="*/ 62880 h 118336"/>
                  <a:gd name="connsiteX31" fmla="*/ 853 w 120553"/>
                  <a:gd name="connsiteY31" fmla="*/ 63394 h 118336"/>
                  <a:gd name="connsiteX32" fmla="*/ 9330 w 120553"/>
                  <a:gd name="connsiteY32" fmla="*/ 71870 h 118336"/>
                  <a:gd name="connsiteX33" fmla="*/ 44949 w 120553"/>
                  <a:gd name="connsiteY33" fmla="*/ 71870 h 118336"/>
                  <a:gd name="connsiteX34" fmla="*/ 39555 w 120553"/>
                  <a:gd name="connsiteY34" fmla="*/ 79320 h 118336"/>
                  <a:gd name="connsiteX35" fmla="*/ 5477 w 120553"/>
                  <a:gd name="connsiteY35" fmla="*/ 101624 h 118336"/>
                  <a:gd name="connsiteX36" fmla="*/ 383 w 120553"/>
                  <a:gd name="connsiteY36" fmla="*/ 112327 h 118336"/>
                  <a:gd name="connsiteX37" fmla="*/ 639 w 120553"/>
                  <a:gd name="connsiteY37" fmla="*/ 112841 h 118336"/>
                  <a:gd name="connsiteX38" fmla="*/ 5220 w 120553"/>
                  <a:gd name="connsiteY38" fmla="*/ 117721 h 118336"/>
                  <a:gd name="connsiteX39" fmla="*/ 11642 w 120553"/>
                  <a:gd name="connsiteY39" fmla="*/ 117978 h 118336"/>
                  <a:gd name="connsiteX40" fmla="*/ 53383 w 120553"/>
                  <a:gd name="connsiteY40" fmla="*/ 89765 h 11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0553" h="118336">
                    <a:moveTo>
                      <a:pt x="53383" y="89765"/>
                    </a:moveTo>
                    <a:cubicBezTo>
                      <a:pt x="56722" y="85955"/>
                      <a:pt x="59505" y="81845"/>
                      <a:pt x="61859" y="77436"/>
                    </a:cubicBezTo>
                    <a:lnTo>
                      <a:pt x="104371" y="112755"/>
                    </a:lnTo>
                    <a:cubicBezTo>
                      <a:pt x="107967" y="115880"/>
                      <a:pt x="113062" y="115324"/>
                      <a:pt x="116144" y="112027"/>
                    </a:cubicBezTo>
                    <a:cubicBezTo>
                      <a:pt x="117728" y="109972"/>
                      <a:pt x="118755" y="108131"/>
                      <a:pt x="118499" y="105606"/>
                    </a:cubicBezTo>
                    <a:cubicBezTo>
                      <a:pt x="118199" y="103251"/>
                      <a:pt x="117428" y="101539"/>
                      <a:pt x="115416" y="99698"/>
                    </a:cubicBezTo>
                    <a:lnTo>
                      <a:pt x="82409" y="71785"/>
                    </a:lnTo>
                    <a:lnTo>
                      <a:pt x="112077" y="71785"/>
                    </a:lnTo>
                    <a:cubicBezTo>
                      <a:pt x="116957" y="71785"/>
                      <a:pt x="120554" y="67889"/>
                      <a:pt x="120554" y="63308"/>
                    </a:cubicBezTo>
                    <a:lnTo>
                      <a:pt x="120554" y="62880"/>
                    </a:lnTo>
                    <a:cubicBezTo>
                      <a:pt x="120554" y="58256"/>
                      <a:pt x="116957" y="54446"/>
                      <a:pt x="112077" y="54446"/>
                    </a:cubicBezTo>
                    <a:lnTo>
                      <a:pt x="69565" y="54446"/>
                    </a:lnTo>
                    <a:cubicBezTo>
                      <a:pt x="70336" y="50336"/>
                      <a:pt x="70636" y="46226"/>
                      <a:pt x="70636" y="41860"/>
                    </a:cubicBezTo>
                    <a:lnTo>
                      <a:pt x="70850" y="30857"/>
                    </a:lnTo>
                    <a:lnTo>
                      <a:pt x="109037" y="30857"/>
                    </a:lnTo>
                    <a:cubicBezTo>
                      <a:pt x="113618" y="30857"/>
                      <a:pt x="117471" y="27047"/>
                      <a:pt x="117471" y="22381"/>
                    </a:cubicBezTo>
                    <a:lnTo>
                      <a:pt x="117471" y="22167"/>
                    </a:lnTo>
                    <a:cubicBezTo>
                      <a:pt x="117471" y="17543"/>
                      <a:pt x="113618" y="13690"/>
                      <a:pt x="109037" y="13690"/>
                    </a:cubicBezTo>
                    <a:lnTo>
                      <a:pt x="28338" y="13690"/>
                    </a:lnTo>
                    <a:lnTo>
                      <a:pt x="28809" y="11935"/>
                    </a:lnTo>
                    <a:cubicBezTo>
                      <a:pt x="29837" y="9623"/>
                      <a:pt x="29837" y="7311"/>
                      <a:pt x="28809" y="5256"/>
                    </a:cubicBezTo>
                    <a:cubicBezTo>
                      <a:pt x="28039" y="3201"/>
                      <a:pt x="26240" y="1446"/>
                      <a:pt x="24186" y="632"/>
                    </a:cubicBezTo>
                    <a:lnTo>
                      <a:pt x="23715" y="632"/>
                    </a:lnTo>
                    <a:cubicBezTo>
                      <a:pt x="19562" y="-1123"/>
                      <a:pt x="14467" y="889"/>
                      <a:pt x="12926" y="5256"/>
                    </a:cubicBezTo>
                    <a:lnTo>
                      <a:pt x="7275" y="19341"/>
                    </a:lnTo>
                    <a:cubicBezTo>
                      <a:pt x="5220" y="24949"/>
                      <a:pt x="9073" y="30857"/>
                      <a:pt x="15195" y="30857"/>
                    </a:cubicBezTo>
                    <a:lnTo>
                      <a:pt x="53383" y="30857"/>
                    </a:lnTo>
                    <a:lnTo>
                      <a:pt x="53383" y="41860"/>
                    </a:lnTo>
                    <a:cubicBezTo>
                      <a:pt x="53383" y="46226"/>
                      <a:pt x="52826" y="50550"/>
                      <a:pt x="52098" y="54446"/>
                    </a:cubicBezTo>
                    <a:lnTo>
                      <a:pt x="9330" y="54446"/>
                    </a:lnTo>
                    <a:cubicBezTo>
                      <a:pt x="4706" y="54446"/>
                      <a:pt x="853" y="58256"/>
                      <a:pt x="853" y="62880"/>
                    </a:cubicBezTo>
                    <a:lnTo>
                      <a:pt x="853" y="63394"/>
                    </a:lnTo>
                    <a:cubicBezTo>
                      <a:pt x="853" y="68017"/>
                      <a:pt x="4706" y="71870"/>
                      <a:pt x="9330" y="71870"/>
                    </a:cubicBezTo>
                    <a:lnTo>
                      <a:pt x="44949" y="71870"/>
                    </a:lnTo>
                    <a:cubicBezTo>
                      <a:pt x="43365" y="74396"/>
                      <a:pt x="41653" y="76965"/>
                      <a:pt x="39555" y="79320"/>
                    </a:cubicBezTo>
                    <a:cubicBezTo>
                      <a:pt x="31378" y="88267"/>
                      <a:pt x="19819" y="95930"/>
                      <a:pt x="5477" y="101624"/>
                    </a:cubicBezTo>
                    <a:cubicBezTo>
                      <a:pt x="1110" y="103636"/>
                      <a:pt x="-902" y="108003"/>
                      <a:pt x="383" y="112327"/>
                    </a:cubicBezTo>
                    <a:lnTo>
                      <a:pt x="639" y="112841"/>
                    </a:lnTo>
                    <a:cubicBezTo>
                      <a:pt x="1410" y="115153"/>
                      <a:pt x="3165" y="116737"/>
                      <a:pt x="5220" y="117721"/>
                    </a:cubicBezTo>
                    <a:cubicBezTo>
                      <a:pt x="7275" y="118492"/>
                      <a:pt x="9587" y="118492"/>
                      <a:pt x="11642" y="117978"/>
                    </a:cubicBezTo>
                    <a:cubicBezTo>
                      <a:pt x="29794" y="110529"/>
                      <a:pt x="43622" y="101324"/>
                      <a:pt x="53383" y="89765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11291217" y="6218441"/>
                <a:ext cx="96282" cy="110367"/>
              </a:xfrm>
              <a:custGeom>
                <a:avLst/>
                <a:gdLst>
                  <a:gd name="connsiteX0" fmla="*/ 88362 w 96282"/>
                  <a:gd name="connsiteY0" fmla="*/ 8220 h 110367"/>
                  <a:gd name="connsiteX1" fmla="*/ 68883 w 96282"/>
                  <a:gd name="connsiteY1" fmla="*/ 0 h 110367"/>
                  <a:gd name="connsiteX2" fmla="*/ 27142 w 96282"/>
                  <a:gd name="connsiteY2" fmla="*/ 0 h 110367"/>
                  <a:gd name="connsiteX3" fmla="*/ 2055 w 96282"/>
                  <a:gd name="connsiteY3" fmla="*/ 16910 h 110367"/>
                  <a:gd name="connsiteX4" fmla="*/ 0 w 96282"/>
                  <a:gd name="connsiteY4" fmla="*/ 27399 h 110367"/>
                  <a:gd name="connsiteX5" fmla="*/ 0 w 96282"/>
                  <a:gd name="connsiteY5" fmla="*/ 83011 h 110367"/>
                  <a:gd name="connsiteX6" fmla="*/ 27142 w 96282"/>
                  <a:gd name="connsiteY6" fmla="*/ 110367 h 110367"/>
                  <a:gd name="connsiteX7" fmla="*/ 68883 w 96282"/>
                  <a:gd name="connsiteY7" fmla="*/ 110367 h 110367"/>
                  <a:gd name="connsiteX8" fmla="*/ 79415 w 96282"/>
                  <a:gd name="connsiteY8" fmla="*/ 108056 h 110367"/>
                  <a:gd name="connsiteX9" fmla="*/ 96282 w 96282"/>
                  <a:gd name="connsiteY9" fmla="*/ 82968 h 110367"/>
                  <a:gd name="connsiteX10" fmla="*/ 96282 w 96282"/>
                  <a:gd name="connsiteY10" fmla="*/ 27399 h 110367"/>
                  <a:gd name="connsiteX11" fmla="*/ 88362 w 96282"/>
                  <a:gd name="connsiteY11" fmla="*/ 8220 h 110367"/>
                  <a:gd name="connsiteX12" fmla="*/ 79158 w 96282"/>
                  <a:gd name="connsiteY12" fmla="*/ 83054 h 110367"/>
                  <a:gd name="connsiteX13" fmla="*/ 79072 w 96282"/>
                  <a:gd name="connsiteY13" fmla="*/ 101848 h 110367"/>
                  <a:gd name="connsiteX14" fmla="*/ 63617 w 96282"/>
                  <a:gd name="connsiteY14" fmla="*/ 93072 h 110367"/>
                  <a:gd name="connsiteX15" fmla="*/ 27142 w 96282"/>
                  <a:gd name="connsiteY15" fmla="*/ 93072 h 110367"/>
                  <a:gd name="connsiteX16" fmla="*/ 16868 w 96282"/>
                  <a:gd name="connsiteY16" fmla="*/ 83054 h 110367"/>
                  <a:gd name="connsiteX17" fmla="*/ 16868 w 96282"/>
                  <a:gd name="connsiteY17" fmla="*/ 27399 h 110367"/>
                  <a:gd name="connsiteX18" fmla="*/ 19693 w 96282"/>
                  <a:gd name="connsiteY18" fmla="*/ 20250 h 110367"/>
                  <a:gd name="connsiteX19" fmla="*/ 27142 w 96282"/>
                  <a:gd name="connsiteY19" fmla="*/ 17424 h 110367"/>
                  <a:gd name="connsiteX20" fmla="*/ 68883 w 96282"/>
                  <a:gd name="connsiteY20" fmla="*/ 17424 h 110367"/>
                  <a:gd name="connsiteX21" fmla="*/ 76075 w 96282"/>
                  <a:gd name="connsiteY21" fmla="*/ 20250 h 110367"/>
                  <a:gd name="connsiteX22" fmla="*/ 79158 w 96282"/>
                  <a:gd name="connsiteY22" fmla="*/ 27399 h 110367"/>
                  <a:gd name="connsiteX23" fmla="*/ 79158 w 96282"/>
                  <a:gd name="connsiteY23" fmla="*/ 83054 h 11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82" h="110367">
                    <a:moveTo>
                      <a:pt x="88362" y="8220"/>
                    </a:moveTo>
                    <a:cubicBezTo>
                      <a:pt x="83268" y="3125"/>
                      <a:pt x="76332" y="0"/>
                      <a:pt x="68883" y="0"/>
                    </a:cubicBezTo>
                    <a:lnTo>
                      <a:pt x="27142" y="0"/>
                    </a:lnTo>
                    <a:cubicBezTo>
                      <a:pt x="15883" y="0"/>
                      <a:pt x="6379" y="6935"/>
                      <a:pt x="2055" y="16910"/>
                    </a:cubicBezTo>
                    <a:cubicBezTo>
                      <a:pt x="471" y="20250"/>
                      <a:pt x="0" y="23846"/>
                      <a:pt x="0" y="27399"/>
                    </a:cubicBezTo>
                    <a:lnTo>
                      <a:pt x="0" y="83011"/>
                    </a:lnTo>
                    <a:cubicBezTo>
                      <a:pt x="0" y="98123"/>
                      <a:pt x="11987" y="110367"/>
                      <a:pt x="27142" y="110367"/>
                    </a:cubicBezTo>
                    <a:lnTo>
                      <a:pt x="68883" y="110367"/>
                    </a:lnTo>
                    <a:cubicBezTo>
                      <a:pt x="72736" y="110367"/>
                      <a:pt x="76075" y="109640"/>
                      <a:pt x="79415" y="108056"/>
                    </a:cubicBezTo>
                    <a:cubicBezTo>
                      <a:pt x="89647" y="103732"/>
                      <a:pt x="96282" y="94227"/>
                      <a:pt x="96282" y="82968"/>
                    </a:cubicBezTo>
                    <a:lnTo>
                      <a:pt x="96282" y="27399"/>
                    </a:lnTo>
                    <a:cubicBezTo>
                      <a:pt x="96282" y="19993"/>
                      <a:pt x="93457" y="13314"/>
                      <a:pt x="88362" y="8220"/>
                    </a:cubicBezTo>
                    <a:close/>
                    <a:moveTo>
                      <a:pt x="79158" y="83054"/>
                    </a:moveTo>
                    <a:lnTo>
                      <a:pt x="79072" y="101848"/>
                    </a:lnTo>
                    <a:cubicBezTo>
                      <a:pt x="79072" y="101848"/>
                      <a:pt x="70724" y="93072"/>
                      <a:pt x="63617" y="93072"/>
                    </a:cubicBezTo>
                    <a:lnTo>
                      <a:pt x="27142" y="93072"/>
                    </a:lnTo>
                    <a:cubicBezTo>
                      <a:pt x="21277" y="93072"/>
                      <a:pt x="16868" y="88962"/>
                      <a:pt x="16868" y="83054"/>
                    </a:cubicBezTo>
                    <a:lnTo>
                      <a:pt x="16868" y="27399"/>
                    </a:lnTo>
                    <a:cubicBezTo>
                      <a:pt x="16868" y="24616"/>
                      <a:pt x="17895" y="22048"/>
                      <a:pt x="19693" y="20250"/>
                    </a:cubicBezTo>
                    <a:cubicBezTo>
                      <a:pt x="21748" y="18452"/>
                      <a:pt x="24060" y="17424"/>
                      <a:pt x="27142" y="17424"/>
                    </a:cubicBezTo>
                    <a:lnTo>
                      <a:pt x="68883" y="17424"/>
                    </a:lnTo>
                    <a:cubicBezTo>
                      <a:pt x="71923" y="17424"/>
                      <a:pt x="74277" y="18452"/>
                      <a:pt x="76075" y="20250"/>
                    </a:cubicBezTo>
                    <a:cubicBezTo>
                      <a:pt x="78344" y="22048"/>
                      <a:pt x="79158" y="24616"/>
                      <a:pt x="79158" y="27399"/>
                    </a:cubicBezTo>
                    <a:lnTo>
                      <a:pt x="79158" y="83054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11203968" y="6382708"/>
                <a:ext cx="137894" cy="17124"/>
              </a:xfrm>
              <a:custGeom>
                <a:avLst/>
                <a:gdLst>
                  <a:gd name="connsiteX0" fmla="*/ 0 w 137894"/>
                  <a:gd name="connsiteY0" fmla="*/ 0 h 17124"/>
                  <a:gd name="connsiteX1" fmla="*/ 214 w 137894"/>
                  <a:gd name="connsiteY1" fmla="*/ 17124 h 17124"/>
                  <a:gd name="connsiteX2" fmla="*/ 137809 w 137894"/>
                  <a:gd name="connsiteY2" fmla="*/ 17124 h 17124"/>
                  <a:gd name="connsiteX3" fmla="*/ 137895 w 137894"/>
                  <a:gd name="connsiteY3" fmla="*/ 0 h 17124"/>
                  <a:gd name="connsiteX4" fmla="*/ 0 w 137894"/>
                  <a:gd name="connsiteY4" fmla="*/ 0 h 1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894" h="17124">
                    <a:moveTo>
                      <a:pt x="0" y="0"/>
                    </a:moveTo>
                    <a:cubicBezTo>
                      <a:pt x="0" y="43"/>
                      <a:pt x="214" y="17124"/>
                      <a:pt x="214" y="17124"/>
                    </a:cubicBezTo>
                    <a:lnTo>
                      <a:pt x="137809" y="17124"/>
                    </a:lnTo>
                    <a:lnTo>
                      <a:pt x="1378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11173615" y="6340153"/>
                <a:ext cx="198729" cy="102746"/>
              </a:xfrm>
              <a:custGeom>
                <a:avLst/>
                <a:gdLst>
                  <a:gd name="connsiteX0" fmla="*/ 182376 w 198729"/>
                  <a:gd name="connsiteY0" fmla="*/ 2269 h 102746"/>
                  <a:gd name="connsiteX1" fmla="*/ 172101 w 198729"/>
                  <a:gd name="connsiteY1" fmla="*/ 0 h 102746"/>
                  <a:gd name="connsiteX2" fmla="*/ 26885 w 198729"/>
                  <a:gd name="connsiteY2" fmla="*/ 0 h 102746"/>
                  <a:gd name="connsiteX3" fmla="*/ 16654 w 198729"/>
                  <a:gd name="connsiteY3" fmla="*/ 2269 h 102746"/>
                  <a:gd name="connsiteX4" fmla="*/ 0 w 198729"/>
                  <a:gd name="connsiteY4" fmla="*/ 27399 h 102746"/>
                  <a:gd name="connsiteX5" fmla="*/ 0 w 198729"/>
                  <a:gd name="connsiteY5" fmla="*/ 75262 h 102746"/>
                  <a:gd name="connsiteX6" fmla="*/ 16654 w 198729"/>
                  <a:gd name="connsiteY6" fmla="*/ 100692 h 102746"/>
                  <a:gd name="connsiteX7" fmla="*/ 26885 w 198729"/>
                  <a:gd name="connsiteY7" fmla="*/ 102747 h 102746"/>
                  <a:gd name="connsiteX8" fmla="*/ 135968 w 198729"/>
                  <a:gd name="connsiteY8" fmla="*/ 102747 h 102746"/>
                  <a:gd name="connsiteX9" fmla="*/ 166921 w 198729"/>
                  <a:gd name="connsiteY9" fmla="*/ 85580 h 102746"/>
                  <a:gd name="connsiteX10" fmla="*/ 26885 w 198729"/>
                  <a:gd name="connsiteY10" fmla="*/ 85580 h 102746"/>
                  <a:gd name="connsiteX11" fmla="*/ 19993 w 198729"/>
                  <a:gd name="connsiteY11" fmla="*/ 82754 h 102746"/>
                  <a:gd name="connsiteX12" fmla="*/ 17167 w 198729"/>
                  <a:gd name="connsiteY12" fmla="*/ 75262 h 102746"/>
                  <a:gd name="connsiteX13" fmla="*/ 17167 w 198729"/>
                  <a:gd name="connsiteY13" fmla="*/ 27442 h 102746"/>
                  <a:gd name="connsiteX14" fmla="*/ 19993 w 198729"/>
                  <a:gd name="connsiteY14" fmla="*/ 19993 h 102746"/>
                  <a:gd name="connsiteX15" fmla="*/ 26885 w 198729"/>
                  <a:gd name="connsiteY15" fmla="*/ 17167 h 102746"/>
                  <a:gd name="connsiteX16" fmla="*/ 172101 w 198729"/>
                  <a:gd name="connsiteY16" fmla="*/ 17167 h 102746"/>
                  <a:gd name="connsiteX17" fmla="*/ 178994 w 198729"/>
                  <a:gd name="connsiteY17" fmla="*/ 19993 h 102746"/>
                  <a:gd name="connsiteX18" fmla="*/ 181819 w 198729"/>
                  <a:gd name="connsiteY18" fmla="*/ 27442 h 102746"/>
                  <a:gd name="connsiteX19" fmla="*/ 181819 w 198729"/>
                  <a:gd name="connsiteY19" fmla="*/ 75305 h 102746"/>
                  <a:gd name="connsiteX20" fmla="*/ 166621 w 198729"/>
                  <a:gd name="connsiteY20" fmla="*/ 102747 h 102746"/>
                  <a:gd name="connsiteX21" fmla="*/ 198729 w 198729"/>
                  <a:gd name="connsiteY21" fmla="*/ 75305 h 102746"/>
                  <a:gd name="connsiteX22" fmla="*/ 198729 w 198729"/>
                  <a:gd name="connsiteY22" fmla="*/ 27442 h 102746"/>
                  <a:gd name="connsiteX23" fmla="*/ 182376 w 198729"/>
                  <a:gd name="connsiteY23" fmla="*/ 2269 h 10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729" h="102746">
                    <a:moveTo>
                      <a:pt x="182376" y="2269"/>
                    </a:moveTo>
                    <a:cubicBezTo>
                      <a:pt x="179036" y="771"/>
                      <a:pt x="175997" y="0"/>
                      <a:pt x="172101" y="0"/>
                    </a:cubicBezTo>
                    <a:lnTo>
                      <a:pt x="26885" y="0"/>
                    </a:lnTo>
                    <a:cubicBezTo>
                      <a:pt x="23032" y="0"/>
                      <a:pt x="19993" y="771"/>
                      <a:pt x="16654" y="2269"/>
                    </a:cubicBezTo>
                    <a:cubicBezTo>
                      <a:pt x="6636" y="6636"/>
                      <a:pt x="0" y="16354"/>
                      <a:pt x="0" y="27399"/>
                    </a:cubicBezTo>
                    <a:lnTo>
                      <a:pt x="0" y="75262"/>
                    </a:lnTo>
                    <a:cubicBezTo>
                      <a:pt x="0" y="86564"/>
                      <a:pt x="6679" y="96068"/>
                      <a:pt x="16654" y="100692"/>
                    </a:cubicBezTo>
                    <a:cubicBezTo>
                      <a:pt x="19993" y="101934"/>
                      <a:pt x="23032" y="102747"/>
                      <a:pt x="26885" y="102747"/>
                    </a:cubicBezTo>
                    <a:lnTo>
                      <a:pt x="135968" y="102747"/>
                    </a:lnTo>
                    <a:cubicBezTo>
                      <a:pt x="159771" y="102747"/>
                      <a:pt x="166921" y="85580"/>
                      <a:pt x="166921" y="85580"/>
                    </a:cubicBezTo>
                    <a:lnTo>
                      <a:pt x="26885" y="85580"/>
                    </a:lnTo>
                    <a:cubicBezTo>
                      <a:pt x="24317" y="85580"/>
                      <a:pt x="22005" y="84552"/>
                      <a:pt x="19993" y="82754"/>
                    </a:cubicBezTo>
                    <a:cubicBezTo>
                      <a:pt x="18195" y="80913"/>
                      <a:pt x="17167" y="78345"/>
                      <a:pt x="17167" y="75262"/>
                    </a:cubicBezTo>
                    <a:lnTo>
                      <a:pt x="17167" y="27442"/>
                    </a:lnTo>
                    <a:cubicBezTo>
                      <a:pt x="17167" y="24360"/>
                      <a:pt x="18195" y="22048"/>
                      <a:pt x="19993" y="19993"/>
                    </a:cubicBezTo>
                    <a:cubicBezTo>
                      <a:pt x="22005" y="18238"/>
                      <a:pt x="24360" y="17167"/>
                      <a:pt x="26885" y="17167"/>
                    </a:cubicBezTo>
                    <a:lnTo>
                      <a:pt x="172101" y="17167"/>
                    </a:lnTo>
                    <a:cubicBezTo>
                      <a:pt x="174670" y="17167"/>
                      <a:pt x="176981" y="18238"/>
                      <a:pt x="178994" y="19993"/>
                    </a:cubicBezTo>
                    <a:cubicBezTo>
                      <a:pt x="180792" y="22048"/>
                      <a:pt x="181819" y="24360"/>
                      <a:pt x="181819" y="27442"/>
                    </a:cubicBezTo>
                    <a:lnTo>
                      <a:pt x="181819" y="75305"/>
                    </a:lnTo>
                    <a:cubicBezTo>
                      <a:pt x="181819" y="76461"/>
                      <a:pt x="183317" y="93628"/>
                      <a:pt x="166621" y="102747"/>
                    </a:cubicBezTo>
                    <a:cubicBezTo>
                      <a:pt x="169875" y="102576"/>
                      <a:pt x="196846" y="100906"/>
                      <a:pt x="198729" y="75305"/>
                    </a:cubicBezTo>
                    <a:lnTo>
                      <a:pt x="198729" y="27442"/>
                    </a:lnTo>
                    <a:cubicBezTo>
                      <a:pt x="198772" y="16397"/>
                      <a:pt x="192393" y="6679"/>
                      <a:pt x="182376" y="2269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11418348" y="6381894"/>
                <a:ext cx="34186" cy="55644"/>
              </a:xfrm>
              <a:custGeom>
                <a:avLst/>
                <a:gdLst>
                  <a:gd name="connsiteX0" fmla="*/ 33796 w 34186"/>
                  <a:gd name="connsiteY0" fmla="*/ 10660 h 55644"/>
                  <a:gd name="connsiteX1" fmla="*/ 16115 w 34186"/>
                  <a:gd name="connsiteY1" fmla="*/ 51930 h 55644"/>
                  <a:gd name="connsiteX2" fmla="*/ 10464 w 34186"/>
                  <a:gd name="connsiteY2" fmla="*/ 55483 h 55644"/>
                  <a:gd name="connsiteX3" fmla="*/ 3871 w 34186"/>
                  <a:gd name="connsiteY3" fmla="*/ 53942 h 55644"/>
                  <a:gd name="connsiteX4" fmla="*/ 3272 w 34186"/>
                  <a:gd name="connsiteY4" fmla="*/ 53642 h 55644"/>
                  <a:gd name="connsiteX5" fmla="*/ 1217 w 34186"/>
                  <a:gd name="connsiteY5" fmla="*/ 42426 h 55644"/>
                  <a:gd name="connsiteX6" fmla="*/ 10464 w 34186"/>
                  <a:gd name="connsiteY6" fmla="*/ 25216 h 55644"/>
                  <a:gd name="connsiteX7" fmla="*/ 17143 w 34186"/>
                  <a:gd name="connsiteY7" fmla="*/ 6250 h 55644"/>
                  <a:gd name="connsiteX8" fmla="*/ 26861 w 34186"/>
                  <a:gd name="connsiteY8" fmla="*/ 128 h 55644"/>
                  <a:gd name="connsiteX9" fmla="*/ 27417 w 34186"/>
                  <a:gd name="connsiteY9" fmla="*/ 128 h 55644"/>
                  <a:gd name="connsiteX10" fmla="*/ 33026 w 34186"/>
                  <a:gd name="connsiteY10" fmla="*/ 3981 h 55644"/>
                  <a:gd name="connsiteX11" fmla="*/ 33796 w 34186"/>
                  <a:gd name="connsiteY11" fmla="*/ 10660 h 5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86" h="55644">
                    <a:moveTo>
                      <a:pt x="33796" y="10660"/>
                    </a:moveTo>
                    <a:cubicBezTo>
                      <a:pt x="30243" y="25515"/>
                      <a:pt x="24078" y="38787"/>
                      <a:pt x="16115" y="51930"/>
                    </a:cubicBezTo>
                    <a:cubicBezTo>
                      <a:pt x="14831" y="53642"/>
                      <a:pt x="13033" y="55226"/>
                      <a:pt x="10464" y="55483"/>
                    </a:cubicBezTo>
                    <a:cubicBezTo>
                      <a:pt x="8152" y="55997"/>
                      <a:pt x="5841" y="55226"/>
                      <a:pt x="3871" y="53942"/>
                    </a:cubicBezTo>
                    <a:lnTo>
                      <a:pt x="3272" y="53642"/>
                    </a:lnTo>
                    <a:cubicBezTo>
                      <a:pt x="-25" y="51116"/>
                      <a:pt x="-1052" y="46236"/>
                      <a:pt x="1217" y="42426"/>
                    </a:cubicBezTo>
                    <a:cubicBezTo>
                      <a:pt x="4813" y="37032"/>
                      <a:pt x="7896" y="31124"/>
                      <a:pt x="10464" y="25216"/>
                    </a:cubicBezTo>
                    <a:cubicBezTo>
                      <a:pt x="13290" y="19308"/>
                      <a:pt x="15345" y="13186"/>
                      <a:pt x="17143" y="6250"/>
                    </a:cubicBezTo>
                    <a:cubicBezTo>
                      <a:pt x="18170" y="2140"/>
                      <a:pt x="22537" y="-642"/>
                      <a:pt x="26861" y="128"/>
                    </a:cubicBezTo>
                    <a:lnTo>
                      <a:pt x="27417" y="128"/>
                    </a:lnTo>
                    <a:cubicBezTo>
                      <a:pt x="29686" y="642"/>
                      <a:pt x="31485" y="2140"/>
                      <a:pt x="33026" y="3981"/>
                    </a:cubicBezTo>
                    <a:cubicBezTo>
                      <a:pt x="34053" y="6079"/>
                      <a:pt x="34610" y="8348"/>
                      <a:pt x="33796" y="1066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11419351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7 w 103517"/>
                  <a:gd name="connsiteY1" fmla="*/ 14599 h 95254"/>
                  <a:gd name="connsiteX2" fmla="*/ 103517 w 103517"/>
                  <a:gd name="connsiteY2" fmla="*/ 15155 h 95254"/>
                  <a:gd name="connsiteX3" fmla="*/ 95084 w 103517"/>
                  <a:gd name="connsiteY3" fmla="*/ 23589 h 95254"/>
                  <a:gd name="connsiteX4" fmla="*/ 60492 w 103517"/>
                  <a:gd name="connsiteY4" fmla="*/ 23589 h 95254"/>
                  <a:gd name="connsiteX5" fmla="*/ 60492 w 103517"/>
                  <a:gd name="connsiteY5" fmla="*/ 36133 h 95254"/>
                  <a:gd name="connsiteX6" fmla="*/ 92986 w 103517"/>
                  <a:gd name="connsiteY6" fmla="*/ 36133 h 95254"/>
                  <a:gd name="connsiteX7" fmla="*/ 101505 w 103517"/>
                  <a:gd name="connsiteY7" fmla="*/ 44566 h 95254"/>
                  <a:gd name="connsiteX8" fmla="*/ 101505 w 103517"/>
                  <a:gd name="connsiteY8" fmla="*/ 44823 h 95254"/>
                  <a:gd name="connsiteX9" fmla="*/ 92986 w 103517"/>
                  <a:gd name="connsiteY9" fmla="*/ 53257 h 95254"/>
                  <a:gd name="connsiteX10" fmla="*/ 60492 w 103517"/>
                  <a:gd name="connsiteY10" fmla="*/ 53257 h 95254"/>
                  <a:gd name="connsiteX11" fmla="*/ 60492 w 103517"/>
                  <a:gd name="connsiteY11" fmla="*/ 66143 h 95254"/>
                  <a:gd name="connsiteX12" fmla="*/ 95084 w 103517"/>
                  <a:gd name="connsiteY12" fmla="*/ 66143 h 95254"/>
                  <a:gd name="connsiteX13" fmla="*/ 103517 w 103517"/>
                  <a:gd name="connsiteY13" fmla="*/ 74577 h 95254"/>
                  <a:gd name="connsiteX14" fmla="*/ 103517 w 103517"/>
                  <a:gd name="connsiteY14" fmla="*/ 74791 h 95254"/>
                  <a:gd name="connsiteX15" fmla="*/ 95084 w 103517"/>
                  <a:gd name="connsiteY15" fmla="*/ 83268 h 95254"/>
                  <a:gd name="connsiteX16" fmla="*/ 60492 w 103517"/>
                  <a:gd name="connsiteY16" fmla="*/ 83268 h 95254"/>
                  <a:gd name="connsiteX17" fmla="*/ 40628 w 103517"/>
                  <a:gd name="connsiteY17" fmla="*/ 95255 h 95254"/>
                  <a:gd name="connsiteX18" fmla="*/ 43325 w 103517"/>
                  <a:gd name="connsiteY18" fmla="*/ 83268 h 95254"/>
                  <a:gd name="connsiteX19" fmla="*/ 8477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77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88 w 103517"/>
                  <a:gd name="connsiteY25" fmla="*/ 53257 h 95254"/>
                  <a:gd name="connsiteX26" fmla="*/ 2269 w 103517"/>
                  <a:gd name="connsiteY26" fmla="*/ 44823 h 95254"/>
                  <a:gd name="connsiteX27" fmla="*/ 2269 w 103517"/>
                  <a:gd name="connsiteY27" fmla="*/ 44566 h 95254"/>
                  <a:gd name="connsiteX28" fmla="*/ 10788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77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77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93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664" y="6165"/>
                      <a:pt x="103517" y="10275"/>
                      <a:pt x="103517" y="14599"/>
                    </a:cubicBezTo>
                    <a:lnTo>
                      <a:pt x="103517" y="15155"/>
                    </a:lnTo>
                    <a:cubicBezTo>
                      <a:pt x="103517" y="19779"/>
                      <a:pt x="99664" y="23589"/>
                      <a:pt x="95084" y="23589"/>
                    </a:cubicBezTo>
                    <a:lnTo>
                      <a:pt x="60492" y="23589"/>
                    </a:lnTo>
                    <a:lnTo>
                      <a:pt x="60492" y="36133"/>
                    </a:lnTo>
                    <a:lnTo>
                      <a:pt x="92986" y="36133"/>
                    </a:lnTo>
                    <a:cubicBezTo>
                      <a:pt x="97609" y="36133"/>
                      <a:pt x="101505" y="39729"/>
                      <a:pt x="101505" y="44566"/>
                    </a:cubicBezTo>
                    <a:lnTo>
                      <a:pt x="101505" y="44823"/>
                    </a:lnTo>
                    <a:cubicBezTo>
                      <a:pt x="101505" y="49447"/>
                      <a:pt x="97652" y="53257"/>
                      <a:pt x="92986" y="53257"/>
                    </a:cubicBezTo>
                    <a:lnTo>
                      <a:pt x="60492" y="53257"/>
                    </a:lnTo>
                    <a:lnTo>
                      <a:pt x="60492" y="66143"/>
                    </a:lnTo>
                    <a:lnTo>
                      <a:pt x="95084" y="66143"/>
                    </a:lnTo>
                    <a:cubicBezTo>
                      <a:pt x="99664" y="66143"/>
                      <a:pt x="103517" y="69954"/>
                      <a:pt x="103517" y="74577"/>
                    </a:cubicBezTo>
                    <a:lnTo>
                      <a:pt x="103517" y="74791"/>
                    </a:lnTo>
                    <a:cubicBezTo>
                      <a:pt x="103517" y="79458"/>
                      <a:pt x="99664" y="83268"/>
                      <a:pt x="95084" y="83268"/>
                    </a:cubicBezTo>
                    <a:lnTo>
                      <a:pt x="60492" y="83268"/>
                    </a:lnTo>
                    <a:cubicBezTo>
                      <a:pt x="60492" y="83268"/>
                      <a:pt x="54028" y="95255"/>
                      <a:pt x="40628" y="95255"/>
                    </a:cubicBezTo>
                    <a:cubicBezTo>
                      <a:pt x="37117" y="95255"/>
                      <a:pt x="44909" y="88790"/>
                      <a:pt x="43325" y="83268"/>
                    </a:cubicBezTo>
                    <a:lnTo>
                      <a:pt x="8477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10" y="66143"/>
                      <a:pt x="8477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88" y="53257"/>
                    </a:lnTo>
                    <a:cubicBezTo>
                      <a:pt x="6165" y="53257"/>
                      <a:pt x="2269" y="49447"/>
                      <a:pt x="2269" y="44823"/>
                    </a:cubicBezTo>
                    <a:lnTo>
                      <a:pt x="2269" y="44566"/>
                    </a:lnTo>
                    <a:cubicBezTo>
                      <a:pt x="2269" y="39729"/>
                      <a:pt x="6165" y="36133"/>
                      <a:pt x="10788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77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10" y="6165"/>
                      <a:pt x="8477" y="6165"/>
                    </a:cubicBezTo>
                    <a:lnTo>
                      <a:pt x="43539" y="6165"/>
                    </a:lnTo>
                    <a:cubicBezTo>
                      <a:pt x="44566" y="2868"/>
                      <a:pt x="47692" y="0"/>
                      <a:pt x="51716" y="0"/>
                    </a:cubicBezTo>
                    <a:lnTo>
                      <a:pt x="52016" y="0"/>
                    </a:lnTo>
                    <a:cubicBezTo>
                      <a:pt x="55869" y="0"/>
                      <a:pt x="59165" y="2826"/>
                      <a:pt x="60193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11536568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8 w 103517"/>
                  <a:gd name="connsiteY1" fmla="*/ 14599 h 95254"/>
                  <a:gd name="connsiteX2" fmla="*/ 103518 w 103517"/>
                  <a:gd name="connsiteY2" fmla="*/ 15155 h 95254"/>
                  <a:gd name="connsiteX3" fmla="*/ 95084 w 103517"/>
                  <a:gd name="connsiteY3" fmla="*/ 23589 h 95254"/>
                  <a:gd name="connsiteX4" fmla="*/ 60449 w 103517"/>
                  <a:gd name="connsiteY4" fmla="*/ 23589 h 95254"/>
                  <a:gd name="connsiteX5" fmla="*/ 60449 w 103517"/>
                  <a:gd name="connsiteY5" fmla="*/ 36133 h 95254"/>
                  <a:gd name="connsiteX6" fmla="*/ 92986 w 103517"/>
                  <a:gd name="connsiteY6" fmla="*/ 36133 h 95254"/>
                  <a:gd name="connsiteX7" fmla="*/ 101463 w 103517"/>
                  <a:gd name="connsiteY7" fmla="*/ 44566 h 95254"/>
                  <a:gd name="connsiteX8" fmla="*/ 101463 w 103517"/>
                  <a:gd name="connsiteY8" fmla="*/ 44823 h 95254"/>
                  <a:gd name="connsiteX9" fmla="*/ 92986 w 103517"/>
                  <a:gd name="connsiteY9" fmla="*/ 53257 h 95254"/>
                  <a:gd name="connsiteX10" fmla="*/ 60449 w 103517"/>
                  <a:gd name="connsiteY10" fmla="*/ 53257 h 95254"/>
                  <a:gd name="connsiteX11" fmla="*/ 60449 w 103517"/>
                  <a:gd name="connsiteY11" fmla="*/ 66143 h 95254"/>
                  <a:gd name="connsiteX12" fmla="*/ 95084 w 103517"/>
                  <a:gd name="connsiteY12" fmla="*/ 66143 h 95254"/>
                  <a:gd name="connsiteX13" fmla="*/ 103518 w 103517"/>
                  <a:gd name="connsiteY13" fmla="*/ 74577 h 95254"/>
                  <a:gd name="connsiteX14" fmla="*/ 103518 w 103517"/>
                  <a:gd name="connsiteY14" fmla="*/ 74791 h 95254"/>
                  <a:gd name="connsiteX15" fmla="*/ 95084 w 103517"/>
                  <a:gd name="connsiteY15" fmla="*/ 83268 h 95254"/>
                  <a:gd name="connsiteX16" fmla="*/ 60449 w 103517"/>
                  <a:gd name="connsiteY16" fmla="*/ 83268 h 95254"/>
                  <a:gd name="connsiteX17" fmla="*/ 40585 w 103517"/>
                  <a:gd name="connsiteY17" fmla="*/ 95255 h 95254"/>
                  <a:gd name="connsiteX18" fmla="*/ 43325 w 103517"/>
                  <a:gd name="connsiteY18" fmla="*/ 83268 h 95254"/>
                  <a:gd name="connsiteX19" fmla="*/ 8434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34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46 w 103517"/>
                  <a:gd name="connsiteY25" fmla="*/ 53257 h 95254"/>
                  <a:gd name="connsiteX26" fmla="*/ 2312 w 103517"/>
                  <a:gd name="connsiteY26" fmla="*/ 44823 h 95254"/>
                  <a:gd name="connsiteX27" fmla="*/ 2312 w 103517"/>
                  <a:gd name="connsiteY27" fmla="*/ 44566 h 95254"/>
                  <a:gd name="connsiteX28" fmla="*/ 10746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34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34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50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707" y="6165"/>
                      <a:pt x="103518" y="10275"/>
                      <a:pt x="103518" y="14599"/>
                    </a:cubicBezTo>
                    <a:lnTo>
                      <a:pt x="103518" y="15155"/>
                    </a:lnTo>
                    <a:cubicBezTo>
                      <a:pt x="103518" y="19779"/>
                      <a:pt x="99707" y="23589"/>
                      <a:pt x="95084" y="23589"/>
                    </a:cubicBezTo>
                    <a:lnTo>
                      <a:pt x="60449" y="23589"/>
                    </a:lnTo>
                    <a:lnTo>
                      <a:pt x="60449" y="36133"/>
                    </a:lnTo>
                    <a:lnTo>
                      <a:pt x="92986" y="36133"/>
                    </a:lnTo>
                    <a:cubicBezTo>
                      <a:pt x="97652" y="36133"/>
                      <a:pt x="101463" y="39729"/>
                      <a:pt x="101463" y="44566"/>
                    </a:cubicBezTo>
                    <a:lnTo>
                      <a:pt x="101463" y="44823"/>
                    </a:lnTo>
                    <a:cubicBezTo>
                      <a:pt x="101463" y="49447"/>
                      <a:pt x="97652" y="53257"/>
                      <a:pt x="92986" y="53257"/>
                    </a:cubicBezTo>
                    <a:lnTo>
                      <a:pt x="60449" y="53257"/>
                    </a:lnTo>
                    <a:lnTo>
                      <a:pt x="60449" y="66143"/>
                    </a:lnTo>
                    <a:lnTo>
                      <a:pt x="95084" y="66143"/>
                    </a:lnTo>
                    <a:cubicBezTo>
                      <a:pt x="99707" y="66143"/>
                      <a:pt x="103518" y="69954"/>
                      <a:pt x="103518" y="74577"/>
                    </a:cubicBezTo>
                    <a:lnTo>
                      <a:pt x="103518" y="74791"/>
                    </a:lnTo>
                    <a:cubicBezTo>
                      <a:pt x="103518" y="79458"/>
                      <a:pt x="99707" y="83268"/>
                      <a:pt x="95084" y="83268"/>
                    </a:cubicBezTo>
                    <a:lnTo>
                      <a:pt x="60449" y="83268"/>
                    </a:lnTo>
                    <a:cubicBezTo>
                      <a:pt x="60449" y="83268"/>
                      <a:pt x="53985" y="95255"/>
                      <a:pt x="40585" y="95255"/>
                    </a:cubicBezTo>
                    <a:cubicBezTo>
                      <a:pt x="37074" y="95255"/>
                      <a:pt x="44866" y="88790"/>
                      <a:pt x="43325" y="83268"/>
                    </a:cubicBezTo>
                    <a:lnTo>
                      <a:pt x="8434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53" y="66143"/>
                      <a:pt x="8434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46" y="53257"/>
                    </a:lnTo>
                    <a:cubicBezTo>
                      <a:pt x="6122" y="53257"/>
                      <a:pt x="2312" y="49447"/>
                      <a:pt x="2312" y="44823"/>
                    </a:cubicBezTo>
                    <a:lnTo>
                      <a:pt x="2312" y="44566"/>
                    </a:lnTo>
                    <a:cubicBezTo>
                      <a:pt x="2312" y="39729"/>
                      <a:pt x="6122" y="36133"/>
                      <a:pt x="10746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34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53" y="6165"/>
                      <a:pt x="8434" y="6165"/>
                    </a:cubicBezTo>
                    <a:lnTo>
                      <a:pt x="43539" y="6165"/>
                    </a:lnTo>
                    <a:cubicBezTo>
                      <a:pt x="44524" y="2868"/>
                      <a:pt x="47649" y="0"/>
                      <a:pt x="51716" y="0"/>
                    </a:cubicBezTo>
                    <a:lnTo>
                      <a:pt x="52016" y="0"/>
                    </a:lnTo>
                    <a:cubicBezTo>
                      <a:pt x="55826" y="0"/>
                      <a:pt x="59165" y="2826"/>
                      <a:pt x="60150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1425002" y="6306332"/>
                <a:ext cx="213114" cy="70253"/>
              </a:xfrm>
              <a:custGeom>
                <a:avLst/>
                <a:gdLst>
                  <a:gd name="connsiteX0" fmla="*/ 206221 w 213114"/>
                  <a:gd name="connsiteY0" fmla="*/ 6422 h 70253"/>
                  <a:gd name="connsiteX1" fmla="*/ 190339 w 213114"/>
                  <a:gd name="connsiteY1" fmla="*/ 0 h 70253"/>
                  <a:gd name="connsiteX2" fmla="*/ 8434 w 213114"/>
                  <a:gd name="connsiteY2" fmla="*/ 0 h 70253"/>
                  <a:gd name="connsiteX3" fmla="*/ 0 w 213114"/>
                  <a:gd name="connsiteY3" fmla="*/ 8477 h 70253"/>
                  <a:gd name="connsiteX4" fmla="*/ 0 w 213114"/>
                  <a:gd name="connsiteY4" fmla="*/ 8990 h 70253"/>
                  <a:gd name="connsiteX5" fmla="*/ 8434 w 213114"/>
                  <a:gd name="connsiteY5" fmla="*/ 17424 h 70253"/>
                  <a:gd name="connsiteX6" fmla="*/ 190339 w 213114"/>
                  <a:gd name="connsiteY6" fmla="*/ 17424 h 70253"/>
                  <a:gd name="connsiteX7" fmla="*/ 195433 w 213114"/>
                  <a:gd name="connsiteY7" fmla="*/ 22818 h 70253"/>
                  <a:gd name="connsiteX8" fmla="*/ 195433 w 213114"/>
                  <a:gd name="connsiteY8" fmla="*/ 47692 h 70253"/>
                  <a:gd name="connsiteX9" fmla="*/ 190339 w 213114"/>
                  <a:gd name="connsiteY9" fmla="*/ 53129 h 70253"/>
                  <a:gd name="connsiteX10" fmla="*/ 8434 w 213114"/>
                  <a:gd name="connsiteY10" fmla="*/ 53129 h 70253"/>
                  <a:gd name="connsiteX11" fmla="*/ 0 w 213114"/>
                  <a:gd name="connsiteY11" fmla="*/ 61563 h 70253"/>
                  <a:gd name="connsiteX12" fmla="*/ 0 w 213114"/>
                  <a:gd name="connsiteY12" fmla="*/ 62076 h 70253"/>
                  <a:gd name="connsiteX13" fmla="*/ 8434 w 213114"/>
                  <a:gd name="connsiteY13" fmla="*/ 70253 h 70253"/>
                  <a:gd name="connsiteX14" fmla="*/ 190339 w 213114"/>
                  <a:gd name="connsiteY14" fmla="*/ 70253 h 70253"/>
                  <a:gd name="connsiteX15" fmla="*/ 206221 w 213114"/>
                  <a:gd name="connsiteY15" fmla="*/ 63575 h 70253"/>
                  <a:gd name="connsiteX16" fmla="*/ 213114 w 213114"/>
                  <a:gd name="connsiteY16" fmla="*/ 47649 h 70253"/>
                  <a:gd name="connsiteX17" fmla="*/ 213114 w 213114"/>
                  <a:gd name="connsiteY17" fmla="*/ 22776 h 70253"/>
                  <a:gd name="connsiteX18" fmla="*/ 206221 w 213114"/>
                  <a:gd name="connsiteY18" fmla="*/ 6422 h 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114" h="70253">
                    <a:moveTo>
                      <a:pt x="206221" y="6422"/>
                    </a:moveTo>
                    <a:cubicBezTo>
                      <a:pt x="201855" y="2055"/>
                      <a:pt x="196460" y="0"/>
                      <a:pt x="190339" y="0"/>
                    </a:cubicBezTo>
                    <a:lnTo>
                      <a:pt x="8434" y="0"/>
                    </a:lnTo>
                    <a:cubicBezTo>
                      <a:pt x="3810" y="0"/>
                      <a:pt x="0" y="3596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853" y="17424"/>
                      <a:pt x="8434" y="17424"/>
                    </a:cubicBezTo>
                    <a:lnTo>
                      <a:pt x="190339" y="17424"/>
                    </a:lnTo>
                    <a:cubicBezTo>
                      <a:pt x="193378" y="17424"/>
                      <a:pt x="195433" y="19736"/>
                      <a:pt x="195433" y="22818"/>
                    </a:cubicBezTo>
                    <a:lnTo>
                      <a:pt x="195433" y="47692"/>
                    </a:lnTo>
                    <a:cubicBezTo>
                      <a:pt x="195433" y="50817"/>
                      <a:pt x="193378" y="53129"/>
                      <a:pt x="190339" y="53129"/>
                    </a:cubicBezTo>
                    <a:lnTo>
                      <a:pt x="8434" y="53129"/>
                    </a:lnTo>
                    <a:cubicBezTo>
                      <a:pt x="3810" y="53129"/>
                      <a:pt x="0" y="56682"/>
                      <a:pt x="0" y="61563"/>
                    </a:cubicBezTo>
                    <a:lnTo>
                      <a:pt x="0" y="62076"/>
                    </a:lnTo>
                    <a:cubicBezTo>
                      <a:pt x="0" y="66400"/>
                      <a:pt x="3853" y="70253"/>
                      <a:pt x="8434" y="70253"/>
                    </a:cubicBezTo>
                    <a:lnTo>
                      <a:pt x="190339" y="70253"/>
                    </a:lnTo>
                    <a:cubicBezTo>
                      <a:pt x="196460" y="70253"/>
                      <a:pt x="201855" y="67941"/>
                      <a:pt x="206221" y="63575"/>
                    </a:cubicBezTo>
                    <a:cubicBezTo>
                      <a:pt x="210802" y="59465"/>
                      <a:pt x="213114" y="53814"/>
                      <a:pt x="213114" y="47649"/>
                    </a:cubicBezTo>
                    <a:lnTo>
                      <a:pt x="213114" y="22776"/>
                    </a:lnTo>
                    <a:cubicBezTo>
                      <a:pt x="213157" y="16397"/>
                      <a:pt x="210845" y="11259"/>
                      <a:pt x="206221" y="6422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11435405" y="6332961"/>
                <a:ext cx="175911" cy="17466"/>
              </a:xfrm>
              <a:custGeom>
                <a:avLst/>
                <a:gdLst>
                  <a:gd name="connsiteX0" fmla="*/ 175911 w 175911"/>
                  <a:gd name="connsiteY0" fmla="*/ 0 h 17466"/>
                  <a:gd name="connsiteX1" fmla="*/ 8220 w 175911"/>
                  <a:gd name="connsiteY1" fmla="*/ 0 h 17466"/>
                  <a:gd name="connsiteX2" fmla="*/ 0 w 175911"/>
                  <a:gd name="connsiteY2" fmla="*/ 8477 h 17466"/>
                  <a:gd name="connsiteX3" fmla="*/ 0 w 175911"/>
                  <a:gd name="connsiteY3" fmla="*/ 8990 h 17466"/>
                  <a:gd name="connsiteX4" fmla="*/ 8220 w 175911"/>
                  <a:gd name="connsiteY4" fmla="*/ 17467 h 17466"/>
                  <a:gd name="connsiteX5" fmla="*/ 175911 w 175911"/>
                  <a:gd name="connsiteY5" fmla="*/ 17467 h 17466"/>
                  <a:gd name="connsiteX6" fmla="*/ 175911 w 175911"/>
                  <a:gd name="connsiteY6" fmla="*/ 0 h 1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5911" h="17466">
                    <a:moveTo>
                      <a:pt x="175911" y="0"/>
                    </a:moveTo>
                    <a:lnTo>
                      <a:pt x="8220" y="0"/>
                    </a:lnTo>
                    <a:cubicBezTo>
                      <a:pt x="3596" y="0"/>
                      <a:pt x="0" y="4110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596" y="17467"/>
                      <a:pt x="8220" y="17467"/>
                    </a:cubicBezTo>
                    <a:lnTo>
                      <a:pt x="175911" y="17467"/>
                    </a:lnTo>
                    <a:lnTo>
                      <a:pt x="175911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11471067" y="6381937"/>
                <a:ext cx="125693" cy="59165"/>
              </a:xfrm>
              <a:custGeom>
                <a:avLst/>
                <a:gdLst>
                  <a:gd name="connsiteX0" fmla="*/ 27142 w 125693"/>
                  <a:gd name="connsiteY0" fmla="*/ 59122 h 59165"/>
                  <a:gd name="connsiteX1" fmla="*/ 6679 w 125693"/>
                  <a:gd name="connsiteY1" fmla="*/ 50988 h 59165"/>
                  <a:gd name="connsiteX2" fmla="*/ 0 w 125693"/>
                  <a:gd name="connsiteY2" fmla="*/ 31552 h 59165"/>
                  <a:gd name="connsiteX3" fmla="*/ 0 w 125693"/>
                  <a:gd name="connsiteY3" fmla="*/ 8434 h 59165"/>
                  <a:gd name="connsiteX4" fmla="*/ 8477 w 125693"/>
                  <a:gd name="connsiteY4" fmla="*/ 0 h 59165"/>
                  <a:gd name="connsiteX5" fmla="*/ 8990 w 125693"/>
                  <a:gd name="connsiteY5" fmla="*/ 0 h 59165"/>
                  <a:gd name="connsiteX6" fmla="*/ 17424 w 125693"/>
                  <a:gd name="connsiteY6" fmla="*/ 8434 h 59165"/>
                  <a:gd name="connsiteX7" fmla="*/ 17424 w 125693"/>
                  <a:gd name="connsiteY7" fmla="*/ 31552 h 59165"/>
                  <a:gd name="connsiteX8" fmla="*/ 19736 w 125693"/>
                  <a:gd name="connsiteY8" fmla="*/ 39001 h 59165"/>
                  <a:gd name="connsiteX9" fmla="*/ 27142 w 125693"/>
                  <a:gd name="connsiteY9" fmla="*/ 42041 h 59165"/>
                  <a:gd name="connsiteX10" fmla="*/ 117217 w 125693"/>
                  <a:gd name="connsiteY10" fmla="*/ 42041 h 59165"/>
                  <a:gd name="connsiteX11" fmla="*/ 125694 w 125693"/>
                  <a:gd name="connsiteY11" fmla="*/ 50474 h 59165"/>
                  <a:gd name="connsiteX12" fmla="*/ 125694 w 125693"/>
                  <a:gd name="connsiteY12" fmla="*/ 50774 h 59165"/>
                  <a:gd name="connsiteX13" fmla="*/ 117217 w 125693"/>
                  <a:gd name="connsiteY13" fmla="*/ 59165 h 59165"/>
                  <a:gd name="connsiteX14" fmla="*/ 27142 w 125693"/>
                  <a:gd name="connsiteY14" fmla="*/ 59165 h 5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5693" h="59165">
                    <a:moveTo>
                      <a:pt x="27142" y="59122"/>
                    </a:moveTo>
                    <a:cubicBezTo>
                      <a:pt x="17938" y="59122"/>
                      <a:pt x="10746" y="56297"/>
                      <a:pt x="6679" y="50988"/>
                    </a:cubicBezTo>
                    <a:cubicBezTo>
                      <a:pt x="2312" y="45637"/>
                      <a:pt x="0" y="39472"/>
                      <a:pt x="0" y="31552"/>
                    </a:cubicBezTo>
                    <a:lnTo>
                      <a:pt x="0" y="8434"/>
                    </a:lnTo>
                    <a:cubicBezTo>
                      <a:pt x="0" y="3596"/>
                      <a:pt x="3896" y="0"/>
                      <a:pt x="8477" y="0"/>
                    </a:cubicBezTo>
                    <a:lnTo>
                      <a:pt x="8990" y="0"/>
                    </a:lnTo>
                    <a:cubicBezTo>
                      <a:pt x="13614" y="0"/>
                      <a:pt x="17424" y="3596"/>
                      <a:pt x="17424" y="8434"/>
                    </a:cubicBezTo>
                    <a:lnTo>
                      <a:pt x="17424" y="31552"/>
                    </a:lnTo>
                    <a:cubicBezTo>
                      <a:pt x="17424" y="34634"/>
                      <a:pt x="17938" y="36903"/>
                      <a:pt x="19736" y="39001"/>
                    </a:cubicBezTo>
                    <a:cubicBezTo>
                      <a:pt x="21234" y="41056"/>
                      <a:pt x="23846" y="42041"/>
                      <a:pt x="27142" y="42041"/>
                    </a:cubicBezTo>
                    <a:lnTo>
                      <a:pt x="117217" y="42041"/>
                    </a:lnTo>
                    <a:cubicBezTo>
                      <a:pt x="121584" y="42041"/>
                      <a:pt x="125694" y="45637"/>
                      <a:pt x="125694" y="50474"/>
                    </a:cubicBezTo>
                    <a:lnTo>
                      <a:pt x="125694" y="50774"/>
                    </a:lnTo>
                    <a:cubicBezTo>
                      <a:pt x="125694" y="55355"/>
                      <a:pt x="121584" y="59165"/>
                      <a:pt x="117217" y="59165"/>
                    </a:cubicBezTo>
                    <a:lnTo>
                      <a:pt x="27142" y="59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11535155" y="6381937"/>
                <a:ext cx="17167" cy="35362"/>
              </a:xfrm>
              <a:custGeom>
                <a:avLst/>
                <a:gdLst>
                  <a:gd name="connsiteX0" fmla="*/ 17167 w 17167"/>
                  <a:gd name="connsiteY0" fmla="*/ 26928 h 35362"/>
                  <a:gd name="connsiteX1" fmla="*/ 8734 w 17167"/>
                  <a:gd name="connsiteY1" fmla="*/ 35362 h 35362"/>
                  <a:gd name="connsiteX2" fmla="*/ 8477 w 17167"/>
                  <a:gd name="connsiteY2" fmla="*/ 35362 h 35362"/>
                  <a:gd name="connsiteX3" fmla="*/ 0 w 17167"/>
                  <a:gd name="connsiteY3" fmla="*/ 26928 h 35362"/>
                  <a:gd name="connsiteX4" fmla="*/ 0 w 17167"/>
                  <a:gd name="connsiteY4" fmla="*/ 8434 h 35362"/>
                  <a:gd name="connsiteX5" fmla="*/ 8477 w 17167"/>
                  <a:gd name="connsiteY5" fmla="*/ 0 h 35362"/>
                  <a:gd name="connsiteX6" fmla="*/ 8734 w 17167"/>
                  <a:gd name="connsiteY6" fmla="*/ 0 h 35362"/>
                  <a:gd name="connsiteX7" fmla="*/ 17167 w 17167"/>
                  <a:gd name="connsiteY7" fmla="*/ 8434 h 35362"/>
                  <a:gd name="connsiteX8" fmla="*/ 17167 w 17167"/>
                  <a:gd name="connsiteY8" fmla="*/ 26928 h 3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67" h="35362">
                    <a:moveTo>
                      <a:pt x="17167" y="26928"/>
                    </a:moveTo>
                    <a:cubicBezTo>
                      <a:pt x="17167" y="31252"/>
                      <a:pt x="13314" y="35362"/>
                      <a:pt x="8734" y="35362"/>
                    </a:cubicBezTo>
                    <a:lnTo>
                      <a:pt x="8477" y="35362"/>
                    </a:lnTo>
                    <a:cubicBezTo>
                      <a:pt x="3596" y="35362"/>
                      <a:pt x="0" y="31252"/>
                      <a:pt x="0" y="26928"/>
                    </a:cubicBezTo>
                    <a:lnTo>
                      <a:pt x="0" y="8434"/>
                    </a:lnTo>
                    <a:cubicBezTo>
                      <a:pt x="0" y="3596"/>
                      <a:pt x="3596" y="0"/>
                      <a:pt x="8477" y="0"/>
                    </a:cubicBezTo>
                    <a:lnTo>
                      <a:pt x="8734" y="0"/>
                    </a:lnTo>
                    <a:cubicBezTo>
                      <a:pt x="13314" y="0"/>
                      <a:pt x="17167" y="3596"/>
                      <a:pt x="17167" y="8434"/>
                    </a:cubicBezTo>
                    <a:lnTo>
                      <a:pt x="17167" y="26928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10946201" y="6323156"/>
                <a:ext cx="25936" cy="42972"/>
              </a:xfrm>
              <a:custGeom>
                <a:avLst/>
                <a:gdLst>
                  <a:gd name="connsiteX0" fmla="*/ 10746 w 25936"/>
                  <a:gd name="connsiteY0" fmla="*/ 4967 h 42972"/>
                  <a:gd name="connsiteX1" fmla="*/ 20721 w 25936"/>
                  <a:gd name="connsiteY1" fmla="*/ 472 h 42972"/>
                  <a:gd name="connsiteX2" fmla="*/ 20936 w 25936"/>
                  <a:gd name="connsiteY2" fmla="*/ 514 h 42972"/>
                  <a:gd name="connsiteX3" fmla="*/ 25474 w 25936"/>
                  <a:gd name="connsiteY3" fmla="*/ 10532 h 42972"/>
                  <a:gd name="connsiteX4" fmla="*/ 15284 w 25936"/>
                  <a:gd name="connsiteY4" fmla="*/ 37889 h 42972"/>
                  <a:gd name="connsiteX5" fmla="*/ 5309 w 25936"/>
                  <a:gd name="connsiteY5" fmla="*/ 42427 h 42972"/>
                  <a:gd name="connsiteX6" fmla="*/ 5095 w 25936"/>
                  <a:gd name="connsiteY6" fmla="*/ 42341 h 42972"/>
                  <a:gd name="connsiteX7" fmla="*/ 515 w 25936"/>
                  <a:gd name="connsiteY7" fmla="*/ 32366 h 42972"/>
                  <a:gd name="connsiteX8" fmla="*/ 10746 w 25936"/>
                  <a:gd name="connsiteY8" fmla="*/ 4967 h 42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36" h="42972">
                    <a:moveTo>
                      <a:pt x="10746" y="4967"/>
                    </a:moveTo>
                    <a:cubicBezTo>
                      <a:pt x="12159" y="1199"/>
                      <a:pt x="16783" y="-1027"/>
                      <a:pt x="20721" y="472"/>
                    </a:cubicBezTo>
                    <a:lnTo>
                      <a:pt x="20936" y="514"/>
                    </a:lnTo>
                    <a:cubicBezTo>
                      <a:pt x="25131" y="2141"/>
                      <a:pt x="26843" y="6765"/>
                      <a:pt x="25474" y="10532"/>
                    </a:cubicBezTo>
                    <a:lnTo>
                      <a:pt x="15284" y="37889"/>
                    </a:lnTo>
                    <a:cubicBezTo>
                      <a:pt x="13700" y="42041"/>
                      <a:pt x="9505" y="44011"/>
                      <a:pt x="5309" y="42427"/>
                    </a:cubicBezTo>
                    <a:lnTo>
                      <a:pt x="5095" y="42341"/>
                    </a:lnTo>
                    <a:cubicBezTo>
                      <a:pt x="1157" y="40885"/>
                      <a:pt x="-1069" y="36562"/>
                      <a:pt x="515" y="32366"/>
                    </a:cubicBezTo>
                    <a:lnTo>
                      <a:pt x="10746" y="4967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11602904" y="6379644"/>
                <a:ext cx="36248" cy="56807"/>
              </a:xfrm>
              <a:custGeom>
                <a:avLst/>
                <a:gdLst>
                  <a:gd name="connsiteX0" fmla="*/ 35512 w 36248"/>
                  <a:gd name="connsiteY0" fmla="*/ 44805 h 56807"/>
                  <a:gd name="connsiteX1" fmla="*/ 31402 w 36248"/>
                  <a:gd name="connsiteY1" fmla="*/ 55850 h 56807"/>
                  <a:gd name="connsiteX2" fmla="*/ 31146 w 36248"/>
                  <a:gd name="connsiteY2" fmla="*/ 55850 h 56807"/>
                  <a:gd name="connsiteX3" fmla="*/ 19801 w 36248"/>
                  <a:gd name="connsiteY3" fmla="*/ 51954 h 56807"/>
                  <a:gd name="connsiteX4" fmla="*/ 835 w 36248"/>
                  <a:gd name="connsiteY4" fmla="*/ 12054 h 56807"/>
                  <a:gd name="connsiteX5" fmla="*/ 4688 w 36248"/>
                  <a:gd name="connsiteY5" fmla="*/ 752 h 56807"/>
                  <a:gd name="connsiteX6" fmla="*/ 11367 w 36248"/>
                  <a:gd name="connsiteY6" fmla="*/ 238 h 56807"/>
                  <a:gd name="connsiteX7" fmla="*/ 16204 w 36248"/>
                  <a:gd name="connsiteY7" fmla="*/ 4562 h 56807"/>
                  <a:gd name="connsiteX8" fmla="*/ 35512 w 36248"/>
                  <a:gd name="connsiteY8" fmla="*/ 44805 h 5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48" h="56807">
                    <a:moveTo>
                      <a:pt x="35512" y="44805"/>
                    </a:moveTo>
                    <a:cubicBezTo>
                      <a:pt x="37310" y="48914"/>
                      <a:pt x="35769" y="53795"/>
                      <a:pt x="31402" y="55850"/>
                    </a:cubicBezTo>
                    <a:lnTo>
                      <a:pt x="31146" y="55850"/>
                    </a:lnTo>
                    <a:cubicBezTo>
                      <a:pt x="26993" y="58162"/>
                      <a:pt x="21898" y="56064"/>
                      <a:pt x="19801" y="51954"/>
                    </a:cubicBezTo>
                    <a:lnTo>
                      <a:pt x="835" y="12054"/>
                    </a:lnTo>
                    <a:cubicBezTo>
                      <a:pt x="-1177" y="7987"/>
                      <a:pt x="578" y="2807"/>
                      <a:pt x="4688" y="752"/>
                    </a:cubicBezTo>
                    <a:cubicBezTo>
                      <a:pt x="6743" y="24"/>
                      <a:pt x="9055" y="-233"/>
                      <a:pt x="11367" y="238"/>
                    </a:cubicBezTo>
                    <a:cubicBezTo>
                      <a:pt x="13636" y="1009"/>
                      <a:pt x="15220" y="2550"/>
                      <a:pt x="16204" y="4562"/>
                    </a:cubicBezTo>
                    <a:lnTo>
                      <a:pt x="35512" y="4480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8" name="图形 4"/>
            <p:cNvGrpSpPr/>
            <p:nvPr userDrawn="1"/>
          </p:nvGrpSpPr>
          <p:grpSpPr>
            <a:xfrm>
              <a:off x="11180773" y="6490398"/>
              <a:ext cx="690075" cy="74375"/>
              <a:chOff x="10903348" y="6477706"/>
              <a:chExt cx="738021" cy="79543"/>
            </a:xfrm>
            <a:solidFill>
              <a:srgbClr val="A5A7AA"/>
            </a:solidFill>
          </p:grpSpPr>
          <p:grpSp>
            <p:nvGrpSpPr>
              <p:cNvPr id="9" name="图形 4"/>
              <p:cNvGrpSpPr/>
              <p:nvPr/>
            </p:nvGrpSpPr>
            <p:grpSpPr>
              <a:xfrm>
                <a:off x="10903348" y="6477706"/>
                <a:ext cx="60834" cy="79371"/>
                <a:chOff x="10903348" y="6477706"/>
                <a:chExt cx="60834" cy="79371"/>
              </a:xfrm>
              <a:solidFill>
                <a:srgbClr val="A5A7AA"/>
              </a:solidFill>
            </p:grpSpPr>
            <p:sp>
              <p:nvSpPr>
                <p:cNvPr id="34" name="任意多边形: 形状 33"/>
                <p:cNvSpPr/>
                <p:nvPr/>
              </p:nvSpPr>
              <p:spPr>
                <a:xfrm>
                  <a:off x="10903905" y="6478305"/>
                  <a:ext cx="59807" cy="78173"/>
                </a:xfrm>
                <a:custGeom>
                  <a:avLst/>
                  <a:gdLst>
                    <a:gd name="connsiteX0" fmla="*/ 35705 w 59807"/>
                    <a:gd name="connsiteY0" fmla="*/ 7149 h 78173"/>
                    <a:gd name="connsiteX1" fmla="*/ 14684 w 59807"/>
                    <a:gd name="connsiteY1" fmla="*/ 13100 h 78173"/>
                    <a:gd name="connsiteX2" fmla="*/ 8177 w 59807"/>
                    <a:gd name="connsiteY2" fmla="*/ 32066 h 78173"/>
                    <a:gd name="connsiteX3" fmla="*/ 20806 w 59807"/>
                    <a:gd name="connsiteY3" fmla="*/ 59979 h 78173"/>
                    <a:gd name="connsiteX4" fmla="*/ 53386 w 59807"/>
                    <a:gd name="connsiteY4" fmla="*/ 71024 h 78173"/>
                    <a:gd name="connsiteX5" fmla="*/ 58609 w 59807"/>
                    <a:gd name="connsiteY5" fmla="*/ 71837 h 78173"/>
                    <a:gd name="connsiteX6" fmla="*/ 59807 w 59807"/>
                    <a:gd name="connsiteY6" fmla="*/ 74577 h 78173"/>
                    <a:gd name="connsiteX7" fmla="*/ 58480 w 59807"/>
                    <a:gd name="connsiteY7" fmla="*/ 77360 h 78173"/>
                    <a:gd name="connsiteX8" fmla="*/ 54456 w 59807"/>
                    <a:gd name="connsiteY8" fmla="*/ 78173 h 78173"/>
                    <a:gd name="connsiteX9" fmla="*/ 15198 w 59807"/>
                    <a:gd name="connsiteY9" fmla="*/ 65159 h 78173"/>
                    <a:gd name="connsiteX10" fmla="*/ 0 w 59807"/>
                    <a:gd name="connsiteY10" fmla="*/ 32151 h 78173"/>
                    <a:gd name="connsiteX11" fmla="*/ 3082 w 59807"/>
                    <a:gd name="connsiteY11" fmla="*/ 17082 h 78173"/>
                    <a:gd name="connsiteX12" fmla="*/ 11602 w 59807"/>
                    <a:gd name="connsiteY12" fmla="*/ 5951 h 78173"/>
                    <a:gd name="connsiteX13" fmla="*/ 21577 w 59807"/>
                    <a:gd name="connsiteY13" fmla="*/ 1327 h 78173"/>
                    <a:gd name="connsiteX14" fmla="*/ 39943 w 59807"/>
                    <a:gd name="connsiteY14" fmla="*/ 0 h 78173"/>
                    <a:gd name="connsiteX15" fmla="*/ 53642 w 59807"/>
                    <a:gd name="connsiteY15" fmla="*/ 0 h 78173"/>
                    <a:gd name="connsiteX16" fmla="*/ 56939 w 59807"/>
                    <a:gd name="connsiteY16" fmla="*/ 942 h 78173"/>
                    <a:gd name="connsiteX17" fmla="*/ 58095 w 59807"/>
                    <a:gd name="connsiteY17" fmla="*/ 3639 h 78173"/>
                    <a:gd name="connsiteX18" fmla="*/ 56939 w 59807"/>
                    <a:gd name="connsiteY18" fmla="*/ 6250 h 78173"/>
                    <a:gd name="connsiteX19" fmla="*/ 53642 w 59807"/>
                    <a:gd name="connsiteY19" fmla="*/ 7149 h 78173"/>
                    <a:gd name="connsiteX20" fmla="*/ 35705 w 59807"/>
                    <a:gd name="connsiteY20" fmla="*/ 7149 h 7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9807" h="78173">
                      <a:moveTo>
                        <a:pt x="35705" y="7149"/>
                      </a:moveTo>
                      <a:cubicBezTo>
                        <a:pt x="26072" y="7149"/>
                        <a:pt x="19051" y="9162"/>
                        <a:pt x="14684" y="13100"/>
                      </a:cubicBezTo>
                      <a:cubicBezTo>
                        <a:pt x="10360" y="16996"/>
                        <a:pt x="8177" y="23375"/>
                        <a:pt x="8177" y="32066"/>
                      </a:cubicBezTo>
                      <a:cubicBezTo>
                        <a:pt x="8177" y="43325"/>
                        <a:pt x="12372" y="52572"/>
                        <a:pt x="20806" y="59979"/>
                      </a:cubicBezTo>
                      <a:cubicBezTo>
                        <a:pt x="29197" y="67342"/>
                        <a:pt x="40071" y="71024"/>
                        <a:pt x="53386" y="71024"/>
                      </a:cubicBezTo>
                      <a:cubicBezTo>
                        <a:pt x="56083" y="71024"/>
                        <a:pt x="57838" y="71323"/>
                        <a:pt x="58609" y="71837"/>
                      </a:cubicBezTo>
                      <a:cubicBezTo>
                        <a:pt x="59379" y="72351"/>
                        <a:pt x="59807" y="73293"/>
                        <a:pt x="59807" y="74577"/>
                      </a:cubicBezTo>
                      <a:cubicBezTo>
                        <a:pt x="59807" y="75861"/>
                        <a:pt x="59336" y="76761"/>
                        <a:pt x="58480" y="77360"/>
                      </a:cubicBezTo>
                      <a:cubicBezTo>
                        <a:pt x="57624" y="77959"/>
                        <a:pt x="56254" y="78173"/>
                        <a:pt x="54456" y="78173"/>
                      </a:cubicBezTo>
                      <a:cubicBezTo>
                        <a:pt x="38402" y="78173"/>
                        <a:pt x="25301" y="73849"/>
                        <a:pt x="15198" y="65159"/>
                      </a:cubicBezTo>
                      <a:cubicBezTo>
                        <a:pt x="5052" y="56468"/>
                        <a:pt x="0" y="45508"/>
                        <a:pt x="0" y="32151"/>
                      </a:cubicBezTo>
                      <a:cubicBezTo>
                        <a:pt x="0" y="26757"/>
                        <a:pt x="1027" y="21705"/>
                        <a:pt x="3082" y="17082"/>
                      </a:cubicBezTo>
                      <a:cubicBezTo>
                        <a:pt x="5137" y="12415"/>
                        <a:pt x="7963" y="8691"/>
                        <a:pt x="11602" y="5951"/>
                      </a:cubicBezTo>
                      <a:cubicBezTo>
                        <a:pt x="14342" y="3810"/>
                        <a:pt x="17681" y="2269"/>
                        <a:pt x="21577" y="1327"/>
                      </a:cubicBezTo>
                      <a:cubicBezTo>
                        <a:pt x="25473" y="428"/>
                        <a:pt x="31595" y="0"/>
                        <a:pt x="39943" y="0"/>
                      </a:cubicBezTo>
                      <a:lnTo>
                        <a:pt x="53642" y="0"/>
                      </a:lnTo>
                      <a:cubicBezTo>
                        <a:pt x="55098" y="0"/>
                        <a:pt x="56168" y="342"/>
                        <a:pt x="56939" y="942"/>
                      </a:cubicBezTo>
                      <a:cubicBezTo>
                        <a:pt x="57709" y="1627"/>
                        <a:pt x="58095" y="2526"/>
                        <a:pt x="58095" y="3639"/>
                      </a:cubicBezTo>
                      <a:cubicBezTo>
                        <a:pt x="58095" y="4752"/>
                        <a:pt x="57709" y="5608"/>
                        <a:pt x="56939" y="6250"/>
                      </a:cubicBezTo>
                      <a:cubicBezTo>
                        <a:pt x="56125" y="6850"/>
                        <a:pt x="55012" y="7149"/>
                        <a:pt x="53642" y="7149"/>
                      </a:cubicBezTo>
                      <a:lnTo>
                        <a:pt x="35705" y="7149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5" name="任意多边形: 形状 34"/>
                <p:cNvSpPr/>
                <p:nvPr/>
              </p:nvSpPr>
              <p:spPr>
                <a:xfrm>
                  <a:off x="10903348" y="6477706"/>
                  <a:ext cx="60834" cy="79371"/>
                </a:xfrm>
                <a:custGeom>
                  <a:avLst/>
                  <a:gdLst>
                    <a:gd name="connsiteX0" fmla="*/ 54970 w 60834"/>
                    <a:gd name="connsiteY0" fmla="*/ 79372 h 79371"/>
                    <a:gd name="connsiteX1" fmla="*/ 15369 w 60834"/>
                    <a:gd name="connsiteY1" fmla="*/ 66229 h 79371"/>
                    <a:gd name="connsiteX2" fmla="*/ 0 w 60834"/>
                    <a:gd name="connsiteY2" fmla="*/ 32793 h 79371"/>
                    <a:gd name="connsiteX3" fmla="*/ 3125 w 60834"/>
                    <a:gd name="connsiteY3" fmla="*/ 17467 h 79371"/>
                    <a:gd name="connsiteX4" fmla="*/ 11816 w 60834"/>
                    <a:gd name="connsiteY4" fmla="*/ 6079 h 79371"/>
                    <a:gd name="connsiteX5" fmla="*/ 22005 w 60834"/>
                    <a:gd name="connsiteY5" fmla="*/ 1370 h 79371"/>
                    <a:gd name="connsiteX6" fmla="*/ 40499 w 60834"/>
                    <a:gd name="connsiteY6" fmla="*/ 0 h 79371"/>
                    <a:gd name="connsiteX7" fmla="*/ 54199 w 60834"/>
                    <a:gd name="connsiteY7" fmla="*/ 0 h 79371"/>
                    <a:gd name="connsiteX8" fmla="*/ 57881 w 60834"/>
                    <a:gd name="connsiteY8" fmla="*/ 1070 h 79371"/>
                    <a:gd name="connsiteX9" fmla="*/ 59251 w 60834"/>
                    <a:gd name="connsiteY9" fmla="*/ 4195 h 79371"/>
                    <a:gd name="connsiteX10" fmla="*/ 57881 w 60834"/>
                    <a:gd name="connsiteY10" fmla="*/ 7235 h 79371"/>
                    <a:gd name="connsiteX11" fmla="*/ 54199 w 60834"/>
                    <a:gd name="connsiteY11" fmla="*/ 8305 h 79371"/>
                    <a:gd name="connsiteX12" fmla="*/ 36261 w 60834"/>
                    <a:gd name="connsiteY12" fmla="*/ 8305 h 79371"/>
                    <a:gd name="connsiteX13" fmla="*/ 15626 w 60834"/>
                    <a:gd name="connsiteY13" fmla="*/ 14128 h 79371"/>
                    <a:gd name="connsiteX14" fmla="*/ 9290 w 60834"/>
                    <a:gd name="connsiteY14" fmla="*/ 32665 h 79371"/>
                    <a:gd name="connsiteX15" fmla="*/ 21705 w 60834"/>
                    <a:gd name="connsiteY15" fmla="*/ 60150 h 79371"/>
                    <a:gd name="connsiteX16" fmla="*/ 53899 w 60834"/>
                    <a:gd name="connsiteY16" fmla="*/ 71024 h 79371"/>
                    <a:gd name="connsiteX17" fmla="*/ 59422 w 60834"/>
                    <a:gd name="connsiteY17" fmla="*/ 71923 h 79371"/>
                    <a:gd name="connsiteX18" fmla="*/ 60835 w 60834"/>
                    <a:gd name="connsiteY18" fmla="*/ 75134 h 79371"/>
                    <a:gd name="connsiteX19" fmla="*/ 59251 w 60834"/>
                    <a:gd name="connsiteY19" fmla="*/ 78387 h 79371"/>
                    <a:gd name="connsiteX20" fmla="*/ 54970 w 60834"/>
                    <a:gd name="connsiteY20" fmla="*/ 79372 h 79371"/>
                    <a:gd name="connsiteX21" fmla="*/ 40499 w 60834"/>
                    <a:gd name="connsiteY21" fmla="*/ 1156 h 79371"/>
                    <a:gd name="connsiteX22" fmla="*/ 22262 w 60834"/>
                    <a:gd name="connsiteY22" fmla="*/ 2483 h 79371"/>
                    <a:gd name="connsiteX23" fmla="*/ 12501 w 60834"/>
                    <a:gd name="connsiteY23" fmla="*/ 6978 h 79371"/>
                    <a:gd name="connsiteX24" fmla="*/ 4153 w 60834"/>
                    <a:gd name="connsiteY24" fmla="*/ 17895 h 79371"/>
                    <a:gd name="connsiteX25" fmla="*/ 1113 w 60834"/>
                    <a:gd name="connsiteY25" fmla="*/ 32751 h 79371"/>
                    <a:gd name="connsiteX26" fmla="*/ 16097 w 60834"/>
                    <a:gd name="connsiteY26" fmla="*/ 65330 h 79371"/>
                    <a:gd name="connsiteX27" fmla="*/ 54970 w 60834"/>
                    <a:gd name="connsiteY27" fmla="*/ 78173 h 79371"/>
                    <a:gd name="connsiteX28" fmla="*/ 58651 w 60834"/>
                    <a:gd name="connsiteY28" fmla="*/ 77446 h 79371"/>
                    <a:gd name="connsiteX29" fmla="*/ 59722 w 60834"/>
                    <a:gd name="connsiteY29" fmla="*/ 75134 h 79371"/>
                    <a:gd name="connsiteX30" fmla="*/ 58780 w 60834"/>
                    <a:gd name="connsiteY30" fmla="*/ 72865 h 79371"/>
                    <a:gd name="connsiteX31" fmla="*/ 53899 w 60834"/>
                    <a:gd name="connsiteY31" fmla="*/ 72137 h 79371"/>
                    <a:gd name="connsiteX32" fmla="*/ 20935 w 60834"/>
                    <a:gd name="connsiteY32" fmla="*/ 60963 h 79371"/>
                    <a:gd name="connsiteX33" fmla="*/ 8134 w 60834"/>
                    <a:gd name="connsiteY33" fmla="*/ 32622 h 79371"/>
                    <a:gd name="connsiteX34" fmla="*/ 14855 w 60834"/>
                    <a:gd name="connsiteY34" fmla="*/ 13229 h 79371"/>
                    <a:gd name="connsiteX35" fmla="*/ 36261 w 60834"/>
                    <a:gd name="connsiteY35" fmla="*/ 7107 h 79371"/>
                    <a:gd name="connsiteX36" fmla="*/ 54199 w 60834"/>
                    <a:gd name="connsiteY36" fmla="*/ 7107 h 79371"/>
                    <a:gd name="connsiteX37" fmla="*/ 57196 w 60834"/>
                    <a:gd name="connsiteY37" fmla="*/ 6293 h 79371"/>
                    <a:gd name="connsiteX38" fmla="*/ 58138 w 60834"/>
                    <a:gd name="connsiteY38" fmla="*/ 4153 h 79371"/>
                    <a:gd name="connsiteX39" fmla="*/ 57153 w 60834"/>
                    <a:gd name="connsiteY39" fmla="*/ 1884 h 79371"/>
                    <a:gd name="connsiteX40" fmla="*/ 54199 w 60834"/>
                    <a:gd name="connsiteY40" fmla="*/ 1070 h 79371"/>
                    <a:gd name="connsiteX41" fmla="*/ 40499 w 60834"/>
                    <a:gd name="connsiteY41" fmla="*/ 1070 h 79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0834" h="79371">
                      <a:moveTo>
                        <a:pt x="54970" y="79372"/>
                      </a:moveTo>
                      <a:cubicBezTo>
                        <a:pt x="38830" y="79372"/>
                        <a:pt x="25515" y="74962"/>
                        <a:pt x="15369" y="66229"/>
                      </a:cubicBezTo>
                      <a:cubicBezTo>
                        <a:pt x="5180" y="57495"/>
                        <a:pt x="0" y="46236"/>
                        <a:pt x="0" y="32793"/>
                      </a:cubicBezTo>
                      <a:cubicBezTo>
                        <a:pt x="0" y="27314"/>
                        <a:pt x="1070" y="22133"/>
                        <a:pt x="3125" y="17467"/>
                      </a:cubicBezTo>
                      <a:cubicBezTo>
                        <a:pt x="5180" y="12758"/>
                        <a:pt x="8134" y="8905"/>
                        <a:pt x="11816" y="6079"/>
                      </a:cubicBezTo>
                      <a:cubicBezTo>
                        <a:pt x="14599" y="3939"/>
                        <a:pt x="18024" y="2355"/>
                        <a:pt x="22005" y="1370"/>
                      </a:cubicBezTo>
                      <a:cubicBezTo>
                        <a:pt x="25901" y="471"/>
                        <a:pt x="32151" y="0"/>
                        <a:pt x="40499" y="0"/>
                      </a:cubicBezTo>
                      <a:lnTo>
                        <a:pt x="54199" y="0"/>
                      </a:lnTo>
                      <a:cubicBezTo>
                        <a:pt x="55740" y="0"/>
                        <a:pt x="56982" y="342"/>
                        <a:pt x="57881" y="1070"/>
                      </a:cubicBezTo>
                      <a:cubicBezTo>
                        <a:pt x="58823" y="1884"/>
                        <a:pt x="59251" y="2911"/>
                        <a:pt x="59251" y="4195"/>
                      </a:cubicBezTo>
                      <a:cubicBezTo>
                        <a:pt x="59251" y="5480"/>
                        <a:pt x="58780" y="6507"/>
                        <a:pt x="57881" y="7235"/>
                      </a:cubicBezTo>
                      <a:cubicBezTo>
                        <a:pt x="56896" y="7963"/>
                        <a:pt x="55655" y="8305"/>
                        <a:pt x="54199" y="8305"/>
                      </a:cubicBezTo>
                      <a:lnTo>
                        <a:pt x="36261" y="8305"/>
                      </a:lnTo>
                      <a:cubicBezTo>
                        <a:pt x="26800" y="8305"/>
                        <a:pt x="19864" y="10275"/>
                        <a:pt x="15626" y="14128"/>
                      </a:cubicBezTo>
                      <a:cubicBezTo>
                        <a:pt x="11431" y="17895"/>
                        <a:pt x="9290" y="24146"/>
                        <a:pt x="9290" y="32665"/>
                      </a:cubicBezTo>
                      <a:cubicBezTo>
                        <a:pt x="9290" y="43796"/>
                        <a:pt x="13357" y="52786"/>
                        <a:pt x="21705" y="60150"/>
                      </a:cubicBezTo>
                      <a:cubicBezTo>
                        <a:pt x="29925" y="67385"/>
                        <a:pt x="40756" y="71024"/>
                        <a:pt x="53899" y="71024"/>
                      </a:cubicBezTo>
                      <a:cubicBezTo>
                        <a:pt x="56725" y="71024"/>
                        <a:pt x="58523" y="71323"/>
                        <a:pt x="59422" y="71923"/>
                      </a:cubicBezTo>
                      <a:cubicBezTo>
                        <a:pt x="60064" y="72351"/>
                        <a:pt x="60835" y="73293"/>
                        <a:pt x="60835" y="75134"/>
                      </a:cubicBezTo>
                      <a:cubicBezTo>
                        <a:pt x="60835" y="76546"/>
                        <a:pt x="60321" y="77660"/>
                        <a:pt x="59251" y="78387"/>
                      </a:cubicBezTo>
                      <a:cubicBezTo>
                        <a:pt x="58394" y="79072"/>
                        <a:pt x="57025" y="79372"/>
                        <a:pt x="54970" y="79372"/>
                      </a:cubicBezTo>
                      <a:close/>
                      <a:moveTo>
                        <a:pt x="40499" y="1156"/>
                      </a:moveTo>
                      <a:cubicBezTo>
                        <a:pt x="32237" y="1156"/>
                        <a:pt x="26072" y="1584"/>
                        <a:pt x="22262" y="2483"/>
                      </a:cubicBezTo>
                      <a:cubicBezTo>
                        <a:pt x="18452" y="3425"/>
                        <a:pt x="15155" y="4923"/>
                        <a:pt x="12501" y="6978"/>
                      </a:cubicBezTo>
                      <a:cubicBezTo>
                        <a:pt x="8948" y="9675"/>
                        <a:pt x="6122" y="13357"/>
                        <a:pt x="4153" y="17895"/>
                      </a:cubicBezTo>
                      <a:cubicBezTo>
                        <a:pt x="2141" y="22433"/>
                        <a:pt x="1113" y="27442"/>
                        <a:pt x="1113" y="32751"/>
                      </a:cubicBezTo>
                      <a:cubicBezTo>
                        <a:pt x="1113" y="46022"/>
                        <a:pt x="5994" y="56682"/>
                        <a:pt x="16097" y="65330"/>
                      </a:cubicBezTo>
                      <a:cubicBezTo>
                        <a:pt x="26029" y="73849"/>
                        <a:pt x="39087" y="78173"/>
                        <a:pt x="54970" y="78173"/>
                      </a:cubicBezTo>
                      <a:cubicBezTo>
                        <a:pt x="56768" y="78173"/>
                        <a:pt x="57966" y="77916"/>
                        <a:pt x="58651" y="77446"/>
                      </a:cubicBezTo>
                      <a:cubicBezTo>
                        <a:pt x="59379" y="76932"/>
                        <a:pt x="59722" y="76204"/>
                        <a:pt x="59722" y="75134"/>
                      </a:cubicBezTo>
                      <a:cubicBezTo>
                        <a:pt x="59722" y="74063"/>
                        <a:pt x="59422" y="73293"/>
                        <a:pt x="58780" y="72865"/>
                      </a:cubicBezTo>
                      <a:cubicBezTo>
                        <a:pt x="58394" y="72608"/>
                        <a:pt x="57239" y="72137"/>
                        <a:pt x="53899" y="72137"/>
                      </a:cubicBezTo>
                      <a:cubicBezTo>
                        <a:pt x="40457" y="72137"/>
                        <a:pt x="29368" y="68370"/>
                        <a:pt x="20935" y="60963"/>
                      </a:cubicBezTo>
                      <a:cubicBezTo>
                        <a:pt x="12458" y="53471"/>
                        <a:pt x="8134" y="43924"/>
                        <a:pt x="8134" y="32622"/>
                      </a:cubicBezTo>
                      <a:cubicBezTo>
                        <a:pt x="8134" y="23760"/>
                        <a:pt x="10403" y="17253"/>
                        <a:pt x="14855" y="13229"/>
                      </a:cubicBezTo>
                      <a:cubicBezTo>
                        <a:pt x="19308" y="9162"/>
                        <a:pt x="26500" y="7107"/>
                        <a:pt x="36261" y="7107"/>
                      </a:cubicBezTo>
                      <a:lnTo>
                        <a:pt x="54199" y="7107"/>
                      </a:lnTo>
                      <a:cubicBezTo>
                        <a:pt x="55440" y="7107"/>
                        <a:pt x="56425" y="6850"/>
                        <a:pt x="57196" y="6293"/>
                      </a:cubicBezTo>
                      <a:cubicBezTo>
                        <a:pt x="57838" y="5780"/>
                        <a:pt x="58138" y="5095"/>
                        <a:pt x="58138" y="4153"/>
                      </a:cubicBezTo>
                      <a:cubicBezTo>
                        <a:pt x="58138" y="3211"/>
                        <a:pt x="57838" y="2440"/>
                        <a:pt x="57153" y="1884"/>
                      </a:cubicBezTo>
                      <a:cubicBezTo>
                        <a:pt x="56468" y="1370"/>
                        <a:pt x="55483" y="1070"/>
                        <a:pt x="54199" y="1070"/>
                      </a:cubicBezTo>
                      <a:lnTo>
                        <a:pt x="40499" y="107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0" name="图形 4"/>
              <p:cNvGrpSpPr/>
              <p:nvPr/>
            </p:nvGrpSpPr>
            <p:grpSpPr>
              <a:xfrm>
                <a:off x="11005067" y="6477749"/>
                <a:ext cx="8305" cy="78772"/>
                <a:chOff x="11005067" y="6477749"/>
                <a:chExt cx="8305" cy="78772"/>
              </a:xfrm>
              <a:solidFill>
                <a:srgbClr val="A5A7AA"/>
              </a:solidFill>
            </p:grpSpPr>
            <p:sp>
              <p:nvSpPr>
                <p:cNvPr id="32" name="任意多边形: 形状 31"/>
                <p:cNvSpPr/>
                <p:nvPr/>
              </p:nvSpPr>
              <p:spPr>
                <a:xfrm>
                  <a:off x="11005667" y="6478305"/>
                  <a:ext cx="7149" cy="77659"/>
                </a:xfrm>
                <a:custGeom>
                  <a:avLst/>
                  <a:gdLst>
                    <a:gd name="connsiteX0" fmla="*/ 7149 w 7149"/>
                    <a:gd name="connsiteY0" fmla="*/ 73250 h 77659"/>
                    <a:gd name="connsiteX1" fmla="*/ 6208 w 7149"/>
                    <a:gd name="connsiteY1" fmla="*/ 76546 h 77659"/>
                    <a:gd name="connsiteX2" fmla="*/ 3553 w 7149"/>
                    <a:gd name="connsiteY2" fmla="*/ 77660 h 77659"/>
                    <a:gd name="connsiteX3" fmla="*/ 899 w 7149"/>
                    <a:gd name="connsiteY3" fmla="*/ 76546 h 77659"/>
                    <a:gd name="connsiteX4" fmla="*/ 0 w 7149"/>
                    <a:gd name="connsiteY4" fmla="*/ 73250 h 77659"/>
                    <a:gd name="connsiteX5" fmla="*/ 0 w 7149"/>
                    <a:gd name="connsiteY5" fmla="*/ 4452 h 77659"/>
                    <a:gd name="connsiteX6" fmla="*/ 899 w 7149"/>
                    <a:gd name="connsiteY6" fmla="*/ 1113 h 77659"/>
                    <a:gd name="connsiteX7" fmla="*/ 3553 w 7149"/>
                    <a:gd name="connsiteY7" fmla="*/ 0 h 77659"/>
                    <a:gd name="connsiteX8" fmla="*/ 6208 w 7149"/>
                    <a:gd name="connsiteY8" fmla="*/ 1156 h 77659"/>
                    <a:gd name="connsiteX9" fmla="*/ 7149 w 7149"/>
                    <a:gd name="connsiteY9" fmla="*/ 4452 h 77659"/>
                    <a:gd name="connsiteX10" fmla="*/ 7149 w 7149"/>
                    <a:gd name="connsiteY10" fmla="*/ 73250 h 77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49" h="77659">
                      <a:moveTo>
                        <a:pt x="7149" y="73250"/>
                      </a:moveTo>
                      <a:cubicBezTo>
                        <a:pt x="7149" y="74663"/>
                        <a:pt x="6850" y="75776"/>
                        <a:pt x="6208" y="76546"/>
                      </a:cubicBezTo>
                      <a:cubicBezTo>
                        <a:pt x="5608" y="77317"/>
                        <a:pt x="4709" y="77660"/>
                        <a:pt x="3553" y="77660"/>
                      </a:cubicBezTo>
                      <a:cubicBezTo>
                        <a:pt x="2397" y="77660"/>
                        <a:pt x="1498" y="77317"/>
                        <a:pt x="899" y="76546"/>
                      </a:cubicBezTo>
                      <a:cubicBezTo>
                        <a:pt x="300" y="75819"/>
                        <a:pt x="0" y="74706"/>
                        <a:pt x="0" y="73250"/>
                      </a:cubicBezTo>
                      <a:lnTo>
                        <a:pt x="0" y="4452"/>
                      </a:lnTo>
                      <a:cubicBezTo>
                        <a:pt x="0" y="2997"/>
                        <a:pt x="300" y="1884"/>
                        <a:pt x="899" y="1113"/>
                      </a:cubicBezTo>
                      <a:cubicBezTo>
                        <a:pt x="1498" y="385"/>
                        <a:pt x="2397" y="0"/>
                        <a:pt x="3553" y="0"/>
                      </a:cubicBezTo>
                      <a:cubicBezTo>
                        <a:pt x="4709" y="0"/>
                        <a:pt x="5608" y="385"/>
                        <a:pt x="6208" y="1156"/>
                      </a:cubicBezTo>
                      <a:cubicBezTo>
                        <a:pt x="6850" y="1927"/>
                        <a:pt x="7149" y="3040"/>
                        <a:pt x="7149" y="4452"/>
                      </a:cubicBezTo>
                      <a:lnTo>
                        <a:pt x="7149" y="7325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11005067" y="6477749"/>
                  <a:ext cx="8305" cy="78772"/>
                </a:xfrm>
                <a:custGeom>
                  <a:avLst/>
                  <a:gdLst>
                    <a:gd name="connsiteX0" fmla="*/ 4153 w 8305"/>
                    <a:gd name="connsiteY0" fmla="*/ 78773 h 78772"/>
                    <a:gd name="connsiteX1" fmla="*/ 1027 w 8305"/>
                    <a:gd name="connsiteY1" fmla="*/ 77446 h 78772"/>
                    <a:gd name="connsiteX2" fmla="*/ 0 w 8305"/>
                    <a:gd name="connsiteY2" fmla="*/ 73764 h 78772"/>
                    <a:gd name="connsiteX3" fmla="*/ 0 w 8305"/>
                    <a:gd name="connsiteY3" fmla="*/ 5009 h 78772"/>
                    <a:gd name="connsiteX4" fmla="*/ 1027 w 8305"/>
                    <a:gd name="connsiteY4" fmla="*/ 1327 h 78772"/>
                    <a:gd name="connsiteX5" fmla="*/ 4153 w 8305"/>
                    <a:gd name="connsiteY5" fmla="*/ 0 h 78772"/>
                    <a:gd name="connsiteX6" fmla="*/ 7235 w 8305"/>
                    <a:gd name="connsiteY6" fmla="*/ 1370 h 78772"/>
                    <a:gd name="connsiteX7" fmla="*/ 8305 w 8305"/>
                    <a:gd name="connsiteY7" fmla="*/ 5009 h 78772"/>
                    <a:gd name="connsiteX8" fmla="*/ 8305 w 8305"/>
                    <a:gd name="connsiteY8" fmla="*/ 73807 h 78772"/>
                    <a:gd name="connsiteX9" fmla="*/ 7192 w 8305"/>
                    <a:gd name="connsiteY9" fmla="*/ 77488 h 78772"/>
                    <a:gd name="connsiteX10" fmla="*/ 4153 w 8305"/>
                    <a:gd name="connsiteY10" fmla="*/ 78773 h 78772"/>
                    <a:gd name="connsiteX11" fmla="*/ 4153 w 8305"/>
                    <a:gd name="connsiteY11" fmla="*/ 1113 h 78772"/>
                    <a:gd name="connsiteX12" fmla="*/ 1927 w 8305"/>
                    <a:gd name="connsiteY12" fmla="*/ 2012 h 78772"/>
                    <a:gd name="connsiteX13" fmla="*/ 1113 w 8305"/>
                    <a:gd name="connsiteY13" fmla="*/ 4966 h 78772"/>
                    <a:gd name="connsiteX14" fmla="*/ 1113 w 8305"/>
                    <a:gd name="connsiteY14" fmla="*/ 73764 h 78772"/>
                    <a:gd name="connsiteX15" fmla="*/ 1884 w 8305"/>
                    <a:gd name="connsiteY15" fmla="*/ 76718 h 78772"/>
                    <a:gd name="connsiteX16" fmla="*/ 4110 w 8305"/>
                    <a:gd name="connsiteY16" fmla="*/ 77617 h 78772"/>
                    <a:gd name="connsiteX17" fmla="*/ 6293 w 8305"/>
                    <a:gd name="connsiteY17" fmla="*/ 76718 h 78772"/>
                    <a:gd name="connsiteX18" fmla="*/ 7107 w 8305"/>
                    <a:gd name="connsiteY18" fmla="*/ 73807 h 78772"/>
                    <a:gd name="connsiteX19" fmla="*/ 7107 w 8305"/>
                    <a:gd name="connsiteY19" fmla="*/ 5009 h 78772"/>
                    <a:gd name="connsiteX20" fmla="*/ 6293 w 8305"/>
                    <a:gd name="connsiteY20" fmla="*/ 2098 h 78772"/>
                    <a:gd name="connsiteX21" fmla="*/ 4153 w 8305"/>
                    <a:gd name="connsiteY21" fmla="*/ 1113 h 78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305" h="78772">
                      <a:moveTo>
                        <a:pt x="4153" y="78773"/>
                      </a:moveTo>
                      <a:cubicBezTo>
                        <a:pt x="2740" y="78773"/>
                        <a:pt x="1755" y="78345"/>
                        <a:pt x="1027" y="77446"/>
                      </a:cubicBezTo>
                      <a:cubicBezTo>
                        <a:pt x="342" y="76632"/>
                        <a:pt x="0" y="75391"/>
                        <a:pt x="0" y="73764"/>
                      </a:cubicBezTo>
                      <a:lnTo>
                        <a:pt x="0" y="5009"/>
                      </a:lnTo>
                      <a:cubicBezTo>
                        <a:pt x="0" y="3425"/>
                        <a:pt x="342" y="2183"/>
                        <a:pt x="1027" y="1327"/>
                      </a:cubicBezTo>
                      <a:cubicBezTo>
                        <a:pt x="1755" y="428"/>
                        <a:pt x="2783" y="0"/>
                        <a:pt x="4153" y="0"/>
                      </a:cubicBezTo>
                      <a:cubicBezTo>
                        <a:pt x="5480" y="0"/>
                        <a:pt x="6550" y="471"/>
                        <a:pt x="7235" y="1370"/>
                      </a:cubicBezTo>
                      <a:cubicBezTo>
                        <a:pt x="7963" y="2226"/>
                        <a:pt x="8305" y="3425"/>
                        <a:pt x="8305" y="5009"/>
                      </a:cubicBezTo>
                      <a:lnTo>
                        <a:pt x="8305" y="73807"/>
                      </a:lnTo>
                      <a:cubicBezTo>
                        <a:pt x="8305" y="75433"/>
                        <a:pt x="7920" y="76632"/>
                        <a:pt x="7192" y="77488"/>
                      </a:cubicBezTo>
                      <a:cubicBezTo>
                        <a:pt x="6550" y="78302"/>
                        <a:pt x="5480" y="78773"/>
                        <a:pt x="4153" y="78773"/>
                      </a:cubicBezTo>
                      <a:close/>
                      <a:moveTo>
                        <a:pt x="4153" y="1113"/>
                      </a:moveTo>
                      <a:cubicBezTo>
                        <a:pt x="3168" y="1113"/>
                        <a:pt x="2440" y="1413"/>
                        <a:pt x="1927" y="2012"/>
                      </a:cubicBezTo>
                      <a:cubicBezTo>
                        <a:pt x="1413" y="2654"/>
                        <a:pt x="1113" y="3682"/>
                        <a:pt x="1113" y="4966"/>
                      </a:cubicBezTo>
                      <a:lnTo>
                        <a:pt x="1113" y="73764"/>
                      </a:lnTo>
                      <a:cubicBezTo>
                        <a:pt x="1113" y="75048"/>
                        <a:pt x="1370" y="76076"/>
                        <a:pt x="1884" y="76718"/>
                      </a:cubicBezTo>
                      <a:cubicBezTo>
                        <a:pt x="2355" y="77317"/>
                        <a:pt x="3082" y="77617"/>
                        <a:pt x="4110" y="77617"/>
                      </a:cubicBezTo>
                      <a:cubicBezTo>
                        <a:pt x="5095" y="77617"/>
                        <a:pt x="5822" y="77317"/>
                        <a:pt x="6293" y="76718"/>
                      </a:cubicBezTo>
                      <a:cubicBezTo>
                        <a:pt x="6850" y="76076"/>
                        <a:pt x="7107" y="75091"/>
                        <a:pt x="7107" y="73807"/>
                      </a:cubicBezTo>
                      <a:lnTo>
                        <a:pt x="7107" y="5009"/>
                      </a:lnTo>
                      <a:cubicBezTo>
                        <a:pt x="7107" y="3725"/>
                        <a:pt x="6850" y="2740"/>
                        <a:pt x="6293" y="2098"/>
                      </a:cubicBezTo>
                      <a:cubicBezTo>
                        <a:pt x="5865" y="1456"/>
                        <a:pt x="5137" y="1113"/>
                        <a:pt x="4153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1" name="图形 4"/>
              <p:cNvGrpSpPr/>
              <p:nvPr/>
            </p:nvGrpSpPr>
            <p:grpSpPr>
              <a:xfrm>
                <a:off x="11056184" y="6496714"/>
                <a:ext cx="54284" cy="60363"/>
                <a:chOff x="11056184" y="6496714"/>
                <a:chExt cx="54284" cy="60363"/>
              </a:xfrm>
              <a:solidFill>
                <a:srgbClr val="A5A7AA"/>
              </a:solidFill>
            </p:grpSpPr>
            <p:sp>
              <p:nvSpPr>
                <p:cNvPr id="30" name="任意多边形: 形状 29"/>
                <p:cNvSpPr/>
                <p:nvPr/>
              </p:nvSpPr>
              <p:spPr>
                <a:xfrm>
                  <a:off x="11056740" y="6497313"/>
                  <a:ext cx="53128" cy="59207"/>
                </a:xfrm>
                <a:custGeom>
                  <a:avLst/>
                  <a:gdLst>
                    <a:gd name="connsiteX0" fmla="*/ 0 w 53128"/>
                    <a:gd name="connsiteY0" fmla="*/ 29754 h 59207"/>
                    <a:gd name="connsiteX1" fmla="*/ 7492 w 53128"/>
                    <a:gd name="connsiteY1" fmla="*/ 8305 h 59207"/>
                    <a:gd name="connsiteX2" fmla="*/ 26629 w 53128"/>
                    <a:gd name="connsiteY2" fmla="*/ 0 h 59207"/>
                    <a:gd name="connsiteX3" fmla="*/ 45680 w 53128"/>
                    <a:gd name="connsiteY3" fmla="*/ 8305 h 59207"/>
                    <a:gd name="connsiteX4" fmla="*/ 53129 w 53128"/>
                    <a:gd name="connsiteY4" fmla="*/ 29754 h 59207"/>
                    <a:gd name="connsiteX5" fmla="*/ 45680 w 53128"/>
                    <a:gd name="connsiteY5" fmla="*/ 50988 h 59207"/>
                    <a:gd name="connsiteX6" fmla="*/ 26586 w 53128"/>
                    <a:gd name="connsiteY6" fmla="*/ 59208 h 59207"/>
                    <a:gd name="connsiteX7" fmla="*/ 7449 w 53128"/>
                    <a:gd name="connsiteY7" fmla="*/ 50945 h 59207"/>
                    <a:gd name="connsiteX8" fmla="*/ 0 w 53128"/>
                    <a:gd name="connsiteY8" fmla="*/ 29754 h 59207"/>
                    <a:gd name="connsiteX9" fmla="*/ 26629 w 53128"/>
                    <a:gd name="connsiteY9" fmla="*/ 6379 h 59207"/>
                    <a:gd name="connsiteX10" fmla="*/ 12715 w 53128"/>
                    <a:gd name="connsiteY10" fmla="*/ 12886 h 59207"/>
                    <a:gd name="connsiteX11" fmla="*/ 7278 w 53128"/>
                    <a:gd name="connsiteY11" fmla="*/ 29625 h 59207"/>
                    <a:gd name="connsiteX12" fmla="*/ 12758 w 53128"/>
                    <a:gd name="connsiteY12" fmla="*/ 46365 h 59207"/>
                    <a:gd name="connsiteX13" fmla="*/ 26543 w 53128"/>
                    <a:gd name="connsiteY13" fmla="*/ 52872 h 59207"/>
                    <a:gd name="connsiteX14" fmla="*/ 40457 w 53128"/>
                    <a:gd name="connsiteY14" fmla="*/ 46365 h 59207"/>
                    <a:gd name="connsiteX15" fmla="*/ 45979 w 53128"/>
                    <a:gd name="connsiteY15" fmla="*/ 29625 h 59207"/>
                    <a:gd name="connsiteX16" fmla="*/ 40499 w 53128"/>
                    <a:gd name="connsiteY16" fmla="*/ 12886 h 59207"/>
                    <a:gd name="connsiteX17" fmla="*/ 26629 w 53128"/>
                    <a:gd name="connsiteY17" fmla="*/ 6379 h 5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128" h="59207">
                      <a:moveTo>
                        <a:pt x="0" y="29754"/>
                      </a:moveTo>
                      <a:cubicBezTo>
                        <a:pt x="0" y="21063"/>
                        <a:pt x="2483" y="13871"/>
                        <a:pt x="7492" y="8305"/>
                      </a:cubicBezTo>
                      <a:cubicBezTo>
                        <a:pt x="12501" y="2783"/>
                        <a:pt x="18880" y="0"/>
                        <a:pt x="26629" y="0"/>
                      </a:cubicBezTo>
                      <a:cubicBezTo>
                        <a:pt x="34377" y="0"/>
                        <a:pt x="40713" y="2783"/>
                        <a:pt x="45680" y="8305"/>
                      </a:cubicBezTo>
                      <a:cubicBezTo>
                        <a:pt x="50646" y="13871"/>
                        <a:pt x="53129" y="21063"/>
                        <a:pt x="53129" y="29754"/>
                      </a:cubicBezTo>
                      <a:cubicBezTo>
                        <a:pt x="53129" y="38359"/>
                        <a:pt x="50688" y="45466"/>
                        <a:pt x="45680" y="50988"/>
                      </a:cubicBezTo>
                      <a:cubicBezTo>
                        <a:pt x="40713" y="56468"/>
                        <a:pt x="34377" y="59208"/>
                        <a:pt x="26586" y="59208"/>
                      </a:cubicBezTo>
                      <a:cubicBezTo>
                        <a:pt x="18794" y="59208"/>
                        <a:pt x="12415" y="56468"/>
                        <a:pt x="7449" y="50945"/>
                      </a:cubicBezTo>
                      <a:cubicBezTo>
                        <a:pt x="2483" y="45380"/>
                        <a:pt x="0" y="38359"/>
                        <a:pt x="0" y="29754"/>
                      </a:cubicBezTo>
                      <a:close/>
                      <a:moveTo>
                        <a:pt x="26629" y="6379"/>
                      </a:moveTo>
                      <a:cubicBezTo>
                        <a:pt x="20935" y="6379"/>
                        <a:pt x="16311" y="8519"/>
                        <a:pt x="12715" y="12886"/>
                      </a:cubicBezTo>
                      <a:cubicBezTo>
                        <a:pt x="9076" y="17167"/>
                        <a:pt x="7278" y="22733"/>
                        <a:pt x="7278" y="29625"/>
                      </a:cubicBezTo>
                      <a:cubicBezTo>
                        <a:pt x="7278" y="36475"/>
                        <a:pt x="9076" y="42083"/>
                        <a:pt x="12758" y="46365"/>
                      </a:cubicBezTo>
                      <a:cubicBezTo>
                        <a:pt x="16397" y="50731"/>
                        <a:pt x="20977" y="52872"/>
                        <a:pt x="26543" y="52872"/>
                      </a:cubicBezTo>
                      <a:cubicBezTo>
                        <a:pt x="32194" y="52872"/>
                        <a:pt x="36860" y="50689"/>
                        <a:pt x="40457" y="46365"/>
                      </a:cubicBezTo>
                      <a:cubicBezTo>
                        <a:pt x="44138" y="41998"/>
                        <a:pt x="45979" y="36475"/>
                        <a:pt x="45979" y="29625"/>
                      </a:cubicBezTo>
                      <a:cubicBezTo>
                        <a:pt x="45979" y="22818"/>
                        <a:pt x="44138" y="17253"/>
                        <a:pt x="40499" y="12886"/>
                      </a:cubicBezTo>
                      <a:cubicBezTo>
                        <a:pt x="36818" y="8562"/>
                        <a:pt x="32194" y="6379"/>
                        <a:pt x="26629" y="637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任意多边形: 形状 30"/>
                <p:cNvSpPr/>
                <p:nvPr/>
              </p:nvSpPr>
              <p:spPr>
                <a:xfrm>
                  <a:off x="11056184" y="6496714"/>
                  <a:ext cx="54284" cy="60363"/>
                </a:xfrm>
                <a:custGeom>
                  <a:avLst/>
                  <a:gdLst>
                    <a:gd name="connsiteX0" fmla="*/ 27185 w 54284"/>
                    <a:gd name="connsiteY0" fmla="*/ 60364 h 60363"/>
                    <a:gd name="connsiteX1" fmla="*/ 7620 w 54284"/>
                    <a:gd name="connsiteY1" fmla="*/ 51887 h 60363"/>
                    <a:gd name="connsiteX2" fmla="*/ 0 w 54284"/>
                    <a:gd name="connsiteY2" fmla="*/ 30353 h 60363"/>
                    <a:gd name="connsiteX3" fmla="*/ 7620 w 54284"/>
                    <a:gd name="connsiteY3" fmla="*/ 8519 h 60363"/>
                    <a:gd name="connsiteX4" fmla="*/ 27185 w 54284"/>
                    <a:gd name="connsiteY4" fmla="*/ 0 h 60363"/>
                    <a:gd name="connsiteX5" fmla="*/ 46664 w 54284"/>
                    <a:gd name="connsiteY5" fmla="*/ 8519 h 60363"/>
                    <a:gd name="connsiteX6" fmla="*/ 54285 w 54284"/>
                    <a:gd name="connsiteY6" fmla="*/ 30353 h 60363"/>
                    <a:gd name="connsiteX7" fmla="*/ 46707 w 54284"/>
                    <a:gd name="connsiteY7" fmla="*/ 51973 h 60363"/>
                    <a:gd name="connsiteX8" fmla="*/ 27185 w 54284"/>
                    <a:gd name="connsiteY8" fmla="*/ 60364 h 60363"/>
                    <a:gd name="connsiteX9" fmla="*/ 27185 w 54284"/>
                    <a:gd name="connsiteY9" fmla="*/ 1156 h 60363"/>
                    <a:gd name="connsiteX10" fmla="*/ 8477 w 54284"/>
                    <a:gd name="connsiteY10" fmla="*/ 9290 h 60363"/>
                    <a:gd name="connsiteX11" fmla="*/ 1156 w 54284"/>
                    <a:gd name="connsiteY11" fmla="*/ 30353 h 60363"/>
                    <a:gd name="connsiteX12" fmla="*/ 8477 w 54284"/>
                    <a:gd name="connsiteY12" fmla="*/ 51117 h 60363"/>
                    <a:gd name="connsiteX13" fmla="*/ 27185 w 54284"/>
                    <a:gd name="connsiteY13" fmla="*/ 59208 h 60363"/>
                    <a:gd name="connsiteX14" fmla="*/ 45851 w 54284"/>
                    <a:gd name="connsiteY14" fmla="*/ 51202 h 60363"/>
                    <a:gd name="connsiteX15" fmla="*/ 53129 w 54284"/>
                    <a:gd name="connsiteY15" fmla="*/ 30353 h 60363"/>
                    <a:gd name="connsiteX16" fmla="*/ 45808 w 54284"/>
                    <a:gd name="connsiteY16" fmla="*/ 9290 h 60363"/>
                    <a:gd name="connsiteX17" fmla="*/ 27185 w 54284"/>
                    <a:gd name="connsiteY17" fmla="*/ 1156 h 60363"/>
                    <a:gd name="connsiteX18" fmla="*/ 27057 w 54284"/>
                    <a:gd name="connsiteY18" fmla="*/ 54028 h 60363"/>
                    <a:gd name="connsiteX19" fmla="*/ 12843 w 54284"/>
                    <a:gd name="connsiteY19" fmla="*/ 47306 h 60363"/>
                    <a:gd name="connsiteX20" fmla="*/ 7235 w 54284"/>
                    <a:gd name="connsiteY20" fmla="*/ 30182 h 60363"/>
                    <a:gd name="connsiteX21" fmla="*/ 12801 w 54284"/>
                    <a:gd name="connsiteY21" fmla="*/ 13057 h 60363"/>
                    <a:gd name="connsiteX22" fmla="*/ 27142 w 54284"/>
                    <a:gd name="connsiteY22" fmla="*/ 6379 h 60363"/>
                    <a:gd name="connsiteX23" fmla="*/ 41441 w 54284"/>
                    <a:gd name="connsiteY23" fmla="*/ 13100 h 60363"/>
                    <a:gd name="connsiteX24" fmla="*/ 47050 w 54284"/>
                    <a:gd name="connsiteY24" fmla="*/ 30225 h 60363"/>
                    <a:gd name="connsiteX25" fmla="*/ 41356 w 54284"/>
                    <a:gd name="connsiteY25" fmla="*/ 47349 h 60363"/>
                    <a:gd name="connsiteX26" fmla="*/ 27057 w 54284"/>
                    <a:gd name="connsiteY26" fmla="*/ 54028 h 60363"/>
                    <a:gd name="connsiteX27" fmla="*/ 27185 w 54284"/>
                    <a:gd name="connsiteY27" fmla="*/ 7535 h 60363"/>
                    <a:gd name="connsiteX28" fmla="*/ 13700 w 54284"/>
                    <a:gd name="connsiteY28" fmla="*/ 13828 h 60363"/>
                    <a:gd name="connsiteX29" fmla="*/ 8391 w 54284"/>
                    <a:gd name="connsiteY29" fmla="*/ 30225 h 60363"/>
                    <a:gd name="connsiteX30" fmla="*/ 13700 w 54284"/>
                    <a:gd name="connsiteY30" fmla="*/ 46579 h 60363"/>
                    <a:gd name="connsiteX31" fmla="*/ 27057 w 54284"/>
                    <a:gd name="connsiteY31" fmla="*/ 52872 h 60363"/>
                    <a:gd name="connsiteX32" fmla="*/ 40542 w 54284"/>
                    <a:gd name="connsiteY32" fmla="*/ 46579 h 60363"/>
                    <a:gd name="connsiteX33" fmla="*/ 45936 w 54284"/>
                    <a:gd name="connsiteY33" fmla="*/ 30182 h 60363"/>
                    <a:gd name="connsiteX34" fmla="*/ 40585 w 54284"/>
                    <a:gd name="connsiteY34" fmla="*/ 13785 h 60363"/>
                    <a:gd name="connsiteX35" fmla="*/ 27185 w 54284"/>
                    <a:gd name="connsiteY35" fmla="*/ 7535 h 60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4284" h="60363">
                      <a:moveTo>
                        <a:pt x="27185" y="60364"/>
                      </a:moveTo>
                      <a:cubicBezTo>
                        <a:pt x="19265" y="60364"/>
                        <a:pt x="12672" y="57538"/>
                        <a:pt x="7620" y="51887"/>
                      </a:cubicBezTo>
                      <a:cubicBezTo>
                        <a:pt x="2569" y="46279"/>
                        <a:pt x="0" y="39044"/>
                        <a:pt x="0" y="30353"/>
                      </a:cubicBezTo>
                      <a:cubicBezTo>
                        <a:pt x="0" y="21534"/>
                        <a:pt x="2569" y="14171"/>
                        <a:pt x="7620" y="8519"/>
                      </a:cubicBezTo>
                      <a:cubicBezTo>
                        <a:pt x="12758" y="2868"/>
                        <a:pt x="19351" y="0"/>
                        <a:pt x="27185" y="0"/>
                      </a:cubicBezTo>
                      <a:cubicBezTo>
                        <a:pt x="35062" y="0"/>
                        <a:pt x="41612" y="2868"/>
                        <a:pt x="46664" y="8519"/>
                      </a:cubicBezTo>
                      <a:cubicBezTo>
                        <a:pt x="51716" y="14171"/>
                        <a:pt x="54285" y="21534"/>
                        <a:pt x="54285" y="30353"/>
                      </a:cubicBezTo>
                      <a:cubicBezTo>
                        <a:pt x="54285" y="39087"/>
                        <a:pt x="51716" y="46365"/>
                        <a:pt x="46707" y="51973"/>
                      </a:cubicBezTo>
                      <a:cubicBezTo>
                        <a:pt x="41655" y="57538"/>
                        <a:pt x="35062" y="60364"/>
                        <a:pt x="27185" y="60364"/>
                      </a:cubicBezTo>
                      <a:close/>
                      <a:moveTo>
                        <a:pt x="27185" y="1156"/>
                      </a:moveTo>
                      <a:cubicBezTo>
                        <a:pt x="19650" y="1156"/>
                        <a:pt x="13357" y="3896"/>
                        <a:pt x="8477" y="9290"/>
                      </a:cubicBezTo>
                      <a:cubicBezTo>
                        <a:pt x="3596" y="14727"/>
                        <a:pt x="1156" y="21791"/>
                        <a:pt x="1156" y="30353"/>
                      </a:cubicBezTo>
                      <a:cubicBezTo>
                        <a:pt x="1156" y="38744"/>
                        <a:pt x="3639" y="45765"/>
                        <a:pt x="8477" y="51117"/>
                      </a:cubicBezTo>
                      <a:cubicBezTo>
                        <a:pt x="13400" y="56554"/>
                        <a:pt x="19522" y="59208"/>
                        <a:pt x="27185" y="59208"/>
                      </a:cubicBezTo>
                      <a:cubicBezTo>
                        <a:pt x="34763" y="59208"/>
                        <a:pt x="41013" y="56511"/>
                        <a:pt x="45851" y="51202"/>
                      </a:cubicBezTo>
                      <a:cubicBezTo>
                        <a:pt x="50688" y="45808"/>
                        <a:pt x="53129" y="38830"/>
                        <a:pt x="53129" y="30353"/>
                      </a:cubicBezTo>
                      <a:cubicBezTo>
                        <a:pt x="53129" y="21834"/>
                        <a:pt x="50688" y="14727"/>
                        <a:pt x="45808" y="9290"/>
                      </a:cubicBezTo>
                      <a:cubicBezTo>
                        <a:pt x="40970" y="3896"/>
                        <a:pt x="34677" y="1156"/>
                        <a:pt x="27185" y="1156"/>
                      </a:cubicBezTo>
                      <a:close/>
                      <a:moveTo>
                        <a:pt x="27057" y="54028"/>
                      </a:moveTo>
                      <a:cubicBezTo>
                        <a:pt x="21320" y="54028"/>
                        <a:pt x="16525" y="51759"/>
                        <a:pt x="12843" y="47306"/>
                      </a:cubicBezTo>
                      <a:cubicBezTo>
                        <a:pt x="9119" y="42940"/>
                        <a:pt x="7235" y="37203"/>
                        <a:pt x="7235" y="30182"/>
                      </a:cubicBezTo>
                      <a:cubicBezTo>
                        <a:pt x="7235" y="23161"/>
                        <a:pt x="9119" y="17424"/>
                        <a:pt x="12801" y="13057"/>
                      </a:cubicBezTo>
                      <a:cubicBezTo>
                        <a:pt x="16482" y="8605"/>
                        <a:pt x="21320" y="6379"/>
                        <a:pt x="27142" y="6379"/>
                      </a:cubicBezTo>
                      <a:cubicBezTo>
                        <a:pt x="32879" y="6379"/>
                        <a:pt x="37674" y="8648"/>
                        <a:pt x="41441" y="13100"/>
                      </a:cubicBezTo>
                      <a:cubicBezTo>
                        <a:pt x="45166" y="17553"/>
                        <a:pt x="47050" y="23289"/>
                        <a:pt x="47050" y="30225"/>
                      </a:cubicBezTo>
                      <a:cubicBezTo>
                        <a:pt x="47050" y="37160"/>
                        <a:pt x="45123" y="42897"/>
                        <a:pt x="41356" y="47349"/>
                      </a:cubicBezTo>
                      <a:cubicBezTo>
                        <a:pt x="37674" y="51802"/>
                        <a:pt x="32836" y="54028"/>
                        <a:pt x="27057" y="54028"/>
                      </a:cubicBezTo>
                      <a:close/>
                      <a:moveTo>
                        <a:pt x="27185" y="7535"/>
                      </a:moveTo>
                      <a:cubicBezTo>
                        <a:pt x="21620" y="7535"/>
                        <a:pt x="17210" y="9590"/>
                        <a:pt x="13700" y="13828"/>
                      </a:cubicBezTo>
                      <a:cubicBezTo>
                        <a:pt x="10189" y="17981"/>
                        <a:pt x="8391" y="23503"/>
                        <a:pt x="8391" y="30225"/>
                      </a:cubicBezTo>
                      <a:cubicBezTo>
                        <a:pt x="8391" y="36946"/>
                        <a:pt x="10189" y="42426"/>
                        <a:pt x="13700" y="46579"/>
                      </a:cubicBezTo>
                      <a:cubicBezTo>
                        <a:pt x="17210" y="50817"/>
                        <a:pt x="21577" y="52872"/>
                        <a:pt x="27057" y="52872"/>
                      </a:cubicBezTo>
                      <a:cubicBezTo>
                        <a:pt x="32494" y="52872"/>
                        <a:pt x="37032" y="50774"/>
                        <a:pt x="40542" y="46579"/>
                      </a:cubicBezTo>
                      <a:cubicBezTo>
                        <a:pt x="44138" y="42340"/>
                        <a:pt x="45936" y="36860"/>
                        <a:pt x="45936" y="30182"/>
                      </a:cubicBezTo>
                      <a:cubicBezTo>
                        <a:pt x="45936" y="23546"/>
                        <a:pt x="44138" y="18066"/>
                        <a:pt x="40585" y="13785"/>
                      </a:cubicBezTo>
                      <a:cubicBezTo>
                        <a:pt x="37074" y="9675"/>
                        <a:pt x="32537" y="7535"/>
                        <a:pt x="27185" y="7535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2" name="图形 4"/>
              <p:cNvGrpSpPr/>
              <p:nvPr/>
            </p:nvGrpSpPr>
            <p:grpSpPr>
              <a:xfrm>
                <a:off x="11152466" y="6497399"/>
                <a:ext cx="47306" cy="59850"/>
                <a:chOff x="11152466" y="6497399"/>
                <a:chExt cx="47306" cy="59850"/>
              </a:xfrm>
              <a:solidFill>
                <a:srgbClr val="A5A7AA"/>
              </a:solidFill>
            </p:grpSpPr>
            <p:sp>
              <p:nvSpPr>
                <p:cNvPr id="28" name="任意多边形: 形状 27"/>
                <p:cNvSpPr/>
                <p:nvPr/>
              </p:nvSpPr>
              <p:spPr>
                <a:xfrm>
                  <a:off x="11153023" y="6497870"/>
                  <a:ext cx="46107" cy="58779"/>
                </a:xfrm>
                <a:custGeom>
                  <a:avLst/>
                  <a:gdLst>
                    <a:gd name="connsiteX0" fmla="*/ 38915 w 46107"/>
                    <a:gd name="connsiteY0" fmla="*/ 49404 h 58779"/>
                    <a:gd name="connsiteX1" fmla="*/ 30952 w 46107"/>
                    <a:gd name="connsiteY1" fmla="*/ 56468 h 58779"/>
                    <a:gd name="connsiteX2" fmla="*/ 20507 w 46107"/>
                    <a:gd name="connsiteY2" fmla="*/ 58780 h 58779"/>
                    <a:gd name="connsiteX3" fmla="*/ 5266 w 46107"/>
                    <a:gd name="connsiteY3" fmla="*/ 53043 h 58779"/>
                    <a:gd name="connsiteX4" fmla="*/ 0 w 46107"/>
                    <a:gd name="connsiteY4" fmla="*/ 36347 h 58779"/>
                    <a:gd name="connsiteX5" fmla="*/ 0 w 46107"/>
                    <a:gd name="connsiteY5" fmla="*/ 4624 h 58779"/>
                    <a:gd name="connsiteX6" fmla="*/ 942 w 46107"/>
                    <a:gd name="connsiteY6" fmla="*/ 1199 h 58779"/>
                    <a:gd name="connsiteX7" fmla="*/ 3639 w 46107"/>
                    <a:gd name="connsiteY7" fmla="*/ 43 h 58779"/>
                    <a:gd name="connsiteX8" fmla="*/ 6293 w 46107"/>
                    <a:gd name="connsiteY8" fmla="*/ 1199 h 58779"/>
                    <a:gd name="connsiteX9" fmla="*/ 7192 w 46107"/>
                    <a:gd name="connsiteY9" fmla="*/ 4624 h 58779"/>
                    <a:gd name="connsiteX10" fmla="*/ 7192 w 46107"/>
                    <a:gd name="connsiteY10" fmla="*/ 33050 h 58779"/>
                    <a:gd name="connsiteX11" fmla="*/ 10574 w 46107"/>
                    <a:gd name="connsiteY11" fmla="*/ 48034 h 58779"/>
                    <a:gd name="connsiteX12" fmla="*/ 21748 w 46107"/>
                    <a:gd name="connsiteY12" fmla="*/ 52401 h 58779"/>
                    <a:gd name="connsiteX13" fmla="*/ 34720 w 46107"/>
                    <a:gd name="connsiteY13" fmla="*/ 46322 h 58779"/>
                    <a:gd name="connsiteX14" fmla="*/ 38915 w 46107"/>
                    <a:gd name="connsiteY14" fmla="*/ 27656 h 58779"/>
                    <a:gd name="connsiteX15" fmla="*/ 38915 w 46107"/>
                    <a:gd name="connsiteY15" fmla="*/ 4581 h 58779"/>
                    <a:gd name="connsiteX16" fmla="*/ 39900 w 46107"/>
                    <a:gd name="connsiteY16" fmla="*/ 1156 h 58779"/>
                    <a:gd name="connsiteX17" fmla="*/ 42597 w 46107"/>
                    <a:gd name="connsiteY17" fmla="*/ 0 h 58779"/>
                    <a:gd name="connsiteX18" fmla="*/ 45209 w 46107"/>
                    <a:gd name="connsiteY18" fmla="*/ 1156 h 58779"/>
                    <a:gd name="connsiteX19" fmla="*/ 46108 w 46107"/>
                    <a:gd name="connsiteY19" fmla="*/ 4581 h 58779"/>
                    <a:gd name="connsiteX20" fmla="*/ 46108 w 46107"/>
                    <a:gd name="connsiteY20" fmla="*/ 53471 h 58779"/>
                    <a:gd name="connsiteX21" fmla="*/ 45209 w 46107"/>
                    <a:gd name="connsiteY21" fmla="*/ 56896 h 58779"/>
                    <a:gd name="connsiteX22" fmla="*/ 42597 w 46107"/>
                    <a:gd name="connsiteY22" fmla="*/ 58052 h 58779"/>
                    <a:gd name="connsiteX23" fmla="*/ 39900 w 46107"/>
                    <a:gd name="connsiteY23" fmla="*/ 56853 h 58779"/>
                    <a:gd name="connsiteX24" fmla="*/ 38915 w 46107"/>
                    <a:gd name="connsiteY24" fmla="*/ 53471 h 58779"/>
                    <a:gd name="connsiteX25" fmla="*/ 38915 w 46107"/>
                    <a:gd name="connsiteY25" fmla="*/ 49404 h 58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6107" h="58779">
                      <a:moveTo>
                        <a:pt x="38915" y="49404"/>
                      </a:moveTo>
                      <a:cubicBezTo>
                        <a:pt x="36646" y="52615"/>
                        <a:pt x="33949" y="54970"/>
                        <a:pt x="30952" y="56468"/>
                      </a:cubicBezTo>
                      <a:cubicBezTo>
                        <a:pt x="27913" y="58009"/>
                        <a:pt x="24488" y="58780"/>
                        <a:pt x="20507" y="58780"/>
                      </a:cubicBezTo>
                      <a:cubicBezTo>
                        <a:pt x="13871" y="58780"/>
                        <a:pt x="8776" y="56811"/>
                        <a:pt x="5266" y="53043"/>
                      </a:cubicBezTo>
                      <a:cubicBezTo>
                        <a:pt x="1755" y="49190"/>
                        <a:pt x="0" y="43625"/>
                        <a:pt x="0" y="36347"/>
                      </a:cubicBezTo>
                      <a:lnTo>
                        <a:pt x="0" y="4624"/>
                      </a:lnTo>
                      <a:cubicBezTo>
                        <a:pt x="0" y="3125"/>
                        <a:pt x="300" y="2012"/>
                        <a:pt x="942" y="1199"/>
                      </a:cubicBezTo>
                      <a:cubicBezTo>
                        <a:pt x="1584" y="471"/>
                        <a:pt x="2440" y="43"/>
                        <a:pt x="3639" y="43"/>
                      </a:cubicBezTo>
                      <a:cubicBezTo>
                        <a:pt x="4795" y="43"/>
                        <a:pt x="5651" y="471"/>
                        <a:pt x="6293" y="1199"/>
                      </a:cubicBezTo>
                      <a:cubicBezTo>
                        <a:pt x="6893" y="2012"/>
                        <a:pt x="7192" y="3125"/>
                        <a:pt x="7192" y="4624"/>
                      </a:cubicBezTo>
                      <a:lnTo>
                        <a:pt x="7192" y="33050"/>
                      </a:lnTo>
                      <a:cubicBezTo>
                        <a:pt x="7192" y="40114"/>
                        <a:pt x="8348" y="45123"/>
                        <a:pt x="10574" y="48034"/>
                      </a:cubicBezTo>
                      <a:cubicBezTo>
                        <a:pt x="12843" y="50945"/>
                        <a:pt x="16568" y="52401"/>
                        <a:pt x="21748" y="52401"/>
                      </a:cubicBezTo>
                      <a:cubicBezTo>
                        <a:pt x="27570" y="52401"/>
                        <a:pt x="31894" y="50389"/>
                        <a:pt x="34720" y="46322"/>
                      </a:cubicBezTo>
                      <a:cubicBezTo>
                        <a:pt x="37503" y="42255"/>
                        <a:pt x="38915" y="36047"/>
                        <a:pt x="38915" y="27656"/>
                      </a:cubicBezTo>
                      <a:lnTo>
                        <a:pt x="38915" y="4581"/>
                      </a:lnTo>
                      <a:cubicBezTo>
                        <a:pt x="38915" y="3082"/>
                        <a:pt x="39258" y="1969"/>
                        <a:pt x="39900" y="1156"/>
                      </a:cubicBezTo>
                      <a:cubicBezTo>
                        <a:pt x="40585" y="428"/>
                        <a:pt x="41484" y="0"/>
                        <a:pt x="42597" y="0"/>
                      </a:cubicBezTo>
                      <a:cubicBezTo>
                        <a:pt x="43753" y="0"/>
                        <a:pt x="44609" y="428"/>
                        <a:pt x="45209" y="1156"/>
                      </a:cubicBezTo>
                      <a:cubicBezTo>
                        <a:pt x="45808" y="1969"/>
                        <a:pt x="46108" y="3082"/>
                        <a:pt x="46108" y="4581"/>
                      </a:cubicBezTo>
                      <a:lnTo>
                        <a:pt x="46108" y="53471"/>
                      </a:lnTo>
                      <a:cubicBezTo>
                        <a:pt x="46108" y="54927"/>
                        <a:pt x="45808" y="56083"/>
                        <a:pt x="45209" y="56896"/>
                      </a:cubicBezTo>
                      <a:cubicBezTo>
                        <a:pt x="44609" y="57667"/>
                        <a:pt x="43753" y="58052"/>
                        <a:pt x="42597" y="58052"/>
                      </a:cubicBezTo>
                      <a:cubicBezTo>
                        <a:pt x="41484" y="58052"/>
                        <a:pt x="40542" y="57667"/>
                        <a:pt x="39900" y="56853"/>
                      </a:cubicBezTo>
                      <a:cubicBezTo>
                        <a:pt x="39258" y="56083"/>
                        <a:pt x="38915" y="54970"/>
                        <a:pt x="38915" y="53471"/>
                      </a:cubicBezTo>
                      <a:lnTo>
                        <a:pt x="38915" y="49404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11152466" y="6497399"/>
                  <a:ext cx="47306" cy="59850"/>
                </a:xfrm>
                <a:custGeom>
                  <a:avLst/>
                  <a:gdLst>
                    <a:gd name="connsiteX0" fmla="*/ 21063 w 47306"/>
                    <a:gd name="connsiteY0" fmla="*/ 59850 h 59850"/>
                    <a:gd name="connsiteX1" fmla="*/ 5394 w 47306"/>
                    <a:gd name="connsiteY1" fmla="*/ 53942 h 59850"/>
                    <a:gd name="connsiteX2" fmla="*/ 0 w 47306"/>
                    <a:gd name="connsiteY2" fmla="*/ 36860 h 59850"/>
                    <a:gd name="connsiteX3" fmla="*/ 0 w 47306"/>
                    <a:gd name="connsiteY3" fmla="*/ 5137 h 59850"/>
                    <a:gd name="connsiteX4" fmla="*/ 1070 w 47306"/>
                    <a:gd name="connsiteY4" fmla="*/ 1370 h 59850"/>
                    <a:gd name="connsiteX5" fmla="*/ 4195 w 47306"/>
                    <a:gd name="connsiteY5" fmla="*/ 0 h 59850"/>
                    <a:gd name="connsiteX6" fmla="*/ 7278 w 47306"/>
                    <a:gd name="connsiteY6" fmla="*/ 1370 h 59850"/>
                    <a:gd name="connsiteX7" fmla="*/ 8305 w 47306"/>
                    <a:gd name="connsiteY7" fmla="*/ 5180 h 59850"/>
                    <a:gd name="connsiteX8" fmla="*/ 8305 w 47306"/>
                    <a:gd name="connsiteY8" fmla="*/ 33607 h 59850"/>
                    <a:gd name="connsiteX9" fmla="*/ 11602 w 47306"/>
                    <a:gd name="connsiteY9" fmla="*/ 48248 h 59850"/>
                    <a:gd name="connsiteX10" fmla="*/ 22347 w 47306"/>
                    <a:gd name="connsiteY10" fmla="*/ 52401 h 59850"/>
                    <a:gd name="connsiteX11" fmla="*/ 34848 w 47306"/>
                    <a:gd name="connsiteY11" fmla="*/ 46579 h 59850"/>
                    <a:gd name="connsiteX12" fmla="*/ 38915 w 47306"/>
                    <a:gd name="connsiteY12" fmla="*/ 28255 h 59850"/>
                    <a:gd name="connsiteX13" fmla="*/ 38915 w 47306"/>
                    <a:gd name="connsiteY13" fmla="*/ 5180 h 59850"/>
                    <a:gd name="connsiteX14" fmla="*/ 40028 w 47306"/>
                    <a:gd name="connsiteY14" fmla="*/ 1413 h 59850"/>
                    <a:gd name="connsiteX15" fmla="*/ 43196 w 47306"/>
                    <a:gd name="connsiteY15" fmla="*/ 43 h 59850"/>
                    <a:gd name="connsiteX16" fmla="*/ 46279 w 47306"/>
                    <a:gd name="connsiteY16" fmla="*/ 1413 h 59850"/>
                    <a:gd name="connsiteX17" fmla="*/ 47306 w 47306"/>
                    <a:gd name="connsiteY17" fmla="*/ 5180 h 59850"/>
                    <a:gd name="connsiteX18" fmla="*/ 47306 w 47306"/>
                    <a:gd name="connsiteY18" fmla="*/ 54071 h 59850"/>
                    <a:gd name="connsiteX19" fmla="*/ 46279 w 47306"/>
                    <a:gd name="connsiteY19" fmla="*/ 57838 h 59850"/>
                    <a:gd name="connsiteX20" fmla="*/ 43196 w 47306"/>
                    <a:gd name="connsiteY20" fmla="*/ 59208 h 59850"/>
                    <a:gd name="connsiteX21" fmla="*/ 40028 w 47306"/>
                    <a:gd name="connsiteY21" fmla="*/ 57795 h 59850"/>
                    <a:gd name="connsiteX22" fmla="*/ 38915 w 47306"/>
                    <a:gd name="connsiteY22" fmla="*/ 54071 h 59850"/>
                    <a:gd name="connsiteX23" fmla="*/ 38915 w 47306"/>
                    <a:gd name="connsiteY23" fmla="*/ 51673 h 59850"/>
                    <a:gd name="connsiteX24" fmla="*/ 31766 w 47306"/>
                    <a:gd name="connsiteY24" fmla="*/ 57538 h 59850"/>
                    <a:gd name="connsiteX25" fmla="*/ 21063 w 47306"/>
                    <a:gd name="connsiteY25" fmla="*/ 59850 h 59850"/>
                    <a:gd name="connsiteX26" fmla="*/ 4195 w 47306"/>
                    <a:gd name="connsiteY26" fmla="*/ 1113 h 59850"/>
                    <a:gd name="connsiteX27" fmla="*/ 1969 w 47306"/>
                    <a:gd name="connsiteY27" fmla="*/ 2055 h 59850"/>
                    <a:gd name="connsiteX28" fmla="*/ 1156 w 47306"/>
                    <a:gd name="connsiteY28" fmla="*/ 5095 h 59850"/>
                    <a:gd name="connsiteX29" fmla="*/ 1156 w 47306"/>
                    <a:gd name="connsiteY29" fmla="*/ 36818 h 59850"/>
                    <a:gd name="connsiteX30" fmla="*/ 6250 w 47306"/>
                    <a:gd name="connsiteY30" fmla="*/ 53129 h 59850"/>
                    <a:gd name="connsiteX31" fmla="*/ 21063 w 47306"/>
                    <a:gd name="connsiteY31" fmla="*/ 58694 h 59850"/>
                    <a:gd name="connsiteX32" fmla="*/ 31252 w 47306"/>
                    <a:gd name="connsiteY32" fmla="*/ 56425 h 59850"/>
                    <a:gd name="connsiteX33" fmla="*/ 39001 w 47306"/>
                    <a:gd name="connsiteY33" fmla="*/ 49533 h 59850"/>
                    <a:gd name="connsiteX34" fmla="*/ 40071 w 47306"/>
                    <a:gd name="connsiteY34" fmla="*/ 48034 h 59850"/>
                    <a:gd name="connsiteX35" fmla="*/ 40071 w 47306"/>
                    <a:gd name="connsiteY35" fmla="*/ 53985 h 59850"/>
                    <a:gd name="connsiteX36" fmla="*/ 40927 w 47306"/>
                    <a:gd name="connsiteY36" fmla="*/ 56982 h 59850"/>
                    <a:gd name="connsiteX37" fmla="*/ 43196 w 47306"/>
                    <a:gd name="connsiteY37" fmla="*/ 57966 h 59850"/>
                    <a:gd name="connsiteX38" fmla="*/ 45337 w 47306"/>
                    <a:gd name="connsiteY38" fmla="*/ 57067 h 59850"/>
                    <a:gd name="connsiteX39" fmla="*/ 46108 w 47306"/>
                    <a:gd name="connsiteY39" fmla="*/ 54028 h 59850"/>
                    <a:gd name="connsiteX40" fmla="*/ 46108 w 47306"/>
                    <a:gd name="connsiteY40" fmla="*/ 5095 h 59850"/>
                    <a:gd name="connsiteX41" fmla="*/ 45337 w 47306"/>
                    <a:gd name="connsiteY41" fmla="*/ 2012 h 59850"/>
                    <a:gd name="connsiteX42" fmla="*/ 43196 w 47306"/>
                    <a:gd name="connsiteY42" fmla="*/ 1113 h 59850"/>
                    <a:gd name="connsiteX43" fmla="*/ 40927 w 47306"/>
                    <a:gd name="connsiteY43" fmla="*/ 2098 h 59850"/>
                    <a:gd name="connsiteX44" fmla="*/ 40114 w 47306"/>
                    <a:gd name="connsiteY44" fmla="*/ 5137 h 59850"/>
                    <a:gd name="connsiteX45" fmla="*/ 40114 w 47306"/>
                    <a:gd name="connsiteY45" fmla="*/ 28213 h 59850"/>
                    <a:gd name="connsiteX46" fmla="*/ 35833 w 47306"/>
                    <a:gd name="connsiteY46" fmla="*/ 47178 h 59850"/>
                    <a:gd name="connsiteX47" fmla="*/ 22390 w 47306"/>
                    <a:gd name="connsiteY47" fmla="*/ 53514 h 59850"/>
                    <a:gd name="connsiteX48" fmla="*/ 10746 w 47306"/>
                    <a:gd name="connsiteY48" fmla="*/ 48933 h 59850"/>
                    <a:gd name="connsiteX49" fmla="*/ 7235 w 47306"/>
                    <a:gd name="connsiteY49" fmla="*/ 33564 h 59850"/>
                    <a:gd name="connsiteX50" fmla="*/ 7235 w 47306"/>
                    <a:gd name="connsiteY50" fmla="*/ 5137 h 59850"/>
                    <a:gd name="connsiteX51" fmla="*/ 6464 w 47306"/>
                    <a:gd name="connsiteY51" fmla="*/ 2055 h 59850"/>
                    <a:gd name="connsiteX52" fmla="*/ 4195 w 47306"/>
                    <a:gd name="connsiteY52" fmla="*/ 1113 h 59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47306" h="59850">
                      <a:moveTo>
                        <a:pt x="21063" y="59850"/>
                      </a:moveTo>
                      <a:cubicBezTo>
                        <a:pt x="14299" y="59850"/>
                        <a:pt x="9033" y="57838"/>
                        <a:pt x="5394" y="53942"/>
                      </a:cubicBezTo>
                      <a:cubicBezTo>
                        <a:pt x="1798" y="50004"/>
                        <a:pt x="0" y="44267"/>
                        <a:pt x="0" y="36860"/>
                      </a:cubicBezTo>
                      <a:lnTo>
                        <a:pt x="0" y="5137"/>
                      </a:lnTo>
                      <a:cubicBezTo>
                        <a:pt x="0" y="3511"/>
                        <a:pt x="342" y="2269"/>
                        <a:pt x="1070" y="1370"/>
                      </a:cubicBezTo>
                      <a:cubicBezTo>
                        <a:pt x="1841" y="428"/>
                        <a:pt x="2911" y="0"/>
                        <a:pt x="4195" y="0"/>
                      </a:cubicBezTo>
                      <a:cubicBezTo>
                        <a:pt x="5480" y="0"/>
                        <a:pt x="6507" y="471"/>
                        <a:pt x="7278" y="1370"/>
                      </a:cubicBezTo>
                      <a:cubicBezTo>
                        <a:pt x="7963" y="2355"/>
                        <a:pt x="8305" y="3553"/>
                        <a:pt x="8305" y="5180"/>
                      </a:cubicBezTo>
                      <a:lnTo>
                        <a:pt x="8305" y="33607"/>
                      </a:lnTo>
                      <a:cubicBezTo>
                        <a:pt x="8305" y="40499"/>
                        <a:pt x="9418" y="45423"/>
                        <a:pt x="11602" y="48248"/>
                      </a:cubicBezTo>
                      <a:cubicBezTo>
                        <a:pt x="13742" y="50988"/>
                        <a:pt x="17381" y="52401"/>
                        <a:pt x="22347" y="52401"/>
                      </a:cubicBezTo>
                      <a:cubicBezTo>
                        <a:pt x="28041" y="52401"/>
                        <a:pt x="32108" y="50474"/>
                        <a:pt x="34848" y="46579"/>
                      </a:cubicBezTo>
                      <a:cubicBezTo>
                        <a:pt x="37545" y="42640"/>
                        <a:pt x="38915" y="36475"/>
                        <a:pt x="38915" y="28255"/>
                      </a:cubicBezTo>
                      <a:lnTo>
                        <a:pt x="38915" y="5180"/>
                      </a:lnTo>
                      <a:cubicBezTo>
                        <a:pt x="38915" y="3553"/>
                        <a:pt x="39258" y="2355"/>
                        <a:pt x="40028" y="1413"/>
                      </a:cubicBezTo>
                      <a:cubicBezTo>
                        <a:pt x="40842" y="514"/>
                        <a:pt x="41912" y="43"/>
                        <a:pt x="43196" y="43"/>
                      </a:cubicBezTo>
                      <a:cubicBezTo>
                        <a:pt x="44481" y="43"/>
                        <a:pt x="45551" y="514"/>
                        <a:pt x="46279" y="1413"/>
                      </a:cubicBezTo>
                      <a:cubicBezTo>
                        <a:pt x="46964" y="2355"/>
                        <a:pt x="47306" y="3596"/>
                        <a:pt x="47306" y="5180"/>
                      </a:cubicBezTo>
                      <a:lnTo>
                        <a:pt x="47306" y="54071"/>
                      </a:lnTo>
                      <a:cubicBezTo>
                        <a:pt x="47306" y="55655"/>
                        <a:pt x="46964" y="56896"/>
                        <a:pt x="46279" y="57838"/>
                      </a:cubicBezTo>
                      <a:cubicBezTo>
                        <a:pt x="45594" y="58737"/>
                        <a:pt x="44524" y="59208"/>
                        <a:pt x="43196" y="59208"/>
                      </a:cubicBezTo>
                      <a:cubicBezTo>
                        <a:pt x="41869" y="59208"/>
                        <a:pt x="40799" y="58737"/>
                        <a:pt x="40028" y="57795"/>
                      </a:cubicBezTo>
                      <a:cubicBezTo>
                        <a:pt x="39301" y="56896"/>
                        <a:pt x="38915" y="55655"/>
                        <a:pt x="38915" y="54071"/>
                      </a:cubicBezTo>
                      <a:lnTo>
                        <a:pt x="38915" y="51673"/>
                      </a:lnTo>
                      <a:cubicBezTo>
                        <a:pt x="36860" y="54242"/>
                        <a:pt x="34463" y="56211"/>
                        <a:pt x="31766" y="57538"/>
                      </a:cubicBezTo>
                      <a:cubicBezTo>
                        <a:pt x="28641" y="59037"/>
                        <a:pt x="25045" y="59850"/>
                        <a:pt x="21063" y="59850"/>
                      </a:cubicBezTo>
                      <a:close/>
                      <a:moveTo>
                        <a:pt x="4195" y="1113"/>
                      </a:moveTo>
                      <a:cubicBezTo>
                        <a:pt x="3254" y="1113"/>
                        <a:pt x="2483" y="1413"/>
                        <a:pt x="1969" y="2055"/>
                      </a:cubicBezTo>
                      <a:cubicBezTo>
                        <a:pt x="1456" y="2740"/>
                        <a:pt x="1156" y="3725"/>
                        <a:pt x="1156" y="5095"/>
                      </a:cubicBezTo>
                      <a:lnTo>
                        <a:pt x="1156" y="36818"/>
                      </a:lnTo>
                      <a:cubicBezTo>
                        <a:pt x="1156" y="43924"/>
                        <a:pt x="2868" y="49404"/>
                        <a:pt x="6250" y="53129"/>
                      </a:cubicBezTo>
                      <a:cubicBezTo>
                        <a:pt x="9633" y="56810"/>
                        <a:pt x="14641" y="58694"/>
                        <a:pt x="21063" y="58694"/>
                      </a:cubicBezTo>
                      <a:cubicBezTo>
                        <a:pt x="24916" y="58694"/>
                        <a:pt x="28255" y="57966"/>
                        <a:pt x="31252" y="56425"/>
                      </a:cubicBezTo>
                      <a:cubicBezTo>
                        <a:pt x="34206" y="54927"/>
                        <a:pt x="36818" y="52615"/>
                        <a:pt x="39001" y="49533"/>
                      </a:cubicBezTo>
                      <a:lnTo>
                        <a:pt x="40071" y="48034"/>
                      </a:lnTo>
                      <a:lnTo>
                        <a:pt x="40071" y="53985"/>
                      </a:lnTo>
                      <a:cubicBezTo>
                        <a:pt x="40071" y="55269"/>
                        <a:pt x="40371" y="56297"/>
                        <a:pt x="40927" y="56982"/>
                      </a:cubicBezTo>
                      <a:cubicBezTo>
                        <a:pt x="41484" y="57624"/>
                        <a:pt x="42212" y="57966"/>
                        <a:pt x="43196" y="57966"/>
                      </a:cubicBezTo>
                      <a:cubicBezTo>
                        <a:pt x="44181" y="57966"/>
                        <a:pt x="44866" y="57667"/>
                        <a:pt x="45337" y="57067"/>
                      </a:cubicBezTo>
                      <a:cubicBezTo>
                        <a:pt x="45851" y="56340"/>
                        <a:pt x="46108" y="55312"/>
                        <a:pt x="46108" y="54028"/>
                      </a:cubicBezTo>
                      <a:lnTo>
                        <a:pt x="46108" y="5095"/>
                      </a:lnTo>
                      <a:cubicBezTo>
                        <a:pt x="46108" y="3767"/>
                        <a:pt x="45851" y="2740"/>
                        <a:pt x="45337" y="2012"/>
                      </a:cubicBezTo>
                      <a:cubicBezTo>
                        <a:pt x="44866" y="1413"/>
                        <a:pt x="44138" y="1113"/>
                        <a:pt x="43196" y="1113"/>
                      </a:cubicBezTo>
                      <a:cubicBezTo>
                        <a:pt x="42255" y="1113"/>
                        <a:pt x="41484" y="1456"/>
                        <a:pt x="40927" y="2098"/>
                      </a:cubicBezTo>
                      <a:cubicBezTo>
                        <a:pt x="40371" y="2783"/>
                        <a:pt x="40114" y="3810"/>
                        <a:pt x="40114" y="5137"/>
                      </a:cubicBezTo>
                      <a:lnTo>
                        <a:pt x="40114" y="28213"/>
                      </a:lnTo>
                      <a:cubicBezTo>
                        <a:pt x="40114" y="36689"/>
                        <a:pt x="38658" y="43068"/>
                        <a:pt x="35833" y="47178"/>
                      </a:cubicBezTo>
                      <a:cubicBezTo>
                        <a:pt x="32922" y="51373"/>
                        <a:pt x="28384" y="53514"/>
                        <a:pt x="22390" y="53514"/>
                      </a:cubicBezTo>
                      <a:cubicBezTo>
                        <a:pt x="17039" y="53514"/>
                        <a:pt x="13143" y="51973"/>
                        <a:pt x="10746" y="48933"/>
                      </a:cubicBezTo>
                      <a:cubicBezTo>
                        <a:pt x="8391" y="45894"/>
                        <a:pt x="7235" y="40713"/>
                        <a:pt x="7235" y="33564"/>
                      </a:cubicBezTo>
                      <a:lnTo>
                        <a:pt x="7235" y="5137"/>
                      </a:lnTo>
                      <a:cubicBezTo>
                        <a:pt x="7235" y="3810"/>
                        <a:pt x="6978" y="2783"/>
                        <a:pt x="6464" y="2055"/>
                      </a:cubicBezTo>
                      <a:cubicBezTo>
                        <a:pt x="5865" y="1413"/>
                        <a:pt x="5137" y="1113"/>
                        <a:pt x="4195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3" name="图形 4"/>
              <p:cNvGrpSpPr/>
              <p:nvPr/>
            </p:nvGrpSpPr>
            <p:grpSpPr>
              <a:xfrm>
                <a:off x="11243140" y="6477706"/>
                <a:ext cx="51715" cy="78515"/>
                <a:chOff x="11243140" y="6477706"/>
                <a:chExt cx="51715" cy="78515"/>
              </a:xfrm>
              <a:solidFill>
                <a:srgbClr val="A5A7AA"/>
              </a:solidFill>
            </p:grpSpPr>
            <p:sp>
              <p:nvSpPr>
                <p:cNvPr id="26" name="任意多边形: 形状 25"/>
                <p:cNvSpPr/>
                <p:nvPr/>
              </p:nvSpPr>
              <p:spPr>
                <a:xfrm>
                  <a:off x="11243697" y="6478305"/>
                  <a:ext cx="50559" cy="77317"/>
                </a:xfrm>
                <a:custGeom>
                  <a:avLst/>
                  <a:gdLst>
                    <a:gd name="connsiteX0" fmla="*/ 43239 w 50559"/>
                    <a:gd name="connsiteY0" fmla="*/ 77317 h 77317"/>
                    <a:gd name="connsiteX1" fmla="*/ 33607 w 50559"/>
                    <a:gd name="connsiteY1" fmla="*/ 77317 h 77317"/>
                    <a:gd name="connsiteX2" fmla="*/ 18751 w 50559"/>
                    <a:gd name="connsiteY2" fmla="*/ 76290 h 77317"/>
                    <a:gd name="connsiteX3" fmla="*/ 10232 w 50559"/>
                    <a:gd name="connsiteY3" fmla="*/ 72779 h 77317"/>
                    <a:gd name="connsiteX4" fmla="*/ 2569 w 50559"/>
                    <a:gd name="connsiteY4" fmla="*/ 63874 h 77317"/>
                    <a:gd name="connsiteX5" fmla="*/ 0 w 50559"/>
                    <a:gd name="connsiteY5" fmla="*/ 51716 h 77317"/>
                    <a:gd name="connsiteX6" fmla="*/ 10446 w 50559"/>
                    <a:gd name="connsiteY6" fmla="*/ 28041 h 77317"/>
                    <a:gd name="connsiteX7" fmla="*/ 39044 w 50559"/>
                    <a:gd name="connsiteY7" fmla="*/ 19308 h 77317"/>
                    <a:gd name="connsiteX8" fmla="*/ 41655 w 50559"/>
                    <a:gd name="connsiteY8" fmla="*/ 19308 h 77317"/>
                    <a:gd name="connsiteX9" fmla="*/ 43368 w 50559"/>
                    <a:gd name="connsiteY9" fmla="*/ 19351 h 77317"/>
                    <a:gd name="connsiteX10" fmla="*/ 43368 w 50559"/>
                    <a:gd name="connsiteY10" fmla="*/ 4452 h 77317"/>
                    <a:gd name="connsiteX11" fmla="*/ 44267 w 50559"/>
                    <a:gd name="connsiteY11" fmla="*/ 1113 h 77317"/>
                    <a:gd name="connsiteX12" fmla="*/ 46878 w 50559"/>
                    <a:gd name="connsiteY12" fmla="*/ 0 h 77317"/>
                    <a:gd name="connsiteX13" fmla="*/ 49661 w 50559"/>
                    <a:gd name="connsiteY13" fmla="*/ 1113 h 77317"/>
                    <a:gd name="connsiteX14" fmla="*/ 50560 w 50559"/>
                    <a:gd name="connsiteY14" fmla="*/ 4452 h 77317"/>
                    <a:gd name="connsiteX15" fmla="*/ 50560 w 50559"/>
                    <a:gd name="connsiteY15" fmla="*/ 72651 h 77317"/>
                    <a:gd name="connsiteX16" fmla="*/ 49019 w 50559"/>
                    <a:gd name="connsiteY16" fmla="*/ 76375 h 77317"/>
                    <a:gd name="connsiteX17" fmla="*/ 43239 w 50559"/>
                    <a:gd name="connsiteY17" fmla="*/ 77317 h 77317"/>
                    <a:gd name="connsiteX18" fmla="*/ 43368 w 50559"/>
                    <a:gd name="connsiteY18" fmla="*/ 26072 h 77317"/>
                    <a:gd name="connsiteX19" fmla="*/ 41955 w 50559"/>
                    <a:gd name="connsiteY19" fmla="*/ 25986 h 77317"/>
                    <a:gd name="connsiteX20" fmla="*/ 37931 w 50559"/>
                    <a:gd name="connsiteY20" fmla="*/ 25858 h 77317"/>
                    <a:gd name="connsiteX21" fmla="*/ 15969 w 50559"/>
                    <a:gd name="connsiteY21" fmla="*/ 32836 h 77317"/>
                    <a:gd name="connsiteX22" fmla="*/ 7834 w 50559"/>
                    <a:gd name="connsiteY22" fmla="*/ 51459 h 77317"/>
                    <a:gd name="connsiteX23" fmla="*/ 12972 w 50559"/>
                    <a:gd name="connsiteY23" fmla="*/ 65587 h 77317"/>
                    <a:gd name="connsiteX24" fmla="*/ 27827 w 50559"/>
                    <a:gd name="connsiteY24" fmla="*/ 70467 h 77317"/>
                    <a:gd name="connsiteX25" fmla="*/ 43368 w 50559"/>
                    <a:gd name="connsiteY25" fmla="*/ 70467 h 77317"/>
                    <a:gd name="connsiteX26" fmla="*/ 43368 w 50559"/>
                    <a:gd name="connsiteY26" fmla="*/ 26072 h 77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0559" h="77317">
                      <a:moveTo>
                        <a:pt x="43239" y="77317"/>
                      </a:moveTo>
                      <a:lnTo>
                        <a:pt x="33607" y="77317"/>
                      </a:lnTo>
                      <a:cubicBezTo>
                        <a:pt x="27142" y="77317"/>
                        <a:pt x="22219" y="76975"/>
                        <a:pt x="18751" y="76290"/>
                      </a:cubicBezTo>
                      <a:cubicBezTo>
                        <a:pt x="15326" y="75605"/>
                        <a:pt x="12458" y="74363"/>
                        <a:pt x="10232" y="72779"/>
                      </a:cubicBezTo>
                      <a:cubicBezTo>
                        <a:pt x="6850" y="70424"/>
                        <a:pt x="4324" y="67428"/>
                        <a:pt x="2569" y="63874"/>
                      </a:cubicBezTo>
                      <a:cubicBezTo>
                        <a:pt x="856" y="60278"/>
                        <a:pt x="0" y="56211"/>
                        <a:pt x="0" y="51716"/>
                      </a:cubicBezTo>
                      <a:cubicBezTo>
                        <a:pt x="0" y="41741"/>
                        <a:pt x="3468" y="33864"/>
                        <a:pt x="10446" y="28041"/>
                      </a:cubicBezTo>
                      <a:cubicBezTo>
                        <a:pt x="17424" y="22219"/>
                        <a:pt x="26928" y="19308"/>
                        <a:pt x="39044" y="19308"/>
                      </a:cubicBezTo>
                      <a:cubicBezTo>
                        <a:pt x="40200" y="19308"/>
                        <a:pt x="41056" y="19308"/>
                        <a:pt x="41655" y="19308"/>
                      </a:cubicBezTo>
                      <a:cubicBezTo>
                        <a:pt x="42255" y="19308"/>
                        <a:pt x="42811" y="19308"/>
                        <a:pt x="43368" y="19351"/>
                      </a:cubicBezTo>
                      <a:lnTo>
                        <a:pt x="43368" y="4452"/>
                      </a:lnTo>
                      <a:cubicBezTo>
                        <a:pt x="43368" y="2997"/>
                        <a:pt x="43667" y="1884"/>
                        <a:pt x="44267" y="1113"/>
                      </a:cubicBezTo>
                      <a:cubicBezTo>
                        <a:pt x="44866" y="385"/>
                        <a:pt x="45722" y="0"/>
                        <a:pt x="46878" y="0"/>
                      </a:cubicBezTo>
                      <a:cubicBezTo>
                        <a:pt x="48163" y="0"/>
                        <a:pt x="49062" y="385"/>
                        <a:pt x="49661" y="1113"/>
                      </a:cubicBezTo>
                      <a:cubicBezTo>
                        <a:pt x="50260" y="1841"/>
                        <a:pt x="50560" y="2954"/>
                        <a:pt x="50560" y="4452"/>
                      </a:cubicBezTo>
                      <a:lnTo>
                        <a:pt x="50560" y="72651"/>
                      </a:lnTo>
                      <a:cubicBezTo>
                        <a:pt x="50560" y="74492"/>
                        <a:pt x="50046" y="75776"/>
                        <a:pt x="49019" y="76375"/>
                      </a:cubicBezTo>
                      <a:cubicBezTo>
                        <a:pt x="47948" y="76975"/>
                        <a:pt x="46065" y="77317"/>
                        <a:pt x="43239" y="77317"/>
                      </a:cubicBezTo>
                      <a:close/>
                      <a:moveTo>
                        <a:pt x="43368" y="26072"/>
                      </a:moveTo>
                      <a:cubicBezTo>
                        <a:pt x="43068" y="26072"/>
                        <a:pt x="42597" y="26072"/>
                        <a:pt x="41955" y="25986"/>
                      </a:cubicBezTo>
                      <a:cubicBezTo>
                        <a:pt x="39943" y="25901"/>
                        <a:pt x="38616" y="25858"/>
                        <a:pt x="37931" y="25858"/>
                      </a:cubicBezTo>
                      <a:cubicBezTo>
                        <a:pt x="28726" y="25858"/>
                        <a:pt x="21448" y="28213"/>
                        <a:pt x="15969" y="32836"/>
                      </a:cubicBezTo>
                      <a:cubicBezTo>
                        <a:pt x="10532" y="37503"/>
                        <a:pt x="7834" y="43753"/>
                        <a:pt x="7834" y="51459"/>
                      </a:cubicBezTo>
                      <a:cubicBezTo>
                        <a:pt x="7834" y="57624"/>
                        <a:pt x="9547" y="62290"/>
                        <a:pt x="12972" y="65587"/>
                      </a:cubicBezTo>
                      <a:cubicBezTo>
                        <a:pt x="16397" y="68840"/>
                        <a:pt x="21363" y="70467"/>
                        <a:pt x="27827" y="70467"/>
                      </a:cubicBezTo>
                      <a:lnTo>
                        <a:pt x="43368" y="70467"/>
                      </a:lnTo>
                      <a:lnTo>
                        <a:pt x="43368" y="2607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7" name="任意多边形: 形状 26"/>
                <p:cNvSpPr/>
                <p:nvPr/>
              </p:nvSpPr>
              <p:spPr>
                <a:xfrm>
                  <a:off x="11243140" y="6477706"/>
                  <a:ext cx="51715" cy="78515"/>
                </a:xfrm>
                <a:custGeom>
                  <a:avLst/>
                  <a:gdLst>
                    <a:gd name="connsiteX0" fmla="*/ 43796 w 51715"/>
                    <a:gd name="connsiteY0" fmla="*/ 78516 h 78515"/>
                    <a:gd name="connsiteX1" fmla="*/ 34163 w 51715"/>
                    <a:gd name="connsiteY1" fmla="*/ 78516 h 78515"/>
                    <a:gd name="connsiteX2" fmla="*/ 19222 w 51715"/>
                    <a:gd name="connsiteY2" fmla="*/ 77446 h 78515"/>
                    <a:gd name="connsiteX3" fmla="*/ 10489 w 51715"/>
                    <a:gd name="connsiteY3" fmla="*/ 73849 h 78515"/>
                    <a:gd name="connsiteX4" fmla="*/ 2654 w 51715"/>
                    <a:gd name="connsiteY4" fmla="*/ 64731 h 78515"/>
                    <a:gd name="connsiteX5" fmla="*/ 0 w 51715"/>
                    <a:gd name="connsiteY5" fmla="*/ 52315 h 78515"/>
                    <a:gd name="connsiteX6" fmla="*/ 10660 w 51715"/>
                    <a:gd name="connsiteY6" fmla="*/ 28170 h 78515"/>
                    <a:gd name="connsiteX7" fmla="*/ 39600 w 51715"/>
                    <a:gd name="connsiteY7" fmla="*/ 19308 h 78515"/>
                    <a:gd name="connsiteX8" fmla="*/ 42212 w 51715"/>
                    <a:gd name="connsiteY8" fmla="*/ 19308 h 78515"/>
                    <a:gd name="connsiteX9" fmla="*/ 43368 w 51715"/>
                    <a:gd name="connsiteY9" fmla="*/ 19308 h 78515"/>
                    <a:gd name="connsiteX10" fmla="*/ 43368 w 51715"/>
                    <a:gd name="connsiteY10" fmla="*/ 5009 h 78515"/>
                    <a:gd name="connsiteX11" fmla="*/ 44395 w 51715"/>
                    <a:gd name="connsiteY11" fmla="*/ 1327 h 78515"/>
                    <a:gd name="connsiteX12" fmla="*/ 47478 w 51715"/>
                    <a:gd name="connsiteY12" fmla="*/ 0 h 78515"/>
                    <a:gd name="connsiteX13" fmla="*/ 50688 w 51715"/>
                    <a:gd name="connsiteY13" fmla="*/ 1327 h 78515"/>
                    <a:gd name="connsiteX14" fmla="*/ 51716 w 51715"/>
                    <a:gd name="connsiteY14" fmla="*/ 5052 h 78515"/>
                    <a:gd name="connsiteX15" fmla="*/ 51716 w 51715"/>
                    <a:gd name="connsiteY15" fmla="*/ 73250 h 78515"/>
                    <a:gd name="connsiteX16" fmla="*/ 49918 w 51715"/>
                    <a:gd name="connsiteY16" fmla="*/ 77488 h 78515"/>
                    <a:gd name="connsiteX17" fmla="*/ 43796 w 51715"/>
                    <a:gd name="connsiteY17" fmla="*/ 78516 h 78515"/>
                    <a:gd name="connsiteX18" fmla="*/ 39600 w 51715"/>
                    <a:gd name="connsiteY18" fmla="*/ 20464 h 78515"/>
                    <a:gd name="connsiteX19" fmla="*/ 11388 w 51715"/>
                    <a:gd name="connsiteY19" fmla="*/ 29069 h 78515"/>
                    <a:gd name="connsiteX20" fmla="*/ 1113 w 51715"/>
                    <a:gd name="connsiteY20" fmla="*/ 52315 h 78515"/>
                    <a:gd name="connsiteX21" fmla="*/ 3639 w 51715"/>
                    <a:gd name="connsiteY21" fmla="*/ 64217 h 78515"/>
                    <a:gd name="connsiteX22" fmla="*/ 11088 w 51715"/>
                    <a:gd name="connsiteY22" fmla="*/ 72908 h 78515"/>
                    <a:gd name="connsiteX23" fmla="*/ 19394 w 51715"/>
                    <a:gd name="connsiteY23" fmla="*/ 76332 h 78515"/>
                    <a:gd name="connsiteX24" fmla="*/ 34121 w 51715"/>
                    <a:gd name="connsiteY24" fmla="*/ 77360 h 78515"/>
                    <a:gd name="connsiteX25" fmla="*/ 43753 w 51715"/>
                    <a:gd name="connsiteY25" fmla="*/ 77360 h 78515"/>
                    <a:gd name="connsiteX26" fmla="*/ 49233 w 51715"/>
                    <a:gd name="connsiteY26" fmla="*/ 76504 h 78515"/>
                    <a:gd name="connsiteX27" fmla="*/ 50474 w 51715"/>
                    <a:gd name="connsiteY27" fmla="*/ 73250 h 78515"/>
                    <a:gd name="connsiteX28" fmla="*/ 50474 w 51715"/>
                    <a:gd name="connsiteY28" fmla="*/ 5052 h 78515"/>
                    <a:gd name="connsiteX29" fmla="*/ 49704 w 51715"/>
                    <a:gd name="connsiteY29" fmla="*/ 2055 h 78515"/>
                    <a:gd name="connsiteX30" fmla="*/ 47392 w 51715"/>
                    <a:gd name="connsiteY30" fmla="*/ 1156 h 78515"/>
                    <a:gd name="connsiteX31" fmla="*/ 45209 w 51715"/>
                    <a:gd name="connsiteY31" fmla="*/ 2055 h 78515"/>
                    <a:gd name="connsiteX32" fmla="*/ 44438 w 51715"/>
                    <a:gd name="connsiteY32" fmla="*/ 5009 h 78515"/>
                    <a:gd name="connsiteX33" fmla="*/ 44438 w 51715"/>
                    <a:gd name="connsiteY33" fmla="*/ 20549 h 78515"/>
                    <a:gd name="connsiteX34" fmla="*/ 43796 w 51715"/>
                    <a:gd name="connsiteY34" fmla="*/ 20507 h 78515"/>
                    <a:gd name="connsiteX35" fmla="*/ 42126 w 51715"/>
                    <a:gd name="connsiteY35" fmla="*/ 20464 h 78515"/>
                    <a:gd name="connsiteX36" fmla="*/ 39600 w 51715"/>
                    <a:gd name="connsiteY36" fmla="*/ 20464 h 78515"/>
                    <a:gd name="connsiteX37" fmla="*/ 44481 w 51715"/>
                    <a:gd name="connsiteY37" fmla="*/ 71666 h 78515"/>
                    <a:gd name="connsiteX38" fmla="*/ 28384 w 51715"/>
                    <a:gd name="connsiteY38" fmla="*/ 71666 h 78515"/>
                    <a:gd name="connsiteX39" fmla="*/ 13143 w 51715"/>
                    <a:gd name="connsiteY39" fmla="*/ 66657 h 78515"/>
                    <a:gd name="connsiteX40" fmla="*/ 7792 w 51715"/>
                    <a:gd name="connsiteY40" fmla="*/ 52101 h 78515"/>
                    <a:gd name="connsiteX41" fmla="*/ 16140 w 51715"/>
                    <a:gd name="connsiteY41" fmla="*/ 33007 h 78515"/>
                    <a:gd name="connsiteX42" fmla="*/ 38444 w 51715"/>
                    <a:gd name="connsiteY42" fmla="*/ 25858 h 78515"/>
                    <a:gd name="connsiteX43" fmla="*/ 42512 w 51715"/>
                    <a:gd name="connsiteY43" fmla="*/ 25986 h 78515"/>
                    <a:gd name="connsiteX44" fmla="*/ 43881 w 51715"/>
                    <a:gd name="connsiteY44" fmla="*/ 26029 h 78515"/>
                    <a:gd name="connsiteX45" fmla="*/ 44438 w 51715"/>
                    <a:gd name="connsiteY45" fmla="*/ 26029 h 78515"/>
                    <a:gd name="connsiteX46" fmla="*/ 44438 w 51715"/>
                    <a:gd name="connsiteY46" fmla="*/ 71666 h 78515"/>
                    <a:gd name="connsiteX47" fmla="*/ 38444 w 51715"/>
                    <a:gd name="connsiteY47" fmla="*/ 27014 h 78515"/>
                    <a:gd name="connsiteX48" fmla="*/ 16868 w 51715"/>
                    <a:gd name="connsiteY48" fmla="*/ 33864 h 78515"/>
                    <a:gd name="connsiteX49" fmla="*/ 8948 w 51715"/>
                    <a:gd name="connsiteY49" fmla="*/ 52058 h 78515"/>
                    <a:gd name="connsiteX50" fmla="*/ 13914 w 51715"/>
                    <a:gd name="connsiteY50" fmla="*/ 65758 h 78515"/>
                    <a:gd name="connsiteX51" fmla="*/ 28384 w 51715"/>
                    <a:gd name="connsiteY51" fmla="*/ 70467 h 78515"/>
                    <a:gd name="connsiteX52" fmla="*/ 43325 w 51715"/>
                    <a:gd name="connsiteY52" fmla="*/ 70467 h 78515"/>
                    <a:gd name="connsiteX53" fmla="*/ 43325 w 51715"/>
                    <a:gd name="connsiteY53" fmla="*/ 27228 h 78515"/>
                    <a:gd name="connsiteX54" fmla="*/ 42426 w 51715"/>
                    <a:gd name="connsiteY54" fmla="*/ 27185 h 78515"/>
                    <a:gd name="connsiteX55" fmla="*/ 38444 w 51715"/>
                    <a:gd name="connsiteY55" fmla="*/ 27014 h 7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51715" h="78515">
                      <a:moveTo>
                        <a:pt x="43796" y="78516"/>
                      </a:moveTo>
                      <a:lnTo>
                        <a:pt x="34163" y="78516"/>
                      </a:lnTo>
                      <a:cubicBezTo>
                        <a:pt x="27742" y="78516"/>
                        <a:pt x="22733" y="78173"/>
                        <a:pt x="19222" y="77446"/>
                      </a:cubicBezTo>
                      <a:cubicBezTo>
                        <a:pt x="15797" y="76761"/>
                        <a:pt x="12886" y="75519"/>
                        <a:pt x="10489" y="73849"/>
                      </a:cubicBezTo>
                      <a:cubicBezTo>
                        <a:pt x="7107" y="71495"/>
                        <a:pt x="4452" y="68412"/>
                        <a:pt x="2654" y="64731"/>
                      </a:cubicBezTo>
                      <a:cubicBezTo>
                        <a:pt x="899" y="61049"/>
                        <a:pt x="0" y="56853"/>
                        <a:pt x="0" y="52315"/>
                      </a:cubicBezTo>
                      <a:cubicBezTo>
                        <a:pt x="0" y="42212"/>
                        <a:pt x="3596" y="34078"/>
                        <a:pt x="10660" y="28170"/>
                      </a:cubicBezTo>
                      <a:cubicBezTo>
                        <a:pt x="17681" y="22305"/>
                        <a:pt x="27442" y="19308"/>
                        <a:pt x="39600" y="19308"/>
                      </a:cubicBezTo>
                      <a:lnTo>
                        <a:pt x="42212" y="19308"/>
                      </a:lnTo>
                      <a:cubicBezTo>
                        <a:pt x="42597" y="19308"/>
                        <a:pt x="42982" y="19308"/>
                        <a:pt x="43368" y="19308"/>
                      </a:cubicBezTo>
                      <a:lnTo>
                        <a:pt x="43368" y="5009"/>
                      </a:lnTo>
                      <a:cubicBezTo>
                        <a:pt x="43368" y="3382"/>
                        <a:pt x="43710" y="2183"/>
                        <a:pt x="44395" y="1327"/>
                      </a:cubicBezTo>
                      <a:cubicBezTo>
                        <a:pt x="45123" y="428"/>
                        <a:pt x="46151" y="0"/>
                        <a:pt x="47478" y="0"/>
                      </a:cubicBezTo>
                      <a:cubicBezTo>
                        <a:pt x="48890" y="0"/>
                        <a:pt x="50003" y="428"/>
                        <a:pt x="50688" y="1327"/>
                      </a:cubicBezTo>
                      <a:cubicBezTo>
                        <a:pt x="51373" y="2183"/>
                        <a:pt x="51716" y="3382"/>
                        <a:pt x="51716" y="5052"/>
                      </a:cubicBezTo>
                      <a:lnTo>
                        <a:pt x="51716" y="73250"/>
                      </a:lnTo>
                      <a:cubicBezTo>
                        <a:pt x="51716" y="75305"/>
                        <a:pt x="51117" y="76761"/>
                        <a:pt x="49918" y="77488"/>
                      </a:cubicBezTo>
                      <a:cubicBezTo>
                        <a:pt x="48676" y="78173"/>
                        <a:pt x="46664" y="78516"/>
                        <a:pt x="43796" y="78516"/>
                      </a:cubicBezTo>
                      <a:close/>
                      <a:moveTo>
                        <a:pt x="39600" y="20464"/>
                      </a:moveTo>
                      <a:cubicBezTo>
                        <a:pt x="27699" y="20464"/>
                        <a:pt x="18195" y="23332"/>
                        <a:pt x="11388" y="29069"/>
                      </a:cubicBezTo>
                      <a:cubicBezTo>
                        <a:pt x="4581" y="34763"/>
                        <a:pt x="1113" y="42554"/>
                        <a:pt x="1113" y="52315"/>
                      </a:cubicBezTo>
                      <a:cubicBezTo>
                        <a:pt x="1113" y="56682"/>
                        <a:pt x="1969" y="60706"/>
                        <a:pt x="3639" y="64217"/>
                      </a:cubicBezTo>
                      <a:cubicBezTo>
                        <a:pt x="5351" y="67727"/>
                        <a:pt x="7877" y="70638"/>
                        <a:pt x="11088" y="72908"/>
                      </a:cubicBezTo>
                      <a:cubicBezTo>
                        <a:pt x="13357" y="74492"/>
                        <a:pt x="16140" y="75647"/>
                        <a:pt x="19394" y="76332"/>
                      </a:cubicBezTo>
                      <a:cubicBezTo>
                        <a:pt x="22818" y="77017"/>
                        <a:pt x="27784" y="77360"/>
                        <a:pt x="34121" y="77360"/>
                      </a:cubicBezTo>
                      <a:lnTo>
                        <a:pt x="43753" y="77360"/>
                      </a:lnTo>
                      <a:cubicBezTo>
                        <a:pt x="47050" y="77360"/>
                        <a:pt x="48548" y="76889"/>
                        <a:pt x="49233" y="76504"/>
                      </a:cubicBezTo>
                      <a:cubicBezTo>
                        <a:pt x="50089" y="75990"/>
                        <a:pt x="50474" y="74920"/>
                        <a:pt x="50474" y="73250"/>
                      </a:cubicBezTo>
                      <a:lnTo>
                        <a:pt x="50474" y="5052"/>
                      </a:lnTo>
                      <a:cubicBezTo>
                        <a:pt x="50474" y="3682"/>
                        <a:pt x="50218" y="2697"/>
                        <a:pt x="49704" y="2055"/>
                      </a:cubicBezTo>
                      <a:cubicBezTo>
                        <a:pt x="49233" y="1456"/>
                        <a:pt x="48462" y="1156"/>
                        <a:pt x="47392" y="1156"/>
                      </a:cubicBezTo>
                      <a:cubicBezTo>
                        <a:pt x="46407" y="1156"/>
                        <a:pt x="45722" y="1456"/>
                        <a:pt x="45209" y="2055"/>
                      </a:cubicBezTo>
                      <a:cubicBezTo>
                        <a:pt x="44695" y="2697"/>
                        <a:pt x="44438" y="3682"/>
                        <a:pt x="44438" y="5009"/>
                      </a:cubicBezTo>
                      <a:lnTo>
                        <a:pt x="44438" y="20549"/>
                      </a:lnTo>
                      <a:lnTo>
                        <a:pt x="43796" y="20507"/>
                      </a:lnTo>
                      <a:cubicBezTo>
                        <a:pt x="43239" y="20464"/>
                        <a:pt x="42726" y="20421"/>
                        <a:pt x="42126" y="20464"/>
                      </a:cubicBezTo>
                      <a:lnTo>
                        <a:pt x="39600" y="20464"/>
                      </a:lnTo>
                      <a:close/>
                      <a:moveTo>
                        <a:pt x="44481" y="71666"/>
                      </a:moveTo>
                      <a:lnTo>
                        <a:pt x="28384" y="71666"/>
                      </a:lnTo>
                      <a:cubicBezTo>
                        <a:pt x="21748" y="71666"/>
                        <a:pt x="16611" y="69954"/>
                        <a:pt x="13143" y="66657"/>
                      </a:cubicBezTo>
                      <a:cubicBezTo>
                        <a:pt x="9590" y="63275"/>
                        <a:pt x="7792" y="58352"/>
                        <a:pt x="7792" y="52101"/>
                      </a:cubicBezTo>
                      <a:cubicBezTo>
                        <a:pt x="7792" y="44224"/>
                        <a:pt x="10617" y="37802"/>
                        <a:pt x="16140" y="33007"/>
                      </a:cubicBezTo>
                      <a:cubicBezTo>
                        <a:pt x="21705" y="28255"/>
                        <a:pt x="29197" y="25858"/>
                        <a:pt x="38444" y="25858"/>
                      </a:cubicBezTo>
                      <a:cubicBezTo>
                        <a:pt x="39172" y="25858"/>
                        <a:pt x="40499" y="25901"/>
                        <a:pt x="42512" y="25986"/>
                      </a:cubicBezTo>
                      <a:cubicBezTo>
                        <a:pt x="43154" y="26029"/>
                        <a:pt x="43625" y="26029"/>
                        <a:pt x="43881" y="26029"/>
                      </a:cubicBezTo>
                      <a:lnTo>
                        <a:pt x="44438" y="26029"/>
                      </a:lnTo>
                      <a:lnTo>
                        <a:pt x="44438" y="71666"/>
                      </a:lnTo>
                      <a:close/>
                      <a:moveTo>
                        <a:pt x="38444" y="27014"/>
                      </a:moveTo>
                      <a:cubicBezTo>
                        <a:pt x="29454" y="27014"/>
                        <a:pt x="22219" y="29326"/>
                        <a:pt x="16868" y="33864"/>
                      </a:cubicBezTo>
                      <a:cubicBezTo>
                        <a:pt x="11602" y="38402"/>
                        <a:pt x="8948" y="44524"/>
                        <a:pt x="8948" y="52058"/>
                      </a:cubicBezTo>
                      <a:cubicBezTo>
                        <a:pt x="8948" y="58095"/>
                        <a:pt x="10574" y="62547"/>
                        <a:pt x="13914" y="65758"/>
                      </a:cubicBezTo>
                      <a:cubicBezTo>
                        <a:pt x="17210" y="68883"/>
                        <a:pt x="22048" y="70467"/>
                        <a:pt x="28384" y="70467"/>
                      </a:cubicBezTo>
                      <a:lnTo>
                        <a:pt x="43325" y="70467"/>
                      </a:lnTo>
                      <a:lnTo>
                        <a:pt x="43325" y="27228"/>
                      </a:lnTo>
                      <a:cubicBezTo>
                        <a:pt x="43068" y="27228"/>
                        <a:pt x="42768" y="27185"/>
                        <a:pt x="42426" y="27185"/>
                      </a:cubicBezTo>
                      <a:cubicBezTo>
                        <a:pt x="40499" y="27057"/>
                        <a:pt x="39172" y="27014"/>
                        <a:pt x="38444" y="27014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4" name="图形 4"/>
              <p:cNvGrpSpPr/>
              <p:nvPr/>
            </p:nvGrpSpPr>
            <p:grpSpPr>
              <a:xfrm>
                <a:off x="11338866" y="6497570"/>
                <a:ext cx="67127" cy="59122"/>
                <a:chOff x="11338866" y="6497570"/>
                <a:chExt cx="67127" cy="59122"/>
              </a:xfrm>
              <a:solidFill>
                <a:srgbClr val="A5A7AA"/>
              </a:solidFill>
            </p:grpSpPr>
            <p:sp>
              <p:nvSpPr>
                <p:cNvPr id="24" name="任意多边形: 形状 23"/>
                <p:cNvSpPr/>
                <p:nvPr/>
              </p:nvSpPr>
              <p:spPr>
                <a:xfrm>
                  <a:off x="11339337" y="6497955"/>
                  <a:ext cx="66100" cy="58052"/>
                </a:xfrm>
                <a:custGeom>
                  <a:avLst/>
                  <a:gdLst>
                    <a:gd name="connsiteX0" fmla="*/ 16311 w 66100"/>
                    <a:gd name="connsiteY0" fmla="*/ 50603 h 58052"/>
                    <a:gd name="connsiteX1" fmla="*/ 23931 w 66100"/>
                    <a:gd name="connsiteY1" fmla="*/ 31124 h 58052"/>
                    <a:gd name="connsiteX2" fmla="*/ 29326 w 66100"/>
                    <a:gd name="connsiteY2" fmla="*/ 7663 h 58052"/>
                    <a:gd name="connsiteX3" fmla="*/ 29497 w 66100"/>
                    <a:gd name="connsiteY3" fmla="*/ 6550 h 58052"/>
                    <a:gd name="connsiteX4" fmla="*/ 33222 w 66100"/>
                    <a:gd name="connsiteY4" fmla="*/ 171 h 58052"/>
                    <a:gd name="connsiteX5" fmla="*/ 36775 w 66100"/>
                    <a:gd name="connsiteY5" fmla="*/ 6036 h 58052"/>
                    <a:gd name="connsiteX6" fmla="*/ 37074 w 66100"/>
                    <a:gd name="connsiteY6" fmla="*/ 7578 h 58052"/>
                    <a:gd name="connsiteX7" fmla="*/ 42340 w 66100"/>
                    <a:gd name="connsiteY7" fmla="*/ 30824 h 58052"/>
                    <a:gd name="connsiteX8" fmla="*/ 50046 w 66100"/>
                    <a:gd name="connsiteY8" fmla="*/ 50560 h 58052"/>
                    <a:gd name="connsiteX9" fmla="*/ 56639 w 66100"/>
                    <a:gd name="connsiteY9" fmla="*/ 33136 h 58052"/>
                    <a:gd name="connsiteX10" fmla="*/ 58865 w 66100"/>
                    <a:gd name="connsiteY10" fmla="*/ 11559 h 58052"/>
                    <a:gd name="connsiteX11" fmla="*/ 58823 w 66100"/>
                    <a:gd name="connsiteY11" fmla="*/ 8605 h 58052"/>
                    <a:gd name="connsiteX12" fmla="*/ 58737 w 66100"/>
                    <a:gd name="connsiteY12" fmla="*/ 6036 h 58052"/>
                    <a:gd name="connsiteX13" fmla="*/ 59550 w 66100"/>
                    <a:gd name="connsiteY13" fmla="*/ 1242 h 58052"/>
                    <a:gd name="connsiteX14" fmla="*/ 62376 w 66100"/>
                    <a:gd name="connsiteY14" fmla="*/ 43 h 58052"/>
                    <a:gd name="connsiteX15" fmla="*/ 65330 w 66100"/>
                    <a:gd name="connsiteY15" fmla="*/ 1926 h 58052"/>
                    <a:gd name="connsiteX16" fmla="*/ 66100 w 66100"/>
                    <a:gd name="connsiteY16" fmla="*/ 9932 h 58052"/>
                    <a:gd name="connsiteX17" fmla="*/ 64046 w 66100"/>
                    <a:gd name="connsiteY17" fmla="*/ 30439 h 58052"/>
                    <a:gd name="connsiteX18" fmla="*/ 58180 w 66100"/>
                    <a:gd name="connsiteY18" fmla="*/ 49233 h 58052"/>
                    <a:gd name="connsiteX19" fmla="*/ 54113 w 66100"/>
                    <a:gd name="connsiteY19" fmla="*/ 56425 h 58052"/>
                    <a:gd name="connsiteX20" fmla="*/ 50346 w 66100"/>
                    <a:gd name="connsiteY20" fmla="*/ 58009 h 58052"/>
                    <a:gd name="connsiteX21" fmla="*/ 41998 w 66100"/>
                    <a:gd name="connsiteY21" fmla="*/ 48676 h 58052"/>
                    <a:gd name="connsiteX22" fmla="*/ 33050 w 66100"/>
                    <a:gd name="connsiteY22" fmla="*/ 18537 h 58052"/>
                    <a:gd name="connsiteX23" fmla="*/ 24274 w 66100"/>
                    <a:gd name="connsiteY23" fmla="*/ 48505 h 58052"/>
                    <a:gd name="connsiteX24" fmla="*/ 15926 w 66100"/>
                    <a:gd name="connsiteY24" fmla="*/ 58052 h 58052"/>
                    <a:gd name="connsiteX25" fmla="*/ 12372 w 66100"/>
                    <a:gd name="connsiteY25" fmla="*/ 56725 h 58052"/>
                    <a:gd name="connsiteX26" fmla="*/ 8948 w 66100"/>
                    <a:gd name="connsiteY26" fmla="*/ 51288 h 58052"/>
                    <a:gd name="connsiteX27" fmla="*/ 2355 w 66100"/>
                    <a:gd name="connsiteY27" fmla="*/ 31723 h 58052"/>
                    <a:gd name="connsiteX28" fmla="*/ 0 w 66100"/>
                    <a:gd name="connsiteY28" fmla="*/ 9889 h 58052"/>
                    <a:gd name="connsiteX29" fmla="*/ 856 w 66100"/>
                    <a:gd name="connsiteY29" fmla="*/ 2012 h 58052"/>
                    <a:gd name="connsiteX30" fmla="*/ 3810 w 66100"/>
                    <a:gd name="connsiteY30" fmla="*/ 0 h 58052"/>
                    <a:gd name="connsiteX31" fmla="*/ 6507 w 66100"/>
                    <a:gd name="connsiteY31" fmla="*/ 1027 h 58052"/>
                    <a:gd name="connsiteX32" fmla="*/ 7364 w 66100"/>
                    <a:gd name="connsiteY32" fmla="*/ 4324 h 58052"/>
                    <a:gd name="connsiteX33" fmla="*/ 7364 w 66100"/>
                    <a:gd name="connsiteY33" fmla="*/ 11516 h 58052"/>
                    <a:gd name="connsiteX34" fmla="*/ 9633 w 66100"/>
                    <a:gd name="connsiteY34" fmla="*/ 33050 h 58052"/>
                    <a:gd name="connsiteX35" fmla="*/ 16311 w 66100"/>
                    <a:gd name="connsiteY35" fmla="*/ 50603 h 5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6100" h="58052">
                      <a:moveTo>
                        <a:pt x="16311" y="50603"/>
                      </a:moveTo>
                      <a:cubicBezTo>
                        <a:pt x="19265" y="44738"/>
                        <a:pt x="21791" y="38273"/>
                        <a:pt x="23931" y="31124"/>
                      </a:cubicBezTo>
                      <a:cubicBezTo>
                        <a:pt x="26072" y="23931"/>
                        <a:pt x="27870" y="16140"/>
                        <a:pt x="29326" y="7663"/>
                      </a:cubicBezTo>
                      <a:cubicBezTo>
                        <a:pt x="29368" y="7406"/>
                        <a:pt x="29411" y="7064"/>
                        <a:pt x="29497" y="6550"/>
                      </a:cubicBezTo>
                      <a:cubicBezTo>
                        <a:pt x="30182" y="2355"/>
                        <a:pt x="31423" y="171"/>
                        <a:pt x="33222" y="171"/>
                      </a:cubicBezTo>
                      <a:cubicBezTo>
                        <a:pt x="34977" y="171"/>
                        <a:pt x="36133" y="2141"/>
                        <a:pt x="36775" y="6036"/>
                      </a:cubicBezTo>
                      <a:cubicBezTo>
                        <a:pt x="36903" y="6721"/>
                        <a:pt x="36989" y="7278"/>
                        <a:pt x="37074" y="7578"/>
                      </a:cubicBezTo>
                      <a:cubicBezTo>
                        <a:pt x="38402" y="15840"/>
                        <a:pt x="40200" y="23589"/>
                        <a:pt x="42340" y="30824"/>
                      </a:cubicBezTo>
                      <a:cubicBezTo>
                        <a:pt x="44524" y="38016"/>
                        <a:pt x="47092" y="44609"/>
                        <a:pt x="50046" y="50560"/>
                      </a:cubicBezTo>
                      <a:cubicBezTo>
                        <a:pt x="52957" y="45508"/>
                        <a:pt x="55184" y="39729"/>
                        <a:pt x="56639" y="33136"/>
                      </a:cubicBezTo>
                      <a:cubicBezTo>
                        <a:pt x="58138" y="26543"/>
                        <a:pt x="58865" y="19351"/>
                        <a:pt x="58865" y="11559"/>
                      </a:cubicBezTo>
                      <a:cubicBezTo>
                        <a:pt x="58865" y="10788"/>
                        <a:pt x="58823" y="9847"/>
                        <a:pt x="58823" y="8605"/>
                      </a:cubicBezTo>
                      <a:cubicBezTo>
                        <a:pt x="58737" y="7364"/>
                        <a:pt x="58737" y="6550"/>
                        <a:pt x="58737" y="6036"/>
                      </a:cubicBezTo>
                      <a:cubicBezTo>
                        <a:pt x="58737" y="3682"/>
                        <a:pt x="58994" y="2055"/>
                        <a:pt x="59550" y="1242"/>
                      </a:cubicBezTo>
                      <a:cubicBezTo>
                        <a:pt x="60107" y="428"/>
                        <a:pt x="61049" y="43"/>
                        <a:pt x="62376" y="43"/>
                      </a:cubicBezTo>
                      <a:cubicBezTo>
                        <a:pt x="63831" y="43"/>
                        <a:pt x="64773" y="642"/>
                        <a:pt x="65330" y="1926"/>
                      </a:cubicBezTo>
                      <a:cubicBezTo>
                        <a:pt x="65844" y="3211"/>
                        <a:pt x="66100" y="5865"/>
                        <a:pt x="66100" y="9932"/>
                      </a:cubicBezTo>
                      <a:cubicBezTo>
                        <a:pt x="66100" y="16696"/>
                        <a:pt x="65415" y="23546"/>
                        <a:pt x="64046" y="30439"/>
                      </a:cubicBezTo>
                      <a:cubicBezTo>
                        <a:pt x="62633" y="37331"/>
                        <a:pt x="60706" y="43625"/>
                        <a:pt x="58180" y="49233"/>
                      </a:cubicBezTo>
                      <a:cubicBezTo>
                        <a:pt x="56511" y="53000"/>
                        <a:pt x="55184" y="55398"/>
                        <a:pt x="54113" y="56425"/>
                      </a:cubicBezTo>
                      <a:cubicBezTo>
                        <a:pt x="53043" y="57495"/>
                        <a:pt x="51802" y="58009"/>
                        <a:pt x="50346" y="58009"/>
                      </a:cubicBezTo>
                      <a:cubicBezTo>
                        <a:pt x="47520" y="58009"/>
                        <a:pt x="44781" y="54884"/>
                        <a:pt x="41998" y="48676"/>
                      </a:cubicBezTo>
                      <a:cubicBezTo>
                        <a:pt x="39258" y="42469"/>
                        <a:pt x="36261" y="32408"/>
                        <a:pt x="33050" y="18537"/>
                      </a:cubicBezTo>
                      <a:cubicBezTo>
                        <a:pt x="29968" y="32194"/>
                        <a:pt x="27057" y="42126"/>
                        <a:pt x="24274" y="48505"/>
                      </a:cubicBezTo>
                      <a:cubicBezTo>
                        <a:pt x="21534" y="54884"/>
                        <a:pt x="18751" y="58052"/>
                        <a:pt x="15926" y="58052"/>
                      </a:cubicBezTo>
                      <a:cubicBezTo>
                        <a:pt x="14556" y="58052"/>
                        <a:pt x="13357" y="57624"/>
                        <a:pt x="12372" y="56725"/>
                      </a:cubicBezTo>
                      <a:cubicBezTo>
                        <a:pt x="11388" y="55869"/>
                        <a:pt x="10232" y="54071"/>
                        <a:pt x="8948" y="51288"/>
                      </a:cubicBezTo>
                      <a:cubicBezTo>
                        <a:pt x="6165" y="45637"/>
                        <a:pt x="3981" y="39087"/>
                        <a:pt x="2355" y="31723"/>
                      </a:cubicBezTo>
                      <a:cubicBezTo>
                        <a:pt x="771" y="24445"/>
                        <a:pt x="0" y="17167"/>
                        <a:pt x="0" y="9889"/>
                      </a:cubicBezTo>
                      <a:cubicBezTo>
                        <a:pt x="0" y="5951"/>
                        <a:pt x="257" y="3339"/>
                        <a:pt x="856" y="2012"/>
                      </a:cubicBezTo>
                      <a:cubicBezTo>
                        <a:pt x="1413" y="642"/>
                        <a:pt x="2397" y="0"/>
                        <a:pt x="3810" y="0"/>
                      </a:cubicBezTo>
                      <a:cubicBezTo>
                        <a:pt x="5052" y="0"/>
                        <a:pt x="5951" y="342"/>
                        <a:pt x="6507" y="1027"/>
                      </a:cubicBezTo>
                      <a:cubicBezTo>
                        <a:pt x="7064" y="1755"/>
                        <a:pt x="7364" y="2868"/>
                        <a:pt x="7364" y="4324"/>
                      </a:cubicBezTo>
                      <a:lnTo>
                        <a:pt x="7364" y="11516"/>
                      </a:lnTo>
                      <a:cubicBezTo>
                        <a:pt x="7364" y="19222"/>
                        <a:pt x="8134" y="26372"/>
                        <a:pt x="9633" y="33050"/>
                      </a:cubicBezTo>
                      <a:cubicBezTo>
                        <a:pt x="11259" y="39729"/>
                        <a:pt x="13443" y="45551"/>
                        <a:pt x="16311" y="5060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11338866" y="6497570"/>
                  <a:ext cx="67127" cy="59122"/>
                </a:xfrm>
                <a:custGeom>
                  <a:avLst/>
                  <a:gdLst>
                    <a:gd name="connsiteX0" fmla="*/ 50902 w 67127"/>
                    <a:gd name="connsiteY0" fmla="*/ 59079 h 59122"/>
                    <a:gd name="connsiteX1" fmla="*/ 42041 w 67127"/>
                    <a:gd name="connsiteY1" fmla="*/ 49404 h 59122"/>
                    <a:gd name="connsiteX2" fmla="*/ 33607 w 67127"/>
                    <a:gd name="connsiteY2" fmla="*/ 21577 h 59122"/>
                    <a:gd name="connsiteX3" fmla="*/ 25344 w 67127"/>
                    <a:gd name="connsiteY3" fmla="*/ 49233 h 59122"/>
                    <a:gd name="connsiteX4" fmla="*/ 16482 w 67127"/>
                    <a:gd name="connsiteY4" fmla="*/ 59122 h 59122"/>
                    <a:gd name="connsiteX5" fmla="*/ 12544 w 67127"/>
                    <a:gd name="connsiteY5" fmla="*/ 57667 h 59122"/>
                    <a:gd name="connsiteX6" fmla="*/ 8990 w 67127"/>
                    <a:gd name="connsiteY6" fmla="*/ 52058 h 59122"/>
                    <a:gd name="connsiteX7" fmla="*/ 2355 w 67127"/>
                    <a:gd name="connsiteY7" fmla="*/ 32408 h 59122"/>
                    <a:gd name="connsiteX8" fmla="*/ 0 w 67127"/>
                    <a:gd name="connsiteY8" fmla="*/ 10446 h 59122"/>
                    <a:gd name="connsiteX9" fmla="*/ 899 w 67127"/>
                    <a:gd name="connsiteY9" fmla="*/ 2355 h 59122"/>
                    <a:gd name="connsiteX10" fmla="*/ 4367 w 67127"/>
                    <a:gd name="connsiteY10" fmla="*/ 0 h 59122"/>
                    <a:gd name="connsiteX11" fmla="*/ 7535 w 67127"/>
                    <a:gd name="connsiteY11" fmla="*/ 1242 h 59122"/>
                    <a:gd name="connsiteX12" fmla="*/ 8519 w 67127"/>
                    <a:gd name="connsiteY12" fmla="*/ 4881 h 59122"/>
                    <a:gd name="connsiteX13" fmla="*/ 8519 w 67127"/>
                    <a:gd name="connsiteY13" fmla="*/ 12073 h 59122"/>
                    <a:gd name="connsiteX14" fmla="*/ 10746 w 67127"/>
                    <a:gd name="connsiteY14" fmla="*/ 33478 h 59122"/>
                    <a:gd name="connsiteX15" fmla="*/ 16739 w 67127"/>
                    <a:gd name="connsiteY15" fmla="*/ 49875 h 59122"/>
                    <a:gd name="connsiteX16" fmla="*/ 23846 w 67127"/>
                    <a:gd name="connsiteY16" fmla="*/ 31466 h 59122"/>
                    <a:gd name="connsiteX17" fmla="*/ 29197 w 67127"/>
                    <a:gd name="connsiteY17" fmla="*/ 8091 h 59122"/>
                    <a:gd name="connsiteX18" fmla="*/ 29411 w 67127"/>
                    <a:gd name="connsiteY18" fmla="*/ 6978 h 59122"/>
                    <a:gd name="connsiteX19" fmla="*/ 33692 w 67127"/>
                    <a:gd name="connsiteY19" fmla="*/ 128 h 59122"/>
                    <a:gd name="connsiteX20" fmla="*/ 37802 w 67127"/>
                    <a:gd name="connsiteY20" fmla="*/ 6507 h 59122"/>
                    <a:gd name="connsiteX21" fmla="*/ 37888 w 67127"/>
                    <a:gd name="connsiteY21" fmla="*/ 7021 h 59122"/>
                    <a:gd name="connsiteX22" fmla="*/ 38102 w 67127"/>
                    <a:gd name="connsiteY22" fmla="*/ 8006 h 59122"/>
                    <a:gd name="connsiteX23" fmla="*/ 43368 w 67127"/>
                    <a:gd name="connsiteY23" fmla="*/ 31252 h 59122"/>
                    <a:gd name="connsiteX24" fmla="*/ 50560 w 67127"/>
                    <a:gd name="connsiteY24" fmla="*/ 49918 h 59122"/>
                    <a:gd name="connsiteX25" fmla="*/ 56554 w 67127"/>
                    <a:gd name="connsiteY25" fmla="*/ 33564 h 59122"/>
                    <a:gd name="connsiteX26" fmla="*/ 58780 w 67127"/>
                    <a:gd name="connsiteY26" fmla="*/ 12116 h 59122"/>
                    <a:gd name="connsiteX27" fmla="*/ 58737 w 67127"/>
                    <a:gd name="connsiteY27" fmla="*/ 10874 h 59122"/>
                    <a:gd name="connsiteX28" fmla="*/ 58694 w 67127"/>
                    <a:gd name="connsiteY28" fmla="*/ 9162 h 59122"/>
                    <a:gd name="connsiteX29" fmla="*/ 58609 w 67127"/>
                    <a:gd name="connsiteY29" fmla="*/ 6593 h 59122"/>
                    <a:gd name="connsiteX30" fmla="*/ 59550 w 67127"/>
                    <a:gd name="connsiteY30" fmla="*/ 1498 h 59122"/>
                    <a:gd name="connsiteX31" fmla="*/ 62847 w 67127"/>
                    <a:gd name="connsiteY31" fmla="*/ 86 h 59122"/>
                    <a:gd name="connsiteX32" fmla="*/ 66315 w 67127"/>
                    <a:gd name="connsiteY32" fmla="*/ 2312 h 59122"/>
                    <a:gd name="connsiteX33" fmla="*/ 67128 w 67127"/>
                    <a:gd name="connsiteY33" fmla="*/ 10574 h 59122"/>
                    <a:gd name="connsiteX34" fmla="*/ 65073 w 67127"/>
                    <a:gd name="connsiteY34" fmla="*/ 31209 h 59122"/>
                    <a:gd name="connsiteX35" fmla="*/ 59165 w 67127"/>
                    <a:gd name="connsiteY35" fmla="*/ 50132 h 59122"/>
                    <a:gd name="connsiteX36" fmla="*/ 54970 w 67127"/>
                    <a:gd name="connsiteY36" fmla="*/ 57495 h 59122"/>
                    <a:gd name="connsiteX37" fmla="*/ 50902 w 67127"/>
                    <a:gd name="connsiteY37" fmla="*/ 59079 h 59122"/>
                    <a:gd name="connsiteX38" fmla="*/ 33607 w 67127"/>
                    <a:gd name="connsiteY38" fmla="*/ 16440 h 59122"/>
                    <a:gd name="connsiteX39" fmla="*/ 34163 w 67127"/>
                    <a:gd name="connsiteY39" fmla="*/ 18880 h 59122"/>
                    <a:gd name="connsiteX40" fmla="*/ 43068 w 67127"/>
                    <a:gd name="connsiteY40" fmla="*/ 48933 h 59122"/>
                    <a:gd name="connsiteX41" fmla="*/ 50860 w 67127"/>
                    <a:gd name="connsiteY41" fmla="*/ 57924 h 59122"/>
                    <a:gd name="connsiteX42" fmla="*/ 54199 w 67127"/>
                    <a:gd name="connsiteY42" fmla="*/ 56511 h 59122"/>
                    <a:gd name="connsiteX43" fmla="*/ 58138 w 67127"/>
                    <a:gd name="connsiteY43" fmla="*/ 49490 h 59122"/>
                    <a:gd name="connsiteX44" fmla="*/ 63960 w 67127"/>
                    <a:gd name="connsiteY44" fmla="*/ 30781 h 59122"/>
                    <a:gd name="connsiteX45" fmla="*/ 66015 w 67127"/>
                    <a:gd name="connsiteY45" fmla="*/ 10360 h 59122"/>
                    <a:gd name="connsiteX46" fmla="*/ 65287 w 67127"/>
                    <a:gd name="connsiteY46" fmla="*/ 2569 h 59122"/>
                    <a:gd name="connsiteX47" fmla="*/ 62847 w 67127"/>
                    <a:gd name="connsiteY47" fmla="*/ 1070 h 59122"/>
                    <a:gd name="connsiteX48" fmla="*/ 60492 w 67127"/>
                    <a:gd name="connsiteY48" fmla="*/ 2012 h 59122"/>
                    <a:gd name="connsiteX49" fmla="*/ 59764 w 67127"/>
                    <a:gd name="connsiteY49" fmla="*/ 6465 h 59122"/>
                    <a:gd name="connsiteX50" fmla="*/ 59807 w 67127"/>
                    <a:gd name="connsiteY50" fmla="*/ 8990 h 59122"/>
                    <a:gd name="connsiteX51" fmla="*/ 59850 w 67127"/>
                    <a:gd name="connsiteY51" fmla="*/ 10703 h 59122"/>
                    <a:gd name="connsiteX52" fmla="*/ 59893 w 67127"/>
                    <a:gd name="connsiteY52" fmla="*/ 11987 h 59122"/>
                    <a:gd name="connsiteX53" fmla="*/ 57624 w 67127"/>
                    <a:gd name="connsiteY53" fmla="*/ 33692 h 59122"/>
                    <a:gd name="connsiteX54" fmla="*/ 50945 w 67127"/>
                    <a:gd name="connsiteY54" fmla="*/ 51288 h 59122"/>
                    <a:gd name="connsiteX55" fmla="*/ 50389 w 67127"/>
                    <a:gd name="connsiteY55" fmla="*/ 52230 h 59122"/>
                    <a:gd name="connsiteX56" fmla="*/ 49918 w 67127"/>
                    <a:gd name="connsiteY56" fmla="*/ 51288 h 59122"/>
                    <a:gd name="connsiteX57" fmla="*/ 42169 w 67127"/>
                    <a:gd name="connsiteY57" fmla="*/ 31466 h 59122"/>
                    <a:gd name="connsiteX58" fmla="*/ 36860 w 67127"/>
                    <a:gd name="connsiteY58" fmla="*/ 8134 h 59122"/>
                    <a:gd name="connsiteX59" fmla="*/ 36646 w 67127"/>
                    <a:gd name="connsiteY59" fmla="*/ 7107 h 59122"/>
                    <a:gd name="connsiteX60" fmla="*/ 36561 w 67127"/>
                    <a:gd name="connsiteY60" fmla="*/ 6593 h 59122"/>
                    <a:gd name="connsiteX61" fmla="*/ 33607 w 67127"/>
                    <a:gd name="connsiteY61" fmla="*/ 1199 h 59122"/>
                    <a:gd name="connsiteX62" fmla="*/ 30439 w 67127"/>
                    <a:gd name="connsiteY62" fmla="*/ 7107 h 59122"/>
                    <a:gd name="connsiteX63" fmla="*/ 30268 w 67127"/>
                    <a:gd name="connsiteY63" fmla="*/ 8134 h 59122"/>
                    <a:gd name="connsiteX64" fmla="*/ 24873 w 67127"/>
                    <a:gd name="connsiteY64" fmla="*/ 31723 h 59122"/>
                    <a:gd name="connsiteX65" fmla="*/ 17210 w 67127"/>
                    <a:gd name="connsiteY65" fmla="*/ 51288 h 59122"/>
                    <a:gd name="connsiteX66" fmla="*/ 16739 w 67127"/>
                    <a:gd name="connsiteY66" fmla="*/ 52230 h 59122"/>
                    <a:gd name="connsiteX67" fmla="*/ 16225 w 67127"/>
                    <a:gd name="connsiteY67" fmla="*/ 51288 h 59122"/>
                    <a:gd name="connsiteX68" fmla="*/ 9590 w 67127"/>
                    <a:gd name="connsiteY68" fmla="*/ 33650 h 59122"/>
                    <a:gd name="connsiteX69" fmla="*/ 7321 w 67127"/>
                    <a:gd name="connsiteY69" fmla="*/ 11987 h 59122"/>
                    <a:gd name="connsiteX70" fmla="*/ 7321 w 67127"/>
                    <a:gd name="connsiteY70" fmla="*/ 4795 h 59122"/>
                    <a:gd name="connsiteX71" fmla="*/ 6593 w 67127"/>
                    <a:gd name="connsiteY71" fmla="*/ 1841 h 59122"/>
                    <a:gd name="connsiteX72" fmla="*/ 4324 w 67127"/>
                    <a:gd name="connsiteY72" fmla="*/ 1027 h 59122"/>
                    <a:gd name="connsiteX73" fmla="*/ 1884 w 67127"/>
                    <a:gd name="connsiteY73" fmla="*/ 2697 h 59122"/>
                    <a:gd name="connsiteX74" fmla="*/ 1070 w 67127"/>
                    <a:gd name="connsiteY74" fmla="*/ 10360 h 59122"/>
                    <a:gd name="connsiteX75" fmla="*/ 3425 w 67127"/>
                    <a:gd name="connsiteY75" fmla="*/ 32066 h 59122"/>
                    <a:gd name="connsiteX76" fmla="*/ 9975 w 67127"/>
                    <a:gd name="connsiteY76" fmla="*/ 51502 h 59122"/>
                    <a:gd name="connsiteX77" fmla="*/ 13271 w 67127"/>
                    <a:gd name="connsiteY77" fmla="*/ 56768 h 59122"/>
                    <a:gd name="connsiteX78" fmla="*/ 16440 w 67127"/>
                    <a:gd name="connsiteY78" fmla="*/ 57924 h 59122"/>
                    <a:gd name="connsiteX79" fmla="*/ 24231 w 67127"/>
                    <a:gd name="connsiteY79" fmla="*/ 48719 h 59122"/>
                    <a:gd name="connsiteX80" fmla="*/ 32965 w 67127"/>
                    <a:gd name="connsiteY80" fmla="*/ 18880 h 59122"/>
                    <a:gd name="connsiteX81" fmla="*/ 33607 w 67127"/>
                    <a:gd name="connsiteY81" fmla="*/ 16440 h 5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7127" h="59122">
                      <a:moveTo>
                        <a:pt x="50902" y="59079"/>
                      </a:moveTo>
                      <a:cubicBezTo>
                        <a:pt x="47820" y="59079"/>
                        <a:pt x="44909" y="55911"/>
                        <a:pt x="42041" y="49404"/>
                      </a:cubicBezTo>
                      <a:cubicBezTo>
                        <a:pt x="39429" y="43453"/>
                        <a:pt x="36604" y="34121"/>
                        <a:pt x="33607" y="21577"/>
                      </a:cubicBezTo>
                      <a:cubicBezTo>
                        <a:pt x="30653" y="34163"/>
                        <a:pt x="27956" y="43197"/>
                        <a:pt x="25344" y="49233"/>
                      </a:cubicBezTo>
                      <a:cubicBezTo>
                        <a:pt x="22519" y="55783"/>
                        <a:pt x="19565" y="59122"/>
                        <a:pt x="16482" y="59122"/>
                      </a:cubicBezTo>
                      <a:cubicBezTo>
                        <a:pt x="14898" y="59122"/>
                        <a:pt x="13614" y="58651"/>
                        <a:pt x="12544" y="57667"/>
                      </a:cubicBezTo>
                      <a:cubicBezTo>
                        <a:pt x="11473" y="56682"/>
                        <a:pt x="10275" y="54798"/>
                        <a:pt x="8990" y="52058"/>
                      </a:cubicBezTo>
                      <a:cubicBezTo>
                        <a:pt x="6250" y="46493"/>
                        <a:pt x="4024" y="39857"/>
                        <a:pt x="2355" y="32408"/>
                      </a:cubicBezTo>
                      <a:cubicBezTo>
                        <a:pt x="771" y="25087"/>
                        <a:pt x="0" y="17681"/>
                        <a:pt x="0" y="10446"/>
                      </a:cubicBezTo>
                      <a:cubicBezTo>
                        <a:pt x="0" y="6208"/>
                        <a:pt x="300" y="3725"/>
                        <a:pt x="899" y="2355"/>
                      </a:cubicBezTo>
                      <a:cubicBezTo>
                        <a:pt x="1541" y="813"/>
                        <a:pt x="2697" y="0"/>
                        <a:pt x="4367" y="0"/>
                      </a:cubicBezTo>
                      <a:cubicBezTo>
                        <a:pt x="5822" y="0"/>
                        <a:pt x="6850" y="385"/>
                        <a:pt x="7535" y="1242"/>
                      </a:cubicBezTo>
                      <a:cubicBezTo>
                        <a:pt x="8177" y="2055"/>
                        <a:pt x="8519" y="3296"/>
                        <a:pt x="8519" y="4881"/>
                      </a:cubicBezTo>
                      <a:lnTo>
                        <a:pt x="8519" y="12073"/>
                      </a:lnTo>
                      <a:cubicBezTo>
                        <a:pt x="8519" y="19650"/>
                        <a:pt x="9290" y="26885"/>
                        <a:pt x="10746" y="33478"/>
                      </a:cubicBezTo>
                      <a:cubicBezTo>
                        <a:pt x="12116" y="39515"/>
                        <a:pt x="14128" y="45037"/>
                        <a:pt x="16739" y="49875"/>
                      </a:cubicBezTo>
                      <a:cubicBezTo>
                        <a:pt x="19436" y="44395"/>
                        <a:pt x="21834" y="38230"/>
                        <a:pt x="23846" y="31466"/>
                      </a:cubicBezTo>
                      <a:cubicBezTo>
                        <a:pt x="26029" y="24188"/>
                        <a:pt x="27827" y="16311"/>
                        <a:pt x="29197" y="8091"/>
                      </a:cubicBezTo>
                      <a:cubicBezTo>
                        <a:pt x="29240" y="7792"/>
                        <a:pt x="29283" y="7449"/>
                        <a:pt x="29411" y="6978"/>
                      </a:cubicBezTo>
                      <a:cubicBezTo>
                        <a:pt x="30182" y="2397"/>
                        <a:pt x="31552" y="128"/>
                        <a:pt x="33692" y="128"/>
                      </a:cubicBezTo>
                      <a:cubicBezTo>
                        <a:pt x="35747" y="128"/>
                        <a:pt x="37117" y="2269"/>
                        <a:pt x="37802" y="6507"/>
                      </a:cubicBezTo>
                      <a:lnTo>
                        <a:pt x="37888" y="7021"/>
                      </a:lnTo>
                      <a:cubicBezTo>
                        <a:pt x="37974" y="7449"/>
                        <a:pt x="38016" y="7749"/>
                        <a:pt x="38102" y="8006"/>
                      </a:cubicBezTo>
                      <a:cubicBezTo>
                        <a:pt x="39429" y="16097"/>
                        <a:pt x="41184" y="23931"/>
                        <a:pt x="43368" y="31252"/>
                      </a:cubicBezTo>
                      <a:cubicBezTo>
                        <a:pt x="45466" y="38145"/>
                        <a:pt x="47906" y="44438"/>
                        <a:pt x="50560" y="49918"/>
                      </a:cubicBezTo>
                      <a:cubicBezTo>
                        <a:pt x="53214" y="45080"/>
                        <a:pt x="55226" y="39600"/>
                        <a:pt x="56554" y="33564"/>
                      </a:cubicBezTo>
                      <a:cubicBezTo>
                        <a:pt x="58052" y="27057"/>
                        <a:pt x="58780" y="19864"/>
                        <a:pt x="58780" y="12116"/>
                      </a:cubicBezTo>
                      <a:cubicBezTo>
                        <a:pt x="58780" y="11773"/>
                        <a:pt x="58780" y="11345"/>
                        <a:pt x="58737" y="10874"/>
                      </a:cubicBezTo>
                      <a:cubicBezTo>
                        <a:pt x="58737" y="10360"/>
                        <a:pt x="58694" y="9804"/>
                        <a:pt x="58694" y="9162"/>
                      </a:cubicBezTo>
                      <a:cubicBezTo>
                        <a:pt x="58609" y="7920"/>
                        <a:pt x="58609" y="7107"/>
                        <a:pt x="58609" y="6593"/>
                      </a:cubicBezTo>
                      <a:cubicBezTo>
                        <a:pt x="58609" y="4067"/>
                        <a:pt x="58908" y="2355"/>
                        <a:pt x="59550" y="1498"/>
                      </a:cubicBezTo>
                      <a:cubicBezTo>
                        <a:pt x="60235" y="557"/>
                        <a:pt x="61306" y="86"/>
                        <a:pt x="62847" y="86"/>
                      </a:cubicBezTo>
                      <a:cubicBezTo>
                        <a:pt x="64516" y="86"/>
                        <a:pt x="65715" y="813"/>
                        <a:pt x="66315" y="2312"/>
                      </a:cubicBezTo>
                      <a:cubicBezTo>
                        <a:pt x="66871" y="3682"/>
                        <a:pt x="67128" y="6379"/>
                        <a:pt x="67128" y="10574"/>
                      </a:cubicBezTo>
                      <a:cubicBezTo>
                        <a:pt x="67128" y="17424"/>
                        <a:pt x="66443" y="24360"/>
                        <a:pt x="65073" y="31209"/>
                      </a:cubicBezTo>
                      <a:cubicBezTo>
                        <a:pt x="63660" y="38145"/>
                        <a:pt x="61691" y="44524"/>
                        <a:pt x="59165" y="50132"/>
                      </a:cubicBezTo>
                      <a:cubicBezTo>
                        <a:pt x="57453" y="54028"/>
                        <a:pt x="56083" y="56425"/>
                        <a:pt x="54970" y="57495"/>
                      </a:cubicBezTo>
                      <a:cubicBezTo>
                        <a:pt x="53899" y="58480"/>
                        <a:pt x="52487" y="59079"/>
                        <a:pt x="50902" y="59079"/>
                      </a:cubicBezTo>
                      <a:close/>
                      <a:moveTo>
                        <a:pt x="33607" y="16440"/>
                      </a:moveTo>
                      <a:lnTo>
                        <a:pt x="34163" y="18880"/>
                      </a:lnTo>
                      <a:cubicBezTo>
                        <a:pt x="37331" y="32579"/>
                        <a:pt x="40328" y="42683"/>
                        <a:pt x="43068" y="48933"/>
                      </a:cubicBezTo>
                      <a:cubicBezTo>
                        <a:pt x="45722" y="54927"/>
                        <a:pt x="48334" y="57924"/>
                        <a:pt x="50860" y="57924"/>
                      </a:cubicBezTo>
                      <a:cubicBezTo>
                        <a:pt x="52144" y="57924"/>
                        <a:pt x="53257" y="57453"/>
                        <a:pt x="54199" y="56511"/>
                      </a:cubicBezTo>
                      <a:cubicBezTo>
                        <a:pt x="55184" y="55526"/>
                        <a:pt x="56511" y="53172"/>
                        <a:pt x="58138" y="49490"/>
                      </a:cubicBezTo>
                      <a:cubicBezTo>
                        <a:pt x="60621" y="43924"/>
                        <a:pt x="62590" y="37631"/>
                        <a:pt x="63960" y="30781"/>
                      </a:cubicBezTo>
                      <a:cubicBezTo>
                        <a:pt x="65330" y="24017"/>
                        <a:pt x="66015" y="17124"/>
                        <a:pt x="66015" y="10360"/>
                      </a:cubicBezTo>
                      <a:cubicBezTo>
                        <a:pt x="66015" y="5437"/>
                        <a:pt x="65630" y="3382"/>
                        <a:pt x="65287" y="2569"/>
                      </a:cubicBezTo>
                      <a:cubicBezTo>
                        <a:pt x="64859" y="1541"/>
                        <a:pt x="64088" y="1070"/>
                        <a:pt x="62847" y="1070"/>
                      </a:cubicBezTo>
                      <a:cubicBezTo>
                        <a:pt x="61691" y="1070"/>
                        <a:pt x="60963" y="1370"/>
                        <a:pt x="60492" y="2012"/>
                      </a:cubicBezTo>
                      <a:cubicBezTo>
                        <a:pt x="60150" y="2483"/>
                        <a:pt x="59764" y="3639"/>
                        <a:pt x="59764" y="6465"/>
                      </a:cubicBezTo>
                      <a:cubicBezTo>
                        <a:pt x="59764" y="6935"/>
                        <a:pt x="59764" y="7749"/>
                        <a:pt x="59807" y="8990"/>
                      </a:cubicBezTo>
                      <a:cubicBezTo>
                        <a:pt x="59807" y="9633"/>
                        <a:pt x="59850" y="10232"/>
                        <a:pt x="59850" y="10703"/>
                      </a:cubicBezTo>
                      <a:cubicBezTo>
                        <a:pt x="59850" y="11174"/>
                        <a:pt x="59893" y="11602"/>
                        <a:pt x="59893" y="11987"/>
                      </a:cubicBezTo>
                      <a:cubicBezTo>
                        <a:pt x="59893" y="19822"/>
                        <a:pt x="59122" y="27100"/>
                        <a:pt x="57624" y="33692"/>
                      </a:cubicBezTo>
                      <a:cubicBezTo>
                        <a:pt x="56168" y="40243"/>
                        <a:pt x="53942" y="46151"/>
                        <a:pt x="50945" y="51288"/>
                      </a:cubicBezTo>
                      <a:lnTo>
                        <a:pt x="50389" y="52230"/>
                      </a:lnTo>
                      <a:lnTo>
                        <a:pt x="49918" y="51288"/>
                      </a:lnTo>
                      <a:cubicBezTo>
                        <a:pt x="47007" y="45508"/>
                        <a:pt x="44395" y="38830"/>
                        <a:pt x="42169" y="31466"/>
                      </a:cubicBezTo>
                      <a:cubicBezTo>
                        <a:pt x="39986" y="24103"/>
                        <a:pt x="38188" y="16225"/>
                        <a:pt x="36860" y="8134"/>
                      </a:cubicBezTo>
                      <a:cubicBezTo>
                        <a:pt x="36818" y="7920"/>
                        <a:pt x="36732" y="7578"/>
                        <a:pt x="36646" y="7107"/>
                      </a:cubicBezTo>
                      <a:lnTo>
                        <a:pt x="36561" y="6593"/>
                      </a:lnTo>
                      <a:cubicBezTo>
                        <a:pt x="36175" y="4110"/>
                        <a:pt x="35319" y="1199"/>
                        <a:pt x="33607" y="1199"/>
                      </a:cubicBezTo>
                      <a:cubicBezTo>
                        <a:pt x="31809" y="1199"/>
                        <a:pt x="30910" y="4410"/>
                        <a:pt x="30439" y="7107"/>
                      </a:cubicBezTo>
                      <a:cubicBezTo>
                        <a:pt x="30353" y="7578"/>
                        <a:pt x="30310" y="7920"/>
                        <a:pt x="30268" y="8134"/>
                      </a:cubicBezTo>
                      <a:cubicBezTo>
                        <a:pt x="28855" y="16482"/>
                        <a:pt x="27057" y="24402"/>
                        <a:pt x="24873" y="31723"/>
                      </a:cubicBezTo>
                      <a:cubicBezTo>
                        <a:pt x="22690" y="38958"/>
                        <a:pt x="20121" y="45551"/>
                        <a:pt x="17210" y="51288"/>
                      </a:cubicBezTo>
                      <a:lnTo>
                        <a:pt x="16739" y="52230"/>
                      </a:lnTo>
                      <a:lnTo>
                        <a:pt x="16225" y="51288"/>
                      </a:lnTo>
                      <a:cubicBezTo>
                        <a:pt x="13314" y="46151"/>
                        <a:pt x="11088" y="40200"/>
                        <a:pt x="9590" y="33650"/>
                      </a:cubicBezTo>
                      <a:cubicBezTo>
                        <a:pt x="8091" y="26971"/>
                        <a:pt x="7321" y="19693"/>
                        <a:pt x="7321" y="11987"/>
                      </a:cubicBezTo>
                      <a:lnTo>
                        <a:pt x="7321" y="4795"/>
                      </a:lnTo>
                      <a:cubicBezTo>
                        <a:pt x="7321" y="3468"/>
                        <a:pt x="7064" y="2440"/>
                        <a:pt x="6593" y="1841"/>
                      </a:cubicBezTo>
                      <a:cubicBezTo>
                        <a:pt x="6165" y="1284"/>
                        <a:pt x="5394" y="1027"/>
                        <a:pt x="4324" y="1027"/>
                      </a:cubicBezTo>
                      <a:cubicBezTo>
                        <a:pt x="3125" y="1027"/>
                        <a:pt x="2355" y="1541"/>
                        <a:pt x="1884" y="2697"/>
                      </a:cubicBezTo>
                      <a:cubicBezTo>
                        <a:pt x="1327" y="3939"/>
                        <a:pt x="1070" y="6336"/>
                        <a:pt x="1070" y="10360"/>
                      </a:cubicBezTo>
                      <a:cubicBezTo>
                        <a:pt x="1070" y="17510"/>
                        <a:pt x="1884" y="24831"/>
                        <a:pt x="3425" y="32066"/>
                      </a:cubicBezTo>
                      <a:cubicBezTo>
                        <a:pt x="5052" y="39429"/>
                        <a:pt x="7235" y="45979"/>
                        <a:pt x="9975" y="51502"/>
                      </a:cubicBezTo>
                      <a:cubicBezTo>
                        <a:pt x="11473" y="54756"/>
                        <a:pt x="12586" y="56168"/>
                        <a:pt x="13271" y="56768"/>
                      </a:cubicBezTo>
                      <a:cubicBezTo>
                        <a:pt x="14128" y="57538"/>
                        <a:pt x="15155" y="57924"/>
                        <a:pt x="16440" y="57924"/>
                      </a:cubicBezTo>
                      <a:cubicBezTo>
                        <a:pt x="18965" y="57924"/>
                        <a:pt x="21663" y="54756"/>
                        <a:pt x="24231" y="48719"/>
                      </a:cubicBezTo>
                      <a:cubicBezTo>
                        <a:pt x="26971" y="42383"/>
                        <a:pt x="29839" y="32622"/>
                        <a:pt x="32965" y="18880"/>
                      </a:cubicBezTo>
                      <a:lnTo>
                        <a:pt x="33607" y="1644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5" name="图形 4"/>
              <p:cNvGrpSpPr/>
              <p:nvPr/>
            </p:nvGrpSpPr>
            <p:grpSpPr>
              <a:xfrm>
                <a:off x="11450989" y="6483828"/>
                <a:ext cx="8219" cy="72693"/>
                <a:chOff x="11450989" y="6483828"/>
                <a:chExt cx="8219" cy="72693"/>
              </a:xfrm>
              <a:solidFill>
                <a:srgbClr val="A5A7AA"/>
              </a:solidFill>
            </p:grpSpPr>
            <p:sp>
              <p:nvSpPr>
                <p:cNvPr id="22" name="任意多边形: 形状 21"/>
                <p:cNvSpPr/>
                <p:nvPr/>
              </p:nvSpPr>
              <p:spPr>
                <a:xfrm>
                  <a:off x="11451502" y="6484470"/>
                  <a:ext cx="7106" cy="71494"/>
                </a:xfrm>
                <a:custGeom>
                  <a:avLst/>
                  <a:gdLst>
                    <a:gd name="connsiteX0" fmla="*/ 7107 w 7106"/>
                    <a:gd name="connsiteY0" fmla="*/ 5009 h 71494"/>
                    <a:gd name="connsiteX1" fmla="*/ 6250 w 7106"/>
                    <a:gd name="connsiteY1" fmla="*/ 8905 h 71494"/>
                    <a:gd name="connsiteX2" fmla="*/ 3553 w 7106"/>
                    <a:gd name="connsiteY2" fmla="*/ 10103 h 71494"/>
                    <a:gd name="connsiteX3" fmla="*/ 899 w 7106"/>
                    <a:gd name="connsiteY3" fmla="*/ 8819 h 71494"/>
                    <a:gd name="connsiteX4" fmla="*/ 0 w 7106"/>
                    <a:gd name="connsiteY4" fmla="*/ 5009 h 71494"/>
                    <a:gd name="connsiteX5" fmla="*/ 856 w 7106"/>
                    <a:gd name="connsiteY5" fmla="*/ 1156 h 71494"/>
                    <a:gd name="connsiteX6" fmla="*/ 3553 w 7106"/>
                    <a:gd name="connsiteY6" fmla="*/ 0 h 71494"/>
                    <a:gd name="connsiteX7" fmla="*/ 6208 w 7106"/>
                    <a:gd name="connsiteY7" fmla="*/ 1242 h 71494"/>
                    <a:gd name="connsiteX8" fmla="*/ 7107 w 7106"/>
                    <a:gd name="connsiteY8" fmla="*/ 5009 h 71494"/>
                    <a:gd name="connsiteX9" fmla="*/ 43 w 7106"/>
                    <a:gd name="connsiteY9" fmla="*/ 18366 h 71494"/>
                    <a:gd name="connsiteX10" fmla="*/ 942 w 7106"/>
                    <a:gd name="connsiteY10" fmla="*/ 15027 h 71494"/>
                    <a:gd name="connsiteX11" fmla="*/ 3553 w 7106"/>
                    <a:gd name="connsiteY11" fmla="*/ 13956 h 71494"/>
                    <a:gd name="connsiteX12" fmla="*/ 6208 w 7106"/>
                    <a:gd name="connsiteY12" fmla="*/ 15027 h 71494"/>
                    <a:gd name="connsiteX13" fmla="*/ 7107 w 7106"/>
                    <a:gd name="connsiteY13" fmla="*/ 18366 h 71494"/>
                    <a:gd name="connsiteX14" fmla="*/ 7107 w 7106"/>
                    <a:gd name="connsiteY14" fmla="*/ 67085 h 71494"/>
                    <a:gd name="connsiteX15" fmla="*/ 6208 w 7106"/>
                    <a:gd name="connsiteY15" fmla="*/ 70382 h 71494"/>
                    <a:gd name="connsiteX16" fmla="*/ 3553 w 7106"/>
                    <a:gd name="connsiteY16" fmla="*/ 71495 h 71494"/>
                    <a:gd name="connsiteX17" fmla="*/ 942 w 7106"/>
                    <a:gd name="connsiteY17" fmla="*/ 70382 h 71494"/>
                    <a:gd name="connsiteX18" fmla="*/ 43 w 7106"/>
                    <a:gd name="connsiteY18" fmla="*/ 67085 h 71494"/>
                    <a:gd name="connsiteX19" fmla="*/ 43 w 7106"/>
                    <a:gd name="connsiteY19" fmla="*/ 18366 h 71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106" h="71494">
                      <a:moveTo>
                        <a:pt x="7107" y="5009"/>
                      </a:moveTo>
                      <a:cubicBezTo>
                        <a:pt x="7107" y="6807"/>
                        <a:pt x="6807" y="8091"/>
                        <a:pt x="6250" y="8905"/>
                      </a:cubicBezTo>
                      <a:cubicBezTo>
                        <a:pt x="5694" y="9718"/>
                        <a:pt x="4795" y="10103"/>
                        <a:pt x="3553" y="10103"/>
                      </a:cubicBezTo>
                      <a:cubicBezTo>
                        <a:pt x="2397" y="10103"/>
                        <a:pt x="1498" y="9718"/>
                        <a:pt x="899" y="8819"/>
                      </a:cubicBezTo>
                      <a:cubicBezTo>
                        <a:pt x="300" y="8006"/>
                        <a:pt x="0" y="6721"/>
                        <a:pt x="0" y="5009"/>
                      </a:cubicBezTo>
                      <a:cubicBezTo>
                        <a:pt x="0" y="3211"/>
                        <a:pt x="300" y="1927"/>
                        <a:pt x="856" y="1156"/>
                      </a:cubicBezTo>
                      <a:cubicBezTo>
                        <a:pt x="1413" y="385"/>
                        <a:pt x="2355" y="0"/>
                        <a:pt x="3553" y="0"/>
                      </a:cubicBezTo>
                      <a:cubicBezTo>
                        <a:pt x="4752" y="0"/>
                        <a:pt x="5651" y="428"/>
                        <a:pt x="6208" y="1242"/>
                      </a:cubicBezTo>
                      <a:cubicBezTo>
                        <a:pt x="6807" y="2098"/>
                        <a:pt x="7107" y="3339"/>
                        <a:pt x="7107" y="5009"/>
                      </a:cubicBezTo>
                      <a:close/>
                      <a:moveTo>
                        <a:pt x="43" y="18366"/>
                      </a:moveTo>
                      <a:cubicBezTo>
                        <a:pt x="43" y="16910"/>
                        <a:pt x="342" y="15755"/>
                        <a:pt x="942" y="15027"/>
                      </a:cubicBezTo>
                      <a:cubicBezTo>
                        <a:pt x="1541" y="14299"/>
                        <a:pt x="2440" y="13956"/>
                        <a:pt x="3553" y="13956"/>
                      </a:cubicBezTo>
                      <a:cubicBezTo>
                        <a:pt x="4709" y="13956"/>
                        <a:pt x="5608" y="14342"/>
                        <a:pt x="6208" y="15027"/>
                      </a:cubicBezTo>
                      <a:cubicBezTo>
                        <a:pt x="6764" y="15797"/>
                        <a:pt x="7107" y="16910"/>
                        <a:pt x="7107" y="18366"/>
                      </a:cubicBezTo>
                      <a:lnTo>
                        <a:pt x="7107" y="67085"/>
                      </a:lnTo>
                      <a:cubicBezTo>
                        <a:pt x="7107" y="68541"/>
                        <a:pt x="6807" y="69654"/>
                        <a:pt x="6208" y="70382"/>
                      </a:cubicBezTo>
                      <a:cubicBezTo>
                        <a:pt x="5608" y="71152"/>
                        <a:pt x="4709" y="71495"/>
                        <a:pt x="3553" y="71495"/>
                      </a:cubicBezTo>
                      <a:cubicBezTo>
                        <a:pt x="2440" y="71495"/>
                        <a:pt x="1541" y="71152"/>
                        <a:pt x="942" y="70382"/>
                      </a:cubicBezTo>
                      <a:cubicBezTo>
                        <a:pt x="342" y="69654"/>
                        <a:pt x="43" y="68541"/>
                        <a:pt x="43" y="67085"/>
                      </a:cubicBezTo>
                      <a:lnTo>
                        <a:pt x="43" y="1836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3" name="任意多边形: 形状 22"/>
                <p:cNvSpPr/>
                <p:nvPr/>
              </p:nvSpPr>
              <p:spPr>
                <a:xfrm>
                  <a:off x="11450989" y="6483828"/>
                  <a:ext cx="8219" cy="72693"/>
                </a:xfrm>
                <a:custGeom>
                  <a:avLst/>
                  <a:gdLst>
                    <a:gd name="connsiteX0" fmla="*/ 4110 w 8219"/>
                    <a:gd name="connsiteY0" fmla="*/ 72693 h 72693"/>
                    <a:gd name="connsiteX1" fmla="*/ 1027 w 8219"/>
                    <a:gd name="connsiteY1" fmla="*/ 71366 h 72693"/>
                    <a:gd name="connsiteX2" fmla="*/ 0 w 8219"/>
                    <a:gd name="connsiteY2" fmla="*/ 67685 h 72693"/>
                    <a:gd name="connsiteX3" fmla="*/ 0 w 8219"/>
                    <a:gd name="connsiteY3" fmla="*/ 19008 h 72693"/>
                    <a:gd name="connsiteX4" fmla="*/ 1027 w 8219"/>
                    <a:gd name="connsiteY4" fmla="*/ 15284 h 72693"/>
                    <a:gd name="connsiteX5" fmla="*/ 4110 w 8219"/>
                    <a:gd name="connsiteY5" fmla="*/ 13999 h 72693"/>
                    <a:gd name="connsiteX6" fmla="*/ 7192 w 8219"/>
                    <a:gd name="connsiteY6" fmla="*/ 15284 h 72693"/>
                    <a:gd name="connsiteX7" fmla="*/ 8220 w 8219"/>
                    <a:gd name="connsiteY7" fmla="*/ 19008 h 72693"/>
                    <a:gd name="connsiteX8" fmla="*/ 8220 w 8219"/>
                    <a:gd name="connsiteY8" fmla="*/ 67727 h 72693"/>
                    <a:gd name="connsiteX9" fmla="*/ 7235 w 8219"/>
                    <a:gd name="connsiteY9" fmla="*/ 71409 h 72693"/>
                    <a:gd name="connsiteX10" fmla="*/ 4110 w 8219"/>
                    <a:gd name="connsiteY10" fmla="*/ 72693 h 72693"/>
                    <a:gd name="connsiteX11" fmla="*/ 4110 w 8219"/>
                    <a:gd name="connsiteY11" fmla="*/ 15112 h 72693"/>
                    <a:gd name="connsiteX12" fmla="*/ 1926 w 8219"/>
                    <a:gd name="connsiteY12" fmla="*/ 16011 h 72693"/>
                    <a:gd name="connsiteX13" fmla="*/ 1156 w 8219"/>
                    <a:gd name="connsiteY13" fmla="*/ 19008 h 72693"/>
                    <a:gd name="connsiteX14" fmla="*/ 1156 w 8219"/>
                    <a:gd name="connsiteY14" fmla="*/ 67727 h 72693"/>
                    <a:gd name="connsiteX15" fmla="*/ 1926 w 8219"/>
                    <a:gd name="connsiteY15" fmla="*/ 70681 h 72693"/>
                    <a:gd name="connsiteX16" fmla="*/ 4110 w 8219"/>
                    <a:gd name="connsiteY16" fmla="*/ 71580 h 72693"/>
                    <a:gd name="connsiteX17" fmla="*/ 6293 w 8219"/>
                    <a:gd name="connsiteY17" fmla="*/ 70681 h 72693"/>
                    <a:gd name="connsiteX18" fmla="*/ 7064 w 8219"/>
                    <a:gd name="connsiteY18" fmla="*/ 67727 h 72693"/>
                    <a:gd name="connsiteX19" fmla="*/ 7064 w 8219"/>
                    <a:gd name="connsiteY19" fmla="*/ 19008 h 72693"/>
                    <a:gd name="connsiteX20" fmla="*/ 6293 w 8219"/>
                    <a:gd name="connsiteY20" fmla="*/ 16011 h 72693"/>
                    <a:gd name="connsiteX21" fmla="*/ 4110 w 8219"/>
                    <a:gd name="connsiteY21" fmla="*/ 15112 h 72693"/>
                    <a:gd name="connsiteX22" fmla="*/ 4110 w 8219"/>
                    <a:gd name="connsiteY22" fmla="*/ 11302 h 72693"/>
                    <a:gd name="connsiteX23" fmla="*/ 985 w 8219"/>
                    <a:gd name="connsiteY23" fmla="*/ 9761 h 72693"/>
                    <a:gd name="connsiteX24" fmla="*/ 0 w 8219"/>
                    <a:gd name="connsiteY24" fmla="*/ 5608 h 72693"/>
                    <a:gd name="connsiteX25" fmla="*/ 942 w 8219"/>
                    <a:gd name="connsiteY25" fmla="*/ 1413 h 72693"/>
                    <a:gd name="connsiteX26" fmla="*/ 4110 w 8219"/>
                    <a:gd name="connsiteY26" fmla="*/ 0 h 72693"/>
                    <a:gd name="connsiteX27" fmla="*/ 7235 w 8219"/>
                    <a:gd name="connsiteY27" fmla="*/ 1456 h 72693"/>
                    <a:gd name="connsiteX28" fmla="*/ 8220 w 8219"/>
                    <a:gd name="connsiteY28" fmla="*/ 5565 h 72693"/>
                    <a:gd name="connsiteX29" fmla="*/ 7278 w 8219"/>
                    <a:gd name="connsiteY29" fmla="*/ 9761 h 72693"/>
                    <a:gd name="connsiteX30" fmla="*/ 4110 w 8219"/>
                    <a:gd name="connsiteY30" fmla="*/ 11302 h 72693"/>
                    <a:gd name="connsiteX31" fmla="*/ 4110 w 8219"/>
                    <a:gd name="connsiteY31" fmla="*/ 1199 h 72693"/>
                    <a:gd name="connsiteX32" fmla="*/ 1884 w 8219"/>
                    <a:gd name="connsiteY32" fmla="*/ 2141 h 72693"/>
                    <a:gd name="connsiteX33" fmla="*/ 1156 w 8219"/>
                    <a:gd name="connsiteY33" fmla="*/ 5651 h 72693"/>
                    <a:gd name="connsiteX34" fmla="*/ 1926 w 8219"/>
                    <a:gd name="connsiteY34" fmla="*/ 9119 h 72693"/>
                    <a:gd name="connsiteX35" fmla="*/ 4110 w 8219"/>
                    <a:gd name="connsiteY35" fmla="*/ 10146 h 72693"/>
                    <a:gd name="connsiteX36" fmla="*/ 6336 w 8219"/>
                    <a:gd name="connsiteY36" fmla="*/ 9162 h 72693"/>
                    <a:gd name="connsiteX37" fmla="*/ 7064 w 8219"/>
                    <a:gd name="connsiteY37" fmla="*/ 5608 h 72693"/>
                    <a:gd name="connsiteX38" fmla="*/ 6293 w 8219"/>
                    <a:gd name="connsiteY38" fmla="*/ 2183 h 72693"/>
                    <a:gd name="connsiteX39" fmla="*/ 4110 w 8219"/>
                    <a:gd name="connsiteY39" fmla="*/ 1199 h 72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8219" h="72693">
                      <a:moveTo>
                        <a:pt x="4110" y="72693"/>
                      </a:moveTo>
                      <a:cubicBezTo>
                        <a:pt x="2783" y="72693"/>
                        <a:pt x="1712" y="72265"/>
                        <a:pt x="1027" y="71366"/>
                      </a:cubicBezTo>
                      <a:cubicBezTo>
                        <a:pt x="342" y="70553"/>
                        <a:pt x="0" y="69311"/>
                        <a:pt x="0" y="67685"/>
                      </a:cubicBezTo>
                      <a:lnTo>
                        <a:pt x="0" y="19008"/>
                      </a:lnTo>
                      <a:cubicBezTo>
                        <a:pt x="0" y="17424"/>
                        <a:pt x="342" y="16140"/>
                        <a:pt x="1027" y="15284"/>
                      </a:cubicBezTo>
                      <a:cubicBezTo>
                        <a:pt x="1755" y="14427"/>
                        <a:pt x="2826" y="13999"/>
                        <a:pt x="4110" y="13999"/>
                      </a:cubicBezTo>
                      <a:cubicBezTo>
                        <a:pt x="5437" y="13999"/>
                        <a:pt x="6465" y="14427"/>
                        <a:pt x="7192" y="15284"/>
                      </a:cubicBezTo>
                      <a:cubicBezTo>
                        <a:pt x="7877" y="16183"/>
                        <a:pt x="8220" y="17467"/>
                        <a:pt x="8220" y="19008"/>
                      </a:cubicBezTo>
                      <a:lnTo>
                        <a:pt x="8220" y="67727"/>
                      </a:lnTo>
                      <a:cubicBezTo>
                        <a:pt x="8220" y="69311"/>
                        <a:pt x="7877" y="70553"/>
                        <a:pt x="7235" y="71409"/>
                      </a:cubicBezTo>
                      <a:cubicBezTo>
                        <a:pt x="6507" y="72265"/>
                        <a:pt x="5480" y="72693"/>
                        <a:pt x="4110" y="72693"/>
                      </a:cubicBezTo>
                      <a:close/>
                      <a:moveTo>
                        <a:pt x="4110" y="15112"/>
                      </a:moveTo>
                      <a:cubicBezTo>
                        <a:pt x="3168" y="15112"/>
                        <a:pt x="2440" y="15412"/>
                        <a:pt x="1926" y="16011"/>
                      </a:cubicBezTo>
                      <a:cubicBezTo>
                        <a:pt x="1413" y="16654"/>
                        <a:pt x="1156" y="17638"/>
                        <a:pt x="1156" y="19008"/>
                      </a:cubicBezTo>
                      <a:lnTo>
                        <a:pt x="1156" y="67727"/>
                      </a:lnTo>
                      <a:cubicBezTo>
                        <a:pt x="1156" y="69055"/>
                        <a:pt x="1413" y="70039"/>
                        <a:pt x="1926" y="70681"/>
                      </a:cubicBezTo>
                      <a:cubicBezTo>
                        <a:pt x="2397" y="71281"/>
                        <a:pt x="3125" y="71580"/>
                        <a:pt x="4110" y="71580"/>
                      </a:cubicBezTo>
                      <a:cubicBezTo>
                        <a:pt x="5137" y="71580"/>
                        <a:pt x="5822" y="71281"/>
                        <a:pt x="6293" y="70681"/>
                      </a:cubicBezTo>
                      <a:cubicBezTo>
                        <a:pt x="6807" y="70039"/>
                        <a:pt x="7064" y="69012"/>
                        <a:pt x="7064" y="67727"/>
                      </a:cubicBezTo>
                      <a:lnTo>
                        <a:pt x="7064" y="19008"/>
                      </a:lnTo>
                      <a:cubicBezTo>
                        <a:pt x="7064" y="17724"/>
                        <a:pt x="6807" y="16654"/>
                        <a:pt x="6293" y="16011"/>
                      </a:cubicBezTo>
                      <a:cubicBezTo>
                        <a:pt x="5822" y="15412"/>
                        <a:pt x="5095" y="15112"/>
                        <a:pt x="4110" y="15112"/>
                      </a:cubicBezTo>
                      <a:close/>
                      <a:moveTo>
                        <a:pt x="4110" y="11302"/>
                      </a:moveTo>
                      <a:cubicBezTo>
                        <a:pt x="2740" y="11302"/>
                        <a:pt x="1670" y="10788"/>
                        <a:pt x="985" y="9761"/>
                      </a:cubicBezTo>
                      <a:cubicBezTo>
                        <a:pt x="342" y="8862"/>
                        <a:pt x="0" y="7492"/>
                        <a:pt x="0" y="5608"/>
                      </a:cubicBezTo>
                      <a:cubicBezTo>
                        <a:pt x="0" y="3682"/>
                        <a:pt x="300" y="2312"/>
                        <a:pt x="942" y="1413"/>
                      </a:cubicBezTo>
                      <a:cubicBezTo>
                        <a:pt x="1627" y="514"/>
                        <a:pt x="2697" y="0"/>
                        <a:pt x="4110" y="0"/>
                      </a:cubicBezTo>
                      <a:cubicBezTo>
                        <a:pt x="5480" y="0"/>
                        <a:pt x="6550" y="514"/>
                        <a:pt x="7235" y="1456"/>
                      </a:cubicBezTo>
                      <a:cubicBezTo>
                        <a:pt x="7877" y="2397"/>
                        <a:pt x="8220" y="3810"/>
                        <a:pt x="8220" y="5565"/>
                      </a:cubicBezTo>
                      <a:cubicBezTo>
                        <a:pt x="8220" y="7449"/>
                        <a:pt x="7920" y="8862"/>
                        <a:pt x="7278" y="9761"/>
                      </a:cubicBezTo>
                      <a:cubicBezTo>
                        <a:pt x="6593" y="10831"/>
                        <a:pt x="5523" y="11302"/>
                        <a:pt x="4110" y="11302"/>
                      </a:cubicBezTo>
                      <a:close/>
                      <a:moveTo>
                        <a:pt x="4110" y="1199"/>
                      </a:moveTo>
                      <a:cubicBezTo>
                        <a:pt x="3082" y="1199"/>
                        <a:pt x="2355" y="1498"/>
                        <a:pt x="1884" y="2141"/>
                      </a:cubicBezTo>
                      <a:cubicBezTo>
                        <a:pt x="1413" y="2826"/>
                        <a:pt x="1156" y="3981"/>
                        <a:pt x="1156" y="5651"/>
                      </a:cubicBezTo>
                      <a:cubicBezTo>
                        <a:pt x="1156" y="7235"/>
                        <a:pt x="1413" y="8434"/>
                        <a:pt x="1926" y="9119"/>
                      </a:cubicBezTo>
                      <a:cubicBezTo>
                        <a:pt x="2397" y="9847"/>
                        <a:pt x="3125" y="10146"/>
                        <a:pt x="4110" y="10146"/>
                      </a:cubicBezTo>
                      <a:cubicBezTo>
                        <a:pt x="5137" y="10146"/>
                        <a:pt x="5908" y="9804"/>
                        <a:pt x="6336" y="9162"/>
                      </a:cubicBezTo>
                      <a:cubicBezTo>
                        <a:pt x="6807" y="8434"/>
                        <a:pt x="7064" y="7235"/>
                        <a:pt x="7064" y="5608"/>
                      </a:cubicBezTo>
                      <a:cubicBezTo>
                        <a:pt x="7064" y="4067"/>
                        <a:pt x="6807" y="2911"/>
                        <a:pt x="6293" y="2183"/>
                      </a:cubicBezTo>
                      <a:cubicBezTo>
                        <a:pt x="5822" y="1541"/>
                        <a:pt x="5095" y="1199"/>
                        <a:pt x="4110" y="119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6" name="图形 4"/>
              <p:cNvGrpSpPr/>
              <p:nvPr/>
            </p:nvGrpSpPr>
            <p:grpSpPr>
              <a:xfrm>
                <a:off x="11499665" y="6497827"/>
                <a:ext cx="50131" cy="58394"/>
                <a:chOff x="11499665" y="6497827"/>
                <a:chExt cx="50131" cy="58394"/>
              </a:xfrm>
              <a:solidFill>
                <a:srgbClr val="A5A7AA"/>
              </a:solidFill>
            </p:grpSpPr>
            <p:sp>
              <p:nvSpPr>
                <p:cNvPr id="20" name="任意多边形: 形状 19"/>
                <p:cNvSpPr/>
                <p:nvPr/>
              </p:nvSpPr>
              <p:spPr>
                <a:xfrm>
                  <a:off x="11500221" y="6498341"/>
                  <a:ext cx="48847" cy="57281"/>
                </a:xfrm>
                <a:custGeom>
                  <a:avLst/>
                  <a:gdLst>
                    <a:gd name="connsiteX0" fmla="*/ 4452 w 48847"/>
                    <a:gd name="connsiteY0" fmla="*/ 57281 h 57281"/>
                    <a:gd name="connsiteX1" fmla="*/ 1113 w 48847"/>
                    <a:gd name="connsiteY1" fmla="*/ 56382 h 57281"/>
                    <a:gd name="connsiteX2" fmla="*/ 0 w 48847"/>
                    <a:gd name="connsiteY2" fmla="*/ 53899 h 57281"/>
                    <a:gd name="connsiteX3" fmla="*/ 1113 w 48847"/>
                    <a:gd name="connsiteY3" fmla="*/ 51459 h 57281"/>
                    <a:gd name="connsiteX4" fmla="*/ 4538 w 48847"/>
                    <a:gd name="connsiteY4" fmla="*/ 50689 h 57281"/>
                    <a:gd name="connsiteX5" fmla="*/ 24445 w 48847"/>
                    <a:gd name="connsiteY5" fmla="*/ 50689 h 57281"/>
                    <a:gd name="connsiteX6" fmla="*/ 37802 w 48847"/>
                    <a:gd name="connsiteY6" fmla="*/ 47649 h 57281"/>
                    <a:gd name="connsiteX7" fmla="*/ 41698 w 48847"/>
                    <a:gd name="connsiteY7" fmla="*/ 37802 h 57281"/>
                    <a:gd name="connsiteX8" fmla="*/ 39258 w 48847"/>
                    <a:gd name="connsiteY8" fmla="*/ 30524 h 57281"/>
                    <a:gd name="connsiteX9" fmla="*/ 31595 w 48847"/>
                    <a:gd name="connsiteY9" fmla="*/ 26843 h 57281"/>
                    <a:gd name="connsiteX10" fmla="*/ 14085 w 48847"/>
                    <a:gd name="connsiteY10" fmla="*/ 23332 h 57281"/>
                    <a:gd name="connsiteX11" fmla="*/ 3939 w 48847"/>
                    <a:gd name="connsiteY11" fmla="*/ 19351 h 57281"/>
                    <a:gd name="connsiteX12" fmla="*/ 1284 w 48847"/>
                    <a:gd name="connsiteY12" fmla="*/ 12330 h 57281"/>
                    <a:gd name="connsiteX13" fmla="*/ 6122 w 48847"/>
                    <a:gd name="connsiteY13" fmla="*/ 3168 h 57281"/>
                    <a:gd name="connsiteX14" fmla="*/ 19950 w 48847"/>
                    <a:gd name="connsiteY14" fmla="*/ 0 h 57281"/>
                    <a:gd name="connsiteX15" fmla="*/ 39301 w 48847"/>
                    <a:gd name="connsiteY15" fmla="*/ 0 h 57281"/>
                    <a:gd name="connsiteX16" fmla="*/ 42683 w 48847"/>
                    <a:gd name="connsiteY16" fmla="*/ 856 h 57281"/>
                    <a:gd name="connsiteX17" fmla="*/ 43839 w 48847"/>
                    <a:gd name="connsiteY17" fmla="*/ 3339 h 57281"/>
                    <a:gd name="connsiteX18" fmla="*/ 42640 w 48847"/>
                    <a:gd name="connsiteY18" fmla="*/ 5737 h 57281"/>
                    <a:gd name="connsiteX19" fmla="*/ 39172 w 48847"/>
                    <a:gd name="connsiteY19" fmla="*/ 6550 h 57281"/>
                    <a:gd name="connsiteX20" fmla="*/ 17339 w 48847"/>
                    <a:gd name="connsiteY20" fmla="*/ 6550 h 57281"/>
                    <a:gd name="connsiteX21" fmla="*/ 10960 w 48847"/>
                    <a:gd name="connsiteY21" fmla="*/ 7620 h 57281"/>
                    <a:gd name="connsiteX22" fmla="*/ 9162 w 48847"/>
                    <a:gd name="connsiteY22" fmla="*/ 11345 h 57281"/>
                    <a:gd name="connsiteX23" fmla="*/ 10275 w 48847"/>
                    <a:gd name="connsiteY23" fmla="*/ 14641 h 57281"/>
                    <a:gd name="connsiteX24" fmla="*/ 13956 w 48847"/>
                    <a:gd name="connsiteY24" fmla="*/ 16354 h 57281"/>
                    <a:gd name="connsiteX25" fmla="*/ 32108 w 48847"/>
                    <a:gd name="connsiteY25" fmla="*/ 19950 h 57281"/>
                    <a:gd name="connsiteX26" fmla="*/ 44695 w 48847"/>
                    <a:gd name="connsiteY26" fmla="*/ 26029 h 57281"/>
                    <a:gd name="connsiteX27" fmla="*/ 48848 w 48847"/>
                    <a:gd name="connsiteY27" fmla="*/ 37417 h 57281"/>
                    <a:gd name="connsiteX28" fmla="*/ 42340 w 48847"/>
                    <a:gd name="connsiteY28" fmla="*/ 52273 h 57281"/>
                    <a:gd name="connsiteX29" fmla="*/ 22519 w 48847"/>
                    <a:gd name="connsiteY29" fmla="*/ 57196 h 57281"/>
                    <a:gd name="connsiteX30" fmla="*/ 4452 w 48847"/>
                    <a:gd name="connsiteY30" fmla="*/ 57196 h 5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8847" h="57281">
                      <a:moveTo>
                        <a:pt x="4452" y="57281"/>
                      </a:moveTo>
                      <a:cubicBezTo>
                        <a:pt x="2997" y="57281"/>
                        <a:pt x="1884" y="56982"/>
                        <a:pt x="1113" y="56382"/>
                      </a:cubicBezTo>
                      <a:cubicBezTo>
                        <a:pt x="385" y="55826"/>
                        <a:pt x="0" y="54970"/>
                        <a:pt x="0" y="53899"/>
                      </a:cubicBezTo>
                      <a:cubicBezTo>
                        <a:pt x="0" y="52786"/>
                        <a:pt x="385" y="51973"/>
                        <a:pt x="1113" y="51459"/>
                      </a:cubicBezTo>
                      <a:cubicBezTo>
                        <a:pt x="1884" y="50945"/>
                        <a:pt x="2997" y="50689"/>
                        <a:pt x="4538" y="50689"/>
                      </a:cubicBezTo>
                      <a:lnTo>
                        <a:pt x="24445" y="50689"/>
                      </a:lnTo>
                      <a:cubicBezTo>
                        <a:pt x="30738" y="50689"/>
                        <a:pt x="35191" y="49661"/>
                        <a:pt x="37802" y="47649"/>
                      </a:cubicBezTo>
                      <a:cubicBezTo>
                        <a:pt x="40414" y="45680"/>
                        <a:pt x="41698" y="42383"/>
                        <a:pt x="41698" y="37802"/>
                      </a:cubicBezTo>
                      <a:cubicBezTo>
                        <a:pt x="41698" y="34763"/>
                        <a:pt x="40885" y="32322"/>
                        <a:pt x="39258" y="30524"/>
                      </a:cubicBezTo>
                      <a:cubicBezTo>
                        <a:pt x="37588" y="28726"/>
                        <a:pt x="35020" y="27485"/>
                        <a:pt x="31595" y="26843"/>
                      </a:cubicBezTo>
                      <a:lnTo>
                        <a:pt x="14085" y="23332"/>
                      </a:lnTo>
                      <a:cubicBezTo>
                        <a:pt x="9119" y="22305"/>
                        <a:pt x="5737" y="21020"/>
                        <a:pt x="3939" y="19351"/>
                      </a:cubicBezTo>
                      <a:cubicBezTo>
                        <a:pt x="2183" y="17724"/>
                        <a:pt x="1284" y="15369"/>
                        <a:pt x="1284" y="12330"/>
                      </a:cubicBezTo>
                      <a:cubicBezTo>
                        <a:pt x="1284" y="8391"/>
                        <a:pt x="2911" y="5309"/>
                        <a:pt x="6122" y="3168"/>
                      </a:cubicBezTo>
                      <a:cubicBezTo>
                        <a:pt x="9376" y="1027"/>
                        <a:pt x="13956" y="0"/>
                        <a:pt x="19950" y="0"/>
                      </a:cubicBezTo>
                      <a:lnTo>
                        <a:pt x="39301" y="0"/>
                      </a:lnTo>
                      <a:cubicBezTo>
                        <a:pt x="40756" y="0"/>
                        <a:pt x="41912" y="257"/>
                        <a:pt x="42683" y="856"/>
                      </a:cubicBezTo>
                      <a:cubicBezTo>
                        <a:pt x="43453" y="1498"/>
                        <a:pt x="43839" y="2312"/>
                        <a:pt x="43839" y="3339"/>
                      </a:cubicBezTo>
                      <a:cubicBezTo>
                        <a:pt x="43839" y="4410"/>
                        <a:pt x="43453" y="5180"/>
                        <a:pt x="42640" y="5737"/>
                      </a:cubicBezTo>
                      <a:cubicBezTo>
                        <a:pt x="41869" y="6293"/>
                        <a:pt x="40713" y="6550"/>
                        <a:pt x="39172" y="6550"/>
                      </a:cubicBezTo>
                      <a:lnTo>
                        <a:pt x="17339" y="6550"/>
                      </a:lnTo>
                      <a:cubicBezTo>
                        <a:pt x="14256" y="6550"/>
                        <a:pt x="12116" y="6935"/>
                        <a:pt x="10960" y="7620"/>
                      </a:cubicBezTo>
                      <a:cubicBezTo>
                        <a:pt x="9761" y="8348"/>
                        <a:pt x="9162" y="9590"/>
                        <a:pt x="9162" y="11345"/>
                      </a:cubicBezTo>
                      <a:cubicBezTo>
                        <a:pt x="9162" y="12758"/>
                        <a:pt x="9547" y="13828"/>
                        <a:pt x="10275" y="14641"/>
                      </a:cubicBezTo>
                      <a:cubicBezTo>
                        <a:pt x="11003" y="15412"/>
                        <a:pt x="12244" y="15969"/>
                        <a:pt x="13956" y="16354"/>
                      </a:cubicBezTo>
                      <a:lnTo>
                        <a:pt x="32108" y="19950"/>
                      </a:lnTo>
                      <a:cubicBezTo>
                        <a:pt x="37759" y="21106"/>
                        <a:pt x="41955" y="23118"/>
                        <a:pt x="44695" y="26029"/>
                      </a:cubicBezTo>
                      <a:cubicBezTo>
                        <a:pt x="47478" y="28940"/>
                        <a:pt x="48848" y="32708"/>
                        <a:pt x="48848" y="37417"/>
                      </a:cubicBezTo>
                      <a:cubicBezTo>
                        <a:pt x="48848" y="44053"/>
                        <a:pt x="46664" y="49019"/>
                        <a:pt x="42340" y="52273"/>
                      </a:cubicBezTo>
                      <a:cubicBezTo>
                        <a:pt x="38016" y="55569"/>
                        <a:pt x="31423" y="57196"/>
                        <a:pt x="22519" y="57196"/>
                      </a:cubicBezTo>
                      <a:lnTo>
                        <a:pt x="4452" y="5719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11499665" y="6497827"/>
                  <a:ext cx="50131" cy="58394"/>
                </a:xfrm>
                <a:custGeom>
                  <a:avLst/>
                  <a:gdLst>
                    <a:gd name="connsiteX0" fmla="*/ 23161 w 50131"/>
                    <a:gd name="connsiteY0" fmla="*/ 58395 h 58394"/>
                    <a:gd name="connsiteX1" fmla="*/ 5009 w 50131"/>
                    <a:gd name="connsiteY1" fmla="*/ 58395 h 58394"/>
                    <a:gd name="connsiteX2" fmla="*/ 1327 w 50131"/>
                    <a:gd name="connsiteY2" fmla="*/ 57367 h 58394"/>
                    <a:gd name="connsiteX3" fmla="*/ 0 w 50131"/>
                    <a:gd name="connsiteY3" fmla="*/ 54456 h 58394"/>
                    <a:gd name="connsiteX4" fmla="*/ 1327 w 50131"/>
                    <a:gd name="connsiteY4" fmla="*/ 51545 h 58394"/>
                    <a:gd name="connsiteX5" fmla="*/ 5095 w 50131"/>
                    <a:gd name="connsiteY5" fmla="*/ 50646 h 58394"/>
                    <a:gd name="connsiteX6" fmla="*/ 25002 w 50131"/>
                    <a:gd name="connsiteY6" fmla="*/ 50646 h 58394"/>
                    <a:gd name="connsiteX7" fmla="*/ 38016 w 50131"/>
                    <a:gd name="connsiteY7" fmla="*/ 47735 h 58394"/>
                    <a:gd name="connsiteX8" fmla="*/ 41698 w 50131"/>
                    <a:gd name="connsiteY8" fmla="*/ 38359 h 58394"/>
                    <a:gd name="connsiteX9" fmla="*/ 39386 w 50131"/>
                    <a:gd name="connsiteY9" fmla="*/ 31509 h 58394"/>
                    <a:gd name="connsiteX10" fmla="*/ 32066 w 50131"/>
                    <a:gd name="connsiteY10" fmla="*/ 27999 h 58394"/>
                    <a:gd name="connsiteX11" fmla="*/ 14556 w 50131"/>
                    <a:gd name="connsiteY11" fmla="*/ 24488 h 58394"/>
                    <a:gd name="connsiteX12" fmla="*/ 4153 w 50131"/>
                    <a:gd name="connsiteY12" fmla="*/ 20378 h 58394"/>
                    <a:gd name="connsiteX13" fmla="*/ 1327 w 50131"/>
                    <a:gd name="connsiteY13" fmla="*/ 12929 h 58394"/>
                    <a:gd name="connsiteX14" fmla="*/ 6422 w 50131"/>
                    <a:gd name="connsiteY14" fmla="*/ 3254 h 58394"/>
                    <a:gd name="connsiteX15" fmla="*/ 20549 w 50131"/>
                    <a:gd name="connsiteY15" fmla="*/ 0 h 58394"/>
                    <a:gd name="connsiteX16" fmla="*/ 39900 w 50131"/>
                    <a:gd name="connsiteY16" fmla="*/ 0 h 58394"/>
                    <a:gd name="connsiteX17" fmla="*/ 43667 w 50131"/>
                    <a:gd name="connsiteY17" fmla="*/ 985 h 58394"/>
                    <a:gd name="connsiteX18" fmla="*/ 45080 w 50131"/>
                    <a:gd name="connsiteY18" fmla="*/ 3939 h 58394"/>
                    <a:gd name="connsiteX19" fmla="*/ 43625 w 50131"/>
                    <a:gd name="connsiteY19" fmla="*/ 6807 h 58394"/>
                    <a:gd name="connsiteX20" fmla="*/ 39814 w 50131"/>
                    <a:gd name="connsiteY20" fmla="*/ 7749 h 58394"/>
                    <a:gd name="connsiteX21" fmla="*/ 17981 w 50131"/>
                    <a:gd name="connsiteY21" fmla="*/ 7749 h 58394"/>
                    <a:gd name="connsiteX22" fmla="*/ 11902 w 50131"/>
                    <a:gd name="connsiteY22" fmla="*/ 8733 h 58394"/>
                    <a:gd name="connsiteX23" fmla="*/ 10403 w 50131"/>
                    <a:gd name="connsiteY23" fmla="*/ 11944 h 58394"/>
                    <a:gd name="connsiteX24" fmla="*/ 11388 w 50131"/>
                    <a:gd name="connsiteY24" fmla="*/ 14855 h 58394"/>
                    <a:gd name="connsiteX25" fmla="*/ 14770 w 50131"/>
                    <a:gd name="connsiteY25" fmla="*/ 16397 h 58394"/>
                    <a:gd name="connsiteX26" fmla="*/ 32922 w 50131"/>
                    <a:gd name="connsiteY26" fmla="*/ 19993 h 58394"/>
                    <a:gd name="connsiteX27" fmla="*/ 45808 w 50131"/>
                    <a:gd name="connsiteY27" fmla="*/ 26243 h 58394"/>
                    <a:gd name="connsiteX28" fmla="*/ 50132 w 50131"/>
                    <a:gd name="connsiteY28" fmla="*/ 38016 h 58394"/>
                    <a:gd name="connsiteX29" fmla="*/ 43368 w 50131"/>
                    <a:gd name="connsiteY29" fmla="*/ 53343 h 58394"/>
                    <a:gd name="connsiteX30" fmla="*/ 23161 w 50131"/>
                    <a:gd name="connsiteY30" fmla="*/ 58395 h 58394"/>
                    <a:gd name="connsiteX31" fmla="*/ 5137 w 50131"/>
                    <a:gd name="connsiteY31" fmla="*/ 51802 h 58394"/>
                    <a:gd name="connsiteX32" fmla="*/ 2012 w 50131"/>
                    <a:gd name="connsiteY32" fmla="*/ 52487 h 58394"/>
                    <a:gd name="connsiteX33" fmla="*/ 1156 w 50131"/>
                    <a:gd name="connsiteY33" fmla="*/ 54456 h 58394"/>
                    <a:gd name="connsiteX34" fmla="*/ 2055 w 50131"/>
                    <a:gd name="connsiteY34" fmla="*/ 56468 h 58394"/>
                    <a:gd name="connsiteX35" fmla="*/ 5052 w 50131"/>
                    <a:gd name="connsiteY35" fmla="*/ 57239 h 58394"/>
                    <a:gd name="connsiteX36" fmla="*/ 23204 w 50131"/>
                    <a:gd name="connsiteY36" fmla="*/ 57239 h 58394"/>
                    <a:gd name="connsiteX37" fmla="*/ 42683 w 50131"/>
                    <a:gd name="connsiteY37" fmla="*/ 52444 h 58394"/>
                    <a:gd name="connsiteX38" fmla="*/ 48976 w 50131"/>
                    <a:gd name="connsiteY38" fmla="*/ 38016 h 58394"/>
                    <a:gd name="connsiteX39" fmla="*/ 44952 w 50131"/>
                    <a:gd name="connsiteY39" fmla="*/ 27014 h 58394"/>
                    <a:gd name="connsiteX40" fmla="*/ 32665 w 50131"/>
                    <a:gd name="connsiteY40" fmla="*/ 21106 h 58394"/>
                    <a:gd name="connsiteX41" fmla="*/ 14513 w 50131"/>
                    <a:gd name="connsiteY41" fmla="*/ 17510 h 58394"/>
                    <a:gd name="connsiteX42" fmla="*/ 10532 w 50131"/>
                    <a:gd name="connsiteY42" fmla="*/ 15626 h 58394"/>
                    <a:gd name="connsiteX43" fmla="*/ 9247 w 50131"/>
                    <a:gd name="connsiteY43" fmla="*/ 11944 h 58394"/>
                    <a:gd name="connsiteX44" fmla="*/ 11302 w 50131"/>
                    <a:gd name="connsiteY44" fmla="*/ 7749 h 58394"/>
                    <a:gd name="connsiteX45" fmla="*/ 17981 w 50131"/>
                    <a:gd name="connsiteY45" fmla="*/ 6593 h 58394"/>
                    <a:gd name="connsiteX46" fmla="*/ 39814 w 50131"/>
                    <a:gd name="connsiteY46" fmla="*/ 6593 h 58394"/>
                    <a:gd name="connsiteX47" fmla="*/ 42940 w 50131"/>
                    <a:gd name="connsiteY47" fmla="*/ 5865 h 58394"/>
                    <a:gd name="connsiteX48" fmla="*/ 43924 w 50131"/>
                    <a:gd name="connsiteY48" fmla="*/ 3939 h 58394"/>
                    <a:gd name="connsiteX49" fmla="*/ 42940 w 50131"/>
                    <a:gd name="connsiteY49" fmla="*/ 1884 h 58394"/>
                    <a:gd name="connsiteX50" fmla="*/ 39900 w 50131"/>
                    <a:gd name="connsiteY50" fmla="*/ 1156 h 58394"/>
                    <a:gd name="connsiteX51" fmla="*/ 20549 w 50131"/>
                    <a:gd name="connsiteY51" fmla="*/ 1156 h 58394"/>
                    <a:gd name="connsiteX52" fmla="*/ 7064 w 50131"/>
                    <a:gd name="connsiteY52" fmla="*/ 4238 h 58394"/>
                    <a:gd name="connsiteX53" fmla="*/ 2483 w 50131"/>
                    <a:gd name="connsiteY53" fmla="*/ 12929 h 58394"/>
                    <a:gd name="connsiteX54" fmla="*/ 4966 w 50131"/>
                    <a:gd name="connsiteY54" fmla="*/ 19522 h 58394"/>
                    <a:gd name="connsiteX55" fmla="*/ 14813 w 50131"/>
                    <a:gd name="connsiteY55" fmla="*/ 23375 h 58394"/>
                    <a:gd name="connsiteX56" fmla="*/ 32323 w 50131"/>
                    <a:gd name="connsiteY56" fmla="*/ 26885 h 58394"/>
                    <a:gd name="connsiteX57" fmla="*/ 40285 w 50131"/>
                    <a:gd name="connsiteY57" fmla="*/ 30738 h 58394"/>
                    <a:gd name="connsiteX58" fmla="*/ 42897 w 50131"/>
                    <a:gd name="connsiteY58" fmla="*/ 38402 h 58394"/>
                    <a:gd name="connsiteX59" fmla="*/ 38744 w 50131"/>
                    <a:gd name="connsiteY59" fmla="*/ 48676 h 58394"/>
                    <a:gd name="connsiteX60" fmla="*/ 25002 w 50131"/>
                    <a:gd name="connsiteY60" fmla="*/ 51802 h 58394"/>
                    <a:gd name="connsiteX61" fmla="*/ 5137 w 50131"/>
                    <a:gd name="connsiteY61" fmla="*/ 51802 h 5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0131" h="58394">
                      <a:moveTo>
                        <a:pt x="23161" y="58395"/>
                      </a:moveTo>
                      <a:lnTo>
                        <a:pt x="5009" y="58395"/>
                      </a:lnTo>
                      <a:cubicBezTo>
                        <a:pt x="3425" y="58395"/>
                        <a:pt x="2226" y="58052"/>
                        <a:pt x="1327" y="57367"/>
                      </a:cubicBezTo>
                      <a:cubicBezTo>
                        <a:pt x="471" y="56682"/>
                        <a:pt x="0" y="55655"/>
                        <a:pt x="0" y="54456"/>
                      </a:cubicBezTo>
                      <a:cubicBezTo>
                        <a:pt x="0" y="53214"/>
                        <a:pt x="471" y="52187"/>
                        <a:pt x="1327" y="51545"/>
                      </a:cubicBezTo>
                      <a:cubicBezTo>
                        <a:pt x="2226" y="50945"/>
                        <a:pt x="3468" y="50646"/>
                        <a:pt x="5095" y="50646"/>
                      </a:cubicBezTo>
                      <a:lnTo>
                        <a:pt x="25002" y="50646"/>
                      </a:lnTo>
                      <a:cubicBezTo>
                        <a:pt x="31124" y="50646"/>
                        <a:pt x="35490" y="49661"/>
                        <a:pt x="38016" y="47735"/>
                      </a:cubicBezTo>
                      <a:cubicBezTo>
                        <a:pt x="40457" y="45894"/>
                        <a:pt x="41698" y="42726"/>
                        <a:pt x="41698" y="38359"/>
                      </a:cubicBezTo>
                      <a:cubicBezTo>
                        <a:pt x="41698" y="35448"/>
                        <a:pt x="40927" y="33136"/>
                        <a:pt x="39386" y="31509"/>
                      </a:cubicBezTo>
                      <a:cubicBezTo>
                        <a:pt x="37802" y="29797"/>
                        <a:pt x="35362" y="28641"/>
                        <a:pt x="32066" y="27999"/>
                      </a:cubicBezTo>
                      <a:lnTo>
                        <a:pt x="14556" y="24488"/>
                      </a:lnTo>
                      <a:cubicBezTo>
                        <a:pt x="9461" y="23461"/>
                        <a:pt x="6036" y="22091"/>
                        <a:pt x="4153" y="20378"/>
                      </a:cubicBezTo>
                      <a:cubicBezTo>
                        <a:pt x="2269" y="18623"/>
                        <a:pt x="1327" y="16140"/>
                        <a:pt x="1327" y="12929"/>
                      </a:cubicBezTo>
                      <a:cubicBezTo>
                        <a:pt x="1327" y="8776"/>
                        <a:pt x="3040" y="5523"/>
                        <a:pt x="6422" y="3254"/>
                      </a:cubicBezTo>
                      <a:cubicBezTo>
                        <a:pt x="9761" y="1070"/>
                        <a:pt x="14427" y="0"/>
                        <a:pt x="20549" y="0"/>
                      </a:cubicBezTo>
                      <a:lnTo>
                        <a:pt x="39900" y="0"/>
                      </a:lnTo>
                      <a:cubicBezTo>
                        <a:pt x="41570" y="0"/>
                        <a:pt x="42768" y="342"/>
                        <a:pt x="43667" y="985"/>
                      </a:cubicBezTo>
                      <a:cubicBezTo>
                        <a:pt x="44609" y="1755"/>
                        <a:pt x="45080" y="2740"/>
                        <a:pt x="45080" y="3939"/>
                      </a:cubicBezTo>
                      <a:cubicBezTo>
                        <a:pt x="45080" y="5180"/>
                        <a:pt x="44566" y="6165"/>
                        <a:pt x="43625" y="6807"/>
                      </a:cubicBezTo>
                      <a:cubicBezTo>
                        <a:pt x="42768" y="7406"/>
                        <a:pt x="41484" y="7749"/>
                        <a:pt x="39814" y="7749"/>
                      </a:cubicBezTo>
                      <a:lnTo>
                        <a:pt x="17981" y="7749"/>
                      </a:lnTo>
                      <a:cubicBezTo>
                        <a:pt x="14342" y="7749"/>
                        <a:pt x="12672" y="8305"/>
                        <a:pt x="11902" y="8733"/>
                      </a:cubicBezTo>
                      <a:cubicBezTo>
                        <a:pt x="10874" y="9376"/>
                        <a:pt x="10403" y="10403"/>
                        <a:pt x="10403" y="11944"/>
                      </a:cubicBezTo>
                      <a:cubicBezTo>
                        <a:pt x="10403" y="13186"/>
                        <a:pt x="10703" y="14128"/>
                        <a:pt x="11388" y="14855"/>
                      </a:cubicBezTo>
                      <a:cubicBezTo>
                        <a:pt x="12030" y="15540"/>
                        <a:pt x="13186" y="16054"/>
                        <a:pt x="14770" y="16397"/>
                      </a:cubicBezTo>
                      <a:lnTo>
                        <a:pt x="32922" y="19993"/>
                      </a:lnTo>
                      <a:cubicBezTo>
                        <a:pt x="38658" y="21149"/>
                        <a:pt x="42982" y="23246"/>
                        <a:pt x="45808" y="26243"/>
                      </a:cubicBezTo>
                      <a:cubicBezTo>
                        <a:pt x="48676" y="29240"/>
                        <a:pt x="50132" y="33179"/>
                        <a:pt x="50132" y="38016"/>
                      </a:cubicBezTo>
                      <a:cubicBezTo>
                        <a:pt x="50132" y="44823"/>
                        <a:pt x="47863" y="49961"/>
                        <a:pt x="43368" y="53343"/>
                      </a:cubicBezTo>
                      <a:cubicBezTo>
                        <a:pt x="38873" y="56725"/>
                        <a:pt x="32280" y="58395"/>
                        <a:pt x="23161" y="58395"/>
                      </a:cubicBezTo>
                      <a:close/>
                      <a:moveTo>
                        <a:pt x="5137" y="51802"/>
                      </a:moveTo>
                      <a:cubicBezTo>
                        <a:pt x="3725" y="51802"/>
                        <a:pt x="2697" y="52016"/>
                        <a:pt x="2012" y="52487"/>
                      </a:cubicBezTo>
                      <a:cubicBezTo>
                        <a:pt x="1456" y="52915"/>
                        <a:pt x="1156" y="53557"/>
                        <a:pt x="1156" y="54456"/>
                      </a:cubicBezTo>
                      <a:cubicBezTo>
                        <a:pt x="1156" y="55312"/>
                        <a:pt x="1456" y="55997"/>
                        <a:pt x="2055" y="56468"/>
                      </a:cubicBezTo>
                      <a:cubicBezTo>
                        <a:pt x="2740" y="56982"/>
                        <a:pt x="3682" y="57239"/>
                        <a:pt x="5052" y="57239"/>
                      </a:cubicBezTo>
                      <a:lnTo>
                        <a:pt x="23204" y="57239"/>
                      </a:lnTo>
                      <a:cubicBezTo>
                        <a:pt x="31894" y="57239"/>
                        <a:pt x="38444" y="55612"/>
                        <a:pt x="42683" y="52444"/>
                      </a:cubicBezTo>
                      <a:cubicBezTo>
                        <a:pt x="46835" y="49276"/>
                        <a:pt x="48976" y="44438"/>
                        <a:pt x="48976" y="38016"/>
                      </a:cubicBezTo>
                      <a:cubicBezTo>
                        <a:pt x="48976" y="33478"/>
                        <a:pt x="47606" y="29797"/>
                        <a:pt x="44952" y="27014"/>
                      </a:cubicBezTo>
                      <a:cubicBezTo>
                        <a:pt x="42297" y="24188"/>
                        <a:pt x="38188" y="22219"/>
                        <a:pt x="32665" y="21106"/>
                      </a:cubicBezTo>
                      <a:lnTo>
                        <a:pt x="14513" y="17510"/>
                      </a:lnTo>
                      <a:cubicBezTo>
                        <a:pt x="12715" y="17124"/>
                        <a:pt x="11345" y="16482"/>
                        <a:pt x="10532" y="15626"/>
                      </a:cubicBezTo>
                      <a:cubicBezTo>
                        <a:pt x="9675" y="14641"/>
                        <a:pt x="9247" y="13443"/>
                        <a:pt x="9247" y="11944"/>
                      </a:cubicBezTo>
                      <a:cubicBezTo>
                        <a:pt x="9247" y="10018"/>
                        <a:pt x="9932" y="8605"/>
                        <a:pt x="11302" y="7749"/>
                      </a:cubicBezTo>
                      <a:cubicBezTo>
                        <a:pt x="12586" y="6978"/>
                        <a:pt x="14855" y="6593"/>
                        <a:pt x="17981" y="6593"/>
                      </a:cubicBezTo>
                      <a:lnTo>
                        <a:pt x="39814" y="6593"/>
                      </a:lnTo>
                      <a:cubicBezTo>
                        <a:pt x="41184" y="6593"/>
                        <a:pt x="42297" y="6336"/>
                        <a:pt x="42940" y="5865"/>
                      </a:cubicBezTo>
                      <a:cubicBezTo>
                        <a:pt x="43582" y="5394"/>
                        <a:pt x="43924" y="4795"/>
                        <a:pt x="43924" y="3939"/>
                      </a:cubicBezTo>
                      <a:cubicBezTo>
                        <a:pt x="43924" y="3082"/>
                        <a:pt x="43625" y="2440"/>
                        <a:pt x="42940" y="1884"/>
                      </a:cubicBezTo>
                      <a:cubicBezTo>
                        <a:pt x="42297" y="1370"/>
                        <a:pt x="41313" y="1156"/>
                        <a:pt x="39900" y="1156"/>
                      </a:cubicBezTo>
                      <a:lnTo>
                        <a:pt x="20549" y="1156"/>
                      </a:lnTo>
                      <a:cubicBezTo>
                        <a:pt x="14684" y="1156"/>
                        <a:pt x="10146" y="2183"/>
                        <a:pt x="7064" y="4238"/>
                      </a:cubicBezTo>
                      <a:cubicBezTo>
                        <a:pt x="4024" y="6250"/>
                        <a:pt x="2483" y="9204"/>
                        <a:pt x="2483" y="12929"/>
                      </a:cubicBezTo>
                      <a:cubicBezTo>
                        <a:pt x="2483" y="15797"/>
                        <a:pt x="3297" y="17981"/>
                        <a:pt x="4966" y="19522"/>
                      </a:cubicBezTo>
                      <a:cubicBezTo>
                        <a:pt x="6679" y="21106"/>
                        <a:pt x="9975" y="22390"/>
                        <a:pt x="14813" y="23375"/>
                      </a:cubicBezTo>
                      <a:lnTo>
                        <a:pt x="32323" y="26885"/>
                      </a:lnTo>
                      <a:cubicBezTo>
                        <a:pt x="35833" y="27570"/>
                        <a:pt x="38530" y="28855"/>
                        <a:pt x="40285" y="30738"/>
                      </a:cubicBezTo>
                      <a:cubicBezTo>
                        <a:pt x="42041" y="32622"/>
                        <a:pt x="42897" y="35191"/>
                        <a:pt x="42897" y="38402"/>
                      </a:cubicBezTo>
                      <a:cubicBezTo>
                        <a:pt x="42897" y="43154"/>
                        <a:pt x="41484" y="46621"/>
                        <a:pt x="38744" y="48676"/>
                      </a:cubicBezTo>
                      <a:cubicBezTo>
                        <a:pt x="36004" y="50774"/>
                        <a:pt x="31381" y="51802"/>
                        <a:pt x="25002" y="51802"/>
                      </a:cubicBezTo>
                      <a:lnTo>
                        <a:pt x="5137" y="5180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7" name="图形 4"/>
              <p:cNvGrpSpPr/>
              <p:nvPr/>
            </p:nvGrpSpPr>
            <p:grpSpPr>
              <a:xfrm>
                <a:off x="11587941" y="6496671"/>
                <a:ext cx="53428" cy="59550"/>
                <a:chOff x="11587941" y="6496671"/>
                <a:chExt cx="53428" cy="59550"/>
              </a:xfrm>
              <a:solidFill>
                <a:srgbClr val="A5A7AA"/>
              </a:solidFill>
            </p:grpSpPr>
            <p:sp>
              <p:nvSpPr>
                <p:cNvPr id="18" name="任意多边形: 形状 17"/>
                <p:cNvSpPr/>
                <p:nvPr/>
              </p:nvSpPr>
              <p:spPr>
                <a:xfrm>
                  <a:off x="11588455" y="6497270"/>
                  <a:ext cx="52272" cy="58351"/>
                </a:xfrm>
                <a:custGeom>
                  <a:avLst/>
                  <a:gdLst>
                    <a:gd name="connsiteX0" fmla="*/ 46536 w 52272"/>
                    <a:gd name="connsiteY0" fmla="*/ 51844 h 58351"/>
                    <a:gd name="connsiteX1" fmla="*/ 49918 w 52272"/>
                    <a:gd name="connsiteY1" fmla="*/ 52658 h 58351"/>
                    <a:gd name="connsiteX2" fmla="*/ 51074 w 52272"/>
                    <a:gd name="connsiteY2" fmla="*/ 55055 h 58351"/>
                    <a:gd name="connsiteX3" fmla="*/ 49961 w 52272"/>
                    <a:gd name="connsiteY3" fmla="*/ 57538 h 58351"/>
                    <a:gd name="connsiteX4" fmla="*/ 46536 w 52272"/>
                    <a:gd name="connsiteY4" fmla="*/ 58352 h 58351"/>
                    <a:gd name="connsiteX5" fmla="*/ 35191 w 52272"/>
                    <a:gd name="connsiteY5" fmla="*/ 58352 h 58351"/>
                    <a:gd name="connsiteX6" fmla="*/ 21149 w 52272"/>
                    <a:gd name="connsiteY6" fmla="*/ 57196 h 58351"/>
                    <a:gd name="connsiteX7" fmla="*/ 11730 w 52272"/>
                    <a:gd name="connsiteY7" fmla="*/ 53343 h 58351"/>
                    <a:gd name="connsiteX8" fmla="*/ 3125 w 52272"/>
                    <a:gd name="connsiteY8" fmla="*/ 43325 h 58351"/>
                    <a:gd name="connsiteX9" fmla="*/ 0 w 52272"/>
                    <a:gd name="connsiteY9" fmla="*/ 29069 h 58351"/>
                    <a:gd name="connsiteX10" fmla="*/ 7663 w 52272"/>
                    <a:gd name="connsiteY10" fmla="*/ 8263 h 58351"/>
                    <a:gd name="connsiteX11" fmla="*/ 27099 w 52272"/>
                    <a:gd name="connsiteY11" fmla="*/ 0 h 58351"/>
                    <a:gd name="connsiteX12" fmla="*/ 44994 w 52272"/>
                    <a:gd name="connsiteY12" fmla="*/ 6935 h 58351"/>
                    <a:gd name="connsiteX13" fmla="*/ 52272 w 52272"/>
                    <a:gd name="connsiteY13" fmla="*/ 23589 h 58351"/>
                    <a:gd name="connsiteX14" fmla="*/ 52272 w 52272"/>
                    <a:gd name="connsiteY14" fmla="*/ 25772 h 58351"/>
                    <a:gd name="connsiteX15" fmla="*/ 51373 w 52272"/>
                    <a:gd name="connsiteY15" fmla="*/ 27999 h 58351"/>
                    <a:gd name="connsiteX16" fmla="*/ 48805 w 52272"/>
                    <a:gd name="connsiteY16" fmla="*/ 28769 h 58351"/>
                    <a:gd name="connsiteX17" fmla="*/ 7834 w 52272"/>
                    <a:gd name="connsiteY17" fmla="*/ 28769 h 58351"/>
                    <a:gd name="connsiteX18" fmla="*/ 7834 w 52272"/>
                    <a:gd name="connsiteY18" fmla="*/ 29069 h 58351"/>
                    <a:gd name="connsiteX19" fmla="*/ 13914 w 52272"/>
                    <a:gd name="connsiteY19" fmla="*/ 46621 h 58351"/>
                    <a:gd name="connsiteX20" fmla="*/ 34549 w 52272"/>
                    <a:gd name="connsiteY20" fmla="*/ 51844 h 58351"/>
                    <a:gd name="connsiteX21" fmla="*/ 46536 w 52272"/>
                    <a:gd name="connsiteY21" fmla="*/ 51844 h 58351"/>
                    <a:gd name="connsiteX22" fmla="*/ 8519 w 52272"/>
                    <a:gd name="connsiteY22" fmla="*/ 22647 h 58351"/>
                    <a:gd name="connsiteX23" fmla="*/ 44780 w 52272"/>
                    <a:gd name="connsiteY23" fmla="*/ 22647 h 58351"/>
                    <a:gd name="connsiteX24" fmla="*/ 39557 w 52272"/>
                    <a:gd name="connsiteY24" fmla="*/ 10532 h 58351"/>
                    <a:gd name="connsiteX25" fmla="*/ 26629 w 52272"/>
                    <a:gd name="connsiteY25" fmla="*/ 5994 h 58351"/>
                    <a:gd name="connsiteX26" fmla="*/ 13871 w 52272"/>
                    <a:gd name="connsiteY26" fmla="*/ 10532 h 58351"/>
                    <a:gd name="connsiteX27" fmla="*/ 8519 w 52272"/>
                    <a:gd name="connsiteY27" fmla="*/ 22647 h 5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2272" h="58351">
                      <a:moveTo>
                        <a:pt x="46536" y="51844"/>
                      </a:moveTo>
                      <a:cubicBezTo>
                        <a:pt x="48034" y="51844"/>
                        <a:pt x="49147" y="52144"/>
                        <a:pt x="49918" y="52658"/>
                      </a:cubicBezTo>
                      <a:cubicBezTo>
                        <a:pt x="50688" y="53214"/>
                        <a:pt x="51074" y="54028"/>
                        <a:pt x="51074" y="55055"/>
                      </a:cubicBezTo>
                      <a:cubicBezTo>
                        <a:pt x="51074" y="56126"/>
                        <a:pt x="50688" y="56939"/>
                        <a:pt x="49961" y="57538"/>
                      </a:cubicBezTo>
                      <a:cubicBezTo>
                        <a:pt x="49190" y="58138"/>
                        <a:pt x="48034" y="58352"/>
                        <a:pt x="46536" y="58352"/>
                      </a:cubicBezTo>
                      <a:lnTo>
                        <a:pt x="35191" y="58352"/>
                      </a:lnTo>
                      <a:cubicBezTo>
                        <a:pt x="29411" y="58352"/>
                        <a:pt x="24702" y="57966"/>
                        <a:pt x="21149" y="57196"/>
                      </a:cubicBezTo>
                      <a:cubicBezTo>
                        <a:pt x="17595" y="56425"/>
                        <a:pt x="14470" y="55141"/>
                        <a:pt x="11730" y="53343"/>
                      </a:cubicBezTo>
                      <a:cubicBezTo>
                        <a:pt x="8134" y="50988"/>
                        <a:pt x="5266" y="47606"/>
                        <a:pt x="3125" y="43325"/>
                      </a:cubicBezTo>
                      <a:cubicBezTo>
                        <a:pt x="1027" y="38958"/>
                        <a:pt x="0" y="34249"/>
                        <a:pt x="0" y="29069"/>
                      </a:cubicBezTo>
                      <a:cubicBezTo>
                        <a:pt x="0" y="20678"/>
                        <a:pt x="2569" y="13742"/>
                        <a:pt x="7663" y="8263"/>
                      </a:cubicBezTo>
                      <a:cubicBezTo>
                        <a:pt x="12758" y="2783"/>
                        <a:pt x="19265" y="0"/>
                        <a:pt x="27099" y="0"/>
                      </a:cubicBezTo>
                      <a:cubicBezTo>
                        <a:pt x="34121" y="0"/>
                        <a:pt x="40071" y="2312"/>
                        <a:pt x="44994" y="6935"/>
                      </a:cubicBezTo>
                      <a:cubicBezTo>
                        <a:pt x="49875" y="11559"/>
                        <a:pt x="52272" y="17124"/>
                        <a:pt x="52272" y="23589"/>
                      </a:cubicBezTo>
                      <a:lnTo>
                        <a:pt x="52272" y="25772"/>
                      </a:lnTo>
                      <a:cubicBezTo>
                        <a:pt x="52272" y="26757"/>
                        <a:pt x="51973" y="27485"/>
                        <a:pt x="51373" y="27999"/>
                      </a:cubicBezTo>
                      <a:cubicBezTo>
                        <a:pt x="50817" y="28512"/>
                        <a:pt x="49918" y="28769"/>
                        <a:pt x="48805" y="28769"/>
                      </a:cubicBezTo>
                      <a:lnTo>
                        <a:pt x="7834" y="28769"/>
                      </a:lnTo>
                      <a:lnTo>
                        <a:pt x="7834" y="29069"/>
                      </a:lnTo>
                      <a:cubicBezTo>
                        <a:pt x="7834" y="37246"/>
                        <a:pt x="9847" y="43111"/>
                        <a:pt x="13914" y="46621"/>
                      </a:cubicBezTo>
                      <a:cubicBezTo>
                        <a:pt x="17938" y="50132"/>
                        <a:pt x="24830" y="51844"/>
                        <a:pt x="34549" y="51844"/>
                      </a:cubicBezTo>
                      <a:lnTo>
                        <a:pt x="46536" y="51844"/>
                      </a:lnTo>
                      <a:close/>
                      <a:moveTo>
                        <a:pt x="8519" y="22647"/>
                      </a:moveTo>
                      <a:lnTo>
                        <a:pt x="44780" y="22647"/>
                      </a:lnTo>
                      <a:cubicBezTo>
                        <a:pt x="44566" y="17553"/>
                        <a:pt x="42811" y="13486"/>
                        <a:pt x="39557" y="10532"/>
                      </a:cubicBezTo>
                      <a:cubicBezTo>
                        <a:pt x="36304" y="7535"/>
                        <a:pt x="31980" y="5994"/>
                        <a:pt x="26629" y="5994"/>
                      </a:cubicBezTo>
                      <a:cubicBezTo>
                        <a:pt x="21406" y="5994"/>
                        <a:pt x="17167" y="7535"/>
                        <a:pt x="13871" y="10532"/>
                      </a:cubicBezTo>
                      <a:cubicBezTo>
                        <a:pt x="10617" y="13443"/>
                        <a:pt x="8819" y="17553"/>
                        <a:pt x="8519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11587941" y="6496671"/>
                  <a:ext cx="53428" cy="59550"/>
                </a:xfrm>
                <a:custGeom>
                  <a:avLst/>
                  <a:gdLst>
                    <a:gd name="connsiteX0" fmla="*/ 47050 w 53428"/>
                    <a:gd name="connsiteY0" fmla="*/ 59550 h 59550"/>
                    <a:gd name="connsiteX1" fmla="*/ 35705 w 53428"/>
                    <a:gd name="connsiteY1" fmla="*/ 59550 h 59550"/>
                    <a:gd name="connsiteX2" fmla="*/ 21534 w 53428"/>
                    <a:gd name="connsiteY2" fmla="*/ 58352 h 59550"/>
                    <a:gd name="connsiteX3" fmla="*/ 11944 w 53428"/>
                    <a:gd name="connsiteY3" fmla="*/ 54413 h 59550"/>
                    <a:gd name="connsiteX4" fmla="*/ 3168 w 53428"/>
                    <a:gd name="connsiteY4" fmla="*/ 44181 h 59550"/>
                    <a:gd name="connsiteX5" fmla="*/ 0 w 53428"/>
                    <a:gd name="connsiteY5" fmla="*/ 29668 h 59550"/>
                    <a:gd name="connsiteX6" fmla="*/ 7792 w 53428"/>
                    <a:gd name="connsiteY6" fmla="*/ 8434 h 59550"/>
                    <a:gd name="connsiteX7" fmla="*/ 27656 w 53428"/>
                    <a:gd name="connsiteY7" fmla="*/ 0 h 59550"/>
                    <a:gd name="connsiteX8" fmla="*/ 45936 w 53428"/>
                    <a:gd name="connsiteY8" fmla="*/ 7064 h 59550"/>
                    <a:gd name="connsiteX9" fmla="*/ 53428 w 53428"/>
                    <a:gd name="connsiteY9" fmla="*/ 24146 h 59550"/>
                    <a:gd name="connsiteX10" fmla="*/ 53428 w 53428"/>
                    <a:gd name="connsiteY10" fmla="*/ 26329 h 59550"/>
                    <a:gd name="connsiteX11" fmla="*/ 52358 w 53428"/>
                    <a:gd name="connsiteY11" fmla="*/ 28983 h 59550"/>
                    <a:gd name="connsiteX12" fmla="*/ 49404 w 53428"/>
                    <a:gd name="connsiteY12" fmla="*/ 29925 h 59550"/>
                    <a:gd name="connsiteX13" fmla="*/ 9033 w 53428"/>
                    <a:gd name="connsiteY13" fmla="*/ 29925 h 59550"/>
                    <a:gd name="connsiteX14" fmla="*/ 14941 w 53428"/>
                    <a:gd name="connsiteY14" fmla="*/ 46750 h 59550"/>
                    <a:gd name="connsiteX15" fmla="*/ 35191 w 53428"/>
                    <a:gd name="connsiteY15" fmla="*/ 51844 h 59550"/>
                    <a:gd name="connsiteX16" fmla="*/ 47135 w 53428"/>
                    <a:gd name="connsiteY16" fmla="*/ 51844 h 59550"/>
                    <a:gd name="connsiteX17" fmla="*/ 50860 w 53428"/>
                    <a:gd name="connsiteY17" fmla="*/ 52786 h 59550"/>
                    <a:gd name="connsiteX18" fmla="*/ 52273 w 53428"/>
                    <a:gd name="connsiteY18" fmla="*/ 55655 h 59550"/>
                    <a:gd name="connsiteX19" fmla="*/ 50945 w 53428"/>
                    <a:gd name="connsiteY19" fmla="*/ 58566 h 59550"/>
                    <a:gd name="connsiteX20" fmla="*/ 47050 w 53428"/>
                    <a:gd name="connsiteY20" fmla="*/ 59550 h 59550"/>
                    <a:gd name="connsiteX21" fmla="*/ 27613 w 53428"/>
                    <a:gd name="connsiteY21" fmla="*/ 1199 h 59550"/>
                    <a:gd name="connsiteX22" fmla="*/ 8605 w 53428"/>
                    <a:gd name="connsiteY22" fmla="*/ 9247 h 59550"/>
                    <a:gd name="connsiteX23" fmla="*/ 1113 w 53428"/>
                    <a:gd name="connsiteY23" fmla="*/ 29668 h 59550"/>
                    <a:gd name="connsiteX24" fmla="*/ 4196 w 53428"/>
                    <a:gd name="connsiteY24" fmla="*/ 43667 h 59550"/>
                    <a:gd name="connsiteX25" fmla="*/ 12586 w 53428"/>
                    <a:gd name="connsiteY25" fmla="*/ 53428 h 59550"/>
                    <a:gd name="connsiteX26" fmla="*/ 21791 w 53428"/>
                    <a:gd name="connsiteY26" fmla="*/ 57196 h 59550"/>
                    <a:gd name="connsiteX27" fmla="*/ 35705 w 53428"/>
                    <a:gd name="connsiteY27" fmla="*/ 58352 h 59550"/>
                    <a:gd name="connsiteX28" fmla="*/ 47050 w 53428"/>
                    <a:gd name="connsiteY28" fmla="*/ 58352 h 59550"/>
                    <a:gd name="connsiteX29" fmla="*/ 50132 w 53428"/>
                    <a:gd name="connsiteY29" fmla="*/ 57624 h 59550"/>
                    <a:gd name="connsiteX30" fmla="*/ 51031 w 53428"/>
                    <a:gd name="connsiteY30" fmla="*/ 55612 h 59550"/>
                    <a:gd name="connsiteX31" fmla="*/ 50089 w 53428"/>
                    <a:gd name="connsiteY31" fmla="*/ 53685 h 59550"/>
                    <a:gd name="connsiteX32" fmla="*/ 47007 w 53428"/>
                    <a:gd name="connsiteY32" fmla="*/ 52957 h 59550"/>
                    <a:gd name="connsiteX33" fmla="*/ 35062 w 53428"/>
                    <a:gd name="connsiteY33" fmla="*/ 52957 h 59550"/>
                    <a:gd name="connsiteX34" fmla="*/ 14042 w 53428"/>
                    <a:gd name="connsiteY34" fmla="*/ 47563 h 59550"/>
                    <a:gd name="connsiteX35" fmla="*/ 7749 w 53428"/>
                    <a:gd name="connsiteY35" fmla="*/ 29583 h 59550"/>
                    <a:gd name="connsiteX36" fmla="*/ 7749 w 53428"/>
                    <a:gd name="connsiteY36" fmla="*/ 28684 h 59550"/>
                    <a:gd name="connsiteX37" fmla="*/ 49276 w 53428"/>
                    <a:gd name="connsiteY37" fmla="*/ 28684 h 59550"/>
                    <a:gd name="connsiteX38" fmla="*/ 51459 w 53428"/>
                    <a:gd name="connsiteY38" fmla="*/ 28041 h 59550"/>
                    <a:gd name="connsiteX39" fmla="*/ 52144 w 53428"/>
                    <a:gd name="connsiteY39" fmla="*/ 26243 h 59550"/>
                    <a:gd name="connsiteX40" fmla="*/ 52144 w 53428"/>
                    <a:gd name="connsiteY40" fmla="*/ 24060 h 59550"/>
                    <a:gd name="connsiteX41" fmla="*/ 45037 w 53428"/>
                    <a:gd name="connsiteY41" fmla="*/ 7834 h 59550"/>
                    <a:gd name="connsiteX42" fmla="*/ 27613 w 53428"/>
                    <a:gd name="connsiteY42" fmla="*/ 1199 h 59550"/>
                    <a:gd name="connsiteX43" fmla="*/ 45894 w 53428"/>
                    <a:gd name="connsiteY43" fmla="*/ 23803 h 59550"/>
                    <a:gd name="connsiteX44" fmla="*/ 8434 w 53428"/>
                    <a:gd name="connsiteY44" fmla="*/ 23803 h 59550"/>
                    <a:gd name="connsiteX45" fmla="*/ 8477 w 53428"/>
                    <a:gd name="connsiteY45" fmla="*/ 23204 h 59550"/>
                    <a:gd name="connsiteX46" fmla="*/ 14042 w 53428"/>
                    <a:gd name="connsiteY46" fmla="*/ 10703 h 59550"/>
                    <a:gd name="connsiteX47" fmla="*/ 27185 w 53428"/>
                    <a:gd name="connsiteY47" fmla="*/ 6036 h 59550"/>
                    <a:gd name="connsiteX48" fmla="*/ 40499 w 53428"/>
                    <a:gd name="connsiteY48" fmla="*/ 10703 h 59550"/>
                    <a:gd name="connsiteX49" fmla="*/ 45894 w 53428"/>
                    <a:gd name="connsiteY49" fmla="*/ 23246 h 59550"/>
                    <a:gd name="connsiteX50" fmla="*/ 45894 w 53428"/>
                    <a:gd name="connsiteY50" fmla="*/ 23803 h 59550"/>
                    <a:gd name="connsiteX51" fmla="*/ 9675 w 53428"/>
                    <a:gd name="connsiteY51" fmla="*/ 22647 h 59550"/>
                    <a:gd name="connsiteX52" fmla="*/ 44695 w 53428"/>
                    <a:gd name="connsiteY52" fmla="*/ 22647 h 59550"/>
                    <a:gd name="connsiteX53" fmla="*/ 39686 w 53428"/>
                    <a:gd name="connsiteY53" fmla="*/ 11516 h 59550"/>
                    <a:gd name="connsiteX54" fmla="*/ 27142 w 53428"/>
                    <a:gd name="connsiteY54" fmla="*/ 7149 h 59550"/>
                    <a:gd name="connsiteX55" fmla="*/ 14770 w 53428"/>
                    <a:gd name="connsiteY55" fmla="*/ 11516 h 59550"/>
                    <a:gd name="connsiteX56" fmla="*/ 9675 w 53428"/>
                    <a:gd name="connsiteY56" fmla="*/ 22647 h 5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53428" h="59550">
                      <a:moveTo>
                        <a:pt x="47050" y="59550"/>
                      </a:moveTo>
                      <a:lnTo>
                        <a:pt x="35705" y="59550"/>
                      </a:lnTo>
                      <a:cubicBezTo>
                        <a:pt x="29711" y="59550"/>
                        <a:pt x="25087" y="59165"/>
                        <a:pt x="21534" y="58352"/>
                      </a:cubicBezTo>
                      <a:cubicBezTo>
                        <a:pt x="17895" y="57581"/>
                        <a:pt x="14770" y="56297"/>
                        <a:pt x="11944" y="54413"/>
                      </a:cubicBezTo>
                      <a:cubicBezTo>
                        <a:pt x="8263" y="52016"/>
                        <a:pt x="5309" y="48591"/>
                        <a:pt x="3168" y="44181"/>
                      </a:cubicBezTo>
                      <a:cubicBezTo>
                        <a:pt x="1028" y="39729"/>
                        <a:pt x="0" y="34977"/>
                        <a:pt x="0" y="29668"/>
                      </a:cubicBezTo>
                      <a:cubicBezTo>
                        <a:pt x="0" y="21149"/>
                        <a:pt x="2612" y="13999"/>
                        <a:pt x="7792" y="8434"/>
                      </a:cubicBezTo>
                      <a:cubicBezTo>
                        <a:pt x="12972" y="2826"/>
                        <a:pt x="19650" y="0"/>
                        <a:pt x="27656" y="0"/>
                      </a:cubicBezTo>
                      <a:cubicBezTo>
                        <a:pt x="34763" y="0"/>
                        <a:pt x="40928" y="2397"/>
                        <a:pt x="45936" y="7064"/>
                      </a:cubicBezTo>
                      <a:cubicBezTo>
                        <a:pt x="50903" y="11773"/>
                        <a:pt x="53428" y="17510"/>
                        <a:pt x="53428" y="24146"/>
                      </a:cubicBezTo>
                      <a:lnTo>
                        <a:pt x="53428" y="26329"/>
                      </a:lnTo>
                      <a:cubicBezTo>
                        <a:pt x="53428" y="27485"/>
                        <a:pt x="53086" y="28384"/>
                        <a:pt x="52358" y="28983"/>
                      </a:cubicBezTo>
                      <a:cubicBezTo>
                        <a:pt x="51673" y="29583"/>
                        <a:pt x="50689" y="29925"/>
                        <a:pt x="49404" y="29925"/>
                      </a:cubicBezTo>
                      <a:lnTo>
                        <a:pt x="9033" y="29925"/>
                      </a:lnTo>
                      <a:cubicBezTo>
                        <a:pt x="9076" y="37759"/>
                        <a:pt x="11045" y="43411"/>
                        <a:pt x="14941" y="46750"/>
                      </a:cubicBezTo>
                      <a:cubicBezTo>
                        <a:pt x="18837" y="50132"/>
                        <a:pt x="25687" y="51844"/>
                        <a:pt x="35191" y="51844"/>
                      </a:cubicBezTo>
                      <a:lnTo>
                        <a:pt x="47135" y="51844"/>
                      </a:lnTo>
                      <a:cubicBezTo>
                        <a:pt x="48719" y="51844"/>
                        <a:pt x="50004" y="52144"/>
                        <a:pt x="50860" y="52786"/>
                      </a:cubicBezTo>
                      <a:cubicBezTo>
                        <a:pt x="51802" y="53428"/>
                        <a:pt x="52273" y="54413"/>
                        <a:pt x="52273" y="55655"/>
                      </a:cubicBezTo>
                      <a:cubicBezTo>
                        <a:pt x="52273" y="56896"/>
                        <a:pt x="51802" y="57881"/>
                        <a:pt x="50945" y="58566"/>
                      </a:cubicBezTo>
                      <a:cubicBezTo>
                        <a:pt x="50004" y="59251"/>
                        <a:pt x="48805" y="59550"/>
                        <a:pt x="47050" y="59550"/>
                      </a:cubicBezTo>
                      <a:close/>
                      <a:moveTo>
                        <a:pt x="27613" y="1199"/>
                      </a:moveTo>
                      <a:cubicBezTo>
                        <a:pt x="19950" y="1199"/>
                        <a:pt x="13571" y="3896"/>
                        <a:pt x="8605" y="9247"/>
                      </a:cubicBezTo>
                      <a:cubicBezTo>
                        <a:pt x="3639" y="14599"/>
                        <a:pt x="1113" y="21448"/>
                        <a:pt x="1113" y="29668"/>
                      </a:cubicBezTo>
                      <a:cubicBezTo>
                        <a:pt x="1113" y="34806"/>
                        <a:pt x="2141" y="39386"/>
                        <a:pt x="4196" y="43667"/>
                      </a:cubicBezTo>
                      <a:cubicBezTo>
                        <a:pt x="6251" y="47863"/>
                        <a:pt x="9076" y="51159"/>
                        <a:pt x="12586" y="53428"/>
                      </a:cubicBezTo>
                      <a:cubicBezTo>
                        <a:pt x="15284" y="55184"/>
                        <a:pt x="18280" y="56425"/>
                        <a:pt x="21791" y="57196"/>
                      </a:cubicBezTo>
                      <a:cubicBezTo>
                        <a:pt x="25216" y="57966"/>
                        <a:pt x="29882" y="58352"/>
                        <a:pt x="35705" y="58352"/>
                      </a:cubicBezTo>
                      <a:lnTo>
                        <a:pt x="47050" y="58352"/>
                      </a:lnTo>
                      <a:cubicBezTo>
                        <a:pt x="48505" y="58352"/>
                        <a:pt x="49490" y="58138"/>
                        <a:pt x="50132" y="57624"/>
                      </a:cubicBezTo>
                      <a:cubicBezTo>
                        <a:pt x="50731" y="57153"/>
                        <a:pt x="51031" y="56511"/>
                        <a:pt x="51031" y="55612"/>
                      </a:cubicBezTo>
                      <a:cubicBezTo>
                        <a:pt x="51031" y="54756"/>
                        <a:pt x="50731" y="54156"/>
                        <a:pt x="50089" y="53685"/>
                      </a:cubicBezTo>
                      <a:cubicBezTo>
                        <a:pt x="49404" y="53214"/>
                        <a:pt x="48377" y="52957"/>
                        <a:pt x="47007" y="52957"/>
                      </a:cubicBezTo>
                      <a:lnTo>
                        <a:pt x="35062" y="52957"/>
                      </a:lnTo>
                      <a:cubicBezTo>
                        <a:pt x="25259" y="52957"/>
                        <a:pt x="18195" y="51159"/>
                        <a:pt x="14042" y="47563"/>
                      </a:cubicBezTo>
                      <a:cubicBezTo>
                        <a:pt x="9890" y="43967"/>
                        <a:pt x="7749" y="37931"/>
                        <a:pt x="7749" y="29583"/>
                      </a:cubicBezTo>
                      <a:lnTo>
                        <a:pt x="7749" y="28684"/>
                      </a:lnTo>
                      <a:lnTo>
                        <a:pt x="49276" y="28684"/>
                      </a:lnTo>
                      <a:cubicBezTo>
                        <a:pt x="50260" y="28684"/>
                        <a:pt x="50988" y="28469"/>
                        <a:pt x="51459" y="28041"/>
                      </a:cubicBezTo>
                      <a:cubicBezTo>
                        <a:pt x="51930" y="27613"/>
                        <a:pt x="52144" y="27057"/>
                        <a:pt x="52144" y="26243"/>
                      </a:cubicBezTo>
                      <a:lnTo>
                        <a:pt x="52144" y="24060"/>
                      </a:lnTo>
                      <a:cubicBezTo>
                        <a:pt x="52144" y="17767"/>
                        <a:pt x="49747" y="12330"/>
                        <a:pt x="45037" y="7834"/>
                      </a:cubicBezTo>
                      <a:cubicBezTo>
                        <a:pt x="40328" y="3468"/>
                        <a:pt x="34420" y="1199"/>
                        <a:pt x="27613" y="1199"/>
                      </a:cubicBezTo>
                      <a:close/>
                      <a:moveTo>
                        <a:pt x="45894" y="23803"/>
                      </a:moveTo>
                      <a:lnTo>
                        <a:pt x="8434" y="23803"/>
                      </a:lnTo>
                      <a:lnTo>
                        <a:pt x="8477" y="23204"/>
                      </a:lnTo>
                      <a:cubicBezTo>
                        <a:pt x="8776" y="17938"/>
                        <a:pt x="10660" y="13742"/>
                        <a:pt x="14042" y="10703"/>
                      </a:cubicBezTo>
                      <a:cubicBezTo>
                        <a:pt x="17424" y="7620"/>
                        <a:pt x="21834" y="6036"/>
                        <a:pt x="27185" y="6036"/>
                      </a:cubicBezTo>
                      <a:cubicBezTo>
                        <a:pt x="32622" y="6036"/>
                        <a:pt x="37117" y="7620"/>
                        <a:pt x="40499" y="10703"/>
                      </a:cubicBezTo>
                      <a:cubicBezTo>
                        <a:pt x="43881" y="13785"/>
                        <a:pt x="45680" y="17981"/>
                        <a:pt x="45894" y="23246"/>
                      </a:cubicBezTo>
                      <a:lnTo>
                        <a:pt x="45894" y="23803"/>
                      </a:lnTo>
                      <a:close/>
                      <a:moveTo>
                        <a:pt x="9675" y="22647"/>
                      </a:moveTo>
                      <a:lnTo>
                        <a:pt x="44695" y="22647"/>
                      </a:lnTo>
                      <a:cubicBezTo>
                        <a:pt x="44395" y="18024"/>
                        <a:pt x="42726" y="14256"/>
                        <a:pt x="39686" y="11516"/>
                      </a:cubicBezTo>
                      <a:cubicBezTo>
                        <a:pt x="36518" y="8605"/>
                        <a:pt x="32323" y="7149"/>
                        <a:pt x="27142" y="7149"/>
                      </a:cubicBezTo>
                      <a:cubicBezTo>
                        <a:pt x="22133" y="7149"/>
                        <a:pt x="17938" y="8605"/>
                        <a:pt x="14770" y="11516"/>
                      </a:cubicBezTo>
                      <a:cubicBezTo>
                        <a:pt x="11773" y="14256"/>
                        <a:pt x="10061" y="17981"/>
                        <a:pt x="9675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cxnSp>
        <p:nvCxnSpPr>
          <p:cNvPr id="52" name="直接连接符 51"/>
          <p:cNvCxnSpPr/>
          <p:nvPr userDrawn="1"/>
        </p:nvCxnSpPr>
        <p:spPr>
          <a:xfrm>
            <a:off x="2239435" y="381407"/>
            <a:ext cx="0" cy="42672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rgbClr val="00CCD7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/private/var/folders/b_/jzwlz4nx6pb50wc9_8142y340000gn/T/com.kingsoft.wpsoffice.mac/picturecompress_20230308130303/output_1.pngoutput_1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" y="3840000"/>
            <a:ext cx="6881070" cy="3017999"/>
          </a:xfrm>
          <a:prstGeom prst="rect">
            <a:avLst/>
          </a:prstGeom>
        </p:spPr>
      </p:pic>
      <p:sp>
        <p:nvSpPr>
          <p:cNvPr id="53" name="矩形 52"/>
          <p:cNvSpPr/>
          <p:nvPr userDrawn="1"/>
        </p:nvSpPr>
        <p:spPr>
          <a:xfrm>
            <a:off x="2311502" y="425490"/>
            <a:ext cx="243829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kumimoji="1" lang="zh-CN" altLang="en-US" sz="16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Microsoft YaHei Light" panose="020B0502040204020203" charset="-122"/>
              </a:rPr>
              <a:t>全栈智能运维</a:t>
            </a:r>
            <a:endParaRPr kumimoji="1" lang="zh-CN" altLang="en-US" sz="16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Microsoft YaHei Light" panose="020B0502040204020203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內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 56" descr="图片包含 形状&#10;&#10;描述已自动生成"/>
          <p:cNvPicPr>
            <a:picLocks noChangeAspect="1"/>
          </p:cNvPicPr>
          <p:nvPr userDrawn="1"/>
        </p:nvPicPr>
        <p:blipFill rotWithShape="1">
          <a:blip r:embed="rId2"/>
          <a:srcRect r="88472" b="77778"/>
          <a:stretch>
            <a:fillRect/>
          </a:stretch>
        </p:blipFill>
        <p:spPr>
          <a:xfrm>
            <a:off x="0" y="0"/>
            <a:ext cx="1405467" cy="1524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12931" y="518907"/>
            <a:ext cx="9590137" cy="4801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>
              <a:defRPr lang="zh-CN" altLang="en-US" sz="2800" b="1" dirty="0">
                <a:solidFill>
                  <a:schemeClr val="accent1"/>
                </a:solidFill>
                <a:latin typeface="+mj-ea"/>
                <a:ea typeface="+mj-ea"/>
                <a:cs typeface="微软雅黑" panose="020B0502040204020203" charset="-122"/>
              </a:defRPr>
            </a:lvl1pPr>
          </a:lstStyle>
          <a:p>
            <a:pPr marL="0" lvl="0"/>
            <a:r>
              <a:rPr kumimoji="1" lang="zh-CN" altLang="en-US" dirty="0"/>
              <a:t>章节标题在此进行填写</a:t>
            </a:r>
            <a:endParaRPr kumimoji="1" lang="zh-CN" alt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感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/private/var/folders/b_/jzwlz4nx6pb50wc9_8142y340000gn/T/com.kingsoft.wpsoffice.mac/picturecompress_20230308130318/output_1.pngoutput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1575213" y="5712575"/>
            <a:ext cx="1242648" cy="34509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1400" dirty="0">
                <a:solidFill>
                  <a:srgbClr val="2F2F2F"/>
                </a:solidFill>
                <a:latin typeface="+mj-ea"/>
                <a:ea typeface="+mj-ea"/>
                <a:sym typeface="Arial" panose="020B0704020202020204" pitchFamily="34" charset="0"/>
              </a:rPr>
              <a:t>4006661332</a:t>
            </a:r>
            <a:endParaRPr lang="en-US" altLang="zh-CN" sz="1400" dirty="0">
              <a:solidFill>
                <a:srgbClr val="2F2F2F"/>
              </a:solidFill>
              <a:latin typeface="+mj-ea"/>
              <a:ea typeface="+mj-ea"/>
              <a:sym typeface="Arial" panose="020B0704020202020204" pitchFamily="34" charset="0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575213" y="5987013"/>
            <a:ext cx="1909497" cy="34509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1400" dirty="0" err="1">
                <a:solidFill>
                  <a:srgbClr val="2F2F2F"/>
                </a:solidFill>
                <a:latin typeface="+mj-ea"/>
                <a:ea typeface="+mj-ea"/>
                <a:sym typeface="Arial" panose="020B0704020202020204" pitchFamily="34" charset="0"/>
              </a:rPr>
              <a:t>www.cloudwise.com</a:t>
            </a:r>
            <a:endParaRPr lang="en-US" altLang="zh-CN" sz="1400" dirty="0">
              <a:solidFill>
                <a:srgbClr val="2F2F2F"/>
              </a:solidFill>
              <a:latin typeface="+mj-ea"/>
              <a:ea typeface="+mj-ea"/>
              <a:sym typeface="Arial" panose="020B0704020202020204" pitchFamily="34" charset="0"/>
            </a:endParaRPr>
          </a:p>
        </p:txBody>
      </p:sp>
      <p:pic>
        <p:nvPicPr>
          <p:cNvPr id="14" name="图片 13" descr="qrcode_for_gh_801b18b276d5_25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8511" y="5427538"/>
            <a:ext cx="1186702" cy="1186702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466157" y="365892"/>
            <a:ext cx="1610975" cy="442511"/>
            <a:chOff x="10675716" y="6237689"/>
            <a:chExt cx="1195132" cy="328285"/>
          </a:xfrm>
        </p:grpSpPr>
        <p:sp>
          <p:nvSpPr>
            <p:cNvPr id="21" name="任意多边形: 形状 20"/>
            <p:cNvSpPr/>
            <p:nvPr userDrawn="1"/>
          </p:nvSpPr>
          <p:spPr>
            <a:xfrm>
              <a:off x="10675716" y="6237689"/>
              <a:ext cx="444771" cy="328285"/>
            </a:xfrm>
            <a:custGeom>
              <a:avLst/>
              <a:gdLst>
                <a:gd name="connsiteX0" fmla="*/ 367919 w 475674"/>
                <a:gd name="connsiteY0" fmla="*/ 351009 h 351094"/>
                <a:gd name="connsiteX1" fmla="*/ 327762 w 475674"/>
                <a:gd name="connsiteY1" fmla="*/ 341291 h 351094"/>
                <a:gd name="connsiteX2" fmla="*/ 294284 w 475674"/>
                <a:gd name="connsiteY2" fmla="*/ 318601 h 351094"/>
                <a:gd name="connsiteX3" fmla="*/ 293899 w 475674"/>
                <a:gd name="connsiteY3" fmla="*/ 318301 h 351094"/>
                <a:gd name="connsiteX4" fmla="*/ 290559 w 475674"/>
                <a:gd name="connsiteY4" fmla="*/ 315476 h 351094"/>
                <a:gd name="connsiteX5" fmla="*/ 290174 w 475674"/>
                <a:gd name="connsiteY5" fmla="*/ 315133 h 351094"/>
                <a:gd name="connsiteX6" fmla="*/ 289874 w 475674"/>
                <a:gd name="connsiteY6" fmla="*/ 314877 h 351094"/>
                <a:gd name="connsiteX7" fmla="*/ 289104 w 475674"/>
                <a:gd name="connsiteY7" fmla="*/ 313763 h 351094"/>
                <a:gd name="connsiteX8" fmla="*/ 289104 w 475674"/>
                <a:gd name="connsiteY8" fmla="*/ 313678 h 351094"/>
                <a:gd name="connsiteX9" fmla="*/ 285679 w 475674"/>
                <a:gd name="connsiteY9" fmla="*/ 303103 h 351094"/>
                <a:gd name="connsiteX10" fmla="*/ 303831 w 475674"/>
                <a:gd name="connsiteY10" fmla="*/ 284951 h 351094"/>
                <a:gd name="connsiteX11" fmla="*/ 314577 w 475674"/>
                <a:gd name="connsiteY11" fmla="*/ 288505 h 351094"/>
                <a:gd name="connsiteX12" fmla="*/ 314833 w 475674"/>
                <a:gd name="connsiteY12" fmla="*/ 288590 h 351094"/>
                <a:gd name="connsiteX13" fmla="*/ 368005 w 475674"/>
                <a:gd name="connsiteY13" fmla="*/ 314448 h 351094"/>
                <a:gd name="connsiteX14" fmla="*/ 439542 w 475674"/>
                <a:gd name="connsiteY14" fmla="*/ 246079 h 351094"/>
                <a:gd name="connsiteX15" fmla="*/ 371130 w 475674"/>
                <a:gd name="connsiteY15" fmla="*/ 177624 h 351094"/>
                <a:gd name="connsiteX16" fmla="*/ 308283 w 475674"/>
                <a:gd name="connsiteY16" fmla="*/ 209047 h 351094"/>
                <a:gd name="connsiteX17" fmla="*/ 307299 w 475674"/>
                <a:gd name="connsiteY17" fmla="*/ 209946 h 351094"/>
                <a:gd name="connsiteX18" fmla="*/ 298651 w 475674"/>
                <a:gd name="connsiteY18" fmla="*/ 217567 h 351094"/>
                <a:gd name="connsiteX19" fmla="*/ 272236 w 475674"/>
                <a:gd name="connsiteY19" fmla="*/ 240342 h 351094"/>
                <a:gd name="connsiteX20" fmla="*/ 197959 w 475674"/>
                <a:gd name="connsiteY20" fmla="*/ 304088 h 351094"/>
                <a:gd name="connsiteX21" fmla="*/ 190296 w 475674"/>
                <a:gd name="connsiteY21" fmla="*/ 310809 h 351094"/>
                <a:gd name="connsiteX22" fmla="*/ 104673 w 475674"/>
                <a:gd name="connsiteY22" fmla="*/ 351095 h 351094"/>
                <a:gd name="connsiteX23" fmla="*/ 32365 w 475674"/>
                <a:gd name="connsiteY23" fmla="*/ 321940 h 351094"/>
                <a:gd name="connsiteX24" fmla="*/ 0 w 475674"/>
                <a:gd name="connsiteY24" fmla="*/ 246764 h 351094"/>
                <a:gd name="connsiteX25" fmla="*/ 34078 w 475674"/>
                <a:gd name="connsiteY25" fmla="*/ 168633 h 351094"/>
                <a:gd name="connsiteX26" fmla="*/ 104416 w 475674"/>
                <a:gd name="connsiteY26" fmla="*/ 141405 h 351094"/>
                <a:gd name="connsiteX27" fmla="*/ 177324 w 475674"/>
                <a:gd name="connsiteY27" fmla="*/ 170646 h 351094"/>
                <a:gd name="connsiteX28" fmla="*/ 177624 w 475674"/>
                <a:gd name="connsiteY28" fmla="*/ 170902 h 351094"/>
                <a:gd name="connsiteX29" fmla="*/ 180192 w 475674"/>
                <a:gd name="connsiteY29" fmla="*/ 173043 h 351094"/>
                <a:gd name="connsiteX30" fmla="*/ 180363 w 475674"/>
                <a:gd name="connsiteY30" fmla="*/ 173171 h 351094"/>
                <a:gd name="connsiteX31" fmla="*/ 180363 w 475674"/>
                <a:gd name="connsiteY31" fmla="*/ 173257 h 351094"/>
                <a:gd name="connsiteX32" fmla="*/ 185330 w 475674"/>
                <a:gd name="connsiteY32" fmla="*/ 185501 h 351094"/>
                <a:gd name="connsiteX33" fmla="*/ 167563 w 475674"/>
                <a:gd name="connsiteY33" fmla="*/ 203225 h 351094"/>
                <a:gd name="connsiteX34" fmla="*/ 156817 w 475674"/>
                <a:gd name="connsiteY34" fmla="*/ 199586 h 351094"/>
                <a:gd name="connsiteX35" fmla="*/ 156732 w 475674"/>
                <a:gd name="connsiteY35" fmla="*/ 199586 h 351094"/>
                <a:gd name="connsiteX36" fmla="*/ 104588 w 475674"/>
                <a:gd name="connsiteY36" fmla="*/ 177752 h 351094"/>
                <a:gd name="connsiteX37" fmla="*/ 36347 w 475674"/>
                <a:gd name="connsiteY37" fmla="*/ 246122 h 351094"/>
                <a:gd name="connsiteX38" fmla="*/ 104588 w 475674"/>
                <a:gd name="connsiteY38" fmla="*/ 314620 h 351094"/>
                <a:gd name="connsiteX39" fmla="*/ 174798 w 475674"/>
                <a:gd name="connsiteY39" fmla="*/ 271423 h 351094"/>
                <a:gd name="connsiteX40" fmla="*/ 188540 w 475674"/>
                <a:gd name="connsiteY40" fmla="*/ 256225 h 351094"/>
                <a:gd name="connsiteX41" fmla="*/ 228526 w 475674"/>
                <a:gd name="connsiteY41" fmla="*/ 214441 h 351094"/>
                <a:gd name="connsiteX42" fmla="*/ 235975 w 475674"/>
                <a:gd name="connsiteY42" fmla="*/ 206693 h 351094"/>
                <a:gd name="connsiteX43" fmla="*/ 287948 w 475674"/>
                <a:gd name="connsiteY43" fmla="*/ 152536 h 351094"/>
                <a:gd name="connsiteX44" fmla="*/ 288034 w 475674"/>
                <a:gd name="connsiteY44" fmla="*/ 152408 h 351094"/>
                <a:gd name="connsiteX45" fmla="*/ 300877 w 475674"/>
                <a:gd name="connsiteY45" fmla="*/ 76975 h 351094"/>
                <a:gd name="connsiteX46" fmla="*/ 237859 w 475674"/>
                <a:gd name="connsiteY46" fmla="*/ 36347 h 351094"/>
                <a:gd name="connsiteX47" fmla="*/ 171373 w 475674"/>
                <a:gd name="connsiteY47" fmla="*/ 92772 h 351094"/>
                <a:gd name="connsiteX48" fmla="*/ 171202 w 475674"/>
                <a:gd name="connsiteY48" fmla="*/ 92900 h 351094"/>
                <a:gd name="connsiteX49" fmla="*/ 153778 w 475674"/>
                <a:gd name="connsiteY49" fmla="*/ 105915 h 351094"/>
                <a:gd name="connsiteX50" fmla="*/ 135583 w 475674"/>
                <a:gd name="connsiteY50" fmla="*/ 87720 h 351094"/>
                <a:gd name="connsiteX51" fmla="*/ 136354 w 475674"/>
                <a:gd name="connsiteY51" fmla="*/ 82497 h 351094"/>
                <a:gd name="connsiteX52" fmla="*/ 136482 w 475674"/>
                <a:gd name="connsiteY52" fmla="*/ 82155 h 351094"/>
                <a:gd name="connsiteX53" fmla="*/ 170474 w 475674"/>
                <a:gd name="connsiteY53" fmla="*/ 25301 h 351094"/>
                <a:gd name="connsiteX54" fmla="*/ 237816 w 475674"/>
                <a:gd name="connsiteY54" fmla="*/ 0 h 351094"/>
                <a:gd name="connsiteX55" fmla="*/ 313677 w 475674"/>
                <a:gd name="connsiteY55" fmla="*/ 31338 h 351094"/>
                <a:gd name="connsiteX56" fmla="*/ 337224 w 475674"/>
                <a:gd name="connsiteY56" fmla="*/ 67856 h 351094"/>
                <a:gd name="connsiteX57" fmla="*/ 343303 w 475674"/>
                <a:gd name="connsiteY57" fmla="*/ 102618 h 351094"/>
                <a:gd name="connsiteX58" fmla="*/ 337609 w 475674"/>
                <a:gd name="connsiteY58" fmla="*/ 139222 h 351094"/>
                <a:gd name="connsiteX59" fmla="*/ 335597 w 475674"/>
                <a:gd name="connsiteY59" fmla="*/ 146286 h 351094"/>
                <a:gd name="connsiteX60" fmla="*/ 343132 w 475674"/>
                <a:gd name="connsiteY60" fmla="*/ 145258 h 351094"/>
                <a:gd name="connsiteX61" fmla="*/ 370916 w 475674"/>
                <a:gd name="connsiteY61" fmla="*/ 141405 h 351094"/>
                <a:gd name="connsiteX62" fmla="*/ 443267 w 475674"/>
                <a:gd name="connsiteY62" fmla="*/ 169746 h 351094"/>
                <a:gd name="connsiteX63" fmla="*/ 466770 w 475674"/>
                <a:gd name="connsiteY63" fmla="*/ 202711 h 351094"/>
                <a:gd name="connsiteX64" fmla="*/ 475675 w 475674"/>
                <a:gd name="connsiteY64" fmla="*/ 246079 h 351094"/>
                <a:gd name="connsiteX65" fmla="*/ 445664 w 475674"/>
                <a:gd name="connsiteY65" fmla="*/ 320142 h 351094"/>
                <a:gd name="connsiteX66" fmla="*/ 367919 w 475674"/>
                <a:gd name="connsiteY66" fmla="*/ 351009 h 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75674" h="351094">
                  <a:moveTo>
                    <a:pt x="367919" y="351009"/>
                  </a:moveTo>
                  <a:cubicBezTo>
                    <a:pt x="354177" y="351009"/>
                    <a:pt x="341077" y="347841"/>
                    <a:pt x="327762" y="341291"/>
                  </a:cubicBezTo>
                  <a:cubicBezTo>
                    <a:pt x="317316" y="336154"/>
                    <a:pt x="306999" y="329175"/>
                    <a:pt x="294284" y="318601"/>
                  </a:cubicBezTo>
                  <a:lnTo>
                    <a:pt x="293899" y="318301"/>
                  </a:lnTo>
                  <a:cubicBezTo>
                    <a:pt x="292700" y="317531"/>
                    <a:pt x="291587" y="316589"/>
                    <a:pt x="290559" y="315476"/>
                  </a:cubicBezTo>
                  <a:lnTo>
                    <a:pt x="290174" y="315133"/>
                  </a:lnTo>
                  <a:cubicBezTo>
                    <a:pt x="290089" y="315005"/>
                    <a:pt x="289960" y="314919"/>
                    <a:pt x="289874" y="314877"/>
                  </a:cubicBezTo>
                  <a:cubicBezTo>
                    <a:pt x="289618" y="314448"/>
                    <a:pt x="289404" y="314149"/>
                    <a:pt x="289104" y="313763"/>
                  </a:cubicBezTo>
                  <a:lnTo>
                    <a:pt x="289104" y="313678"/>
                  </a:lnTo>
                  <a:cubicBezTo>
                    <a:pt x="286835" y="310595"/>
                    <a:pt x="285679" y="306956"/>
                    <a:pt x="285679" y="303103"/>
                  </a:cubicBezTo>
                  <a:cubicBezTo>
                    <a:pt x="285679" y="293128"/>
                    <a:pt x="293813" y="284951"/>
                    <a:pt x="303831" y="284951"/>
                  </a:cubicBezTo>
                  <a:cubicBezTo>
                    <a:pt x="307727" y="284951"/>
                    <a:pt x="311451" y="286150"/>
                    <a:pt x="314577" y="288505"/>
                  </a:cubicBezTo>
                  <a:lnTo>
                    <a:pt x="314833" y="288590"/>
                  </a:lnTo>
                  <a:cubicBezTo>
                    <a:pt x="329817" y="301734"/>
                    <a:pt x="346342" y="314448"/>
                    <a:pt x="368005" y="314448"/>
                  </a:cubicBezTo>
                  <a:cubicBezTo>
                    <a:pt x="414455" y="314448"/>
                    <a:pt x="439542" y="279258"/>
                    <a:pt x="439542" y="246079"/>
                  </a:cubicBezTo>
                  <a:cubicBezTo>
                    <a:pt x="439542" y="213157"/>
                    <a:pt x="413385" y="177624"/>
                    <a:pt x="371130" y="177624"/>
                  </a:cubicBezTo>
                  <a:cubicBezTo>
                    <a:pt x="344073" y="177624"/>
                    <a:pt x="325879" y="193592"/>
                    <a:pt x="308283" y="209047"/>
                  </a:cubicBezTo>
                  <a:lnTo>
                    <a:pt x="307299" y="209946"/>
                  </a:lnTo>
                  <a:cubicBezTo>
                    <a:pt x="304430" y="212429"/>
                    <a:pt x="301519" y="214998"/>
                    <a:pt x="298651" y="217567"/>
                  </a:cubicBezTo>
                  <a:cubicBezTo>
                    <a:pt x="288590" y="226386"/>
                    <a:pt x="279129" y="234734"/>
                    <a:pt x="272236" y="240342"/>
                  </a:cubicBezTo>
                  <a:cubicBezTo>
                    <a:pt x="259693" y="250660"/>
                    <a:pt x="216453" y="288034"/>
                    <a:pt x="197959" y="304088"/>
                  </a:cubicBezTo>
                  <a:cubicBezTo>
                    <a:pt x="195390" y="306314"/>
                    <a:pt x="192779" y="308540"/>
                    <a:pt x="190296" y="310809"/>
                  </a:cubicBezTo>
                  <a:cubicBezTo>
                    <a:pt x="166835" y="331530"/>
                    <a:pt x="144659" y="351095"/>
                    <a:pt x="104673" y="351095"/>
                  </a:cubicBezTo>
                  <a:cubicBezTo>
                    <a:pt x="78344" y="351095"/>
                    <a:pt x="52016" y="340435"/>
                    <a:pt x="32365" y="321940"/>
                  </a:cubicBezTo>
                  <a:cubicBezTo>
                    <a:pt x="11473" y="302247"/>
                    <a:pt x="0" y="275533"/>
                    <a:pt x="0" y="246764"/>
                  </a:cubicBezTo>
                  <a:cubicBezTo>
                    <a:pt x="0" y="207206"/>
                    <a:pt x="18537" y="182419"/>
                    <a:pt x="34078" y="168633"/>
                  </a:cubicBezTo>
                  <a:cubicBezTo>
                    <a:pt x="53557" y="151338"/>
                    <a:pt x="79201" y="141405"/>
                    <a:pt x="104416" y="141405"/>
                  </a:cubicBezTo>
                  <a:cubicBezTo>
                    <a:pt x="135840" y="141405"/>
                    <a:pt x="154934" y="152108"/>
                    <a:pt x="177324" y="170646"/>
                  </a:cubicBezTo>
                  <a:lnTo>
                    <a:pt x="177624" y="170902"/>
                  </a:lnTo>
                  <a:cubicBezTo>
                    <a:pt x="178565" y="171502"/>
                    <a:pt x="179379" y="172230"/>
                    <a:pt x="180192" y="173043"/>
                  </a:cubicBezTo>
                  <a:lnTo>
                    <a:pt x="180363" y="173171"/>
                  </a:lnTo>
                  <a:lnTo>
                    <a:pt x="180363" y="173257"/>
                  </a:lnTo>
                  <a:cubicBezTo>
                    <a:pt x="183574" y="176596"/>
                    <a:pt x="185330" y="180963"/>
                    <a:pt x="185330" y="185501"/>
                  </a:cubicBezTo>
                  <a:cubicBezTo>
                    <a:pt x="185330" y="195262"/>
                    <a:pt x="177367" y="203225"/>
                    <a:pt x="167563" y="203225"/>
                  </a:cubicBezTo>
                  <a:cubicBezTo>
                    <a:pt x="163667" y="203225"/>
                    <a:pt x="159943" y="201983"/>
                    <a:pt x="156817" y="199586"/>
                  </a:cubicBezTo>
                  <a:lnTo>
                    <a:pt x="156732" y="199586"/>
                  </a:lnTo>
                  <a:cubicBezTo>
                    <a:pt x="139950" y="185758"/>
                    <a:pt x="126036" y="177752"/>
                    <a:pt x="104588" y="177752"/>
                  </a:cubicBezTo>
                  <a:cubicBezTo>
                    <a:pt x="71752" y="177752"/>
                    <a:pt x="36347" y="203910"/>
                    <a:pt x="36347" y="246122"/>
                  </a:cubicBezTo>
                  <a:cubicBezTo>
                    <a:pt x="36347" y="283881"/>
                    <a:pt x="66957" y="314620"/>
                    <a:pt x="104588" y="314620"/>
                  </a:cubicBezTo>
                  <a:cubicBezTo>
                    <a:pt x="136311" y="314620"/>
                    <a:pt x="151594" y="297452"/>
                    <a:pt x="174798" y="271423"/>
                  </a:cubicBezTo>
                  <a:cubicBezTo>
                    <a:pt x="179122" y="266585"/>
                    <a:pt x="183574" y="261577"/>
                    <a:pt x="188540" y="256225"/>
                  </a:cubicBezTo>
                  <a:cubicBezTo>
                    <a:pt x="195519" y="248690"/>
                    <a:pt x="216196" y="227285"/>
                    <a:pt x="228526" y="214441"/>
                  </a:cubicBezTo>
                  <a:cubicBezTo>
                    <a:pt x="231608" y="211273"/>
                    <a:pt x="234220" y="208533"/>
                    <a:pt x="235975" y="206693"/>
                  </a:cubicBezTo>
                  <a:cubicBezTo>
                    <a:pt x="275490" y="165594"/>
                    <a:pt x="287777" y="152708"/>
                    <a:pt x="287948" y="152536"/>
                  </a:cubicBezTo>
                  <a:lnTo>
                    <a:pt x="288034" y="152408"/>
                  </a:lnTo>
                  <a:cubicBezTo>
                    <a:pt x="307427" y="130317"/>
                    <a:pt x="312222" y="102062"/>
                    <a:pt x="300877" y="76975"/>
                  </a:cubicBezTo>
                  <a:cubicBezTo>
                    <a:pt x="289703" y="52273"/>
                    <a:pt x="264958" y="36347"/>
                    <a:pt x="237859" y="36347"/>
                  </a:cubicBezTo>
                  <a:cubicBezTo>
                    <a:pt x="199329" y="36347"/>
                    <a:pt x="176510" y="65458"/>
                    <a:pt x="171373" y="92772"/>
                  </a:cubicBezTo>
                  <a:lnTo>
                    <a:pt x="171202" y="92900"/>
                  </a:lnTo>
                  <a:cubicBezTo>
                    <a:pt x="168933" y="100564"/>
                    <a:pt x="161783" y="105915"/>
                    <a:pt x="153778" y="105915"/>
                  </a:cubicBezTo>
                  <a:cubicBezTo>
                    <a:pt x="143760" y="105915"/>
                    <a:pt x="135583" y="97781"/>
                    <a:pt x="135583" y="87720"/>
                  </a:cubicBezTo>
                  <a:cubicBezTo>
                    <a:pt x="135583" y="85965"/>
                    <a:pt x="135840" y="84210"/>
                    <a:pt x="136354" y="82497"/>
                  </a:cubicBezTo>
                  <a:lnTo>
                    <a:pt x="136482" y="82155"/>
                  </a:lnTo>
                  <a:cubicBezTo>
                    <a:pt x="141106" y="59979"/>
                    <a:pt x="152536" y="40842"/>
                    <a:pt x="170474" y="25301"/>
                  </a:cubicBezTo>
                  <a:cubicBezTo>
                    <a:pt x="189782" y="8519"/>
                    <a:pt x="212429" y="0"/>
                    <a:pt x="237816" y="0"/>
                  </a:cubicBezTo>
                  <a:cubicBezTo>
                    <a:pt x="266928" y="0"/>
                    <a:pt x="293171" y="10831"/>
                    <a:pt x="313677" y="31338"/>
                  </a:cubicBezTo>
                  <a:cubicBezTo>
                    <a:pt x="324380" y="42041"/>
                    <a:pt x="332300" y="54370"/>
                    <a:pt x="337224" y="67856"/>
                  </a:cubicBezTo>
                  <a:cubicBezTo>
                    <a:pt x="341162" y="78730"/>
                    <a:pt x="343217" y="90417"/>
                    <a:pt x="343303" y="102618"/>
                  </a:cubicBezTo>
                  <a:cubicBezTo>
                    <a:pt x="343431" y="123639"/>
                    <a:pt x="337695" y="139094"/>
                    <a:pt x="337609" y="139222"/>
                  </a:cubicBezTo>
                  <a:lnTo>
                    <a:pt x="335597" y="146286"/>
                  </a:lnTo>
                  <a:lnTo>
                    <a:pt x="343132" y="145258"/>
                  </a:lnTo>
                  <a:cubicBezTo>
                    <a:pt x="352079" y="142690"/>
                    <a:pt x="361455" y="141405"/>
                    <a:pt x="370916" y="141405"/>
                  </a:cubicBezTo>
                  <a:cubicBezTo>
                    <a:pt x="397502" y="141405"/>
                    <a:pt x="423873" y="151766"/>
                    <a:pt x="443267" y="169746"/>
                  </a:cubicBezTo>
                  <a:cubicBezTo>
                    <a:pt x="453327" y="179122"/>
                    <a:pt x="461248" y="190253"/>
                    <a:pt x="466770" y="202711"/>
                  </a:cubicBezTo>
                  <a:cubicBezTo>
                    <a:pt x="472678" y="216068"/>
                    <a:pt x="475675" y="230624"/>
                    <a:pt x="475675" y="246079"/>
                  </a:cubicBezTo>
                  <a:cubicBezTo>
                    <a:pt x="475675" y="274506"/>
                    <a:pt x="465015" y="300792"/>
                    <a:pt x="445664" y="320142"/>
                  </a:cubicBezTo>
                  <a:cubicBezTo>
                    <a:pt x="425843" y="340050"/>
                    <a:pt x="398230" y="351009"/>
                    <a:pt x="367919" y="35100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22" name="图形 4"/>
            <p:cNvGrpSpPr/>
            <p:nvPr userDrawn="1"/>
          </p:nvGrpSpPr>
          <p:grpSpPr>
            <a:xfrm>
              <a:off x="11181894" y="6239370"/>
              <a:ext cx="687754" cy="218483"/>
              <a:chOff x="10904547" y="6209237"/>
              <a:chExt cx="735538" cy="233663"/>
            </a:xfrm>
            <a:solidFill>
              <a:srgbClr val="A5A7AA"/>
            </a:solidFill>
          </p:grpSpPr>
          <p:sp>
            <p:nvSpPr>
              <p:cNvPr id="51" name="任意多边形: 形状 50"/>
              <p:cNvSpPr/>
              <p:nvPr/>
            </p:nvSpPr>
            <p:spPr>
              <a:xfrm>
                <a:off x="10914051" y="6222037"/>
                <a:ext cx="205193" cy="17424"/>
              </a:xfrm>
              <a:custGeom>
                <a:avLst/>
                <a:gdLst>
                  <a:gd name="connsiteX0" fmla="*/ 8434 w 205193"/>
                  <a:gd name="connsiteY0" fmla="*/ 17424 h 17424"/>
                  <a:gd name="connsiteX1" fmla="*/ 196760 w 205193"/>
                  <a:gd name="connsiteY1" fmla="*/ 17424 h 17424"/>
                  <a:gd name="connsiteX2" fmla="*/ 205194 w 205193"/>
                  <a:gd name="connsiteY2" fmla="*/ 8990 h 17424"/>
                  <a:gd name="connsiteX3" fmla="*/ 205194 w 205193"/>
                  <a:gd name="connsiteY3" fmla="*/ 8434 h 17424"/>
                  <a:gd name="connsiteX4" fmla="*/ 196760 w 205193"/>
                  <a:gd name="connsiteY4" fmla="*/ 0 h 17424"/>
                  <a:gd name="connsiteX5" fmla="*/ 8434 w 205193"/>
                  <a:gd name="connsiteY5" fmla="*/ 0 h 17424"/>
                  <a:gd name="connsiteX6" fmla="*/ 0 w 205193"/>
                  <a:gd name="connsiteY6" fmla="*/ 8434 h 17424"/>
                  <a:gd name="connsiteX7" fmla="*/ 0 w 205193"/>
                  <a:gd name="connsiteY7" fmla="*/ 8990 h 17424"/>
                  <a:gd name="connsiteX8" fmla="*/ 8434 w 205193"/>
                  <a:gd name="connsiteY8" fmla="*/ 17424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193" h="17424">
                    <a:moveTo>
                      <a:pt x="8434" y="17424"/>
                    </a:moveTo>
                    <a:lnTo>
                      <a:pt x="196760" y="17424"/>
                    </a:lnTo>
                    <a:cubicBezTo>
                      <a:pt x="201598" y="17424"/>
                      <a:pt x="205194" y="13828"/>
                      <a:pt x="205194" y="8990"/>
                    </a:cubicBezTo>
                    <a:lnTo>
                      <a:pt x="205194" y="8434"/>
                    </a:lnTo>
                    <a:cubicBezTo>
                      <a:pt x="205194" y="3896"/>
                      <a:pt x="201598" y="0"/>
                      <a:pt x="196760" y="0"/>
                    </a:cubicBezTo>
                    <a:lnTo>
                      <a:pt x="8434" y="0"/>
                    </a:lnTo>
                    <a:cubicBezTo>
                      <a:pt x="3553" y="0"/>
                      <a:pt x="0" y="3896"/>
                      <a:pt x="0" y="8434"/>
                    </a:cubicBezTo>
                    <a:lnTo>
                      <a:pt x="0" y="8990"/>
                    </a:lnTo>
                    <a:cubicBezTo>
                      <a:pt x="0" y="13828"/>
                      <a:pt x="3553" y="17424"/>
                      <a:pt x="8434" y="17424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10920706" y="6330606"/>
                <a:ext cx="193056" cy="106214"/>
              </a:xfrm>
              <a:custGeom>
                <a:avLst/>
                <a:gdLst>
                  <a:gd name="connsiteX0" fmla="*/ 161293 w 193056"/>
                  <a:gd name="connsiteY0" fmla="*/ 19393 h 106214"/>
                  <a:gd name="connsiteX1" fmla="*/ 175035 w 193056"/>
                  <a:gd name="connsiteY1" fmla="*/ 73849 h 106214"/>
                  <a:gd name="connsiteX2" fmla="*/ 174222 w 193056"/>
                  <a:gd name="connsiteY2" fmla="*/ 84338 h 106214"/>
                  <a:gd name="connsiteX3" fmla="*/ 163947 w 193056"/>
                  <a:gd name="connsiteY3" fmla="*/ 88962 h 106214"/>
                  <a:gd name="connsiteX4" fmla="*/ 45788 w 193056"/>
                  <a:gd name="connsiteY4" fmla="*/ 88962 h 106214"/>
                  <a:gd name="connsiteX5" fmla="*/ 23441 w 193056"/>
                  <a:gd name="connsiteY5" fmla="*/ 88962 h 106214"/>
                  <a:gd name="connsiteX6" fmla="*/ 25539 w 193056"/>
                  <a:gd name="connsiteY6" fmla="*/ 69782 h 106214"/>
                  <a:gd name="connsiteX7" fmla="*/ 49941 w 193056"/>
                  <a:gd name="connsiteY7" fmla="*/ 6036 h 106214"/>
                  <a:gd name="connsiteX8" fmla="*/ 40608 w 193056"/>
                  <a:gd name="connsiteY8" fmla="*/ 1456 h 106214"/>
                  <a:gd name="connsiteX9" fmla="*/ 35257 w 193056"/>
                  <a:gd name="connsiteY9" fmla="*/ 0 h 106214"/>
                  <a:gd name="connsiteX10" fmla="*/ 280 w 193056"/>
                  <a:gd name="connsiteY10" fmla="*/ 95683 h 106214"/>
                  <a:gd name="connsiteX11" fmla="*/ 2035 w 193056"/>
                  <a:gd name="connsiteY11" fmla="*/ 103175 h 106214"/>
                  <a:gd name="connsiteX12" fmla="*/ 8457 w 193056"/>
                  <a:gd name="connsiteY12" fmla="*/ 106215 h 106214"/>
                  <a:gd name="connsiteX13" fmla="*/ 163947 w 193056"/>
                  <a:gd name="connsiteY13" fmla="*/ 106215 h 106214"/>
                  <a:gd name="connsiteX14" fmla="*/ 176234 w 193056"/>
                  <a:gd name="connsiteY14" fmla="*/ 103689 h 106214"/>
                  <a:gd name="connsiteX15" fmla="*/ 191346 w 193056"/>
                  <a:gd name="connsiteY15" fmla="*/ 90332 h 106214"/>
                  <a:gd name="connsiteX16" fmla="*/ 192202 w 193056"/>
                  <a:gd name="connsiteY16" fmla="*/ 73935 h 106214"/>
                  <a:gd name="connsiteX17" fmla="*/ 182570 w 193056"/>
                  <a:gd name="connsiteY17" fmla="*/ 35533 h 106214"/>
                  <a:gd name="connsiteX18" fmla="*/ 161293 w 193056"/>
                  <a:gd name="connsiteY18" fmla="*/ 19393 h 10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3056" h="106214">
                    <a:moveTo>
                      <a:pt x="161293" y="19393"/>
                    </a:moveTo>
                    <a:lnTo>
                      <a:pt x="175035" y="73849"/>
                    </a:lnTo>
                    <a:cubicBezTo>
                      <a:pt x="175035" y="77959"/>
                      <a:pt x="177005" y="81555"/>
                      <a:pt x="174222" y="84338"/>
                    </a:cubicBezTo>
                    <a:cubicBezTo>
                      <a:pt x="171353" y="87164"/>
                      <a:pt x="167800" y="88962"/>
                      <a:pt x="163947" y="88962"/>
                    </a:cubicBezTo>
                    <a:lnTo>
                      <a:pt x="45788" y="88962"/>
                    </a:lnTo>
                    <a:cubicBezTo>
                      <a:pt x="45788" y="88962"/>
                      <a:pt x="30804" y="88962"/>
                      <a:pt x="23441" y="88962"/>
                    </a:cubicBezTo>
                    <a:cubicBezTo>
                      <a:pt x="16591" y="88962"/>
                      <a:pt x="25539" y="69782"/>
                      <a:pt x="25539" y="69782"/>
                    </a:cubicBezTo>
                    <a:lnTo>
                      <a:pt x="49941" y="6036"/>
                    </a:lnTo>
                    <a:cubicBezTo>
                      <a:pt x="46730" y="4752"/>
                      <a:pt x="44119" y="2183"/>
                      <a:pt x="40608" y="1456"/>
                    </a:cubicBezTo>
                    <a:cubicBezTo>
                      <a:pt x="38767" y="1027"/>
                      <a:pt x="36884" y="771"/>
                      <a:pt x="35257" y="0"/>
                    </a:cubicBezTo>
                    <a:lnTo>
                      <a:pt x="280" y="95683"/>
                    </a:lnTo>
                    <a:cubicBezTo>
                      <a:pt x="-448" y="98252"/>
                      <a:pt x="280" y="100820"/>
                      <a:pt x="2035" y="103175"/>
                    </a:cubicBezTo>
                    <a:cubicBezTo>
                      <a:pt x="3576" y="105187"/>
                      <a:pt x="5631" y="106215"/>
                      <a:pt x="8457" y="106215"/>
                    </a:cubicBezTo>
                    <a:lnTo>
                      <a:pt x="163947" y="106215"/>
                    </a:lnTo>
                    <a:cubicBezTo>
                      <a:pt x="168057" y="106215"/>
                      <a:pt x="172424" y="105444"/>
                      <a:pt x="176234" y="103689"/>
                    </a:cubicBezTo>
                    <a:cubicBezTo>
                      <a:pt x="183940" y="100349"/>
                      <a:pt x="188007" y="98038"/>
                      <a:pt x="191346" y="90332"/>
                    </a:cubicBezTo>
                    <a:cubicBezTo>
                      <a:pt x="193358" y="86222"/>
                      <a:pt x="193530" y="79714"/>
                      <a:pt x="192202" y="73935"/>
                    </a:cubicBezTo>
                    <a:lnTo>
                      <a:pt x="182570" y="35533"/>
                    </a:lnTo>
                    <a:cubicBezTo>
                      <a:pt x="177518" y="19864"/>
                      <a:pt x="161293" y="19393"/>
                      <a:pt x="161293" y="19393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10904547" y="6292761"/>
                <a:ext cx="224159" cy="17424"/>
              </a:xfrm>
              <a:custGeom>
                <a:avLst/>
                <a:gdLst>
                  <a:gd name="connsiteX0" fmla="*/ 215725 w 224159"/>
                  <a:gd name="connsiteY0" fmla="*/ 0 h 17424"/>
                  <a:gd name="connsiteX1" fmla="*/ 8434 w 224159"/>
                  <a:gd name="connsiteY1" fmla="*/ 0 h 17424"/>
                  <a:gd name="connsiteX2" fmla="*/ 0 w 224159"/>
                  <a:gd name="connsiteY2" fmla="*/ 8434 h 17424"/>
                  <a:gd name="connsiteX3" fmla="*/ 0 w 224159"/>
                  <a:gd name="connsiteY3" fmla="*/ 8948 h 17424"/>
                  <a:gd name="connsiteX4" fmla="*/ 8434 w 224159"/>
                  <a:gd name="connsiteY4" fmla="*/ 17424 h 17424"/>
                  <a:gd name="connsiteX5" fmla="*/ 215725 w 224159"/>
                  <a:gd name="connsiteY5" fmla="*/ 17424 h 17424"/>
                  <a:gd name="connsiteX6" fmla="*/ 224159 w 224159"/>
                  <a:gd name="connsiteY6" fmla="*/ 8948 h 17424"/>
                  <a:gd name="connsiteX7" fmla="*/ 224159 w 224159"/>
                  <a:gd name="connsiteY7" fmla="*/ 8434 h 17424"/>
                  <a:gd name="connsiteX8" fmla="*/ 215725 w 224159"/>
                  <a:gd name="connsiteY8" fmla="*/ 0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4159" h="17424">
                    <a:moveTo>
                      <a:pt x="215725" y="0"/>
                    </a:moveTo>
                    <a:lnTo>
                      <a:pt x="8434" y="0"/>
                    </a:lnTo>
                    <a:cubicBezTo>
                      <a:pt x="3853" y="0"/>
                      <a:pt x="0" y="3853"/>
                      <a:pt x="0" y="8434"/>
                    </a:cubicBezTo>
                    <a:lnTo>
                      <a:pt x="0" y="8948"/>
                    </a:lnTo>
                    <a:cubicBezTo>
                      <a:pt x="0" y="13528"/>
                      <a:pt x="3853" y="17424"/>
                      <a:pt x="8434" y="17424"/>
                    </a:cubicBezTo>
                    <a:lnTo>
                      <a:pt x="215725" y="17424"/>
                    </a:lnTo>
                    <a:cubicBezTo>
                      <a:pt x="220306" y="17424"/>
                      <a:pt x="224159" y="13528"/>
                      <a:pt x="224159" y="8948"/>
                    </a:cubicBezTo>
                    <a:lnTo>
                      <a:pt x="224159" y="8434"/>
                    </a:lnTo>
                    <a:cubicBezTo>
                      <a:pt x="224159" y="3853"/>
                      <a:pt x="220306" y="0"/>
                      <a:pt x="215725" y="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11159704" y="6213485"/>
                <a:ext cx="120553" cy="118336"/>
              </a:xfrm>
              <a:custGeom>
                <a:avLst/>
                <a:gdLst>
                  <a:gd name="connsiteX0" fmla="*/ 53383 w 120553"/>
                  <a:gd name="connsiteY0" fmla="*/ 89765 h 118336"/>
                  <a:gd name="connsiteX1" fmla="*/ 61859 w 120553"/>
                  <a:gd name="connsiteY1" fmla="*/ 77436 h 118336"/>
                  <a:gd name="connsiteX2" fmla="*/ 104371 w 120553"/>
                  <a:gd name="connsiteY2" fmla="*/ 112755 h 118336"/>
                  <a:gd name="connsiteX3" fmla="*/ 116144 w 120553"/>
                  <a:gd name="connsiteY3" fmla="*/ 112027 h 118336"/>
                  <a:gd name="connsiteX4" fmla="*/ 118499 w 120553"/>
                  <a:gd name="connsiteY4" fmla="*/ 105606 h 118336"/>
                  <a:gd name="connsiteX5" fmla="*/ 115416 w 120553"/>
                  <a:gd name="connsiteY5" fmla="*/ 99698 h 118336"/>
                  <a:gd name="connsiteX6" fmla="*/ 82409 w 120553"/>
                  <a:gd name="connsiteY6" fmla="*/ 71785 h 118336"/>
                  <a:gd name="connsiteX7" fmla="*/ 112077 w 120553"/>
                  <a:gd name="connsiteY7" fmla="*/ 71785 h 118336"/>
                  <a:gd name="connsiteX8" fmla="*/ 120554 w 120553"/>
                  <a:gd name="connsiteY8" fmla="*/ 63308 h 118336"/>
                  <a:gd name="connsiteX9" fmla="*/ 120554 w 120553"/>
                  <a:gd name="connsiteY9" fmla="*/ 62880 h 118336"/>
                  <a:gd name="connsiteX10" fmla="*/ 112077 w 120553"/>
                  <a:gd name="connsiteY10" fmla="*/ 54446 h 118336"/>
                  <a:gd name="connsiteX11" fmla="*/ 69565 w 120553"/>
                  <a:gd name="connsiteY11" fmla="*/ 54446 h 118336"/>
                  <a:gd name="connsiteX12" fmla="*/ 70636 w 120553"/>
                  <a:gd name="connsiteY12" fmla="*/ 41860 h 118336"/>
                  <a:gd name="connsiteX13" fmla="*/ 70850 w 120553"/>
                  <a:gd name="connsiteY13" fmla="*/ 30857 h 118336"/>
                  <a:gd name="connsiteX14" fmla="*/ 109037 w 120553"/>
                  <a:gd name="connsiteY14" fmla="*/ 30857 h 118336"/>
                  <a:gd name="connsiteX15" fmla="*/ 117471 w 120553"/>
                  <a:gd name="connsiteY15" fmla="*/ 22381 h 118336"/>
                  <a:gd name="connsiteX16" fmla="*/ 117471 w 120553"/>
                  <a:gd name="connsiteY16" fmla="*/ 22167 h 118336"/>
                  <a:gd name="connsiteX17" fmla="*/ 109037 w 120553"/>
                  <a:gd name="connsiteY17" fmla="*/ 13690 h 118336"/>
                  <a:gd name="connsiteX18" fmla="*/ 28338 w 120553"/>
                  <a:gd name="connsiteY18" fmla="*/ 13690 h 118336"/>
                  <a:gd name="connsiteX19" fmla="*/ 28809 w 120553"/>
                  <a:gd name="connsiteY19" fmla="*/ 11935 h 118336"/>
                  <a:gd name="connsiteX20" fmla="*/ 28809 w 120553"/>
                  <a:gd name="connsiteY20" fmla="*/ 5256 h 118336"/>
                  <a:gd name="connsiteX21" fmla="*/ 24186 w 120553"/>
                  <a:gd name="connsiteY21" fmla="*/ 632 h 118336"/>
                  <a:gd name="connsiteX22" fmla="*/ 23715 w 120553"/>
                  <a:gd name="connsiteY22" fmla="*/ 632 h 118336"/>
                  <a:gd name="connsiteX23" fmla="*/ 12926 w 120553"/>
                  <a:gd name="connsiteY23" fmla="*/ 5256 h 118336"/>
                  <a:gd name="connsiteX24" fmla="*/ 7275 w 120553"/>
                  <a:gd name="connsiteY24" fmla="*/ 19341 h 118336"/>
                  <a:gd name="connsiteX25" fmla="*/ 15195 w 120553"/>
                  <a:gd name="connsiteY25" fmla="*/ 30857 h 118336"/>
                  <a:gd name="connsiteX26" fmla="*/ 53383 w 120553"/>
                  <a:gd name="connsiteY26" fmla="*/ 30857 h 118336"/>
                  <a:gd name="connsiteX27" fmla="*/ 53383 w 120553"/>
                  <a:gd name="connsiteY27" fmla="*/ 41860 h 118336"/>
                  <a:gd name="connsiteX28" fmla="*/ 52098 w 120553"/>
                  <a:gd name="connsiteY28" fmla="*/ 54446 h 118336"/>
                  <a:gd name="connsiteX29" fmla="*/ 9330 w 120553"/>
                  <a:gd name="connsiteY29" fmla="*/ 54446 h 118336"/>
                  <a:gd name="connsiteX30" fmla="*/ 853 w 120553"/>
                  <a:gd name="connsiteY30" fmla="*/ 62880 h 118336"/>
                  <a:gd name="connsiteX31" fmla="*/ 853 w 120553"/>
                  <a:gd name="connsiteY31" fmla="*/ 63394 h 118336"/>
                  <a:gd name="connsiteX32" fmla="*/ 9330 w 120553"/>
                  <a:gd name="connsiteY32" fmla="*/ 71870 h 118336"/>
                  <a:gd name="connsiteX33" fmla="*/ 44949 w 120553"/>
                  <a:gd name="connsiteY33" fmla="*/ 71870 h 118336"/>
                  <a:gd name="connsiteX34" fmla="*/ 39555 w 120553"/>
                  <a:gd name="connsiteY34" fmla="*/ 79320 h 118336"/>
                  <a:gd name="connsiteX35" fmla="*/ 5477 w 120553"/>
                  <a:gd name="connsiteY35" fmla="*/ 101624 h 118336"/>
                  <a:gd name="connsiteX36" fmla="*/ 383 w 120553"/>
                  <a:gd name="connsiteY36" fmla="*/ 112327 h 118336"/>
                  <a:gd name="connsiteX37" fmla="*/ 639 w 120553"/>
                  <a:gd name="connsiteY37" fmla="*/ 112841 h 118336"/>
                  <a:gd name="connsiteX38" fmla="*/ 5220 w 120553"/>
                  <a:gd name="connsiteY38" fmla="*/ 117721 h 118336"/>
                  <a:gd name="connsiteX39" fmla="*/ 11642 w 120553"/>
                  <a:gd name="connsiteY39" fmla="*/ 117978 h 118336"/>
                  <a:gd name="connsiteX40" fmla="*/ 53383 w 120553"/>
                  <a:gd name="connsiteY40" fmla="*/ 89765 h 11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0553" h="118336">
                    <a:moveTo>
                      <a:pt x="53383" y="89765"/>
                    </a:moveTo>
                    <a:cubicBezTo>
                      <a:pt x="56722" y="85955"/>
                      <a:pt x="59505" y="81845"/>
                      <a:pt x="61859" y="77436"/>
                    </a:cubicBezTo>
                    <a:lnTo>
                      <a:pt x="104371" y="112755"/>
                    </a:lnTo>
                    <a:cubicBezTo>
                      <a:pt x="107967" y="115880"/>
                      <a:pt x="113062" y="115324"/>
                      <a:pt x="116144" y="112027"/>
                    </a:cubicBezTo>
                    <a:cubicBezTo>
                      <a:pt x="117728" y="109972"/>
                      <a:pt x="118755" y="108131"/>
                      <a:pt x="118499" y="105606"/>
                    </a:cubicBezTo>
                    <a:cubicBezTo>
                      <a:pt x="118199" y="103251"/>
                      <a:pt x="117428" y="101539"/>
                      <a:pt x="115416" y="99698"/>
                    </a:cubicBezTo>
                    <a:lnTo>
                      <a:pt x="82409" y="71785"/>
                    </a:lnTo>
                    <a:lnTo>
                      <a:pt x="112077" y="71785"/>
                    </a:lnTo>
                    <a:cubicBezTo>
                      <a:pt x="116957" y="71785"/>
                      <a:pt x="120554" y="67889"/>
                      <a:pt x="120554" y="63308"/>
                    </a:cubicBezTo>
                    <a:lnTo>
                      <a:pt x="120554" y="62880"/>
                    </a:lnTo>
                    <a:cubicBezTo>
                      <a:pt x="120554" y="58256"/>
                      <a:pt x="116957" y="54446"/>
                      <a:pt x="112077" y="54446"/>
                    </a:cubicBezTo>
                    <a:lnTo>
                      <a:pt x="69565" y="54446"/>
                    </a:lnTo>
                    <a:cubicBezTo>
                      <a:pt x="70336" y="50336"/>
                      <a:pt x="70636" y="46226"/>
                      <a:pt x="70636" y="41860"/>
                    </a:cubicBezTo>
                    <a:lnTo>
                      <a:pt x="70850" y="30857"/>
                    </a:lnTo>
                    <a:lnTo>
                      <a:pt x="109037" y="30857"/>
                    </a:lnTo>
                    <a:cubicBezTo>
                      <a:pt x="113618" y="30857"/>
                      <a:pt x="117471" y="27047"/>
                      <a:pt x="117471" y="22381"/>
                    </a:cubicBezTo>
                    <a:lnTo>
                      <a:pt x="117471" y="22167"/>
                    </a:lnTo>
                    <a:cubicBezTo>
                      <a:pt x="117471" y="17543"/>
                      <a:pt x="113618" y="13690"/>
                      <a:pt x="109037" y="13690"/>
                    </a:cubicBezTo>
                    <a:lnTo>
                      <a:pt x="28338" y="13690"/>
                    </a:lnTo>
                    <a:lnTo>
                      <a:pt x="28809" y="11935"/>
                    </a:lnTo>
                    <a:cubicBezTo>
                      <a:pt x="29837" y="9623"/>
                      <a:pt x="29837" y="7311"/>
                      <a:pt x="28809" y="5256"/>
                    </a:cubicBezTo>
                    <a:cubicBezTo>
                      <a:pt x="28039" y="3201"/>
                      <a:pt x="26240" y="1446"/>
                      <a:pt x="24186" y="632"/>
                    </a:cubicBezTo>
                    <a:lnTo>
                      <a:pt x="23715" y="632"/>
                    </a:lnTo>
                    <a:cubicBezTo>
                      <a:pt x="19562" y="-1123"/>
                      <a:pt x="14467" y="889"/>
                      <a:pt x="12926" y="5256"/>
                    </a:cubicBezTo>
                    <a:lnTo>
                      <a:pt x="7275" y="19341"/>
                    </a:lnTo>
                    <a:cubicBezTo>
                      <a:pt x="5220" y="24949"/>
                      <a:pt x="9073" y="30857"/>
                      <a:pt x="15195" y="30857"/>
                    </a:cubicBezTo>
                    <a:lnTo>
                      <a:pt x="53383" y="30857"/>
                    </a:lnTo>
                    <a:lnTo>
                      <a:pt x="53383" y="41860"/>
                    </a:lnTo>
                    <a:cubicBezTo>
                      <a:pt x="53383" y="46226"/>
                      <a:pt x="52826" y="50550"/>
                      <a:pt x="52098" y="54446"/>
                    </a:cubicBezTo>
                    <a:lnTo>
                      <a:pt x="9330" y="54446"/>
                    </a:lnTo>
                    <a:cubicBezTo>
                      <a:pt x="4706" y="54446"/>
                      <a:pt x="853" y="58256"/>
                      <a:pt x="853" y="62880"/>
                    </a:cubicBezTo>
                    <a:lnTo>
                      <a:pt x="853" y="63394"/>
                    </a:lnTo>
                    <a:cubicBezTo>
                      <a:pt x="853" y="68017"/>
                      <a:pt x="4706" y="71870"/>
                      <a:pt x="9330" y="71870"/>
                    </a:cubicBezTo>
                    <a:lnTo>
                      <a:pt x="44949" y="71870"/>
                    </a:lnTo>
                    <a:cubicBezTo>
                      <a:pt x="43365" y="74396"/>
                      <a:pt x="41653" y="76965"/>
                      <a:pt x="39555" y="79320"/>
                    </a:cubicBezTo>
                    <a:cubicBezTo>
                      <a:pt x="31378" y="88267"/>
                      <a:pt x="19819" y="95930"/>
                      <a:pt x="5477" y="101624"/>
                    </a:cubicBezTo>
                    <a:cubicBezTo>
                      <a:pt x="1110" y="103636"/>
                      <a:pt x="-902" y="108003"/>
                      <a:pt x="383" y="112327"/>
                    </a:cubicBezTo>
                    <a:lnTo>
                      <a:pt x="639" y="112841"/>
                    </a:lnTo>
                    <a:cubicBezTo>
                      <a:pt x="1410" y="115153"/>
                      <a:pt x="3165" y="116737"/>
                      <a:pt x="5220" y="117721"/>
                    </a:cubicBezTo>
                    <a:cubicBezTo>
                      <a:pt x="7275" y="118492"/>
                      <a:pt x="9587" y="118492"/>
                      <a:pt x="11642" y="117978"/>
                    </a:cubicBezTo>
                    <a:cubicBezTo>
                      <a:pt x="29794" y="110529"/>
                      <a:pt x="43622" y="101324"/>
                      <a:pt x="53383" y="89765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11291217" y="6218441"/>
                <a:ext cx="96282" cy="110367"/>
              </a:xfrm>
              <a:custGeom>
                <a:avLst/>
                <a:gdLst>
                  <a:gd name="connsiteX0" fmla="*/ 88362 w 96282"/>
                  <a:gd name="connsiteY0" fmla="*/ 8220 h 110367"/>
                  <a:gd name="connsiteX1" fmla="*/ 68883 w 96282"/>
                  <a:gd name="connsiteY1" fmla="*/ 0 h 110367"/>
                  <a:gd name="connsiteX2" fmla="*/ 27142 w 96282"/>
                  <a:gd name="connsiteY2" fmla="*/ 0 h 110367"/>
                  <a:gd name="connsiteX3" fmla="*/ 2055 w 96282"/>
                  <a:gd name="connsiteY3" fmla="*/ 16910 h 110367"/>
                  <a:gd name="connsiteX4" fmla="*/ 0 w 96282"/>
                  <a:gd name="connsiteY4" fmla="*/ 27399 h 110367"/>
                  <a:gd name="connsiteX5" fmla="*/ 0 w 96282"/>
                  <a:gd name="connsiteY5" fmla="*/ 83011 h 110367"/>
                  <a:gd name="connsiteX6" fmla="*/ 27142 w 96282"/>
                  <a:gd name="connsiteY6" fmla="*/ 110367 h 110367"/>
                  <a:gd name="connsiteX7" fmla="*/ 68883 w 96282"/>
                  <a:gd name="connsiteY7" fmla="*/ 110367 h 110367"/>
                  <a:gd name="connsiteX8" fmla="*/ 79415 w 96282"/>
                  <a:gd name="connsiteY8" fmla="*/ 108056 h 110367"/>
                  <a:gd name="connsiteX9" fmla="*/ 96282 w 96282"/>
                  <a:gd name="connsiteY9" fmla="*/ 82968 h 110367"/>
                  <a:gd name="connsiteX10" fmla="*/ 96282 w 96282"/>
                  <a:gd name="connsiteY10" fmla="*/ 27399 h 110367"/>
                  <a:gd name="connsiteX11" fmla="*/ 88362 w 96282"/>
                  <a:gd name="connsiteY11" fmla="*/ 8220 h 110367"/>
                  <a:gd name="connsiteX12" fmla="*/ 79158 w 96282"/>
                  <a:gd name="connsiteY12" fmla="*/ 83054 h 110367"/>
                  <a:gd name="connsiteX13" fmla="*/ 79072 w 96282"/>
                  <a:gd name="connsiteY13" fmla="*/ 101848 h 110367"/>
                  <a:gd name="connsiteX14" fmla="*/ 63617 w 96282"/>
                  <a:gd name="connsiteY14" fmla="*/ 93072 h 110367"/>
                  <a:gd name="connsiteX15" fmla="*/ 27142 w 96282"/>
                  <a:gd name="connsiteY15" fmla="*/ 93072 h 110367"/>
                  <a:gd name="connsiteX16" fmla="*/ 16868 w 96282"/>
                  <a:gd name="connsiteY16" fmla="*/ 83054 h 110367"/>
                  <a:gd name="connsiteX17" fmla="*/ 16868 w 96282"/>
                  <a:gd name="connsiteY17" fmla="*/ 27399 h 110367"/>
                  <a:gd name="connsiteX18" fmla="*/ 19693 w 96282"/>
                  <a:gd name="connsiteY18" fmla="*/ 20250 h 110367"/>
                  <a:gd name="connsiteX19" fmla="*/ 27142 w 96282"/>
                  <a:gd name="connsiteY19" fmla="*/ 17424 h 110367"/>
                  <a:gd name="connsiteX20" fmla="*/ 68883 w 96282"/>
                  <a:gd name="connsiteY20" fmla="*/ 17424 h 110367"/>
                  <a:gd name="connsiteX21" fmla="*/ 76075 w 96282"/>
                  <a:gd name="connsiteY21" fmla="*/ 20250 h 110367"/>
                  <a:gd name="connsiteX22" fmla="*/ 79158 w 96282"/>
                  <a:gd name="connsiteY22" fmla="*/ 27399 h 110367"/>
                  <a:gd name="connsiteX23" fmla="*/ 79158 w 96282"/>
                  <a:gd name="connsiteY23" fmla="*/ 83054 h 11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82" h="110367">
                    <a:moveTo>
                      <a:pt x="88362" y="8220"/>
                    </a:moveTo>
                    <a:cubicBezTo>
                      <a:pt x="83268" y="3125"/>
                      <a:pt x="76332" y="0"/>
                      <a:pt x="68883" y="0"/>
                    </a:cubicBezTo>
                    <a:lnTo>
                      <a:pt x="27142" y="0"/>
                    </a:lnTo>
                    <a:cubicBezTo>
                      <a:pt x="15883" y="0"/>
                      <a:pt x="6379" y="6935"/>
                      <a:pt x="2055" y="16910"/>
                    </a:cubicBezTo>
                    <a:cubicBezTo>
                      <a:pt x="471" y="20250"/>
                      <a:pt x="0" y="23846"/>
                      <a:pt x="0" y="27399"/>
                    </a:cubicBezTo>
                    <a:lnTo>
                      <a:pt x="0" y="83011"/>
                    </a:lnTo>
                    <a:cubicBezTo>
                      <a:pt x="0" y="98123"/>
                      <a:pt x="11987" y="110367"/>
                      <a:pt x="27142" y="110367"/>
                    </a:cubicBezTo>
                    <a:lnTo>
                      <a:pt x="68883" y="110367"/>
                    </a:lnTo>
                    <a:cubicBezTo>
                      <a:pt x="72736" y="110367"/>
                      <a:pt x="76075" y="109640"/>
                      <a:pt x="79415" y="108056"/>
                    </a:cubicBezTo>
                    <a:cubicBezTo>
                      <a:pt x="89647" y="103732"/>
                      <a:pt x="96282" y="94227"/>
                      <a:pt x="96282" y="82968"/>
                    </a:cubicBezTo>
                    <a:lnTo>
                      <a:pt x="96282" y="27399"/>
                    </a:lnTo>
                    <a:cubicBezTo>
                      <a:pt x="96282" y="19993"/>
                      <a:pt x="93457" y="13314"/>
                      <a:pt x="88362" y="8220"/>
                    </a:cubicBezTo>
                    <a:close/>
                    <a:moveTo>
                      <a:pt x="79158" y="83054"/>
                    </a:moveTo>
                    <a:lnTo>
                      <a:pt x="79072" y="101848"/>
                    </a:lnTo>
                    <a:cubicBezTo>
                      <a:pt x="79072" y="101848"/>
                      <a:pt x="70724" y="93072"/>
                      <a:pt x="63617" y="93072"/>
                    </a:cubicBezTo>
                    <a:lnTo>
                      <a:pt x="27142" y="93072"/>
                    </a:lnTo>
                    <a:cubicBezTo>
                      <a:pt x="21277" y="93072"/>
                      <a:pt x="16868" y="88962"/>
                      <a:pt x="16868" y="83054"/>
                    </a:cubicBezTo>
                    <a:lnTo>
                      <a:pt x="16868" y="27399"/>
                    </a:lnTo>
                    <a:cubicBezTo>
                      <a:pt x="16868" y="24616"/>
                      <a:pt x="17895" y="22048"/>
                      <a:pt x="19693" y="20250"/>
                    </a:cubicBezTo>
                    <a:cubicBezTo>
                      <a:pt x="21748" y="18452"/>
                      <a:pt x="24060" y="17424"/>
                      <a:pt x="27142" y="17424"/>
                    </a:cubicBezTo>
                    <a:lnTo>
                      <a:pt x="68883" y="17424"/>
                    </a:lnTo>
                    <a:cubicBezTo>
                      <a:pt x="71923" y="17424"/>
                      <a:pt x="74277" y="18452"/>
                      <a:pt x="76075" y="20250"/>
                    </a:cubicBezTo>
                    <a:cubicBezTo>
                      <a:pt x="78344" y="22048"/>
                      <a:pt x="79158" y="24616"/>
                      <a:pt x="79158" y="27399"/>
                    </a:cubicBezTo>
                    <a:lnTo>
                      <a:pt x="79158" y="83054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11203968" y="6382708"/>
                <a:ext cx="137894" cy="17124"/>
              </a:xfrm>
              <a:custGeom>
                <a:avLst/>
                <a:gdLst>
                  <a:gd name="connsiteX0" fmla="*/ 0 w 137894"/>
                  <a:gd name="connsiteY0" fmla="*/ 0 h 17124"/>
                  <a:gd name="connsiteX1" fmla="*/ 214 w 137894"/>
                  <a:gd name="connsiteY1" fmla="*/ 17124 h 17124"/>
                  <a:gd name="connsiteX2" fmla="*/ 137809 w 137894"/>
                  <a:gd name="connsiteY2" fmla="*/ 17124 h 17124"/>
                  <a:gd name="connsiteX3" fmla="*/ 137895 w 137894"/>
                  <a:gd name="connsiteY3" fmla="*/ 0 h 17124"/>
                  <a:gd name="connsiteX4" fmla="*/ 0 w 137894"/>
                  <a:gd name="connsiteY4" fmla="*/ 0 h 1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894" h="17124">
                    <a:moveTo>
                      <a:pt x="0" y="0"/>
                    </a:moveTo>
                    <a:cubicBezTo>
                      <a:pt x="0" y="43"/>
                      <a:pt x="214" y="17124"/>
                      <a:pt x="214" y="17124"/>
                    </a:cubicBezTo>
                    <a:lnTo>
                      <a:pt x="137809" y="17124"/>
                    </a:lnTo>
                    <a:lnTo>
                      <a:pt x="1378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11173615" y="6340153"/>
                <a:ext cx="198729" cy="102746"/>
              </a:xfrm>
              <a:custGeom>
                <a:avLst/>
                <a:gdLst>
                  <a:gd name="connsiteX0" fmla="*/ 182376 w 198729"/>
                  <a:gd name="connsiteY0" fmla="*/ 2269 h 102746"/>
                  <a:gd name="connsiteX1" fmla="*/ 172101 w 198729"/>
                  <a:gd name="connsiteY1" fmla="*/ 0 h 102746"/>
                  <a:gd name="connsiteX2" fmla="*/ 26885 w 198729"/>
                  <a:gd name="connsiteY2" fmla="*/ 0 h 102746"/>
                  <a:gd name="connsiteX3" fmla="*/ 16654 w 198729"/>
                  <a:gd name="connsiteY3" fmla="*/ 2269 h 102746"/>
                  <a:gd name="connsiteX4" fmla="*/ 0 w 198729"/>
                  <a:gd name="connsiteY4" fmla="*/ 27399 h 102746"/>
                  <a:gd name="connsiteX5" fmla="*/ 0 w 198729"/>
                  <a:gd name="connsiteY5" fmla="*/ 75262 h 102746"/>
                  <a:gd name="connsiteX6" fmla="*/ 16654 w 198729"/>
                  <a:gd name="connsiteY6" fmla="*/ 100692 h 102746"/>
                  <a:gd name="connsiteX7" fmla="*/ 26885 w 198729"/>
                  <a:gd name="connsiteY7" fmla="*/ 102747 h 102746"/>
                  <a:gd name="connsiteX8" fmla="*/ 135968 w 198729"/>
                  <a:gd name="connsiteY8" fmla="*/ 102747 h 102746"/>
                  <a:gd name="connsiteX9" fmla="*/ 166921 w 198729"/>
                  <a:gd name="connsiteY9" fmla="*/ 85580 h 102746"/>
                  <a:gd name="connsiteX10" fmla="*/ 26885 w 198729"/>
                  <a:gd name="connsiteY10" fmla="*/ 85580 h 102746"/>
                  <a:gd name="connsiteX11" fmla="*/ 19993 w 198729"/>
                  <a:gd name="connsiteY11" fmla="*/ 82754 h 102746"/>
                  <a:gd name="connsiteX12" fmla="*/ 17167 w 198729"/>
                  <a:gd name="connsiteY12" fmla="*/ 75262 h 102746"/>
                  <a:gd name="connsiteX13" fmla="*/ 17167 w 198729"/>
                  <a:gd name="connsiteY13" fmla="*/ 27442 h 102746"/>
                  <a:gd name="connsiteX14" fmla="*/ 19993 w 198729"/>
                  <a:gd name="connsiteY14" fmla="*/ 19993 h 102746"/>
                  <a:gd name="connsiteX15" fmla="*/ 26885 w 198729"/>
                  <a:gd name="connsiteY15" fmla="*/ 17167 h 102746"/>
                  <a:gd name="connsiteX16" fmla="*/ 172101 w 198729"/>
                  <a:gd name="connsiteY16" fmla="*/ 17167 h 102746"/>
                  <a:gd name="connsiteX17" fmla="*/ 178994 w 198729"/>
                  <a:gd name="connsiteY17" fmla="*/ 19993 h 102746"/>
                  <a:gd name="connsiteX18" fmla="*/ 181819 w 198729"/>
                  <a:gd name="connsiteY18" fmla="*/ 27442 h 102746"/>
                  <a:gd name="connsiteX19" fmla="*/ 181819 w 198729"/>
                  <a:gd name="connsiteY19" fmla="*/ 75305 h 102746"/>
                  <a:gd name="connsiteX20" fmla="*/ 166621 w 198729"/>
                  <a:gd name="connsiteY20" fmla="*/ 102747 h 102746"/>
                  <a:gd name="connsiteX21" fmla="*/ 198729 w 198729"/>
                  <a:gd name="connsiteY21" fmla="*/ 75305 h 102746"/>
                  <a:gd name="connsiteX22" fmla="*/ 198729 w 198729"/>
                  <a:gd name="connsiteY22" fmla="*/ 27442 h 102746"/>
                  <a:gd name="connsiteX23" fmla="*/ 182376 w 198729"/>
                  <a:gd name="connsiteY23" fmla="*/ 2269 h 10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729" h="102746">
                    <a:moveTo>
                      <a:pt x="182376" y="2269"/>
                    </a:moveTo>
                    <a:cubicBezTo>
                      <a:pt x="179036" y="771"/>
                      <a:pt x="175997" y="0"/>
                      <a:pt x="172101" y="0"/>
                    </a:cubicBezTo>
                    <a:lnTo>
                      <a:pt x="26885" y="0"/>
                    </a:lnTo>
                    <a:cubicBezTo>
                      <a:pt x="23032" y="0"/>
                      <a:pt x="19993" y="771"/>
                      <a:pt x="16654" y="2269"/>
                    </a:cubicBezTo>
                    <a:cubicBezTo>
                      <a:pt x="6636" y="6636"/>
                      <a:pt x="0" y="16354"/>
                      <a:pt x="0" y="27399"/>
                    </a:cubicBezTo>
                    <a:lnTo>
                      <a:pt x="0" y="75262"/>
                    </a:lnTo>
                    <a:cubicBezTo>
                      <a:pt x="0" y="86564"/>
                      <a:pt x="6679" y="96068"/>
                      <a:pt x="16654" y="100692"/>
                    </a:cubicBezTo>
                    <a:cubicBezTo>
                      <a:pt x="19993" y="101934"/>
                      <a:pt x="23032" y="102747"/>
                      <a:pt x="26885" y="102747"/>
                    </a:cubicBezTo>
                    <a:lnTo>
                      <a:pt x="135968" y="102747"/>
                    </a:lnTo>
                    <a:cubicBezTo>
                      <a:pt x="159771" y="102747"/>
                      <a:pt x="166921" y="85580"/>
                      <a:pt x="166921" y="85580"/>
                    </a:cubicBezTo>
                    <a:lnTo>
                      <a:pt x="26885" y="85580"/>
                    </a:lnTo>
                    <a:cubicBezTo>
                      <a:pt x="24317" y="85580"/>
                      <a:pt x="22005" y="84552"/>
                      <a:pt x="19993" y="82754"/>
                    </a:cubicBezTo>
                    <a:cubicBezTo>
                      <a:pt x="18195" y="80913"/>
                      <a:pt x="17167" y="78345"/>
                      <a:pt x="17167" y="75262"/>
                    </a:cubicBezTo>
                    <a:lnTo>
                      <a:pt x="17167" y="27442"/>
                    </a:lnTo>
                    <a:cubicBezTo>
                      <a:pt x="17167" y="24360"/>
                      <a:pt x="18195" y="22048"/>
                      <a:pt x="19993" y="19993"/>
                    </a:cubicBezTo>
                    <a:cubicBezTo>
                      <a:pt x="22005" y="18238"/>
                      <a:pt x="24360" y="17167"/>
                      <a:pt x="26885" y="17167"/>
                    </a:cubicBezTo>
                    <a:lnTo>
                      <a:pt x="172101" y="17167"/>
                    </a:lnTo>
                    <a:cubicBezTo>
                      <a:pt x="174670" y="17167"/>
                      <a:pt x="176981" y="18238"/>
                      <a:pt x="178994" y="19993"/>
                    </a:cubicBezTo>
                    <a:cubicBezTo>
                      <a:pt x="180792" y="22048"/>
                      <a:pt x="181819" y="24360"/>
                      <a:pt x="181819" y="27442"/>
                    </a:cubicBezTo>
                    <a:lnTo>
                      <a:pt x="181819" y="75305"/>
                    </a:lnTo>
                    <a:cubicBezTo>
                      <a:pt x="181819" y="76461"/>
                      <a:pt x="183317" y="93628"/>
                      <a:pt x="166621" y="102747"/>
                    </a:cubicBezTo>
                    <a:cubicBezTo>
                      <a:pt x="169875" y="102576"/>
                      <a:pt x="196846" y="100906"/>
                      <a:pt x="198729" y="75305"/>
                    </a:cubicBezTo>
                    <a:lnTo>
                      <a:pt x="198729" y="27442"/>
                    </a:lnTo>
                    <a:cubicBezTo>
                      <a:pt x="198772" y="16397"/>
                      <a:pt x="192393" y="6679"/>
                      <a:pt x="182376" y="2269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11418348" y="6381894"/>
                <a:ext cx="34186" cy="55644"/>
              </a:xfrm>
              <a:custGeom>
                <a:avLst/>
                <a:gdLst>
                  <a:gd name="connsiteX0" fmla="*/ 33796 w 34186"/>
                  <a:gd name="connsiteY0" fmla="*/ 10660 h 55644"/>
                  <a:gd name="connsiteX1" fmla="*/ 16115 w 34186"/>
                  <a:gd name="connsiteY1" fmla="*/ 51930 h 55644"/>
                  <a:gd name="connsiteX2" fmla="*/ 10464 w 34186"/>
                  <a:gd name="connsiteY2" fmla="*/ 55483 h 55644"/>
                  <a:gd name="connsiteX3" fmla="*/ 3871 w 34186"/>
                  <a:gd name="connsiteY3" fmla="*/ 53942 h 55644"/>
                  <a:gd name="connsiteX4" fmla="*/ 3272 w 34186"/>
                  <a:gd name="connsiteY4" fmla="*/ 53642 h 55644"/>
                  <a:gd name="connsiteX5" fmla="*/ 1217 w 34186"/>
                  <a:gd name="connsiteY5" fmla="*/ 42426 h 55644"/>
                  <a:gd name="connsiteX6" fmla="*/ 10464 w 34186"/>
                  <a:gd name="connsiteY6" fmla="*/ 25216 h 55644"/>
                  <a:gd name="connsiteX7" fmla="*/ 17143 w 34186"/>
                  <a:gd name="connsiteY7" fmla="*/ 6250 h 55644"/>
                  <a:gd name="connsiteX8" fmla="*/ 26861 w 34186"/>
                  <a:gd name="connsiteY8" fmla="*/ 128 h 55644"/>
                  <a:gd name="connsiteX9" fmla="*/ 27417 w 34186"/>
                  <a:gd name="connsiteY9" fmla="*/ 128 h 55644"/>
                  <a:gd name="connsiteX10" fmla="*/ 33026 w 34186"/>
                  <a:gd name="connsiteY10" fmla="*/ 3981 h 55644"/>
                  <a:gd name="connsiteX11" fmla="*/ 33796 w 34186"/>
                  <a:gd name="connsiteY11" fmla="*/ 10660 h 5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86" h="55644">
                    <a:moveTo>
                      <a:pt x="33796" y="10660"/>
                    </a:moveTo>
                    <a:cubicBezTo>
                      <a:pt x="30243" y="25515"/>
                      <a:pt x="24078" y="38787"/>
                      <a:pt x="16115" y="51930"/>
                    </a:cubicBezTo>
                    <a:cubicBezTo>
                      <a:pt x="14831" y="53642"/>
                      <a:pt x="13033" y="55226"/>
                      <a:pt x="10464" y="55483"/>
                    </a:cubicBezTo>
                    <a:cubicBezTo>
                      <a:pt x="8152" y="55997"/>
                      <a:pt x="5841" y="55226"/>
                      <a:pt x="3871" y="53942"/>
                    </a:cubicBezTo>
                    <a:lnTo>
                      <a:pt x="3272" y="53642"/>
                    </a:lnTo>
                    <a:cubicBezTo>
                      <a:pt x="-25" y="51116"/>
                      <a:pt x="-1052" y="46236"/>
                      <a:pt x="1217" y="42426"/>
                    </a:cubicBezTo>
                    <a:cubicBezTo>
                      <a:pt x="4813" y="37032"/>
                      <a:pt x="7896" y="31124"/>
                      <a:pt x="10464" y="25216"/>
                    </a:cubicBezTo>
                    <a:cubicBezTo>
                      <a:pt x="13290" y="19308"/>
                      <a:pt x="15345" y="13186"/>
                      <a:pt x="17143" y="6250"/>
                    </a:cubicBezTo>
                    <a:cubicBezTo>
                      <a:pt x="18170" y="2140"/>
                      <a:pt x="22537" y="-642"/>
                      <a:pt x="26861" y="128"/>
                    </a:cubicBezTo>
                    <a:lnTo>
                      <a:pt x="27417" y="128"/>
                    </a:lnTo>
                    <a:cubicBezTo>
                      <a:pt x="29686" y="642"/>
                      <a:pt x="31485" y="2140"/>
                      <a:pt x="33026" y="3981"/>
                    </a:cubicBezTo>
                    <a:cubicBezTo>
                      <a:pt x="34053" y="6079"/>
                      <a:pt x="34610" y="8348"/>
                      <a:pt x="33796" y="1066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11419351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7 w 103517"/>
                  <a:gd name="connsiteY1" fmla="*/ 14599 h 95254"/>
                  <a:gd name="connsiteX2" fmla="*/ 103517 w 103517"/>
                  <a:gd name="connsiteY2" fmla="*/ 15155 h 95254"/>
                  <a:gd name="connsiteX3" fmla="*/ 95084 w 103517"/>
                  <a:gd name="connsiteY3" fmla="*/ 23589 h 95254"/>
                  <a:gd name="connsiteX4" fmla="*/ 60492 w 103517"/>
                  <a:gd name="connsiteY4" fmla="*/ 23589 h 95254"/>
                  <a:gd name="connsiteX5" fmla="*/ 60492 w 103517"/>
                  <a:gd name="connsiteY5" fmla="*/ 36133 h 95254"/>
                  <a:gd name="connsiteX6" fmla="*/ 92986 w 103517"/>
                  <a:gd name="connsiteY6" fmla="*/ 36133 h 95254"/>
                  <a:gd name="connsiteX7" fmla="*/ 101505 w 103517"/>
                  <a:gd name="connsiteY7" fmla="*/ 44566 h 95254"/>
                  <a:gd name="connsiteX8" fmla="*/ 101505 w 103517"/>
                  <a:gd name="connsiteY8" fmla="*/ 44823 h 95254"/>
                  <a:gd name="connsiteX9" fmla="*/ 92986 w 103517"/>
                  <a:gd name="connsiteY9" fmla="*/ 53257 h 95254"/>
                  <a:gd name="connsiteX10" fmla="*/ 60492 w 103517"/>
                  <a:gd name="connsiteY10" fmla="*/ 53257 h 95254"/>
                  <a:gd name="connsiteX11" fmla="*/ 60492 w 103517"/>
                  <a:gd name="connsiteY11" fmla="*/ 66143 h 95254"/>
                  <a:gd name="connsiteX12" fmla="*/ 95084 w 103517"/>
                  <a:gd name="connsiteY12" fmla="*/ 66143 h 95254"/>
                  <a:gd name="connsiteX13" fmla="*/ 103517 w 103517"/>
                  <a:gd name="connsiteY13" fmla="*/ 74577 h 95254"/>
                  <a:gd name="connsiteX14" fmla="*/ 103517 w 103517"/>
                  <a:gd name="connsiteY14" fmla="*/ 74791 h 95254"/>
                  <a:gd name="connsiteX15" fmla="*/ 95084 w 103517"/>
                  <a:gd name="connsiteY15" fmla="*/ 83268 h 95254"/>
                  <a:gd name="connsiteX16" fmla="*/ 60492 w 103517"/>
                  <a:gd name="connsiteY16" fmla="*/ 83268 h 95254"/>
                  <a:gd name="connsiteX17" fmla="*/ 40628 w 103517"/>
                  <a:gd name="connsiteY17" fmla="*/ 95255 h 95254"/>
                  <a:gd name="connsiteX18" fmla="*/ 43325 w 103517"/>
                  <a:gd name="connsiteY18" fmla="*/ 83268 h 95254"/>
                  <a:gd name="connsiteX19" fmla="*/ 8477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77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88 w 103517"/>
                  <a:gd name="connsiteY25" fmla="*/ 53257 h 95254"/>
                  <a:gd name="connsiteX26" fmla="*/ 2269 w 103517"/>
                  <a:gd name="connsiteY26" fmla="*/ 44823 h 95254"/>
                  <a:gd name="connsiteX27" fmla="*/ 2269 w 103517"/>
                  <a:gd name="connsiteY27" fmla="*/ 44566 h 95254"/>
                  <a:gd name="connsiteX28" fmla="*/ 10788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77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77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93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664" y="6165"/>
                      <a:pt x="103517" y="10275"/>
                      <a:pt x="103517" y="14599"/>
                    </a:cubicBezTo>
                    <a:lnTo>
                      <a:pt x="103517" y="15155"/>
                    </a:lnTo>
                    <a:cubicBezTo>
                      <a:pt x="103517" y="19779"/>
                      <a:pt x="99664" y="23589"/>
                      <a:pt x="95084" y="23589"/>
                    </a:cubicBezTo>
                    <a:lnTo>
                      <a:pt x="60492" y="23589"/>
                    </a:lnTo>
                    <a:lnTo>
                      <a:pt x="60492" y="36133"/>
                    </a:lnTo>
                    <a:lnTo>
                      <a:pt x="92986" y="36133"/>
                    </a:lnTo>
                    <a:cubicBezTo>
                      <a:pt x="97609" y="36133"/>
                      <a:pt x="101505" y="39729"/>
                      <a:pt x="101505" y="44566"/>
                    </a:cubicBezTo>
                    <a:lnTo>
                      <a:pt x="101505" y="44823"/>
                    </a:lnTo>
                    <a:cubicBezTo>
                      <a:pt x="101505" y="49447"/>
                      <a:pt x="97652" y="53257"/>
                      <a:pt x="92986" y="53257"/>
                    </a:cubicBezTo>
                    <a:lnTo>
                      <a:pt x="60492" y="53257"/>
                    </a:lnTo>
                    <a:lnTo>
                      <a:pt x="60492" y="66143"/>
                    </a:lnTo>
                    <a:lnTo>
                      <a:pt x="95084" y="66143"/>
                    </a:lnTo>
                    <a:cubicBezTo>
                      <a:pt x="99664" y="66143"/>
                      <a:pt x="103517" y="69954"/>
                      <a:pt x="103517" y="74577"/>
                    </a:cubicBezTo>
                    <a:lnTo>
                      <a:pt x="103517" y="74791"/>
                    </a:lnTo>
                    <a:cubicBezTo>
                      <a:pt x="103517" y="79458"/>
                      <a:pt x="99664" y="83268"/>
                      <a:pt x="95084" y="83268"/>
                    </a:cubicBezTo>
                    <a:lnTo>
                      <a:pt x="60492" y="83268"/>
                    </a:lnTo>
                    <a:cubicBezTo>
                      <a:pt x="60492" y="83268"/>
                      <a:pt x="54028" y="95255"/>
                      <a:pt x="40628" y="95255"/>
                    </a:cubicBezTo>
                    <a:cubicBezTo>
                      <a:pt x="37117" y="95255"/>
                      <a:pt x="44909" y="88790"/>
                      <a:pt x="43325" y="83268"/>
                    </a:cubicBezTo>
                    <a:lnTo>
                      <a:pt x="8477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10" y="66143"/>
                      <a:pt x="8477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88" y="53257"/>
                    </a:lnTo>
                    <a:cubicBezTo>
                      <a:pt x="6165" y="53257"/>
                      <a:pt x="2269" y="49447"/>
                      <a:pt x="2269" y="44823"/>
                    </a:cubicBezTo>
                    <a:lnTo>
                      <a:pt x="2269" y="44566"/>
                    </a:lnTo>
                    <a:cubicBezTo>
                      <a:pt x="2269" y="39729"/>
                      <a:pt x="6165" y="36133"/>
                      <a:pt x="10788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77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10" y="6165"/>
                      <a:pt x="8477" y="6165"/>
                    </a:cubicBezTo>
                    <a:lnTo>
                      <a:pt x="43539" y="6165"/>
                    </a:lnTo>
                    <a:cubicBezTo>
                      <a:pt x="44566" y="2868"/>
                      <a:pt x="47692" y="0"/>
                      <a:pt x="51716" y="0"/>
                    </a:cubicBezTo>
                    <a:lnTo>
                      <a:pt x="52016" y="0"/>
                    </a:lnTo>
                    <a:cubicBezTo>
                      <a:pt x="55869" y="0"/>
                      <a:pt x="59165" y="2826"/>
                      <a:pt x="60193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11536568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8 w 103517"/>
                  <a:gd name="connsiteY1" fmla="*/ 14599 h 95254"/>
                  <a:gd name="connsiteX2" fmla="*/ 103518 w 103517"/>
                  <a:gd name="connsiteY2" fmla="*/ 15155 h 95254"/>
                  <a:gd name="connsiteX3" fmla="*/ 95084 w 103517"/>
                  <a:gd name="connsiteY3" fmla="*/ 23589 h 95254"/>
                  <a:gd name="connsiteX4" fmla="*/ 60449 w 103517"/>
                  <a:gd name="connsiteY4" fmla="*/ 23589 h 95254"/>
                  <a:gd name="connsiteX5" fmla="*/ 60449 w 103517"/>
                  <a:gd name="connsiteY5" fmla="*/ 36133 h 95254"/>
                  <a:gd name="connsiteX6" fmla="*/ 92986 w 103517"/>
                  <a:gd name="connsiteY6" fmla="*/ 36133 h 95254"/>
                  <a:gd name="connsiteX7" fmla="*/ 101463 w 103517"/>
                  <a:gd name="connsiteY7" fmla="*/ 44566 h 95254"/>
                  <a:gd name="connsiteX8" fmla="*/ 101463 w 103517"/>
                  <a:gd name="connsiteY8" fmla="*/ 44823 h 95254"/>
                  <a:gd name="connsiteX9" fmla="*/ 92986 w 103517"/>
                  <a:gd name="connsiteY9" fmla="*/ 53257 h 95254"/>
                  <a:gd name="connsiteX10" fmla="*/ 60449 w 103517"/>
                  <a:gd name="connsiteY10" fmla="*/ 53257 h 95254"/>
                  <a:gd name="connsiteX11" fmla="*/ 60449 w 103517"/>
                  <a:gd name="connsiteY11" fmla="*/ 66143 h 95254"/>
                  <a:gd name="connsiteX12" fmla="*/ 95084 w 103517"/>
                  <a:gd name="connsiteY12" fmla="*/ 66143 h 95254"/>
                  <a:gd name="connsiteX13" fmla="*/ 103518 w 103517"/>
                  <a:gd name="connsiteY13" fmla="*/ 74577 h 95254"/>
                  <a:gd name="connsiteX14" fmla="*/ 103518 w 103517"/>
                  <a:gd name="connsiteY14" fmla="*/ 74791 h 95254"/>
                  <a:gd name="connsiteX15" fmla="*/ 95084 w 103517"/>
                  <a:gd name="connsiteY15" fmla="*/ 83268 h 95254"/>
                  <a:gd name="connsiteX16" fmla="*/ 60449 w 103517"/>
                  <a:gd name="connsiteY16" fmla="*/ 83268 h 95254"/>
                  <a:gd name="connsiteX17" fmla="*/ 40585 w 103517"/>
                  <a:gd name="connsiteY17" fmla="*/ 95255 h 95254"/>
                  <a:gd name="connsiteX18" fmla="*/ 43325 w 103517"/>
                  <a:gd name="connsiteY18" fmla="*/ 83268 h 95254"/>
                  <a:gd name="connsiteX19" fmla="*/ 8434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34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46 w 103517"/>
                  <a:gd name="connsiteY25" fmla="*/ 53257 h 95254"/>
                  <a:gd name="connsiteX26" fmla="*/ 2312 w 103517"/>
                  <a:gd name="connsiteY26" fmla="*/ 44823 h 95254"/>
                  <a:gd name="connsiteX27" fmla="*/ 2312 w 103517"/>
                  <a:gd name="connsiteY27" fmla="*/ 44566 h 95254"/>
                  <a:gd name="connsiteX28" fmla="*/ 10746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34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34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50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707" y="6165"/>
                      <a:pt x="103518" y="10275"/>
                      <a:pt x="103518" y="14599"/>
                    </a:cubicBezTo>
                    <a:lnTo>
                      <a:pt x="103518" y="15155"/>
                    </a:lnTo>
                    <a:cubicBezTo>
                      <a:pt x="103518" y="19779"/>
                      <a:pt x="99707" y="23589"/>
                      <a:pt x="95084" y="23589"/>
                    </a:cubicBezTo>
                    <a:lnTo>
                      <a:pt x="60449" y="23589"/>
                    </a:lnTo>
                    <a:lnTo>
                      <a:pt x="60449" y="36133"/>
                    </a:lnTo>
                    <a:lnTo>
                      <a:pt x="92986" y="36133"/>
                    </a:lnTo>
                    <a:cubicBezTo>
                      <a:pt x="97652" y="36133"/>
                      <a:pt x="101463" y="39729"/>
                      <a:pt x="101463" y="44566"/>
                    </a:cubicBezTo>
                    <a:lnTo>
                      <a:pt x="101463" y="44823"/>
                    </a:lnTo>
                    <a:cubicBezTo>
                      <a:pt x="101463" y="49447"/>
                      <a:pt x="97652" y="53257"/>
                      <a:pt x="92986" y="53257"/>
                    </a:cubicBezTo>
                    <a:lnTo>
                      <a:pt x="60449" y="53257"/>
                    </a:lnTo>
                    <a:lnTo>
                      <a:pt x="60449" y="66143"/>
                    </a:lnTo>
                    <a:lnTo>
                      <a:pt x="95084" y="66143"/>
                    </a:lnTo>
                    <a:cubicBezTo>
                      <a:pt x="99707" y="66143"/>
                      <a:pt x="103518" y="69954"/>
                      <a:pt x="103518" y="74577"/>
                    </a:cubicBezTo>
                    <a:lnTo>
                      <a:pt x="103518" y="74791"/>
                    </a:lnTo>
                    <a:cubicBezTo>
                      <a:pt x="103518" y="79458"/>
                      <a:pt x="99707" y="83268"/>
                      <a:pt x="95084" y="83268"/>
                    </a:cubicBezTo>
                    <a:lnTo>
                      <a:pt x="60449" y="83268"/>
                    </a:lnTo>
                    <a:cubicBezTo>
                      <a:pt x="60449" y="83268"/>
                      <a:pt x="53985" y="95255"/>
                      <a:pt x="40585" y="95255"/>
                    </a:cubicBezTo>
                    <a:cubicBezTo>
                      <a:pt x="37074" y="95255"/>
                      <a:pt x="44866" y="88790"/>
                      <a:pt x="43325" y="83268"/>
                    </a:cubicBezTo>
                    <a:lnTo>
                      <a:pt x="8434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53" y="66143"/>
                      <a:pt x="8434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46" y="53257"/>
                    </a:lnTo>
                    <a:cubicBezTo>
                      <a:pt x="6122" y="53257"/>
                      <a:pt x="2312" y="49447"/>
                      <a:pt x="2312" y="44823"/>
                    </a:cubicBezTo>
                    <a:lnTo>
                      <a:pt x="2312" y="44566"/>
                    </a:lnTo>
                    <a:cubicBezTo>
                      <a:pt x="2312" y="39729"/>
                      <a:pt x="6122" y="36133"/>
                      <a:pt x="10746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34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53" y="6165"/>
                      <a:pt x="8434" y="6165"/>
                    </a:cubicBezTo>
                    <a:lnTo>
                      <a:pt x="43539" y="6165"/>
                    </a:lnTo>
                    <a:cubicBezTo>
                      <a:pt x="44524" y="2868"/>
                      <a:pt x="47649" y="0"/>
                      <a:pt x="51716" y="0"/>
                    </a:cubicBezTo>
                    <a:lnTo>
                      <a:pt x="52016" y="0"/>
                    </a:lnTo>
                    <a:cubicBezTo>
                      <a:pt x="55826" y="0"/>
                      <a:pt x="59165" y="2826"/>
                      <a:pt x="60150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11425002" y="6306332"/>
                <a:ext cx="213114" cy="70253"/>
              </a:xfrm>
              <a:custGeom>
                <a:avLst/>
                <a:gdLst>
                  <a:gd name="connsiteX0" fmla="*/ 206221 w 213114"/>
                  <a:gd name="connsiteY0" fmla="*/ 6422 h 70253"/>
                  <a:gd name="connsiteX1" fmla="*/ 190339 w 213114"/>
                  <a:gd name="connsiteY1" fmla="*/ 0 h 70253"/>
                  <a:gd name="connsiteX2" fmla="*/ 8434 w 213114"/>
                  <a:gd name="connsiteY2" fmla="*/ 0 h 70253"/>
                  <a:gd name="connsiteX3" fmla="*/ 0 w 213114"/>
                  <a:gd name="connsiteY3" fmla="*/ 8477 h 70253"/>
                  <a:gd name="connsiteX4" fmla="*/ 0 w 213114"/>
                  <a:gd name="connsiteY4" fmla="*/ 8990 h 70253"/>
                  <a:gd name="connsiteX5" fmla="*/ 8434 w 213114"/>
                  <a:gd name="connsiteY5" fmla="*/ 17424 h 70253"/>
                  <a:gd name="connsiteX6" fmla="*/ 190339 w 213114"/>
                  <a:gd name="connsiteY6" fmla="*/ 17424 h 70253"/>
                  <a:gd name="connsiteX7" fmla="*/ 195433 w 213114"/>
                  <a:gd name="connsiteY7" fmla="*/ 22818 h 70253"/>
                  <a:gd name="connsiteX8" fmla="*/ 195433 w 213114"/>
                  <a:gd name="connsiteY8" fmla="*/ 47692 h 70253"/>
                  <a:gd name="connsiteX9" fmla="*/ 190339 w 213114"/>
                  <a:gd name="connsiteY9" fmla="*/ 53129 h 70253"/>
                  <a:gd name="connsiteX10" fmla="*/ 8434 w 213114"/>
                  <a:gd name="connsiteY10" fmla="*/ 53129 h 70253"/>
                  <a:gd name="connsiteX11" fmla="*/ 0 w 213114"/>
                  <a:gd name="connsiteY11" fmla="*/ 61563 h 70253"/>
                  <a:gd name="connsiteX12" fmla="*/ 0 w 213114"/>
                  <a:gd name="connsiteY12" fmla="*/ 62076 h 70253"/>
                  <a:gd name="connsiteX13" fmla="*/ 8434 w 213114"/>
                  <a:gd name="connsiteY13" fmla="*/ 70253 h 70253"/>
                  <a:gd name="connsiteX14" fmla="*/ 190339 w 213114"/>
                  <a:gd name="connsiteY14" fmla="*/ 70253 h 70253"/>
                  <a:gd name="connsiteX15" fmla="*/ 206221 w 213114"/>
                  <a:gd name="connsiteY15" fmla="*/ 63575 h 70253"/>
                  <a:gd name="connsiteX16" fmla="*/ 213114 w 213114"/>
                  <a:gd name="connsiteY16" fmla="*/ 47649 h 70253"/>
                  <a:gd name="connsiteX17" fmla="*/ 213114 w 213114"/>
                  <a:gd name="connsiteY17" fmla="*/ 22776 h 70253"/>
                  <a:gd name="connsiteX18" fmla="*/ 206221 w 213114"/>
                  <a:gd name="connsiteY18" fmla="*/ 6422 h 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114" h="70253">
                    <a:moveTo>
                      <a:pt x="206221" y="6422"/>
                    </a:moveTo>
                    <a:cubicBezTo>
                      <a:pt x="201855" y="2055"/>
                      <a:pt x="196460" y="0"/>
                      <a:pt x="190339" y="0"/>
                    </a:cubicBezTo>
                    <a:lnTo>
                      <a:pt x="8434" y="0"/>
                    </a:lnTo>
                    <a:cubicBezTo>
                      <a:pt x="3810" y="0"/>
                      <a:pt x="0" y="3596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853" y="17424"/>
                      <a:pt x="8434" y="17424"/>
                    </a:cubicBezTo>
                    <a:lnTo>
                      <a:pt x="190339" y="17424"/>
                    </a:lnTo>
                    <a:cubicBezTo>
                      <a:pt x="193378" y="17424"/>
                      <a:pt x="195433" y="19736"/>
                      <a:pt x="195433" y="22818"/>
                    </a:cubicBezTo>
                    <a:lnTo>
                      <a:pt x="195433" y="47692"/>
                    </a:lnTo>
                    <a:cubicBezTo>
                      <a:pt x="195433" y="50817"/>
                      <a:pt x="193378" y="53129"/>
                      <a:pt x="190339" y="53129"/>
                    </a:cubicBezTo>
                    <a:lnTo>
                      <a:pt x="8434" y="53129"/>
                    </a:lnTo>
                    <a:cubicBezTo>
                      <a:pt x="3810" y="53129"/>
                      <a:pt x="0" y="56682"/>
                      <a:pt x="0" y="61563"/>
                    </a:cubicBezTo>
                    <a:lnTo>
                      <a:pt x="0" y="62076"/>
                    </a:lnTo>
                    <a:cubicBezTo>
                      <a:pt x="0" y="66400"/>
                      <a:pt x="3853" y="70253"/>
                      <a:pt x="8434" y="70253"/>
                    </a:cubicBezTo>
                    <a:lnTo>
                      <a:pt x="190339" y="70253"/>
                    </a:lnTo>
                    <a:cubicBezTo>
                      <a:pt x="196460" y="70253"/>
                      <a:pt x="201855" y="67941"/>
                      <a:pt x="206221" y="63575"/>
                    </a:cubicBezTo>
                    <a:cubicBezTo>
                      <a:pt x="210802" y="59465"/>
                      <a:pt x="213114" y="53814"/>
                      <a:pt x="213114" y="47649"/>
                    </a:cubicBezTo>
                    <a:lnTo>
                      <a:pt x="213114" y="22776"/>
                    </a:lnTo>
                    <a:cubicBezTo>
                      <a:pt x="213157" y="16397"/>
                      <a:pt x="210845" y="11259"/>
                      <a:pt x="206221" y="6422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>
                <a:off x="11435405" y="6332961"/>
                <a:ext cx="175911" cy="17466"/>
              </a:xfrm>
              <a:custGeom>
                <a:avLst/>
                <a:gdLst>
                  <a:gd name="connsiteX0" fmla="*/ 175911 w 175911"/>
                  <a:gd name="connsiteY0" fmla="*/ 0 h 17466"/>
                  <a:gd name="connsiteX1" fmla="*/ 8220 w 175911"/>
                  <a:gd name="connsiteY1" fmla="*/ 0 h 17466"/>
                  <a:gd name="connsiteX2" fmla="*/ 0 w 175911"/>
                  <a:gd name="connsiteY2" fmla="*/ 8477 h 17466"/>
                  <a:gd name="connsiteX3" fmla="*/ 0 w 175911"/>
                  <a:gd name="connsiteY3" fmla="*/ 8990 h 17466"/>
                  <a:gd name="connsiteX4" fmla="*/ 8220 w 175911"/>
                  <a:gd name="connsiteY4" fmla="*/ 17467 h 17466"/>
                  <a:gd name="connsiteX5" fmla="*/ 175911 w 175911"/>
                  <a:gd name="connsiteY5" fmla="*/ 17467 h 17466"/>
                  <a:gd name="connsiteX6" fmla="*/ 175911 w 175911"/>
                  <a:gd name="connsiteY6" fmla="*/ 0 h 1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5911" h="17466">
                    <a:moveTo>
                      <a:pt x="175911" y="0"/>
                    </a:moveTo>
                    <a:lnTo>
                      <a:pt x="8220" y="0"/>
                    </a:lnTo>
                    <a:cubicBezTo>
                      <a:pt x="3596" y="0"/>
                      <a:pt x="0" y="4110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596" y="17467"/>
                      <a:pt x="8220" y="17467"/>
                    </a:cubicBezTo>
                    <a:lnTo>
                      <a:pt x="175911" y="17467"/>
                    </a:lnTo>
                    <a:lnTo>
                      <a:pt x="175911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11471067" y="6381937"/>
                <a:ext cx="125693" cy="59165"/>
              </a:xfrm>
              <a:custGeom>
                <a:avLst/>
                <a:gdLst>
                  <a:gd name="connsiteX0" fmla="*/ 27142 w 125693"/>
                  <a:gd name="connsiteY0" fmla="*/ 59122 h 59165"/>
                  <a:gd name="connsiteX1" fmla="*/ 6679 w 125693"/>
                  <a:gd name="connsiteY1" fmla="*/ 50988 h 59165"/>
                  <a:gd name="connsiteX2" fmla="*/ 0 w 125693"/>
                  <a:gd name="connsiteY2" fmla="*/ 31552 h 59165"/>
                  <a:gd name="connsiteX3" fmla="*/ 0 w 125693"/>
                  <a:gd name="connsiteY3" fmla="*/ 8434 h 59165"/>
                  <a:gd name="connsiteX4" fmla="*/ 8477 w 125693"/>
                  <a:gd name="connsiteY4" fmla="*/ 0 h 59165"/>
                  <a:gd name="connsiteX5" fmla="*/ 8990 w 125693"/>
                  <a:gd name="connsiteY5" fmla="*/ 0 h 59165"/>
                  <a:gd name="connsiteX6" fmla="*/ 17424 w 125693"/>
                  <a:gd name="connsiteY6" fmla="*/ 8434 h 59165"/>
                  <a:gd name="connsiteX7" fmla="*/ 17424 w 125693"/>
                  <a:gd name="connsiteY7" fmla="*/ 31552 h 59165"/>
                  <a:gd name="connsiteX8" fmla="*/ 19736 w 125693"/>
                  <a:gd name="connsiteY8" fmla="*/ 39001 h 59165"/>
                  <a:gd name="connsiteX9" fmla="*/ 27142 w 125693"/>
                  <a:gd name="connsiteY9" fmla="*/ 42041 h 59165"/>
                  <a:gd name="connsiteX10" fmla="*/ 117217 w 125693"/>
                  <a:gd name="connsiteY10" fmla="*/ 42041 h 59165"/>
                  <a:gd name="connsiteX11" fmla="*/ 125694 w 125693"/>
                  <a:gd name="connsiteY11" fmla="*/ 50474 h 59165"/>
                  <a:gd name="connsiteX12" fmla="*/ 125694 w 125693"/>
                  <a:gd name="connsiteY12" fmla="*/ 50774 h 59165"/>
                  <a:gd name="connsiteX13" fmla="*/ 117217 w 125693"/>
                  <a:gd name="connsiteY13" fmla="*/ 59165 h 59165"/>
                  <a:gd name="connsiteX14" fmla="*/ 27142 w 125693"/>
                  <a:gd name="connsiteY14" fmla="*/ 59165 h 5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5693" h="59165">
                    <a:moveTo>
                      <a:pt x="27142" y="59122"/>
                    </a:moveTo>
                    <a:cubicBezTo>
                      <a:pt x="17938" y="59122"/>
                      <a:pt x="10746" y="56297"/>
                      <a:pt x="6679" y="50988"/>
                    </a:cubicBezTo>
                    <a:cubicBezTo>
                      <a:pt x="2312" y="45637"/>
                      <a:pt x="0" y="39472"/>
                      <a:pt x="0" y="31552"/>
                    </a:cubicBezTo>
                    <a:lnTo>
                      <a:pt x="0" y="8434"/>
                    </a:lnTo>
                    <a:cubicBezTo>
                      <a:pt x="0" y="3596"/>
                      <a:pt x="3896" y="0"/>
                      <a:pt x="8477" y="0"/>
                    </a:cubicBezTo>
                    <a:lnTo>
                      <a:pt x="8990" y="0"/>
                    </a:lnTo>
                    <a:cubicBezTo>
                      <a:pt x="13614" y="0"/>
                      <a:pt x="17424" y="3596"/>
                      <a:pt x="17424" y="8434"/>
                    </a:cubicBezTo>
                    <a:lnTo>
                      <a:pt x="17424" y="31552"/>
                    </a:lnTo>
                    <a:cubicBezTo>
                      <a:pt x="17424" y="34634"/>
                      <a:pt x="17938" y="36903"/>
                      <a:pt x="19736" y="39001"/>
                    </a:cubicBezTo>
                    <a:cubicBezTo>
                      <a:pt x="21234" y="41056"/>
                      <a:pt x="23846" y="42041"/>
                      <a:pt x="27142" y="42041"/>
                    </a:cubicBezTo>
                    <a:lnTo>
                      <a:pt x="117217" y="42041"/>
                    </a:lnTo>
                    <a:cubicBezTo>
                      <a:pt x="121584" y="42041"/>
                      <a:pt x="125694" y="45637"/>
                      <a:pt x="125694" y="50474"/>
                    </a:cubicBezTo>
                    <a:lnTo>
                      <a:pt x="125694" y="50774"/>
                    </a:lnTo>
                    <a:cubicBezTo>
                      <a:pt x="125694" y="55355"/>
                      <a:pt x="121584" y="59165"/>
                      <a:pt x="117217" y="59165"/>
                    </a:cubicBezTo>
                    <a:lnTo>
                      <a:pt x="27142" y="59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11535155" y="6381937"/>
                <a:ext cx="17167" cy="35362"/>
              </a:xfrm>
              <a:custGeom>
                <a:avLst/>
                <a:gdLst>
                  <a:gd name="connsiteX0" fmla="*/ 17167 w 17167"/>
                  <a:gd name="connsiteY0" fmla="*/ 26928 h 35362"/>
                  <a:gd name="connsiteX1" fmla="*/ 8734 w 17167"/>
                  <a:gd name="connsiteY1" fmla="*/ 35362 h 35362"/>
                  <a:gd name="connsiteX2" fmla="*/ 8477 w 17167"/>
                  <a:gd name="connsiteY2" fmla="*/ 35362 h 35362"/>
                  <a:gd name="connsiteX3" fmla="*/ 0 w 17167"/>
                  <a:gd name="connsiteY3" fmla="*/ 26928 h 35362"/>
                  <a:gd name="connsiteX4" fmla="*/ 0 w 17167"/>
                  <a:gd name="connsiteY4" fmla="*/ 8434 h 35362"/>
                  <a:gd name="connsiteX5" fmla="*/ 8477 w 17167"/>
                  <a:gd name="connsiteY5" fmla="*/ 0 h 35362"/>
                  <a:gd name="connsiteX6" fmla="*/ 8734 w 17167"/>
                  <a:gd name="connsiteY6" fmla="*/ 0 h 35362"/>
                  <a:gd name="connsiteX7" fmla="*/ 17167 w 17167"/>
                  <a:gd name="connsiteY7" fmla="*/ 8434 h 35362"/>
                  <a:gd name="connsiteX8" fmla="*/ 17167 w 17167"/>
                  <a:gd name="connsiteY8" fmla="*/ 26928 h 3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67" h="35362">
                    <a:moveTo>
                      <a:pt x="17167" y="26928"/>
                    </a:moveTo>
                    <a:cubicBezTo>
                      <a:pt x="17167" y="31252"/>
                      <a:pt x="13314" y="35362"/>
                      <a:pt x="8734" y="35362"/>
                    </a:cubicBezTo>
                    <a:lnTo>
                      <a:pt x="8477" y="35362"/>
                    </a:lnTo>
                    <a:cubicBezTo>
                      <a:pt x="3596" y="35362"/>
                      <a:pt x="0" y="31252"/>
                      <a:pt x="0" y="26928"/>
                    </a:cubicBezTo>
                    <a:lnTo>
                      <a:pt x="0" y="8434"/>
                    </a:lnTo>
                    <a:cubicBezTo>
                      <a:pt x="0" y="3596"/>
                      <a:pt x="3596" y="0"/>
                      <a:pt x="8477" y="0"/>
                    </a:cubicBezTo>
                    <a:lnTo>
                      <a:pt x="8734" y="0"/>
                    </a:lnTo>
                    <a:cubicBezTo>
                      <a:pt x="13314" y="0"/>
                      <a:pt x="17167" y="3596"/>
                      <a:pt x="17167" y="8434"/>
                    </a:cubicBezTo>
                    <a:lnTo>
                      <a:pt x="17167" y="26928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10946201" y="6323156"/>
                <a:ext cx="25936" cy="42972"/>
              </a:xfrm>
              <a:custGeom>
                <a:avLst/>
                <a:gdLst>
                  <a:gd name="connsiteX0" fmla="*/ 10746 w 25936"/>
                  <a:gd name="connsiteY0" fmla="*/ 4967 h 42972"/>
                  <a:gd name="connsiteX1" fmla="*/ 20721 w 25936"/>
                  <a:gd name="connsiteY1" fmla="*/ 472 h 42972"/>
                  <a:gd name="connsiteX2" fmla="*/ 20936 w 25936"/>
                  <a:gd name="connsiteY2" fmla="*/ 514 h 42972"/>
                  <a:gd name="connsiteX3" fmla="*/ 25474 w 25936"/>
                  <a:gd name="connsiteY3" fmla="*/ 10532 h 42972"/>
                  <a:gd name="connsiteX4" fmla="*/ 15284 w 25936"/>
                  <a:gd name="connsiteY4" fmla="*/ 37889 h 42972"/>
                  <a:gd name="connsiteX5" fmla="*/ 5309 w 25936"/>
                  <a:gd name="connsiteY5" fmla="*/ 42427 h 42972"/>
                  <a:gd name="connsiteX6" fmla="*/ 5095 w 25936"/>
                  <a:gd name="connsiteY6" fmla="*/ 42341 h 42972"/>
                  <a:gd name="connsiteX7" fmla="*/ 515 w 25936"/>
                  <a:gd name="connsiteY7" fmla="*/ 32366 h 42972"/>
                  <a:gd name="connsiteX8" fmla="*/ 10746 w 25936"/>
                  <a:gd name="connsiteY8" fmla="*/ 4967 h 42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36" h="42972">
                    <a:moveTo>
                      <a:pt x="10746" y="4967"/>
                    </a:moveTo>
                    <a:cubicBezTo>
                      <a:pt x="12159" y="1199"/>
                      <a:pt x="16783" y="-1027"/>
                      <a:pt x="20721" y="472"/>
                    </a:cubicBezTo>
                    <a:lnTo>
                      <a:pt x="20936" y="514"/>
                    </a:lnTo>
                    <a:cubicBezTo>
                      <a:pt x="25131" y="2141"/>
                      <a:pt x="26843" y="6765"/>
                      <a:pt x="25474" y="10532"/>
                    </a:cubicBezTo>
                    <a:lnTo>
                      <a:pt x="15284" y="37889"/>
                    </a:lnTo>
                    <a:cubicBezTo>
                      <a:pt x="13700" y="42041"/>
                      <a:pt x="9505" y="44011"/>
                      <a:pt x="5309" y="42427"/>
                    </a:cubicBezTo>
                    <a:lnTo>
                      <a:pt x="5095" y="42341"/>
                    </a:lnTo>
                    <a:cubicBezTo>
                      <a:pt x="1157" y="40885"/>
                      <a:pt x="-1069" y="36562"/>
                      <a:pt x="515" y="32366"/>
                    </a:cubicBezTo>
                    <a:lnTo>
                      <a:pt x="10746" y="4967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11602904" y="6379644"/>
                <a:ext cx="36248" cy="56807"/>
              </a:xfrm>
              <a:custGeom>
                <a:avLst/>
                <a:gdLst>
                  <a:gd name="connsiteX0" fmla="*/ 35512 w 36248"/>
                  <a:gd name="connsiteY0" fmla="*/ 44805 h 56807"/>
                  <a:gd name="connsiteX1" fmla="*/ 31402 w 36248"/>
                  <a:gd name="connsiteY1" fmla="*/ 55850 h 56807"/>
                  <a:gd name="connsiteX2" fmla="*/ 31146 w 36248"/>
                  <a:gd name="connsiteY2" fmla="*/ 55850 h 56807"/>
                  <a:gd name="connsiteX3" fmla="*/ 19801 w 36248"/>
                  <a:gd name="connsiteY3" fmla="*/ 51954 h 56807"/>
                  <a:gd name="connsiteX4" fmla="*/ 835 w 36248"/>
                  <a:gd name="connsiteY4" fmla="*/ 12054 h 56807"/>
                  <a:gd name="connsiteX5" fmla="*/ 4688 w 36248"/>
                  <a:gd name="connsiteY5" fmla="*/ 752 h 56807"/>
                  <a:gd name="connsiteX6" fmla="*/ 11367 w 36248"/>
                  <a:gd name="connsiteY6" fmla="*/ 238 h 56807"/>
                  <a:gd name="connsiteX7" fmla="*/ 16204 w 36248"/>
                  <a:gd name="connsiteY7" fmla="*/ 4562 h 56807"/>
                  <a:gd name="connsiteX8" fmla="*/ 35512 w 36248"/>
                  <a:gd name="connsiteY8" fmla="*/ 44805 h 5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48" h="56807">
                    <a:moveTo>
                      <a:pt x="35512" y="44805"/>
                    </a:moveTo>
                    <a:cubicBezTo>
                      <a:pt x="37310" y="48914"/>
                      <a:pt x="35769" y="53795"/>
                      <a:pt x="31402" y="55850"/>
                    </a:cubicBezTo>
                    <a:lnTo>
                      <a:pt x="31146" y="55850"/>
                    </a:lnTo>
                    <a:cubicBezTo>
                      <a:pt x="26993" y="58162"/>
                      <a:pt x="21898" y="56064"/>
                      <a:pt x="19801" y="51954"/>
                    </a:cubicBezTo>
                    <a:lnTo>
                      <a:pt x="835" y="12054"/>
                    </a:lnTo>
                    <a:cubicBezTo>
                      <a:pt x="-1177" y="7987"/>
                      <a:pt x="578" y="2807"/>
                      <a:pt x="4688" y="752"/>
                    </a:cubicBezTo>
                    <a:cubicBezTo>
                      <a:pt x="6743" y="24"/>
                      <a:pt x="9055" y="-233"/>
                      <a:pt x="11367" y="238"/>
                    </a:cubicBezTo>
                    <a:cubicBezTo>
                      <a:pt x="13636" y="1009"/>
                      <a:pt x="15220" y="2550"/>
                      <a:pt x="16204" y="4562"/>
                    </a:cubicBezTo>
                    <a:lnTo>
                      <a:pt x="35512" y="4480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23" name="图形 4"/>
            <p:cNvGrpSpPr/>
            <p:nvPr userDrawn="1"/>
          </p:nvGrpSpPr>
          <p:grpSpPr>
            <a:xfrm>
              <a:off x="11180773" y="6490398"/>
              <a:ext cx="690075" cy="74375"/>
              <a:chOff x="10903348" y="6477706"/>
              <a:chExt cx="738021" cy="79543"/>
            </a:xfrm>
            <a:solidFill>
              <a:srgbClr val="A5A7AA"/>
            </a:solidFill>
          </p:grpSpPr>
          <p:grpSp>
            <p:nvGrpSpPr>
              <p:cNvPr id="24" name="图形 4"/>
              <p:cNvGrpSpPr/>
              <p:nvPr/>
            </p:nvGrpSpPr>
            <p:grpSpPr>
              <a:xfrm>
                <a:off x="10903348" y="6477706"/>
                <a:ext cx="60834" cy="79371"/>
                <a:chOff x="10903348" y="6477706"/>
                <a:chExt cx="60834" cy="79371"/>
              </a:xfrm>
              <a:solidFill>
                <a:srgbClr val="A5A7AA"/>
              </a:solidFill>
            </p:grpSpPr>
            <p:sp>
              <p:nvSpPr>
                <p:cNvPr id="49" name="任意多边形: 形状 48"/>
                <p:cNvSpPr/>
                <p:nvPr/>
              </p:nvSpPr>
              <p:spPr>
                <a:xfrm>
                  <a:off x="10903905" y="6478305"/>
                  <a:ext cx="59807" cy="78173"/>
                </a:xfrm>
                <a:custGeom>
                  <a:avLst/>
                  <a:gdLst>
                    <a:gd name="connsiteX0" fmla="*/ 35705 w 59807"/>
                    <a:gd name="connsiteY0" fmla="*/ 7149 h 78173"/>
                    <a:gd name="connsiteX1" fmla="*/ 14684 w 59807"/>
                    <a:gd name="connsiteY1" fmla="*/ 13100 h 78173"/>
                    <a:gd name="connsiteX2" fmla="*/ 8177 w 59807"/>
                    <a:gd name="connsiteY2" fmla="*/ 32066 h 78173"/>
                    <a:gd name="connsiteX3" fmla="*/ 20806 w 59807"/>
                    <a:gd name="connsiteY3" fmla="*/ 59979 h 78173"/>
                    <a:gd name="connsiteX4" fmla="*/ 53386 w 59807"/>
                    <a:gd name="connsiteY4" fmla="*/ 71024 h 78173"/>
                    <a:gd name="connsiteX5" fmla="*/ 58609 w 59807"/>
                    <a:gd name="connsiteY5" fmla="*/ 71837 h 78173"/>
                    <a:gd name="connsiteX6" fmla="*/ 59807 w 59807"/>
                    <a:gd name="connsiteY6" fmla="*/ 74577 h 78173"/>
                    <a:gd name="connsiteX7" fmla="*/ 58480 w 59807"/>
                    <a:gd name="connsiteY7" fmla="*/ 77360 h 78173"/>
                    <a:gd name="connsiteX8" fmla="*/ 54456 w 59807"/>
                    <a:gd name="connsiteY8" fmla="*/ 78173 h 78173"/>
                    <a:gd name="connsiteX9" fmla="*/ 15198 w 59807"/>
                    <a:gd name="connsiteY9" fmla="*/ 65159 h 78173"/>
                    <a:gd name="connsiteX10" fmla="*/ 0 w 59807"/>
                    <a:gd name="connsiteY10" fmla="*/ 32151 h 78173"/>
                    <a:gd name="connsiteX11" fmla="*/ 3082 w 59807"/>
                    <a:gd name="connsiteY11" fmla="*/ 17082 h 78173"/>
                    <a:gd name="connsiteX12" fmla="*/ 11602 w 59807"/>
                    <a:gd name="connsiteY12" fmla="*/ 5951 h 78173"/>
                    <a:gd name="connsiteX13" fmla="*/ 21577 w 59807"/>
                    <a:gd name="connsiteY13" fmla="*/ 1327 h 78173"/>
                    <a:gd name="connsiteX14" fmla="*/ 39943 w 59807"/>
                    <a:gd name="connsiteY14" fmla="*/ 0 h 78173"/>
                    <a:gd name="connsiteX15" fmla="*/ 53642 w 59807"/>
                    <a:gd name="connsiteY15" fmla="*/ 0 h 78173"/>
                    <a:gd name="connsiteX16" fmla="*/ 56939 w 59807"/>
                    <a:gd name="connsiteY16" fmla="*/ 942 h 78173"/>
                    <a:gd name="connsiteX17" fmla="*/ 58095 w 59807"/>
                    <a:gd name="connsiteY17" fmla="*/ 3639 h 78173"/>
                    <a:gd name="connsiteX18" fmla="*/ 56939 w 59807"/>
                    <a:gd name="connsiteY18" fmla="*/ 6250 h 78173"/>
                    <a:gd name="connsiteX19" fmla="*/ 53642 w 59807"/>
                    <a:gd name="connsiteY19" fmla="*/ 7149 h 78173"/>
                    <a:gd name="connsiteX20" fmla="*/ 35705 w 59807"/>
                    <a:gd name="connsiteY20" fmla="*/ 7149 h 7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9807" h="78173">
                      <a:moveTo>
                        <a:pt x="35705" y="7149"/>
                      </a:moveTo>
                      <a:cubicBezTo>
                        <a:pt x="26072" y="7149"/>
                        <a:pt x="19051" y="9162"/>
                        <a:pt x="14684" y="13100"/>
                      </a:cubicBezTo>
                      <a:cubicBezTo>
                        <a:pt x="10360" y="16996"/>
                        <a:pt x="8177" y="23375"/>
                        <a:pt x="8177" y="32066"/>
                      </a:cubicBezTo>
                      <a:cubicBezTo>
                        <a:pt x="8177" y="43325"/>
                        <a:pt x="12372" y="52572"/>
                        <a:pt x="20806" y="59979"/>
                      </a:cubicBezTo>
                      <a:cubicBezTo>
                        <a:pt x="29197" y="67342"/>
                        <a:pt x="40071" y="71024"/>
                        <a:pt x="53386" y="71024"/>
                      </a:cubicBezTo>
                      <a:cubicBezTo>
                        <a:pt x="56083" y="71024"/>
                        <a:pt x="57838" y="71323"/>
                        <a:pt x="58609" y="71837"/>
                      </a:cubicBezTo>
                      <a:cubicBezTo>
                        <a:pt x="59379" y="72351"/>
                        <a:pt x="59807" y="73293"/>
                        <a:pt x="59807" y="74577"/>
                      </a:cubicBezTo>
                      <a:cubicBezTo>
                        <a:pt x="59807" y="75861"/>
                        <a:pt x="59336" y="76761"/>
                        <a:pt x="58480" y="77360"/>
                      </a:cubicBezTo>
                      <a:cubicBezTo>
                        <a:pt x="57624" y="77959"/>
                        <a:pt x="56254" y="78173"/>
                        <a:pt x="54456" y="78173"/>
                      </a:cubicBezTo>
                      <a:cubicBezTo>
                        <a:pt x="38402" y="78173"/>
                        <a:pt x="25301" y="73849"/>
                        <a:pt x="15198" y="65159"/>
                      </a:cubicBezTo>
                      <a:cubicBezTo>
                        <a:pt x="5052" y="56468"/>
                        <a:pt x="0" y="45508"/>
                        <a:pt x="0" y="32151"/>
                      </a:cubicBezTo>
                      <a:cubicBezTo>
                        <a:pt x="0" y="26757"/>
                        <a:pt x="1027" y="21705"/>
                        <a:pt x="3082" y="17082"/>
                      </a:cubicBezTo>
                      <a:cubicBezTo>
                        <a:pt x="5137" y="12415"/>
                        <a:pt x="7963" y="8691"/>
                        <a:pt x="11602" y="5951"/>
                      </a:cubicBezTo>
                      <a:cubicBezTo>
                        <a:pt x="14342" y="3810"/>
                        <a:pt x="17681" y="2269"/>
                        <a:pt x="21577" y="1327"/>
                      </a:cubicBezTo>
                      <a:cubicBezTo>
                        <a:pt x="25473" y="428"/>
                        <a:pt x="31595" y="0"/>
                        <a:pt x="39943" y="0"/>
                      </a:cubicBezTo>
                      <a:lnTo>
                        <a:pt x="53642" y="0"/>
                      </a:lnTo>
                      <a:cubicBezTo>
                        <a:pt x="55098" y="0"/>
                        <a:pt x="56168" y="342"/>
                        <a:pt x="56939" y="942"/>
                      </a:cubicBezTo>
                      <a:cubicBezTo>
                        <a:pt x="57709" y="1627"/>
                        <a:pt x="58095" y="2526"/>
                        <a:pt x="58095" y="3639"/>
                      </a:cubicBezTo>
                      <a:cubicBezTo>
                        <a:pt x="58095" y="4752"/>
                        <a:pt x="57709" y="5608"/>
                        <a:pt x="56939" y="6250"/>
                      </a:cubicBezTo>
                      <a:cubicBezTo>
                        <a:pt x="56125" y="6850"/>
                        <a:pt x="55012" y="7149"/>
                        <a:pt x="53642" y="7149"/>
                      </a:cubicBezTo>
                      <a:lnTo>
                        <a:pt x="35705" y="7149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903348" y="6477706"/>
                  <a:ext cx="60834" cy="79371"/>
                </a:xfrm>
                <a:custGeom>
                  <a:avLst/>
                  <a:gdLst>
                    <a:gd name="connsiteX0" fmla="*/ 54970 w 60834"/>
                    <a:gd name="connsiteY0" fmla="*/ 79372 h 79371"/>
                    <a:gd name="connsiteX1" fmla="*/ 15369 w 60834"/>
                    <a:gd name="connsiteY1" fmla="*/ 66229 h 79371"/>
                    <a:gd name="connsiteX2" fmla="*/ 0 w 60834"/>
                    <a:gd name="connsiteY2" fmla="*/ 32793 h 79371"/>
                    <a:gd name="connsiteX3" fmla="*/ 3125 w 60834"/>
                    <a:gd name="connsiteY3" fmla="*/ 17467 h 79371"/>
                    <a:gd name="connsiteX4" fmla="*/ 11816 w 60834"/>
                    <a:gd name="connsiteY4" fmla="*/ 6079 h 79371"/>
                    <a:gd name="connsiteX5" fmla="*/ 22005 w 60834"/>
                    <a:gd name="connsiteY5" fmla="*/ 1370 h 79371"/>
                    <a:gd name="connsiteX6" fmla="*/ 40499 w 60834"/>
                    <a:gd name="connsiteY6" fmla="*/ 0 h 79371"/>
                    <a:gd name="connsiteX7" fmla="*/ 54199 w 60834"/>
                    <a:gd name="connsiteY7" fmla="*/ 0 h 79371"/>
                    <a:gd name="connsiteX8" fmla="*/ 57881 w 60834"/>
                    <a:gd name="connsiteY8" fmla="*/ 1070 h 79371"/>
                    <a:gd name="connsiteX9" fmla="*/ 59251 w 60834"/>
                    <a:gd name="connsiteY9" fmla="*/ 4195 h 79371"/>
                    <a:gd name="connsiteX10" fmla="*/ 57881 w 60834"/>
                    <a:gd name="connsiteY10" fmla="*/ 7235 h 79371"/>
                    <a:gd name="connsiteX11" fmla="*/ 54199 w 60834"/>
                    <a:gd name="connsiteY11" fmla="*/ 8305 h 79371"/>
                    <a:gd name="connsiteX12" fmla="*/ 36261 w 60834"/>
                    <a:gd name="connsiteY12" fmla="*/ 8305 h 79371"/>
                    <a:gd name="connsiteX13" fmla="*/ 15626 w 60834"/>
                    <a:gd name="connsiteY13" fmla="*/ 14128 h 79371"/>
                    <a:gd name="connsiteX14" fmla="*/ 9290 w 60834"/>
                    <a:gd name="connsiteY14" fmla="*/ 32665 h 79371"/>
                    <a:gd name="connsiteX15" fmla="*/ 21705 w 60834"/>
                    <a:gd name="connsiteY15" fmla="*/ 60150 h 79371"/>
                    <a:gd name="connsiteX16" fmla="*/ 53899 w 60834"/>
                    <a:gd name="connsiteY16" fmla="*/ 71024 h 79371"/>
                    <a:gd name="connsiteX17" fmla="*/ 59422 w 60834"/>
                    <a:gd name="connsiteY17" fmla="*/ 71923 h 79371"/>
                    <a:gd name="connsiteX18" fmla="*/ 60835 w 60834"/>
                    <a:gd name="connsiteY18" fmla="*/ 75134 h 79371"/>
                    <a:gd name="connsiteX19" fmla="*/ 59251 w 60834"/>
                    <a:gd name="connsiteY19" fmla="*/ 78387 h 79371"/>
                    <a:gd name="connsiteX20" fmla="*/ 54970 w 60834"/>
                    <a:gd name="connsiteY20" fmla="*/ 79372 h 79371"/>
                    <a:gd name="connsiteX21" fmla="*/ 40499 w 60834"/>
                    <a:gd name="connsiteY21" fmla="*/ 1156 h 79371"/>
                    <a:gd name="connsiteX22" fmla="*/ 22262 w 60834"/>
                    <a:gd name="connsiteY22" fmla="*/ 2483 h 79371"/>
                    <a:gd name="connsiteX23" fmla="*/ 12501 w 60834"/>
                    <a:gd name="connsiteY23" fmla="*/ 6978 h 79371"/>
                    <a:gd name="connsiteX24" fmla="*/ 4153 w 60834"/>
                    <a:gd name="connsiteY24" fmla="*/ 17895 h 79371"/>
                    <a:gd name="connsiteX25" fmla="*/ 1113 w 60834"/>
                    <a:gd name="connsiteY25" fmla="*/ 32751 h 79371"/>
                    <a:gd name="connsiteX26" fmla="*/ 16097 w 60834"/>
                    <a:gd name="connsiteY26" fmla="*/ 65330 h 79371"/>
                    <a:gd name="connsiteX27" fmla="*/ 54970 w 60834"/>
                    <a:gd name="connsiteY27" fmla="*/ 78173 h 79371"/>
                    <a:gd name="connsiteX28" fmla="*/ 58651 w 60834"/>
                    <a:gd name="connsiteY28" fmla="*/ 77446 h 79371"/>
                    <a:gd name="connsiteX29" fmla="*/ 59722 w 60834"/>
                    <a:gd name="connsiteY29" fmla="*/ 75134 h 79371"/>
                    <a:gd name="connsiteX30" fmla="*/ 58780 w 60834"/>
                    <a:gd name="connsiteY30" fmla="*/ 72865 h 79371"/>
                    <a:gd name="connsiteX31" fmla="*/ 53899 w 60834"/>
                    <a:gd name="connsiteY31" fmla="*/ 72137 h 79371"/>
                    <a:gd name="connsiteX32" fmla="*/ 20935 w 60834"/>
                    <a:gd name="connsiteY32" fmla="*/ 60963 h 79371"/>
                    <a:gd name="connsiteX33" fmla="*/ 8134 w 60834"/>
                    <a:gd name="connsiteY33" fmla="*/ 32622 h 79371"/>
                    <a:gd name="connsiteX34" fmla="*/ 14855 w 60834"/>
                    <a:gd name="connsiteY34" fmla="*/ 13229 h 79371"/>
                    <a:gd name="connsiteX35" fmla="*/ 36261 w 60834"/>
                    <a:gd name="connsiteY35" fmla="*/ 7107 h 79371"/>
                    <a:gd name="connsiteX36" fmla="*/ 54199 w 60834"/>
                    <a:gd name="connsiteY36" fmla="*/ 7107 h 79371"/>
                    <a:gd name="connsiteX37" fmla="*/ 57196 w 60834"/>
                    <a:gd name="connsiteY37" fmla="*/ 6293 h 79371"/>
                    <a:gd name="connsiteX38" fmla="*/ 58138 w 60834"/>
                    <a:gd name="connsiteY38" fmla="*/ 4153 h 79371"/>
                    <a:gd name="connsiteX39" fmla="*/ 57153 w 60834"/>
                    <a:gd name="connsiteY39" fmla="*/ 1884 h 79371"/>
                    <a:gd name="connsiteX40" fmla="*/ 54199 w 60834"/>
                    <a:gd name="connsiteY40" fmla="*/ 1070 h 79371"/>
                    <a:gd name="connsiteX41" fmla="*/ 40499 w 60834"/>
                    <a:gd name="connsiteY41" fmla="*/ 1070 h 79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0834" h="79371">
                      <a:moveTo>
                        <a:pt x="54970" y="79372"/>
                      </a:moveTo>
                      <a:cubicBezTo>
                        <a:pt x="38830" y="79372"/>
                        <a:pt x="25515" y="74962"/>
                        <a:pt x="15369" y="66229"/>
                      </a:cubicBezTo>
                      <a:cubicBezTo>
                        <a:pt x="5180" y="57495"/>
                        <a:pt x="0" y="46236"/>
                        <a:pt x="0" y="32793"/>
                      </a:cubicBezTo>
                      <a:cubicBezTo>
                        <a:pt x="0" y="27314"/>
                        <a:pt x="1070" y="22133"/>
                        <a:pt x="3125" y="17467"/>
                      </a:cubicBezTo>
                      <a:cubicBezTo>
                        <a:pt x="5180" y="12758"/>
                        <a:pt x="8134" y="8905"/>
                        <a:pt x="11816" y="6079"/>
                      </a:cubicBezTo>
                      <a:cubicBezTo>
                        <a:pt x="14599" y="3939"/>
                        <a:pt x="18024" y="2355"/>
                        <a:pt x="22005" y="1370"/>
                      </a:cubicBezTo>
                      <a:cubicBezTo>
                        <a:pt x="25901" y="471"/>
                        <a:pt x="32151" y="0"/>
                        <a:pt x="40499" y="0"/>
                      </a:cubicBezTo>
                      <a:lnTo>
                        <a:pt x="54199" y="0"/>
                      </a:lnTo>
                      <a:cubicBezTo>
                        <a:pt x="55740" y="0"/>
                        <a:pt x="56982" y="342"/>
                        <a:pt x="57881" y="1070"/>
                      </a:cubicBezTo>
                      <a:cubicBezTo>
                        <a:pt x="58823" y="1884"/>
                        <a:pt x="59251" y="2911"/>
                        <a:pt x="59251" y="4195"/>
                      </a:cubicBezTo>
                      <a:cubicBezTo>
                        <a:pt x="59251" y="5480"/>
                        <a:pt x="58780" y="6507"/>
                        <a:pt x="57881" y="7235"/>
                      </a:cubicBezTo>
                      <a:cubicBezTo>
                        <a:pt x="56896" y="7963"/>
                        <a:pt x="55655" y="8305"/>
                        <a:pt x="54199" y="8305"/>
                      </a:cubicBezTo>
                      <a:lnTo>
                        <a:pt x="36261" y="8305"/>
                      </a:lnTo>
                      <a:cubicBezTo>
                        <a:pt x="26800" y="8305"/>
                        <a:pt x="19864" y="10275"/>
                        <a:pt x="15626" y="14128"/>
                      </a:cubicBezTo>
                      <a:cubicBezTo>
                        <a:pt x="11431" y="17895"/>
                        <a:pt x="9290" y="24146"/>
                        <a:pt x="9290" y="32665"/>
                      </a:cubicBezTo>
                      <a:cubicBezTo>
                        <a:pt x="9290" y="43796"/>
                        <a:pt x="13357" y="52786"/>
                        <a:pt x="21705" y="60150"/>
                      </a:cubicBezTo>
                      <a:cubicBezTo>
                        <a:pt x="29925" y="67385"/>
                        <a:pt x="40756" y="71024"/>
                        <a:pt x="53899" y="71024"/>
                      </a:cubicBezTo>
                      <a:cubicBezTo>
                        <a:pt x="56725" y="71024"/>
                        <a:pt x="58523" y="71323"/>
                        <a:pt x="59422" y="71923"/>
                      </a:cubicBezTo>
                      <a:cubicBezTo>
                        <a:pt x="60064" y="72351"/>
                        <a:pt x="60835" y="73293"/>
                        <a:pt x="60835" y="75134"/>
                      </a:cubicBezTo>
                      <a:cubicBezTo>
                        <a:pt x="60835" y="76546"/>
                        <a:pt x="60321" y="77660"/>
                        <a:pt x="59251" y="78387"/>
                      </a:cubicBezTo>
                      <a:cubicBezTo>
                        <a:pt x="58394" y="79072"/>
                        <a:pt x="57025" y="79372"/>
                        <a:pt x="54970" y="79372"/>
                      </a:cubicBezTo>
                      <a:close/>
                      <a:moveTo>
                        <a:pt x="40499" y="1156"/>
                      </a:moveTo>
                      <a:cubicBezTo>
                        <a:pt x="32237" y="1156"/>
                        <a:pt x="26072" y="1584"/>
                        <a:pt x="22262" y="2483"/>
                      </a:cubicBezTo>
                      <a:cubicBezTo>
                        <a:pt x="18452" y="3425"/>
                        <a:pt x="15155" y="4923"/>
                        <a:pt x="12501" y="6978"/>
                      </a:cubicBezTo>
                      <a:cubicBezTo>
                        <a:pt x="8948" y="9675"/>
                        <a:pt x="6122" y="13357"/>
                        <a:pt x="4153" y="17895"/>
                      </a:cubicBezTo>
                      <a:cubicBezTo>
                        <a:pt x="2141" y="22433"/>
                        <a:pt x="1113" y="27442"/>
                        <a:pt x="1113" y="32751"/>
                      </a:cubicBezTo>
                      <a:cubicBezTo>
                        <a:pt x="1113" y="46022"/>
                        <a:pt x="5994" y="56682"/>
                        <a:pt x="16097" y="65330"/>
                      </a:cubicBezTo>
                      <a:cubicBezTo>
                        <a:pt x="26029" y="73849"/>
                        <a:pt x="39087" y="78173"/>
                        <a:pt x="54970" y="78173"/>
                      </a:cubicBezTo>
                      <a:cubicBezTo>
                        <a:pt x="56768" y="78173"/>
                        <a:pt x="57966" y="77916"/>
                        <a:pt x="58651" y="77446"/>
                      </a:cubicBezTo>
                      <a:cubicBezTo>
                        <a:pt x="59379" y="76932"/>
                        <a:pt x="59722" y="76204"/>
                        <a:pt x="59722" y="75134"/>
                      </a:cubicBezTo>
                      <a:cubicBezTo>
                        <a:pt x="59722" y="74063"/>
                        <a:pt x="59422" y="73293"/>
                        <a:pt x="58780" y="72865"/>
                      </a:cubicBezTo>
                      <a:cubicBezTo>
                        <a:pt x="58394" y="72608"/>
                        <a:pt x="57239" y="72137"/>
                        <a:pt x="53899" y="72137"/>
                      </a:cubicBezTo>
                      <a:cubicBezTo>
                        <a:pt x="40457" y="72137"/>
                        <a:pt x="29368" y="68370"/>
                        <a:pt x="20935" y="60963"/>
                      </a:cubicBezTo>
                      <a:cubicBezTo>
                        <a:pt x="12458" y="53471"/>
                        <a:pt x="8134" y="43924"/>
                        <a:pt x="8134" y="32622"/>
                      </a:cubicBezTo>
                      <a:cubicBezTo>
                        <a:pt x="8134" y="23760"/>
                        <a:pt x="10403" y="17253"/>
                        <a:pt x="14855" y="13229"/>
                      </a:cubicBezTo>
                      <a:cubicBezTo>
                        <a:pt x="19308" y="9162"/>
                        <a:pt x="26500" y="7107"/>
                        <a:pt x="36261" y="7107"/>
                      </a:cubicBezTo>
                      <a:lnTo>
                        <a:pt x="54199" y="7107"/>
                      </a:lnTo>
                      <a:cubicBezTo>
                        <a:pt x="55440" y="7107"/>
                        <a:pt x="56425" y="6850"/>
                        <a:pt x="57196" y="6293"/>
                      </a:cubicBezTo>
                      <a:cubicBezTo>
                        <a:pt x="57838" y="5780"/>
                        <a:pt x="58138" y="5095"/>
                        <a:pt x="58138" y="4153"/>
                      </a:cubicBezTo>
                      <a:cubicBezTo>
                        <a:pt x="58138" y="3211"/>
                        <a:pt x="57838" y="2440"/>
                        <a:pt x="57153" y="1884"/>
                      </a:cubicBezTo>
                      <a:cubicBezTo>
                        <a:pt x="56468" y="1370"/>
                        <a:pt x="55483" y="1070"/>
                        <a:pt x="54199" y="1070"/>
                      </a:cubicBezTo>
                      <a:lnTo>
                        <a:pt x="40499" y="107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25" name="图形 4"/>
              <p:cNvGrpSpPr/>
              <p:nvPr/>
            </p:nvGrpSpPr>
            <p:grpSpPr>
              <a:xfrm>
                <a:off x="11005067" y="6477749"/>
                <a:ext cx="8305" cy="78772"/>
                <a:chOff x="11005067" y="6477749"/>
                <a:chExt cx="8305" cy="78772"/>
              </a:xfrm>
              <a:solidFill>
                <a:srgbClr val="A5A7AA"/>
              </a:solidFill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1005667" y="6478305"/>
                  <a:ext cx="7149" cy="77659"/>
                </a:xfrm>
                <a:custGeom>
                  <a:avLst/>
                  <a:gdLst>
                    <a:gd name="connsiteX0" fmla="*/ 7149 w 7149"/>
                    <a:gd name="connsiteY0" fmla="*/ 73250 h 77659"/>
                    <a:gd name="connsiteX1" fmla="*/ 6208 w 7149"/>
                    <a:gd name="connsiteY1" fmla="*/ 76546 h 77659"/>
                    <a:gd name="connsiteX2" fmla="*/ 3553 w 7149"/>
                    <a:gd name="connsiteY2" fmla="*/ 77660 h 77659"/>
                    <a:gd name="connsiteX3" fmla="*/ 899 w 7149"/>
                    <a:gd name="connsiteY3" fmla="*/ 76546 h 77659"/>
                    <a:gd name="connsiteX4" fmla="*/ 0 w 7149"/>
                    <a:gd name="connsiteY4" fmla="*/ 73250 h 77659"/>
                    <a:gd name="connsiteX5" fmla="*/ 0 w 7149"/>
                    <a:gd name="connsiteY5" fmla="*/ 4452 h 77659"/>
                    <a:gd name="connsiteX6" fmla="*/ 899 w 7149"/>
                    <a:gd name="connsiteY6" fmla="*/ 1113 h 77659"/>
                    <a:gd name="connsiteX7" fmla="*/ 3553 w 7149"/>
                    <a:gd name="connsiteY7" fmla="*/ 0 h 77659"/>
                    <a:gd name="connsiteX8" fmla="*/ 6208 w 7149"/>
                    <a:gd name="connsiteY8" fmla="*/ 1156 h 77659"/>
                    <a:gd name="connsiteX9" fmla="*/ 7149 w 7149"/>
                    <a:gd name="connsiteY9" fmla="*/ 4452 h 77659"/>
                    <a:gd name="connsiteX10" fmla="*/ 7149 w 7149"/>
                    <a:gd name="connsiteY10" fmla="*/ 73250 h 77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49" h="77659">
                      <a:moveTo>
                        <a:pt x="7149" y="73250"/>
                      </a:moveTo>
                      <a:cubicBezTo>
                        <a:pt x="7149" y="74663"/>
                        <a:pt x="6850" y="75776"/>
                        <a:pt x="6208" y="76546"/>
                      </a:cubicBezTo>
                      <a:cubicBezTo>
                        <a:pt x="5608" y="77317"/>
                        <a:pt x="4709" y="77660"/>
                        <a:pt x="3553" y="77660"/>
                      </a:cubicBezTo>
                      <a:cubicBezTo>
                        <a:pt x="2397" y="77660"/>
                        <a:pt x="1498" y="77317"/>
                        <a:pt x="899" y="76546"/>
                      </a:cubicBezTo>
                      <a:cubicBezTo>
                        <a:pt x="300" y="75819"/>
                        <a:pt x="0" y="74706"/>
                        <a:pt x="0" y="73250"/>
                      </a:cubicBezTo>
                      <a:lnTo>
                        <a:pt x="0" y="4452"/>
                      </a:lnTo>
                      <a:cubicBezTo>
                        <a:pt x="0" y="2997"/>
                        <a:pt x="300" y="1884"/>
                        <a:pt x="899" y="1113"/>
                      </a:cubicBezTo>
                      <a:cubicBezTo>
                        <a:pt x="1498" y="385"/>
                        <a:pt x="2397" y="0"/>
                        <a:pt x="3553" y="0"/>
                      </a:cubicBezTo>
                      <a:cubicBezTo>
                        <a:pt x="4709" y="0"/>
                        <a:pt x="5608" y="385"/>
                        <a:pt x="6208" y="1156"/>
                      </a:cubicBezTo>
                      <a:cubicBezTo>
                        <a:pt x="6850" y="1927"/>
                        <a:pt x="7149" y="3040"/>
                        <a:pt x="7149" y="4452"/>
                      </a:cubicBezTo>
                      <a:lnTo>
                        <a:pt x="7149" y="7325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1005067" y="6477749"/>
                  <a:ext cx="8305" cy="78772"/>
                </a:xfrm>
                <a:custGeom>
                  <a:avLst/>
                  <a:gdLst>
                    <a:gd name="connsiteX0" fmla="*/ 4153 w 8305"/>
                    <a:gd name="connsiteY0" fmla="*/ 78773 h 78772"/>
                    <a:gd name="connsiteX1" fmla="*/ 1027 w 8305"/>
                    <a:gd name="connsiteY1" fmla="*/ 77446 h 78772"/>
                    <a:gd name="connsiteX2" fmla="*/ 0 w 8305"/>
                    <a:gd name="connsiteY2" fmla="*/ 73764 h 78772"/>
                    <a:gd name="connsiteX3" fmla="*/ 0 w 8305"/>
                    <a:gd name="connsiteY3" fmla="*/ 5009 h 78772"/>
                    <a:gd name="connsiteX4" fmla="*/ 1027 w 8305"/>
                    <a:gd name="connsiteY4" fmla="*/ 1327 h 78772"/>
                    <a:gd name="connsiteX5" fmla="*/ 4153 w 8305"/>
                    <a:gd name="connsiteY5" fmla="*/ 0 h 78772"/>
                    <a:gd name="connsiteX6" fmla="*/ 7235 w 8305"/>
                    <a:gd name="connsiteY6" fmla="*/ 1370 h 78772"/>
                    <a:gd name="connsiteX7" fmla="*/ 8305 w 8305"/>
                    <a:gd name="connsiteY7" fmla="*/ 5009 h 78772"/>
                    <a:gd name="connsiteX8" fmla="*/ 8305 w 8305"/>
                    <a:gd name="connsiteY8" fmla="*/ 73807 h 78772"/>
                    <a:gd name="connsiteX9" fmla="*/ 7192 w 8305"/>
                    <a:gd name="connsiteY9" fmla="*/ 77488 h 78772"/>
                    <a:gd name="connsiteX10" fmla="*/ 4153 w 8305"/>
                    <a:gd name="connsiteY10" fmla="*/ 78773 h 78772"/>
                    <a:gd name="connsiteX11" fmla="*/ 4153 w 8305"/>
                    <a:gd name="connsiteY11" fmla="*/ 1113 h 78772"/>
                    <a:gd name="connsiteX12" fmla="*/ 1927 w 8305"/>
                    <a:gd name="connsiteY12" fmla="*/ 2012 h 78772"/>
                    <a:gd name="connsiteX13" fmla="*/ 1113 w 8305"/>
                    <a:gd name="connsiteY13" fmla="*/ 4966 h 78772"/>
                    <a:gd name="connsiteX14" fmla="*/ 1113 w 8305"/>
                    <a:gd name="connsiteY14" fmla="*/ 73764 h 78772"/>
                    <a:gd name="connsiteX15" fmla="*/ 1884 w 8305"/>
                    <a:gd name="connsiteY15" fmla="*/ 76718 h 78772"/>
                    <a:gd name="connsiteX16" fmla="*/ 4110 w 8305"/>
                    <a:gd name="connsiteY16" fmla="*/ 77617 h 78772"/>
                    <a:gd name="connsiteX17" fmla="*/ 6293 w 8305"/>
                    <a:gd name="connsiteY17" fmla="*/ 76718 h 78772"/>
                    <a:gd name="connsiteX18" fmla="*/ 7107 w 8305"/>
                    <a:gd name="connsiteY18" fmla="*/ 73807 h 78772"/>
                    <a:gd name="connsiteX19" fmla="*/ 7107 w 8305"/>
                    <a:gd name="connsiteY19" fmla="*/ 5009 h 78772"/>
                    <a:gd name="connsiteX20" fmla="*/ 6293 w 8305"/>
                    <a:gd name="connsiteY20" fmla="*/ 2098 h 78772"/>
                    <a:gd name="connsiteX21" fmla="*/ 4153 w 8305"/>
                    <a:gd name="connsiteY21" fmla="*/ 1113 h 78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305" h="78772">
                      <a:moveTo>
                        <a:pt x="4153" y="78773"/>
                      </a:moveTo>
                      <a:cubicBezTo>
                        <a:pt x="2740" y="78773"/>
                        <a:pt x="1755" y="78345"/>
                        <a:pt x="1027" y="77446"/>
                      </a:cubicBezTo>
                      <a:cubicBezTo>
                        <a:pt x="342" y="76632"/>
                        <a:pt x="0" y="75391"/>
                        <a:pt x="0" y="73764"/>
                      </a:cubicBezTo>
                      <a:lnTo>
                        <a:pt x="0" y="5009"/>
                      </a:lnTo>
                      <a:cubicBezTo>
                        <a:pt x="0" y="3425"/>
                        <a:pt x="342" y="2183"/>
                        <a:pt x="1027" y="1327"/>
                      </a:cubicBezTo>
                      <a:cubicBezTo>
                        <a:pt x="1755" y="428"/>
                        <a:pt x="2783" y="0"/>
                        <a:pt x="4153" y="0"/>
                      </a:cubicBezTo>
                      <a:cubicBezTo>
                        <a:pt x="5480" y="0"/>
                        <a:pt x="6550" y="471"/>
                        <a:pt x="7235" y="1370"/>
                      </a:cubicBezTo>
                      <a:cubicBezTo>
                        <a:pt x="7963" y="2226"/>
                        <a:pt x="8305" y="3425"/>
                        <a:pt x="8305" y="5009"/>
                      </a:cubicBezTo>
                      <a:lnTo>
                        <a:pt x="8305" y="73807"/>
                      </a:lnTo>
                      <a:cubicBezTo>
                        <a:pt x="8305" y="75433"/>
                        <a:pt x="7920" y="76632"/>
                        <a:pt x="7192" y="77488"/>
                      </a:cubicBezTo>
                      <a:cubicBezTo>
                        <a:pt x="6550" y="78302"/>
                        <a:pt x="5480" y="78773"/>
                        <a:pt x="4153" y="78773"/>
                      </a:cubicBezTo>
                      <a:close/>
                      <a:moveTo>
                        <a:pt x="4153" y="1113"/>
                      </a:moveTo>
                      <a:cubicBezTo>
                        <a:pt x="3168" y="1113"/>
                        <a:pt x="2440" y="1413"/>
                        <a:pt x="1927" y="2012"/>
                      </a:cubicBezTo>
                      <a:cubicBezTo>
                        <a:pt x="1413" y="2654"/>
                        <a:pt x="1113" y="3682"/>
                        <a:pt x="1113" y="4966"/>
                      </a:cubicBezTo>
                      <a:lnTo>
                        <a:pt x="1113" y="73764"/>
                      </a:lnTo>
                      <a:cubicBezTo>
                        <a:pt x="1113" y="75048"/>
                        <a:pt x="1370" y="76076"/>
                        <a:pt x="1884" y="76718"/>
                      </a:cubicBezTo>
                      <a:cubicBezTo>
                        <a:pt x="2355" y="77317"/>
                        <a:pt x="3082" y="77617"/>
                        <a:pt x="4110" y="77617"/>
                      </a:cubicBezTo>
                      <a:cubicBezTo>
                        <a:pt x="5095" y="77617"/>
                        <a:pt x="5822" y="77317"/>
                        <a:pt x="6293" y="76718"/>
                      </a:cubicBezTo>
                      <a:cubicBezTo>
                        <a:pt x="6850" y="76076"/>
                        <a:pt x="7107" y="75091"/>
                        <a:pt x="7107" y="73807"/>
                      </a:cubicBezTo>
                      <a:lnTo>
                        <a:pt x="7107" y="5009"/>
                      </a:lnTo>
                      <a:cubicBezTo>
                        <a:pt x="7107" y="3725"/>
                        <a:pt x="6850" y="2740"/>
                        <a:pt x="6293" y="2098"/>
                      </a:cubicBezTo>
                      <a:cubicBezTo>
                        <a:pt x="5865" y="1456"/>
                        <a:pt x="5137" y="1113"/>
                        <a:pt x="4153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26" name="图形 4"/>
              <p:cNvGrpSpPr/>
              <p:nvPr/>
            </p:nvGrpSpPr>
            <p:grpSpPr>
              <a:xfrm>
                <a:off x="11056184" y="6496714"/>
                <a:ext cx="54284" cy="60363"/>
                <a:chOff x="11056184" y="6496714"/>
                <a:chExt cx="54284" cy="60363"/>
              </a:xfrm>
              <a:solidFill>
                <a:srgbClr val="A5A7AA"/>
              </a:solidFill>
            </p:grpSpPr>
            <p:sp>
              <p:nvSpPr>
                <p:cNvPr id="45" name="任意多边形: 形状 44"/>
                <p:cNvSpPr/>
                <p:nvPr/>
              </p:nvSpPr>
              <p:spPr>
                <a:xfrm>
                  <a:off x="11056740" y="6497313"/>
                  <a:ext cx="53128" cy="59207"/>
                </a:xfrm>
                <a:custGeom>
                  <a:avLst/>
                  <a:gdLst>
                    <a:gd name="connsiteX0" fmla="*/ 0 w 53128"/>
                    <a:gd name="connsiteY0" fmla="*/ 29754 h 59207"/>
                    <a:gd name="connsiteX1" fmla="*/ 7492 w 53128"/>
                    <a:gd name="connsiteY1" fmla="*/ 8305 h 59207"/>
                    <a:gd name="connsiteX2" fmla="*/ 26629 w 53128"/>
                    <a:gd name="connsiteY2" fmla="*/ 0 h 59207"/>
                    <a:gd name="connsiteX3" fmla="*/ 45680 w 53128"/>
                    <a:gd name="connsiteY3" fmla="*/ 8305 h 59207"/>
                    <a:gd name="connsiteX4" fmla="*/ 53129 w 53128"/>
                    <a:gd name="connsiteY4" fmla="*/ 29754 h 59207"/>
                    <a:gd name="connsiteX5" fmla="*/ 45680 w 53128"/>
                    <a:gd name="connsiteY5" fmla="*/ 50988 h 59207"/>
                    <a:gd name="connsiteX6" fmla="*/ 26586 w 53128"/>
                    <a:gd name="connsiteY6" fmla="*/ 59208 h 59207"/>
                    <a:gd name="connsiteX7" fmla="*/ 7449 w 53128"/>
                    <a:gd name="connsiteY7" fmla="*/ 50945 h 59207"/>
                    <a:gd name="connsiteX8" fmla="*/ 0 w 53128"/>
                    <a:gd name="connsiteY8" fmla="*/ 29754 h 59207"/>
                    <a:gd name="connsiteX9" fmla="*/ 26629 w 53128"/>
                    <a:gd name="connsiteY9" fmla="*/ 6379 h 59207"/>
                    <a:gd name="connsiteX10" fmla="*/ 12715 w 53128"/>
                    <a:gd name="connsiteY10" fmla="*/ 12886 h 59207"/>
                    <a:gd name="connsiteX11" fmla="*/ 7278 w 53128"/>
                    <a:gd name="connsiteY11" fmla="*/ 29625 h 59207"/>
                    <a:gd name="connsiteX12" fmla="*/ 12758 w 53128"/>
                    <a:gd name="connsiteY12" fmla="*/ 46365 h 59207"/>
                    <a:gd name="connsiteX13" fmla="*/ 26543 w 53128"/>
                    <a:gd name="connsiteY13" fmla="*/ 52872 h 59207"/>
                    <a:gd name="connsiteX14" fmla="*/ 40457 w 53128"/>
                    <a:gd name="connsiteY14" fmla="*/ 46365 h 59207"/>
                    <a:gd name="connsiteX15" fmla="*/ 45979 w 53128"/>
                    <a:gd name="connsiteY15" fmla="*/ 29625 h 59207"/>
                    <a:gd name="connsiteX16" fmla="*/ 40499 w 53128"/>
                    <a:gd name="connsiteY16" fmla="*/ 12886 h 59207"/>
                    <a:gd name="connsiteX17" fmla="*/ 26629 w 53128"/>
                    <a:gd name="connsiteY17" fmla="*/ 6379 h 5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128" h="59207">
                      <a:moveTo>
                        <a:pt x="0" y="29754"/>
                      </a:moveTo>
                      <a:cubicBezTo>
                        <a:pt x="0" y="21063"/>
                        <a:pt x="2483" y="13871"/>
                        <a:pt x="7492" y="8305"/>
                      </a:cubicBezTo>
                      <a:cubicBezTo>
                        <a:pt x="12501" y="2783"/>
                        <a:pt x="18880" y="0"/>
                        <a:pt x="26629" y="0"/>
                      </a:cubicBezTo>
                      <a:cubicBezTo>
                        <a:pt x="34377" y="0"/>
                        <a:pt x="40713" y="2783"/>
                        <a:pt x="45680" y="8305"/>
                      </a:cubicBezTo>
                      <a:cubicBezTo>
                        <a:pt x="50646" y="13871"/>
                        <a:pt x="53129" y="21063"/>
                        <a:pt x="53129" y="29754"/>
                      </a:cubicBezTo>
                      <a:cubicBezTo>
                        <a:pt x="53129" y="38359"/>
                        <a:pt x="50688" y="45466"/>
                        <a:pt x="45680" y="50988"/>
                      </a:cubicBezTo>
                      <a:cubicBezTo>
                        <a:pt x="40713" y="56468"/>
                        <a:pt x="34377" y="59208"/>
                        <a:pt x="26586" y="59208"/>
                      </a:cubicBezTo>
                      <a:cubicBezTo>
                        <a:pt x="18794" y="59208"/>
                        <a:pt x="12415" y="56468"/>
                        <a:pt x="7449" y="50945"/>
                      </a:cubicBezTo>
                      <a:cubicBezTo>
                        <a:pt x="2483" y="45380"/>
                        <a:pt x="0" y="38359"/>
                        <a:pt x="0" y="29754"/>
                      </a:cubicBezTo>
                      <a:close/>
                      <a:moveTo>
                        <a:pt x="26629" y="6379"/>
                      </a:moveTo>
                      <a:cubicBezTo>
                        <a:pt x="20935" y="6379"/>
                        <a:pt x="16311" y="8519"/>
                        <a:pt x="12715" y="12886"/>
                      </a:cubicBezTo>
                      <a:cubicBezTo>
                        <a:pt x="9076" y="17167"/>
                        <a:pt x="7278" y="22733"/>
                        <a:pt x="7278" y="29625"/>
                      </a:cubicBezTo>
                      <a:cubicBezTo>
                        <a:pt x="7278" y="36475"/>
                        <a:pt x="9076" y="42083"/>
                        <a:pt x="12758" y="46365"/>
                      </a:cubicBezTo>
                      <a:cubicBezTo>
                        <a:pt x="16397" y="50731"/>
                        <a:pt x="20977" y="52872"/>
                        <a:pt x="26543" y="52872"/>
                      </a:cubicBezTo>
                      <a:cubicBezTo>
                        <a:pt x="32194" y="52872"/>
                        <a:pt x="36860" y="50689"/>
                        <a:pt x="40457" y="46365"/>
                      </a:cubicBezTo>
                      <a:cubicBezTo>
                        <a:pt x="44138" y="41998"/>
                        <a:pt x="45979" y="36475"/>
                        <a:pt x="45979" y="29625"/>
                      </a:cubicBezTo>
                      <a:cubicBezTo>
                        <a:pt x="45979" y="22818"/>
                        <a:pt x="44138" y="17253"/>
                        <a:pt x="40499" y="12886"/>
                      </a:cubicBezTo>
                      <a:cubicBezTo>
                        <a:pt x="36818" y="8562"/>
                        <a:pt x="32194" y="6379"/>
                        <a:pt x="26629" y="637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46" name="任意多边形: 形状 45"/>
                <p:cNvSpPr/>
                <p:nvPr/>
              </p:nvSpPr>
              <p:spPr>
                <a:xfrm>
                  <a:off x="11056184" y="6496714"/>
                  <a:ext cx="54284" cy="60363"/>
                </a:xfrm>
                <a:custGeom>
                  <a:avLst/>
                  <a:gdLst>
                    <a:gd name="connsiteX0" fmla="*/ 27185 w 54284"/>
                    <a:gd name="connsiteY0" fmla="*/ 60364 h 60363"/>
                    <a:gd name="connsiteX1" fmla="*/ 7620 w 54284"/>
                    <a:gd name="connsiteY1" fmla="*/ 51887 h 60363"/>
                    <a:gd name="connsiteX2" fmla="*/ 0 w 54284"/>
                    <a:gd name="connsiteY2" fmla="*/ 30353 h 60363"/>
                    <a:gd name="connsiteX3" fmla="*/ 7620 w 54284"/>
                    <a:gd name="connsiteY3" fmla="*/ 8519 h 60363"/>
                    <a:gd name="connsiteX4" fmla="*/ 27185 w 54284"/>
                    <a:gd name="connsiteY4" fmla="*/ 0 h 60363"/>
                    <a:gd name="connsiteX5" fmla="*/ 46664 w 54284"/>
                    <a:gd name="connsiteY5" fmla="*/ 8519 h 60363"/>
                    <a:gd name="connsiteX6" fmla="*/ 54285 w 54284"/>
                    <a:gd name="connsiteY6" fmla="*/ 30353 h 60363"/>
                    <a:gd name="connsiteX7" fmla="*/ 46707 w 54284"/>
                    <a:gd name="connsiteY7" fmla="*/ 51973 h 60363"/>
                    <a:gd name="connsiteX8" fmla="*/ 27185 w 54284"/>
                    <a:gd name="connsiteY8" fmla="*/ 60364 h 60363"/>
                    <a:gd name="connsiteX9" fmla="*/ 27185 w 54284"/>
                    <a:gd name="connsiteY9" fmla="*/ 1156 h 60363"/>
                    <a:gd name="connsiteX10" fmla="*/ 8477 w 54284"/>
                    <a:gd name="connsiteY10" fmla="*/ 9290 h 60363"/>
                    <a:gd name="connsiteX11" fmla="*/ 1156 w 54284"/>
                    <a:gd name="connsiteY11" fmla="*/ 30353 h 60363"/>
                    <a:gd name="connsiteX12" fmla="*/ 8477 w 54284"/>
                    <a:gd name="connsiteY12" fmla="*/ 51117 h 60363"/>
                    <a:gd name="connsiteX13" fmla="*/ 27185 w 54284"/>
                    <a:gd name="connsiteY13" fmla="*/ 59208 h 60363"/>
                    <a:gd name="connsiteX14" fmla="*/ 45851 w 54284"/>
                    <a:gd name="connsiteY14" fmla="*/ 51202 h 60363"/>
                    <a:gd name="connsiteX15" fmla="*/ 53129 w 54284"/>
                    <a:gd name="connsiteY15" fmla="*/ 30353 h 60363"/>
                    <a:gd name="connsiteX16" fmla="*/ 45808 w 54284"/>
                    <a:gd name="connsiteY16" fmla="*/ 9290 h 60363"/>
                    <a:gd name="connsiteX17" fmla="*/ 27185 w 54284"/>
                    <a:gd name="connsiteY17" fmla="*/ 1156 h 60363"/>
                    <a:gd name="connsiteX18" fmla="*/ 27057 w 54284"/>
                    <a:gd name="connsiteY18" fmla="*/ 54028 h 60363"/>
                    <a:gd name="connsiteX19" fmla="*/ 12843 w 54284"/>
                    <a:gd name="connsiteY19" fmla="*/ 47306 h 60363"/>
                    <a:gd name="connsiteX20" fmla="*/ 7235 w 54284"/>
                    <a:gd name="connsiteY20" fmla="*/ 30182 h 60363"/>
                    <a:gd name="connsiteX21" fmla="*/ 12801 w 54284"/>
                    <a:gd name="connsiteY21" fmla="*/ 13057 h 60363"/>
                    <a:gd name="connsiteX22" fmla="*/ 27142 w 54284"/>
                    <a:gd name="connsiteY22" fmla="*/ 6379 h 60363"/>
                    <a:gd name="connsiteX23" fmla="*/ 41441 w 54284"/>
                    <a:gd name="connsiteY23" fmla="*/ 13100 h 60363"/>
                    <a:gd name="connsiteX24" fmla="*/ 47050 w 54284"/>
                    <a:gd name="connsiteY24" fmla="*/ 30225 h 60363"/>
                    <a:gd name="connsiteX25" fmla="*/ 41356 w 54284"/>
                    <a:gd name="connsiteY25" fmla="*/ 47349 h 60363"/>
                    <a:gd name="connsiteX26" fmla="*/ 27057 w 54284"/>
                    <a:gd name="connsiteY26" fmla="*/ 54028 h 60363"/>
                    <a:gd name="connsiteX27" fmla="*/ 27185 w 54284"/>
                    <a:gd name="connsiteY27" fmla="*/ 7535 h 60363"/>
                    <a:gd name="connsiteX28" fmla="*/ 13700 w 54284"/>
                    <a:gd name="connsiteY28" fmla="*/ 13828 h 60363"/>
                    <a:gd name="connsiteX29" fmla="*/ 8391 w 54284"/>
                    <a:gd name="connsiteY29" fmla="*/ 30225 h 60363"/>
                    <a:gd name="connsiteX30" fmla="*/ 13700 w 54284"/>
                    <a:gd name="connsiteY30" fmla="*/ 46579 h 60363"/>
                    <a:gd name="connsiteX31" fmla="*/ 27057 w 54284"/>
                    <a:gd name="connsiteY31" fmla="*/ 52872 h 60363"/>
                    <a:gd name="connsiteX32" fmla="*/ 40542 w 54284"/>
                    <a:gd name="connsiteY32" fmla="*/ 46579 h 60363"/>
                    <a:gd name="connsiteX33" fmla="*/ 45936 w 54284"/>
                    <a:gd name="connsiteY33" fmla="*/ 30182 h 60363"/>
                    <a:gd name="connsiteX34" fmla="*/ 40585 w 54284"/>
                    <a:gd name="connsiteY34" fmla="*/ 13785 h 60363"/>
                    <a:gd name="connsiteX35" fmla="*/ 27185 w 54284"/>
                    <a:gd name="connsiteY35" fmla="*/ 7535 h 60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4284" h="60363">
                      <a:moveTo>
                        <a:pt x="27185" y="60364"/>
                      </a:moveTo>
                      <a:cubicBezTo>
                        <a:pt x="19265" y="60364"/>
                        <a:pt x="12672" y="57538"/>
                        <a:pt x="7620" y="51887"/>
                      </a:cubicBezTo>
                      <a:cubicBezTo>
                        <a:pt x="2569" y="46279"/>
                        <a:pt x="0" y="39044"/>
                        <a:pt x="0" y="30353"/>
                      </a:cubicBezTo>
                      <a:cubicBezTo>
                        <a:pt x="0" y="21534"/>
                        <a:pt x="2569" y="14171"/>
                        <a:pt x="7620" y="8519"/>
                      </a:cubicBezTo>
                      <a:cubicBezTo>
                        <a:pt x="12758" y="2868"/>
                        <a:pt x="19351" y="0"/>
                        <a:pt x="27185" y="0"/>
                      </a:cubicBezTo>
                      <a:cubicBezTo>
                        <a:pt x="35062" y="0"/>
                        <a:pt x="41612" y="2868"/>
                        <a:pt x="46664" y="8519"/>
                      </a:cubicBezTo>
                      <a:cubicBezTo>
                        <a:pt x="51716" y="14171"/>
                        <a:pt x="54285" y="21534"/>
                        <a:pt x="54285" y="30353"/>
                      </a:cubicBezTo>
                      <a:cubicBezTo>
                        <a:pt x="54285" y="39087"/>
                        <a:pt x="51716" y="46365"/>
                        <a:pt x="46707" y="51973"/>
                      </a:cubicBezTo>
                      <a:cubicBezTo>
                        <a:pt x="41655" y="57538"/>
                        <a:pt x="35062" y="60364"/>
                        <a:pt x="27185" y="60364"/>
                      </a:cubicBezTo>
                      <a:close/>
                      <a:moveTo>
                        <a:pt x="27185" y="1156"/>
                      </a:moveTo>
                      <a:cubicBezTo>
                        <a:pt x="19650" y="1156"/>
                        <a:pt x="13357" y="3896"/>
                        <a:pt x="8477" y="9290"/>
                      </a:cubicBezTo>
                      <a:cubicBezTo>
                        <a:pt x="3596" y="14727"/>
                        <a:pt x="1156" y="21791"/>
                        <a:pt x="1156" y="30353"/>
                      </a:cubicBezTo>
                      <a:cubicBezTo>
                        <a:pt x="1156" y="38744"/>
                        <a:pt x="3639" y="45765"/>
                        <a:pt x="8477" y="51117"/>
                      </a:cubicBezTo>
                      <a:cubicBezTo>
                        <a:pt x="13400" y="56554"/>
                        <a:pt x="19522" y="59208"/>
                        <a:pt x="27185" y="59208"/>
                      </a:cubicBezTo>
                      <a:cubicBezTo>
                        <a:pt x="34763" y="59208"/>
                        <a:pt x="41013" y="56511"/>
                        <a:pt x="45851" y="51202"/>
                      </a:cubicBezTo>
                      <a:cubicBezTo>
                        <a:pt x="50688" y="45808"/>
                        <a:pt x="53129" y="38830"/>
                        <a:pt x="53129" y="30353"/>
                      </a:cubicBezTo>
                      <a:cubicBezTo>
                        <a:pt x="53129" y="21834"/>
                        <a:pt x="50688" y="14727"/>
                        <a:pt x="45808" y="9290"/>
                      </a:cubicBezTo>
                      <a:cubicBezTo>
                        <a:pt x="40970" y="3896"/>
                        <a:pt x="34677" y="1156"/>
                        <a:pt x="27185" y="1156"/>
                      </a:cubicBezTo>
                      <a:close/>
                      <a:moveTo>
                        <a:pt x="27057" y="54028"/>
                      </a:moveTo>
                      <a:cubicBezTo>
                        <a:pt x="21320" y="54028"/>
                        <a:pt x="16525" y="51759"/>
                        <a:pt x="12843" y="47306"/>
                      </a:cubicBezTo>
                      <a:cubicBezTo>
                        <a:pt x="9119" y="42940"/>
                        <a:pt x="7235" y="37203"/>
                        <a:pt x="7235" y="30182"/>
                      </a:cubicBezTo>
                      <a:cubicBezTo>
                        <a:pt x="7235" y="23161"/>
                        <a:pt x="9119" y="17424"/>
                        <a:pt x="12801" y="13057"/>
                      </a:cubicBezTo>
                      <a:cubicBezTo>
                        <a:pt x="16482" y="8605"/>
                        <a:pt x="21320" y="6379"/>
                        <a:pt x="27142" y="6379"/>
                      </a:cubicBezTo>
                      <a:cubicBezTo>
                        <a:pt x="32879" y="6379"/>
                        <a:pt x="37674" y="8648"/>
                        <a:pt x="41441" y="13100"/>
                      </a:cubicBezTo>
                      <a:cubicBezTo>
                        <a:pt x="45166" y="17553"/>
                        <a:pt x="47050" y="23289"/>
                        <a:pt x="47050" y="30225"/>
                      </a:cubicBezTo>
                      <a:cubicBezTo>
                        <a:pt x="47050" y="37160"/>
                        <a:pt x="45123" y="42897"/>
                        <a:pt x="41356" y="47349"/>
                      </a:cubicBezTo>
                      <a:cubicBezTo>
                        <a:pt x="37674" y="51802"/>
                        <a:pt x="32836" y="54028"/>
                        <a:pt x="27057" y="54028"/>
                      </a:cubicBezTo>
                      <a:close/>
                      <a:moveTo>
                        <a:pt x="27185" y="7535"/>
                      </a:moveTo>
                      <a:cubicBezTo>
                        <a:pt x="21620" y="7535"/>
                        <a:pt x="17210" y="9590"/>
                        <a:pt x="13700" y="13828"/>
                      </a:cubicBezTo>
                      <a:cubicBezTo>
                        <a:pt x="10189" y="17981"/>
                        <a:pt x="8391" y="23503"/>
                        <a:pt x="8391" y="30225"/>
                      </a:cubicBezTo>
                      <a:cubicBezTo>
                        <a:pt x="8391" y="36946"/>
                        <a:pt x="10189" y="42426"/>
                        <a:pt x="13700" y="46579"/>
                      </a:cubicBezTo>
                      <a:cubicBezTo>
                        <a:pt x="17210" y="50817"/>
                        <a:pt x="21577" y="52872"/>
                        <a:pt x="27057" y="52872"/>
                      </a:cubicBezTo>
                      <a:cubicBezTo>
                        <a:pt x="32494" y="52872"/>
                        <a:pt x="37032" y="50774"/>
                        <a:pt x="40542" y="46579"/>
                      </a:cubicBezTo>
                      <a:cubicBezTo>
                        <a:pt x="44138" y="42340"/>
                        <a:pt x="45936" y="36860"/>
                        <a:pt x="45936" y="30182"/>
                      </a:cubicBezTo>
                      <a:cubicBezTo>
                        <a:pt x="45936" y="23546"/>
                        <a:pt x="44138" y="18066"/>
                        <a:pt x="40585" y="13785"/>
                      </a:cubicBezTo>
                      <a:cubicBezTo>
                        <a:pt x="37074" y="9675"/>
                        <a:pt x="32537" y="7535"/>
                        <a:pt x="27185" y="7535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27" name="图形 4"/>
              <p:cNvGrpSpPr/>
              <p:nvPr/>
            </p:nvGrpSpPr>
            <p:grpSpPr>
              <a:xfrm>
                <a:off x="11152466" y="6497399"/>
                <a:ext cx="47306" cy="59850"/>
                <a:chOff x="11152466" y="6497399"/>
                <a:chExt cx="47306" cy="59850"/>
              </a:xfrm>
              <a:solidFill>
                <a:srgbClr val="A5A7AA"/>
              </a:solidFill>
            </p:grpSpPr>
            <p:sp>
              <p:nvSpPr>
                <p:cNvPr id="43" name="任意多边形: 形状 42"/>
                <p:cNvSpPr/>
                <p:nvPr/>
              </p:nvSpPr>
              <p:spPr>
                <a:xfrm>
                  <a:off x="11153023" y="6497870"/>
                  <a:ext cx="46107" cy="58779"/>
                </a:xfrm>
                <a:custGeom>
                  <a:avLst/>
                  <a:gdLst>
                    <a:gd name="connsiteX0" fmla="*/ 38915 w 46107"/>
                    <a:gd name="connsiteY0" fmla="*/ 49404 h 58779"/>
                    <a:gd name="connsiteX1" fmla="*/ 30952 w 46107"/>
                    <a:gd name="connsiteY1" fmla="*/ 56468 h 58779"/>
                    <a:gd name="connsiteX2" fmla="*/ 20507 w 46107"/>
                    <a:gd name="connsiteY2" fmla="*/ 58780 h 58779"/>
                    <a:gd name="connsiteX3" fmla="*/ 5266 w 46107"/>
                    <a:gd name="connsiteY3" fmla="*/ 53043 h 58779"/>
                    <a:gd name="connsiteX4" fmla="*/ 0 w 46107"/>
                    <a:gd name="connsiteY4" fmla="*/ 36347 h 58779"/>
                    <a:gd name="connsiteX5" fmla="*/ 0 w 46107"/>
                    <a:gd name="connsiteY5" fmla="*/ 4624 h 58779"/>
                    <a:gd name="connsiteX6" fmla="*/ 942 w 46107"/>
                    <a:gd name="connsiteY6" fmla="*/ 1199 h 58779"/>
                    <a:gd name="connsiteX7" fmla="*/ 3639 w 46107"/>
                    <a:gd name="connsiteY7" fmla="*/ 43 h 58779"/>
                    <a:gd name="connsiteX8" fmla="*/ 6293 w 46107"/>
                    <a:gd name="connsiteY8" fmla="*/ 1199 h 58779"/>
                    <a:gd name="connsiteX9" fmla="*/ 7192 w 46107"/>
                    <a:gd name="connsiteY9" fmla="*/ 4624 h 58779"/>
                    <a:gd name="connsiteX10" fmla="*/ 7192 w 46107"/>
                    <a:gd name="connsiteY10" fmla="*/ 33050 h 58779"/>
                    <a:gd name="connsiteX11" fmla="*/ 10574 w 46107"/>
                    <a:gd name="connsiteY11" fmla="*/ 48034 h 58779"/>
                    <a:gd name="connsiteX12" fmla="*/ 21748 w 46107"/>
                    <a:gd name="connsiteY12" fmla="*/ 52401 h 58779"/>
                    <a:gd name="connsiteX13" fmla="*/ 34720 w 46107"/>
                    <a:gd name="connsiteY13" fmla="*/ 46322 h 58779"/>
                    <a:gd name="connsiteX14" fmla="*/ 38915 w 46107"/>
                    <a:gd name="connsiteY14" fmla="*/ 27656 h 58779"/>
                    <a:gd name="connsiteX15" fmla="*/ 38915 w 46107"/>
                    <a:gd name="connsiteY15" fmla="*/ 4581 h 58779"/>
                    <a:gd name="connsiteX16" fmla="*/ 39900 w 46107"/>
                    <a:gd name="connsiteY16" fmla="*/ 1156 h 58779"/>
                    <a:gd name="connsiteX17" fmla="*/ 42597 w 46107"/>
                    <a:gd name="connsiteY17" fmla="*/ 0 h 58779"/>
                    <a:gd name="connsiteX18" fmla="*/ 45209 w 46107"/>
                    <a:gd name="connsiteY18" fmla="*/ 1156 h 58779"/>
                    <a:gd name="connsiteX19" fmla="*/ 46108 w 46107"/>
                    <a:gd name="connsiteY19" fmla="*/ 4581 h 58779"/>
                    <a:gd name="connsiteX20" fmla="*/ 46108 w 46107"/>
                    <a:gd name="connsiteY20" fmla="*/ 53471 h 58779"/>
                    <a:gd name="connsiteX21" fmla="*/ 45209 w 46107"/>
                    <a:gd name="connsiteY21" fmla="*/ 56896 h 58779"/>
                    <a:gd name="connsiteX22" fmla="*/ 42597 w 46107"/>
                    <a:gd name="connsiteY22" fmla="*/ 58052 h 58779"/>
                    <a:gd name="connsiteX23" fmla="*/ 39900 w 46107"/>
                    <a:gd name="connsiteY23" fmla="*/ 56853 h 58779"/>
                    <a:gd name="connsiteX24" fmla="*/ 38915 w 46107"/>
                    <a:gd name="connsiteY24" fmla="*/ 53471 h 58779"/>
                    <a:gd name="connsiteX25" fmla="*/ 38915 w 46107"/>
                    <a:gd name="connsiteY25" fmla="*/ 49404 h 58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6107" h="58779">
                      <a:moveTo>
                        <a:pt x="38915" y="49404"/>
                      </a:moveTo>
                      <a:cubicBezTo>
                        <a:pt x="36646" y="52615"/>
                        <a:pt x="33949" y="54970"/>
                        <a:pt x="30952" y="56468"/>
                      </a:cubicBezTo>
                      <a:cubicBezTo>
                        <a:pt x="27913" y="58009"/>
                        <a:pt x="24488" y="58780"/>
                        <a:pt x="20507" y="58780"/>
                      </a:cubicBezTo>
                      <a:cubicBezTo>
                        <a:pt x="13871" y="58780"/>
                        <a:pt x="8776" y="56811"/>
                        <a:pt x="5266" y="53043"/>
                      </a:cubicBezTo>
                      <a:cubicBezTo>
                        <a:pt x="1755" y="49190"/>
                        <a:pt x="0" y="43625"/>
                        <a:pt x="0" y="36347"/>
                      </a:cubicBezTo>
                      <a:lnTo>
                        <a:pt x="0" y="4624"/>
                      </a:lnTo>
                      <a:cubicBezTo>
                        <a:pt x="0" y="3125"/>
                        <a:pt x="300" y="2012"/>
                        <a:pt x="942" y="1199"/>
                      </a:cubicBezTo>
                      <a:cubicBezTo>
                        <a:pt x="1584" y="471"/>
                        <a:pt x="2440" y="43"/>
                        <a:pt x="3639" y="43"/>
                      </a:cubicBezTo>
                      <a:cubicBezTo>
                        <a:pt x="4795" y="43"/>
                        <a:pt x="5651" y="471"/>
                        <a:pt x="6293" y="1199"/>
                      </a:cubicBezTo>
                      <a:cubicBezTo>
                        <a:pt x="6893" y="2012"/>
                        <a:pt x="7192" y="3125"/>
                        <a:pt x="7192" y="4624"/>
                      </a:cubicBezTo>
                      <a:lnTo>
                        <a:pt x="7192" y="33050"/>
                      </a:lnTo>
                      <a:cubicBezTo>
                        <a:pt x="7192" y="40114"/>
                        <a:pt x="8348" y="45123"/>
                        <a:pt x="10574" y="48034"/>
                      </a:cubicBezTo>
                      <a:cubicBezTo>
                        <a:pt x="12843" y="50945"/>
                        <a:pt x="16568" y="52401"/>
                        <a:pt x="21748" y="52401"/>
                      </a:cubicBezTo>
                      <a:cubicBezTo>
                        <a:pt x="27570" y="52401"/>
                        <a:pt x="31894" y="50389"/>
                        <a:pt x="34720" y="46322"/>
                      </a:cubicBezTo>
                      <a:cubicBezTo>
                        <a:pt x="37503" y="42255"/>
                        <a:pt x="38915" y="36047"/>
                        <a:pt x="38915" y="27656"/>
                      </a:cubicBezTo>
                      <a:lnTo>
                        <a:pt x="38915" y="4581"/>
                      </a:lnTo>
                      <a:cubicBezTo>
                        <a:pt x="38915" y="3082"/>
                        <a:pt x="39258" y="1969"/>
                        <a:pt x="39900" y="1156"/>
                      </a:cubicBezTo>
                      <a:cubicBezTo>
                        <a:pt x="40585" y="428"/>
                        <a:pt x="41484" y="0"/>
                        <a:pt x="42597" y="0"/>
                      </a:cubicBezTo>
                      <a:cubicBezTo>
                        <a:pt x="43753" y="0"/>
                        <a:pt x="44609" y="428"/>
                        <a:pt x="45209" y="1156"/>
                      </a:cubicBezTo>
                      <a:cubicBezTo>
                        <a:pt x="45808" y="1969"/>
                        <a:pt x="46108" y="3082"/>
                        <a:pt x="46108" y="4581"/>
                      </a:cubicBezTo>
                      <a:lnTo>
                        <a:pt x="46108" y="53471"/>
                      </a:lnTo>
                      <a:cubicBezTo>
                        <a:pt x="46108" y="54927"/>
                        <a:pt x="45808" y="56083"/>
                        <a:pt x="45209" y="56896"/>
                      </a:cubicBezTo>
                      <a:cubicBezTo>
                        <a:pt x="44609" y="57667"/>
                        <a:pt x="43753" y="58052"/>
                        <a:pt x="42597" y="58052"/>
                      </a:cubicBezTo>
                      <a:cubicBezTo>
                        <a:pt x="41484" y="58052"/>
                        <a:pt x="40542" y="57667"/>
                        <a:pt x="39900" y="56853"/>
                      </a:cubicBezTo>
                      <a:cubicBezTo>
                        <a:pt x="39258" y="56083"/>
                        <a:pt x="38915" y="54970"/>
                        <a:pt x="38915" y="53471"/>
                      </a:cubicBezTo>
                      <a:lnTo>
                        <a:pt x="38915" y="49404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44" name="任意多边形: 形状 43"/>
                <p:cNvSpPr/>
                <p:nvPr/>
              </p:nvSpPr>
              <p:spPr>
                <a:xfrm>
                  <a:off x="11152466" y="6497399"/>
                  <a:ext cx="47306" cy="59850"/>
                </a:xfrm>
                <a:custGeom>
                  <a:avLst/>
                  <a:gdLst>
                    <a:gd name="connsiteX0" fmla="*/ 21063 w 47306"/>
                    <a:gd name="connsiteY0" fmla="*/ 59850 h 59850"/>
                    <a:gd name="connsiteX1" fmla="*/ 5394 w 47306"/>
                    <a:gd name="connsiteY1" fmla="*/ 53942 h 59850"/>
                    <a:gd name="connsiteX2" fmla="*/ 0 w 47306"/>
                    <a:gd name="connsiteY2" fmla="*/ 36860 h 59850"/>
                    <a:gd name="connsiteX3" fmla="*/ 0 w 47306"/>
                    <a:gd name="connsiteY3" fmla="*/ 5137 h 59850"/>
                    <a:gd name="connsiteX4" fmla="*/ 1070 w 47306"/>
                    <a:gd name="connsiteY4" fmla="*/ 1370 h 59850"/>
                    <a:gd name="connsiteX5" fmla="*/ 4195 w 47306"/>
                    <a:gd name="connsiteY5" fmla="*/ 0 h 59850"/>
                    <a:gd name="connsiteX6" fmla="*/ 7278 w 47306"/>
                    <a:gd name="connsiteY6" fmla="*/ 1370 h 59850"/>
                    <a:gd name="connsiteX7" fmla="*/ 8305 w 47306"/>
                    <a:gd name="connsiteY7" fmla="*/ 5180 h 59850"/>
                    <a:gd name="connsiteX8" fmla="*/ 8305 w 47306"/>
                    <a:gd name="connsiteY8" fmla="*/ 33607 h 59850"/>
                    <a:gd name="connsiteX9" fmla="*/ 11602 w 47306"/>
                    <a:gd name="connsiteY9" fmla="*/ 48248 h 59850"/>
                    <a:gd name="connsiteX10" fmla="*/ 22347 w 47306"/>
                    <a:gd name="connsiteY10" fmla="*/ 52401 h 59850"/>
                    <a:gd name="connsiteX11" fmla="*/ 34848 w 47306"/>
                    <a:gd name="connsiteY11" fmla="*/ 46579 h 59850"/>
                    <a:gd name="connsiteX12" fmla="*/ 38915 w 47306"/>
                    <a:gd name="connsiteY12" fmla="*/ 28255 h 59850"/>
                    <a:gd name="connsiteX13" fmla="*/ 38915 w 47306"/>
                    <a:gd name="connsiteY13" fmla="*/ 5180 h 59850"/>
                    <a:gd name="connsiteX14" fmla="*/ 40028 w 47306"/>
                    <a:gd name="connsiteY14" fmla="*/ 1413 h 59850"/>
                    <a:gd name="connsiteX15" fmla="*/ 43196 w 47306"/>
                    <a:gd name="connsiteY15" fmla="*/ 43 h 59850"/>
                    <a:gd name="connsiteX16" fmla="*/ 46279 w 47306"/>
                    <a:gd name="connsiteY16" fmla="*/ 1413 h 59850"/>
                    <a:gd name="connsiteX17" fmla="*/ 47306 w 47306"/>
                    <a:gd name="connsiteY17" fmla="*/ 5180 h 59850"/>
                    <a:gd name="connsiteX18" fmla="*/ 47306 w 47306"/>
                    <a:gd name="connsiteY18" fmla="*/ 54071 h 59850"/>
                    <a:gd name="connsiteX19" fmla="*/ 46279 w 47306"/>
                    <a:gd name="connsiteY19" fmla="*/ 57838 h 59850"/>
                    <a:gd name="connsiteX20" fmla="*/ 43196 w 47306"/>
                    <a:gd name="connsiteY20" fmla="*/ 59208 h 59850"/>
                    <a:gd name="connsiteX21" fmla="*/ 40028 w 47306"/>
                    <a:gd name="connsiteY21" fmla="*/ 57795 h 59850"/>
                    <a:gd name="connsiteX22" fmla="*/ 38915 w 47306"/>
                    <a:gd name="connsiteY22" fmla="*/ 54071 h 59850"/>
                    <a:gd name="connsiteX23" fmla="*/ 38915 w 47306"/>
                    <a:gd name="connsiteY23" fmla="*/ 51673 h 59850"/>
                    <a:gd name="connsiteX24" fmla="*/ 31766 w 47306"/>
                    <a:gd name="connsiteY24" fmla="*/ 57538 h 59850"/>
                    <a:gd name="connsiteX25" fmla="*/ 21063 w 47306"/>
                    <a:gd name="connsiteY25" fmla="*/ 59850 h 59850"/>
                    <a:gd name="connsiteX26" fmla="*/ 4195 w 47306"/>
                    <a:gd name="connsiteY26" fmla="*/ 1113 h 59850"/>
                    <a:gd name="connsiteX27" fmla="*/ 1969 w 47306"/>
                    <a:gd name="connsiteY27" fmla="*/ 2055 h 59850"/>
                    <a:gd name="connsiteX28" fmla="*/ 1156 w 47306"/>
                    <a:gd name="connsiteY28" fmla="*/ 5095 h 59850"/>
                    <a:gd name="connsiteX29" fmla="*/ 1156 w 47306"/>
                    <a:gd name="connsiteY29" fmla="*/ 36818 h 59850"/>
                    <a:gd name="connsiteX30" fmla="*/ 6250 w 47306"/>
                    <a:gd name="connsiteY30" fmla="*/ 53129 h 59850"/>
                    <a:gd name="connsiteX31" fmla="*/ 21063 w 47306"/>
                    <a:gd name="connsiteY31" fmla="*/ 58694 h 59850"/>
                    <a:gd name="connsiteX32" fmla="*/ 31252 w 47306"/>
                    <a:gd name="connsiteY32" fmla="*/ 56425 h 59850"/>
                    <a:gd name="connsiteX33" fmla="*/ 39001 w 47306"/>
                    <a:gd name="connsiteY33" fmla="*/ 49533 h 59850"/>
                    <a:gd name="connsiteX34" fmla="*/ 40071 w 47306"/>
                    <a:gd name="connsiteY34" fmla="*/ 48034 h 59850"/>
                    <a:gd name="connsiteX35" fmla="*/ 40071 w 47306"/>
                    <a:gd name="connsiteY35" fmla="*/ 53985 h 59850"/>
                    <a:gd name="connsiteX36" fmla="*/ 40927 w 47306"/>
                    <a:gd name="connsiteY36" fmla="*/ 56982 h 59850"/>
                    <a:gd name="connsiteX37" fmla="*/ 43196 w 47306"/>
                    <a:gd name="connsiteY37" fmla="*/ 57966 h 59850"/>
                    <a:gd name="connsiteX38" fmla="*/ 45337 w 47306"/>
                    <a:gd name="connsiteY38" fmla="*/ 57067 h 59850"/>
                    <a:gd name="connsiteX39" fmla="*/ 46108 w 47306"/>
                    <a:gd name="connsiteY39" fmla="*/ 54028 h 59850"/>
                    <a:gd name="connsiteX40" fmla="*/ 46108 w 47306"/>
                    <a:gd name="connsiteY40" fmla="*/ 5095 h 59850"/>
                    <a:gd name="connsiteX41" fmla="*/ 45337 w 47306"/>
                    <a:gd name="connsiteY41" fmla="*/ 2012 h 59850"/>
                    <a:gd name="connsiteX42" fmla="*/ 43196 w 47306"/>
                    <a:gd name="connsiteY42" fmla="*/ 1113 h 59850"/>
                    <a:gd name="connsiteX43" fmla="*/ 40927 w 47306"/>
                    <a:gd name="connsiteY43" fmla="*/ 2098 h 59850"/>
                    <a:gd name="connsiteX44" fmla="*/ 40114 w 47306"/>
                    <a:gd name="connsiteY44" fmla="*/ 5137 h 59850"/>
                    <a:gd name="connsiteX45" fmla="*/ 40114 w 47306"/>
                    <a:gd name="connsiteY45" fmla="*/ 28213 h 59850"/>
                    <a:gd name="connsiteX46" fmla="*/ 35833 w 47306"/>
                    <a:gd name="connsiteY46" fmla="*/ 47178 h 59850"/>
                    <a:gd name="connsiteX47" fmla="*/ 22390 w 47306"/>
                    <a:gd name="connsiteY47" fmla="*/ 53514 h 59850"/>
                    <a:gd name="connsiteX48" fmla="*/ 10746 w 47306"/>
                    <a:gd name="connsiteY48" fmla="*/ 48933 h 59850"/>
                    <a:gd name="connsiteX49" fmla="*/ 7235 w 47306"/>
                    <a:gd name="connsiteY49" fmla="*/ 33564 h 59850"/>
                    <a:gd name="connsiteX50" fmla="*/ 7235 w 47306"/>
                    <a:gd name="connsiteY50" fmla="*/ 5137 h 59850"/>
                    <a:gd name="connsiteX51" fmla="*/ 6464 w 47306"/>
                    <a:gd name="connsiteY51" fmla="*/ 2055 h 59850"/>
                    <a:gd name="connsiteX52" fmla="*/ 4195 w 47306"/>
                    <a:gd name="connsiteY52" fmla="*/ 1113 h 59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47306" h="59850">
                      <a:moveTo>
                        <a:pt x="21063" y="59850"/>
                      </a:moveTo>
                      <a:cubicBezTo>
                        <a:pt x="14299" y="59850"/>
                        <a:pt x="9033" y="57838"/>
                        <a:pt x="5394" y="53942"/>
                      </a:cubicBezTo>
                      <a:cubicBezTo>
                        <a:pt x="1798" y="50004"/>
                        <a:pt x="0" y="44267"/>
                        <a:pt x="0" y="36860"/>
                      </a:cubicBezTo>
                      <a:lnTo>
                        <a:pt x="0" y="5137"/>
                      </a:lnTo>
                      <a:cubicBezTo>
                        <a:pt x="0" y="3511"/>
                        <a:pt x="342" y="2269"/>
                        <a:pt x="1070" y="1370"/>
                      </a:cubicBezTo>
                      <a:cubicBezTo>
                        <a:pt x="1841" y="428"/>
                        <a:pt x="2911" y="0"/>
                        <a:pt x="4195" y="0"/>
                      </a:cubicBezTo>
                      <a:cubicBezTo>
                        <a:pt x="5480" y="0"/>
                        <a:pt x="6507" y="471"/>
                        <a:pt x="7278" y="1370"/>
                      </a:cubicBezTo>
                      <a:cubicBezTo>
                        <a:pt x="7963" y="2355"/>
                        <a:pt x="8305" y="3553"/>
                        <a:pt x="8305" y="5180"/>
                      </a:cubicBezTo>
                      <a:lnTo>
                        <a:pt x="8305" y="33607"/>
                      </a:lnTo>
                      <a:cubicBezTo>
                        <a:pt x="8305" y="40499"/>
                        <a:pt x="9418" y="45423"/>
                        <a:pt x="11602" y="48248"/>
                      </a:cubicBezTo>
                      <a:cubicBezTo>
                        <a:pt x="13742" y="50988"/>
                        <a:pt x="17381" y="52401"/>
                        <a:pt x="22347" y="52401"/>
                      </a:cubicBezTo>
                      <a:cubicBezTo>
                        <a:pt x="28041" y="52401"/>
                        <a:pt x="32108" y="50474"/>
                        <a:pt x="34848" y="46579"/>
                      </a:cubicBezTo>
                      <a:cubicBezTo>
                        <a:pt x="37545" y="42640"/>
                        <a:pt x="38915" y="36475"/>
                        <a:pt x="38915" y="28255"/>
                      </a:cubicBezTo>
                      <a:lnTo>
                        <a:pt x="38915" y="5180"/>
                      </a:lnTo>
                      <a:cubicBezTo>
                        <a:pt x="38915" y="3553"/>
                        <a:pt x="39258" y="2355"/>
                        <a:pt x="40028" y="1413"/>
                      </a:cubicBezTo>
                      <a:cubicBezTo>
                        <a:pt x="40842" y="514"/>
                        <a:pt x="41912" y="43"/>
                        <a:pt x="43196" y="43"/>
                      </a:cubicBezTo>
                      <a:cubicBezTo>
                        <a:pt x="44481" y="43"/>
                        <a:pt x="45551" y="514"/>
                        <a:pt x="46279" y="1413"/>
                      </a:cubicBezTo>
                      <a:cubicBezTo>
                        <a:pt x="46964" y="2355"/>
                        <a:pt x="47306" y="3596"/>
                        <a:pt x="47306" y="5180"/>
                      </a:cubicBezTo>
                      <a:lnTo>
                        <a:pt x="47306" y="54071"/>
                      </a:lnTo>
                      <a:cubicBezTo>
                        <a:pt x="47306" y="55655"/>
                        <a:pt x="46964" y="56896"/>
                        <a:pt x="46279" y="57838"/>
                      </a:cubicBezTo>
                      <a:cubicBezTo>
                        <a:pt x="45594" y="58737"/>
                        <a:pt x="44524" y="59208"/>
                        <a:pt x="43196" y="59208"/>
                      </a:cubicBezTo>
                      <a:cubicBezTo>
                        <a:pt x="41869" y="59208"/>
                        <a:pt x="40799" y="58737"/>
                        <a:pt x="40028" y="57795"/>
                      </a:cubicBezTo>
                      <a:cubicBezTo>
                        <a:pt x="39301" y="56896"/>
                        <a:pt x="38915" y="55655"/>
                        <a:pt x="38915" y="54071"/>
                      </a:cubicBezTo>
                      <a:lnTo>
                        <a:pt x="38915" y="51673"/>
                      </a:lnTo>
                      <a:cubicBezTo>
                        <a:pt x="36860" y="54242"/>
                        <a:pt x="34463" y="56211"/>
                        <a:pt x="31766" y="57538"/>
                      </a:cubicBezTo>
                      <a:cubicBezTo>
                        <a:pt x="28641" y="59037"/>
                        <a:pt x="25045" y="59850"/>
                        <a:pt x="21063" y="59850"/>
                      </a:cubicBezTo>
                      <a:close/>
                      <a:moveTo>
                        <a:pt x="4195" y="1113"/>
                      </a:moveTo>
                      <a:cubicBezTo>
                        <a:pt x="3254" y="1113"/>
                        <a:pt x="2483" y="1413"/>
                        <a:pt x="1969" y="2055"/>
                      </a:cubicBezTo>
                      <a:cubicBezTo>
                        <a:pt x="1456" y="2740"/>
                        <a:pt x="1156" y="3725"/>
                        <a:pt x="1156" y="5095"/>
                      </a:cubicBezTo>
                      <a:lnTo>
                        <a:pt x="1156" y="36818"/>
                      </a:lnTo>
                      <a:cubicBezTo>
                        <a:pt x="1156" y="43924"/>
                        <a:pt x="2868" y="49404"/>
                        <a:pt x="6250" y="53129"/>
                      </a:cubicBezTo>
                      <a:cubicBezTo>
                        <a:pt x="9633" y="56810"/>
                        <a:pt x="14641" y="58694"/>
                        <a:pt x="21063" y="58694"/>
                      </a:cubicBezTo>
                      <a:cubicBezTo>
                        <a:pt x="24916" y="58694"/>
                        <a:pt x="28255" y="57966"/>
                        <a:pt x="31252" y="56425"/>
                      </a:cubicBezTo>
                      <a:cubicBezTo>
                        <a:pt x="34206" y="54927"/>
                        <a:pt x="36818" y="52615"/>
                        <a:pt x="39001" y="49533"/>
                      </a:cubicBezTo>
                      <a:lnTo>
                        <a:pt x="40071" y="48034"/>
                      </a:lnTo>
                      <a:lnTo>
                        <a:pt x="40071" y="53985"/>
                      </a:lnTo>
                      <a:cubicBezTo>
                        <a:pt x="40071" y="55269"/>
                        <a:pt x="40371" y="56297"/>
                        <a:pt x="40927" y="56982"/>
                      </a:cubicBezTo>
                      <a:cubicBezTo>
                        <a:pt x="41484" y="57624"/>
                        <a:pt x="42212" y="57966"/>
                        <a:pt x="43196" y="57966"/>
                      </a:cubicBezTo>
                      <a:cubicBezTo>
                        <a:pt x="44181" y="57966"/>
                        <a:pt x="44866" y="57667"/>
                        <a:pt x="45337" y="57067"/>
                      </a:cubicBezTo>
                      <a:cubicBezTo>
                        <a:pt x="45851" y="56340"/>
                        <a:pt x="46108" y="55312"/>
                        <a:pt x="46108" y="54028"/>
                      </a:cubicBezTo>
                      <a:lnTo>
                        <a:pt x="46108" y="5095"/>
                      </a:lnTo>
                      <a:cubicBezTo>
                        <a:pt x="46108" y="3767"/>
                        <a:pt x="45851" y="2740"/>
                        <a:pt x="45337" y="2012"/>
                      </a:cubicBezTo>
                      <a:cubicBezTo>
                        <a:pt x="44866" y="1413"/>
                        <a:pt x="44138" y="1113"/>
                        <a:pt x="43196" y="1113"/>
                      </a:cubicBezTo>
                      <a:cubicBezTo>
                        <a:pt x="42255" y="1113"/>
                        <a:pt x="41484" y="1456"/>
                        <a:pt x="40927" y="2098"/>
                      </a:cubicBezTo>
                      <a:cubicBezTo>
                        <a:pt x="40371" y="2783"/>
                        <a:pt x="40114" y="3810"/>
                        <a:pt x="40114" y="5137"/>
                      </a:cubicBezTo>
                      <a:lnTo>
                        <a:pt x="40114" y="28213"/>
                      </a:lnTo>
                      <a:cubicBezTo>
                        <a:pt x="40114" y="36689"/>
                        <a:pt x="38658" y="43068"/>
                        <a:pt x="35833" y="47178"/>
                      </a:cubicBezTo>
                      <a:cubicBezTo>
                        <a:pt x="32922" y="51373"/>
                        <a:pt x="28384" y="53514"/>
                        <a:pt x="22390" y="53514"/>
                      </a:cubicBezTo>
                      <a:cubicBezTo>
                        <a:pt x="17039" y="53514"/>
                        <a:pt x="13143" y="51973"/>
                        <a:pt x="10746" y="48933"/>
                      </a:cubicBezTo>
                      <a:cubicBezTo>
                        <a:pt x="8391" y="45894"/>
                        <a:pt x="7235" y="40713"/>
                        <a:pt x="7235" y="33564"/>
                      </a:cubicBezTo>
                      <a:lnTo>
                        <a:pt x="7235" y="5137"/>
                      </a:lnTo>
                      <a:cubicBezTo>
                        <a:pt x="7235" y="3810"/>
                        <a:pt x="6978" y="2783"/>
                        <a:pt x="6464" y="2055"/>
                      </a:cubicBezTo>
                      <a:cubicBezTo>
                        <a:pt x="5865" y="1413"/>
                        <a:pt x="5137" y="1113"/>
                        <a:pt x="4195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28" name="图形 4"/>
              <p:cNvGrpSpPr/>
              <p:nvPr/>
            </p:nvGrpSpPr>
            <p:grpSpPr>
              <a:xfrm>
                <a:off x="11243140" y="6477706"/>
                <a:ext cx="51715" cy="78515"/>
                <a:chOff x="11243140" y="6477706"/>
                <a:chExt cx="51715" cy="78515"/>
              </a:xfrm>
              <a:solidFill>
                <a:srgbClr val="A5A7AA"/>
              </a:solidFill>
            </p:grpSpPr>
            <p:sp>
              <p:nvSpPr>
                <p:cNvPr id="41" name="任意多边形: 形状 40"/>
                <p:cNvSpPr/>
                <p:nvPr/>
              </p:nvSpPr>
              <p:spPr>
                <a:xfrm>
                  <a:off x="11243697" y="6478305"/>
                  <a:ext cx="50559" cy="77317"/>
                </a:xfrm>
                <a:custGeom>
                  <a:avLst/>
                  <a:gdLst>
                    <a:gd name="connsiteX0" fmla="*/ 43239 w 50559"/>
                    <a:gd name="connsiteY0" fmla="*/ 77317 h 77317"/>
                    <a:gd name="connsiteX1" fmla="*/ 33607 w 50559"/>
                    <a:gd name="connsiteY1" fmla="*/ 77317 h 77317"/>
                    <a:gd name="connsiteX2" fmla="*/ 18751 w 50559"/>
                    <a:gd name="connsiteY2" fmla="*/ 76290 h 77317"/>
                    <a:gd name="connsiteX3" fmla="*/ 10232 w 50559"/>
                    <a:gd name="connsiteY3" fmla="*/ 72779 h 77317"/>
                    <a:gd name="connsiteX4" fmla="*/ 2569 w 50559"/>
                    <a:gd name="connsiteY4" fmla="*/ 63874 h 77317"/>
                    <a:gd name="connsiteX5" fmla="*/ 0 w 50559"/>
                    <a:gd name="connsiteY5" fmla="*/ 51716 h 77317"/>
                    <a:gd name="connsiteX6" fmla="*/ 10446 w 50559"/>
                    <a:gd name="connsiteY6" fmla="*/ 28041 h 77317"/>
                    <a:gd name="connsiteX7" fmla="*/ 39044 w 50559"/>
                    <a:gd name="connsiteY7" fmla="*/ 19308 h 77317"/>
                    <a:gd name="connsiteX8" fmla="*/ 41655 w 50559"/>
                    <a:gd name="connsiteY8" fmla="*/ 19308 h 77317"/>
                    <a:gd name="connsiteX9" fmla="*/ 43368 w 50559"/>
                    <a:gd name="connsiteY9" fmla="*/ 19351 h 77317"/>
                    <a:gd name="connsiteX10" fmla="*/ 43368 w 50559"/>
                    <a:gd name="connsiteY10" fmla="*/ 4452 h 77317"/>
                    <a:gd name="connsiteX11" fmla="*/ 44267 w 50559"/>
                    <a:gd name="connsiteY11" fmla="*/ 1113 h 77317"/>
                    <a:gd name="connsiteX12" fmla="*/ 46878 w 50559"/>
                    <a:gd name="connsiteY12" fmla="*/ 0 h 77317"/>
                    <a:gd name="connsiteX13" fmla="*/ 49661 w 50559"/>
                    <a:gd name="connsiteY13" fmla="*/ 1113 h 77317"/>
                    <a:gd name="connsiteX14" fmla="*/ 50560 w 50559"/>
                    <a:gd name="connsiteY14" fmla="*/ 4452 h 77317"/>
                    <a:gd name="connsiteX15" fmla="*/ 50560 w 50559"/>
                    <a:gd name="connsiteY15" fmla="*/ 72651 h 77317"/>
                    <a:gd name="connsiteX16" fmla="*/ 49019 w 50559"/>
                    <a:gd name="connsiteY16" fmla="*/ 76375 h 77317"/>
                    <a:gd name="connsiteX17" fmla="*/ 43239 w 50559"/>
                    <a:gd name="connsiteY17" fmla="*/ 77317 h 77317"/>
                    <a:gd name="connsiteX18" fmla="*/ 43368 w 50559"/>
                    <a:gd name="connsiteY18" fmla="*/ 26072 h 77317"/>
                    <a:gd name="connsiteX19" fmla="*/ 41955 w 50559"/>
                    <a:gd name="connsiteY19" fmla="*/ 25986 h 77317"/>
                    <a:gd name="connsiteX20" fmla="*/ 37931 w 50559"/>
                    <a:gd name="connsiteY20" fmla="*/ 25858 h 77317"/>
                    <a:gd name="connsiteX21" fmla="*/ 15969 w 50559"/>
                    <a:gd name="connsiteY21" fmla="*/ 32836 h 77317"/>
                    <a:gd name="connsiteX22" fmla="*/ 7834 w 50559"/>
                    <a:gd name="connsiteY22" fmla="*/ 51459 h 77317"/>
                    <a:gd name="connsiteX23" fmla="*/ 12972 w 50559"/>
                    <a:gd name="connsiteY23" fmla="*/ 65587 h 77317"/>
                    <a:gd name="connsiteX24" fmla="*/ 27827 w 50559"/>
                    <a:gd name="connsiteY24" fmla="*/ 70467 h 77317"/>
                    <a:gd name="connsiteX25" fmla="*/ 43368 w 50559"/>
                    <a:gd name="connsiteY25" fmla="*/ 70467 h 77317"/>
                    <a:gd name="connsiteX26" fmla="*/ 43368 w 50559"/>
                    <a:gd name="connsiteY26" fmla="*/ 26072 h 77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0559" h="77317">
                      <a:moveTo>
                        <a:pt x="43239" y="77317"/>
                      </a:moveTo>
                      <a:lnTo>
                        <a:pt x="33607" y="77317"/>
                      </a:lnTo>
                      <a:cubicBezTo>
                        <a:pt x="27142" y="77317"/>
                        <a:pt x="22219" y="76975"/>
                        <a:pt x="18751" y="76290"/>
                      </a:cubicBezTo>
                      <a:cubicBezTo>
                        <a:pt x="15326" y="75605"/>
                        <a:pt x="12458" y="74363"/>
                        <a:pt x="10232" y="72779"/>
                      </a:cubicBezTo>
                      <a:cubicBezTo>
                        <a:pt x="6850" y="70424"/>
                        <a:pt x="4324" y="67428"/>
                        <a:pt x="2569" y="63874"/>
                      </a:cubicBezTo>
                      <a:cubicBezTo>
                        <a:pt x="856" y="60278"/>
                        <a:pt x="0" y="56211"/>
                        <a:pt x="0" y="51716"/>
                      </a:cubicBezTo>
                      <a:cubicBezTo>
                        <a:pt x="0" y="41741"/>
                        <a:pt x="3468" y="33864"/>
                        <a:pt x="10446" y="28041"/>
                      </a:cubicBezTo>
                      <a:cubicBezTo>
                        <a:pt x="17424" y="22219"/>
                        <a:pt x="26928" y="19308"/>
                        <a:pt x="39044" y="19308"/>
                      </a:cubicBezTo>
                      <a:cubicBezTo>
                        <a:pt x="40200" y="19308"/>
                        <a:pt x="41056" y="19308"/>
                        <a:pt x="41655" y="19308"/>
                      </a:cubicBezTo>
                      <a:cubicBezTo>
                        <a:pt x="42255" y="19308"/>
                        <a:pt x="42811" y="19308"/>
                        <a:pt x="43368" y="19351"/>
                      </a:cubicBezTo>
                      <a:lnTo>
                        <a:pt x="43368" y="4452"/>
                      </a:lnTo>
                      <a:cubicBezTo>
                        <a:pt x="43368" y="2997"/>
                        <a:pt x="43667" y="1884"/>
                        <a:pt x="44267" y="1113"/>
                      </a:cubicBezTo>
                      <a:cubicBezTo>
                        <a:pt x="44866" y="385"/>
                        <a:pt x="45722" y="0"/>
                        <a:pt x="46878" y="0"/>
                      </a:cubicBezTo>
                      <a:cubicBezTo>
                        <a:pt x="48163" y="0"/>
                        <a:pt x="49062" y="385"/>
                        <a:pt x="49661" y="1113"/>
                      </a:cubicBezTo>
                      <a:cubicBezTo>
                        <a:pt x="50260" y="1841"/>
                        <a:pt x="50560" y="2954"/>
                        <a:pt x="50560" y="4452"/>
                      </a:cubicBezTo>
                      <a:lnTo>
                        <a:pt x="50560" y="72651"/>
                      </a:lnTo>
                      <a:cubicBezTo>
                        <a:pt x="50560" y="74492"/>
                        <a:pt x="50046" y="75776"/>
                        <a:pt x="49019" y="76375"/>
                      </a:cubicBezTo>
                      <a:cubicBezTo>
                        <a:pt x="47948" y="76975"/>
                        <a:pt x="46065" y="77317"/>
                        <a:pt x="43239" y="77317"/>
                      </a:cubicBezTo>
                      <a:close/>
                      <a:moveTo>
                        <a:pt x="43368" y="26072"/>
                      </a:moveTo>
                      <a:cubicBezTo>
                        <a:pt x="43068" y="26072"/>
                        <a:pt x="42597" y="26072"/>
                        <a:pt x="41955" y="25986"/>
                      </a:cubicBezTo>
                      <a:cubicBezTo>
                        <a:pt x="39943" y="25901"/>
                        <a:pt x="38616" y="25858"/>
                        <a:pt x="37931" y="25858"/>
                      </a:cubicBezTo>
                      <a:cubicBezTo>
                        <a:pt x="28726" y="25858"/>
                        <a:pt x="21448" y="28213"/>
                        <a:pt x="15969" y="32836"/>
                      </a:cubicBezTo>
                      <a:cubicBezTo>
                        <a:pt x="10532" y="37503"/>
                        <a:pt x="7834" y="43753"/>
                        <a:pt x="7834" y="51459"/>
                      </a:cubicBezTo>
                      <a:cubicBezTo>
                        <a:pt x="7834" y="57624"/>
                        <a:pt x="9547" y="62290"/>
                        <a:pt x="12972" y="65587"/>
                      </a:cubicBezTo>
                      <a:cubicBezTo>
                        <a:pt x="16397" y="68840"/>
                        <a:pt x="21363" y="70467"/>
                        <a:pt x="27827" y="70467"/>
                      </a:cubicBezTo>
                      <a:lnTo>
                        <a:pt x="43368" y="70467"/>
                      </a:lnTo>
                      <a:lnTo>
                        <a:pt x="43368" y="2607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42" name="任意多边形: 形状 41"/>
                <p:cNvSpPr/>
                <p:nvPr/>
              </p:nvSpPr>
              <p:spPr>
                <a:xfrm>
                  <a:off x="11243140" y="6477706"/>
                  <a:ext cx="51715" cy="78515"/>
                </a:xfrm>
                <a:custGeom>
                  <a:avLst/>
                  <a:gdLst>
                    <a:gd name="connsiteX0" fmla="*/ 43796 w 51715"/>
                    <a:gd name="connsiteY0" fmla="*/ 78516 h 78515"/>
                    <a:gd name="connsiteX1" fmla="*/ 34163 w 51715"/>
                    <a:gd name="connsiteY1" fmla="*/ 78516 h 78515"/>
                    <a:gd name="connsiteX2" fmla="*/ 19222 w 51715"/>
                    <a:gd name="connsiteY2" fmla="*/ 77446 h 78515"/>
                    <a:gd name="connsiteX3" fmla="*/ 10489 w 51715"/>
                    <a:gd name="connsiteY3" fmla="*/ 73849 h 78515"/>
                    <a:gd name="connsiteX4" fmla="*/ 2654 w 51715"/>
                    <a:gd name="connsiteY4" fmla="*/ 64731 h 78515"/>
                    <a:gd name="connsiteX5" fmla="*/ 0 w 51715"/>
                    <a:gd name="connsiteY5" fmla="*/ 52315 h 78515"/>
                    <a:gd name="connsiteX6" fmla="*/ 10660 w 51715"/>
                    <a:gd name="connsiteY6" fmla="*/ 28170 h 78515"/>
                    <a:gd name="connsiteX7" fmla="*/ 39600 w 51715"/>
                    <a:gd name="connsiteY7" fmla="*/ 19308 h 78515"/>
                    <a:gd name="connsiteX8" fmla="*/ 42212 w 51715"/>
                    <a:gd name="connsiteY8" fmla="*/ 19308 h 78515"/>
                    <a:gd name="connsiteX9" fmla="*/ 43368 w 51715"/>
                    <a:gd name="connsiteY9" fmla="*/ 19308 h 78515"/>
                    <a:gd name="connsiteX10" fmla="*/ 43368 w 51715"/>
                    <a:gd name="connsiteY10" fmla="*/ 5009 h 78515"/>
                    <a:gd name="connsiteX11" fmla="*/ 44395 w 51715"/>
                    <a:gd name="connsiteY11" fmla="*/ 1327 h 78515"/>
                    <a:gd name="connsiteX12" fmla="*/ 47478 w 51715"/>
                    <a:gd name="connsiteY12" fmla="*/ 0 h 78515"/>
                    <a:gd name="connsiteX13" fmla="*/ 50688 w 51715"/>
                    <a:gd name="connsiteY13" fmla="*/ 1327 h 78515"/>
                    <a:gd name="connsiteX14" fmla="*/ 51716 w 51715"/>
                    <a:gd name="connsiteY14" fmla="*/ 5052 h 78515"/>
                    <a:gd name="connsiteX15" fmla="*/ 51716 w 51715"/>
                    <a:gd name="connsiteY15" fmla="*/ 73250 h 78515"/>
                    <a:gd name="connsiteX16" fmla="*/ 49918 w 51715"/>
                    <a:gd name="connsiteY16" fmla="*/ 77488 h 78515"/>
                    <a:gd name="connsiteX17" fmla="*/ 43796 w 51715"/>
                    <a:gd name="connsiteY17" fmla="*/ 78516 h 78515"/>
                    <a:gd name="connsiteX18" fmla="*/ 39600 w 51715"/>
                    <a:gd name="connsiteY18" fmla="*/ 20464 h 78515"/>
                    <a:gd name="connsiteX19" fmla="*/ 11388 w 51715"/>
                    <a:gd name="connsiteY19" fmla="*/ 29069 h 78515"/>
                    <a:gd name="connsiteX20" fmla="*/ 1113 w 51715"/>
                    <a:gd name="connsiteY20" fmla="*/ 52315 h 78515"/>
                    <a:gd name="connsiteX21" fmla="*/ 3639 w 51715"/>
                    <a:gd name="connsiteY21" fmla="*/ 64217 h 78515"/>
                    <a:gd name="connsiteX22" fmla="*/ 11088 w 51715"/>
                    <a:gd name="connsiteY22" fmla="*/ 72908 h 78515"/>
                    <a:gd name="connsiteX23" fmla="*/ 19394 w 51715"/>
                    <a:gd name="connsiteY23" fmla="*/ 76332 h 78515"/>
                    <a:gd name="connsiteX24" fmla="*/ 34121 w 51715"/>
                    <a:gd name="connsiteY24" fmla="*/ 77360 h 78515"/>
                    <a:gd name="connsiteX25" fmla="*/ 43753 w 51715"/>
                    <a:gd name="connsiteY25" fmla="*/ 77360 h 78515"/>
                    <a:gd name="connsiteX26" fmla="*/ 49233 w 51715"/>
                    <a:gd name="connsiteY26" fmla="*/ 76504 h 78515"/>
                    <a:gd name="connsiteX27" fmla="*/ 50474 w 51715"/>
                    <a:gd name="connsiteY27" fmla="*/ 73250 h 78515"/>
                    <a:gd name="connsiteX28" fmla="*/ 50474 w 51715"/>
                    <a:gd name="connsiteY28" fmla="*/ 5052 h 78515"/>
                    <a:gd name="connsiteX29" fmla="*/ 49704 w 51715"/>
                    <a:gd name="connsiteY29" fmla="*/ 2055 h 78515"/>
                    <a:gd name="connsiteX30" fmla="*/ 47392 w 51715"/>
                    <a:gd name="connsiteY30" fmla="*/ 1156 h 78515"/>
                    <a:gd name="connsiteX31" fmla="*/ 45209 w 51715"/>
                    <a:gd name="connsiteY31" fmla="*/ 2055 h 78515"/>
                    <a:gd name="connsiteX32" fmla="*/ 44438 w 51715"/>
                    <a:gd name="connsiteY32" fmla="*/ 5009 h 78515"/>
                    <a:gd name="connsiteX33" fmla="*/ 44438 w 51715"/>
                    <a:gd name="connsiteY33" fmla="*/ 20549 h 78515"/>
                    <a:gd name="connsiteX34" fmla="*/ 43796 w 51715"/>
                    <a:gd name="connsiteY34" fmla="*/ 20507 h 78515"/>
                    <a:gd name="connsiteX35" fmla="*/ 42126 w 51715"/>
                    <a:gd name="connsiteY35" fmla="*/ 20464 h 78515"/>
                    <a:gd name="connsiteX36" fmla="*/ 39600 w 51715"/>
                    <a:gd name="connsiteY36" fmla="*/ 20464 h 78515"/>
                    <a:gd name="connsiteX37" fmla="*/ 44481 w 51715"/>
                    <a:gd name="connsiteY37" fmla="*/ 71666 h 78515"/>
                    <a:gd name="connsiteX38" fmla="*/ 28384 w 51715"/>
                    <a:gd name="connsiteY38" fmla="*/ 71666 h 78515"/>
                    <a:gd name="connsiteX39" fmla="*/ 13143 w 51715"/>
                    <a:gd name="connsiteY39" fmla="*/ 66657 h 78515"/>
                    <a:gd name="connsiteX40" fmla="*/ 7792 w 51715"/>
                    <a:gd name="connsiteY40" fmla="*/ 52101 h 78515"/>
                    <a:gd name="connsiteX41" fmla="*/ 16140 w 51715"/>
                    <a:gd name="connsiteY41" fmla="*/ 33007 h 78515"/>
                    <a:gd name="connsiteX42" fmla="*/ 38444 w 51715"/>
                    <a:gd name="connsiteY42" fmla="*/ 25858 h 78515"/>
                    <a:gd name="connsiteX43" fmla="*/ 42512 w 51715"/>
                    <a:gd name="connsiteY43" fmla="*/ 25986 h 78515"/>
                    <a:gd name="connsiteX44" fmla="*/ 43881 w 51715"/>
                    <a:gd name="connsiteY44" fmla="*/ 26029 h 78515"/>
                    <a:gd name="connsiteX45" fmla="*/ 44438 w 51715"/>
                    <a:gd name="connsiteY45" fmla="*/ 26029 h 78515"/>
                    <a:gd name="connsiteX46" fmla="*/ 44438 w 51715"/>
                    <a:gd name="connsiteY46" fmla="*/ 71666 h 78515"/>
                    <a:gd name="connsiteX47" fmla="*/ 38444 w 51715"/>
                    <a:gd name="connsiteY47" fmla="*/ 27014 h 78515"/>
                    <a:gd name="connsiteX48" fmla="*/ 16868 w 51715"/>
                    <a:gd name="connsiteY48" fmla="*/ 33864 h 78515"/>
                    <a:gd name="connsiteX49" fmla="*/ 8948 w 51715"/>
                    <a:gd name="connsiteY49" fmla="*/ 52058 h 78515"/>
                    <a:gd name="connsiteX50" fmla="*/ 13914 w 51715"/>
                    <a:gd name="connsiteY50" fmla="*/ 65758 h 78515"/>
                    <a:gd name="connsiteX51" fmla="*/ 28384 w 51715"/>
                    <a:gd name="connsiteY51" fmla="*/ 70467 h 78515"/>
                    <a:gd name="connsiteX52" fmla="*/ 43325 w 51715"/>
                    <a:gd name="connsiteY52" fmla="*/ 70467 h 78515"/>
                    <a:gd name="connsiteX53" fmla="*/ 43325 w 51715"/>
                    <a:gd name="connsiteY53" fmla="*/ 27228 h 78515"/>
                    <a:gd name="connsiteX54" fmla="*/ 42426 w 51715"/>
                    <a:gd name="connsiteY54" fmla="*/ 27185 h 78515"/>
                    <a:gd name="connsiteX55" fmla="*/ 38444 w 51715"/>
                    <a:gd name="connsiteY55" fmla="*/ 27014 h 7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51715" h="78515">
                      <a:moveTo>
                        <a:pt x="43796" y="78516"/>
                      </a:moveTo>
                      <a:lnTo>
                        <a:pt x="34163" y="78516"/>
                      </a:lnTo>
                      <a:cubicBezTo>
                        <a:pt x="27742" y="78516"/>
                        <a:pt x="22733" y="78173"/>
                        <a:pt x="19222" y="77446"/>
                      </a:cubicBezTo>
                      <a:cubicBezTo>
                        <a:pt x="15797" y="76761"/>
                        <a:pt x="12886" y="75519"/>
                        <a:pt x="10489" y="73849"/>
                      </a:cubicBezTo>
                      <a:cubicBezTo>
                        <a:pt x="7107" y="71495"/>
                        <a:pt x="4452" y="68412"/>
                        <a:pt x="2654" y="64731"/>
                      </a:cubicBezTo>
                      <a:cubicBezTo>
                        <a:pt x="899" y="61049"/>
                        <a:pt x="0" y="56853"/>
                        <a:pt x="0" y="52315"/>
                      </a:cubicBezTo>
                      <a:cubicBezTo>
                        <a:pt x="0" y="42212"/>
                        <a:pt x="3596" y="34078"/>
                        <a:pt x="10660" y="28170"/>
                      </a:cubicBezTo>
                      <a:cubicBezTo>
                        <a:pt x="17681" y="22305"/>
                        <a:pt x="27442" y="19308"/>
                        <a:pt x="39600" y="19308"/>
                      </a:cubicBezTo>
                      <a:lnTo>
                        <a:pt x="42212" y="19308"/>
                      </a:lnTo>
                      <a:cubicBezTo>
                        <a:pt x="42597" y="19308"/>
                        <a:pt x="42982" y="19308"/>
                        <a:pt x="43368" y="19308"/>
                      </a:cubicBezTo>
                      <a:lnTo>
                        <a:pt x="43368" y="5009"/>
                      </a:lnTo>
                      <a:cubicBezTo>
                        <a:pt x="43368" y="3382"/>
                        <a:pt x="43710" y="2183"/>
                        <a:pt x="44395" y="1327"/>
                      </a:cubicBezTo>
                      <a:cubicBezTo>
                        <a:pt x="45123" y="428"/>
                        <a:pt x="46151" y="0"/>
                        <a:pt x="47478" y="0"/>
                      </a:cubicBezTo>
                      <a:cubicBezTo>
                        <a:pt x="48890" y="0"/>
                        <a:pt x="50003" y="428"/>
                        <a:pt x="50688" y="1327"/>
                      </a:cubicBezTo>
                      <a:cubicBezTo>
                        <a:pt x="51373" y="2183"/>
                        <a:pt x="51716" y="3382"/>
                        <a:pt x="51716" y="5052"/>
                      </a:cubicBezTo>
                      <a:lnTo>
                        <a:pt x="51716" y="73250"/>
                      </a:lnTo>
                      <a:cubicBezTo>
                        <a:pt x="51716" y="75305"/>
                        <a:pt x="51117" y="76761"/>
                        <a:pt x="49918" y="77488"/>
                      </a:cubicBezTo>
                      <a:cubicBezTo>
                        <a:pt x="48676" y="78173"/>
                        <a:pt x="46664" y="78516"/>
                        <a:pt x="43796" y="78516"/>
                      </a:cubicBezTo>
                      <a:close/>
                      <a:moveTo>
                        <a:pt x="39600" y="20464"/>
                      </a:moveTo>
                      <a:cubicBezTo>
                        <a:pt x="27699" y="20464"/>
                        <a:pt x="18195" y="23332"/>
                        <a:pt x="11388" y="29069"/>
                      </a:cubicBezTo>
                      <a:cubicBezTo>
                        <a:pt x="4581" y="34763"/>
                        <a:pt x="1113" y="42554"/>
                        <a:pt x="1113" y="52315"/>
                      </a:cubicBezTo>
                      <a:cubicBezTo>
                        <a:pt x="1113" y="56682"/>
                        <a:pt x="1969" y="60706"/>
                        <a:pt x="3639" y="64217"/>
                      </a:cubicBezTo>
                      <a:cubicBezTo>
                        <a:pt x="5351" y="67727"/>
                        <a:pt x="7877" y="70638"/>
                        <a:pt x="11088" y="72908"/>
                      </a:cubicBezTo>
                      <a:cubicBezTo>
                        <a:pt x="13357" y="74492"/>
                        <a:pt x="16140" y="75647"/>
                        <a:pt x="19394" y="76332"/>
                      </a:cubicBezTo>
                      <a:cubicBezTo>
                        <a:pt x="22818" y="77017"/>
                        <a:pt x="27784" y="77360"/>
                        <a:pt x="34121" y="77360"/>
                      </a:cubicBezTo>
                      <a:lnTo>
                        <a:pt x="43753" y="77360"/>
                      </a:lnTo>
                      <a:cubicBezTo>
                        <a:pt x="47050" y="77360"/>
                        <a:pt x="48548" y="76889"/>
                        <a:pt x="49233" y="76504"/>
                      </a:cubicBezTo>
                      <a:cubicBezTo>
                        <a:pt x="50089" y="75990"/>
                        <a:pt x="50474" y="74920"/>
                        <a:pt x="50474" y="73250"/>
                      </a:cubicBezTo>
                      <a:lnTo>
                        <a:pt x="50474" y="5052"/>
                      </a:lnTo>
                      <a:cubicBezTo>
                        <a:pt x="50474" y="3682"/>
                        <a:pt x="50218" y="2697"/>
                        <a:pt x="49704" y="2055"/>
                      </a:cubicBezTo>
                      <a:cubicBezTo>
                        <a:pt x="49233" y="1456"/>
                        <a:pt x="48462" y="1156"/>
                        <a:pt x="47392" y="1156"/>
                      </a:cubicBezTo>
                      <a:cubicBezTo>
                        <a:pt x="46407" y="1156"/>
                        <a:pt x="45722" y="1456"/>
                        <a:pt x="45209" y="2055"/>
                      </a:cubicBezTo>
                      <a:cubicBezTo>
                        <a:pt x="44695" y="2697"/>
                        <a:pt x="44438" y="3682"/>
                        <a:pt x="44438" y="5009"/>
                      </a:cubicBezTo>
                      <a:lnTo>
                        <a:pt x="44438" y="20549"/>
                      </a:lnTo>
                      <a:lnTo>
                        <a:pt x="43796" y="20507"/>
                      </a:lnTo>
                      <a:cubicBezTo>
                        <a:pt x="43239" y="20464"/>
                        <a:pt x="42726" y="20421"/>
                        <a:pt x="42126" y="20464"/>
                      </a:cubicBezTo>
                      <a:lnTo>
                        <a:pt x="39600" y="20464"/>
                      </a:lnTo>
                      <a:close/>
                      <a:moveTo>
                        <a:pt x="44481" y="71666"/>
                      </a:moveTo>
                      <a:lnTo>
                        <a:pt x="28384" y="71666"/>
                      </a:lnTo>
                      <a:cubicBezTo>
                        <a:pt x="21748" y="71666"/>
                        <a:pt x="16611" y="69954"/>
                        <a:pt x="13143" y="66657"/>
                      </a:cubicBezTo>
                      <a:cubicBezTo>
                        <a:pt x="9590" y="63275"/>
                        <a:pt x="7792" y="58352"/>
                        <a:pt x="7792" y="52101"/>
                      </a:cubicBezTo>
                      <a:cubicBezTo>
                        <a:pt x="7792" y="44224"/>
                        <a:pt x="10617" y="37802"/>
                        <a:pt x="16140" y="33007"/>
                      </a:cubicBezTo>
                      <a:cubicBezTo>
                        <a:pt x="21705" y="28255"/>
                        <a:pt x="29197" y="25858"/>
                        <a:pt x="38444" y="25858"/>
                      </a:cubicBezTo>
                      <a:cubicBezTo>
                        <a:pt x="39172" y="25858"/>
                        <a:pt x="40499" y="25901"/>
                        <a:pt x="42512" y="25986"/>
                      </a:cubicBezTo>
                      <a:cubicBezTo>
                        <a:pt x="43154" y="26029"/>
                        <a:pt x="43625" y="26029"/>
                        <a:pt x="43881" y="26029"/>
                      </a:cubicBezTo>
                      <a:lnTo>
                        <a:pt x="44438" y="26029"/>
                      </a:lnTo>
                      <a:lnTo>
                        <a:pt x="44438" y="71666"/>
                      </a:lnTo>
                      <a:close/>
                      <a:moveTo>
                        <a:pt x="38444" y="27014"/>
                      </a:moveTo>
                      <a:cubicBezTo>
                        <a:pt x="29454" y="27014"/>
                        <a:pt x="22219" y="29326"/>
                        <a:pt x="16868" y="33864"/>
                      </a:cubicBezTo>
                      <a:cubicBezTo>
                        <a:pt x="11602" y="38402"/>
                        <a:pt x="8948" y="44524"/>
                        <a:pt x="8948" y="52058"/>
                      </a:cubicBezTo>
                      <a:cubicBezTo>
                        <a:pt x="8948" y="58095"/>
                        <a:pt x="10574" y="62547"/>
                        <a:pt x="13914" y="65758"/>
                      </a:cubicBezTo>
                      <a:cubicBezTo>
                        <a:pt x="17210" y="68883"/>
                        <a:pt x="22048" y="70467"/>
                        <a:pt x="28384" y="70467"/>
                      </a:cubicBezTo>
                      <a:lnTo>
                        <a:pt x="43325" y="70467"/>
                      </a:lnTo>
                      <a:lnTo>
                        <a:pt x="43325" y="27228"/>
                      </a:lnTo>
                      <a:cubicBezTo>
                        <a:pt x="43068" y="27228"/>
                        <a:pt x="42768" y="27185"/>
                        <a:pt x="42426" y="27185"/>
                      </a:cubicBezTo>
                      <a:cubicBezTo>
                        <a:pt x="40499" y="27057"/>
                        <a:pt x="39172" y="27014"/>
                        <a:pt x="38444" y="27014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29" name="图形 4"/>
              <p:cNvGrpSpPr/>
              <p:nvPr/>
            </p:nvGrpSpPr>
            <p:grpSpPr>
              <a:xfrm>
                <a:off x="11338866" y="6497570"/>
                <a:ext cx="67127" cy="59122"/>
                <a:chOff x="11338866" y="6497570"/>
                <a:chExt cx="67127" cy="59122"/>
              </a:xfrm>
              <a:solidFill>
                <a:srgbClr val="A5A7AA"/>
              </a:solidFill>
            </p:grpSpPr>
            <p:sp>
              <p:nvSpPr>
                <p:cNvPr id="39" name="任意多边形: 形状 38"/>
                <p:cNvSpPr/>
                <p:nvPr/>
              </p:nvSpPr>
              <p:spPr>
                <a:xfrm>
                  <a:off x="11339337" y="6497955"/>
                  <a:ext cx="66100" cy="58052"/>
                </a:xfrm>
                <a:custGeom>
                  <a:avLst/>
                  <a:gdLst>
                    <a:gd name="connsiteX0" fmla="*/ 16311 w 66100"/>
                    <a:gd name="connsiteY0" fmla="*/ 50603 h 58052"/>
                    <a:gd name="connsiteX1" fmla="*/ 23931 w 66100"/>
                    <a:gd name="connsiteY1" fmla="*/ 31124 h 58052"/>
                    <a:gd name="connsiteX2" fmla="*/ 29326 w 66100"/>
                    <a:gd name="connsiteY2" fmla="*/ 7663 h 58052"/>
                    <a:gd name="connsiteX3" fmla="*/ 29497 w 66100"/>
                    <a:gd name="connsiteY3" fmla="*/ 6550 h 58052"/>
                    <a:gd name="connsiteX4" fmla="*/ 33222 w 66100"/>
                    <a:gd name="connsiteY4" fmla="*/ 171 h 58052"/>
                    <a:gd name="connsiteX5" fmla="*/ 36775 w 66100"/>
                    <a:gd name="connsiteY5" fmla="*/ 6036 h 58052"/>
                    <a:gd name="connsiteX6" fmla="*/ 37074 w 66100"/>
                    <a:gd name="connsiteY6" fmla="*/ 7578 h 58052"/>
                    <a:gd name="connsiteX7" fmla="*/ 42340 w 66100"/>
                    <a:gd name="connsiteY7" fmla="*/ 30824 h 58052"/>
                    <a:gd name="connsiteX8" fmla="*/ 50046 w 66100"/>
                    <a:gd name="connsiteY8" fmla="*/ 50560 h 58052"/>
                    <a:gd name="connsiteX9" fmla="*/ 56639 w 66100"/>
                    <a:gd name="connsiteY9" fmla="*/ 33136 h 58052"/>
                    <a:gd name="connsiteX10" fmla="*/ 58865 w 66100"/>
                    <a:gd name="connsiteY10" fmla="*/ 11559 h 58052"/>
                    <a:gd name="connsiteX11" fmla="*/ 58823 w 66100"/>
                    <a:gd name="connsiteY11" fmla="*/ 8605 h 58052"/>
                    <a:gd name="connsiteX12" fmla="*/ 58737 w 66100"/>
                    <a:gd name="connsiteY12" fmla="*/ 6036 h 58052"/>
                    <a:gd name="connsiteX13" fmla="*/ 59550 w 66100"/>
                    <a:gd name="connsiteY13" fmla="*/ 1242 h 58052"/>
                    <a:gd name="connsiteX14" fmla="*/ 62376 w 66100"/>
                    <a:gd name="connsiteY14" fmla="*/ 43 h 58052"/>
                    <a:gd name="connsiteX15" fmla="*/ 65330 w 66100"/>
                    <a:gd name="connsiteY15" fmla="*/ 1926 h 58052"/>
                    <a:gd name="connsiteX16" fmla="*/ 66100 w 66100"/>
                    <a:gd name="connsiteY16" fmla="*/ 9932 h 58052"/>
                    <a:gd name="connsiteX17" fmla="*/ 64046 w 66100"/>
                    <a:gd name="connsiteY17" fmla="*/ 30439 h 58052"/>
                    <a:gd name="connsiteX18" fmla="*/ 58180 w 66100"/>
                    <a:gd name="connsiteY18" fmla="*/ 49233 h 58052"/>
                    <a:gd name="connsiteX19" fmla="*/ 54113 w 66100"/>
                    <a:gd name="connsiteY19" fmla="*/ 56425 h 58052"/>
                    <a:gd name="connsiteX20" fmla="*/ 50346 w 66100"/>
                    <a:gd name="connsiteY20" fmla="*/ 58009 h 58052"/>
                    <a:gd name="connsiteX21" fmla="*/ 41998 w 66100"/>
                    <a:gd name="connsiteY21" fmla="*/ 48676 h 58052"/>
                    <a:gd name="connsiteX22" fmla="*/ 33050 w 66100"/>
                    <a:gd name="connsiteY22" fmla="*/ 18537 h 58052"/>
                    <a:gd name="connsiteX23" fmla="*/ 24274 w 66100"/>
                    <a:gd name="connsiteY23" fmla="*/ 48505 h 58052"/>
                    <a:gd name="connsiteX24" fmla="*/ 15926 w 66100"/>
                    <a:gd name="connsiteY24" fmla="*/ 58052 h 58052"/>
                    <a:gd name="connsiteX25" fmla="*/ 12372 w 66100"/>
                    <a:gd name="connsiteY25" fmla="*/ 56725 h 58052"/>
                    <a:gd name="connsiteX26" fmla="*/ 8948 w 66100"/>
                    <a:gd name="connsiteY26" fmla="*/ 51288 h 58052"/>
                    <a:gd name="connsiteX27" fmla="*/ 2355 w 66100"/>
                    <a:gd name="connsiteY27" fmla="*/ 31723 h 58052"/>
                    <a:gd name="connsiteX28" fmla="*/ 0 w 66100"/>
                    <a:gd name="connsiteY28" fmla="*/ 9889 h 58052"/>
                    <a:gd name="connsiteX29" fmla="*/ 856 w 66100"/>
                    <a:gd name="connsiteY29" fmla="*/ 2012 h 58052"/>
                    <a:gd name="connsiteX30" fmla="*/ 3810 w 66100"/>
                    <a:gd name="connsiteY30" fmla="*/ 0 h 58052"/>
                    <a:gd name="connsiteX31" fmla="*/ 6507 w 66100"/>
                    <a:gd name="connsiteY31" fmla="*/ 1027 h 58052"/>
                    <a:gd name="connsiteX32" fmla="*/ 7364 w 66100"/>
                    <a:gd name="connsiteY32" fmla="*/ 4324 h 58052"/>
                    <a:gd name="connsiteX33" fmla="*/ 7364 w 66100"/>
                    <a:gd name="connsiteY33" fmla="*/ 11516 h 58052"/>
                    <a:gd name="connsiteX34" fmla="*/ 9633 w 66100"/>
                    <a:gd name="connsiteY34" fmla="*/ 33050 h 58052"/>
                    <a:gd name="connsiteX35" fmla="*/ 16311 w 66100"/>
                    <a:gd name="connsiteY35" fmla="*/ 50603 h 5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6100" h="58052">
                      <a:moveTo>
                        <a:pt x="16311" y="50603"/>
                      </a:moveTo>
                      <a:cubicBezTo>
                        <a:pt x="19265" y="44738"/>
                        <a:pt x="21791" y="38273"/>
                        <a:pt x="23931" y="31124"/>
                      </a:cubicBezTo>
                      <a:cubicBezTo>
                        <a:pt x="26072" y="23931"/>
                        <a:pt x="27870" y="16140"/>
                        <a:pt x="29326" y="7663"/>
                      </a:cubicBezTo>
                      <a:cubicBezTo>
                        <a:pt x="29368" y="7406"/>
                        <a:pt x="29411" y="7064"/>
                        <a:pt x="29497" y="6550"/>
                      </a:cubicBezTo>
                      <a:cubicBezTo>
                        <a:pt x="30182" y="2355"/>
                        <a:pt x="31423" y="171"/>
                        <a:pt x="33222" y="171"/>
                      </a:cubicBezTo>
                      <a:cubicBezTo>
                        <a:pt x="34977" y="171"/>
                        <a:pt x="36133" y="2141"/>
                        <a:pt x="36775" y="6036"/>
                      </a:cubicBezTo>
                      <a:cubicBezTo>
                        <a:pt x="36903" y="6721"/>
                        <a:pt x="36989" y="7278"/>
                        <a:pt x="37074" y="7578"/>
                      </a:cubicBezTo>
                      <a:cubicBezTo>
                        <a:pt x="38402" y="15840"/>
                        <a:pt x="40200" y="23589"/>
                        <a:pt x="42340" y="30824"/>
                      </a:cubicBezTo>
                      <a:cubicBezTo>
                        <a:pt x="44524" y="38016"/>
                        <a:pt x="47092" y="44609"/>
                        <a:pt x="50046" y="50560"/>
                      </a:cubicBezTo>
                      <a:cubicBezTo>
                        <a:pt x="52957" y="45508"/>
                        <a:pt x="55184" y="39729"/>
                        <a:pt x="56639" y="33136"/>
                      </a:cubicBezTo>
                      <a:cubicBezTo>
                        <a:pt x="58138" y="26543"/>
                        <a:pt x="58865" y="19351"/>
                        <a:pt x="58865" y="11559"/>
                      </a:cubicBezTo>
                      <a:cubicBezTo>
                        <a:pt x="58865" y="10788"/>
                        <a:pt x="58823" y="9847"/>
                        <a:pt x="58823" y="8605"/>
                      </a:cubicBezTo>
                      <a:cubicBezTo>
                        <a:pt x="58737" y="7364"/>
                        <a:pt x="58737" y="6550"/>
                        <a:pt x="58737" y="6036"/>
                      </a:cubicBezTo>
                      <a:cubicBezTo>
                        <a:pt x="58737" y="3682"/>
                        <a:pt x="58994" y="2055"/>
                        <a:pt x="59550" y="1242"/>
                      </a:cubicBezTo>
                      <a:cubicBezTo>
                        <a:pt x="60107" y="428"/>
                        <a:pt x="61049" y="43"/>
                        <a:pt x="62376" y="43"/>
                      </a:cubicBezTo>
                      <a:cubicBezTo>
                        <a:pt x="63831" y="43"/>
                        <a:pt x="64773" y="642"/>
                        <a:pt x="65330" y="1926"/>
                      </a:cubicBezTo>
                      <a:cubicBezTo>
                        <a:pt x="65844" y="3211"/>
                        <a:pt x="66100" y="5865"/>
                        <a:pt x="66100" y="9932"/>
                      </a:cubicBezTo>
                      <a:cubicBezTo>
                        <a:pt x="66100" y="16696"/>
                        <a:pt x="65415" y="23546"/>
                        <a:pt x="64046" y="30439"/>
                      </a:cubicBezTo>
                      <a:cubicBezTo>
                        <a:pt x="62633" y="37331"/>
                        <a:pt x="60706" y="43625"/>
                        <a:pt x="58180" y="49233"/>
                      </a:cubicBezTo>
                      <a:cubicBezTo>
                        <a:pt x="56511" y="53000"/>
                        <a:pt x="55184" y="55398"/>
                        <a:pt x="54113" y="56425"/>
                      </a:cubicBezTo>
                      <a:cubicBezTo>
                        <a:pt x="53043" y="57495"/>
                        <a:pt x="51802" y="58009"/>
                        <a:pt x="50346" y="58009"/>
                      </a:cubicBezTo>
                      <a:cubicBezTo>
                        <a:pt x="47520" y="58009"/>
                        <a:pt x="44781" y="54884"/>
                        <a:pt x="41998" y="48676"/>
                      </a:cubicBezTo>
                      <a:cubicBezTo>
                        <a:pt x="39258" y="42469"/>
                        <a:pt x="36261" y="32408"/>
                        <a:pt x="33050" y="18537"/>
                      </a:cubicBezTo>
                      <a:cubicBezTo>
                        <a:pt x="29968" y="32194"/>
                        <a:pt x="27057" y="42126"/>
                        <a:pt x="24274" y="48505"/>
                      </a:cubicBezTo>
                      <a:cubicBezTo>
                        <a:pt x="21534" y="54884"/>
                        <a:pt x="18751" y="58052"/>
                        <a:pt x="15926" y="58052"/>
                      </a:cubicBezTo>
                      <a:cubicBezTo>
                        <a:pt x="14556" y="58052"/>
                        <a:pt x="13357" y="57624"/>
                        <a:pt x="12372" y="56725"/>
                      </a:cubicBezTo>
                      <a:cubicBezTo>
                        <a:pt x="11388" y="55869"/>
                        <a:pt x="10232" y="54071"/>
                        <a:pt x="8948" y="51288"/>
                      </a:cubicBezTo>
                      <a:cubicBezTo>
                        <a:pt x="6165" y="45637"/>
                        <a:pt x="3981" y="39087"/>
                        <a:pt x="2355" y="31723"/>
                      </a:cubicBezTo>
                      <a:cubicBezTo>
                        <a:pt x="771" y="24445"/>
                        <a:pt x="0" y="17167"/>
                        <a:pt x="0" y="9889"/>
                      </a:cubicBezTo>
                      <a:cubicBezTo>
                        <a:pt x="0" y="5951"/>
                        <a:pt x="257" y="3339"/>
                        <a:pt x="856" y="2012"/>
                      </a:cubicBezTo>
                      <a:cubicBezTo>
                        <a:pt x="1413" y="642"/>
                        <a:pt x="2397" y="0"/>
                        <a:pt x="3810" y="0"/>
                      </a:cubicBezTo>
                      <a:cubicBezTo>
                        <a:pt x="5052" y="0"/>
                        <a:pt x="5951" y="342"/>
                        <a:pt x="6507" y="1027"/>
                      </a:cubicBezTo>
                      <a:cubicBezTo>
                        <a:pt x="7064" y="1755"/>
                        <a:pt x="7364" y="2868"/>
                        <a:pt x="7364" y="4324"/>
                      </a:cubicBezTo>
                      <a:lnTo>
                        <a:pt x="7364" y="11516"/>
                      </a:lnTo>
                      <a:cubicBezTo>
                        <a:pt x="7364" y="19222"/>
                        <a:pt x="8134" y="26372"/>
                        <a:pt x="9633" y="33050"/>
                      </a:cubicBezTo>
                      <a:cubicBezTo>
                        <a:pt x="11259" y="39729"/>
                        <a:pt x="13443" y="45551"/>
                        <a:pt x="16311" y="5060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40" name="任意多边形: 形状 39"/>
                <p:cNvSpPr/>
                <p:nvPr/>
              </p:nvSpPr>
              <p:spPr>
                <a:xfrm>
                  <a:off x="11338866" y="6497570"/>
                  <a:ext cx="67127" cy="59122"/>
                </a:xfrm>
                <a:custGeom>
                  <a:avLst/>
                  <a:gdLst>
                    <a:gd name="connsiteX0" fmla="*/ 50902 w 67127"/>
                    <a:gd name="connsiteY0" fmla="*/ 59079 h 59122"/>
                    <a:gd name="connsiteX1" fmla="*/ 42041 w 67127"/>
                    <a:gd name="connsiteY1" fmla="*/ 49404 h 59122"/>
                    <a:gd name="connsiteX2" fmla="*/ 33607 w 67127"/>
                    <a:gd name="connsiteY2" fmla="*/ 21577 h 59122"/>
                    <a:gd name="connsiteX3" fmla="*/ 25344 w 67127"/>
                    <a:gd name="connsiteY3" fmla="*/ 49233 h 59122"/>
                    <a:gd name="connsiteX4" fmla="*/ 16482 w 67127"/>
                    <a:gd name="connsiteY4" fmla="*/ 59122 h 59122"/>
                    <a:gd name="connsiteX5" fmla="*/ 12544 w 67127"/>
                    <a:gd name="connsiteY5" fmla="*/ 57667 h 59122"/>
                    <a:gd name="connsiteX6" fmla="*/ 8990 w 67127"/>
                    <a:gd name="connsiteY6" fmla="*/ 52058 h 59122"/>
                    <a:gd name="connsiteX7" fmla="*/ 2355 w 67127"/>
                    <a:gd name="connsiteY7" fmla="*/ 32408 h 59122"/>
                    <a:gd name="connsiteX8" fmla="*/ 0 w 67127"/>
                    <a:gd name="connsiteY8" fmla="*/ 10446 h 59122"/>
                    <a:gd name="connsiteX9" fmla="*/ 899 w 67127"/>
                    <a:gd name="connsiteY9" fmla="*/ 2355 h 59122"/>
                    <a:gd name="connsiteX10" fmla="*/ 4367 w 67127"/>
                    <a:gd name="connsiteY10" fmla="*/ 0 h 59122"/>
                    <a:gd name="connsiteX11" fmla="*/ 7535 w 67127"/>
                    <a:gd name="connsiteY11" fmla="*/ 1242 h 59122"/>
                    <a:gd name="connsiteX12" fmla="*/ 8519 w 67127"/>
                    <a:gd name="connsiteY12" fmla="*/ 4881 h 59122"/>
                    <a:gd name="connsiteX13" fmla="*/ 8519 w 67127"/>
                    <a:gd name="connsiteY13" fmla="*/ 12073 h 59122"/>
                    <a:gd name="connsiteX14" fmla="*/ 10746 w 67127"/>
                    <a:gd name="connsiteY14" fmla="*/ 33478 h 59122"/>
                    <a:gd name="connsiteX15" fmla="*/ 16739 w 67127"/>
                    <a:gd name="connsiteY15" fmla="*/ 49875 h 59122"/>
                    <a:gd name="connsiteX16" fmla="*/ 23846 w 67127"/>
                    <a:gd name="connsiteY16" fmla="*/ 31466 h 59122"/>
                    <a:gd name="connsiteX17" fmla="*/ 29197 w 67127"/>
                    <a:gd name="connsiteY17" fmla="*/ 8091 h 59122"/>
                    <a:gd name="connsiteX18" fmla="*/ 29411 w 67127"/>
                    <a:gd name="connsiteY18" fmla="*/ 6978 h 59122"/>
                    <a:gd name="connsiteX19" fmla="*/ 33692 w 67127"/>
                    <a:gd name="connsiteY19" fmla="*/ 128 h 59122"/>
                    <a:gd name="connsiteX20" fmla="*/ 37802 w 67127"/>
                    <a:gd name="connsiteY20" fmla="*/ 6507 h 59122"/>
                    <a:gd name="connsiteX21" fmla="*/ 37888 w 67127"/>
                    <a:gd name="connsiteY21" fmla="*/ 7021 h 59122"/>
                    <a:gd name="connsiteX22" fmla="*/ 38102 w 67127"/>
                    <a:gd name="connsiteY22" fmla="*/ 8006 h 59122"/>
                    <a:gd name="connsiteX23" fmla="*/ 43368 w 67127"/>
                    <a:gd name="connsiteY23" fmla="*/ 31252 h 59122"/>
                    <a:gd name="connsiteX24" fmla="*/ 50560 w 67127"/>
                    <a:gd name="connsiteY24" fmla="*/ 49918 h 59122"/>
                    <a:gd name="connsiteX25" fmla="*/ 56554 w 67127"/>
                    <a:gd name="connsiteY25" fmla="*/ 33564 h 59122"/>
                    <a:gd name="connsiteX26" fmla="*/ 58780 w 67127"/>
                    <a:gd name="connsiteY26" fmla="*/ 12116 h 59122"/>
                    <a:gd name="connsiteX27" fmla="*/ 58737 w 67127"/>
                    <a:gd name="connsiteY27" fmla="*/ 10874 h 59122"/>
                    <a:gd name="connsiteX28" fmla="*/ 58694 w 67127"/>
                    <a:gd name="connsiteY28" fmla="*/ 9162 h 59122"/>
                    <a:gd name="connsiteX29" fmla="*/ 58609 w 67127"/>
                    <a:gd name="connsiteY29" fmla="*/ 6593 h 59122"/>
                    <a:gd name="connsiteX30" fmla="*/ 59550 w 67127"/>
                    <a:gd name="connsiteY30" fmla="*/ 1498 h 59122"/>
                    <a:gd name="connsiteX31" fmla="*/ 62847 w 67127"/>
                    <a:gd name="connsiteY31" fmla="*/ 86 h 59122"/>
                    <a:gd name="connsiteX32" fmla="*/ 66315 w 67127"/>
                    <a:gd name="connsiteY32" fmla="*/ 2312 h 59122"/>
                    <a:gd name="connsiteX33" fmla="*/ 67128 w 67127"/>
                    <a:gd name="connsiteY33" fmla="*/ 10574 h 59122"/>
                    <a:gd name="connsiteX34" fmla="*/ 65073 w 67127"/>
                    <a:gd name="connsiteY34" fmla="*/ 31209 h 59122"/>
                    <a:gd name="connsiteX35" fmla="*/ 59165 w 67127"/>
                    <a:gd name="connsiteY35" fmla="*/ 50132 h 59122"/>
                    <a:gd name="connsiteX36" fmla="*/ 54970 w 67127"/>
                    <a:gd name="connsiteY36" fmla="*/ 57495 h 59122"/>
                    <a:gd name="connsiteX37" fmla="*/ 50902 w 67127"/>
                    <a:gd name="connsiteY37" fmla="*/ 59079 h 59122"/>
                    <a:gd name="connsiteX38" fmla="*/ 33607 w 67127"/>
                    <a:gd name="connsiteY38" fmla="*/ 16440 h 59122"/>
                    <a:gd name="connsiteX39" fmla="*/ 34163 w 67127"/>
                    <a:gd name="connsiteY39" fmla="*/ 18880 h 59122"/>
                    <a:gd name="connsiteX40" fmla="*/ 43068 w 67127"/>
                    <a:gd name="connsiteY40" fmla="*/ 48933 h 59122"/>
                    <a:gd name="connsiteX41" fmla="*/ 50860 w 67127"/>
                    <a:gd name="connsiteY41" fmla="*/ 57924 h 59122"/>
                    <a:gd name="connsiteX42" fmla="*/ 54199 w 67127"/>
                    <a:gd name="connsiteY42" fmla="*/ 56511 h 59122"/>
                    <a:gd name="connsiteX43" fmla="*/ 58138 w 67127"/>
                    <a:gd name="connsiteY43" fmla="*/ 49490 h 59122"/>
                    <a:gd name="connsiteX44" fmla="*/ 63960 w 67127"/>
                    <a:gd name="connsiteY44" fmla="*/ 30781 h 59122"/>
                    <a:gd name="connsiteX45" fmla="*/ 66015 w 67127"/>
                    <a:gd name="connsiteY45" fmla="*/ 10360 h 59122"/>
                    <a:gd name="connsiteX46" fmla="*/ 65287 w 67127"/>
                    <a:gd name="connsiteY46" fmla="*/ 2569 h 59122"/>
                    <a:gd name="connsiteX47" fmla="*/ 62847 w 67127"/>
                    <a:gd name="connsiteY47" fmla="*/ 1070 h 59122"/>
                    <a:gd name="connsiteX48" fmla="*/ 60492 w 67127"/>
                    <a:gd name="connsiteY48" fmla="*/ 2012 h 59122"/>
                    <a:gd name="connsiteX49" fmla="*/ 59764 w 67127"/>
                    <a:gd name="connsiteY49" fmla="*/ 6465 h 59122"/>
                    <a:gd name="connsiteX50" fmla="*/ 59807 w 67127"/>
                    <a:gd name="connsiteY50" fmla="*/ 8990 h 59122"/>
                    <a:gd name="connsiteX51" fmla="*/ 59850 w 67127"/>
                    <a:gd name="connsiteY51" fmla="*/ 10703 h 59122"/>
                    <a:gd name="connsiteX52" fmla="*/ 59893 w 67127"/>
                    <a:gd name="connsiteY52" fmla="*/ 11987 h 59122"/>
                    <a:gd name="connsiteX53" fmla="*/ 57624 w 67127"/>
                    <a:gd name="connsiteY53" fmla="*/ 33692 h 59122"/>
                    <a:gd name="connsiteX54" fmla="*/ 50945 w 67127"/>
                    <a:gd name="connsiteY54" fmla="*/ 51288 h 59122"/>
                    <a:gd name="connsiteX55" fmla="*/ 50389 w 67127"/>
                    <a:gd name="connsiteY55" fmla="*/ 52230 h 59122"/>
                    <a:gd name="connsiteX56" fmla="*/ 49918 w 67127"/>
                    <a:gd name="connsiteY56" fmla="*/ 51288 h 59122"/>
                    <a:gd name="connsiteX57" fmla="*/ 42169 w 67127"/>
                    <a:gd name="connsiteY57" fmla="*/ 31466 h 59122"/>
                    <a:gd name="connsiteX58" fmla="*/ 36860 w 67127"/>
                    <a:gd name="connsiteY58" fmla="*/ 8134 h 59122"/>
                    <a:gd name="connsiteX59" fmla="*/ 36646 w 67127"/>
                    <a:gd name="connsiteY59" fmla="*/ 7107 h 59122"/>
                    <a:gd name="connsiteX60" fmla="*/ 36561 w 67127"/>
                    <a:gd name="connsiteY60" fmla="*/ 6593 h 59122"/>
                    <a:gd name="connsiteX61" fmla="*/ 33607 w 67127"/>
                    <a:gd name="connsiteY61" fmla="*/ 1199 h 59122"/>
                    <a:gd name="connsiteX62" fmla="*/ 30439 w 67127"/>
                    <a:gd name="connsiteY62" fmla="*/ 7107 h 59122"/>
                    <a:gd name="connsiteX63" fmla="*/ 30268 w 67127"/>
                    <a:gd name="connsiteY63" fmla="*/ 8134 h 59122"/>
                    <a:gd name="connsiteX64" fmla="*/ 24873 w 67127"/>
                    <a:gd name="connsiteY64" fmla="*/ 31723 h 59122"/>
                    <a:gd name="connsiteX65" fmla="*/ 17210 w 67127"/>
                    <a:gd name="connsiteY65" fmla="*/ 51288 h 59122"/>
                    <a:gd name="connsiteX66" fmla="*/ 16739 w 67127"/>
                    <a:gd name="connsiteY66" fmla="*/ 52230 h 59122"/>
                    <a:gd name="connsiteX67" fmla="*/ 16225 w 67127"/>
                    <a:gd name="connsiteY67" fmla="*/ 51288 h 59122"/>
                    <a:gd name="connsiteX68" fmla="*/ 9590 w 67127"/>
                    <a:gd name="connsiteY68" fmla="*/ 33650 h 59122"/>
                    <a:gd name="connsiteX69" fmla="*/ 7321 w 67127"/>
                    <a:gd name="connsiteY69" fmla="*/ 11987 h 59122"/>
                    <a:gd name="connsiteX70" fmla="*/ 7321 w 67127"/>
                    <a:gd name="connsiteY70" fmla="*/ 4795 h 59122"/>
                    <a:gd name="connsiteX71" fmla="*/ 6593 w 67127"/>
                    <a:gd name="connsiteY71" fmla="*/ 1841 h 59122"/>
                    <a:gd name="connsiteX72" fmla="*/ 4324 w 67127"/>
                    <a:gd name="connsiteY72" fmla="*/ 1027 h 59122"/>
                    <a:gd name="connsiteX73" fmla="*/ 1884 w 67127"/>
                    <a:gd name="connsiteY73" fmla="*/ 2697 h 59122"/>
                    <a:gd name="connsiteX74" fmla="*/ 1070 w 67127"/>
                    <a:gd name="connsiteY74" fmla="*/ 10360 h 59122"/>
                    <a:gd name="connsiteX75" fmla="*/ 3425 w 67127"/>
                    <a:gd name="connsiteY75" fmla="*/ 32066 h 59122"/>
                    <a:gd name="connsiteX76" fmla="*/ 9975 w 67127"/>
                    <a:gd name="connsiteY76" fmla="*/ 51502 h 59122"/>
                    <a:gd name="connsiteX77" fmla="*/ 13271 w 67127"/>
                    <a:gd name="connsiteY77" fmla="*/ 56768 h 59122"/>
                    <a:gd name="connsiteX78" fmla="*/ 16440 w 67127"/>
                    <a:gd name="connsiteY78" fmla="*/ 57924 h 59122"/>
                    <a:gd name="connsiteX79" fmla="*/ 24231 w 67127"/>
                    <a:gd name="connsiteY79" fmla="*/ 48719 h 59122"/>
                    <a:gd name="connsiteX80" fmla="*/ 32965 w 67127"/>
                    <a:gd name="connsiteY80" fmla="*/ 18880 h 59122"/>
                    <a:gd name="connsiteX81" fmla="*/ 33607 w 67127"/>
                    <a:gd name="connsiteY81" fmla="*/ 16440 h 5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7127" h="59122">
                      <a:moveTo>
                        <a:pt x="50902" y="59079"/>
                      </a:moveTo>
                      <a:cubicBezTo>
                        <a:pt x="47820" y="59079"/>
                        <a:pt x="44909" y="55911"/>
                        <a:pt x="42041" y="49404"/>
                      </a:cubicBezTo>
                      <a:cubicBezTo>
                        <a:pt x="39429" y="43453"/>
                        <a:pt x="36604" y="34121"/>
                        <a:pt x="33607" y="21577"/>
                      </a:cubicBezTo>
                      <a:cubicBezTo>
                        <a:pt x="30653" y="34163"/>
                        <a:pt x="27956" y="43197"/>
                        <a:pt x="25344" y="49233"/>
                      </a:cubicBezTo>
                      <a:cubicBezTo>
                        <a:pt x="22519" y="55783"/>
                        <a:pt x="19565" y="59122"/>
                        <a:pt x="16482" y="59122"/>
                      </a:cubicBezTo>
                      <a:cubicBezTo>
                        <a:pt x="14898" y="59122"/>
                        <a:pt x="13614" y="58651"/>
                        <a:pt x="12544" y="57667"/>
                      </a:cubicBezTo>
                      <a:cubicBezTo>
                        <a:pt x="11473" y="56682"/>
                        <a:pt x="10275" y="54798"/>
                        <a:pt x="8990" y="52058"/>
                      </a:cubicBezTo>
                      <a:cubicBezTo>
                        <a:pt x="6250" y="46493"/>
                        <a:pt x="4024" y="39857"/>
                        <a:pt x="2355" y="32408"/>
                      </a:cubicBezTo>
                      <a:cubicBezTo>
                        <a:pt x="771" y="25087"/>
                        <a:pt x="0" y="17681"/>
                        <a:pt x="0" y="10446"/>
                      </a:cubicBezTo>
                      <a:cubicBezTo>
                        <a:pt x="0" y="6208"/>
                        <a:pt x="300" y="3725"/>
                        <a:pt x="899" y="2355"/>
                      </a:cubicBezTo>
                      <a:cubicBezTo>
                        <a:pt x="1541" y="813"/>
                        <a:pt x="2697" y="0"/>
                        <a:pt x="4367" y="0"/>
                      </a:cubicBezTo>
                      <a:cubicBezTo>
                        <a:pt x="5822" y="0"/>
                        <a:pt x="6850" y="385"/>
                        <a:pt x="7535" y="1242"/>
                      </a:cubicBezTo>
                      <a:cubicBezTo>
                        <a:pt x="8177" y="2055"/>
                        <a:pt x="8519" y="3296"/>
                        <a:pt x="8519" y="4881"/>
                      </a:cubicBezTo>
                      <a:lnTo>
                        <a:pt x="8519" y="12073"/>
                      </a:lnTo>
                      <a:cubicBezTo>
                        <a:pt x="8519" y="19650"/>
                        <a:pt x="9290" y="26885"/>
                        <a:pt x="10746" y="33478"/>
                      </a:cubicBezTo>
                      <a:cubicBezTo>
                        <a:pt x="12116" y="39515"/>
                        <a:pt x="14128" y="45037"/>
                        <a:pt x="16739" y="49875"/>
                      </a:cubicBezTo>
                      <a:cubicBezTo>
                        <a:pt x="19436" y="44395"/>
                        <a:pt x="21834" y="38230"/>
                        <a:pt x="23846" y="31466"/>
                      </a:cubicBezTo>
                      <a:cubicBezTo>
                        <a:pt x="26029" y="24188"/>
                        <a:pt x="27827" y="16311"/>
                        <a:pt x="29197" y="8091"/>
                      </a:cubicBezTo>
                      <a:cubicBezTo>
                        <a:pt x="29240" y="7792"/>
                        <a:pt x="29283" y="7449"/>
                        <a:pt x="29411" y="6978"/>
                      </a:cubicBezTo>
                      <a:cubicBezTo>
                        <a:pt x="30182" y="2397"/>
                        <a:pt x="31552" y="128"/>
                        <a:pt x="33692" y="128"/>
                      </a:cubicBezTo>
                      <a:cubicBezTo>
                        <a:pt x="35747" y="128"/>
                        <a:pt x="37117" y="2269"/>
                        <a:pt x="37802" y="6507"/>
                      </a:cubicBezTo>
                      <a:lnTo>
                        <a:pt x="37888" y="7021"/>
                      </a:lnTo>
                      <a:cubicBezTo>
                        <a:pt x="37974" y="7449"/>
                        <a:pt x="38016" y="7749"/>
                        <a:pt x="38102" y="8006"/>
                      </a:cubicBezTo>
                      <a:cubicBezTo>
                        <a:pt x="39429" y="16097"/>
                        <a:pt x="41184" y="23931"/>
                        <a:pt x="43368" y="31252"/>
                      </a:cubicBezTo>
                      <a:cubicBezTo>
                        <a:pt x="45466" y="38145"/>
                        <a:pt x="47906" y="44438"/>
                        <a:pt x="50560" y="49918"/>
                      </a:cubicBezTo>
                      <a:cubicBezTo>
                        <a:pt x="53214" y="45080"/>
                        <a:pt x="55226" y="39600"/>
                        <a:pt x="56554" y="33564"/>
                      </a:cubicBezTo>
                      <a:cubicBezTo>
                        <a:pt x="58052" y="27057"/>
                        <a:pt x="58780" y="19864"/>
                        <a:pt x="58780" y="12116"/>
                      </a:cubicBezTo>
                      <a:cubicBezTo>
                        <a:pt x="58780" y="11773"/>
                        <a:pt x="58780" y="11345"/>
                        <a:pt x="58737" y="10874"/>
                      </a:cubicBezTo>
                      <a:cubicBezTo>
                        <a:pt x="58737" y="10360"/>
                        <a:pt x="58694" y="9804"/>
                        <a:pt x="58694" y="9162"/>
                      </a:cubicBezTo>
                      <a:cubicBezTo>
                        <a:pt x="58609" y="7920"/>
                        <a:pt x="58609" y="7107"/>
                        <a:pt x="58609" y="6593"/>
                      </a:cubicBezTo>
                      <a:cubicBezTo>
                        <a:pt x="58609" y="4067"/>
                        <a:pt x="58908" y="2355"/>
                        <a:pt x="59550" y="1498"/>
                      </a:cubicBezTo>
                      <a:cubicBezTo>
                        <a:pt x="60235" y="557"/>
                        <a:pt x="61306" y="86"/>
                        <a:pt x="62847" y="86"/>
                      </a:cubicBezTo>
                      <a:cubicBezTo>
                        <a:pt x="64516" y="86"/>
                        <a:pt x="65715" y="813"/>
                        <a:pt x="66315" y="2312"/>
                      </a:cubicBezTo>
                      <a:cubicBezTo>
                        <a:pt x="66871" y="3682"/>
                        <a:pt x="67128" y="6379"/>
                        <a:pt x="67128" y="10574"/>
                      </a:cubicBezTo>
                      <a:cubicBezTo>
                        <a:pt x="67128" y="17424"/>
                        <a:pt x="66443" y="24360"/>
                        <a:pt x="65073" y="31209"/>
                      </a:cubicBezTo>
                      <a:cubicBezTo>
                        <a:pt x="63660" y="38145"/>
                        <a:pt x="61691" y="44524"/>
                        <a:pt x="59165" y="50132"/>
                      </a:cubicBezTo>
                      <a:cubicBezTo>
                        <a:pt x="57453" y="54028"/>
                        <a:pt x="56083" y="56425"/>
                        <a:pt x="54970" y="57495"/>
                      </a:cubicBezTo>
                      <a:cubicBezTo>
                        <a:pt x="53899" y="58480"/>
                        <a:pt x="52487" y="59079"/>
                        <a:pt x="50902" y="59079"/>
                      </a:cubicBezTo>
                      <a:close/>
                      <a:moveTo>
                        <a:pt x="33607" y="16440"/>
                      </a:moveTo>
                      <a:lnTo>
                        <a:pt x="34163" y="18880"/>
                      </a:lnTo>
                      <a:cubicBezTo>
                        <a:pt x="37331" y="32579"/>
                        <a:pt x="40328" y="42683"/>
                        <a:pt x="43068" y="48933"/>
                      </a:cubicBezTo>
                      <a:cubicBezTo>
                        <a:pt x="45722" y="54927"/>
                        <a:pt x="48334" y="57924"/>
                        <a:pt x="50860" y="57924"/>
                      </a:cubicBezTo>
                      <a:cubicBezTo>
                        <a:pt x="52144" y="57924"/>
                        <a:pt x="53257" y="57453"/>
                        <a:pt x="54199" y="56511"/>
                      </a:cubicBezTo>
                      <a:cubicBezTo>
                        <a:pt x="55184" y="55526"/>
                        <a:pt x="56511" y="53172"/>
                        <a:pt x="58138" y="49490"/>
                      </a:cubicBezTo>
                      <a:cubicBezTo>
                        <a:pt x="60621" y="43924"/>
                        <a:pt x="62590" y="37631"/>
                        <a:pt x="63960" y="30781"/>
                      </a:cubicBezTo>
                      <a:cubicBezTo>
                        <a:pt x="65330" y="24017"/>
                        <a:pt x="66015" y="17124"/>
                        <a:pt x="66015" y="10360"/>
                      </a:cubicBezTo>
                      <a:cubicBezTo>
                        <a:pt x="66015" y="5437"/>
                        <a:pt x="65630" y="3382"/>
                        <a:pt x="65287" y="2569"/>
                      </a:cubicBezTo>
                      <a:cubicBezTo>
                        <a:pt x="64859" y="1541"/>
                        <a:pt x="64088" y="1070"/>
                        <a:pt x="62847" y="1070"/>
                      </a:cubicBezTo>
                      <a:cubicBezTo>
                        <a:pt x="61691" y="1070"/>
                        <a:pt x="60963" y="1370"/>
                        <a:pt x="60492" y="2012"/>
                      </a:cubicBezTo>
                      <a:cubicBezTo>
                        <a:pt x="60150" y="2483"/>
                        <a:pt x="59764" y="3639"/>
                        <a:pt x="59764" y="6465"/>
                      </a:cubicBezTo>
                      <a:cubicBezTo>
                        <a:pt x="59764" y="6935"/>
                        <a:pt x="59764" y="7749"/>
                        <a:pt x="59807" y="8990"/>
                      </a:cubicBezTo>
                      <a:cubicBezTo>
                        <a:pt x="59807" y="9633"/>
                        <a:pt x="59850" y="10232"/>
                        <a:pt x="59850" y="10703"/>
                      </a:cubicBezTo>
                      <a:cubicBezTo>
                        <a:pt x="59850" y="11174"/>
                        <a:pt x="59893" y="11602"/>
                        <a:pt x="59893" y="11987"/>
                      </a:cubicBezTo>
                      <a:cubicBezTo>
                        <a:pt x="59893" y="19822"/>
                        <a:pt x="59122" y="27100"/>
                        <a:pt x="57624" y="33692"/>
                      </a:cubicBezTo>
                      <a:cubicBezTo>
                        <a:pt x="56168" y="40243"/>
                        <a:pt x="53942" y="46151"/>
                        <a:pt x="50945" y="51288"/>
                      </a:cubicBezTo>
                      <a:lnTo>
                        <a:pt x="50389" y="52230"/>
                      </a:lnTo>
                      <a:lnTo>
                        <a:pt x="49918" y="51288"/>
                      </a:lnTo>
                      <a:cubicBezTo>
                        <a:pt x="47007" y="45508"/>
                        <a:pt x="44395" y="38830"/>
                        <a:pt x="42169" y="31466"/>
                      </a:cubicBezTo>
                      <a:cubicBezTo>
                        <a:pt x="39986" y="24103"/>
                        <a:pt x="38188" y="16225"/>
                        <a:pt x="36860" y="8134"/>
                      </a:cubicBezTo>
                      <a:cubicBezTo>
                        <a:pt x="36818" y="7920"/>
                        <a:pt x="36732" y="7578"/>
                        <a:pt x="36646" y="7107"/>
                      </a:cubicBezTo>
                      <a:lnTo>
                        <a:pt x="36561" y="6593"/>
                      </a:lnTo>
                      <a:cubicBezTo>
                        <a:pt x="36175" y="4110"/>
                        <a:pt x="35319" y="1199"/>
                        <a:pt x="33607" y="1199"/>
                      </a:cubicBezTo>
                      <a:cubicBezTo>
                        <a:pt x="31809" y="1199"/>
                        <a:pt x="30910" y="4410"/>
                        <a:pt x="30439" y="7107"/>
                      </a:cubicBezTo>
                      <a:cubicBezTo>
                        <a:pt x="30353" y="7578"/>
                        <a:pt x="30310" y="7920"/>
                        <a:pt x="30268" y="8134"/>
                      </a:cubicBezTo>
                      <a:cubicBezTo>
                        <a:pt x="28855" y="16482"/>
                        <a:pt x="27057" y="24402"/>
                        <a:pt x="24873" y="31723"/>
                      </a:cubicBezTo>
                      <a:cubicBezTo>
                        <a:pt x="22690" y="38958"/>
                        <a:pt x="20121" y="45551"/>
                        <a:pt x="17210" y="51288"/>
                      </a:cubicBezTo>
                      <a:lnTo>
                        <a:pt x="16739" y="52230"/>
                      </a:lnTo>
                      <a:lnTo>
                        <a:pt x="16225" y="51288"/>
                      </a:lnTo>
                      <a:cubicBezTo>
                        <a:pt x="13314" y="46151"/>
                        <a:pt x="11088" y="40200"/>
                        <a:pt x="9590" y="33650"/>
                      </a:cubicBezTo>
                      <a:cubicBezTo>
                        <a:pt x="8091" y="26971"/>
                        <a:pt x="7321" y="19693"/>
                        <a:pt x="7321" y="11987"/>
                      </a:cubicBezTo>
                      <a:lnTo>
                        <a:pt x="7321" y="4795"/>
                      </a:lnTo>
                      <a:cubicBezTo>
                        <a:pt x="7321" y="3468"/>
                        <a:pt x="7064" y="2440"/>
                        <a:pt x="6593" y="1841"/>
                      </a:cubicBezTo>
                      <a:cubicBezTo>
                        <a:pt x="6165" y="1284"/>
                        <a:pt x="5394" y="1027"/>
                        <a:pt x="4324" y="1027"/>
                      </a:cubicBezTo>
                      <a:cubicBezTo>
                        <a:pt x="3125" y="1027"/>
                        <a:pt x="2355" y="1541"/>
                        <a:pt x="1884" y="2697"/>
                      </a:cubicBezTo>
                      <a:cubicBezTo>
                        <a:pt x="1327" y="3939"/>
                        <a:pt x="1070" y="6336"/>
                        <a:pt x="1070" y="10360"/>
                      </a:cubicBezTo>
                      <a:cubicBezTo>
                        <a:pt x="1070" y="17510"/>
                        <a:pt x="1884" y="24831"/>
                        <a:pt x="3425" y="32066"/>
                      </a:cubicBezTo>
                      <a:cubicBezTo>
                        <a:pt x="5052" y="39429"/>
                        <a:pt x="7235" y="45979"/>
                        <a:pt x="9975" y="51502"/>
                      </a:cubicBezTo>
                      <a:cubicBezTo>
                        <a:pt x="11473" y="54756"/>
                        <a:pt x="12586" y="56168"/>
                        <a:pt x="13271" y="56768"/>
                      </a:cubicBezTo>
                      <a:cubicBezTo>
                        <a:pt x="14128" y="57538"/>
                        <a:pt x="15155" y="57924"/>
                        <a:pt x="16440" y="57924"/>
                      </a:cubicBezTo>
                      <a:cubicBezTo>
                        <a:pt x="18965" y="57924"/>
                        <a:pt x="21663" y="54756"/>
                        <a:pt x="24231" y="48719"/>
                      </a:cubicBezTo>
                      <a:cubicBezTo>
                        <a:pt x="26971" y="42383"/>
                        <a:pt x="29839" y="32622"/>
                        <a:pt x="32965" y="18880"/>
                      </a:cubicBezTo>
                      <a:lnTo>
                        <a:pt x="33607" y="1644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30" name="图形 4"/>
              <p:cNvGrpSpPr/>
              <p:nvPr/>
            </p:nvGrpSpPr>
            <p:grpSpPr>
              <a:xfrm>
                <a:off x="11450989" y="6483828"/>
                <a:ext cx="8219" cy="72693"/>
                <a:chOff x="11450989" y="6483828"/>
                <a:chExt cx="8219" cy="72693"/>
              </a:xfrm>
              <a:solidFill>
                <a:srgbClr val="A5A7AA"/>
              </a:solidFill>
            </p:grpSpPr>
            <p:sp>
              <p:nvSpPr>
                <p:cNvPr id="37" name="任意多边形: 形状 36"/>
                <p:cNvSpPr/>
                <p:nvPr/>
              </p:nvSpPr>
              <p:spPr>
                <a:xfrm>
                  <a:off x="11451502" y="6484470"/>
                  <a:ext cx="7106" cy="71494"/>
                </a:xfrm>
                <a:custGeom>
                  <a:avLst/>
                  <a:gdLst>
                    <a:gd name="connsiteX0" fmla="*/ 7107 w 7106"/>
                    <a:gd name="connsiteY0" fmla="*/ 5009 h 71494"/>
                    <a:gd name="connsiteX1" fmla="*/ 6250 w 7106"/>
                    <a:gd name="connsiteY1" fmla="*/ 8905 h 71494"/>
                    <a:gd name="connsiteX2" fmla="*/ 3553 w 7106"/>
                    <a:gd name="connsiteY2" fmla="*/ 10103 h 71494"/>
                    <a:gd name="connsiteX3" fmla="*/ 899 w 7106"/>
                    <a:gd name="connsiteY3" fmla="*/ 8819 h 71494"/>
                    <a:gd name="connsiteX4" fmla="*/ 0 w 7106"/>
                    <a:gd name="connsiteY4" fmla="*/ 5009 h 71494"/>
                    <a:gd name="connsiteX5" fmla="*/ 856 w 7106"/>
                    <a:gd name="connsiteY5" fmla="*/ 1156 h 71494"/>
                    <a:gd name="connsiteX6" fmla="*/ 3553 w 7106"/>
                    <a:gd name="connsiteY6" fmla="*/ 0 h 71494"/>
                    <a:gd name="connsiteX7" fmla="*/ 6208 w 7106"/>
                    <a:gd name="connsiteY7" fmla="*/ 1242 h 71494"/>
                    <a:gd name="connsiteX8" fmla="*/ 7107 w 7106"/>
                    <a:gd name="connsiteY8" fmla="*/ 5009 h 71494"/>
                    <a:gd name="connsiteX9" fmla="*/ 43 w 7106"/>
                    <a:gd name="connsiteY9" fmla="*/ 18366 h 71494"/>
                    <a:gd name="connsiteX10" fmla="*/ 942 w 7106"/>
                    <a:gd name="connsiteY10" fmla="*/ 15027 h 71494"/>
                    <a:gd name="connsiteX11" fmla="*/ 3553 w 7106"/>
                    <a:gd name="connsiteY11" fmla="*/ 13956 h 71494"/>
                    <a:gd name="connsiteX12" fmla="*/ 6208 w 7106"/>
                    <a:gd name="connsiteY12" fmla="*/ 15027 h 71494"/>
                    <a:gd name="connsiteX13" fmla="*/ 7107 w 7106"/>
                    <a:gd name="connsiteY13" fmla="*/ 18366 h 71494"/>
                    <a:gd name="connsiteX14" fmla="*/ 7107 w 7106"/>
                    <a:gd name="connsiteY14" fmla="*/ 67085 h 71494"/>
                    <a:gd name="connsiteX15" fmla="*/ 6208 w 7106"/>
                    <a:gd name="connsiteY15" fmla="*/ 70382 h 71494"/>
                    <a:gd name="connsiteX16" fmla="*/ 3553 w 7106"/>
                    <a:gd name="connsiteY16" fmla="*/ 71495 h 71494"/>
                    <a:gd name="connsiteX17" fmla="*/ 942 w 7106"/>
                    <a:gd name="connsiteY17" fmla="*/ 70382 h 71494"/>
                    <a:gd name="connsiteX18" fmla="*/ 43 w 7106"/>
                    <a:gd name="connsiteY18" fmla="*/ 67085 h 71494"/>
                    <a:gd name="connsiteX19" fmla="*/ 43 w 7106"/>
                    <a:gd name="connsiteY19" fmla="*/ 18366 h 71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106" h="71494">
                      <a:moveTo>
                        <a:pt x="7107" y="5009"/>
                      </a:moveTo>
                      <a:cubicBezTo>
                        <a:pt x="7107" y="6807"/>
                        <a:pt x="6807" y="8091"/>
                        <a:pt x="6250" y="8905"/>
                      </a:cubicBezTo>
                      <a:cubicBezTo>
                        <a:pt x="5694" y="9718"/>
                        <a:pt x="4795" y="10103"/>
                        <a:pt x="3553" y="10103"/>
                      </a:cubicBezTo>
                      <a:cubicBezTo>
                        <a:pt x="2397" y="10103"/>
                        <a:pt x="1498" y="9718"/>
                        <a:pt x="899" y="8819"/>
                      </a:cubicBezTo>
                      <a:cubicBezTo>
                        <a:pt x="300" y="8006"/>
                        <a:pt x="0" y="6721"/>
                        <a:pt x="0" y="5009"/>
                      </a:cubicBezTo>
                      <a:cubicBezTo>
                        <a:pt x="0" y="3211"/>
                        <a:pt x="300" y="1927"/>
                        <a:pt x="856" y="1156"/>
                      </a:cubicBezTo>
                      <a:cubicBezTo>
                        <a:pt x="1413" y="385"/>
                        <a:pt x="2355" y="0"/>
                        <a:pt x="3553" y="0"/>
                      </a:cubicBezTo>
                      <a:cubicBezTo>
                        <a:pt x="4752" y="0"/>
                        <a:pt x="5651" y="428"/>
                        <a:pt x="6208" y="1242"/>
                      </a:cubicBezTo>
                      <a:cubicBezTo>
                        <a:pt x="6807" y="2098"/>
                        <a:pt x="7107" y="3339"/>
                        <a:pt x="7107" y="5009"/>
                      </a:cubicBezTo>
                      <a:close/>
                      <a:moveTo>
                        <a:pt x="43" y="18366"/>
                      </a:moveTo>
                      <a:cubicBezTo>
                        <a:pt x="43" y="16910"/>
                        <a:pt x="342" y="15755"/>
                        <a:pt x="942" y="15027"/>
                      </a:cubicBezTo>
                      <a:cubicBezTo>
                        <a:pt x="1541" y="14299"/>
                        <a:pt x="2440" y="13956"/>
                        <a:pt x="3553" y="13956"/>
                      </a:cubicBezTo>
                      <a:cubicBezTo>
                        <a:pt x="4709" y="13956"/>
                        <a:pt x="5608" y="14342"/>
                        <a:pt x="6208" y="15027"/>
                      </a:cubicBezTo>
                      <a:cubicBezTo>
                        <a:pt x="6764" y="15797"/>
                        <a:pt x="7107" y="16910"/>
                        <a:pt x="7107" y="18366"/>
                      </a:cubicBezTo>
                      <a:lnTo>
                        <a:pt x="7107" y="67085"/>
                      </a:lnTo>
                      <a:cubicBezTo>
                        <a:pt x="7107" y="68541"/>
                        <a:pt x="6807" y="69654"/>
                        <a:pt x="6208" y="70382"/>
                      </a:cubicBezTo>
                      <a:cubicBezTo>
                        <a:pt x="5608" y="71152"/>
                        <a:pt x="4709" y="71495"/>
                        <a:pt x="3553" y="71495"/>
                      </a:cubicBezTo>
                      <a:cubicBezTo>
                        <a:pt x="2440" y="71495"/>
                        <a:pt x="1541" y="71152"/>
                        <a:pt x="942" y="70382"/>
                      </a:cubicBezTo>
                      <a:cubicBezTo>
                        <a:pt x="342" y="69654"/>
                        <a:pt x="43" y="68541"/>
                        <a:pt x="43" y="67085"/>
                      </a:cubicBezTo>
                      <a:lnTo>
                        <a:pt x="43" y="1836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11450989" y="6483828"/>
                  <a:ext cx="8219" cy="72693"/>
                </a:xfrm>
                <a:custGeom>
                  <a:avLst/>
                  <a:gdLst>
                    <a:gd name="connsiteX0" fmla="*/ 4110 w 8219"/>
                    <a:gd name="connsiteY0" fmla="*/ 72693 h 72693"/>
                    <a:gd name="connsiteX1" fmla="*/ 1027 w 8219"/>
                    <a:gd name="connsiteY1" fmla="*/ 71366 h 72693"/>
                    <a:gd name="connsiteX2" fmla="*/ 0 w 8219"/>
                    <a:gd name="connsiteY2" fmla="*/ 67685 h 72693"/>
                    <a:gd name="connsiteX3" fmla="*/ 0 w 8219"/>
                    <a:gd name="connsiteY3" fmla="*/ 19008 h 72693"/>
                    <a:gd name="connsiteX4" fmla="*/ 1027 w 8219"/>
                    <a:gd name="connsiteY4" fmla="*/ 15284 h 72693"/>
                    <a:gd name="connsiteX5" fmla="*/ 4110 w 8219"/>
                    <a:gd name="connsiteY5" fmla="*/ 13999 h 72693"/>
                    <a:gd name="connsiteX6" fmla="*/ 7192 w 8219"/>
                    <a:gd name="connsiteY6" fmla="*/ 15284 h 72693"/>
                    <a:gd name="connsiteX7" fmla="*/ 8220 w 8219"/>
                    <a:gd name="connsiteY7" fmla="*/ 19008 h 72693"/>
                    <a:gd name="connsiteX8" fmla="*/ 8220 w 8219"/>
                    <a:gd name="connsiteY8" fmla="*/ 67727 h 72693"/>
                    <a:gd name="connsiteX9" fmla="*/ 7235 w 8219"/>
                    <a:gd name="connsiteY9" fmla="*/ 71409 h 72693"/>
                    <a:gd name="connsiteX10" fmla="*/ 4110 w 8219"/>
                    <a:gd name="connsiteY10" fmla="*/ 72693 h 72693"/>
                    <a:gd name="connsiteX11" fmla="*/ 4110 w 8219"/>
                    <a:gd name="connsiteY11" fmla="*/ 15112 h 72693"/>
                    <a:gd name="connsiteX12" fmla="*/ 1926 w 8219"/>
                    <a:gd name="connsiteY12" fmla="*/ 16011 h 72693"/>
                    <a:gd name="connsiteX13" fmla="*/ 1156 w 8219"/>
                    <a:gd name="connsiteY13" fmla="*/ 19008 h 72693"/>
                    <a:gd name="connsiteX14" fmla="*/ 1156 w 8219"/>
                    <a:gd name="connsiteY14" fmla="*/ 67727 h 72693"/>
                    <a:gd name="connsiteX15" fmla="*/ 1926 w 8219"/>
                    <a:gd name="connsiteY15" fmla="*/ 70681 h 72693"/>
                    <a:gd name="connsiteX16" fmla="*/ 4110 w 8219"/>
                    <a:gd name="connsiteY16" fmla="*/ 71580 h 72693"/>
                    <a:gd name="connsiteX17" fmla="*/ 6293 w 8219"/>
                    <a:gd name="connsiteY17" fmla="*/ 70681 h 72693"/>
                    <a:gd name="connsiteX18" fmla="*/ 7064 w 8219"/>
                    <a:gd name="connsiteY18" fmla="*/ 67727 h 72693"/>
                    <a:gd name="connsiteX19" fmla="*/ 7064 w 8219"/>
                    <a:gd name="connsiteY19" fmla="*/ 19008 h 72693"/>
                    <a:gd name="connsiteX20" fmla="*/ 6293 w 8219"/>
                    <a:gd name="connsiteY20" fmla="*/ 16011 h 72693"/>
                    <a:gd name="connsiteX21" fmla="*/ 4110 w 8219"/>
                    <a:gd name="connsiteY21" fmla="*/ 15112 h 72693"/>
                    <a:gd name="connsiteX22" fmla="*/ 4110 w 8219"/>
                    <a:gd name="connsiteY22" fmla="*/ 11302 h 72693"/>
                    <a:gd name="connsiteX23" fmla="*/ 985 w 8219"/>
                    <a:gd name="connsiteY23" fmla="*/ 9761 h 72693"/>
                    <a:gd name="connsiteX24" fmla="*/ 0 w 8219"/>
                    <a:gd name="connsiteY24" fmla="*/ 5608 h 72693"/>
                    <a:gd name="connsiteX25" fmla="*/ 942 w 8219"/>
                    <a:gd name="connsiteY25" fmla="*/ 1413 h 72693"/>
                    <a:gd name="connsiteX26" fmla="*/ 4110 w 8219"/>
                    <a:gd name="connsiteY26" fmla="*/ 0 h 72693"/>
                    <a:gd name="connsiteX27" fmla="*/ 7235 w 8219"/>
                    <a:gd name="connsiteY27" fmla="*/ 1456 h 72693"/>
                    <a:gd name="connsiteX28" fmla="*/ 8220 w 8219"/>
                    <a:gd name="connsiteY28" fmla="*/ 5565 h 72693"/>
                    <a:gd name="connsiteX29" fmla="*/ 7278 w 8219"/>
                    <a:gd name="connsiteY29" fmla="*/ 9761 h 72693"/>
                    <a:gd name="connsiteX30" fmla="*/ 4110 w 8219"/>
                    <a:gd name="connsiteY30" fmla="*/ 11302 h 72693"/>
                    <a:gd name="connsiteX31" fmla="*/ 4110 w 8219"/>
                    <a:gd name="connsiteY31" fmla="*/ 1199 h 72693"/>
                    <a:gd name="connsiteX32" fmla="*/ 1884 w 8219"/>
                    <a:gd name="connsiteY32" fmla="*/ 2141 h 72693"/>
                    <a:gd name="connsiteX33" fmla="*/ 1156 w 8219"/>
                    <a:gd name="connsiteY33" fmla="*/ 5651 h 72693"/>
                    <a:gd name="connsiteX34" fmla="*/ 1926 w 8219"/>
                    <a:gd name="connsiteY34" fmla="*/ 9119 h 72693"/>
                    <a:gd name="connsiteX35" fmla="*/ 4110 w 8219"/>
                    <a:gd name="connsiteY35" fmla="*/ 10146 h 72693"/>
                    <a:gd name="connsiteX36" fmla="*/ 6336 w 8219"/>
                    <a:gd name="connsiteY36" fmla="*/ 9162 h 72693"/>
                    <a:gd name="connsiteX37" fmla="*/ 7064 w 8219"/>
                    <a:gd name="connsiteY37" fmla="*/ 5608 h 72693"/>
                    <a:gd name="connsiteX38" fmla="*/ 6293 w 8219"/>
                    <a:gd name="connsiteY38" fmla="*/ 2183 h 72693"/>
                    <a:gd name="connsiteX39" fmla="*/ 4110 w 8219"/>
                    <a:gd name="connsiteY39" fmla="*/ 1199 h 72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8219" h="72693">
                      <a:moveTo>
                        <a:pt x="4110" y="72693"/>
                      </a:moveTo>
                      <a:cubicBezTo>
                        <a:pt x="2783" y="72693"/>
                        <a:pt x="1712" y="72265"/>
                        <a:pt x="1027" y="71366"/>
                      </a:cubicBezTo>
                      <a:cubicBezTo>
                        <a:pt x="342" y="70553"/>
                        <a:pt x="0" y="69311"/>
                        <a:pt x="0" y="67685"/>
                      </a:cubicBezTo>
                      <a:lnTo>
                        <a:pt x="0" y="19008"/>
                      </a:lnTo>
                      <a:cubicBezTo>
                        <a:pt x="0" y="17424"/>
                        <a:pt x="342" y="16140"/>
                        <a:pt x="1027" y="15284"/>
                      </a:cubicBezTo>
                      <a:cubicBezTo>
                        <a:pt x="1755" y="14427"/>
                        <a:pt x="2826" y="13999"/>
                        <a:pt x="4110" y="13999"/>
                      </a:cubicBezTo>
                      <a:cubicBezTo>
                        <a:pt x="5437" y="13999"/>
                        <a:pt x="6465" y="14427"/>
                        <a:pt x="7192" y="15284"/>
                      </a:cubicBezTo>
                      <a:cubicBezTo>
                        <a:pt x="7877" y="16183"/>
                        <a:pt x="8220" y="17467"/>
                        <a:pt x="8220" y="19008"/>
                      </a:cubicBezTo>
                      <a:lnTo>
                        <a:pt x="8220" y="67727"/>
                      </a:lnTo>
                      <a:cubicBezTo>
                        <a:pt x="8220" y="69311"/>
                        <a:pt x="7877" y="70553"/>
                        <a:pt x="7235" y="71409"/>
                      </a:cubicBezTo>
                      <a:cubicBezTo>
                        <a:pt x="6507" y="72265"/>
                        <a:pt x="5480" y="72693"/>
                        <a:pt x="4110" y="72693"/>
                      </a:cubicBezTo>
                      <a:close/>
                      <a:moveTo>
                        <a:pt x="4110" y="15112"/>
                      </a:moveTo>
                      <a:cubicBezTo>
                        <a:pt x="3168" y="15112"/>
                        <a:pt x="2440" y="15412"/>
                        <a:pt x="1926" y="16011"/>
                      </a:cubicBezTo>
                      <a:cubicBezTo>
                        <a:pt x="1413" y="16654"/>
                        <a:pt x="1156" y="17638"/>
                        <a:pt x="1156" y="19008"/>
                      </a:cubicBezTo>
                      <a:lnTo>
                        <a:pt x="1156" y="67727"/>
                      </a:lnTo>
                      <a:cubicBezTo>
                        <a:pt x="1156" y="69055"/>
                        <a:pt x="1413" y="70039"/>
                        <a:pt x="1926" y="70681"/>
                      </a:cubicBezTo>
                      <a:cubicBezTo>
                        <a:pt x="2397" y="71281"/>
                        <a:pt x="3125" y="71580"/>
                        <a:pt x="4110" y="71580"/>
                      </a:cubicBezTo>
                      <a:cubicBezTo>
                        <a:pt x="5137" y="71580"/>
                        <a:pt x="5822" y="71281"/>
                        <a:pt x="6293" y="70681"/>
                      </a:cubicBezTo>
                      <a:cubicBezTo>
                        <a:pt x="6807" y="70039"/>
                        <a:pt x="7064" y="69012"/>
                        <a:pt x="7064" y="67727"/>
                      </a:cubicBezTo>
                      <a:lnTo>
                        <a:pt x="7064" y="19008"/>
                      </a:lnTo>
                      <a:cubicBezTo>
                        <a:pt x="7064" y="17724"/>
                        <a:pt x="6807" y="16654"/>
                        <a:pt x="6293" y="16011"/>
                      </a:cubicBezTo>
                      <a:cubicBezTo>
                        <a:pt x="5822" y="15412"/>
                        <a:pt x="5095" y="15112"/>
                        <a:pt x="4110" y="15112"/>
                      </a:cubicBezTo>
                      <a:close/>
                      <a:moveTo>
                        <a:pt x="4110" y="11302"/>
                      </a:moveTo>
                      <a:cubicBezTo>
                        <a:pt x="2740" y="11302"/>
                        <a:pt x="1670" y="10788"/>
                        <a:pt x="985" y="9761"/>
                      </a:cubicBezTo>
                      <a:cubicBezTo>
                        <a:pt x="342" y="8862"/>
                        <a:pt x="0" y="7492"/>
                        <a:pt x="0" y="5608"/>
                      </a:cubicBezTo>
                      <a:cubicBezTo>
                        <a:pt x="0" y="3682"/>
                        <a:pt x="300" y="2312"/>
                        <a:pt x="942" y="1413"/>
                      </a:cubicBezTo>
                      <a:cubicBezTo>
                        <a:pt x="1627" y="514"/>
                        <a:pt x="2697" y="0"/>
                        <a:pt x="4110" y="0"/>
                      </a:cubicBezTo>
                      <a:cubicBezTo>
                        <a:pt x="5480" y="0"/>
                        <a:pt x="6550" y="514"/>
                        <a:pt x="7235" y="1456"/>
                      </a:cubicBezTo>
                      <a:cubicBezTo>
                        <a:pt x="7877" y="2397"/>
                        <a:pt x="8220" y="3810"/>
                        <a:pt x="8220" y="5565"/>
                      </a:cubicBezTo>
                      <a:cubicBezTo>
                        <a:pt x="8220" y="7449"/>
                        <a:pt x="7920" y="8862"/>
                        <a:pt x="7278" y="9761"/>
                      </a:cubicBezTo>
                      <a:cubicBezTo>
                        <a:pt x="6593" y="10831"/>
                        <a:pt x="5523" y="11302"/>
                        <a:pt x="4110" y="11302"/>
                      </a:cubicBezTo>
                      <a:close/>
                      <a:moveTo>
                        <a:pt x="4110" y="1199"/>
                      </a:moveTo>
                      <a:cubicBezTo>
                        <a:pt x="3082" y="1199"/>
                        <a:pt x="2355" y="1498"/>
                        <a:pt x="1884" y="2141"/>
                      </a:cubicBezTo>
                      <a:cubicBezTo>
                        <a:pt x="1413" y="2826"/>
                        <a:pt x="1156" y="3981"/>
                        <a:pt x="1156" y="5651"/>
                      </a:cubicBezTo>
                      <a:cubicBezTo>
                        <a:pt x="1156" y="7235"/>
                        <a:pt x="1413" y="8434"/>
                        <a:pt x="1926" y="9119"/>
                      </a:cubicBezTo>
                      <a:cubicBezTo>
                        <a:pt x="2397" y="9847"/>
                        <a:pt x="3125" y="10146"/>
                        <a:pt x="4110" y="10146"/>
                      </a:cubicBezTo>
                      <a:cubicBezTo>
                        <a:pt x="5137" y="10146"/>
                        <a:pt x="5908" y="9804"/>
                        <a:pt x="6336" y="9162"/>
                      </a:cubicBezTo>
                      <a:cubicBezTo>
                        <a:pt x="6807" y="8434"/>
                        <a:pt x="7064" y="7235"/>
                        <a:pt x="7064" y="5608"/>
                      </a:cubicBezTo>
                      <a:cubicBezTo>
                        <a:pt x="7064" y="4067"/>
                        <a:pt x="6807" y="2911"/>
                        <a:pt x="6293" y="2183"/>
                      </a:cubicBezTo>
                      <a:cubicBezTo>
                        <a:pt x="5822" y="1541"/>
                        <a:pt x="5095" y="1199"/>
                        <a:pt x="4110" y="119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31" name="图形 4"/>
              <p:cNvGrpSpPr/>
              <p:nvPr/>
            </p:nvGrpSpPr>
            <p:grpSpPr>
              <a:xfrm>
                <a:off x="11499665" y="6497827"/>
                <a:ext cx="50131" cy="58394"/>
                <a:chOff x="11499665" y="6497827"/>
                <a:chExt cx="50131" cy="58394"/>
              </a:xfrm>
              <a:solidFill>
                <a:srgbClr val="A5A7AA"/>
              </a:solidFill>
            </p:grpSpPr>
            <p:sp>
              <p:nvSpPr>
                <p:cNvPr id="35" name="任意多边形: 形状 34"/>
                <p:cNvSpPr/>
                <p:nvPr/>
              </p:nvSpPr>
              <p:spPr>
                <a:xfrm>
                  <a:off x="11500221" y="6498341"/>
                  <a:ext cx="48847" cy="57281"/>
                </a:xfrm>
                <a:custGeom>
                  <a:avLst/>
                  <a:gdLst>
                    <a:gd name="connsiteX0" fmla="*/ 4452 w 48847"/>
                    <a:gd name="connsiteY0" fmla="*/ 57281 h 57281"/>
                    <a:gd name="connsiteX1" fmla="*/ 1113 w 48847"/>
                    <a:gd name="connsiteY1" fmla="*/ 56382 h 57281"/>
                    <a:gd name="connsiteX2" fmla="*/ 0 w 48847"/>
                    <a:gd name="connsiteY2" fmla="*/ 53899 h 57281"/>
                    <a:gd name="connsiteX3" fmla="*/ 1113 w 48847"/>
                    <a:gd name="connsiteY3" fmla="*/ 51459 h 57281"/>
                    <a:gd name="connsiteX4" fmla="*/ 4538 w 48847"/>
                    <a:gd name="connsiteY4" fmla="*/ 50689 h 57281"/>
                    <a:gd name="connsiteX5" fmla="*/ 24445 w 48847"/>
                    <a:gd name="connsiteY5" fmla="*/ 50689 h 57281"/>
                    <a:gd name="connsiteX6" fmla="*/ 37802 w 48847"/>
                    <a:gd name="connsiteY6" fmla="*/ 47649 h 57281"/>
                    <a:gd name="connsiteX7" fmla="*/ 41698 w 48847"/>
                    <a:gd name="connsiteY7" fmla="*/ 37802 h 57281"/>
                    <a:gd name="connsiteX8" fmla="*/ 39258 w 48847"/>
                    <a:gd name="connsiteY8" fmla="*/ 30524 h 57281"/>
                    <a:gd name="connsiteX9" fmla="*/ 31595 w 48847"/>
                    <a:gd name="connsiteY9" fmla="*/ 26843 h 57281"/>
                    <a:gd name="connsiteX10" fmla="*/ 14085 w 48847"/>
                    <a:gd name="connsiteY10" fmla="*/ 23332 h 57281"/>
                    <a:gd name="connsiteX11" fmla="*/ 3939 w 48847"/>
                    <a:gd name="connsiteY11" fmla="*/ 19351 h 57281"/>
                    <a:gd name="connsiteX12" fmla="*/ 1284 w 48847"/>
                    <a:gd name="connsiteY12" fmla="*/ 12330 h 57281"/>
                    <a:gd name="connsiteX13" fmla="*/ 6122 w 48847"/>
                    <a:gd name="connsiteY13" fmla="*/ 3168 h 57281"/>
                    <a:gd name="connsiteX14" fmla="*/ 19950 w 48847"/>
                    <a:gd name="connsiteY14" fmla="*/ 0 h 57281"/>
                    <a:gd name="connsiteX15" fmla="*/ 39301 w 48847"/>
                    <a:gd name="connsiteY15" fmla="*/ 0 h 57281"/>
                    <a:gd name="connsiteX16" fmla="*/ 42683 w 48847"/>
                    <a:gd name="connsiteY16" fmla="*/ 856 h 57281"/>
                    <a:gd name="connsiteX17" fmla="*/ 43839 w 48847"/>
                    <a:gd name="connsiteY17" fmla="*/ 3339 h 57281"/>
                    <a:gd name="connsiteX18" fmla="*/ 42640 w 48847"/>
                    <a:gd name="connsiteY18" fmla="*/ 5737 h 57281"/>
                    <a:gd name="connsiteX19" fmla="*/ 39172 w 48847"/>
                    <a:gd name="connsiteY19" fmla="*/ 6550 h 57281"/>
                    <a:gd name="connsiteX20" fmla="*/ 17339 w 48847"/>
                    <a:gd name="connsiteY20" fmla="*/ 6550 h 57281"/>
                    <a:gd name="connsiteX21" fmla="*/ 10960 w 48847"/>
                    <a:gd name="connsiteY21" fmla="*/ 7620 h 57281"/>
                    <a:gd name="connsiteX22" fmla="*/ 9162 w 48847"/>
                    <a:gd name="connsiteY22" fmla="*/ 11345 h 57281"/>
                    <a:gd name="connsiteX23" fmla="*/ 10275 w 48847"/>
                    <a:gd name="connsiteY23" fmla="*/ 14641 h 57281"/>
                    <a:gd name="connsiteX24" fmla="*/ 13956 w 48847"/>
                    <a:gd name="connsiteY24" fmla="*/ 16354 h 57281"/>
                    <a:gd name="connsiteX25" fmla="*/ 32108 w 48847"/>
                    <a:gd name="connsiteY25" fmla="*/ 19950 h 57281"/>
                    <a:gd name="connsiteX26" fmla="*/ 44695 w 48847"/>
                    <a:gd name="connsiteY26" fmla="*/ 26029 h 57281"/>
                    <a:gd name="connsiteX27" fmla="*/ 48848 w 48847"/>
                    <a:gd name="connsiteY27" fmla="*/ 37417 h 57281"/>
                    <a:gd name="connsiteX28" fmla="*/ 42340 w 48847"/>
                    <a:gd name="connsiteY28" fmla="*/ 52273 h 57281"/>
                    <a:gd name="connsiteX29" fmla="*/ 22519 w 48847"/>
                    <a:gd name="connsiteY29" fmla="*/ 57196 h 57281"/>
                    <a:gd name="connsiteX30" fmla="*/ 4452 w 48847"/>
                    <a:gd name="connsiteY30" fmla="*/ 57196 h 5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8847" h="57281">
                      <a:moveTo>
                        <a:pt x="4452" y="57281"/>
                      </a:moveTo>
                      <a:cubicBezTo>
                        <a:pt x="2997" y="57281"/>
                        <a:pt x="1884" y="56982"/>
                        <a:pt x="1113" y="56382"/>
                      </a:cubicBezTo>
                      <a:cubicBezTo>
                        <a:pt x="385" y="55826"/>
                        <a:pt x="0" y="54970"/>
                        <a:pt x="0" y="53899"/>
                      </a:cubicBezTo>
                      <a:cubicBezTo>
                        <a:pt x="0" y="52786"/>
                        <a:pt x="385" y="51973"/>
                        <a:pt x="1113" y="51459"/>
                      </a:cubicBezTo>
                      <a:cubicBezTo>
                        <a:pt x="1884" y="50945"/>
                        <a:pt x="2997" y="50689"/>
                        <a:pt x="4538" y="50689"/>
                      </a:cubicBezTo>
                      <a:lnTo>
                        <a:pt x="24445" y="50689"/>
                      </a:lnTo>
                      <a:cubicBezTo>
                        <a:pt x="30738" y="50689"/>
                        <a:pt x="35191" y="49661"/>
                        <a:pt x="37802" y="47649"/>
                      </a:cubicBezTo>
                      <a:cubicBezTo>
                        <a:pt x="40414" y="45680"/>
                        <a:pt x="41698" y="42383"/>
                        <a:pt x="41698" y="37802"/>
                      </a:cubicBezTo>
                      <a:cubicBezTo>
                        <a:pt x="41698" y="34763"/>
                        <a:pt x="40885" y="32322"/>
                        <a:pt x="39258" y="30524"/>
                      </a:cubicBezTo>
                      <a:cubicBezTo>
                        <a:pt x="37588" y="28726"/>
                        <a:pt x="35020" y="27485"/>
                        <a:pt x="31595" y="26843"/>
                      </a:cubicBezTo>
                      <a:lnTo>
                        <a:pt x="14085" y="23332"/>
                      </a:lnTo>
                      <a:cubicBezTo>
                        <a:pt x="9119" y="22305"/>
                        <a:pt x="5737" y="21020"/>
                        <a:pt x="3939" y="19351"/>
                      </a:cubicBezTo>
                      <a:cubicBezTo>
                        <a:pt x="2183" y="17724"/>
                        <a:pt x="1284" y="15369"/>
                        <a:pt x="1284" y="12330"/>
                      </a:cubicBezTo>
                      <a:cubicBezTo>
                        <a:pt x="1284" y="8391"/>
                        <a:pt x="2911" y="5309"/>
                        <a:pt x="6122" y="3168"/>
                      </a:cubicBezTo>
                      <a:cubicBezTo>
                        <a:pt x="9376" y="1027"/>
                        <a:pt x="13956" y="0"/>
                        <a:pt x="19950" y="0"/>
                      </a:cubicBezTo>
                      <a:lnTo>
                        <a:pt x="39301" y="0"/>
                      </a:lnTo>
                      <a:cubicBezTo>
                        <a:pt x="40756" y="0"/>
                        <a:pt x="41912" y="257"/>
                        <a:pt x="42683" y="856"/>
                      </a:cubicBezTo>
                      <a:cubicBezTo>
                        <a:pt x="43453" y="1498"/>
                        <a:pt x="43839" y="2312"/>
                        <a:pt x="43839" y="3339"/>
                      </a:cubicBezTo>
                      <a:cubicBezTo>
                        <a:pt x="43839" y="4410"/>
                        <a:pt x="43453" y="5180"/>
                        <a:pt x="42640" y="5737"/>
                      </a:cubicBezTo>
                      <a:cubicBezTo>
                        <a:pt x="41869" y="6293"/>
                        <a:pt x="40713" y="6550"/>
                        <a:pt x="39172" y="6550"/>
                      </a:cubicBezTo>
                      <a:lnTo>
                        <a:pt x="17339" y="6550"/>
                      </a:lnTo>
                      <a:cubicBezTo>
                        <a:pt x="14256" y="6550"/>
                        <a:pt x="12116" y="6935"/>
                        <a:pt x="10960" y="7620"/>
                      </a:cubicBezTo>
                      <a:cubicBezTo>
                        <a:pt x="9761" y="8348"/>
                        <a:pt x="9162" y="9590"/>
                        <a:pt x="9162" y="11345"/>
                      </a:cubicBezTo>
                      <a:cubicBezTo>
                        <a:pt x="9162" y="12758"/>
                        <a:pt x="9547" y="13828"/>
                        <a:pt x="10275" y="14641"/>
                      </a:cubicBezTo>
                      <a:cubicBezTo>
                        <a:pt x="11003" y="15412"/>
                        <a:pt x="12244" y="15969"/>
                        <a:pt x="13956" y="16354"/>
                      </a:cubicBezTo>
                      <a:lnTo>
                        <a:pt x="32108" y="19950"/>
                      </a:lnTo>
                      <a:cubicBezTo>
                        <a:pt x="37759" y="21106"/>
                        <a:pt x="41955" y="23118"/>
                        <a:pt x="44695" y="26029"/>
                      </a:cubicBezTo>
                      <a:cubicBezTo>
                        <a:pt x="47478" y="28940"/>
                        <a:pt x="48848" y="32708"/>
                        <a:pt x="48848" y="37417"/>
                      </a:cubicBezTo>
                      <a:cubicBezTo>
                        <a:pt x="48848" y="44053"/>
                        <a:pt x="46664" y="49019"/>
                        <a:pt x="42340" y="52273"/>
                      </a:cubicBezTo>
                      <a:cubicBezTo>
                        <a:pt x="38016" y="55569"/>
                        <a:pt x="31423" y="57196"/>
                        <a:pt x="22519" y="57196"/>
                      </a:cubicBezTo>
                      <a:lnTo>
                        <a:pt x="4452" y="5719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>
                <a:xfrm>
                  <a:off x="11499665" y="6497827"/>
                  <a:ext cx="50131" cy="58394"/>
                </a:xfrm>
                <a:custGeom>
                  <a:avLst/>
                  <a:gdLst>
                    <a:gd name="connsiteX0" fmla="*/ 23161 w 50131"/>
                    <a:gd name="connsiteY0" fmla="*/ 58395 h 58394"/>
                    <a:gd name="connsiteX1" fmla="*/ 5009 w 50131"/>
                    <a:gd name="connsiteY1" fmla="*/ 58395 h 58394"/>
                    <a:gd name="connsiteX2" fmla="*/ 1327 w 50131"/>
                    <a:gd name="connsiteY2" fmla="*/ 57367 h 58394"/>
                    <a:gd name="connsiteX3" fmla="*/ 0 w 50131"/>
                    <a:gd name="connsiteY3" fmla="*/ 54456 h 58394"/>
                    <a:gd name="connsiteX4" fmla="*/ 1327 w 50131"/>
                    <a:gd name="connsiteY4" fmla="*/ 51545 h 58394"/>
                    <a:gd name="connsiteX5" fmla="*/ 5095 w 50131"/>
                    <a:gd name="connsiteY5" fmla="*/ 50646 h 58394"/>
                    <a:gd name="connsiteX6" fmla="*/ 25002 w 50131"/>
                    <a:gd name="connsiteY6" fmla="*/ 50646 h 58394"/>
                    <a:gd name="connsiteX7" fmla="*/ 38016 w 50131"/>
                    <a:gd name="connsiteY7" fmla="*/ 47735 h 58394"/>
                    <a:gd name="connsiteX8" fmla="*/ 41698 w 50131"/>
                    <a:gd name="connsiteY8" fmla="*/ 38359 h 58394"/>
                    <a:gd name="connsiteX9" fmla="*/ 39386 w 50131"/>
                    <a:gd name="connsiteY9" fmla="*/ 31509 h 58394"/>
                    <a:gd name="connsiteX10" fmla="*/ 32066 w 50131"/>
                    <a:gd name="connsiteY10" fmla="*/ 27999 h 58394"/>
                    <a:gd name="connsiteX11" fmla="*/ 14556 w 50131"/>
                    <a:gd name="connsiteY11" fmla="*/ 24488 h 58394"/>
                    <a:gd name="connsiteX12" fmla="*/ 4153 w 50131"/>
                    <a:gd name="connsiteY12" fmla="*/ 20378 h 58394"/>
                    <a:gd name="connsiteX13" fmla="*/ 1327 w 50131"/>
                    <a:gd name="connsiteY13" fmla="*/ 12929 h 58394"/>
                    <a:gd name="connsiteX14" fmla="*/ 6422 w 50131"/>
                    <a:gd name="connsiteY14" fmla="*/ 3254 h 58394"/>
                    <a:gd name="connsiteX15" fmla="*/ 20549 w 50131"/>
                    <a:gd name="connsiteY15" fmla="*/ 0 h 58394"/>
                    <a:gd name="connsiteX16" fmla="*/ 39900 w 50131"/>
                    <a:gd name="connsiteY16" fmla="*/ 0 h 58394"/>
                    <a:gd name="connsiteX17" fmla="*/ 43667 w 50131"/>
                    <a:gd name="connsiteY17" fmla="*/ 985 h 58394"/>
                    <a:gd name="connsiteX18" fmla="*/ 45080 w 50131"/>
                    <a:gd name="connsiteY18" fmla="*/ 3939 h 58394"/>
                    <a:gd name="connsiteX19" fmla="*/ 43625 w 50131"/>
                    <a:gd name="connsiteY19" fmla="*/ 6807 h 58394"/>
                    <a:gd name="connsiteX20" fmla="*/ 39814 w 50131"/>
                    <a:gd name="connsiteY20" fmla="*/ 7749 h 58394"/>
                    <a:gd name="connsiteX21" fmla="*/ 17981 w 50131"/>
                    <a:gd name="connsiteY21" fmla="*/ 7749 h 58394"/>
                    <a:gd name="connsiteX22" fmla="*/ 11902 w 50131"/>
                    <a:gd name="connsiteY22" fmla="*/ 8733 h 58394"/>
                    <a:gd name="connsiteX23" fmla="*/ 10403 w 50131"/>
                    <a:gd name="connsiteY23" fmla="*/ 11944 h 58394"/>
                    <a:gd name="connsiteX24" fmla="*/ 11388 w 50131"/>
                    <a:gd name="connsiteY24" fmla="*/ 14855 h 58394"/>
                    <a:gd name="connsiteX25" fmla="*/ 14770 w 50131"/>
                    <a:gd name="connsiteY25" fmla="*/ 16397 h 58394"/>
                    <a:gd name="connsiteX26" fmla="*/ 32922 w 50131"/>
                    <a:gd name="connsiteY26" fmla="*/ 19993 h 58394"/>
                    <a:gd name="connsiteX27" fmla="*/ 45808 w 50131"/>
                    <a:gd name="connsiteY27" fmla="*/ 26243 h 58394"/>
                    <a:gd name="connsiteX28" fmla="*/ 50132 w 50131"/>
                    <a:gd name="connsiteY28" fmla="*/ 38016 h 58394"/>
                    <a:gd name="connsiteX29" fmla="*/ 43368 w 50131"/>
                    <a:gd name="connsiteY29" fmla="*/ 53343 h 58394"/>
                    <a:gd name="connsiteX30" fmla="*/ 23161 w 50131"/>
                    <a:gd name="connsiteY30" fmla="*/ 58395 h 58394"/>
                    <a:gd name="connsiteX31" fmla="*/ 5137 w 50131"/>
                    <a:gd name="connsiteY31" fmla="*/ 51802 h 58394"/>
                    <a:gd name="connsiteX32" fmla="*/ 2012 w 50131"/>
                    <a:gd name="connsiteY32" fmla="*/ 52487 h 58394"/>
                    <a:gd name="connsiteX33" fmla="*/ 1156 w 50131"/>
                    <a:gd name="connsiteY33" fmla="*/ 54456 h 58394"/>
                    <a:gd name="connsiteX34" fmla="*/ 2055 w 50131"/>
                    <a:gd name="connsiteY34" fmla="*/ 56468 h 58394"/>
                    <a:gd name="connsiteX35" fmla="*/ 5052 w 50131"/>
                    <a:gd name="connsiteY35" fmla="*/ 57239 h 58394"/>
                    <a:gd name="connsiteX36" fmla="*/ 23204 w 50131"/>
                    <a:gd name="connsiteY36" fmla="*/ 57239 h 58394"/>
                    <a:gd name="connsiteX37" fmla="*/ 42683 w 50131"/>
                    <a:gd name="connsiteY37" fmla="*/ 52444 h 58394"/>
                    <a:gd name="connsiteX38" fmla="*/ 48976 w 50131"/>
                    <a:gd name="connsiteY38" fmla="*/ 38016 h 58394"/>
                    <a:gd name="connsiteX39" fmla="*/ 44952 w 50131"/>
                    <a:gd name="connsiteY39" fmla="*/ 27014 h 58394"/>
                    <a:gd name="connsiteX40" fmla="*/ 32665 w 50131"/>
                    <a:gd name="connsiteY40" fmla="*/ 21106 h 58394"/>
                    <a:gd name="connsiteX41" fmla="*/ 14513 w 50131"/>
                    <a:gd name="connsiteY41" fmla="*/ 17510 h 58394"/>
                    <a:gd name="connsiteX42" fmla="*/ 10532 w 50131"/>
                    <a:gd name="connsiteY42" fmla="*/ 15626 h 58394"/>
                    <a:gd name="connsiteX43" fmla="*/ 9247 w 50131"/>
                    <a:gd name="connsiteY43" fmla="*/ 11944 h 58394"/>
                    <a:gd name="connsiteX44" fmla="*/ 11302 w 50131"/>
                    <a:gd name="connsiteY44" fmla="*/ 7749 h 58394"/>
                    <a:gd name="connsiteX45" fmla="*/ 17981 w 50131"/>
                    <a:gd name="connsiteY45" fmla="*/ 6593 h 58394"/>
                    <a:gd name="connsiteX46" fmla="*/ 39814 w 50131"/>
                    <a:gd name="connsiteY46" fmla="*/ 6593 h 58394"/>
                    <a:gd name="connsiteX47" fmla="*/ 42940 w 50131"/>
                    <a:gd name="connsiteY47" fmla="*/ 5865 h 58394"/>
                    <a:gd name="connsiteX48" fmla="*/ 43924 w 50131"/>
                    <a:gd name="connsiteY48" fmla="*/ 3939 h 58394"/>
                    <a:gd name="connsiteX49" fmla="*/ 42940 w 50131"/>
                    <a:gd name="connsiteY49" fmla="*/ 1884 h 58394"/>
                    <a:gd name="connsiteX50" fmla="*/ 39900 w 50131"/>
                    <a:gd name="connsiteY50" fmla="*/ 1156 h 58394"/>
                    <a:gd name="connsiteX51" fmla="*/ 20549 w 50131"/>
                    <a:gd name="connsiteY51" fmla="*/ 1156 h 58394"/>
                    <a:gd name="connsiteX52" fmla="*/ 7064 w 50131"/>
                    <a:gd name="connsiteY52" fmla="*/ 4238 h 58394"/>
                    <a:gd name="connsiteX53" fmla="*/ 2483 w 50131"/>
                    <a:gd name="connsiteY53" fmla="*/ 12929 h 58394"/>
                    <a:gd name="connsiteX54" fmla="*/ 4966 w 50131"/>
                    <a:gd name="connsiteY54" fmla="*/ 19522 h 58394"/>
                    <a:gd name="connsiteX55" fmla="*/ 14813 w 50131"/>
                    <a:gd name="connsiteY55" fmla="*/ 23375 h 58394"/>
                    <a:gd name="connsiteX56" fmla="*/ 32323 w 50131"/>
                    <a:gd name="connsiteY56" fmla="*/ 26885 h 58394"/>
                    <a:gd name="connsiteX57" fmla="*/ 40285 w 50131"/>
                    <a:gd name="connsiteY57" fmla="*/ 30738 h 58394"/>
                    <a:gd name="connsiteX58" fmla="*/ 42897 w 50131"/>
                    <a:gd name="connsiteY58" fmla="*/ 38402 h 58394"/>
                    <a:gd name="connsiteX59" fmla="*/ 38744 w 50131"/>
                    <a:gd name="connsiteY59" fmla="*/ 48676 h 58394"/>
                    <a:gd name="connsiteX60" fmla="*/ 25002 w 50131"/>
                    <a:gd name="connsiteY60" fmla="*/ 51802 h 58394"/>
                    <a:gd name="connsiteX61" fmla="*/ 5137 w 50131"/>
                    <a:gd name="connsiteY61" fmla="*/ 51802 h 5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0131" h="58394">
                      <a:moveTo>
                        <a:pt x="23161" y="58395"/>
                      </a:moveTo>
                      <a:lnTo>
                        <a:pt x="5009" y="58395"/>
                      </a:lnTo>
                      <a:cubicBezTo>
                        <a:pt x="3425" y="58395"/>
                        <a:pt x="2226" y="58052"/>
                        <a:pt x="1327" y="57367"/>
                      </a:cubicBezTo>
                      <a:cubicBezTo>
                        <a:pt x="471" y="56682"/>
                        <a:pt x="0" y="55655"/>
                        <a:pt x="0" y="54456"/>
                      </a:cubicBezTo>
                      <a:cubicBezTo>
                        <a:pt x="0" y="53214"/>
                        <a:pt x="471" y="52187"/>
                        <a:pt x="1327" y="51545"/>
                      </a:cubicBezTo>
                      <a:cubicBezTo>
                        <a:pt x="2226" y="50945"/>
                        <a:pt x="3468" y="50646"/>
                        <a:pt x="5095" y="50646"/>
                      </a:cubicBezTo>
                      <a:lnTo>
                        <a:pt x="25002" y="50646"/>
                      </a:lnTo>
                      <a:cubicBezTo>
                        <a:pt x="31124" y="50646"/>
                        <a:pt x="35490" y="49661"/>
                        <a:pt x="38016" y="47735"/>
                      </a:cubicBezTo>
                      <a:cubicBezTo>
                        <a:pt x="40457" y="45894"/>
                        <a:pt x="41698" y="42726"/>
                        <a:pt x="41698" y="38359"/>
                      </a:cubicBezTo>
                      <a:cubicBezTo>
                        <a:pt x="41698" y="35448"/>
                        <a:pt x="40927" y="33136"/>
                        <a:pt x="39386" y="31509"/>
                      </a:cubicBezTo>
                      <a:cubicBezTo>
                        <a:pt x="37802" y="29797"/>
                        <a:pt x="35362" y="28641"/>
                        <a:pt x="32066" y="27999"/>
                      </a:cubicBezTo>
                      <a:lnTo>
                        <a:pt x="14556" y="24488"/>
                      </a:lnTo>
                      <a:cubicBezTo>
                        <a:pt x="9461" y="23461"/>
                        <a:pt x="6036" y="22091"/>
                        <a:pt x="4153" y="20378"/>
                      </a:cubicBezTo>
                      <a:cubicBezTo>
                        <a:pt x="2269" y="18623"/>
                        <a:pt x="1327" y="16140"/>
                        <a:pt x="1327" y="12929"/>
                      </a:cubicBezTo>
                      <a:cubicBezTo>
                        <a:pt x="1327" y="8776"/>
                        <a:pt x="3040" y="5523"/>
                        <a:pt x="6422" y="3254"/>
                      </a:cubicBezTo>
                      <a:cubicBezTo>
                        <a:pt x="9761" y="1070"/>
                        <a:pt x="14427" y="0"/>
                        <a:pt x="20549" y="0"/>
                      </a:cubicBezTo>
                      <a:lnTo>
                        <a:pt x="39900" y="0"/>
                      </a:lnTo>
                      <a:cubicBezTo>
                        <a:pt x="41570" y="0"/>
                        <a:pt x="42768" y="342"/>
                        <a:pt x="43667" y="985"/>
                      </a:cubicBezTo>
                      <a:cubicBezTo>
                        <a:pt x="44609" y="1755"/>
                        <a:pt x="45080" y="2740"/>
                        <a:pt x="45080" y="3939"/>
                      </a:cubicBezTo>
                      <a:cubicBezTo>
                        <a:pt x="45080" y="5180"/>
                        <a:pt x="44566" y="6165"/>
                        <a:pt x="43625" y="6807"/>
                      </a:cubicBezTo>
                      <a:cubicBezTo>
                        <a:pt x="42768" y="7406"/>
                        <a:pt x="41484" y="7749"/>
                        <a:pt x="39814" y="7749"/>
                      </a:cubicBezTo>
                      <a:lnTo>
                        <a:pt x="17981" y="7749"/>
                      </a:lnTo>
                      <a:cubicBezTo>
                        <a:pt x="14342" y="7749"/>
                        <a:pt x="12672" y="8305"/>
                        <a:pt x="11902" y="8733"/>
                      </a:cubicBezTo>
                      <a:cubicBezTo>
                        <a:pt x="10874" y="9376"/>
                        <a:pt x="10403" y="10403"/>
                        <a:pt x="10403" y="11944"/>
                      </a:cubicBezTo>
                      <a:cubicBezTo>
                        <a:pt x="10403" y="13186"/>
                        <a:pt x="10703" y="14128"/>
                        <a:pt x="11388" y="14855"/>
                      </a:cubicBezTo>
                      <a:cubicBezTo>
                        <a:pt x="12030" y="15540"/>
                        <a:pt x="13186" y="16054"/>
                        <a:pt x="14770" y="16397"/>
                      </a:cubicBezTo>
                      <a:lnTo>
                        <a:pt x="32922" y="19993"/>
                      </a:lnTo>
                      <a:cubicBezTo>
                        <a:pt x="38658" y="21149"/>
                        <a:pt x="42982" y="23246"/>
                        <a:pt x="45808" y="26243"/>
                      </a:cubicBezTo>
                      <a:cubicBezTo>
                        <a:pt x="48676" y="29240"/>
                        <a:pt x="50132" y="33179"/>
                        <a:pt x="50132" y="38016"/>
                      </a:cubicBezTo>
                      <a:cubicBezTo>
                        <a:pt x="50132" y="44823"/>
                        <a:pt x="47863" y="49961"/>
                        <a:pt x="43368" y="53343"/>
                      </a:cubicBezTo>
                      <a:cubicBezTo>
                        <a:pt x="38873" y="56725"/>
                        <a:pt x="32280" y="58395"/>
                        <a:pt x="23161" y="58395"/>
                      </a:cubicBezTo>
                      <a:close/>
                      <a:moveTo>
                        <a:pt x="5137" y="51802"/>
                      </a:moveTo>
                      <a:cubicBezTo>
                        <a:pt x="3725" y="51802"/>
                        <a:pt x="2697" y="52016"/>
                        <a:pt x="2012" y="52487"/>
                      </a:cubicBezTo>
                      <a:cubicBezTo>
                        <a:pt x="1456" y="52915"/>
                        <a:pt x="1156" y="53557"/>
                        <a:pt x="1156" y="54456"/>
                      </a:cubicBezTo>
                      <a:cubicBezTo>
                        <a:pt x="1156" y="55312"/>
                        <a:pt x="1456" y="55997"/>
                        <a:pt x="2055" y="56468"/>
                      </a:cubicBezTo>
                      <a:cubicBezTo>
                        <a:pt x="2740" y="56982"/>
                        <a:pt x="3682" y="57239"/>
                        <a:pt x="5052" y="57239"/>
                      </a:cubicBezTo>
                      <a:lnTo>
                        <a:pt x="23204" y="57239"/>
                      </a:lnTo>
                      <a:cubicBezTo>
                        <a:pt x="31894" y="57239"/>
                        <a:pt x="38444" y="55612"/>
                        <a:pt x="42683" y="52444"/>
                      </a:cubicBezTo>
                      <a:cubicBezTo>
                        <a:pt x="46835" y="49276"/>
                        <a:pt x="48976" y="44438"/>
                        <a:pt x="48976" y="38016"/>
                      </a:cubicBezTo>
                      <a:cubicBezTo>
                        <a:pt x="48976" y="33478"/>
                        <a:pt x="47606" y="29797"/>
                        <a:pt x="44952" y="27014"/>
                      </a:cubicBezTo>
                      <a:cubicBezTo>
                        <a:pt x="42297" y="24188"/>
                        <a:pt x="38188" y="22219"/>
                        <a:pt x="32665" y="21106"/>
                      </a:cubicBezTo>
                      <a:lnTo>
                        <a:pt x="14513" y="17510"/>
                      </a:lnTo>
                      <a:cubicBezTo>
                        <a:pt x="12715" y="17124"/>
                        <a:pt x="11345" y="16482"/>
                        <a:pt x="10532" y="15626"/>
                      </a:cubicBezTo>
                      <a:cubicBezTo>
                        <a:pt x="9675" y="14641"/>
                        <a:pt x="9247" y="13443"/>
                        <a:pt x="9247" y="11944"/>
                      </a:cubicBezTo>
                      <a:cubicBezTo>
                        <a:pt x="9247" y="10018"/>
                        <a:pt x="9932" y="8605"/>
                        <a:pt x="11302" y="7749"/>
                      </a:cubicBezTo>
                      <a:cubicBezTo>
                        <a:pt x="12586" y="6978"/>
                        <a:pt x="14855" y="6593"/>
                        <a:pt x="17981" y="6593"/>
                      </a:cubicBezTo>
                      <a:lnTo>
                        <a:pt x="39814" y="6593"/>
                      </a:lnTo>
                      <a:cubicBezTo>
                        <a:pt x="41184" y="6593"/>
                        <a:pt x="42297" y="6336"/>
                        <a:pt x="42940" y="5865"/>
                      </a:cubicBezTo>
                      <a:cubicBezTo>
                        <a:pt x="43582" y="5394"/>
                        <a:pt x="43924" y="4795"/>
                        <a:pt x="43924" y="3939"/>
                      </a:cubicBezTo>
                      <a:cubicBezTo>
                        <a:pt x="43924" y="3082"/>
                        <a:pt x="43625" y="2440"/>
                        <a:pt x="42940" y="1884"/>
                      </a:cubicBezTo>
                      <a:cubicBezTo>
                        <a:pt x="42297" y="1370"/>
                        <a:pt x="41313" y="1156"/>
                        <a:pt x="39900" y="1156"/>
                      </a:cubicBezTo>
                      <a:lnTo>
                        <a:pt x="20549" y="1156"/>
                      </a:lnTo>
                      <a:cubicBezTo>
                        <a:pt x="14684" y="1156"/>
                        <a:pt x="10146" y="2183"/>
                        <a:pt x="7064" y="4238"/>
                      </a:cubicBezTo>
                      <a:cubicBezTo>
                        <a:pt x="4024" y="6250"/>
                        <a:pt x="2483" y="9204"/>
                        <a:pt x="2483" y="12929"/>
                      </a:cubicBezTo>
                      <a:cubicBezTo>
                        <a:pt x="2483" y="15797"/>
                        <a:pt x="3297" y="17981"/>
                        <a:pt x="4966" y="19522"/>
                      </a:cubicBezTo>
                      <a:cubicBezTo>
                        <a:pt x="6679" y="21106"/>
                        <a:pt x="9975" y="22390"/>
                        <a:pt x="14813" y="23375"/>
                      </a:cubicBezTo>
                      <a:lnTo>
                        <a:pt x="32323" y="26885"/>
                      </a:lnTo>
                      <a:cubicBezTo>
                        <a:pt x="35833" y="27570"/>
                        <a:pt x="38530" y="28855"/>
                        <a:pt x="40285" y="30738"/>
                      </a:cubicBezTo>
                      <a:cubicBezTo>
                        <a:pt x="42041" y="32622"/>
                        <a:pt x="42897" y="35191"/>
                        <a:pt x="42897" y="38402"/>
                      </a:cubicBezTo>
                      <a:cubicBezTo>
                        <a:pt x="42897" y="43154"/>
                        <a:pt x="41484" y="46621"/>
                        <a:pt x="38744" y="48676"/>
                      </a:cubicBezTo>
                      <a:cubicBezTo>
                        <a:pt x="36004" y="50774"/>
                        <a:pt x="31381" y="51802"/>
                        <a:pt x="25002" y="51802"/>
                      </a:cubicBezTo>
                      <a:lnTo>
                        <a:pt x="5137" y="5180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32" name="图形 4"/>
              <p:cNvGrpSpPr/>
              <p:nvPr/>
            </p:nvGrpSpPr>
            <p:grpSpPr>
              <a:xfrm>
                <a:off x="11587941" y="6496671"/>
                <a:ext cx="53428" cy="59550"/>
                <a:chOff x="11587941" y="6496671"/>
                <a:chExt cx="53428" cy="59550"/>
              </a:xfrm>
              <a:solidFill>
                <a:srgbClr val="A5A7AA"/>
              </a:solidFill>
            </p:grpSpPr>
            <p:sp>
              <p:nvSpPr>
                <p:cNvPr id="33" name="任意多边形: 形状 32"/>
                <p:cNvSpPr/>
                <p:nvPr/>
              </p:nvSpPr>
              <p:spPr>
                <a:xfrm>
                  <a:off x="11588455" y="6497270"/>
                  <a:ext cx="52272" cy="58351"/>
                </a:xfrm>
                <a:custGeom>
                  <a:avLst/>
                  <a:gdLst>
                    <a:gd name="connsiteX0" fmla="*/ 46536 w 52272"/>
                    <a:gd name="connsiteY0" fmla="*/ 51844 h 58351"/>
                    <a:gd name="connsiteX1" fmla="*/ 49918 w 52272"/>
                    <a:gd name="connsiteY1" fmla="*/ 52658 h 58351"/>
                    <a:gd name="connsiteX2" fmla="*/ 51074 w 52272"/>
                    <a:gd name="connsiteY2" fmla="*/ 55055 h 58351"/>
                    <a:gd name="connsiteX3" fmla="*/ 49961 w 52272"/>
                    <a:gd name="connsiteY3" fmla="*/ 57538 h 58351"/>
                    <a:gd name="connsiteX4" fmla="*/ 46536 w 52272"/>
                    <a:gd name="connsiteY4" fmla="*/ 58352 h 58351"/>
                    <a:gd name="connsiteX5" fmla="*/ 35191 w 52272"/>
                    <a:gd name="connsiteY5" fmla="*/ 58352 h 58351"/>
                    <a:gd name="connsiteX6" fmla="*/ 21149 w 52272"/>
                    <a:gd name="connsiteY6" fmla="*/ 57196 h 58351"/>
                    <a:gd name="connsiteX7" fmla="*/ 11730 w 52272"/>
                    <a:gd name="connsiteY7" fmla="*/ 53343 h 58351"/>
                    <a:gd name="connsiteX8" fmla="*/ 3125 w 52272"/>
                    <a:gd name="connsiteY8" fmla="*/ 43325 h 58351"/>
                    <a:gd name="connsiteX9" fmla="*/ 0 w 52272"/>
                    <a:gd name="connsiteY9" fmla="*/ 29069 h 58351"/>
                    <a:gd name="connsiteX10" fmla="*/ 7663 w 52272"/>
                    <a:gd name="connsiteY10" fmla="*/ 8263 h 58351"/>
                    <a:gd name="connsiteX11" fmla="*/ 27099 w 52272"/>
                    <a:gd name="connsiteY11" fmla="*/ 0 h 58351"/>
                    <a:gd name="connsiteX12" fmla="*/ 44994 w 52272"/>
                    <a:gd name="connsiteY12" fmla="*/ 6935 h 58351"/>
                    <a:gd name="connsiteX13" fmla="*/ 52272 w 52272"/>
                    <a:gd name="connsiteY13" fmla="*/ 23589 h 58351"/>
                    <a:gd name="connsiteX14" fmla="*/ 52272 w 52272"/>
                    <a:gd name="connsiteY14" fmla="*/ 25772 h 58351"/>
                    <a:gd name="connsiteX15" fmla="*/ 51373 w 52272"/>
                    <a:gd name="connsiteY15" fmla="*/ 27999 h 58351"/>
                    <a:gd name="connsiteX16" fmla="*/ 48805 w 52272"/>
                    <a:gd name="connsiteY16" fmla="*/ 28769 h 58351"/>
                    <a:gd name="connsiteX17" fmla="*/ 7834 w 52272"/>
                    <a:gd name="connsiteY17" fmla="*/ 28769 h 58351"/>
                    <a:gd name="connsiteX18" fmla="*/ 7834 w 52272"/>
                    <a:gd name="connsiteY18" fmla="*/ 29069 h 58351"/>
                    <a:gd name="connsiteX19" fmla="*/ 13914 w 52272"/>
                    <a:gd name="connsiteY19" fmla="*/ 46621 h 58351"/>
                    <a:gd name="connsiteX20" fmla="*/ 34549 w 52272"/>
                    <a:gd name="connsiteY20" fmla="*/ 51844 h 58351"/>
                    <a:gd name="connsiteX21" fmla="*/ 46536 w 52272"/>
                    <a:gd name="connsiteY21" fmla="*/ 51844 h 58351"/>
                    <a:gd name="connsiteX22" fmla="*/ 8519 w 52272"/>
                    <a:gd name="connsiteY22" fmla="*/ 22647 h 58351"/>
                    <a:gd name="connsiteX23" fmla="*/ 44780 w 52272"/>
                    <a:gd name="connsiteY23" fmla="*/ 22647 h 58351"/>
                    <a:gd name="connsiteX24" fmla="*/ 39557 w 52272"/>
                    <a:gd name="connsiteY24" fmla="*/ 10532 h 58351"/>
                    <a:gd name="connsiteX25" fmla="*/ 26629 w 52272"/>
                    <a:gd name="connsiteY25" fmla="*/ 5994 h 58351"/>
                    <a:gd name="connsiteX26" fmla="*/ 13871 w 52272"/>
                    <a:gd name="connsiteY26" fmla="*/ 10532 h 58351"/>
                    <a:gd name="connsiteX27" fmla="*/ 8519 w 52272"/>
                    <a:gd name="connsiteY27" fmla="*/ 22647 h 5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2272" h="58351">
                      <a:moveTo>
                        <a:pt x="46536" y="51844"/>
                      </a:moveTo>
                      <a:cubicBezTo>
                        <a:pt x="48034" y="51844"/>
                        <a:pt x="49147" y="52144"/>
                        <a:pt x="49918" y="52658"/>
                      </a:cubicBezTo>
                      <a:cubicBezTo>
                        <a:pt x="50688" y="53214"/>
                        <a:pt x="51074" y="54028"/>
                        <a:pt x="51074" y="55055"/>
                      </a:cubicBezTo>
                      <a:cubicBezTo>
                        <a:pt x="51074" y="56126"/>
                        <a:pt x="50688" y="56939"/>
                        <a:pt x="49961" y="57538"/>
                      </a:cubicBezTo>
                      <a:cubicBezTo>
                        <a:pt x="49190" y="58138"/>
                        <a:pt x="48034" y="58352"/>
                        <a:pt x="46536" y="58352"/>
                      </a:cubicBezTo>
                      <a:lnTo>
                        <a:pt x="35191" y="58352"/>
                      </a:lnTo>
                      <a:cubicBezTo>
                        <a:pt x="29411" y="58352"/>
                        <a:pt x="24702" y="57966"/>
                        <a:pt x="21149" y="57196"/>
                      </a:cubicBezTo>
                      <a:cubicBezTo>
                        <a:pt x="17595" y="56425"/>
                        <a:pt x="14470" y="55141"/>
                        <a:pt x="11730" y="53343"/>
                      </a:cubicBezTo>
                      <a:cubicBezTo>
                        <a:pt x="8134" y="50988"/>
                        <a:pt x="5266" y="47606"/>
                        <a:pt x="3125" y="43325"/>
                      </a:cubicBezTo>
                      <a:cubicBezTo>
                        <a:pt x="1027" y="38958"/>
                        <a:pt x="0" y="34249"/>
                        <a:pt x="0" y="29069"/>
                      </a:cubicBezTo>
                      <a:cubicBezTo>
                        <a:pt x="0" y="20678"/>
                        <a:pt x="2569" y="13742"/>
                        <a:pt x="7663" y="8263"/>
                      </a:cubicBezTo>
                      <a:cubicBezTo>
                        <a:pt x="12758" y="2783"/>
                        <a:pt x="19265" y="0"/>
                        <a:pt x="27099" y="0"/>
                      </a:cubicBezTo>
                      <a:cubicBezTo>
                        <a:pt x="34121" y="0"/>
                        <a:pt x="40071" y="2312"/>
                        <a:pt x="44994" y="6935"/>
                      </a:cubicBezTo>
                      <a:cubicBezTo>
                        <a:pt x="49875" y="11559"/>
                        <a:pt x="52272" y="17124"/>
                        <a:pt x="52272" y="23589"/>
                      </a:cubicBezTo>
                      <a:lnTo>
                        <a:pt x="52272" y="25772"/>
                      </a:lnTo>
                      <a:cubicBezTo>
                        <a:pt x="52272" y="26757"/>
                        <a:pt x="51973" y="27485"/>
                        <a:pt x="51373" y="27999"/>
                      </a:cubicBezTo>
                      <a:cubicBezTo>
                        <a:pt x="50817" y="28512"/>
                        <a:pt x="49918" y="28769"/>
                        <a:pt x="48805" y="28769"/>
                      </a:cubicBezTo>
                      <a:lnTo>
                        <a:pt x="7834" y="28769"/>
                      </a:lnTo>
                      <a:lnTo>
                        <a:pt x="7834" y="29069"/>
                      </a:lnTo>
                      <a:cubicBezTo>
                        <a:pt x="7834" y="37246"/>
                        <a:pt x="9847" y="43111"/>
                        <a:pt x="13914" y="46621"/>
                      </a:cubicBezTo>
                      <a:cubicBezTo>
                        <a:pt x="17938" y="50132"/>
                        <a:pt x="24830" y="51844"/>
                        <a:pt x="34549" y="51844"/>
                      </a:cubicBezTo>
                      <a:lnTo>
                        <a:pt x="46536" y="51844"/>
                      </a:lnTo>
                      <a:close/>
                      <a:moveTo>
                        <a:pt x="8519" y="22647"/>
                      </a:moveTo>
                      <a:lnTo>
                        <a:pt x="44780" y="22647"/>
                      </a:lnTo>
                      <a:cubicBezTo>
                        <a:pt x="44566" y="17553"/>
                        <a:pt x="42811" y="13486"/>
                        <a:pt x="39557" y="10532"/>
                      </a:cubicBezTo>
                      <a:cubicBezTo>
                        <a:pt x="36304" y="7535"/>
                        <a:pt x="31980" y="5994"/>
                        <a:pt x="26629" y="5994"/>
                      </a:cubicBezTo>
                      <a:cubicBezTo>
                        <a:pt x="21406" y="5994"/>
                        <a:pt x="17167" y="7535"/>
                        <a:pt x="13871" y="10532"/>
                      </a:cubicBezTo>
                      <a:cubicBezTo>
                        <a:pt x="10617" y="13443"/>
                        <a:pt x="8819" y="17553"/>
                        <a:pt x="8519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4" name="任意多边形: 形状 33"/>
                <p:cNvSpPr/>
                <p:nvPr/>
              </p:nvSpPr>
              <p:spPr>
                <a:xfrm>
                  <a:off x="11587941" y="6496671"/>
                  <a:ext cx="53428" cy="59550"/>
                </a:xfrm>
                <a:custGeom>
                  <a:avLst/>
                  <a:gdLst>
                    <a:gd name="connsiteX0" fmla="*/ 47050 w 53428"/>
                    <a:gd name="connsiteY0" fmla="*/ 59550 h 59550"/>
                    <a:gd name="connsiteX1" fmla="*/ 35705 w 53428"/>
                    <a:gd name="connsiteY1" fmla="*/ 59550 h 59550"/>
                    <a:gd name="connsiteX2" fmla="*/ 21534 w 53428"/>
                    <a:gd name="connsiteY2" fmla="*/ 58352 h 59550"/>
                    <a:gd name="connsiteX3" fmla="*/ 11944 w 53428"/>
                    <a:gd name="connsiteY3" fmla="*/ 54413 h 59550"/>
                    <a:gd name="connsiteX4" fmla="*/ 3168 w 53428"/>
                    <a:gd name="connsiteY4" fmla="*/ 44181 h 59550"/>
                    <a:gd name="connsiteX5" fmla="*/ 0 w 53428"/>
                    <a:gd name="connsiteY5" fmla="*/ 29668 h 59550"/>
                    <a:gd name="connsiteX6" fmla="*/ 7792 w 53428"/>
                    <a:gd name="connsiteY6" fmla="*/ 8434 h 59550"/>
                    <a:gd name="connsiteX7" fmla="*/ 27656 w 53428"/>
                    <a:gd name="connsiteY7" fmla="*/ 0 h 59550"/>
                    <a:gd name="connsiteX8" fmla="*/ 45936 w 53428"/>
                    <a:gd name="connsiteY8" fmla="*/ 7064 h 59550"/>
                    <a:gd name="connsiteX9" fmla="*/ 53428 w 53428"/>
                    <a:gd name="connsiteY9" fmla="*/ 24146 h 59550"/>
                    <a:gd name="connsiteX10" fmla="*/ 53428 w 53428"/>
                    <a:gd name="connsiteY10" fmla="*/ 26329 h 59550"/>
                    <a:gd name="connsiteX11" fmla="*/ 52358 w 53428"/>
                    <a:gd name="connsiteY11" fmla="*/ 28983 h 59550"/>
                    <a:gd name="connsiteX12" fmla="*/ 49404 w 53428"/>
                    <a:gd name="connsiteY12" fmla="*/ 29925 h 59550"/>
                    <a:gd name="connsiteX13" fmla="*/ 9033 w 53428"/>
                    <a:gd name="connsiteY13" fmla="*/ 29925 h 59550"/>
                    <a:gd name="connsiteX14" fmla="*/ 14941 w 53428"/>
                    <a:gd name="connsiteY14" fmla="*/ 46750 h 59550"/>
                    <a:gd name="connsiteX15" fmla="*/ 35191 w 53428"/>
                    <a:gd name="connsiteY15" fmla="*/ 51844 h 59550"/>
                    <a:gd name="connsiteX16" fmla="*/ 47135 w 53428"/>
                    <a:gd name="connsiteY16" fmla="*/ 51844 h 59550"/>
                    <a:gd name="connsiteX17" fmla="*/ 50860 w 53428"/>
                    <a:gd name="connsiteY17" fmla="*/ 52786 h 59550"/>
                    <a:gd name="connsiteX18" fmla="*/ 52273 w 53428"/>
                    <a:gd name="connsiteY18" fmla="*/ 55655 h 59550"/>
                    <a:gd name="connsiteX19" fmla="*/ 50945 w 53428"/>
                    <a:gd name="connsiteY19" fmla="*/ 58566 h 59550"/>
                    <a:gd name="connsiteX20" fmla="*/ 47050 w 53428"/>
                    <a:gd name="connsiteY20" fmla="*/ 59550 h 59550"/>
                    <a:gd name="connsiteX21" fmla="*/ 27613 w 53428"/>
                    <a:gd name="connsiteY21" fmla="*/ 1199 h 59550"/>
                    <a:gd name="connsiteX22" fmla="*/ 8605 w 53428"/>
                    <a:gd name="connsiteY22" fmla="*/ 9247 h 59550"/>
                    <a:gd name="connsiteX23" fmla="*/ 1113 w 53428"/>
                    <a:gd name="connsiteY23" fmla="*/ 29668 h 59550"/>
                    <a:gd name="connsiteX24" fmla="*/ 4196 w 53428"/>
                    <a:gd name="connsiteY24" fmla="*/ 43667 h 59550"/>
                    <a:gd name="connsiteX25" fmla="*/ 12586 w 53428"/>
                    <a:gd name="connsiteY25" fmla="*/ 53428 h 59550"/>
                    <a:gd name="connsiteX26" fmla="*/ 21791 w 53428"/>
                    <a:gd name="connsiteY26" fmla="*/ 57196 h 59550"/>
                    <a:gd name="connsiteX27" fmla="*/ 35705 w 53428"/>
                    <a:gd name="connsiteY27" fmla="*/ 58352 h 59550"/>
                    <a:gd name="connsiteX28" fmla="*/ 47050 w 53428"/>
                    <a:gd name="connsiteY28" fmla="*/ 58352 h 59550"/>
                    <a:gd name="connsiteX29" fmla="*/ 50132 w 53428"/>
                    <a:gd name="connsiteY29" fmla="*/ 57624 h 59550"/>
                    <a:gd name="connsiteX30" fmla="*/ 51031 w 53428"/>
                    <a:gd name="connsiteY30" fmla="*/ 55612 h 59550"/>
                    <a:gd name="connsiteX31" fmla="*/ 50089 w 53428"/>
                    <a:gd name="connsiteY31" fmla="*/ 53685 h 59550"/>
                    <a:gd name="connsiteX32" fmla="*/ 47007 w 53428"/>
                    <a:gd name="connsiteY32" fmla="*/ 52957 h 59550"/>
                    <a:gd name="connsiteX33" fmla="*/ 35062 w 53428"/>
                    <a:gd name="connsiteY33" fmla="*/ 52957 h 59550"/>
                    <a:gd name="connsiteX34" fmla="*/ 14042 w 53428"/>
                    <a:gd name="connsiteY34" fmla="*/ 47563 h 59550"/>
                    <a:gd name="connsiteX35" fmla="*/ 7749 w 53428"/>
                    <a:gd name="connsiteY35" fmla="*/ 29583 h 59550"/>
                    <a:gd name="connsiteX36" fmla="*/ 7749 w 53428"/>
                    <a:gd name="connsiteY36" fmla="*/ 28684 h 59550"/>
                    <a:gd name="connsiteX37" fmla="*/ 49276 w 53428"/>
                    <a:gd name="connsiteY37" fmla="*/ 28684 h 59550"/>
                    <a:gd name="connsiteX38" fmla="*/ 51459 w 53428"/>
                    <a:gd name="connsiteY38" fmla="*/ 28041 h 59550"/>
                    <a:gd name="connsiteX39" fmla="*/ 52144 w 53428"/>
                    <a:gd name="connsiteY39" fmla="*/ 26243 h 59550"/>
                    <a:gd name="connsiteX40" fmla="*/ 52144 w 53428"/>
                    <a:gd name="connsiteY40" fmla="*/ 24060 h 59550"/>
                    <a:gd name="connsiteX41" fmla="*/ 45037 w 53428"/>
                    <a:gd name="connsiteY41" fmla="*/ 7834 h 59550"/>
                    <a:gd name="connsiteX42" fmla="*/ 27613 w 53428"/>
                    <a:gd name="connsiteY42" fmla="*/ 1199 h 59550"/>
                    <a:gd name="connsiteX43" fmla="*/ 45894 w 53428"/>
                    <a:gd name="connsiteY43" fmla="*/ 23803 h 59550"/>
                    <a:gd name="connsiteX44" fmla="*/ 8434 w 53428"/>
                    <a:gd name="connsiteY44" fmla="*/ 23803 h 59550"/>
                    <a:gd name="connsiteX45" fmla="*/ 8477 w 53428"/>
                    <a:gd name="connsiteY45" fmla="*/ 23204 h 59550"/>
                    <a:gd name="connsiteX46" fmla="*/ 14042 w 53428"/>
                    <a:gd name="connsiteY46" fmla="*/ 10703 h 59550"/>
                    <a:gd name="connsiteX47" fmla="*/ 27185 w 53428"/>
                    <a:gd name="connsiteY47" fmla="*/ 6036 h 59550"/>
                    <a:gd name="connsiteX48" fmla="*/ 40499 w 53428"/>
                    <a:gd name="connsiteY48" fmla="*/ 10703 h 59550"/>
                    <a:gd name="connsiteX49" fmla="*/ 45894 w 53428"/>
                    <a:gd name="connsiteY49" fmla="*/ 23246 h 59550"/>
                    <a:gd name="connsiteX50" fmla="*/ 45894 w 53428"/>
                    <a:gd name="connsiteY50" fmla="*/ 23803 h 59550"/>
                    <a:gd name="connsiteX51" fmla="*/ 9675 w 53428"/>
                    <a:gd name="connsiteY51" fmla="*/ 22647 h 59550"/>
                    <a:gd name="connsiteX52" fmla="*/ 44695 w 53428"/>
                    <a:gd name="connsiteY52" fmla="*/ 22647 h 59550"/>
                    <a:gd name="connsiteX53" fmla="*/ 39686 w 53428"/>
                    <a:gd name="connsiteY53" fmla="*/ 11516 h 59550"/>
                    <a:gd name="connsiteX54" fmla="*/ 27142 w 53428"/>
                    <a:gd name="connsiteY54" fmla="*/ 7149 h 59550"/>
                    <a:gd name="connsiteX55" fmla="*/ 14770 w 53428"/>
                    <a:gd name="connsiteY55" fmla="*/ 11516 h 59550"/>
                    <a:gd name="connsiteX56" fmla="*/ 9675 w 53428"/>
                    <a:gd name="connsiteY56" fmla="*/ 22647 h 5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53428" h="59550">
                      <a:moveTo>
                        <a:pt x="47050" y="59550"/>
                      </a:moveTo>
                      <a:lnTo>
                        <a:pt x="35705" y="59550"/>
                      </a:lnTo>
                      <a:cubicBezTo>
                        <a:pt x="29711" y="59550"/>
                        <a:pt x="25087" y="59165"/>
                        <a:pt x="21534" y="58352"/>
                      </a:cubicBezTo>
                      <a:cubicBezTo>
                        <a:pt x="17895" y="57581"/>
                        <a:pt x="14770" y="56297"/>
                        <a:pt x="11944" y="54413"/>
                      </a:cubicBezTo>
                      <a:cubicBezTo>
                        <a:pt x="8263" y="52016"/>
                        <a:pt x="5309" y="48591"/>
                        <a:pt x="3168" y="44181"/>
                      </a:cubicBezTo>
                      <a:cubicBezTo>
                        <a:pt x="1028" y="39729"/>
                        <a:pt x="0" y="34977"/>
                        <a:pt x="0" y="29668"/>
                      </a:cubicBezTo>
                      <a:cubicBezTo>
                        <a:pt x="0" y="21149"/>
                        <a:pt x="2612" y="13999"/>
                        <a:pt x="7792" y="8434"/>
                      </a:cubicBezTo>
                      <a:cubicBezTo>
                        <a:pt x="12972" y="2826"/>
                        <a:pt x="19650" y="0"/>
                        <a:pt x="27656" y="0"/>
                      </a:cubicBezTo>
                      <a:cubicBezTo>
                        <a:pt x="34763" y="0"/>
                        <a:pt x="40928" y="2397"/>
                        <a:pt x="45936" y="7064"/>
                      </a:cubicBezTo>
                      <a:cubicBezTo>
                        <a:pt x="50903" y="11773"/>
                        <a:pt x="53428" y="17510"/>
                        <a:pt x="53428" y="24146"/>
                      </a:cubicBezTo>
                      <a:lnTo>
                        <a:pt x="53428" y="26329"/>
                      </a:lnTo>
                      <a:cubicBezTo>
                        <a:pt x="53428" y="27485"/>
                        <a:pt x="53086" y="28384"/>
                        <a:pt x="52358" y="28983"/>
                      </a:cubicBezTo>
                      <a:cubicBezTo>
                        <a:pt x="51673" y="29583"/>
                        <a:pt x="50689" y="29925"/>
                        <a:pt x="49404" y="29925"/>
                      </a:cubicBezTo>
                      <a:lnTo>
                        <a:pt x="9033" y="29925"/>
                      </a:lnTo>
                      <a:cubicBezTo>
                        <a:pt x="9076" y="37759"/>
                        <a:pt x="11045" y="43411"/>
                        <a:pt x="14941" y="46750"/>
                      </a:cubicBezTo>
                      <a:cubicBezTo>
                        <a:pt x="18837" y="50132"/>
                        <a:pt x="25687" y="51844"/>
                        <a:pt x="35191" y="51844"/>
                      </a:cubicBezTo>
                      <a:lnTo>
                        <a:pt x="47135" y="51844"/>
                      </a:lnTo>
                      <a:cubicBezTo>
                        <a:pt x="48719" y="51844"/>
                        <a:pt x="50004" y="52144"/>
                        <a:pt x="50860" y="52786"/>
                      </a:cubicBezTo>
                      <a:cubicBezTo>
                        <a:pt x="51802" y="53428"/>
                        <a:pt x="52273" y="54413"/>
                        <a:pt x="52273" y="55655"/>
                      </a:cubicBezTo>
                      <a:cubicBezTo>
                        <a:pt x="52273" y="56896"/>
                        <a:pt x="51802" y="57881"/>
                        <a:pt x="50945" y="58566"/>
                      </a:cubicBezTo>
                      <a:cubicBezTo>
                        <a:pt x="50004" y="59251"/>
                        <a:pt x="48805" y="59550"/>
                        <a:pt x="47050" y="59550"/>
                      </a:cubicBezTo>
                      <a:close/>
                      <a:moveTo>
                        <a:pt x="27613" y="1199"/>
                      </a:moveTo>
                      <a:cubicBezTo>
                        <a:pt x="19950" y="1199"/>
                        <a:pt x="13571" y="3896"/>
                        <a:pt x="8605" y="9247"/>
                      </a:cubicBezTo>
                      <a:cubicBezTo>
                        <a:pt x="3639" y="14599"/>
                        <a:pt x="1113" y="21448"/>
                        <a:pt x="1113" y="29668"/>
                      </a:cubicBezTo>
                      <a:cubicBezTo>
                        <a:pt x="1113" y="34806"/>
                        <a:pt x="2141" y="39386"/>
                        <a:pt x="4196" y="43667"/>
                      </a:cubicBezTo>
                      <a:cubicBezTo>
                        <a:pt x="6251" y="47863"/>
                        <a:pt x="9076" y="51159"/>
                        <a:pt x="12586" y="53428"/>
                      </a:cubicBezTo>
                      <a:cubicBezTo>
                        <a:pt x="15284" y="55184"/>
                        <a:pt x="18280" y="56425"/>
                        <a:pt x="21791" y="57196"/>
                      </a:cubicBezTo>
                      <a:cubicBezTo>
                        <a:pt x="25216" y="57966"/>
                        <a:pt x="29882" y="58352"/>
                        <a:pt x="35705" y="58352"/>
                      </a:cubicBezTo>
                      <a:lnTo>
                        <a:pt x="47050" y="58352"/>
                      </a:lnTo>
                      <a:cubicBezTo>
                        <a:pt x="48505" y="58352"/>
                        <a:pt x="49490" y="58138"/>
                        <a:pt x="50132" y="57624"/>
                      </a:cubicBezTo>
                      <a:cubicBezTo>
                        <a:pt x="50731" y="57153"/>
                        <a:pt x="51031" y="56511"/>
                        <a:pt x="51031" y="55612"/>
                      </a:cubicBezTo>
                      <a:cubicBezTo>
                        <a:pt x="51031" y="54756"/>
                        <a:pt x="50731" y="54156"/>
                        <a:pt x="50089" y="53685"/>
                      </a:cubicBezTo>
                      <a:cubicBezTo>
                        <a:pt x="49404" y="53214"/>
                        <a:pt x="48377" y="52957"/>
                        <a:pt x="47007" y="52957"/>
                      </a:cubicBezTo>
                      <a:lnTo>
                        <a:pt x="35062" y="52957"/>
                      </a:lnTo>
                      <a:cubicBezTo>
                        <a:pt x="25259" y="52957"/>
                        <a:pt x="18195" y="51159"/>
                        <a:pt x="14042" y="47563"/>
                      </a:cubicBezTo>
                      <a:cubicBezTo>
                        <a:pt x="9890" y="43967"/>
                        <a:pt x="7749" y="37931"/>
                        <a:pt x="7749" y="29583"/>
                      </a:cubicBezTo>
                      <a:lnTo>
                        <a:pt x="7749" y="28684"/>
                      </a:lnTo>
                      <a:lnTo>
                        <a:pt x="49276" y="28684"/>
                      </a:lnTo>
                      <a:cubicBezTo>
                        <a:pt x="50260" y="28684"/>
                        <a:pt x="50988" y="28469"/>
                        <a:pt x="51459" y="28041"/>
                      </a:cubicBezTo>
                      <a:cubicBezTo>
                        <a:pt x="51930" y="27613"/>
                        <a:pt x="52144" y="27057"/>
                        <a:pt x="52144" y="26243"/>
                      </a:cubicBezTo>
                      <a:lnTo>
                        <a:pt x="52144" y="24060"/>
                      </a:lnTo>
                      <a:cubicBezTo>
                        <a:pt x="52144" y="17767"/>
                        <a:pt x="49747" y="12330"/>
                        <a:pt x="45037" y="7834"/>
                      </a:cubicBezTo>
                      <a:cubicBezTo>
                        <a:pt x="40328" y="3468"/>
                        <a:pt x="34420" y="1199"/>
                        <a:pt x="27613" y="1199"/>
                      </a:cubicBezTo>
                      <a:close/>
                      <a:moveTo>
                        <a:pt x="45894" y="23803"/>
                      </a:moveTo>
                      <a:lnTo>
                        <a:pt x="8434" y="23803"/>
                      </a:lnTo>
                      <a:lnTo>
                        <a:pt x="8477" y="23204"/>
                      </a:lnTo>
                      <a:cubicBezTo>
                        <a:pt x="8776" y="17938"/>
                        <a:pt x="10660" y="13742"/>
                        <a:pt x="14042" y="10703"/>
                      </a:cubicBezTo>
                      <a:cubicBezTo>
                        <a:pt x="17424" y="7620"/>
                        <a:pt x="21834" y="6036"/>
                        <a:pt x="27185" y="6036"/>
                      </a:cubicBezTo>
                      <a:cubicBezTo>
                        <a:pt x="32622" y="6036"/>
                        <a:pt x="37117" y="7620"/>
                        <a:pt x="40499" y="10703"/>
                      </a:cubicBezTo>
                      <a:cubicBezTo>
                        <a:pt x="43881" y="13785"/>
                        <a:pt x="45680" y="17981"/>
                        <a:pt x="45894" y="23246"/>
                      </a:cubicBezTo>
                      <a:lnTo>
                        <a:pt x="45894" y="23803"/>
                      </a:lnTo>
                      <a:close/>
                      <a:moveTo>
                        <a:pt x="9675" y="22647"/>
                      </a:moveTo>
                      <a:lnTo>
                        <a:pt x="44695" y="22647"/>
                      </a:lnTo>
                      <a:cubicBezTo>
                        <a:pt x="44395" y="18024"/>
                        <a:pt x="42726" y="14256"/>
                        <a:pt x="39686" y="11516"/>
                      </a:cubicBezTo>
                      <a:cubicBezTo>
                        <a:pt x="36518" y="8605"/>
                        <a:pt x="32323" y="7149"/>
                        <a:pt x="27142" y="7149"/>
                      </a:cubicBezTo>
                      <a:cubicBezTo>
                        <a:pt x="22133" y="7149"/>
                        <a:pt x="17938" y="8605"/>
                        <a:pt x="14770" y="11516"/>
                      </a:cubicBezTo>
                      <a:cubicBezTo>
                        <a:pt x="11773" y="14256"/>
                        <a:pt x="10061" y="17981"/>
                        <a:pt x="9675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cxnSp>
        <p:nvCxnSpPr>
          <p:cNvPr id="68" name="直接连接符 67"/>
          <p:cNvCxnSpPr/>
          <p:nvPr userDrawn="1"/>
        </p:nvCxnSpPr>
        <p:spPr>
          <a:xfrm>
            <a:off x="2239435" y="381407"/>
            <a:ext cx="0" cy="42672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rgbClr val="00CCD7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 userDrawn="1"/>
        </p:nvSpPr>
        <p:spPr>
          <a:xfrm>
            <a:off x="2311502" y="425490"/>
            <a:ext cx="243829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kumimoji="1" lang="zh-CN" altLang="en-US" sz="160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Microsoft YaHei Light" panose="020B0502040204020203" charset="-122"/>
              </a:rPr>
              <a:t>全栈智能运维</a:t>
            </a:r>
            <a:endParaRPr kumimoji="1" lang="zh-CN" altLang="en-US" sz="16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Microsoft YaHei Light" panose="020B0502040204020203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5510749" y="6516053"/>
            <a:ext cx="144526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0" i="0" dirty="0">
                <a:solidFill>
                  <a:schemeClr val="bg1">
                    <a:lumMod val="65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rPr>
              <a:t>©2022.02</a:t>
            </a:r>
            <a:r>
              <a:rPr kumimoji="1" lang="zh-CN" altLang="en-US" sz="800" b="0" i="0" dirty="0">
                <a:solidFill>
                  <a:schemeClr val="bg1">
                    <a:lumMod val="65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rPr>
              <a:t>  </a:t>
            </a:r>
            <a:r>
              <a:rPr kumimoji="1" lang="en-US" altLang="zh-CN" sz="800" b="0" i="0" dirty="0">
                <a:solidFill>
                  <a:schemeClr val="bg1">
                    <a:lumMod val="65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rPr>
              <a:t>Cloudwise</a:t>
            </a:r>
            <a:r>
              <a:rPr kumimoji="1" lang="zh-CN" altLang="en-US" sz="800" b="0" i="0" dirty="0">
                <a:solidFill>
                  <a:schemeClr val="bg1">
                    <a:lumMod val="65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rPr>
              <a:t> </a:t>
            </a:r>
            <a:r>
              <a:rPr kumimoji="1" lang="en-US" altLang="zh-CN" sz="800" b="0" i="0" dirty="0">
                <a:solidFill>
                  <a:schemeClr val="bg1">
                    <a:lumMod val="65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rPr>
              <a:t>Inc.</a:t>
            </a:r>
            <a:endParaRPr kumimoji="1" lang="zh-CN" altLang="en-US" sz="800" b="0" i="0" dirty="0">
              <a:solidFill>
                <a:schemeClr val="bg1">
                  <a:lumMod val="65000"/>
                </a:schemeClr>
              </a:solidFill>
              <a:latin typeface="Source Han Sans CN Normal" panose="020B0400000000000000" pitchFamily="34" charset="-128"/>
              <a:ea typeface="Source Han Sans CN Normal" panose="020B0400000000000000" pitchFamily="34" charset="-128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形状&#10;&#10;描述已自动生成"/>
          <p:cNvPicPr>
            <a:picLocks noChangeAspect="1"/>
          </p:cNvPicPr>
          <p:nvPr userDrawn="1"/>
        </p:nvPicPr>
        <p:blipFill rotWithShape="1">
          <a:blip r:embed="rId2"/>
          <a:srcRect r="88750" b="79259"/>
          <a:stretch>
            <a:fillRect/>
          </a:stretch>
        </p:blipFill>
        <p:spPr>
          <a:xfrm>
            <a:off x="0" y="0"/>
            <a:ext cx="1371600" cy="142240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10675716" y="6237689"/>
            <a:ext cx="1195132" cy="328285"/>
            <a:chOff x="10675716" y="6237689"/>
            <a:chExt cx="1195132" cy="328285"/>
          </a:xfrm>
        </p:grpSpPr>
        <p:sp>
          <p:nvSpPr>
            <p:cNvPr id="60" name="任意多边形: 形状 59"/>
            <p:cNvSpPr/>
            <p:nvPr userDrawn="1"/>
          </p:nvSpPr>
          <p:spPr>
            <a:xfrm>
              <a:off x="10675716" y="6237689"/>
              <a:ext cx="444771" cy="328285"/>
            </a:xfrm>
            <a:custGeom>
              <a:avLst/>
              <a:gdLst>
                <a:gd name="connsiteX0" fmla="*/ 367919 w 475674"/>
                <a:gd name="connsiteY0" fmla="*/ 351009 h 351094"/>
                <a:gd name="connsiteX1" fmla="*/ 327762 w 475674"/>
                <a:gd name="connsiteY1" fmla="*/ 341291 h 351094"/>
                <a:gd name="connsiteX2" fmla="*/ 294284 w 475674"/>
                <a:gd name="connsiteY2" fmla="*/ 318601 h 351094"/>
                <a:gd name="connsiteX3" fmla="*/ 293899 w 475674"/>
                <a:gd name="connsiteY3" fmla="*/ 318301 h 351094"/>
                <a:gd name="connsiteX4" fmla="*/ 290559 w 475674"/>
                <a:gd name="connsiteY4" fmla="*/ 315476 h 351094"/>
                <a:gd name="connsiteX5" fmla="*/ 290174 w 475674"/>
                <a:gd name="connsiteY5" fmla="*/ 315133 h 351094"/>
                <a:gd name="connsiteX6" fmla="*/ 289874 w 475674"/>
                <a:gd name="connsiteY6" fmla="*/ 314877 h 351094"/>
                <a:gd name="connsiteX7" fmla="*/ 289104 w 475674"/>
                <a:gd name="connsiteY7" fmla="*/ 313763 h 351094"/>
                <a:gd name="connsiteX8" fmla="*/ 289104 w 475674"/>
                <a:gd name="connsiteY8" fmla="*/ 313678 h 351094"/>
                <a:gd name="connsiteX9" fmla="*/ 285679 w 475674"/>
                <a:gd name="connsiteY9" fmla="*/ 303103 h 351094"/>
                <a:gd name="connsiteX10" fmla="*/ 303831 w 475674"/>
                <a:gd name="connsiteY10" fmla="*/ 284951 h 351094"/>
                <a:gd name="connsiteX11" fmla="*/ 314577 w 475674"/>
                <a:gd name="connsiteY11" fmla="*/ 288505 h 351094"/>
                <a:gd name="connsiteX12" fmla="*/ 314833 w 475674"/>
                <a:gd name="connsiteY12" fmla="*/ 288590 h 351094"/>
                <a:gd name="connsiteX13" fmla="*/ 368005 w 475674"/>
                <a:gd name="connsiteY13" fmla="*/ 314448 h 351094"/>
                <a:gd name="connsiteX14" fmla="*/ 439542 w 475674"/>
                <a:gd name="connsiteY14" fmla="*/ 246079 h 351094"/>
                <a:gd name="connsiteX15" fmla="*/ 371130 w 475674"/>
                <a:gd name="connsiteY15" fmla="*/ 177624 h 351094"/>
                <a:gd name="connsiteX16" fmla="*/ 308283 w 475674"/>
                <a:gd name="connsiteY16" fmla="*/ 209047 h 351094"/>
                <a:gd name="connsiteX17" fmla="*/ 307299 w 475674"/>
                <a:gd name="connsiteY17" fmla="*/ 209946 h 351094"/>
                <a:gd name="connsiteX18" fmla="*/ 298651 w 475674"/>
                <a:gd name="connsiteY18" fmla="*/ 217567 h 351094"/>
                <a:gd name="connsiteX19" fmla="*/ 272236 w 475674"/>
                <a:gd name="connsiteY19" fmla="*/ 240342 h 351094"/>
                <a:gd name="connsiteX20" fmla="*/ 197959 w 475674"/>
                <a:gd name="connsiteY20" fmla="*/ 304088 h 351094"/>
                <a:gd name="connsiteX21" fmla="*/ 190296 w 475674"/>
                <a:gd name="connsiteY21" fmla="*/ 310809 h 351094"/>
                <a:gd name="connsiteX22" fmla="*/ 104673 w 475674"/>
                <a:gd name="connsiteY22" fmla="*/ 351095 h 351094"/>
                <a:gd name="connsiteX23" fmla="*/ 32365 w 475674"/>
                <a:gd name="connsiteY23" fmla="*/ 321940 h 351094"/>
                <a:gd name="connsiteX24" fmla="*/ 0 w 475674"/>
                <a:gd name="connsiteY24" fmla="*/ 246764 h 351094"/>
                <a:gd name="connsiteX25" fmla="*/ 34078 w 475674"/>
                <a:gd name="connsiteY25" fmla="*/ 168633 h 351094"/>
                <a:gd name="connsiteX26" fmla="*/ 104416 w 475674"/>
                <a:gd name="connsiteY26" fmla="*/ 141405 h 351094"/>
                <a:gd name="connsiteX27" fmla="*/ 177324 w 475674"/>
                <a:gd name="connsiteY27" fmla="*/ 170646 h 351094"/>
                <a:gd name="connsiteX28" fmla="*/ 177624 w 475674"/>
                <a:gd name="connsiteY28" fmla="*/ 170902 h 351094"/>
                <a:gd name="connsiteX29" fmla="*/ 180192 w 475674"/>
                <a:gd name="connsiteY29" fmla="*/ 173043 h 351094"/>
                <a:gd name="connsiteX30" fmla="*/ 180363 w 475674"/>
                <a:gd name="connsiteY30" fmla="*/ 173171 h 351094"/>
                <a:gd name="connsiteX31" fmla="*/ 180363 w 475674"/>
                <a:gd name="connsiteY31" fmla="*/ 173257 h 351094"/>
                <a:gd name="connsiteX32" fmla="*/ 185330 w 475674"/>
                <a:gd name="connsiteY32" fmla="*/ 185501 h 351094"/>
                <a:gd name="connsiteX33" fmla="*/ 167563 w 475674"/>
                <a:gd name="connsiteY33" fmla="*/ 203225 h 351094"/>
                <a:gd name="connsiteX34" fmla="*/ 156817 w 475674"/>
                <a:gd name="connsiteY34" fmla="*/ 199586 h 351094"/>
                <a:gd name="connsiteX35" fmla="*/ 156732 w 475674"/>
                <a:gd name="connsiteY35" fmla="*/ 199586 h 351094"/>
                <a:gd name="connsiteX36" fmla="*/ 104588 w 475674"/>
                <a:gd name="connsiteY36" fmla="*/ 177752 h 351094"/>
                <a:gd name="connsiteX37" fmla="*/ 36347 w 475674"/>
                <a:gd name="connsiteY37" fmla="*/ 246122 h 351094"/>
                <a:gd name="connsiteX38" fmla="*/ 104588 w 475674"/>
                <a:gd name="connsiteY38" fmla="*/ 314620 h 351094"/>
                <a:gd name="connsiteX39" fmla="*/ 174798 w 475674"/>
                <a:gd name="connsiteY39" fmla="*/ 271423 h 351094"/>
                <a:gd name="connsiteX40" fmla="*/ 188540 w 475674"/>
                <a:gd name="connsiteY40" fmla="*/ 256225 h 351094"/>
                <a:gd name="connsiteX41" fmla="*/ 228526 w 475674"/>
                <a:gd name="connsiteY41" fmla="*/ 214441 h 351094"/>
                <a:gd name="connsiteX42" fmla="*/ 235975 w 475674"/>
                <a:gd name="connsiteY42" fmla="*/ 206693 h 351094"/>
                <a:gd name="connsiteX43" fmla="*/ 287948 w 475674"/>
                <a:gd name="connsiteY43" fmla="*/ 152536 h 351094"/>
                <a:gd name="connsiteX44" fmla="*/ 288034 w 475674"/>
                <a:gd name="connsiteY44" fmla="*/ 152408 h 351094"/>
                <a:gd name="connsiteX45" fmla="*/ 300877 w 475674"/>
                <a:gd name="connsiteY45" fmla="*/ 76975 h 351094"/>
                <a:gd name="connsiteX46" fmla="*/ 237859 w 475674"/>
                <a:gd name="connsiteY46" fmla="*/ 36347 h 351094"/>
                <a:gd name="connsiteX47" fmla="*/ 171373 w 475674"/>
                <a:gd name="connsiteY47" fmla="*/ 92772 h 351094"/>
                <a:gd name="connsiteX48" fmla="*/ 171202 w 475674"/>
                <a:gd name="connsiteY48" fmla="*/ 92900 h 351094"/>
                <a:gd name="connsiteX49" fmla="*/ 153778 w 475674"/>
                <a:gd name="connsiteY49" fmla="*/ 105915 h 351094"/>
                <a:gd name="connsiteX50" fmla="*/ 135583 w 475674"/>
                <a:gd name="connsiteY50" fmla="*/ 87720 h 351094"/>
                <a:gd name="connsiteX51" fmla="*/ 136354 w 475674"/>
                <a:gd name="connsiteY51" fmla="*/ 82497 h 351094"/>
                <a:gd name="connsiteX52" fmla="*/ 136482 w 475674"/>
                <a:gd name="connsiteY52" fmla="*/ 82155 h 351094"/>
                <a:gd name="connsiteX53" fmla="*/ 170474 w 475674"/>
                <a:gd name="connsiteY53" fmla="*/ 25301 h 351094"/>
                <a:gd name="connsiteX54" fmla="*/ 237816 w 475674"/>
                <a:gd name="connsiteY54" fmla="*/ 0 h 351094"/>
                <a:gd name="connsiteX55" fmla="*/ 313677 w 475674"/>
                <a:gd name="connsiteY55" fmla="*/ 31338 h 351094"/>
                <a:gd name="connsiteX56" fmla="*/ 337224 w 475674"/>
                <a:gd name="connsiteY56" fmla="*/ 67856 h 351094"/>
                <a:gd name="connsiteX57" fmla="*/ 343303 w 475674"/>
                <a:gd name="connsiteY57" fmla="*/ 102618 h 351094"/>
                <a:gd name="connsiteX58" fmla="*/ 337609 w 475674"/>
                <a:gd name="connsiteY58" fmla="*/ 139222 h 351094"/>
                <a:gd name="connsiteX59" fmla="*/ 335597 w 475674"/>
                <a:gd name="connsiteY59" fmla="*/ 146286 h 351094"/>
                <a:gd name="connsiteX60" fmla="*/ 343132 w 475674"/>
                <a:gd name="connsiteY60" fmla="*/ 145258 h 351094"/>
                <a:gd name="connsiteX61" fmla="*/ 370916 w 475674"/>
                <a:gd name="connsiteY61" fmla="*/ 141405 h 351094"/>
                <a:gd name="connsiteX62" fmla="*/ 443267 w 475674"/>
                <a:gd name="connsiteY62" fmla="*/ 169746 h 351094"/>
                <a:gd name="connsiteX63" fmla="*/ 466770 w 475674"/>
                <a:gd name="connsiteY63" fmla="*/ 202711 h 351094"/>
                <a:gd name="connsiteX64" fmla="*/ 475675 w 475674"/>
                <a:gd name="connsiteY64" fmla="*/ 246079 h 351094"/>
                <a:gd name="connsiteX65" fmla="*/ 445664 w 475674"/>
                <a:gd name="connsiteY65" fmla="*/ 320142 h 351094"/>
                <a:gd name="connsiteX66" fmla="*/ 367919 w 475674"/>
                <a:gd name="connsiteY66" fmla="*/ 351009 h 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75674" h="351094">
                  <a:moveTo>
                    <a:pt x="367919" y="351009"/>
                  </a:moveTo>
                  <a:cubicBezTo>
                    <a:pt x="354177" y="351009"/>
                    <a:pt x="341077" y="347841"/>
                    <a:pt x="327762" y="341291"/>
                  </a:cubicBezTo>
                  <a:cubicBezTo>
                    <a:pt x="317316" y="336154"/>
                    <a:pt x="306999" y="329175"/>
                    <a:pt x="294284" y="318601"/>
                  </a:cubicBezTo>
                  <a:lnTo>
                    <a:pt x="293899" y="318301"/>
                  </a:lnTo>
                  <a:cubicBezTo>
                    <a:pt x="292700" y="317531"/>
                    <a:pt x="291587" y="316589"/>
                    <a:pt x="290559" y="315476"/>
                  </a:cubicBezTo>
                  <a:lnTo>
                    <a:pt x="290174" y="315133"/>
                  </a:lnTo>
                  <a:cubicBezTo>
                    <a:pt x="290089" y="315005"/>
                    <a:pt x="289960" y="314919"/>
                    <a:pt x="289874" y="314877"/>
                  </a:cubicBezTo>
                  <a:cubicBezTo>
                    <a:pt x="289618" y="314448"/>
                    <a:pt x="289404" y="314149"/>
                    <a:pt x="289104" y="313763"/>
                  </a:cubicBezTo>
                  <a:lnTo>
                    <a:pt x="289104" y="313678"/>
                  </a:lnTo>
                  <a:cubicBezTo>
                    <a:pt x="286835" y="310595"/>
                    <a:pt x="285679" y="306956"/>
                    <a:pt x="285679" y="303103"/>
                  </a:cubicBezTo>
                  <a:cubicBezTo>
                    <a:pt x="285679" y="293128"/>
                    <a:pt x="293813" y="284951"/>
                    <a:pt x="303831" y="284951"/>
                  </a:cubicBezTo>
                  <a:cubicBezTo>
                    <a:pt x="307727" y="284951"/>
                    <a:pt x="311451" y="286150"/>
                    <a:pt x="314577" y="288505"/>
                  </a:cubicBezTo>
                  <a:lnTo>
                    <a:pt x="314833" y="288590"/>
                  </a:lnTo>
                  <a:cubicBezTo>
                    <a:pt x="329817" y="301734"/>
                    <a:pt x="346342" y="314448"/>
                    <a:pt x="368005" y="314448"/>
                  </a:cubicBezTo>
                  <a:cubicBezTo>
                    <a:pt x="414455" y="314448"/>
                    <a:pt x="439542" y="279258"/>
                    <a:pt x="439542" y="246079"/>
                  </a:cubicBezTo>
                  <a:cubicBezTo>
                    <a:pt x="439542" y="213157"/>
                    <a:pt x="413385" y="177624"/>
                    <a:pt x="371130" y="177624"/>
                  </a:cubicBezTo>
                  <a:cubicBezTo>
                    <a:pt x="344073" y="177624"/>
                    <a:pt x="325879" y="193592"/>
                    <a:pt x="308283" y="209047"/>
                  </a:cubicBezTo>
                  <a:lnTo>
                    <a:pt x="307299" y="209946"/>
                  </a:lnTo>
                  <a:cubicBezTo>
                    <a:pt x="304430" y="212429"/>
                    <a:pt x="301519" y="214998"/>
                    <a:pt x="298651" y="217567"/>
                  </a:cubicBezTo>
                  <a:cubicBezTo>
                    <a:pt x="288590" y="226386"/>
                    <a:pt x="279129" y="234734"/>
                    <a:pt x="272236" y="240342"/>
                  </a:cubicBezTo>
                  <a:cubicBezTo>
                    <a:pt x="259693" y="250660"/>
                    <a:pt x="216453" y="288034"/>
                    <a:pt x="197959" y="304088"/>
                  </a:cubicBezTo>
                  <a:cubicBezTo>
                    <a:pt x="195390" y="306314"/>
                    <a:pt x="192779" y="308540"/>
                    <a:pt x="190296" y="310809"/>
                  </a:cubicBezTo>
                  <a:cubicBezTo>
                    <a:pt x="166835" y="331530"/>
                    <a:pt x="144659" y="351095"/>
                    <a:pt x="104673" y="351095"/>
                  </a:cubicBezTo>
                  <a:cubicBezTo>
                    <a:pt x="78344" y="351095"/>
                    <a:pt x="52016" y="340435"/>
                    <a:pt x="32365" y="321940"/>
                  </a:cubicBezTo>
                  <a:cubicBezTo>
                    <a:pt x="11473" y="302247"/>
                    <a:pt x="0" y="275533"/>
                    <a:pt x="0" y="246764"/>
                  </a:cubicBezTo>
                  <a:cubicBezTo>
                    <a:pt x="0" y="207206"/>
                    <a:pt x="18537" y="182419"/>
                    <a:pt x="34078" y="168633"/>
                  </a:cubicBezTo>
                  <a:cubicBezTo>
                    <a:pt x="53557" y="151338"/>
                    <a:pt x="79201" y="141405"/>
                    <a:pt x="104416" y="141405"/>
                  </a:cubicBezTo>
                  <a:cubicBezTo>
                    <a:pt x="135840" y="141405"/>
                    <a:pt x="154934" y="152108"/>
                    <a:pt x="177324" y="170646"/>
                  </a:cubicBezTo>
                  <a:lnTo>
                    <a:pt x="177624" y="170902"/>
                  </a:lnTo>
                  <a:cubicBezTo>
                    <a:pt x="178565" y="171502"/>
                    <a:pt x="179379" y="172230"/>
                    <a:pt x="180192" y="173043"/>
                  </a:cubicBezTo>
                  <a:lnTo>
                    <a:pt x="180363" y="173171"/>
                  </a:lnTo>
                  <a:lnTo>
                    <a:pt x="180363" y="173257"/>
                  </a:lnTo>
                  <a:cubicBezTo>
                    <a:pt x="183574" y="176596"/>
                    <a:pt x="185330" y="180963"/>
                    <a:pt x="185330" y="185501"/>
                  </a:cubicBezTo>
                  <a:cubicBezTo>
                    <a:pt x="185330" y="195262"/>
                    <a:pt x="177367" y="203225"/>
                    <a:pt x="167563" y="203225"/>
                  </a:cubicBezTo>
                  <a:cubicBezTo>
                    <a:pt x="163667" y="203225"/>
                    <a:pt x="159943" y="201983"/>
                    <a:pt x="156817" y="199586"/>
                  </a:cubicBezTo>
                  <a:lnTo>
                    <a:pt x="156732" y="199586"/>
                  </a:lnTo>
                  <a:cubicBezTo>
                    <a:pt x="139950" y="185758"/>
                    <a:pt x="126036" y="177752"/>
                    <a:pt x="104588" y="177752"/>
                  </a:cubicBezTo>
                  <a:cubicBezTo>
                    <a:pt x="71752" y="177752"/>
                    <a:pt x="36347" y="203910"/>
                    <a:pt x="36347" y="246122"/>
                  </a:cubicBezTo>
                  <a:cubicBezTo>
                    <a:pt x="36347" y="283881"/>
                    <a:pt x="66957" y="314620"/>
                    <a:pt x="104588" y="314620"/>
                  </a:cubicBezTo>
                  <a:cubicBezTo>
                    <a:pt x="136311" y="314620"/>
                    <a:pt x="151594" y="297452"/>
                    <a:pt x="174798" y="271423"/>
                  </a:cubicBezTo>
                  <a:cubicBezTo>
                    <a:pt x="179122" y="266585"/>
                    <a:pt x="183574" y="261577"/>
                    <a:pt x="188540" y="256225"/>
                  </a:cubicBezTo>
                  <a:cubicBezTo>
                    <a:pt x="195519" y="248690"/>
                    <a:pt x="216196" y="227285"/>
                    <a:pt x="228526" y="214441"/>
                  </a:cubicBezTo>
                  <a:cubicBezTo>
                    <a:pt x="231608" y="211273"/>
                    <a:pt x="234220" y="208533"/>
                    <a:pt x="235975" y="206693"/>
                  </a:cubicBezTo>
                  <a:cubicBezTo>
                    <a:pt x="275490" y="165594"/>
                    <a:pt x="287777" y="152708"/>
                    <a:pt x="287948" y="152536"/>
                  </a:cubicBezTo>
                  <a:lnTo>
                    <a:pt x="288034" y="152408"/>
                  </a:lnTo>
                  <a:cubicBezTo>
                    <a:pt x="307427" y="130317"/>
                    <a:pt x="312222" y="102062"/>
                    <a:pt x="300877" y="76975"/>
                  </a:cubicBezTo>
                  <a:cubicBezTo>
                    <a:pt x="289703" y="52273"/>
                    <a:pt x="264958" y="36347"/>
                    <a:pt x="237859" y="36347"/>
                  </a:cubicBezTo>
                  <a:cubicBezTo>
                    <a:pt x="199329" y="36347"/>
                    <a:pt x="176510" y="65458"/>
                    <a:pt x="171373" y="92772"/>
                  </a:cubicBezTo>
                  <a:lnTo>
                    <a:pt x="171202" y="92900"/>
                  </a:lnTo>
                  <a:cubicBezTo>
                    <a:pt x="168933" y="100564"/>
                    <a:pt x="161783" y="105915"/>
                    <a:pt x="153778" y="105915"/>
                  </a:cubicBezTo>
                  <a:cubicBezTo>
                    <a:pt x="143760" y="105915"/>
                    <a:pt x="135583" y="97781"/>
                    <a:pt x="135583" y="87720"/>
                  </a:cubicBezTo>
                  <a:cubicBezTo>
                    <a:pt x="135583" y="85965"/>
                    <a:pt x="135840" y="84210"/>
                    <a:pt x="136354" y="82497"/>
                  </a:cubicBezTo>
                  <a:lnTo>
                    <a:pt x="136482" y="82155"/>
                  </a:lnTo>
                  <a:cubicBezTo>
                    <a:pt x="141106" y="59979"/>
                    <a:pt x="152536" y="40842"/>
                    <a:pt x="170474" y="25301"/>
                  </a:cubicBezTo>
                  <a:cubicBezTo>
                    <a:pt x="189782" y="8519"/>
                    <a:pt x="212429" y="0"/>
                    <a:pt x="237816" y="0"/>
                  </a:cubicBezTo>
                  <a:cubicBezTo>
                    <a:pt x="266928" y="0"/>
                    <a:pt x="293171" y="10831"/>
                    <a:pt x="313677" y="31338"/>
                  </a:cubicBezTo>
                  <a:cubicBezTo>
                    <a:pt x="324380" y="42041"/>
                    <a:pt x="332300" y="54370"/>
                    <a:pt x="337224" y="67856"/>
                  </a:cubicBezTo>
                  <a:cubicBezTo>
                    <a:pt x="341162" y="78730"/>
                    <a:pt x="343217" y="90417"/>
                    <a:pt x="343303" y="102618"/>
                  </a:cubicBezTo>
                  <a:cubicBezTo>
                    <a:pt x="343431" y="123639"/>
                    <a:pt x="337695" y="139094"/>
                    <a:pt x="337609" y="139222"/>
                  </a:cubicBezTo>
                  <a:lnTo>
                    <a:pt x="335597" y="146286"/>
                  </a:lnTo>
                  <a:lnTo>
                    <a:pt x="343132" y="145258"/>
                  </a:lnTo>
                  <a:cubicBezTo>
                    <a:pt x="352079" y="142690"/>
                    <a:pt x="361455" y="141405"/>
                    <a:pt x="370916" y="141405"/>
                  </a:cubicBezTo>
                  <a:cubicBezTo>
                    <a:pt x="397502" y="141405"/>
                    <a:pt x="423873" y="151766"/>
                    <a:pt x="443267" y="169746"/>
                  </a:cubicBezTo>
                  <a:cubicBezTo>
                    <a:pt x="453327" y="179122"/>
                    <a:pt x="461248" y="190253"/>
                    <a:pt x="466770" y="202711"/>
                  </a:cubicBezTo>
                  <a:cubicBezTo>
                    <a:pt x="472678" y="216068"/>
                    <a:pt x="475675" y="230624"/>
                    <a:pt x="475675" y="246079"/>
                  </a:cubicBezTo>
                  <a:cubicBezTo>
                    <a:pt x="475675" y="274506"/>
                    <a:pt x="465015" y="300792"/>
                    <a:pt x="445664" y="320142"/>
                  </a:cubicBezTo>
                  <a:cubicBezTo>
                    <a:pt x="425843" y="340050"/>
                    <a:pt x="398230" y="351009"/>
                    <a:pt x="367919" y="35100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61" name="图形 4"/>
            <p:cNvGrpSpPr/>
            <p:nvPr userDrawn="1"/>
          </p:nvGrpSpPr>
          <p:grpSpPr>
            <a:xfrm>
              <a:off x="11181894" y="6239370"/>
              <a:ext cx="687754" cy="218483"/>
              <a:chOff x="10904547" y="6209237"/>
              <a:chExt cx="735538" cy="233663"/>
            </a:xfrm>
            <a:solidFill>
              <a:srgbClr val="A5A7AA"/>
            </a:solidFill>
          </p:grpSpPr>
          <p:sp>
            <p:nvSpPr>
              <p:cNvPr id="90" name="任意多边形: 形状 89"/>
              <p:cNvSpPr/>
              <p:nvPr/>
            </p:nvSpPr>
            <p:spPr>
              <a:xfrm>
                <a:off x="10914051" y="6222037"/>
                <a:ext cx="205193" cy="17424"/>
              </a:xfrm>
              <a:custGeom>
                <a:avLst/>
                <a:gdLst>
                  <a:gd name="connsiteX0" fmla="*/ 8434 w 205193"/>
                  <a:gd name="connsiteY0" fmla="*/ 17424 h 17424"/>
                  <a:gd name="connsiteX1" fmla="*/ 196760 w 205193"/>
                  <a:gd name="connsiteY1" fmla="*/ 17424 h 17424"/>
                  <a:gd name="connsiteX2" fmla="*/ 205194 w 205193"/>
                  <a:gd name="connsiteY2" fmla="*/ 8990 h 17424"/>
                  <a:gd name="connsiteX3" fmla="*/ 205194 w 205193"/>
                  <a:gd name="connsiteY3" fmla="*/ 8434 h 17424"/>
                  <a:gd name="connsiteX4" fmla="*/ 196760 w 205193"/>
                  <a:gd name="connsiteY4" fmla="*/ 0 h 17424"/>
                  <a:gd name="connsiteX5" fmla="*/ 8434 w 205193"/>
                  <a:gd name="connsiteY5" fmla="*/ 0 h 17424"/>
                  <a:gd name="connsiteX6" fmla="*/ 0 w 205193"/>
                  <a:gd name="connsiteY6" fmla="*/ 8434 h 17424"/>
                  <a:gd name="connsiteX7" fmla="*/ 0 w 205193"/>
                  <a:gd name="connsiteY7" fmla="*/ 8990 h 17424"/>
                  <a:gd name="connsiteX8" fmla="*/ 8434 w 205193"/>
                  <a:gd name="connsiteY8" fmla="*/ 17424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193" h="17424">
                    <a:moveTo>
                      <a:pt x="8434" y="17424"/>
                    </a:moveTo>
                    <a:lnTo>
                      <a:pt x="196760" y="17424"/>
                    </a:lnTo>
                    <a:cubicBezTo>
                      <a:pt x="201598" y="17424"/>
                      <a:pt x="205194" y="13828"/>
                      <a:pt x="205194" y="8990"/>
                    </a:cubicBezTo>
                    <a:lnTo>
                      <a:pt x="205194" y="8434"/>
                    </a:lnTo>
                    <a:cubicBezTo>
                      <a:pt x="205194" y="3896"/>
                      <a:pt x="201598" y="0"/>
                      <a:pt x="196760" y="0"/>
                    </a:cubicBezTo>
                    <a:lnTo>
                      <a:pt x="8434" y="0"/>
                    </a:lnTo>
                    <a:cubicBezTo>
                      <a:pt x="3553" y="0"/>
                      <a:pt x="0" y="3896"/>
                      <a:pt x="0" y="8434"/>
                    </a:cubicBezTo>
                    <a:lnTo>
                      <a:pt x="0" y="8990"/>
                    </a:lnTo>
                    <a:cubicBezTo>
                      <a:pt x="0" y="13828"/>
                      <a:pt x="3553" y="17424"/>
                      <a:pt x="8434" y="17424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1" name="任意多边形: 形状 90"/>
              <p:cNvSpPr/>
              <p:nvPr/>
            </p:nvSpPr>
            <p:spPr>
              <a:xfrm>
                <a:off x="10920706" y="6330606"/>
                <a:ext cx="193056" cy="106214"/>
              </a:xfrm>
              <a:custGeom>
                <a:avLst/>
                <a:gdLst>
                  <a:gd name="connsiteX0" fmla="*/ 161293 w 193056"/>
                  <a:gd name="connsiteY0" fmla="*/ 19393 h 106214"/>
                  <a:gd name="connsiteX1" fmla="*/ 175035 w 193056"/>
                  <a:gd name="connsiteY1" fmla="*/ 73849 h 106214"/>
                  <a:gd name="connsiteX2" fmla="*/ 174222 w 193056"/>
                  <a:gd name="connsiteY2" fmla="*/ 84338 h 106214"/>
                  <a:gd name="connsiteX3" fmla="*/ 163947 w 193056"/>
                  <a:gd name="connsiteY3" fmla="*/ 88962 h 106214"/>
                  <a:gd name="connsiteX4" fmla="*/ 45788 w 193056"/>
                  <a:gd name="connsiteY4" fmla="*/ 88962 h 106214"/>
                  <a:gd name="connsiteX5" fmla="*/ 23441 w 193056"/>
                  <a:gd name="connsiteY5" fmla="*/ 88962 h 106214"/>
                  <a:gd name="connsiteX6" fmla="*/ 25539 w 193056"/>
                  <a:gd name="connsiteY6" fmla="*/ 69782 h 106214"/>
                  <a:gd name="connsiteX7" fmla="*/ 49941 w 193056"/>
                  <a:gd name="connsiteY7" fmla="*/ 6036 h 106214"/>
                  <a:gd name="connsiteX8" fmla="*/ 40608 w 193056"/>
                  <a:gd name="connsiteY8" fmla="*/ 1456 h 106214"/>
                  <a:gd name="connsiteX9" fmla="*/ 35257 w 193056"/>
                  <a:gd name="connsiteY9" fmla="*/ 0 h 106214"/>
                  <a:gd name="connsiteX10" fmla="*/ 280 w 193056"/>
                  <a:gd name="connsiteY10" fmla="*/ 95683 h 106214"/>
                  <a:gd name="connsiteX11" fmla="*/ 2035 w 193056"/>
                  <a:gd name="connsiteY11" fmla="*/ 103175 h 106214"/>
                  <a:gd name="connsiteX12" fmla="*/ 8457 w 193056"/>
                  <a:gd name="connsiteY12" fmla="*/ 106215 h 106214"/>
                  <a:gd name="connsiteX13" fmla="*/ 163947 w 193056"/>
                  <a:gd name="connsiteY13" fmla="*/ 106215 h 106214"/>
                  <a:gd name="connsiteX14" fmla="*/ 176234 w 193056"/>
                  <a:gd name="connsiteY14" fmla="*/ 103689 h 106214"/>
                  <a:gd name="connsiteX15" fmla="*/ 191346 w 193056"/>
                  <a:gd name="connsiteY15" fmla="*/ 90332 h 106214"/>
                  <a:gd name="connsiteX16" fmla="*/ 192202 w 193056"/>
                  <a:gd name="connsiteY16" fmla="*/ 73935 h 106214"/>
                  <a:gd name="connsiteX17" fmla="*/ 182570 w 193056"/>
                  <a:gd name="connsiteY17" fmla="*/ 35533 h 106214"/>
                  <a:gd name="connsiteX18" fmla="*/ 161293 w 193056"/>
                  <a:gd name="connsiteY18" fmla="*/ 19393 h 10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3056" h="106214">
                    <a:moveTo>
                      <a:pt x="161293" y="19393"/>
                    </a:moveTo>
                    <a:lnTo>
                      <a:pt x="175035" y="73849"/>
                    </a:lnTo>
                    <a:cubicBezTo>
                      <a:pt x="175035" y="77959"/>
                      <a:pt x="177005" y="81555"/>
                      <a:pt x="174222" y="84338"/>
                    </a:cubicBezTo>
                    <a:cubicBezTo>
                      <a:pt x="171353" y="87164"/>
                      <a:pt x="167800" y="88962"/>
                      <a:pt x="163947" y="88962"/>
                    </a:cubicBezTo>
                    <a:lnTo>
                      <a:pt x="45788" y="88962"/>
                    </a:lnTo>
                    <a:cubicBezTo>
                      <a:pt x="45788" y="88962"/>
                      <a:pt x="30804" y="88962"/>
                      <a:pt x="23441" y="88962"/>
                    </a:cubicBezTo>
                    <a:cubicBezTo>
                      <a:pt x="16591" y="88962"/>
                      <a:pt x="25539" y="69782"/>
                      <a:pt x="25539" y="69782"/>
                    </a:cubicBezTo>
                    <a:lnTo>
                      <a:pt x="49941" y="6036"/>
                    </a:lnTo>
                    <a:cubicBezTo>
                      <a:pt x="46730" y="4752"/>
                      <a:pt x="44119" y="2183"/>
                      <a:pt x="40608" y="1456"/>
                    </a:cubicBezTo>
                    <a:cubicBezTo>
                      <a:pt x="38767" y="1027"/>
                      <a:pt x="36884" y="771"/>
                      <a:pt x="35257" y="0"/>
                    </a:cubicBezTo>
                    <a:lnTo>
                      <a:pt x="280" y="95683"/>
                    </a:lnTo>
                    <a:cubicBezTo>
                      <a:pt x="-448" y="98252"/>
                      <a:pt x="280" y="100820"/>
                      <a:pt x="2035" y="103175"/>
                    </a:cubicBezTo>
                    <a:cubicBezTo>
                      <a:pt x="3576" y="105187"/>
                      <a:pt x="5631" y="106215"/>
                      <a:pt x="8457" y="106215"/>
                    </a:cubicBezTo>
                    <a:lnTo>
                      <a:pt x="163947" y="106215"/>
                    </a:lnTo>
                    <a:cubicBezTo>
                      <a:pt x="168057" y="106215"/>
                      <a:pt x="172424" y="105444"/>
                      <a:pt x="176234" y="103689"/>
                    </a:cubicBezTo>
                    <a:cubicBezTo>
                      <a:pt x="183940" y="100349"/>
                      <a:pt x="188007" y="98038"/>
                      <a:pt x="191346" y="90332"/>
                    </a:cubicBezTo>
                    <a:cubicBezTo>
                      <a:pt x="193358" y="86222"/>
                      <a:pt x="193530" y="79714"/>
                      <a:pt x="192202" y="73935"/>
                    </a:cubicBezTo>
                    <a:lnTo>
                      <a:pt x="182570" y="35533"/>
                    </a:lnTo>
                    <a:cubicBezTo>
                      <a:pt x="177518" y="19864"/>
                      <a:pt x="161293" y="19393"/>
                      <a:pt x="161293" y="19393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>
                <a:off x="10904547" y="6292761"/>
                <a:ext cx="224159" cy="17424"/>
              </a:xfrm>
              <a:custGeom>
                <a:avLst/>
                <a:gdLst>
                  <a:gd name="connsiteX0" fmla="*/ 215725 w 224159"/>
                  <a:gd name="connsiteY0" fmla="*/ 0 h 17424"/>
                  <a:gd name="connsiteX1" fmla="*/ 8434 w 224159"/>
                  <a:gd name="connsiteY1" fmla="*/ 0 h 17424"/>
                  <a:gd name="connsiteX2" fmla="*/ 0 w 224159"/>
                  <a:gd name="connsiteY2" fmla="*/ 8434 h 17424"/>
                  <a:gd name="connsiteX3" fmla="*/ 0 w 224159"/>
                  <a:gd name="connsiteY3" fmla="*/ 8948 h 17424"/>
                  <a:gd name="connsiteX4" fmla="*/ 8434 w 224159"/>
                  <a:gd name="connsiteY4" fmla="*/ 17424 h 17424"/>
                  <a:gd name="connsiteX5" fmla="*/ 215725 w 224159"/>
                  <a:gd name="connsiteY5" fmla="*/ 17424 h 17424"/>
                  <a:gd name="connsiteX6" fmla="*/ 224159 w 224159"/>
                  <a:gd name="connsiteY6" fmla="*/ 8948 h 17424"/>
                  <a:gd name="connsiteX7" fmla="*/ 224159 w 224159"/>
                  <a:gd name="connsiteY7" fmla="*/ 8434 h 17424"/>
                  <a:gd name="connsiteX8" fmla="*/ 215725 w 224159"/>
                  <a:gd name="connsiteY8" fmla="*/ 0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4159" h="17424">
                    <a:moveTo>
                      <a:pt x="215725" y="0"/>
                    </a:moveTo>
                    <a:lnTo>
                      <a:pt x="8434" y="0"/>
                    </a:lnTo>
                    <a:cubicBezTo>
                      <a:pt x="3853" y="0"/>
                      <a:pt x="0" y="3853"/>
                      <a:pt x="0" y="8434"/>
                    </a:cubicBezTo>
                    <a:lnTo>
                      <a:pt x="0" y="8948"/>
                    </a:lnTo>
                    <a:cubicBezTo>
                      <a:pt x="0" y="13528"/>
                      <a:pt x="3853" y="17424"/>
                      <a:pt x="8434" y="17424"/>
                    </a:cubicBezTo>
                    <a:lnTo>
                      <a:pt x="215725" y="17424"/>
                    </a:lnTo>
                    <a:cubicBezTo>
                      <a:pt x="220306" y="17424"/>
                      <a:pt x="224159" y="13528"/>
                      <a:pt x="224159" y="8948"/>
                    </a:cubicBezTo>
                    <a:lnTo>
                      <a:pt x="224159" y="8434"/>
                    </a:lnTo>
                    <a:cubicBezTo>
                      <a:pt x="224159" y="3853"/>
                      <a:pt x="220306" y="0"/>
                      <a:pt x="215725" y="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11159704" y="6213485"/>
                <a:ext cx="120553" cy="118336"/>
              </a:xfrm>
              <a:custGeom>
                <a:avLst/>
                <a:gdLst>
                  <a:gd name="connsiteX0" fmla="*/ 53383 w 120553"/>
                  <a:gd name="connsiteY0" fmla="*/ 89765 h 118336"/>
                  <a:gd name="connsiteX1" fmla="*/ 61859 w 120553"/>
                  <a:gd name="connsiteY1" fmla="*/ 77436 h 118336"/>
                  <a:gd name="connsiteX2" fmla="*/ 104371 w 120553"/>
                  <a:gd name="connsiteY2" fmla="*/ 112755 h 118336"/>
                  <a:gd name="connsiteX3" fmla="*/ 116144 w 120553"/>
                  <a:gd name="connsiteY3" fmla="*/ 112027 h 118336"/>
                  <a:gd name="connsiteX4" fmla="*/ 118499 w 120553"/>
                  <a:gd name="connsiteY4" fmla="*/ 105606 h 118336"/>
                  <a:gd name="connsiteX5" fmla="*/ 115416 w 120553"/>
                  <a:gd name="connsiteY5" fmla="*/ 99698 h 118336"/>
                  <a:gd name="connsiteX6" fmla="*/ 82409 w 120553"/>
                  <a:gd name="connsiteY6" fmla="*/ 71785 h 118336"/>
                  <a:gd name="connsiteX7" fmla="*/ 112077 w 120553"/>
                  <a:gd name="connsiteY7" fmla="*/ 71785 h 118336"/>
                  <a:gd name="connsiteX8" fmla="*/ 120554 w 120553"/>
                  <a:gd name="connsiteY8" fmla="*/ 63308 h 118336"/>
                  <a:gd name="connsiteX9" fmla="*/ 120554 w 120553"/>
                  <a:gd name="connsiteY9" fmla="*/ 62880 h 118336"/>
                  <a:gd name="connsiteX10" fmla="*/ 112077 w 120553"/>
                  <a:gd name="connsiteY10" fmla="*/ 54446 h 118336"/>
                  <a:gd name="connsiteX11" fmla="*/ 69565 w 120553"/>
                  <a:gd name="connsiteY11" fmla="*/ 54446 h 118336"/>
                  <a:gd name="connsiteX12" fmla="*/ 70636 w 120553"/>
                  <a:gd name="connsiteY12" fmla="*/ 41860 h 118336"/>
                  <a:gd name="connsiteX13" fmla="*/ 70850 w 120553"/>
                  <a:gd name="connsiteY13" fmla="*/ 30857 h 118336"/>
                  <a:gd name="connsiteX14" fmla="*/ 109037 w 120553"/>
                  <a:gd name="connsiteY14" fmla="*/ 30857 h 118336"/>
                  <a:gd name="connsiteX15" fmla="*/ 117471 w 120553"/>
                  <a:gd name="connsiteY15" fmla="*/ 22381 h 118336"/>
                  <a:gd name="connsiteX16" fmla="*/ 117471 w 120553"/>
                  <a:gd name="connsiteY16" fmla="*/ 22167 h 118336"/>
                  <a:gd name="connsiteX17" fmla="*/ 109037 w 120553"/>
                  <a:gd name="connsiteY17" fmla="*/ 13690 h 118336"/>
                  <a:gd name="connsiteX18" fmla="*/ 28338 w 120553"/>
                  <a:gd name="connsiteY18" fmla="*/ 13690 h 118336"/>
                  <a:gd name="connsiteX19" fmla="*/ 28809 w 120553"/>
                  <a:gd name="connsiteY19" fmla="*/ 11935 h 118336"/>
                  <a:gd name="connsiteX20" fmla="*/ 28809 w 120553"/>
                  <a:gd name="connsiteY20" fmla="*/ 5256 h 118336"/>
                  <a:gd name="connsiteX21" fmla="*/ 24186 w 120553"/>
                  <a:gd name="connsiteY21" fmla="*/ 632 h 118336"/>
                  <a:gd name="connsiteX22" fmla="*/ 23715 w 120553"/>
                  <a:gd name="connsiteY22" fmla="*/ 632 h 118336"/>
                  <a:gd name="connsiteX23" fmla="*/ 12926 w 120553"/>
                  <a:gd name="connsiteY23" fmla="*/ 5256 h 118336"/>
                  <a:gd name="connsiteX24" fmla="*/ 7275 w 120553"/>
                  <a:gd name="connsiteY24" fmla="*/ 19341 h 118336"/>
                  <a:gd name="connsiteX25" fmla="*/ 15195 w 120553"/>
                  <a:gd name="connsiteY25" fmla="*/ 30857 h 118336"/>
                  <a:gd name="connsiteX26" fmla="*/ 53383 w 120553"/>
                  <a:gd name="connsiteY26" fmla="*/ 30857 h 118336"/>
                  <a:gd name="connsiteX27" fmla="*/ 53383 w 120553"/>
                  <a:gd name="connsiteY27" fmla="*/ 41860 h 118336"/>
                  <a:gd name="connsiteX28" fmla="*/ 52098 w 120553"/>
                  <a:gd name="connsiteY28" fmla="*/ 54446 h 118336"/>
                  <a:gd name="connsiteX29" fmla="*/ 9330 w 120553"/>
                  <a:gd name="connsiteY29" fmla="*/ 54446 h 118336"/>
                  <a:gd name="connsiteX30" fmla="*/ 853 w 120553"/>
                  <a:gd name="connsiteY30" fmla="*/ 62880 h 118336"/>
                  <a:gd name="connsiteX31" fmla="*/ 853 w 120553"/>
                  <a:gd name="connsiteY31" fmla="*/ 63394 h 118336"/>
                  <a:gd name="connsiteX32" fmla="*/ 9330 w 120553"/>
                  <a:gd name="connsiteY32" fmla="*/ 71870 h 118336"/>
                  <a:gd name="connsiteX33" fmla="*/ 44949 w 120553"/>
                  <a:gd name="connsiteY33" fmla="*/ 71870 h 118336"/>
                  <a:gd name="connsiteX34" fmla="*/ 39555 w 120553"/>
                  <a:gd name="connsiteY34" fmla="*/ 79320 h 118336"/>
                  <a:gd name="connsiteX35" fmla="*/ 5477 w 120553"/>
                  <a:gd name="connsiteY35" fmla="*/ 101624 h 118336"/>
                  <a:gd name="connsiteX36" fmla="*/ 383 w 120553"/>
                  <a:gd name="connsiteY36" fmla="*/ 112327 h 118336"/>
                  <a:gd name="connsiteX37" fmla="*/ 639 w 120553"/>
                  <a:gd name="connsiteY37" fmla="*/ 112841 h 118336"/>
                  <a:gd name="connsiteX38" fmla="*/ 5220 w 120553"/>
                  <a:gd name="connsiteY38" fmla="*/ 117721 h 118336"/>
                  <a:gd name="connsiteX39" fmla="*/ 11642 w 120553"/>
                  <a:gd name="connsiteY39" fmla="*/ 117978 h 118336"/>
                  <a:gd name="connsiteX40" fmla="*/ 53383 w 120553"/>
                  <a:gd name="connsiteY40" fmla="*/ 89765 h 11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0553" h="118336">
                    <a:moveTo>
                      <a:pt x="53383" y="89765"/>
                    </a:moveTo>
                    <a:cubicBezTo>
                      <a:pt x="56722" y="85955"/>
                      <a:pt x="59505" y="81845"/>
                      <a:pt x="61859" y="77436"/>
                    </a:cubicBezTo>
                    <a:lnTo>
                      <a:pt x="104371" y="112755"/>
                    </a:lnTo>
                    <a:cubicBezTo>
                      <a:pt x="107967" y="115880"/>
                      <a:pt x="113062" y="115324"/>
                      <a:pt x="116144" y="112027"/>
                    </a:cubicBezTo>
                    <a:cubicBezTo>
                      <a:pt x="117728" y="109972"/>
                      <a:pt x="118755" y="108131"/>
                      <a:pt x="118499" y="105606"/>
                    </a:cubicBezTo>
                    <a:cubicBezTo>
                      <a:pt x="118199" y="103251"/>
                      <a:pt x="117428" y="101539"/>
                      <a:pt x="115416" y="99698"/>
                    </a:cubicBezTo>
                    <a:lnTo>
                      <a:pt x="82409" y="71785"/>
                    </a:lnTo>
                    <a:lnTo>
                      <a:pt x="112077" y="71785"/>
                    </a:lnTo>
                    <a:cubicBezTo>
                      <a:pt x="116957" y="71785"/>
                      <a:pt x="120554" y="67889"/>
                      <a:pt x="120554" y="63308"/>
                    </a:cubicBezTo>
                    <a:lnTo>
                      <a:pt x="120554" y="62880"/>
                    </a:lnTo>
                    <a:cubicBezTo>
                      <a:pt x="120554" y="58256"/>
                      <a:pt x="116957" y="54446"/>
                      <a:pt x="112077" y="54446"/>
                    </a:cubicBezTo>
                    <a:lnTo>
                      <a:pt x="69565" y="54446"/>
                    </a:lnTo>
                    <a:cubicBezTo>
                      <a:pt x="70336" y="50336"/>
                      <a:pt x="70636" y="46226"/>
                      <a:pt x="70636" y="41860"/>
                    </a:cubicBezTo>
                    <a:lnTo>
                      <a:pt x="70850" y="30857"/>
                    </a:lnTo>
                    <a:lnTo>
                      <a:pt x="109037" y="30857"/>
                    </a:lnTo>
                    <a:cubicBezTo>
                      <a:pt x="113618" y="30857"/>
                      <a:pt x="117471" y="27047"/>
                      <a:pt x="117471" y="22381"/>
                    </a:cubicBezTo>
                    <a:lnTo>
                      <a:pt x="117471" y="22167"/>
                    </a:lnTo>
                    <a:cubicBezTo>
                      <a:pt x="117471" y="17543"/>
                      <a:pt x="113618" y="13690"/>
                      <a:pt x="109037" y="13690"/>
                    </a:cubicBezTo>
                    <a:lnTo>
                      <a:pt x="28338" y="13690"/>
                    </a:lnTo>
                    <a:lnTo>
                      <a:pt x="28809" y="11935"/>
                    </a:lnTo>
                    <a:cubicBezTo>
                      <a:pt x="29837" y="9623"/>
                      <a:pt x="29837" y="7311"/>
                      <a:pt x="28809" y="5256"/>
                    </a:cubicBezTo>
                    <a:cubicBezTo>
                      <a:pt x="28039" y="3201"/>
                      <a:pt x="26240" y="1446"/>
                      <a:pt x="24186" y="632"/>
                    </a:cubicBezTo>
                    <a:lnTo>
                      <a:pt x="23715" y="632"/>
                    </a:lnTo>
                    <a:cubicBezTo>
                      <a:pt x="19562" y="-1123"/>
                      <a:pt x="14467" y="889"/>
                      <a:pt x="12926" y="5256"/>
                    </a:cubicBezTo>
                    <a:lnTo>
                      <a:pt x="7275" y="19341"/>
                    </a:lnTo>
                    <a:cubicBezTo>
                      <a:pt x="5220" y="24949"/>
                      <a:pt x="9073" y="30857"/>
                      <a:pt x="15195" y="30857"/>
                    </a:cubicBezTo>
                    <a:lnTo>
                      <a:pt x="53383" y="30857"/>
                    </a:lnTo>
                    <a:lnTo>
                      <a:pt x="53383" y="41860"/>
                    </a:lnTo>
                    <a:cubicBezTo>
                      <a:pt x="53383" y="46226"/>
                      <a:pt x="52826" y="50550"/>
                      <a:pt x="52098" y="54446"/>
                    </a:cubicBezTo>
                    <a:lnTo>
                      <a:pt x="9330" y="54446"/>
                    </a:lnTo>
                    <a:cubicBezTo>
                      <a:pt x="4706" y="54446"/>
                      <a:pt x="853" y="58256"/>
                      <a:pt x="853" y="62880"/>
                    </a:cubicBezTo>
                    <a:lnTo>
                      <a:pt x="853" y="63394"/>
                    </a:lnTo>
                    <a:cubicBezTo>
                      <a:pt x="853" y="68017"/>
                      <a:pt x="4706" y="71870"/>
                      <a:pt x="9330" y="71870"/>
                    </a:cubicBezTo>
                    <a:lnTo>
                      <a:pt x="44949" y="71870"/>
                    </a:lnTo>
                    <a:cubicBezTo>
                      <a:pt x="43365" y="74396"/>
                      <a:pt x="41653" y="76965"/>
                      <a:pt x="39555" y="79320"/>
                    </a:cubicBezTo>
                    <a:cubicBezTo>
                      <a:pt x="31378" y="88267"/>
                      <a:pt x="19819" y="95930"/>
                      <a:pt x="5477" y="101624"/>
                    </a:cubicBezTo>
                    <a:cubicBezTo>
                      <a:pt x="1110" y="103636"/>
                      <a:pt x="-902" y="108003"/>
                      <a:pt x="383" y="112327"/>
                    </a:cubicBezTo>
                    <a:lnTo>
                      <a:pt x="639" y="112841"/>
                    </a:lnTo>
                    <a:cubicBezTo>
                      <a:pt x="1410" y="115153"/>
                      <a:pt x="3165" y="116737"/>
                      <a:pt x="5220" y="117721"/>
                    </a:cubicBezTo>
                    <a:cubicBezTo>
                      <a:pt x="7275" y="118492"/>
                      <a:pt x="9587" y="118492"/>
                      <a:pt x="11642" y="117978"/>
                    </a:cubicBezTo>
                    <a:cubicBezTo>
                      <a:pt x="29794" y="110529"/>
                      <a:pt x="43622" y="101324"/>
                      <a:pt x="53383" y="89765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11291217" y="6218441"/>
                <a:ext cx="96282" cy="110367"/>
              </a:xfrm>
              <a:custGeom>
                <a:avLst/>
                <a:gdLst>
                  <a:gd name="connsiteX0" fmla="*/ 88362 w 96282"/>
                  <a:gd name="connsiteY0" fmla="*/ 8220 h 110367"/>
                  <a:gd name="connsiteX1" fmla="*/ 68883 w 96282"/>
                  <a:gd name="connsiteY1" fmla="*/ 0 h 110367"/>
                  <a:gd name="connsiteX2" fmla="*/ 27142 w 96282"/>
                  <a:gd name="connsiteY2" fmla="*/ 0 h 110367"/>
                  <a:gd name="connsiteX3" fmla="*/ 2055 w 96282"/>
                  <a:gd name="connsiteY3" fmla="*/ 16910 h 110367"/>
                  <a:gd name="connsiteX4" fmla="*/ 0 w 96282"/>
                  <a:gd name="connsiteY4" fmla="*/ 27399 h 110367"/>
                  <a:gd name="connsiteX5" fmla="*/ 0 w 96282"/>
                  <a:gd name="connsiteY5" fmla="*/ 83011 h 110367"/>
                  <a:gd name="connsiteX6" fmla="*/ 27142 w 96282"/>
                  <a:gd name="connsiteY6" fmla="*/ 110367 h 110367"/>
                  <a:gd name="connsiteX7" fmla="*/ 68883 w 96282"/>
                  <a:gd name="connsiteY7" fmla="*/ 110367 h 110367"/>
                  <a:gd name="connsiteX8" fmla="*/ 79415 w 96282"/>
                  <a:gd name="connsiteY8" fmla="*/ 108056 h 110367"/>
                  <a:gd name="connsiteX9" fmla="*/ 96282 w 96282"/>
                  <a:gd name="connsiteY9" fmla="*/ 82968 h 110367"/>
                  <a:gd name="connsiteX10" fmla="*/ 96282 w 96282"/>
                  <a:gd name="connsiteY10" fmla="*/ 27399 h 110367"/>
                  <a:gd name="connsiteX11" fmla="*/ 88362 w 96282"/>
                  <a:gd name="connsiteY11" fmla="*/ 8220 h 110367"/>
                  <a:gd name="connsiteX12" fmla="*/ 79158 w 96282"/>
                  <a:gd name="connsiteY12" fmla="*/ 83054 h 110367"/>
                  <a:gd name="connsiteX13" fmla="*/ 79072 w 96282"/>
                  <a:gd name="connsiteY13" fmla="*/ 101848 h 110367"/>
                  <a:gd name="connsiteX14" fmla="*/ 63617 w 96282"/>
                  <a:gd name="connsiteY14" fmla="*/ 93072 h 110367"/>
                  <a:gd name="connsiteX15" fmla="*/ 27142 w 96282"/>
                  <a:gd name="connsiteY15" fmla="*/ 93072 h 110367"/>
                  <a:gd name="connsiteX16" fmla="*/ 16868 w 96282"/>
                  <a:gd name="connsiteY16" fmla="*/ 83054 h 110367"/>
                  <a:gd name="connsiteX17" fmla="*/ 16868 w 96282"/>
                  <a:gd name="connsiteY17" fmla="*/ 27399 h 110367"/>
                  <a:gd name="connsiteX18" fmla="*/ 19693 w 96282"/>
                  <a:gd name="connsiteY18" fmla="*/ 20250 h 110367"/>
                  <a:gd name="connsiteX19" fmla="*/ 27142 w 96282"/>
                  <a:gd name="connsiteY19" fmla="*/ 17424 h 110367"/>
                  <a:gd name="connsiteX20" fmla="*/ 68883 w 96282"/>
                  <a:gd name="connsiteY20" fmla="*/ 17424 h 110367"/>
                  <a:gd name="connsiteX21" fmla="*/ 76075 w 96282"/>
                  <a:gd name="connsiteY21" fmla="*/ 20250 h 110367"/>
                  <a:gd name="connsiteX22" fmla="*/ 79158 w 96282"/>
                  <a:gd name="connsiteY22" fmla="*/ 27399 h 110367"/>
                  <a:gd name="connsiteX23" fmla="*/ 79158 w 96282"/>
                  <a:gd name="connsiteY23" fmla="*/ 83054 h 11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82" h="110367">
                    <a:moveTo>
                      <a:pt x="88362" y="8220"/>
                    </a:moveTo>
                    <a:cubicBezTo>
                      <a:pt x="83268" y="3125"/>
                      <a:pt x="76332" y="0"/>
                      <a:pt x="68883" y="0"/>
                    </a:cubicBezTo>
                    <a:lnTo>
                      <a:pt x="27142" y="0"/>
                    </a:lnTo>
                    <a:cubicBezTo>
                      <a:pt x="15883" y="0"/>
                      <a:pt x="6379" y="6935"/>
                      <a:pt x="2055" y="16910"/>
                    </a:cubicBezTo>
                    <a:cubicBezTo>
                      <a:pt x="471" y="20250"/>
                      <a:pt x="0" y="23846"/>
                      <a:pt x="0" y="27399"/>
                    </a:cubicBezTo>
                    <a:lnTo>
                      <a:pt x="0" y="83011"/>
                    </a:lnTo>
                    <a:cubicBezTo>
                      <a:pt x="0" y="98123"/>
                      <a:pt x="11987" y="110367"/>
                      <a:pt x="27142" y="110367"/>
                    </a:cubicBezTo>
                    <a:lnTo>
                      <a:pt x="68883" y="110367"/>
                    </a:lnTo>
                    <a:cubicBezTo>
                      <a:pt x="72736" y="110367"/>
                      <a:pt x="76075" y="109640"/>
                      <a:pt x="79415" y="108056"/>
                    </a:cubicBezTo>
                    <a:cubicBezTo>
                      <a:pt x="89647" y="103732"/>
                      <a:pt x="96282" y="94227"/>
                      <a:pt x="96282" y="82968"/>
                    </a:cubicBezTo>
                    <a:lnTo>
                      <a:pt x="96282" y="27399"/>
                    </a:lnTo>
                    <a:cubicBezTo>
                      <a:pt x="96282" y="19993"/>
                      <a:pt x="93457" y="13314"/>
                      <a:pt x="88362" y="8220"/>
                    </a:cubicBezTo>
                    <a:close/>
                    <a:moveTo>
                      <a:pt x="79158" y="83054"/>
                    </a:moveTo>
                    <a:lnTo>
                      <a:pt x="79072" y="101848"/>
                    </a:lnTo>
                    <a:cubicBezTo>
                      <a:pt x="79072" y="101848"/>
                      <a:pt x="70724" y="93072"/>
                      <a:pt x="63617" y="93072"/>
                    </a:cubicBezTo>
                    <a:lnTo>
                      <a:pt x="27142" y="93072"/>
                    </a:lnTo>
                    <a:cubicBezTo>
                      <a:pt x="21277" y="93072"/>
                      <a:pt x="16868" y="88962"/>
                      <a:pt x="16868" y="83054"/>
                    </a:cubicBezTo>
                    <a:lnTo>
                      <a:pt x="16868" y="27399"/>
                    </a:lnTo>
                    <a:cubicBezTo>
                      <a:pt x="16868" y="24616"/>
                      <a:pt x="17895" y="22048"/>
                      <a:pt x="19693" y="20250"/>
                    </a:cubicBezTo>
                    <a:cubicBezTo>
                      <a:pt x="21748" y="18452"/>
                      <a:pt x="24060" y="17424"/>
                      <a:pt x="27142" y="17424"/>
                    </a:cubicBezTo>
                    <a:lnTo>
                      <a:pt x="68883" y="17424"/>
                    </a:lnTo>
                    <a:cubicBezTo>
                      <a:pt x="71923" y="17424"/>
                      <a:pt x="74277" y="18452"/>
                      <a:pt x="76075" y="20250"/>
                    </a:cubicBezTo>
                    <a:cubicBezTo>
                      <a:pt x="78344" y="22048"/>
                      <a:pt x="79158" y="24616"/>
                      <a:pt x="79158" y="27399"/>
                    </a:cubicBezTo>
                    <a:lnTo>
                      <a:pt x="79158" y="83054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11203968" y="6382708"/>
                <a:ext cx="137894" cy="17124"/>
              </a:xfrm>
              <a:custGeom>
                <a:avLst/>
                <a:gdLst>
                  <a:gd name="connsiteX0" fmla="*/ 0 w 137894"/>
                  <a:gd name="connsiteY0" fmla="*/ 0 h 17124"/>
                  <a:gd name="connsiteX1" fmla="*/ 214 w 137894"/>
                  <a:gd name="connsiteY1" fmla="*/ 17124 h 17124"/>
                  <a:gd name="connsiteX2" fmla="*/ 137809 w 137894"/>
                  <a:gd name="connsiteY2" fmla="*/ 17124 h 17124"/>
                  <a:gd name="connsiteX3" fmla="*/ 137895 w 137894"/>
                  <a:gd name="connsiteY3" fmla="*/ 0 h 17124"/>
                  <a:gd name="connsiteX4" fmla="*/ 0 w 137894"/>
                  <a:gd name="connsiteY4" fmla="*/ 0 h 1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894" h="17124">
                    <a:moveTo>
                      <a:pt x="0" y="0"/>
                    </a:moveTo>
                    <a:cubicBezTo>
                      <a:pt x="0" y="43"/>
                      <a:pt x="214" y="17124"/>
                      <a:pt x="214" y="17124"/>
                    </a:cubicBezTo>
                    <a:lnTo>
                      <a:pt x="137809" y="17124"/>
                    </a:lnTo>
                    <a:lnTo>
                      <a:pt x="1378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11173615" y="6340153"/>
                <a:ext cx="198729" cy="102746"/>
              </a:xfrm>
              <a:custGeom>
                <a:avLst/>
                <a:gdLst>
                  <a:gd name="connsiteX0" fmla="*/ 182376 w 198729"/>
                  <a:gd name="connsiteY0" fmla="*/ 2269 h 102746"/>
                  <a:gd name="connsiteX1" fmla="*/ 172101 w 198729"/>
                  <a:gd name="connsiteY1" fmla="*/ 0 h 102746"/>
                  <a:gd name="connsiteX2" fmla="*/ 26885 w 198729"/>
                  <a:gd name="connsiteY2" fmla="*/ 0 h 102746"/>
                  <a:gd name="connsiteX3" fmla="*/ 16654 w 198729"/>
                  <a:gd name="connsiteY3" fmla="*/ 2269 h 102746"/>
                  <a:gd name="connsiteX4" fmla="*/ 0 w 198729"/>
                  <a:gd name="connsiteY4" fmla="*/ 27399 h 102746"/>
                  <a:gd name="connsiteX5" fmla="*/ 0 w 198729"/>
                  <a:gd name="connsiteY5" fmla="*/ 75262 h 102746"/>
                  <a:gd name="connsiteX6" fmla="*/ 16654 w 198729"/>
                  <a:gd name="connsiteY6" fmla="*/ 100692 h 102746"/>
                  <a:gd name="connsiteX7" fmla="*/ 26885 w 198729"/>
                  <a:gd name="connsiteY7" fmla="*/ 102747 h 102746"/>
                  <a:gd name="connsiteX8" fmla="*/ 135968 w 198729"/>
                  <a:gd name="connsiteY8" fmla="*/ 102747 h 102746"/>
                  <a:gd name="connsiteX9" fmla="*/ 166921 w 198729"/>
                  <a:gd name="connsiteY9" fmla="*/ 85580 h 102746"/>
                  <a:gd name="connsiteX10" fmla="*/ 26885 w 198729"/>
                  <a:gd name="connsiteY10" fmla="*/ 85580 h 102746"/>
                  <a:gd name="connsiteX11" fmla="*/ 19993 w 198729"/>
                  <a:gd name="connsiteY11" fmla="*/ 82754 h 102746"/>
                  <a:gd name="connsiteX12" fmla="*/ 17167 w 198729"/>
                  <a:gd name="connsiteY12" fmla="*/ 75262 h 102746"/>
                  <a:gd name="connsiteX13" fmla="*/ 17167 w 198729"/>
                  <a:gd name="connsiteY13" fmla="*/ 27442 h 102746"/>
                  <a:gd name="connsiteX14" fmla="*/ 19993 w 198729"/>
                  <a:gd name="connsiteY14" fmla="*/ 19993 h 102746"/>
                  <a:gd name="connsiteX15" fmla="*/ 26885 w 198729"/>
                  <a:gd name="connsiteY15" fmla="*/ 17167 h 102746"/>
                  <a:gd name="connsiteX16" fmla="*/ 172101 w 198729"/>
                  <a:gd name="connsiteY16" fmla="*/ 17167 h 102746"/>
                  <a:gd name="connsiteX17" fmla="*/ 178994 w 198729"/>
                  <a:gd name="connsiteY17" fmla="*/ 19993 h 102746"/>
                  <a:gd name="connsiteX18" fmla="*/ 181819 w 198729"/>
                  <a:gd name="connsiteY18" fmla="*/ 27442 h 102746"/>
                  <a:gd name="connsiteX19" fmla="*/ 181819 w 198729"/>
                  <a:gd name="connsiteY19" fmla="*/ 75305 h 102746"/>
                  <a:gd name="connsiteX20" fmla="*/ 166621 w 198729"/>
                  <a:gd name="connsiteY20" fmla="*/ 102747 h 102746"/>
                  <a:gd name="connsiteX21" fmla="*/ 198729 w 198729"/>
                  <a:gd name="connsiteY21" fmla="*/ 75305 h 102746"/>
                  <a:gd name="connsiteX22" fmla="*/ 198729 w 198729"/>
                  <a:gd name="connsiteY22" fmla="*/ 27442 h 102746"/>
                  <a:gd name="connsiteX23" fmla="*/ 182376 w 198729"/>
                  <a:gd name="connsiteY23" fmla="*/ 2269 h 10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729" h="102746">
                    <a:moveTo>
                      <a:pt x="182376" y="2269"/>
                    </a:moveTo>
                    <a:cubicBezTo>
                      <a:pt x="179036" y="771"/>
                      <a:pt x="175997" y="0"/>
                      <a:pt x="172101" y="0"/>
                    </a:cubicBezTo>
                    <a:lnTo>
                      <a:pt x="26885" y="0"/>
                    </a:lnTo>
                    <a:cubicBezTo>
                      <a:pt x="23032" y="0"/>
                      <a:pt x="19993" y="771"/>
                      <a:pt x="16654" y="2269"/>
                    </a:cubicBezTo>
                    <a:cubicBezTo>
                      <a:pt x="6636" y="6636"/>
                      <a:pt x="0" y="16354"/>
                      <a:pt x="0" y="27399"/>
                    </a:cubicBezTo>
                    <a:lnTo>
                      <a:pt x="0" y="75262"/>
                    </a:lnTo>
                    <a:cubicBezTo>
                      <a:pt x="0" y="86564"/>
                      <a:pt x="6679" y="96068"/>
                      <a:pt x="16654" y="100692"/>
                    </a:cubicBezTo>
                    <a:cubicBezTo>
                      <a:pt x="19993" y="101934"/>
                      <a:pt x="23032" y="102747"/>
                      <a:pt x="26885" y="102747"/>
                    </a:cubicBezTo>
                    <a:lnTo>
                      <a:pt x="135968" y="102747"/>
                    </a:lnTo>
                    <a:cubicBezTo>
                      <a:pt x="159771" y="102747"/>
                      <a:pt x="166921" y="85580"/>
                      <a:pt x="166921" y="85580"/>
                    </a:cubicBezTo>
                    <a:lnTo>
                      <a:pt x="26885" y="85580"/>
                    </a:lnTo>
                    <a:cubicBezTo>
                      <a:pt x="24317" y="85580"/>
                      <a:pt x="22005" y="84552"/>
                      <a:pt x="19993" y="82754"/>
                    </a:cubicBezTo>
                    <a:cubicBezTo>
                      <a:pt x="18195" y="80913"/>
                      <a:pt x="17167" y="78345"/>
                      <a:pt x="17167" y="75262"/>
                    </a:cubicBezTo>
                    <a:lnTo>
                      <a:pt x="17167" y="27442"/>
                    </a:lnTo>
                    <a:cubicBezTo>
                      <a:pt x="17167" y="24360"/>
                      <a:pt x="18195" y="22048"/>
                      <a:pt x="19993" y="19993"/>
                    </a:cubicBezTo>
                    <a:cubicBezTo>
                      <a:pt x="22005" y="18238"/>
                      <a:pt x="24360" y="17167"/>
                      <a:pt x="26885" y="17167"/>
                    </a:cubicBezTo>
                    <a:lnTo>
                      <a:pt x="172101" y="17167"/>
                    </a:lnTo>
                    <a:cubicBezTo>
                      <a:pt x="174670" y="17167"/>
                      <a:pt x="176981" y="18238"/>
                      <a:pt x="178994" y="19993"/>
                    </a:cubicBezTo>
                    <a:cubicBezTo>
                      <a:pt x="180792" y="22048"/>
                      <a:pt x="181819" y="24360"/>
                      <a:pt x="181819" y="27442"/>
                    </a:cubicBezTo>
                    <a:lnTo>
                      <a:pt x="181819" y="75305"/>
                    </a:lnTo>
                    <a:cubicBezTo>
                      <a:pt x="181819" y="76461"/>
                      <a:pt x="183317" y="93628"/>
                      <a:pt x="166621" y="102747"/>
                    </a:cubicBezTo>
                    <a:cubicBezTo>
                      <a:pt x="169875" y="102576"/>
                      <a:pt x="196846" y="100906"/>
                      <a:pt x="198729" y="75305"/>
                    </a:cubicBezTo>
                    <a:lnTo>
                      <a:pt x="198729" y="27442"/>
                    </a:lnTo>
                    <a:cubicBezTo>
                      <a:pt x="198772" y="16397"/>
                      <a:pt x="192393" y="6679"/>
                      <a:pt x="182376" y="2269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11418348" y="6381894"/>
                <a:ext cx="34186" cy="55644"/>
              </a:xfrm>
              <a:custGeom>
                <a:avLst/>
                <a:gdLst>
                  <a:gd name="connsiteX0" fmla="*/ 33796 w 34186"/>
                  <a:gd name="connsiteY0" fmla="*/ 10660 h 55644"/>
                  <a:gd name="connsiteX1" fmla="*/ 16115 w 34186"/>
                  <a:gd name="connsiteY1" fmla="*/ 51930 h 55644"/>
                  <a:gd name="connsiteX2" fmla="*/ 10464 w 34186"/>
                  <a:gd name="connsiteY2" fmla="*/ 55483 h 55644"/>
                  <a:gd name="connsiteX3" fmla="*/ 3871 w 34186"/>
                  <a:gd name="connsiteY3" fmla="*/ 53942 h 55644"/>
                  <a:gd name="connsiteX4" fmla="*/ 3272 w 34186"/>
                  <a:gd name="connsiteY4" fmla="*/ 53642 h 55644"/>
                  <a:gd name="connsiteX5" fmla="*/ 1217 w 34186"/>
                  <a:gd name="connsiteY5" fmla="*/ 42426 h 55644"/>
                  <a:gd name="connsiteX6" fmla="*/ 10464 w 34186"/>
                  <a:gd name="connsiteY6" fmla="*/ 25216 h 55644"/>
                  <a:gd name="connsiteX7" fmla="*/ 17143 w 34186"/>
                  <a:gd name="connsiteY7" fmla="*/ 6250 h 55644"/>
                  <a:gd name="connsiteX8" fmla="*/ 26861 w 34186"/>
                  <a:gd name="connsiteY8" fmla="*/ 128 h 55644"/>
                  <a:gd name="connsiteX9" fmla="*/ 27417 w 34186"/>
                  <a:gd name="connsiteY9" fmla="*/ 128 h 55644"/>
                  <a:gd name="connsiteX10" fmla="*/ 33026 w 34186"/>
                  <a:gd name="connsiteY10" fmla="*/ 3981 h 55644"/>
                  <a:gd name="connsiteX11" fmla="*/ 33796 w 34186"/>
                  <a:gd name="connsiteY11" fmla="*/ 10660 h 5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86" h="55644">
                    <a:moveTo>
                      <a:pt x="33796" y="10660"/>
                    </a:moveTo>
                    <a:cubicBezTo>
                      <a:pt x="30243" y="25515"/>
                      <a:pt x="24078" y="38787"/>
                      <a:pt x="16115" y="51930"/>
                    </a:cubicBezTo>
                    <a:cubicBezTo>
                      <a:pt x="14831" y="53642"/>
                      <a:pt x="13033" y="55226"/>
                      <a:pt x="10464" y="55483"/>
                    </a:cubicBezTo>
                    <a:cubicBezTo>
                      <a:pt x="8152" y="55997"/>
                      <a:pt x="5841" y="55226"/>
                      <a:pt x="3871" y="53942"/>
                    </a:cubicBezTo>
                    <a:lnTo>
                      <a:pt x="3272" y="53642"/>
                    </a:lnTo>
                    <a:cubicBezTo>
                      <a:pt x="-25" y="51116"/>
                      <a:pt x="-1052" y="46236"/>
                      <a:pt x="1217" y="42426"/>
                    </a:cubicBezTo>
                    <a:cubicBezTo>
                      <a:pt x="4813" y="37032"/>
                      <a:pt x="7896" y="31124"/>
                      <a:pt x="10464" y="25216"/>
                    </a:cubicBezTo>
                    <a:cubicBezTo>
                      <a:pt x="13290" y="19308"/>
                      <a:pt x="15345" y="13186"/>
                      <a:pt x="17143" y="6250"/>
                    </a:cubicBezTo>
                    <a:cubicBezTo>
                      <a:pt x="18170" y="2140"/>
                      <a:pt x="22537" y="-642"/>
                      <a:pt x="26861" y="128"/>
                    </a:cubicBezTo>
                    <a:lnTo>
                      <a:pt x="27417" y="128"/>
                    </a:lnTo>
                    <a:cubicBezTo>
                      <a:pt x="29686" y="642"/>
                      <a:pt x="31485" y="2140"/>
                      <a:pt x="33026" y="3981"/>
                    </a:cubicBezTo>
                    <a:cubicBezTo>
                      <a:pt x="34053" y="6079"/>
                      <a:pt x="34610" y="8348"/>
                      <a:pt x="33796" y="1066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11419351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7 w 103517"/>
                  <a:gd name="connsiteY1" fmla="*/ 14599 h 95254"/>
                  <a:gd name="connsiteX2" fmla="*/ 103517 w 103517"/>
                  <a:gd name="connsiteY2" fmla="*/ 15155 h 95254"/>
                  <a:gd name="connsiteX3" fmla="*/ 95084 w 103517"/>
                  <a:gd name="connsiteY3" fmla="*/ 23589 h 95254"/>
                  <a:gd name="connsiteX4" fmla="*/ 60492 w 103517"/>
                  <a:gd name="connsiteY4" fmla="*/ 23589 h 95254"/>
                  <a:gd name="connsiteX5" fmla="*/ 60492 w 103517"/>
                  <a:gd name="connsiteY5" fmla="*/ 36133 h 95254"/>
                  <a:gd name="connsiteX6" fmla="*/ 92986 w 103517"/>
                  <a:gd name="connsiteY6" fmla="*/ 36133 h 95254"/>
                  <a:gd name="connsiteX7" fmla="*/ 101505 w 103517"/>
                  <a:gd name="connsiteY7" fmla="*/ 44566 h 95254"/>
                  <a:gd name="connsiteX8" fmla="*/ 101505 w 103517"/>
                  <a:gd name="connsiteY8" fmla="*/ 44823 h 95254"/>
                  <a:gd name="connsiteX9" fmla="*/ 92986 w 103517"/>
                  <a:gd name="connsiteY9" fmla="*/ 53257 h 95254"/>
                  <a:gd name="connsiteX10" fmla="*/ 60492 w 103517"/>
                  <a:gd name="connsiteY10" fmla="*/ 53257 h 95254"/>
                  <a:gd name="connsiteX11" fmla="*/ 60492 w 103517"/>
                  <a:gd name="connsiteY11" fmla="*/ 66143 h 95254"/>
                  <a:gd name="connsiteX12" fmla="*/ 95084 w 103517"/>
                  <a:gd name="connsiteY12" fmla="*/ 66143 h 95254"/>
                  <a:gd name="connsiteX13" fmla="*/ 103517 w 103517"/>
                  <a:gd name="connsiteY13" fmla="*/ 74577 h 95254"/>
                  <a:gd name="connsiteX14" fmla="*/ 103517 w 103517"/>
                  <a:gd name="connsiteY14" fmla="*/ 74791 h 95254"/>
                  <a:gd name="connsiteX15" fmla="*/ 95084 w 103517"/>
                  <a:gd name="connsiteY15" fmla="*/ 83268 h 95254"/>
                  <a:gd name="connsiteX16" fmla="*/ 60492 w 103517"/>
                  <a:gd name="connsiteY16" fmla="*/ 83268 h 95254"/>
                  <a:gd name="connsiteX17" fmla="*/ 40628 w 103517"/>
                  <a:gd name="connsiteY17" fmla="*/ 95255 h 95254"/>
                  <a:gd name="connsiteX18" fmla="*/ 43325 w 103517"/>
                  <a:gd name="connsiteY18" fmla="*/ 83268 h 95254"/>
                  <a:gd name="connsiteX19" fmla="*/ 8477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77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88 w 103517"/>
                  <a:gd name="connsiteY25" fmla="*/ 53257 h 95254"/>
                  <a:gd name="connsiteX26" fmla="*/ 2269 w 103517"/>
                  <a:gd name="connsiteY26" fmla="*/ 44823 h 95254"/>
                  <a:gd name="connsiteX27" fmla="*/ 2269 w 103517"/>
                  <a:gd name="connsiteY27" fmla="*/ 44566 h 95254"/>
                  <a:gd name="connsiteX28" fmla="*/ 10788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77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77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93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664" y="6165"/>
                      <a:pt x="103517" y="10275"/>
                      <a:pt x="103517" y="14599"/>
                    </a:cubicBezTo>
                    <a:lnTo>
                      <a:pt x="103517" y="15155"/>
                    </a:lnTo>
                    <a:cubicBezTo>
                      <a:pt x="103517" y="19779"/>
                      <a:pt x="99664" y="23589"/>
                      <a:pt x="95084" y="23589"/>
                    </a:cubicBezTo>
                    <a:lnTo>
                      <a:pt x="60492" y="23589"/>
                    </a:lnTo>
                    <a:lnTo>
                      <a:pt x="60492" y="36133"/>
                    </a:lnTo>
                    <a:lnTo>
                      <a:pt x="92986" y="36133"/>
                    </a:lnTo>
                    <a:cubicBezTo>
                      <a:pt x="97609" y="36133"/>
                      <a:pt x="101505" y="39729"/>
                      <a:pt x="101505" y="44566"/>
                    </a:cubicBezTo>
                    <a:lnTo>
                      <a:pt x="101505" y="44823"/>
                    </a:lnTo>
                    <a:cubicBezTo>
                      <a:pt x="101505" y="49447"/>
                      <a:pt x="97652" y="53257"/>
                      <a:pt x="92986" y="53257"/>
                    </a:cubicBezTo>
                    <a:lnTo>
                      <a:pt x="60492" y="53257"/>
                    </a:lnTo>
                    <a:lnTo>
                      <a:pt x="60492" y="66143"/>
                    </a:lnTo>
                    <a:lnTo>
                      <a:pt x="95084" y="66143"/>
                    </a:lnTo>
                    <a:cubicBezTo>
                      <a:pt x="99664" y="66143"/>
                      <a:pt x="103517" y="69954"/>
                      <a:pt x="103517" y="74577"/>
                    </a:cubicBezTo>
                    <a:lnTo>
                      <a:pt x="103517" y="74791"/>
                    </a:lnTo>
                    <a:cubicBezTo>
                      <a:pt x="103517" y="79458"/>
                      <a:pt x="99664" y="83268"/>
                      <a:pt x="95084" y="83268"/>
                    </a:cubicBezTo>
                    <a:lnTo>
                      <a:pt x="60492" y="83268"/>
                    </a:lnTo>
                    <a:cubicBezTo>
                      <a:pt x="60492" y="83268"/>
                      <a:pt x="54028" y="95255"/>
                      <a:pt x="40628" y="95255"/>
                    </a:cubicBezTo>
                    <a:cubicBezTo>
                      <a:pt x="37117" y="95255"/>
                      <a:pt x="44909" y="88790"/>
                      <a:pt x="43325" y="83268"/>
                    </a:cubicBezTo>
                    <a:lnTo>
                      <a:pt x="8477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10" y="66143"/>
                      <a:pt x="8477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88" y="53257"/>
                    </a:lnTo>
                    <a:cubicBezTo>
                      <a:pt x="6165" y="53257"/>
                      <a:pt x="2269" y="49447"/>
                      <a:pt x="2269" y="44823"/>
                    </a:cubicBezTo>
                    <a:lnTo>
                      <a:pt x="2269" y="44566"/>
                    </a:lnTo>
                    <a:cubicBezTo>
                      <a:pt x="2269" y="39729"/>
                      <a:pt x="6165" y="36133"/>
                      <a:pt x="10788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77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10" y="6165"/>
                      <a:pt x="8477" y="6165"/>
                    </a:cubicBezTo>
                    <a:lnTo>
                      <a:pt x="43539" y="6165"/>
                    </a:lnTo>
                    <a:cubicBezTo>
                      <a:pt x="44566" y="2868"/>
                      <a:pt x="47692" y="0"/>
                      <a:pt x="51716" y="0"/>
                    </a:cubicBezTo>
                    <a:lnTo>
                      <a:pt x="52016" y="0"/>
                    </a:lnTo>
                    <a:cubicBezTo>
                      <a:pt x="55869" y="0"/>
                      <a:pt x="59165" y="2826"/>
                      <a:pt x="60193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11536568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8 w 103517"/>
                  <a:gd name="connsiteY1" fmla="*/ 14599 h 95254"/>
                  <a:gd name="connsiteX2" fmla="*/ 103518 w 103517"/>
                  <a:gd name="connsiteY2" fmla="*/ 15155 h 95254"/>
                  <a:gd name="connsiteX3" fmla="*/ 95084 w 103517"/>
                  <a:gd name="connsiteY3" fmla="*/ 23589 h 95254"/>
                  <a:gd name="connsiteX4" fmla="*/ 60449 w 103517"/>
                  <a:gd name="connsiteY4" fmla="*/ 23589 h 95254"/>
                  <a:gd name="connsiteX5" fmla="*/ 60449 w 103517"/>
                  <a:gd name="connsiteY5" fmla="*/ 36133 h 95254"/>
                  <a:gd name="connsiteX6" fmla="*/ 92986 w 103517"/>
                  <a:gd name="connsiteY6" fmla="*/ 36133 h 95254"/>
                  <a:gd name="connsiteX7" fmla="*/ 101463 w 103517"/>
                  <a:gd name="connsiteY7" fmla="*/ 44566 h 95254"/>
                  <a:gd name="connsiteX8" fmla="*/ 101463 w 103517"/>
                  <a:gd name="connsiteY8" fmla="*/ 44823 h 95254"/>
                  <a:gd name="connsiteX9" fmla="*/ 92986 w 103517"/>
                  <a:gd name="connsiteY9" fmla="*/ 53257 h 95254"/>
                  <a:gd name="connsiteX10" fmla="*/ 60449 w 103517"/>
                  <a:gd name="connsiteY10" fmla="*/ 53257 h 95254"/>
                  <a:gd name="connsiteX11" fmla="*/ 60449 w 103517"/>
                  <a:gd name="connsiteY11" fmla="*/ 66143 h 95254"/>
                  <a:gd name="connsiteX12" fmla="*/ 95084 w 103517"/>
                  <a:gd name="connsiteY12" fmla="*/ 66143 h 95254"/>
                  <a:gd name="connsiteX13" fmla="*/ 103518 w 103517"/>
                  <a:gd name="connsiteY13" fmla="*/ 74577 h 95254"/>
                  <a:gd name="connsiteX14" fmla="*/ 103518 w 103517"/>
                  <a:gd name="connsiteY14" fmla="*/ 74791 h 95254"/>
                  <a:gd name="connsiteX15" fmla="*/ 95084 w 103517"/>
                  <a:gd name="connsiteY15" fmla="*/ 83268 h 95254"/>
                  <a:gd name="connsiteX16" fmla="*/ 60449 w 103517"/>
                  <a:gd name="connsiteY16" fmla="*/ 83268 h 95254"/>
                  <a:gd name="connsiteX17" fmla="*/ 40585 w 103517"/>
                  <a:gd name="connsiteY17" fmla="*/ 95255 h 95254"/>
                  <a:gd name="connsiteX18" fmla="*/ 43325 w 103517"/>
                  <a:gd name="connsiteY18" fmla="*/ 83268 h 95254"/>
                  <a:gd name="connsiteX19" fmla="*/ 8434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34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46 w 103517"/>
                  <a:gd name="connsiteY25" fmla="*/ 53257 h 95254"/>
                  <a:gd name="connsiteX26" fmla="*/ 2312 w 103517"/>
                  <a:gd name="connsiteY26" fmla="*/ 44823 h 95254"/>
                  <a:gd name="connsiteX27" fmla="*/ 2312 w 103517"/>
                  <a:gd name="connsiteY27" fmla="*/ 44566 h 95254"/>
                  <a:gd name="connsiteX28" fmla="*/ 10746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34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34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50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707" y="6165"/>
                      <a:pt x="103518" y="10275"/>
                      <a:pt x="103518" y="14599"/>
                    </a:cubicBezTo>
                    <a:lnTo>
                      <a:pt x="103518" y="15155"/>
                    </a:lnTo>
                    <a:cubicBezTo>
                      <a:pt x="103518" y="19779"/>
                      <a:pt x="99707" y="23589"/>
                      <a:pt x="95084" y="23589"/>
                    </a:cubicBezTo>
                    <a:lnTo>
                      <a:pt x="60449" y="23589"/>
                    </a:lnTo>
                    <a:lnTo>
                      <a:pt x="60449" y="36133"/>
                    </a:lnTo>
                    <a:lnTo>
                      <a:pt x="92986" y="36133"/>
                    </a:lnTo>
                    <a:cubicBezTo>
                      <a:pt x="97652" y="36133"/>
                      <a:pt x="101463" y="39729"/>
                      <a:pt x="101463" y="44566"/>
                    </a:cubicBezTo>
                    <a:lnTo>
                      <a:pt x="101463" y="44823"/>
                    </a:lnTo>
                    <a:cubicBezTo>
                      <a:pt x="101463" y="49447"/>
                      <a:pt x="97652" y="53257"/>
                      <a:pt x="92986" y="53257"/>
                    </a:cubicBezTo>
                    <a:lnTo>
                      <a:pt x="60449" y="53257"/>
                    </a:lnTo>
                    <a:lnTo>
                      <a:pt x="60449" y="66143"/>
                    </a:lnTo>
                    <a:lnTo>
                      <a:pt x="95084" y="66143"/>
                    </a:lnTo>
                    <a:cubicBezTo>
                      <a:pt x="99707" y="66143"/>
                      <a:pt x="103518" y="69954"/>
                      <a:pt x="103518" y="74577"/>
                    </a:cubicBezTo>
                    <a:lnTo>
                      <a:pt x="103518" y="74791"/>
                    </a:lnTo>
                    <a:cubicBezTo>
                      <a:pt x="103518" y="79458"/>
                      <a:pt x="99707" y="83268"/>
                      <a:pt x="95084" y="83268"/>
                    </a:cubicBezTo>
                    <a:lnTo>
                      <a:pt x="60449" y="83268"/>
                    </a:lnTo>
                    <a:cubicBezTo>
                      <a:pt x="60449" y="83268"/>
                      <a:pt x="53985" y="95255"/>
                      <a:pt x="40585" y="95255"/>
                    </a:cubicBezTo>
                    <a:cubicBezTo>
                      <a:pt x="37074" y="95255"/>
                      <a:pt x="44866" y="88790"/>
                      <a:pt x="43325" y="83268"/>
                    </a:cubicBezTo>
                    <a:lnTo>
                      <a:pt x="8434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53" y="66143"/>
                      <a:pt x="8434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46" y="53257"/>
                    </a:lnTo>
                    <a:cubicBezTo>
                      <a:pt x="6122" y="53257"/>
                      <a:pt x="2312" y="49447"/>
                      <a:pt x="2312" y="44823"/>
                    </a:cubicBezTo>
                    <a:lnTo>
                      <a:pt x="2312" y="44566"/>
                    </a:lnTo>
                    <a:cubicBezTo>
                      <a:pt x="2312" y="39729"/>
                      <a:pt x="6122" y="36133"/>
                      <a:pt x="10746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34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53" y="6165"/>
                      <a:pt x="8434" y="6165"/>
                    </a:cubicBezTo>
                    <a:lnTo>
                      <a:pt x="43539" y="6165"/>
                    </a:lnTo>
                    <a:cubicBezTo>
                      <a:pt x="44524" y="2868"/>
                      <a:pt x="47649" y="0"/>
                      <a:pt x="51716" y="0"/>
                    </a:cubicBezTo>
                    <a:lnTo>
                      <a:pt x="52016" y="0"/>
                    </a:lnTo>
                    <a:cubicBezTo>
                      <a:pt x="55826" y="0"/>
                      <a:pt x="59165" y="2826"/>
                      <a:pt x="60150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11425002" y="6306332"/>
                <a:ext cx="213114" cy="70253"/>
              </a:xfrm>
              <a:custGeom>
                <a:avLst/>
                <a:gdLst>
                  <a:gd name="connsiteX0" fmla="*/ 206221 w 213114"/>
                  <a:gd name="connsiteY0" fmla="*/ 6422 h 70253"/>
                  <a:gd name="connsiteX1" fmla="*/ 190339 w 213114"/>
                  <a:gd name="connsiteY1" fmla="*/ 0 h 70253"/>
                  <a:gd name="connsiteX2" fmla="*/ 8434 w 213114"/>
                  <a:gd name="connsiteY2" fmla="*/ 0 h 70253"/>
                  <a:gd name="connsiteX3" fmla="*/ 0 w 213114"/>
                  <a:gd name="connsiteY3" fmla="*/ 8477 h 70253"/>
                  <a:gd name="connsiteX4" fmla="*/ 0 w 213114"/>
                  <a:gd name="connsiteY4" fmla="*/ 8990 h 70253"/>
                  <a:gd name="connsiteX5" fmla="*/ 8434 w 213114"/>
                  <a:gd name="connsiteY5" fmla="*/ 17424 h 70253"/>
                  <a:gd name="connsiteX6" fmla="*/ 190339 w 213114"/>
                  <a:gd name="connsiteY6" fmla="*/ 17424 h 70253"/>
                  <a:gd name="connsiteX7" fmla="*/ 195433 w 213114"/>
                  <a:gd name="connsiteY7" fmla="*/ 22818 h 70253"/>
                  <a:gd name="connsiteX8" fmla="*/ 195433 w 213114"/>
                  <a:gd name="connsiteY8" fmla="*/ 47692 h 70253"/>
                  <a:gd name="connsiteX9" fmla="*/ 190339 w 213114"/>
                  <a:gd name="connsiteY9" fmla="*/ 53129 h 70253"/>
                  <a:gd name="connsiteX10" fmla="*/ 8434 w 213114"/>
                  <a:gd name="connsiteY10" fmla="*/ 53129 h 70253"/>
                  <a:gd name="connsiteX11" fmla="*/ 0 w 213114"/>
                  <a:gd name="connsiteY11" fmla="*/ 61563 h 70253"/>
                  <a:gd name="connsiteX12" fmla="*/ 0 w 213114"/>
                  <a:gd name="connsiteY12" fmla="*/ 62076 h 70253"/>
                  <a:gd name="connsiteX13" fmla="*/ 8434 w 213114"/>
                  <a:gd name="connsiteY13" fmla="*/ 70253 h 70253"/>
                  <a:gd name="connsiteX14" fmla="*/ 190339 w 213114"/>
                  <a:gd name="connsiteY14" fmla="*/ 70253 h 70253"/>
                  <a:gd name="connsiteX15" fmla="*/ 206221 w 213114"/>
                  <a:gd name="connsiteY15" fmla="*/ 63575 h 70253"/>
                  <a:gd name="connsiteX16" fmla="*/ 213114 w 213114"/>
                  <a:gd name="connsiteY16" fmla="*/ 47649 h 70253"/>
                  <a:gd name="connsiteX17" fmla="*/ 213114 w 213114"/>
                  <a:gd name="connsiteY17" fmla="*/ 22776 h 70253"/>
                  <a:gd name="connsiteX18" fmla="*/ 206221 w 213114"/>
                  <a:gd name="connsiteY18" fmla="*/ 6422 h 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114" h="70253">
                    <a:moveTo>
                      <a:pt x="206221" y="6422"/>
                    </a:moveTo>
                    <a:cubicBezTo>
                      <a:pt x="201855" y="2055"/>
                      <a:pt x="196460" y="0"/>
                      <a:pt x="190339" y="0"/>
                    </a:cubicBezTo>
                    <a:lnTo>
                      <a:pt x="8434" y="0"/>
                    </a:lnTo>
                    <a:cubicBezTo>
                      <a:pt x="3810" y="0"/>
                      <a:pt x="0" y="3596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853" y="17424"/>
                      <a:pt x="8434" y="17424"/>
                    </a:cubicBezTo>
                    <a:lnTo>
                      <a:pt x="190339" y="17424"/>
                    </a:lnTo>
                    <a:cubicBezTo>
                      <a:pt x="193378" y="17424"/>
                      <a:pt x="195433" y="19736"/>
                      <a:pt x="195433" y="22818"/>
                    </a:cubicBezTo>
                    <a:lnTo>
                      <a:pt x="195433" y="47692"/>
                    </a:lnTo>
                    <a:cubicBezTo>
                      <a:pt x="195433" y="50817"/>
                      <a:pt x="193378" y="53129"/>
                      <a:pt x="190339" y="53129"/>
                    </a:cubicBezTo>
                    <a:lnTo>
                      <a:pt x="8434" y="53129"/>
                    </a:lnTo>
                    <a:cubicBezTo>
                      <a:pt x="3810" y="53129"/>
                      <a:pt x="0" y="56682"/>
                      <a:pt x="0" y="61563"/>
                    </a:cubicBezTo>
                    <a:lnTo>
                      <a:pt x="0" y="62076"/>
                    </a:lnTo>
                    <a:cubicBezTo>
                      <a:pt x="0" y="66400"/>
                      <a:pt x="3853" y="70253"/>
                      <a:pt x="8434" y="70253"/>
                    </a:cubicBezTo>
                    <a:lnTo>
                      <a:pt x="190339" y="70253"/>
                    </a:lnTo>
                    <a:cubicBezTo>
                      <a:pt x="196460" y="70253"/>
                      <a:pt x="201855" y="67941"/>
                      <a:pt x="206221" y="63575"/>
                    </a:cubicBezTo>
                    <a:cubicBezTo>
                      <a:pt x="210802" y="59465"/>
                      <a:pt x="213114" y="53814"/>
                      <a:pt x="213114" y="47649"/>
                    </a:cubicBezTo>
                    <a:lnTo>
                      <a:pt x="213114" y="22776"/>
                    </a:lnTo>
                    <a:cubicBezTo>
                      <a:pt x="213157" y="16397"/>
                      <a:pt x="210845" y="11259"/>
                      <a:pt x="206221" y="6422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11435405" y="6332961"/>
                <a:ext cx="175911" cy="17466"/>
              </a:xfrm>
              <a:custGeom>
                <a:avLst/>
                <a:gdLst>
                  <a:gd name="connsiteX0" fmla="*/ 175911 w 175911"/>
                  <a:gd name="connsiteY0" fmla="*/ 0 h 17466"/>
                  <a:gd name="connsiteX1" fmla="*/ 8220 w 175911"/>
                  <a:gd name="connsiteY1" fmla="*/ 0 h 17466"/>
                  <a:gd name="connsiteX2" fmla="*/ 0 w 175911"/>
                  <a:gd name="connsiteY2" fmla="*/ 8477 h 17466"/>
                  <a:gd name="connsiteX3" fmla="*/ 0 w 175911"/>
                  <a:gd name="connsiteY3" fmla="*/ 8990 h 17466"/>
                  <a:gd name="connsiteX4" fmla="*/ 8220 w 175911"/>
                  <a:gd name="connsiteY4" fmla="*/ 17467 h 17466"/>
                  <a:gd name="connsiteX5" fmla="*/ 175911 w 175911"/>
                  <a:gd name="connsiteY5" fmla="*/ 17467 h 17466"/>
                  <a:gd name="connsiteX6" fmla="*/ 175911 w 175911"/>
                  <a:gd name="connsiteY6" fmla="*/ 0 h 1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5911" h="17466">
                    <a:moveTo>
                      <a:pt x="175911" y="0"/>
                    </a:moveTo>
                    <a:lnTo>
                      <a:pt x="8220" y="0"/>
                    </a:lnTo>
                    <a:cubicBezTo>
                      <a:pt x="3596" y="0"/>
                      <a:pt x="0" y="4110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596" y="17467"/>
                      <a:pt x="8220" y="17467"/>
                    </a:cubicBezTo>
                    <a:lnTo>
                      <a:pt x="175911" y="17467"/>
                    </a:lnTo>
                    <a:lnTo>
                      <a:pt x="175911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11471067" y="6381937"/>
                <a:ext cx="125693" cy="59165"/>
              </a:xfrm>
              <a:custGeom>
                <a:avLst/>
                <a:gdLst>
                  <a:gd name="connsiteX0" fmla="*/ 27142 w 125693"/>
                  <a:gd name="connsiteY0" fmla="*/ 59122 h 59165"/>
                  <a:gd name="connsiteX1" fmla="*/ 6679 w 125693"/>
                  <a:gd name="connsiteY1" fmla="*/ 50988 h 59165"/>
                  <a:gd name="connsiteX2" fmla="*/ 0 w 125693"/>
                  <a:gd name="connsiteY2" fmla="*/ 31552 h 59165"/>
                  <a:gd name="connsiteX3" fmla="*/ 0 w 125693"/>
                  <a:gd name="connsiteY3" fmla="*/ 8434 h 59165"/>
                  <a:gd name="connsiteX4" fmla="*/ 8477 w 125693"/>
                  <a:gd name="connsiteY4" fmla="*/ 0 h 59165"/>
                  <a:gd name="connsiteX5" fmla="*/ 8990 w 125693"/>
                  <a:gd name="connsiteY5" fmla="*/ 0 h 59165"/>
                  <a:gd name="connsiteX6" fmla="*/ 17424 w 125693"/>
                  <a:gd name="connsiteY6" fmla="*/ 8434 h 59165"/>
                  <a:gd name="connsiteX7" fmla="*/ 17424 w 125693"/>
                  <a:gd name="connsiteY7" fmla="*/ 31552 h 59165"/>
                  <a:gd name="connsiteX8" fmla="*/ 19736 w 125693"/>
                  <a:gd name="connsiteY8" fmla="*/ 39001 h 59165"/>
                  <a:gd name="connsiteX9" fmla="*/ 27142 w 125693"/>
                  <a:gd name="connsiteY9" fmla="*/ 42041 h 59165"/>
                  <a:gd name="connsiteX10" fmla="*/ 117217 w 125693"/>
                  <a:gd name="connsiteY10" fmla="*/ 42041 h 59165"/>
                  <a:gd name="connsiteX11" fmla="*/ 125694 w 125693"/>
                  <a:gd name="connsiteY11" fmla="*/ 50474 h 59165"/>
                  <a:gd name="connsiteX12" fmla="*/ 125694 w 125693"/>
                  <a:gd name="connsiteY12" fmla="*/ 50774 h 59165"/>
                  <a:gd name="connsiteX13" fmla="*/ 117217 w 125693"/>
                  <a:gd name="connsiteY13" fmla="*/ 59165 h 59165"/>
                  <a:gd name="connsiteX14" fmla="*/ 27142 w 125693"/>
                  <a:gd name="connsiteY14" fmla="*/ 59165 h 5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5693" h="59165">
                    <a:moveTo>
                      <a:pt x="27142" y="59122"/>
                    </a:moveTo>
                    <a:cubicBezTo>
                      <a:pt x="17938" y="59122"/>
                      <a:pt x="10746" y="56297"/>
                      <a:pt x="6679" y="50988"/>
                    </a:cubicBezTo>
                    <a:cubicBezTo>
                      <a:pt x="2312" y="45637"/>
                      <a:pt x="0" y="39472"/>
                      <a:pt x="0" y="31552"/>
                    </a:cubicBezTo>
                    <a:lnTo>
                      <a:pt x="0" y="8434"/>
                    </a:lnTo>
                    <a:cubicBezTo>
                      <a:pt x="0" y="3596"/>
                      <a:pt x="3896" y="0"/>
                      <a:pt x="8477" y="0"/>
                    </a:cubicBezTo>
                    <a:lnTo>
                      <a:pt x="8990" y="0"/>
                    </a:lnTo>
                    <a:cubicBezTo>
                      <a:pt x="13614" y="0"/>
                      <a:pt x="17424" y="3596"/>
                      <a:pt x="17424" y="8434"/>
                    </a:cubicBezTo>
                    <a:lnTo>
                      <a:pt x="17424" y="31552"/>
                    </a:lnTo>
                    <a:cubicBezTo>
                      <a:pt x="17424" y="34634"/>
                      <a:pt x="17938" y="36903"/>
                      <a:pt x="19736" y="39001"/>
                    </a:cubicBezTo>
                    <a:cubicBezTo>
                      <a:pt x="21234" y="41056"/>
                      <a:pt x="23846" y="42041"/>
                      <a:pt x="27142" y="42041"/>
                    </a:cubicBezTo>
                    <a:lnTo>
                      <a:pt x="117217" y="42041"/>
                    </a:lnTo>
                    <a:cubicBezTo>
                      <a:pt x="121584" y="42041"/>
                      <a:pt x="125694" y="45637"/>
                      <a:pt x="125694" y="50474"/>
                    </a:cubicBezTo>
                    <a:lnTo>
                      <a:pt x="125694" y="50774"/>
                    </a:lnTo>
                    <a:cubicBezTo>
                      <a:pt x="125694" y="55355"/>
                      <a:pt x="121584" y="59165"/>
                      <a:pt x="117217" y="59165"/>
                    </a:cubicBezTo>
                    <a:lnTo>
                      <a:pt x="27142" y="59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11535155" y="6381937"/>
                <a:ext cx="17167" cy="35362"/>
              </a:xfrm>
              <a:custGeom>
                <a:avLst/>
                <a:gdLst>
                  <a:gd name="connsiteX0" fmla="*/ 17167 w 17167"/>
                  <a:gd name="connsiteY0" fmla="*/ 26928 h 35362"/>
                  <a:gd name="connsiteX1" fmla="*/ 8734 w 17167"/>
                  <a:gd name="connsiteY1" fmla="*/ 35362 h 35362"/>
                  <a:gd name="connsiteX2" fmla="*/ 8477 w 17167"/>
                  <a:gd name="connsiteY2" fmla="*/ 35362 h 35362"/>
                  <a:gd name="connsiteX3" fmla="*/ 0 w 17167"/>
                  <a:gd name="connsiteY3" fmla="*/ 26928 h 35362"/>
                  <a:gd name="connsiteX4" fmla="*/ 0 w 17167"/>
                  <a:gd name="connsiteY4" fmla="*/ 8434 h 35362"/>
                  <a:gd name="connsiteX5" fmla="*/ 8477 w 17167"/>
                  <a:gd name="connsiteY5" fmla="*/ 0 h 35362"/>
                  <a:gd name="connsiteX6" fmla="*/ 8734 w 17167"/>
                  <a:gd name="connsiteY6" fmla="*/ 0 h 35362"/>
                  <a:gd name="connsiteX7" fmla="*/ 17167 w 17167"/>
                  <a:gd name="connsiteY7" fmla="*/ 8434 h 35362"/>
                  <a:gd name="connsiteX8" fmla="*/ 17167 w 17167"/>
                  <a:gd name="connsiteY8" fmla="*/ 26928 h 3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67" h="35362">
                    <a:moveTo>
                      <a:pt x="17167" y="26928"/>
                    </a:moveTo>
                    <a:cubicBezTo>
                      <a:pt x="17167" y="31252"/>
                      <a:pt x="13314" y="35362"/>
                      <a:pt x="8734" y="35362"/>
                    </a:cubicBezTo>
                    <a:lnTo>
                      <a:pt x="8477" y="35362"/>
                    </a:lnTo>
                    <a:cubicBezTo>
                      <a:pt x="3596" y="35362"/>
                      <a:pt x="0" y="31252"/>
                      <a:pt x="0" y="26928"/>
                    </a:cubicBezTo>
                    <a:lnTo>
                      <a:pt x="0" y="8434"/>
                    </a:lnTo>
                    <a:cubicBezTo>
                      <a:pt x="0" y="3596"/>
                      <a:pt x="3596" y="0"/>
                      <a:pt x="8477" y="0"/>
                    </a:cubicBezTo>
                    <a:lnTo>
                      <a:pt x="8734" y="0"/>
                    </a:lnTo>
                    <a:cubicBezTo>
                      <a:pt x="13314" y="0"/>
                      <a:pt x="17167" y="3596"/>
                      <a:pt x="17167" y="8434"/>
                    </a:cubicBezTo>
                    <a:lnTo>
                      <a:pt x="17167" y="26928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10946201" y="6323156"/>
                <a:ext cx="25936" cy="42972"/>
              </a:xfrm>
              <a:custGeom>
                <a:avLst/>
                <a:gdLst>
                  <a:gd name="connsiteX0" fmla="*/ 10746 w 25936"/>
                  <a:gd name="connsiteY0" fmla="*/ 4967 h 42972"/>
                  <a:gd name="connsiteX1" fmla="*/ 20721 w 25936"/>
                  <a:gd name="connsiteY1" fmla="*/ 472 h 42972"/>
                  <a:gd name="connsiteX2" fmla="*/ 20936 w 25936"/>
                  <a:gd name="connsiteY2" fmla="*/ 514 h 42972"/>
                  <a:gd name="connsiteX3" fmla="*/ 25474 w 25936"/>
                  <a:gd name="connsiteY3" fmla="*/ 10532 h 42972"/>
                  <a:gd name="connsiteX4" fmla="*/ 15284 w 25936"/>
                  <a:gd name="connsiteY4" fmla="*/ 37889 h 42972"/>
                  <a:gd name="connsiteX5" fmla="*/ 5309 w 25936"/>
                  <a:gd name="connsiteY5" fmla="*/ 42427 h 42972"/>
                  <a:gd name="connsiteX6" fmla="*/ 5095 w 25936"/>
                  <a:gd name="connsiteY6" fmla="*/ 42341 h 42972"/>
                  <a:gd name="connsiteX7" fmla="*/ 515 w 25936"/>
                  <a:gd name="connsiteY7" fmla="*/ 32366 h 42972"/>
                  <a:gd name="connsiteX8" fmla="*/ 10746 w 25936"/>
                  <a:gd name="connsiteY8" fmla="*/ 4967 h 42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36" h="42972">
                    <a:moveTo>
                      <a:pt x="10746" y="4967"/>
                    </a:moveTo>
                    <a:cubicBezTo>
                      <a:pt x="12159" y="1199"/>
                      <a:pt x="16783" y="-1027"/>
                      <a:pt x="20721" y="472"/>
                    </a:cubicBezTo>
                    <a:lnTo>
                      <a:pt x="20936" y="514"/>
                    </a:lnTo>
                    <a:cubicBezTo>
                      <a:pt x="25131" y="2141"/>
                      <a:pt x="26843" y="6765"/>
                      <a:pt x="25474" y="10532"/>
                    </a:cubicBezTo>
                    <a:lnTo>
                      <a:pt x="15284" y="37889"/>
                    </a:lnTo>
                    <a:cubicBezTo>
                      <a:pt x="13700" y="42041"/>
                      <a:pt x="9505" y="44011"/>
                      <a:pt x="5309" y="42427"/>
                    </a:cubicBezTo>
                    <a:lnTo>
                      <a:pt x="5095" y="42341"/>
                    </a:lnTo>
                    <a:cubicBezTo>
                      <a:pt x="1157" y="40885"/>
                      <a:pt x="-1069" y="36562"/>
                      <a:pt x="515" y="32366"/>
                    </a:cubicBezTo>
                    <a:lnTo>
                      <a:pt x="10746" y="4967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11602904" y="6379644"/>
                <a:ext cx="36248" cy="56807"/>
              </a:xfrm>
              <a:custGeom>
                <a:avLst/>
                <a:gdLst>
                  <a:gd name="connsiteX0" fmla="*/ 35512 w 36248"/>
                  <a:gd name="connsiteY0" fmla="*/ 44805 h 56807"/>
                  <a:gd name="connsiteX1" fmla="*/ 31402 w 36248"/>
                  <a:gd name="connsiteY1" fmla="*/ 55850 h 56807"/>
                  <a:gd name="connsiteX2" fmla="*/ 31146 w 36248"/>
                  <a:gd name="connsiteY2" fmla="*/ 55850 h 56807"/>
                  <a:gd name="connsiteX3" fmla="*/ 19801 w 36248"/>
                  <a:gd name="connsiteY3" fmla="*/ 51954 h 56807"/>
                  <a:gd name="connsiteX4" fmla="*/ 835 w 36248"/>
                  <a:gd name="connsiteY4" fmla="*/ 12054 h 56807"/>
                  <a:gd name="connsiteX5" fmla="*/ 4688 w 36248"/>
                  <a:gd name="connsiteY5" fmla="*/ 752 h 56807"/>
                  <a:gd name="connsiteX6" fmla="*/ 11367 w 36248"/>
                  <a:gd name="connsiteY6" fmla="*/ 238 h 56807"/>
                  <a:gd name="connsiteX7" fmla="*/ 16204 w 36248"/>
                  <a:gd name="connsiteY7" fmla="*/ 4562 h 56807"/>
                  <a:gd name="connsiteX8" fmla="*/ 35512 w 36248"/>
                  <a:gd name="connsiteY8" fmla="*/ 44805 h 5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48" h="56807">
                    <a:moveTo>
                      <a:pt x="35512" y="44805"/>
                    </a:moveTo>
                    <a:cubicBezTo>
                      <a:pt x="37310" y="48914"/>
                      <a:pt x="35769" y="53795"/>
                      <a:pt x="31402" y="55850"/>
                    </a:cubicBezTo>
                    <a:lnTo>
                      <a:pt x="31146" y="55850"/>
                    </a:lnTo>
                    <a:cubicBezTo>
                      <a:pt x="26993" y="58162"/>
                      <a:pt x="21898" y="56064"/>
                      <a:pt x="19801" y="51954"/>
                    </a:cubicBezTo>
                    <a:lnTo>
                      <a:pt x="835" y="12054"/>
                    </a:lnTo>
                    <a:cubicBezTo>
                      <a:pt x="-1177" y="7987"/>
                      <a:pt x="578" y="2807"/>
                      <a:pt x="4688" y="752"/>
                    </a:cubicBezTo>
                    <a:cubicBezTo>
                      <a:pt x="6743" y="24"/>
                      <a:pt x="9055" y="-233"/>
                      <a:pt x="11367" y="238"/>
                    </a:cubicBezTo>
                    <a:cubicBezTo>
                      <a:pt x="13636" y="1009"/>
                      <a:pt x="15220" y="2550"/>
                      <a:pt x="16204" y="4562"/>
                    </a:cubicBezTo>
                    <a:lnTo>
                      <a:pt x="35512" y="4480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62" name="图形 4"/>
            <p:cNvGrpSpPr/>
            <p:nvPr userDrawn="1"/>
          </p:nvGrpSpPr>
          <p:grpSpPr>
            <a:xfrm>
              <a:off x="11180773" y="6490398"/>
              <a:ext cx="690075" cy="74375"/>
              <a:chOff x="10903348" y="6477706"/>
              <a:chExt cx="738021" cy="79543"/>
            </a:xfrm>
            <a:solidFill>
              <a:srgbClr val="A5A7AA"/>
            </a:solidFill>
          </p:grpSpPr>
          <p:grpSp>
            <p:nvGrpSpPr>
              <p:cNvPr id="63" name="图形 4"/>
              <p:cNvGrpSpPr/>
              <p:nvPr/>
            </p:nvGrpSpPr>
            <p:grpSpPr>
              <a:xfrm>
                <a:off x="10903348" y="6477706"/>
                <a:ext cx="60834" cy="79371"/>
                <a:chOff x="10903348" y="6477706"/>
                <a:chExt cx="60834" cy="79371"/>
              </a:xfrm>
              <a:solidFill>
                <a:srgbClr val="A5A7AA"/>
              </a:solidFill>
            </p:grpSpPr>
            <p:sp>
              <p:nvSpPr>
                <p:cNvPr id="88" name="任意多边形: 形状 87"/>
                <p:cNvSpPr/>
                <p:nvPr/>
              </p:nvSpPr>
              <p:spPr>
                <a:xfrm>
                  <a:off x="10903905" y="6478305"/>
                  <a:ext cx="59807" cy="78173"/>
                </a:xfrm>
                <a:custGeom>
                  <a:avLst/>
                  <a:gdLst>
                    <a:gd name="connsiteX0" fmla="*/ 35705 w 59807"/>
                    <a:gd name="connsiteY0" fmla="*/ 7149 h 78173"/>
                    <a:gd name="connsiteX1" fmla="*/ 14684 w 59807"/>
                    <a:gd name="connsiteY1" fmla="*/ 13100 h 78173"/>
                    <a:gd name="connsiteX2" fmla="*/ 8177 w 59807"/>
                    <a:gd name="connsiteY2" fmla="*/ 32066 h 78173"/>
                    <a:gd name="connsiteX3" fmla="*/ 20806 w 59807"/>
                    <a:gd name="connsiteY3" fmla="*/ 59979 h 78173"/>
                    <a:gd name="connsiteX4" fmla="*/ 53386 w 59807"/>
                    <a:gd name="connsiteY4" fmla="*/ 71024 h 78173"/>
                    <a:gd name="connsiteX5" fmla="*/ 58609 w 59807"/>
                    <a:gd name="connsiteY5" fmla="*/ 71837 h 78173"/>
                    <a:gd name="connsiteX6" fmla="*/ 59807 w 59807"/>
                    <a:gd name="connsiteY6" fmla="*/ 74577 h 78173"/>
                    <a:gd name="connsiteX7" fmla="*/ 58480 w 59807"/>
                    <a:gd name="connsiteY7" fmla="*/ 77360 h 78173"/>
                    <a:gd name="connsiteX8" fmla="*/ 54456 w 59807"/>
                    <a:gd name="connsiteY8" fmla="*/ 78173 h 78173"/>
                    <a:gd name="connsiteX9" fmla="*/ 15198 w 59807"/>
                    <a:gd name="connsiteY9" fmla="*/ 65159 h 78173"/>
                    <a:gd name="connsiteX10" fmla="*/ 0 w 59807"/>
                    <a:gd name="connsiteY10" fmla="*/ 32151 h 78173"/>
                    <a:gd name="connsiteX11" fmla="*/ 3082 w 59807"/>
                    <a:gd name="connsiteY11" fmla="*/ 17082 h 78173"/>
                    <a:gd name="connsiteX12" fmla="*/ 11602 w 59807"/>
                    <a:gd name="connsiteY12" fmla="*/ 5951 h 78173"/>
                    <a:gd name="connsiteX13" fmla="*/ 21577 w 59807"/>
                    <a:gd name="connsiteY13" fmla="*/ 1327 h 78173"/>
                    <a:gd name="connsiteX14" fmla="*/ 39943 w 59807"/>
                    <a:gd name="connsiteY14" fmla="*/ 0 h 78173"/>
                    <a:gd name="connsiteX15" fmla="*/ 53642 w 59807"/>
                    <a:gd name="connsiteY15" fmla="*/ 0 h 78173"/>
                    <a:gd name="connsiteX16" fmla="*/ 56939 w 59807"/>
                    <a:gd name="connsiteY16" fmla="*/ 942 h 78173"/>
                    <a:gd name="connsiteX17" fmla="*/ 58095 w 59807"/>
                    <a:gd name="connsiteY17" fmla="*/ 3639 h 78173"/>
                    <a:gd name="connsiteX18" fmla="*/ 56939 w 59807"/>
                    <a:gd name="connsiteY18" fmla="*/ 6250 h 78173"/>
                    <a:gd name="connsiteX19" fmla="*/ 53642 w 59807"/>
                    <a:gd name="connsiteY19" fmla="*/ 7149 h 78173"/>
                    <a:gd name="connsiteX20" fmla="*/ 35705 w 59807"/>
                    <a:gd name="connsiteY20" fmla="*/ 7149 h 7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9807" h="78173">
                      <a:moveTo>
                        <a:pt x="35705" y="7149"/>
                      </a:moveTo>
                      <a:cubicBezTo>
                        <a:pt x="26072" y="7149"/>
                        <a:pt x="19051" y="9162"/>
                        <a:pt x="14684" y="13100"/>
                      </a:cubicBezTo>
                      <a:cubicBezTo>
                        <a:pt x="10360" y="16996"/>
                        <a:pt x="8177" y="23375"/>
                        <a:pt x="8177" y="32066"/>
                      </a:cubicBezTo>
                      <a:cubicBezTo>
                        <a:pt x="8177" y="43325"/>
                        <a:pt x="12372" y="52572"/>
                        <a:pt x="20806" y="59979"/>
                      </a:cubicBezTo>
                      <a:cubicBezTo>
                        <a:pt x="29197" y="67342"/>
                        <a:pt x="40071" y="71024"/>
                        <a:pt x="53386" y="71024"/>
                      </a:cubicBezTo>
                      <a:cubicBezTo>
                        <a:pt x="56083" y="71024"/>
                        <a:pt x="57838" y="71323"/>
                        <a:pt x="58609" y="71837"/>
                      </a:cubicBezTo>
                      <a:cubicBezTo>
                        <a:pt x="59379" y="72351"/>
                        <a:pt x="59807" y="73293"/>
                        <a:pt x="59807" y="74577"/>
                      </a:cubicBezTo>
                      <a:cubicBezTo>
                        <a:pt x="59807" y="75861"/>
                        <a:pt x="59336" y="76761"/>
                        <a:pt x="58480" y="77360"/>
                      </a:cubicBezTo>
                      <a:cubicBezTo>
                        <a:pt x="57624" y="77959"/>
                        <a:pt x="56254" y="78173"/>
                        <a:pt x="54456" y="78173"/>
                      </a:cubicBezTo>
                      <a:cubicBezTo>
                        <a:pt x="38402" y="78173"/>
                        <a:pt x="25301" y="73849"/>
                        <a:pt x="15198" y="65159"/>
                      </a:cubicBezTo>
                      <a:cubicBezTo>
                        <a:pt x="5052" y="56468"/>
                        <a:pt x="0" y="45508"/>
                        <a:pt x="0" y="32151"/>
                      </a:cubicBezTo>
                      <a:cubicBezTo>
                        <a:pt x="0" y="26757"/>
                        <a:pt x="1027" y="21705"/>
                        <a:pt x="3082" y="17082"/>
                      </a:cubicBezTo>
                      <a:cubicBezTo>
                        <a:pt x="5137" y="12415"/>
                        <a:pt x="7963" y="8691"/>
                        <a:pt x="11602" y="5951"/>
                      </a:cubicBezTo>
                      <a:cubicBezTo>
                        <a:pt x="14342" y="3810"/>
                        <a:pt x="17681" y="2269"/>
                        <a:pt x="21577" y="1327"/>
                      </a:cubicBezTo>
                      <a:cubicBezTo>
                        <a:pt x="25473" y="428"/>
                        <a:pt x="31595" y="0"/>
                        <a:pt x="39943" y="0"/>
                      </a:cubicBezTo>
                      <a:lnTo>
                        <a:pt x="53642" y="0"/>
                      </a:lnTo>
                      <a:cubicBezTo>
                        <a:pt x="55098" y="0"/>
                        <a:pt x="56168" y="342"/>
                        <a:pt x="56939" y="942"/>
                      </a:cubicBezTo>
                      <a:cubicBezTo>
                        <a:pt x="57709" y="1627"/>
                        <a:pt x="58095" y="2526"/>
                        <a:pt x="58095" y="3639"/>
                      </a:cubicBezTo>
                      <a:cubicBezTo>
                        <a:pt x="58095" y="4752"/>
                        <a:pt x="57709" y="5608"/>
                        <a:pt x="56939" y="6250"/>
                      </a:cubicBezTo>
                      <a:cubicBezTo>
                        <a:pt x="56125" y="6850"/>
                        <a:pt x="55012" y="7149"/>
                        <a:pt x="53642" y="7149"/>
                      </a:cubicBezTo>
                      <a:lnTo>
                        <a:pt x="35705" y="7149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>
                  <a:off x="10903348" y="6477706"/>
                  <a:ext cx="60834" cy="79371"/>
                </a:xfrm>
                <a:custGeom>
                  <a:avLst/>
                  <a:gdLst>
                    <a:gd name="connsiteX0" fmla="*/ 54970 w 60834"/>
                    <a:gd name="connsiteY0" fmla="*/ 79372 h 79371"/>
                    <a:gd name="connsiteX1" fmla="*/ 15369 w 60834"/>
                    <a:gd name="connsiteY1" fmla="*/ 66229 h 79371"/>
                    <a:gd name="connsiteX2" fmla="*/ 0 w 60834"/>
                    <a:gd name="connsiteY2" fmla="*/ 32793 h 79371"/>
                    <a:gd name="connsiteX3" fmla="*/ 3125 w 60834"/>
                    <a:gd name="connsiteY3" fmla="*/ 17467 h 79371"/>
                    <a:gd name="connsiteX4" fmla="*/ 11816 w 60834"/>
                    <a:gd name="connsiteY4" fmla="*/ 6079 h 79371"/>
                    <a:gd name="connsiteX5" fmla="*/ 22005 w 60834"/>
                    <a:gd name="connsiteY5" fmla="*/ 1370 h 79371"/>
                    <a:gd name="connsiteX6" fmla="*/ 40499 w 60834"/>
                    <a:gd name="connsiteY6" fmla="*/ 0 h 79371"/>
                    <a:gd name="connsiteX7" fmla="*/ 54199 w 60834"/>
                    <a:gd name="connsiteY7" fmla="*/ 0 h 79371"/>
                    <a:gd name="connsiteX8" fmla="*/ 57881 w 60834"/>
                    <a:gd name="connsiteY8" fmla="*/ 1070 h 79371"/>
                    <a:gd name="connsiteX9" fmla="*/ 59251 w 60834"/>
                    <a:gd name="connsiteY9" fmla="*/ 4195 h 79371"/>
                    <a:gd name="connsiteX10" fmla="*/ 57881 w 60834"/>
                    <a:gd name="connsiteY10" fmla="*/ 7235 h 79371"/>
                    <a:gd name="connsiteX11" fmla="*/ 54199 w 60834"/>
                    <a:gd name="connsiteY11" fmla="*/ 8305 h 79371"/>
                    <a:gd name="connsiteX12" fmla="*/ 36261 w 60834"/>
                    <a:gd name="connsiteY12" fmla="*/ 8305 h 79371"/>
                    <a:gd name="connsiteX13" fmla="*/ 15626 w 60834"/>
                    <a:gd name="connsiteY13" fmla="*/ 14128 h 79371"/>
                    <a:gd name="connsiteX14" fmla="*/ 9290 w 60834"/>
                    <a:gd name="connsiteY14" fmla="*/ 32665 h 79371"/>
                    <a:gd name="connsiteX15" fmla="*/ 21705 w 60834"/>
                    <a:gd name="connsiteY15" fmla="*/ 60150 h 79371"/>
                    <a:gd name="connsiteX16" fmla="*/ 53899 w 60834"/>
                    <a:gd name="connsiteY16" fmla="*/ 71024 h 79371"/>
                    <a:gd name="connsiteX17" fmla="*/ 59422 w 60834"/>
                    <a:gd name="connsiteY17" fmla="*/ 71923 h 79371"/>
                    <a:gd name="connsiteX18" fmla="*/ 60835 w 60834"/>
                    <a:gd name="connsiteY18" fmla="*/ 75134 h 79371"/>
                    <a:gd name="connsiteX19" fmla="*/ 59251 w 60834"/>
                    <a:gd name="connsiteY19" fmla="*/ 78387 h 79371"/>
                    <a:gd name="connsiteX20" fmla="*/ 54970 w 60834"/>
                    <a:gd name="connsiteY20" fmla="*/ 79372 h 79371"/>
                    <a:gd name="connsiteX21" fmla="*/ 40499 w 60834"/>
                    <a:gd name="connsiteY21" fmla="*/ 1156 h 79371"/>
                    <a:gd name="connsiteX22" fmla="*/ 22262 w 60834"/>
                    <a:gd name="connsiteY22" fmla="*/ 2483 h 79371"/>
                    <a:gd name="connsiteX23" fmla="*/ 12501 w 60834"/>
                    <a:gd name="connsiteY23" fmla="*/ 6978 h 79371"/>
                    <a:gd name="connsiteX24" fmla="*/ 4153 w 60834"/>
                    <a:gd name="connsiteY24" fmla="*/ 17895 h 79371"/>
                    <a:gd name="connsiteX25" fmla="*/ 1113 w 60834"/>
                    <a:gd name="connsiteY25" fmla="*/ 32751 h 79371"/>
                    <a:gd name="connsiteX26" fmla="*/ 16097 w 60834"/>
                    <a:gd name="connsiteY26" fmla="*/ 65330 h 79371"/>
                    <a:gd name="connsiteX27" fmla="*/ 54970 w 60834"/>
                    <a:gd name="connsiteY27" fmla="*/ 78173 h 79371"/>
                    <a:gd name="connsiteX28" fmla="*/ 58651 w 60834"/>
                    <a:gd name="connsiteY28" fmla="*/ 77446 h 79371"/>
                    <a:gd name="connsiteX29" fmla="*/ 59722 w 60834"/>
                    <a:gd name="connsiteY29" fmla="*/ 75134 h 79371"/>
                    <a:gd name="connsiteX30" fmla="*/ 58780 w 60834"/>
                    <a:gd name="connsiteY30" fmla="*/ 72865 h 79371"/>
                    <a:gd name="connsiteX31" fmla="*/ 53899 w 60834"/>
                    <a:gd name="connsiteY31" fmla="*/ 72137 h 79371"/>
                    <a:gd name="connsiteX32" fmla="*/ 20935 w 60834"/>
                    <a:gd name="connsiteY32" fmla="*/ 60963 h 79371"/>
                    <a:gd name="connsiteX33" fmla="*/ 8134 w 60834"/>
                    <a:gd name="connsiteY33" fmla="*/ 32622 h 79371"/>
                    <a:gd name="connsiteX34" fmla="*/ 14855 w 60834"/>
                    <a:gd name="connsiteY34" fmla="*/ 13229 h 79371"/>
                    <a:gd name="connsiteX35" fmla="*/ 36261 w 60834"/>
                    <a:gd name="connsiteY35" fmla="*/ 7107 h 79371"/>
                    <a:gd name="connsiteX36" fmla="*/ 54199 w 60834"/>
                    <a:gd name="connsiteY36" fmla="*/ 7107 h 79371"/>
                    <a:gd name="connsiteX37" fmla="*/ 57196 w 60834"/>
                    <a:gd name="connsiteY37" fmla="*/ 6293 h 79371"/>
                    <a:gd name="connsiteX38" fmla="*/ 58138 w 60834"/>
                    <a:gd name="connsiteY38" fmla="*/ 4153 h 79371"/>
                    <a:gd name="connsiteX39" fmla="*/ 57153 w 60834"/>
                    <a:gd name="connsiteY39" fmla="*/ 1884 h 79371"/>
                    <a:gd name="connsiteX40" fmla="*/ 54199 w 60834"/>
                    <a:gd name="connsiteY40" fmla="*/ 1070 h 79371"/>
                    <a:gd name="connsiteX41" fmla="*/ 40499 w 60834"/>
                    <a:gd name="connsiteY41" fmla="*/ 1070 h 79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0834" h="79371">
                      <a:moveTo>
                        <a:pt x="54970" y="79372"/>
                      </a:moveTo>
                      <a:cubicBezTo>
                        <a:pt x="38830" y="79372"/>
                        <a:pt x="25515" y="74962"/>
                        <a:pt x="15369" y="66229"/>
                      </a:cubicBezTo>
                      <a:cubicBezTo>
                        <a:pt x="5180" y="57495"/>
                        <a:pt x="0" y="46236"/>
                        <a:pt x="0" y="32793"/>
                      </a:cubicBezTo>
                      <a:cubicBezTo>
                        <a:pt x="0" y="27314"/>
                        <a:pt x="1070" y="22133"/>
                        <a:pt x="3125" y="17467"/>
                      </a:cubicBezTo>
                      <a:cubicBezTo>
                        <a:pt x="5180" y="12758"/>
                        <a:pt x="8134" y="8905"/>
                        <a:pt x="11816" y="6079"/>
                      </a:cubicBezTo>
                      <a:cubicBezTo>
                        <a:pt x="14599" y="3939"/>
                        <a:pt x="18024" y="2355"/>
                        <a:pt x="22005" y="1370"/>
                      </a:cubicBezTo>
                      <a:cubicBezTo>
                        <a:pt x="25901" y="471"/>
                        <a:pt x="32151" y="0"/>
                        <a:pt x="40499" y="0"/>
                      </a:cubicBezTo>
                      <a:lnTo>
                        <a:pt x="54199" y="0"/>
                      </a:lnTo>
                      <a:cubicBezTo>
                        <a:pt x="55740" y="0"/>
                        <a:pt x="56982" y="342"/>
                        <a:pt x="57881" y="1070"/>
                      </a:cubicBezTo>
                      <a:cubicBezTo>
                        <a:pt x="58823" y="1884"/>
                        <a:pt x="59251" y="2911"/>
                        <a:pt x="59251" y="4195"/>
                      </a:cubicBezTo>
                      <a:cubicBezTo>
                        <a:pt x="59251" y="5480"/>
                        <a:pt x="58780" y="6507"/>
                        <a:pt x="57881" y="7235"/>
                      </a:cubicBezTo>
                      <a:cubicBezTo>
                        <a:pt x="56896" y="7963"/>
                        <a:pt x="55655" y="8305"/>
                        <a:pt x="54199" y="8305"/>
                      </a:cubicBezTo>
                      <a:lnTo>
                        <a:pt x="36261" y="8305"/>
                      </a:lnTo>
                      <a:cubicBezTo>
                        <a:pt x="26800" y="8305"/>
                        <a:pt x="19864" y="10275"/>
                        <a:pt x="15626" y="14128"/>
                      </a:cubicBezTo>
                      <a:cubicBezTo>
                        <a:pt x="11431" y="17895"/>
                        <a:pt x="9290" y="24146"/>
                        <a:pt x="9290" y="32665"/>
                      </a:cubicBezTo>
                      <a:cubicBezTo>
                        <a:pt x="9290" y="43796"/>
                        <a:pt x="13357" y="52786"/>
                        <a:pt x="21705" y="60150"/>
                      </a:cubicBezTo>
                      <a:cubicBezTo>
                        <a:pt x="29925" y="67385"/>
                        <a:pt x="40756" y="71024"/>
                        <a:pt x="53899" y="71024"/>
                      </a:cubicBezTo>
                      <a:cubicBezTo>
                        <a:pt x="56725" y="71024"/>
                        <a:pt x="58523" y="71323"/>
                        <a:pt x="59422" y="71923"/>
                      </a:cubicBezTo>
                      <a:cubicBezTo>
                        <a:pt x="60064" y="72351"/>
                        <a:pt x="60835" y="73293"/>
                        <a:pt x="60835" y="75134"/>
                      </a:cubicBezTo>
                      <a:cubicBezTo>
                        <a:pt x="60835" y="76546"/>
                        <a:pt x="60321" y="77660"/>
                        <a:pt x="59251" y="78387"/>
                      </a:cubicBezTo>
                      <a:cubicBezTo>
                        <a:pt x="58394" y="79072"/>
                        <a:pt x="57025" y="79372"/>
                        <a:pt x="54970" y="79372"/>
                      </a:cubicBezTo>
                      <a:close/>
                      <a:moveTo>
                        <a:pt x="40499" y="1156"/>
                      </a:moveTo>
                      <a:cubicBezTo>
                        <a:pt x="32237" y="1156"/>
                        <a:pt x="26072" y="1584"/>
                        <a:pt x="22262" y="2483"/>
                      </a:cubicBezTo>
                      <a:cubicBezTo>
                        <a:pt x="18452" y="3425"/>
                        <a:pt x="15155" y="4923"/>
                        <a:pt x="12501" y="6978"/>
                      </a:cubicBezTo>
                      <a:cubicBezTo>
                        <a:pt x="8948" y="9675"/>
                        <a:pt x="6122" y="13357"/>
                        <a:pt x="4153" y="17895"/>
                      </a:cubicBezTo>
                      <a:cubicBezTo>
                        <a:pt x="2141" y="22433"/>
                        <a:pt x="1113" y="27442"/>
                        <a:pt x="1113" y="32751"/>
                      </a:cubicBezTo>
                      <a:cubicBezTo>
                        <a:pt x="1113" y="46022"/>
                        <a:pt x="5994" y="56682"/>
                        <a:pt x="16097" y="65330"/>
                      </a:cubicBezTo>
                      <a:cubicBezTo>
                        <a:pt x="26029" y="73849"/>
                        <a:pt x="39087" y="78173"/>
                        <a:pt x="54970" y="78173"/>
                      </a:cubicBezTo>
                      <a:cubicBezTo>
                        <a:pt x="56768" y="78173"/>
                        <a:pt x="57966" y="77916"/>
                        <a:pt x="58651" y="77446"/>
                      </a:cubicBezTo>
                      <a:cubicBezTo>
                        <a:pt x="59379" y="76932"/>
                        <a:pt x="59722" y="76204"/>
                        <a:pt x="59722" y="75134"/>
                      </a:cubicBezTo>
                      <a:cubicBezTo>
                        <a:pt x="59722" y="74063"/>
                        <a:pt x="59422" y="73293"/>
                        <a:pt x="58780" y="72865"/>
                      </a:cubicBezTo>
                      <a:cubicBezTo>
                        <a:pt x="58394" y="72608"/>
                        <a:pt x="57239" y="72137"/>
                        <a:pt x="53899" y="72137"/>
                      </a:cubicBezTo>
                      <a:cubicBezTo>
                        <a:pt x="40457" y="72137"/>
                        <a:pt x="29368" y="68370"/>
                        <a:pt x="20935" y="60963"/>
                      </a:cubicBezTo>
                      <a:cubicBezTo>
                        <a:pt x="12458" y="53471"/>
                        <a:pt x="8134" y="43924"/>
                        <a:pt x="8134" y="32622"/>
                      </a:cubicBezTo>
                      <a:cubicBezTo>
                        <a:pt x="8134" y="23760"/>
                        <a:pt x="10403" y="17253"/>
                        <a:pt x="14855" y="13229"/>
                      </a:cubicBezTo>
                      <a:cubicBezTo>
                        <a:pt x="19308" y="9162"/>
                        <a:pt x="26500" y="7107"/>
                        <a:pt x="36261" y="7107"/>
                      </a:cubicBezTo>
                      <a:lnTo>
                        <a:pt x="54199" y="7107"/>
                      </a:lnTo>
                      <a:cubicBezTo>
                        <a:pt x="55440" y="7107"/>
                        <a:pt x="56425" y="6850"/>
                        <a:pt x="57196" y="6293"/>
                      </a:cubicBezTo>
                      <a:cubicBezTo>
                        <a:pt x="57838" y="5780"/>
                        <a:pt x="58138" y="5095"/>
                        <a:pt x="58138" y="4153"/>
                      </a:cubicBezTo>
                      <a:cubicBezTo>
                        <a:pt x="58138" y="3211"/>
                        <a:pt x="57838" y="2440"/>
                        <a:pt x="57153" y="1884"/>
                      </a:cubicBezTo>
                      <a:cubicBezTo>
                        <a:pt x="56468" y="1370"/>
                        <a:pt x="55483" y="1070"/>
                        <a:pt x="54199" y="1070"/>
                      </a:cubicBezTo>
                      <a:lnTo>
                        <a:pt x="40499" y="107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4" name="图形 4"/>
              <p:cNvGrpSpPr/>
              <p:nvPr/>
            </p:nvGrpSpPr>
            <p:grpSpPr>
              <a:xfrm>
                <a:off x="11005067" y="6477749"/>
                <a:ext cx="8305" cy="78772"/>
                <a:chOff x="11005067" y="6477749"/>
                <a:chExt cx="8305" cy="78772"/>
              </a:xfrm>
              <a:solidFill>
                <a:srgbClr val="A5A7AA"/>
              </a:solidFill>
            </p:grpSpPr>
            <p:sp>
              <p:nvSpPr>
                <p:cNvPr id="86" name="任意多边形: 形状 85"/>
                <p:cNvSpPr/>
                <p:nvPr/>
              </p:nvSpPr>
              <p:spPr>
                <a:xfrm>
                  <a:off x="11005667" y="6478305"/>
                  <a:ext cx="7149" cy="77659"/>
                </a:xfrm>
                <a:custGeom>
                  <a:avLst/>
                  <a:gdLst>
                    <a:gd name="connsiteX0" fmla="*/ 7149 w 7149"/>
                    <a:gd name="connsiteY0" fmla="*/ 73250 h 77659"/>
                    <a:gd name="connsiteX1" fmla="*/ 6208 w 7149"/>
                    <a:gd name="connsiteY1" fmla="*/ 76546 h 77659"/>
                    <a:gd name="connsiteX2" fmla="*/ 3553 w 7149"/>
                    <a:gd name="connsiteY2" fmla="*/ 77660 h 77659"/>
                    <a:gd name="connsiteX3" fmla="*/ 899 w 7149"/>
                    <a:gd name="connsiteY3" fmla="*/ 76546 h 77659"/>
                    <a:gd name="connsiteX4" fmla="*/ 0 w 7149"/>
                    <a:gd name="connsiteY4" fmla="*/ 73250 h 77659"/>
                    <a:gd name="connsiteX5" fmla="*/ 0 w 7149"/>
                    <a:gd name="connsiteY5" fmla="*/ 4452 h 77659"/>
                    <a:gd name="connsiteX6" fmla="*/ 899 w 7149"/>
                    <a:gd name="connsiteY6" fmla="*/ 1113 h 77659"/>
                    <a:gd name="connsiteX7" fmla="*/ 3553 w 7149"/>
                    <a:gd name="connsiteY7" fmla="*/ 0 h 77659"/>
                    <a:gd name="connsiteX8" fmla="*/ 6208 w 7149"/>
                    <a:gd name="connsiteY8" fmla="*/ 1156 h 77659"/>
                    <a:gd name="connsiteX9" fmla="*/ 7149 w 7149"/>
                    <a:gd name="connsiteY9" fmla="*/ 4452 h 77659"/>
                    <a:gd name="connsiteX10" fmla="*/ 7149 w 7149"/>
                    <a:gd name="connsiteY10" fmla="*/ 73250 h 77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49" h="77659">
                      <a:moveTo>
                        <a:pt x="7149" y="73250"/>
                      </a:moveTo>
                      <a:cubicBezTo>
                        <a:pt x="7149" y="74663"/>
                        <a:pt x="6850" y="75776"/>
                        <a:pt x="6208" y="76546"/>
                      </a:cubicBezTo>
                      <a:cubicBezTo>
                        <a:pt x="5608" y="77317"/>
                        <a:pt x="4709" y="77660"/>
                        <a:pt x="3553" y="77660"/>
                      </a:cubicBezTo>
                      <a:cubicBezTo>
                        <a:pt x="2397" y="77660"/>
                        <a:pt x="1498" y="77317"/>
                        <a:pt x="899" y="76546"/>
                      </a:cubicBezTo>
                      <a:cubicBezTo>
                        <a:pt x="300" y="75819"/>
                        <a:pt x="0" y="74706"/>
                        <a:pt x="0" y="73250"/>
                      </a:cubicBezTo>
                      <a:lnTo>
                        <a:pt x="0" y="4452"/>
                      </a:lnTo>
                      <a:cubicBezTo>
                        <a:pt x="0" y="2997"/>
                        <a:pt x="300" y="1884"/>
                        <a:pt x="899" y="1113"/>
                      </a:cubicBezTo>
                      <a:cubicBezTo>
                        <a:pt x="1498" y="385"/>
                        <a:pt x="2397" y="0"/>
                        <a:pt x="3553" y="0"/>
                      </a:cubicBezTo>
                      <a:cubicBezTo>
                        <a:pt x="4709" y="0"/>
                        <a:pt x="5608" y="385"/>
                        <a:pt x="6208" y="1156"/>
                      </a:cubicBezTo>
                      <a:cubicBezTo>
                        <a:pt x="6850" y="1927"/>
                        <a:pt x="7149" y="3040"/>
                        <a:pt x="7149" y="4452"/>
                      </a:cubicBezTo>
                      <a:lnTo>
                        <a:pt x="7149" y="7325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11005067" y="6477749"/>
                  <a:ext cx="8305" cy="78772"/>
                </a:xfrm>
                <a:custGeom>
                  <a:avLst/>
                  <a:gdLst>
                    <a:gd name="connsiteX0" fmla="*/ 4153 w 8305"/>
                    <a:gd name="connsiteY0" fmla="*/ 78773 h 78772"/>
                    <a:gd name="connsiteX1" fmla="*/ 1027 w 8305"/>
                    <a:gd name="connsiteY1" fmla="*/ 77446 h 78772"/>
                    <a:gd name="connsiteX2" fmla="*/ 0 w 8305"/>
                    <a:gd name="connsiteY2" fmla="*/ 73764 h 78772"/>
                    <a:gd name="connsiteX3" fmla="*/ 0 w 8305"/>
                    <a:gd name="connsiteY3" fmla="*/ 5009 h 78772"/>
                    <a:gd name="connsiteX4" fmla="*/ 1027 w 8305"/>
                    <a:gd name="connsiteY4" fmla="*/ 1327 h 78772"/>
                    <a:gd name="connsiteX5" fmla="*/ 4153 w 8305"/>
                    <a:gd name="connsiteY5" fmla="*/ 0 h 78772"/>
                    <a:gd name="connsiteX6" fmla="*/ 7235 w 8305"/>
                    <a:gd name="connsiteY6" fmla="*/ 1370 h 78772"/>
                    <a:gd name="connsiteX7" fmla="*/ 8305 w 8305"/>
                    <a:gd name="connsiteY7" fmla="*/ 5009 h 78772"/>
                    <a:gd name="connsiteX8" fmla="*/ 8305 w 8305"/>
                    <a:gd name="connsiteY8" fmla="*/ 73807 h 78772"/>
                    <a:gd name="connsiteX9" fmla="*/ 7192 w 8305"/>
                    <a:gd name="connsiteY9" fmla="*/ 77488 h 78772"/>
                    <a:gd name="connsiteX10" fmla="*/ 4153 w 8305"/>
                    <a:gd name="connsiteY10" fmla="*/ 78773 h 78772"/>
                    <a:gd name="connsiteX11" fmla="*/ 4153 w 8305"/>
                    <a:gd name="connsiteY11" fmla="*/ 1113 h 78772"/>
                    <a:gd name="connsiteX12" fmla="*/ 1927 w 8305"/>
                    <a:gd name="connsiteY12" fmla="*/ 2012 h 78772"/>
                    <a:gd name="connsiteX13" fmla="*/ 1113 w 8305"/>
                    <a:gd name="connsiteY13" fmla="*/ 4966 h 78772"/>
                    <a:gd name="connsiteX14" fmla="*/ 1113 w 8305"/>
                    <a:gd name="connsiteY14" fmla="*/ 73764 h 78772"/>
                    <a:gd name="connsiteX15" fmla="*/ 1884 w 8305"/>
                    <a:gd name="connsiteY15" fmla="*/ 76718 h 78772"/>
                    <a:gd name="connsiteX16" fmla="*/ 4110 w 8305"/>
                    <a:gd name="connsiteY16" fmla="*/ 77617 h 78772"/>
                    <a:gd name="connsiteX17" fmla="*/ 6293 w 8305"/>
                    <a:gd name="connsiteY17" fmla="*/ 76718 h 78772"/>
                    <a:gd name="connsiteX18" fmla="*/ 7107 w 8305"/>
                    <a:gd name="connsiteY18" fmla="*/ 73807 h 78772"/>
                    <a:gd name="connsiteX19" fmla="*/ 7107 w 8305"/>
                    <a:gd name="connsiteY19" fmla="*/ 5009 h 78772"/>
                    <a:gd name="connsiteX20" fmla="*/ 6293 w 8305"/>
                    <a:gd name="connsiteY20" fmla="*/ 2098 h 78772"/>
                    <a:gd name="connsiteX21" fmla="*/ 4153 w 8305"/>
                    <a:gd name="connsiteY21" fmla="*/ 1113 h 78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305" h="78772">
                      <a:moveTo>
                        <a:pt x="4153" y="78773"/>
                      </a:moveTo>
                      <a:cubicBezTo>
                        <a:pt x="2740" y="78773"/>
                        <a:pt x="1755" y="78345"/>
                        <a:pt x="1027" y="77446"/>
                      </a:cubicBezTo>
                      <a:cubicBezTo>
                        <a:pt x="342" y="76632"/>
                        <a:pt x="0" y="75391"/>
                        <a:pt x="0" y="73764"/>
                      </a:cubicBezTo>
                      <a:lnTo>
                        <a:pt x="0" y="5009"/>
                      </a:lnTo>
                      <a:cubicBezTo>
                        <a:pt x="0" y="3425"/>
                        <a:pt x="342" y="2183"/>
                        <a:pt x="1027" y="1327"/>
                      </a:cubicBezTo>
                      <a:cubicBezTo>
                        <a:pt x="1755" y="428"/>
                        <a:pt x="2783" y="0"/>
                        <a:pt x="4153" y="0"/>
                      </a:cubicBezTo>
                      <a:cubicBezTo>
                        <a:pt x="5480" y="0"/>
                        <a:pt x="6550" y="471"/>
                        <a:pt x="7235" y="1370"/>
                      </a:cubicBezTo>
                      <a:cubicBezTo>
                        <a:pt x="7963" y="2226"/>
                        <a:pt x="8305" y="3425"/>
                        <a:pt x="8305" y="5009"/>
                      </a:cubicBezTo>
                      <a:lnTo>
                        <a:pt x="8305" y="73807"/>
                      </a:lnTo>
                      <a:cubicBezTo>
                        <a:pt x="8305" y="75433"/>
                        <a:pt x="7920" y="76632"/>
                        <a:pt x="7192" y="77488"/>
                      </a:cubicBezTo>
                      <a:cubicBezTo>
                        <a:pt x="6550" y="78302"/>
                        <a:pt x="5480" y="78773"/>
                        <a:pt x="4153" y="78773"/>
                      </a:cubicBezTo>
                      <a:close/>
                      <a:moveTo>
                        <a:pt x="4153" y="1113"/>
                      </a:moveTo>
                      <a:cubicBezTo>
                        <a:pt x="3168" y="1113"/>
                        <a:pt x="2440" y="1413"/>
                        <a:pt x="1927" y="2012"/>
                      </a:cubicBezTo>
                      <a:cubicBezTo>
                        <a:pt x="1413" y="2654"/>
                        <a:pt x="1113" y="3682"/>
                        <a:pt x="1113" y="4966"/>
                      </a:cubicBezTo>
                      <a:lnTo>
                        <a:pt x="1113" y="73764"/>
                      </a:lnTo>
                      <a:cubicBezTo>
                        <a:pt x="1113" y="75048"/>
                        <a:pt x="1370" y="76076"/>
                        <a:pt x="1884" y="76718"/>
                      </a:cubicBezTo>
                      <a:cubicBezTo>
                        <a:pt x="2355" y="77317"/>
                        <a:pt x="3082" y="77617"/>
                        <a:pt x="4110" y="77617"/>
                      </a:cubicBezTo>
                      <a:cubicBezTo>
                        <a:pt x="5095" y="77617"/>
                        <a:pt x="5822" y="77317"/>
                        <a:pt x="6293" y="76718"/>
                      </a:cubicBezTo>
                      <a:cubicBezTo>
                        <a:pt x="6850" y="76076"/>
                        <a:pt x="7107" y="75091"/>
                        <a:pt x="7107" y="73807"/>
                      </a:cubicBezTo>
                      <a:lnTo>
                        <a:pt x="7107" y="5009"/>
                      </a:lnTo>
                      <a:cubicBezTo>
                        <a:pt x="7107" y="3725"/>
                        <a:pt x="6850" y="2740"/>
                        <a:pt x="6293" y="2098"/>
                      </a:cubicBezTo>
                      <a:cubicBezTo>
                        <a:pt x="5865" y="1456"/>
                        <a:pt x="5137" y="1113"/>
                        <a:pt x="4153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5" name="图形 4"/>
              <p:cNvGrpSpPr/>
              <p:nvPr/>
            </p:nvGrpSpPr>
            <p:grpSpPr>
              <a:xfrm>
                <a:off x="11056184" y="6496714"/>
                <a:ext cx="54284" cy="60363"/>
                <a:chOff x="11056184" y="6496714"/>
                <a:chExt cx="54284" cy="60363"/>
              </a:xfrm>
              <a:solidFill>
                <a:srgbClr val="A5A7AA"/>
              </a:solidFill>
            </p:grpSpPr>
            <p:sp>
              <p:nvSpPr>
                <p:cNvPr id="84" name="任意多边形: 形状 83"/>
                <p:cNvSpPr/>
                <p:nvPr/>
              </p:nvSpPr>
              <p:spPr>
                <a:xfrm>
                  <a:off x="11056740" y="6497313"/>
                  <a:ext cx="53128" cy="59207"/>
                </a:xfrm>
                <a:custGeom>
                  <a:avLst/>
                  <a:gdLst>
                    <a:gd name="connsiteX0" fmla="*/ 0 w 53128"/>
                    <a:gd name="connsiteY0" fmla="*/ 29754 h 59207"/>
                    <a:gd name="connsiteX1" fmla="*/ 7492 w 53128"/>
                    <a:gd name="connsiteY1" fmla="*/ 8305 h 59207"/>
                    <a:gd name="connsiteX2" fmla="*/ 26629 w 53128"/>
                    <a:gd name="connsiteY2" fmla="*/ 0 h 59207"/>
                    <a:gd name="connsiteX3" fmla="*/ 45680 w 53128"/>
                    <a:gd name="connsiteY3" fmla="*/ 8305 h 59207"/>
                    <a:gd name="connsiteX4" fmla="*/ 53129 w 53128"/>
                    <a:gd name="connsiteY4" fmla="*/ 29754 h 59207"/>
                    <a:gd name="connsiteX5" fmla="*/ 45680 w 53128"/>
                    <a:gd name="connsiteY5" fmla="*/ 50988 h 59207"/>
                    <a:gd name="connsiteX6" fmla="*/ 26586 w 53128"/>
                    <a:gd name="connsiteY6" fmla="*/ 59208 h 59207"/>
                    <a:gd name="connsiteX7" fmla="*/ 7449 w 53128"/>
                    <a:gd name="connsiteY7" fmla="*/ 50945 h 59207"/>
                    <a:gd name="connsiteX8" fmla="*/ 0 w 53128"/>
                    <a:gd name="connsiteY8" fmla="*/ 29754 h 59207"/>
                    <a:gd name="connsiteX9" fmla="*/ 26629 w 53128"/>
                    <a:gd name="connsiteY9" fmla="*/ 6379 h 59207"/>
                    <a:gd name="connsiteX10" fmla="*/ 12715 w 53128"/>
                    <a:gd name="connsiteY10" fmla="*/ 12886 h 59207"/>
                    <a:gd name="connsiteX11" fmla="*/ 7278 w 53128"/>
                    <a:gd name="connsiteY11" fmla="*/ 29625 h 59207"/>
                    <a:gd name="connsiteX12" fmla="*/ 12758 w 53128"/>
                    <a:gd name="connsiteY12" fmla="*/ 46365 h 59207"/>
                    <a:gd name="connsiteX13" fmla="*/ 26543 w 53128"/>
                    <a:gd name="connsiteY13" fmla="*/ 52872 h 59207"/>
                    <a:gd name="connsiteX14" fmla="*/ 40457 w 53128"/>
                    <a:gd name="connsiteY14" fmla="*/ 46365 h 59207"/>
                    <a:gd name="connsiteX15" fmla="*/ 45979 w 53128"/>
                    <a:gd name="connsiteY15" fmla="*/ 29625 h 59207"/>
                    <a:gd name="connsiteX16" fmla="*/ 40499 w 53128"/>
                    <a:gd name="connsiteY16" fmla="*/ 12886 h 59207"/>
                    <a:gd name="connsiteX17" fmla="*/ 26629 w 53128"/>
                    <a:gd name="connsiteY17" fmla="*/ 6379 h 5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128" h="59207">
                      <a:moveTo>
                        <a:pt x="0" y="29754"/>
                      </a:moveTo>
                      <a:cubicBezTo>
                        <a:pt x="0" y="21063"/>
                        <a:pt x="2483" y="13871"/>
                        <a:pt x="7492" y="8305"/>
                      </a:cubicBezTo>
                      <a:cubicBezTo>
                        <a:pt x="12501" y="2783"/>
                        <a:pt x="18880" y="0"/>
                        <a:pt x="26629" y="0"/>
                      </a:cubicBezTo>
                      <a:cubicBezTo>
                        <a:pt x="34377" y="0"/>
                        <a:pt x="40713" y="2783"/>
                        <a:pt x="45680" y="8305"/>
                      </a:cubicBezTo>
                      <a:cubicBezTo>
                        <a:pt x="50646" y="13871"/>
                        <a:pt x="53129" y="21063"/>
                        <a:pt x="53129" y="29754"/>
                      </a:cubicBezTo>
                      <a:cubicBezTo>
                        <a:pt x="53129" y="38359"/>
                        <a:pt x="50688" y="45466"/>
                        <a:pt x="45680" y="50988"/>
                      </a:cubicBezTo>
                      <a:cubicBezTo>
                        <a:pt x="40713" y="56468"/>
                        <a:pt x="34377" y="59208"/>
                        <a:pt x="26586" y="59208"/>
                      </a:cubicBezTo>
                      <a:cubicBezTo>
                        <a:pt x="18794" y="59208"/>
                        <a:pt x="12415" y="56468"/>
                        <a:pt x="7449" y="50945"/>
                      </a:cubicBezTo>
                      <a:cubicBezTo>
                        <a:pt x="2483" y="45380"/>
                        <a:pt x="0" y="38359"/>
                        <a:pt x="0" y="29754"/>
                      </a:cubicBezTo>
                      <a:close/>
                      <a:moveTo>
                        <a:pt x="26629" y="6379"/>
                      </a:moveTo>
                      <a:cubicBezTo>
                        <a:pt x="20935" y="6379"/>
                        <a:pt x="16311" y="8519"/>
                        <a:pt x="12715" y="12886"/>
                      </a:cubicBezTo>
                      <a:cubicBezTo>
                        <a:pt x="9076" y="17167"/>
                        <a:pt x="7278" y="22733"/>
                        <a:pt x="7278" y="29625"/>
                      </a:cubicBezTo>
                      <a:cubicBezTo>
                        <a:pt x="7278" y="36475"/>
                        <a:pt x="9076" y="42083"/>
                        <a:pt x="12758" y="46365"/>
                      </a:cubicBezTo>
                      <a:cubicBezTo>
                        <a:pt x="16397" y="50731"/>
                        <a:pt x="20977" y="52872"/>
                        <a:pt x="26543" y="52872"/>
                      </a:cubicBezTo>
                      <a:cubicBezTo>
                        <a:pt x="32194" y="52872"/>
                        <a:pt x="36860" y="50689"/>
                        <a:pt x="40457" y="46365"/>
                      </a:cubicBezTo>
                      <a:cubicBezTo>
                        <a:pt x="44138" y="41998"/>
                        <a:pt x="45979" y="36475"/>
                        <a:pt x="45979" y="29625"/>
                      </a:cubicBezTo>
                      <a:cubicBezTo>
                        <a:pt x="45979" y="22818"/>
                        <a:pt x="44138" y="17253"/>
                        <a:pt x="40499" y="12886"/>
                      </a:cubicBezTo>
                      <a:cubicBezTo>
                        <a:pt x="36818" y="8562"/>
                        <a:pt x="32194" y="6379"/>
                        <a:pt x="26629" y="637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5" name="任意多边形: 形状 84"/>
                <p:cNvSpPr/>
                <p:nvPr/>
              </p:nvSpPr>
              <p:spPr>
                <a:xfrm>
                  <a:off x="11056184" y="6496714"/>
                  <a:ext cx="54284" cy="60363"/>
                </a:xfrm>
                <a:custGeom>
                  <a:avLst/>
                  <a:gdLst>
                    <a:gd name="connsiteX0" fmla="*/ 27185 w 54284"/>
                    <a:gd name="connsiteY0" fmla="*/ 60364 h 60363"/>
                    <a:gd name="connsiteX1" fmla="*/ 7620 w 54284"/>
                    <a:gd name="connsiteY1" fmla="*/ 51887 h 60363"/>
                    <a:gd name="connsiteX2" fmla="*/ 0 w 54284"/>
                    <a:gd name="connsiteY2" fmla="*/ 30353 h 60363"/>
                    <a:gd name="connsiteX3" fmla="*/ 7620 w 54284"/>
                    <a:gd name="connsiteY3" fmla="*/ 8519 h 60363"/>
                    <a:gd name="connsiteX4" fmla="*/ 27185 w 54284"/>
                    <a:gd name="connsiteY4" fmla="*/ 0 h 60363"/>
                    <a:gd name="connsiteX5" fmla="*/ 46664 w 54284"/>
                    <a:gd name="connsiteY5" fmla="*/ 8519 h 60363"/>
                    <a:gd name="connsiteX6" fmla="*/ 54285 w 54284"/>
                    <a:gd name="connsiteY6" fmla="*/ 30353 h 60363"/>
                    <a:gd name="connsiteX7" fmla="*/ 46707 w 54284"/>
                    <a:gd name="connsiteY7" fmla="*/ 51973 h 60363"/>
                    <a:gd name="connsiteX8" fmla="*/ 27185 w 54284"/>
                    <a:gd name="connsiteY8" fmla="*/ 60364 h 60363"/>
                    <a:gd name="connsiteX9" fmla="*/ 27185 w 54284"/>
                    <a:gd name="connsiteY9" fmla="*/ 1156 h 60363"/>
                    <a:gd name="connsiteX10" fmla="*/ 8477 w 54284"/>
                    <a:gd name="connsiteY10" fmla="*/ 9290 h 60363"/>
                    <a:gd name="connsiteX11" fmla="*/ 1156 w 54284"/>
                    <a:gd name="connsiteY11" fmla="*/ 30353 h 60363"/>
                    <a:gd name="connsiteX12" fmla="*/ 8477 w 54284"/>
                    <a:gd name="connsiteY12" fmla="*/ 51117 h 60363"/>
                    <a:gd name="connsiteX13" fmla="*/ 27185 w 54284"/>
                    <a:gd name="connsiteY13" fmla="*/ 59208 h 60363"/>
                    <a:gd name="connsiteX14" fmla="*/ 45851 w 54284"/>
                    <a:gd name="connsiteY14" fmla="*/ 51202 h 60363"/>
                    <a:gd name="connsiteX15" fmla="*/ 53129 w 54284"/>
                    <a:gd name="connsiteY15" fmla="*/ 30353 h 60363"/>
                    <a:gd name="connsiteX16" fmla="*/ 45808 w 54284"/>
                    <a:gd name="connsiteY16" fmla="*/ 9290 h 60363"/>
                    <a:gd name="connsiteX17" fmla="*/ 27185 w 54284"/>
                    <a:gd name="connsiteY17" fmla="*/ 1156 h 60363"/>
                    <a:gd name="connsiteX18" fmla="*/ 27057 w 54284"/>
                    <a:gd name="connsiteY18" fmla="*/ 54028 h 60363"/>
                    <a:gd name="connsiteX19" fmla="*/ 12843 w 54284"/>
                    <a:gd name="connsiteY19" fmla="*/ 47306 h 60363"/>
                    <a:gd name="connsiteX20" fmla="*/ 7235 w 54284"/>
                    <a:gd name="connsiteY20" fmla="*/ 30182 h 60363"/>
                    <a:gd name="connsiteX21" fmla="*/ 12801 w 54284"/>
                    <a:gd name="connsiteY21" fmla="*/ 13057 h 60363"/>
                    <a:gd name="connsiteX22" fmla="*/ 27142 w 54284"/>
                    <a:gd name="connsiteY22" fmla="*/ 6379 h 60363"/>
                    <a:gd name="connsiteX23" fmla="*/ 41441 w 54284"/>
                    <a:gd name="connsiteY23" fmla="*/ 13100 h 60363"/>
                    <a:gd name="connsiteX24" fmla="*/ 47050 w 54284"/>
                    <a:gd name="connsiteY24" fmla="*/ 30225 h 60363"/>
                    <a:gd name="connsiteX25" fmla="*/ 41356 w 54284"/>
                    <a:gd name="connsiteY25" fmla="*/ 47349 h 60363"/>
                    <a:gd name="connsiteX26" fmla="*/ 27057 w 54284"/>
                    <a:gd name="connsiteY26" fmla="*/ 54028 h 60363"/>
                    <a:gd name="connsiteX27" fmla="*/ 27185 w 54284"/>
                    <a:gd name="connsiteY27" fmla="*/ 7535 h 60363"/>
                    <a:gd name="connsiteX28" fmla="*/ 13700 w 54284"/>
                    <a:gd name="connsiteY28" fmla="*/ 13828 h 60363"/>
                    <a:gd name="connsiteX29" fmla="*/ 8391 w 54284"/>
                    <a:gd name="connsiteY29" fmla="*/ 30225 h 60363"/>
                    <a:gd name="connsiteX30" fmla="*/ 13700 w 54284"/>
                    <a:gd name="connsiteY30" fmla="*/ 46579 h 60363"/>
                    <a:gd name="connsiteX31" fmla="*/ 27057 w 54284"/>
                    <a:gd name="connsiteY31" fmla="*/ 52872 h 60363"/>
                    <a:gd name="connsiteX32" fmla="*/ 40542 w 54284"/>
                    <a:gd name="connsiteY32" fmla="*/ 46579 h 60363"/>
                    <a:gd name="connsiteX33" fmla="*/ 45936 w 54284"/>
                    <a:gd name="connsiteY33" fmla="*/ 30182 h 60363"/>
                    <a:gd name="connsiteX34" fmla="*/ 40585 w 54284"/>
                    <a:gd name="connsiteY34" fmla="*/ 13785 h 60363"/>
                    <a:gd name="connsiteX35" fmla="*/ 27185 w 54284"/>
                    <a:gd name="connsiteY35" fmla="*/ 7535 h 60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4284" h="60363">
                      <a:moveTo>
                        <a:pt x="27185" y="60364"/>
                      </a:moveTo>
                      <a:cubicBezTo>
                        <a:pt x="19265" y="60364"/>
                        <a:pt x="12672" y="57538"/>
                        <a:pt x="7620" y="51887"/>
                      </a:cubicBezTo>
                      <a:cubicBezTo>
                        <a:pt x="2569" y="46279"/>
                        <a:pt x="0" y="39044"/>
                        <a:pt x="0" y="30353"/>
                      </a:cubicBezTo>
                      <a:cubicBezTo>
                        <a:pt x="0" y="21534"/>
                        <a:pt x="2569" y="14171"/>
                        <a:pt x="7620" y="8519"/>
                      </a:cubicBezTo>
                      <a:cubicBezTo>
                        <a:pt x="12758" y="2868"/>
                        <a:pt x="19351" y="0"/>
                        <a:pt x="27185" y="0"/>
                      </a:cubicBezTo>
                      <a:cubicBezTo>
                        <a:pt x="35062" y="0"/>
                        <a:pt x="41612" y="2868"/>
                        <a:pt x="46664" y="8519"/>
                      </a:cubicBezTo>
                      <a:cubicBezTo>
                        <a:pt x="51716" y="14171"/>
                        <a:pt x="54285" y="21534"/>
                        <a:pt x="54285" y="30353"/>
                      </a:cubicBezTo>
                      <a:cubicBezTo>
                        <a:pt x="54285" y="39087"/>
                        <a:pt x="51716" y="46365"/>
                        <a:pt x="46707" y="51973"/>
                      </a:cubicBezTo>
                      <a:cubicBezTo>
                        <a:pt x="41655" y="57538"/>
                        <a:pt x="35062" y="60364"/>
                        <a:pt x="27185" y="60364"/>
                      </a:cubicBezTo>
                      <a:close/>
                      <a:moveTo>
                        <a:pt x="27185" y="1156"/>
                      </a:moveTo>
                      <a:cubicBezTo>
                        <a:pt x="19650" y="1156"/>
                        <a:pt x="13357" y="3896"/>
                        <a:pt x="8477" y="9290"/>
                      </a:cubicBezTo>
                      <a:cubicBezTo>
                        <a:pt x="3596" y="14727"/>
                        <a:pt x="1156" y="21791"/>
                        <a:pt x="1156" y="30353"/>
                      </a:cubicBezTo>
                      <a:cubicBezTo>
                        <a:pt x="1156" y="38744"/>
                        <a:pt x="3639" y="45765"/>
                        <a:pt x="8477" y="51117"/>
                      </a:cubicBezTo>
                      <a:cubicBezTo>
                        <a:pt x="13400" y="56554"/>
                        <a:pt x="19522" y="59208"/>
                        <a:pt x="27185" y="59208"/>
                      </a:cubicBezTo>
                      <a:cubicBezTo>
                        <a:pt x="34763" y="59208"/>
                        <a:pt x="41013" y="56511"/>
                        <a:pt x="45851" y="51202"/>
                      </a:cubicBezTo>
                      <a:cubicBezTo>
                        <a:pt x="50688" y="45808"/>
                        <a:pt x="53129" y="38830"/>
                        <a:pt x="53129" y="30353"/>
                      </a:cubicBezTo>
                      <a:cubicBezTo>
                        <a:pt x="53129" y="21834"/>
                        <a:pt x="50688" y="14727"/>
                        <a:pt x="45808" y="9290"/>
                      </a:cubicBezTo>
                      <a:cubicBezTo>
                        <a:pt x="40970" y="3896"/>
                        <a:pt x="34677" y="1156"/>
                        <a:pt x="27185" y="1156"/>
                      </a:cubicBezTo>
                      <a:close/>
                      <a:moveTo>
                        <a:pt x="27057" y="54028"/>
                      </a:moveTo>
                      <a:cubicBezTo>
                        <a:pt x="21320" y="54028"/>
                        <a:pt x="16525" y="51759"/>
                        <a:pt x="12843" y="47306"/>
                      </a:cubicBezTo>
                      <a:cubicBezTo>
                        <a:pt x="9119" y="42940"/>
                        <a:pt x="7235" y="37203"/>
                        <a:pt x="7235" y="30182"/>
                      </a:cubicBezTo>
                      <a:cubicBezTo>
                        <a:pt x="7235" y="23161"/>
                        <a:pt x="9119" y="17424"/>
                        <a:pt x="12801" y="13057"/>
                      </a:cubicBezTo>
                      <a:cubicBezTo>
                        <a:pt x="16482" y="8605"/>
                        <a:pt x="21320" y="6379"/>
                        <a:pt x="27142" y="6379"/>
                      </a:cubicBezTo>
                      <a:cubicBezTo>
                        <a:pt x="32879" y="6379"/>
                        <a:pt x="37674" y="8648"/>
                        <a:pt x="41441" y="13100"/>
                      </a:cubicBezTo>
                      <a:cubicBezTo>
                        <a:pt x="45166" y="17553"/>
                        <a:pt x="47050" y="23289"/>
                        <a:pt x="47050" y="30225"/>
                      </a:cubicBezTo>
                      <a:cubicBezTo>
                        <a:pt x="47050" y="37160"/>
                        <a:pt x="45123" y="42897"/>
                        <a:pt x="41356" y="47349"/>
                      </a:cubicBezTo>
                      <a:cubicBezTo>
                        <a:pt x="37674" y="51802"/>
                        <a:pt x="32836" y="54028"/>
                        <a:pt x="27057" y="54028"/>
                      </a:cubicBezTo>
                      <a:close/>
                      <a:moveTo>
                        <a:pt x="27185" y="7535"/>
                      </a:moveTo>
                      <a:cubicBezTo>
                        <a:pt x="21620" y="7535"/>
                        <a:pt x="17210" y="9590"/>
                        <a:pt x="13700" y="13828"/>
                      </a:cubicBezTo>
                      <a:cubicBezTo>
                        <a:pt x="10189" y="17981"/>
                        <a:pt x="8391" y="23503"/>
                        <a:pt x="8391" y="30225"/>
                      </a:cubicBezTo>
                      <a:cubicBezTo>
                        <a:pt x="8391" y="36946"/>
                        <a:pt x="10189" y="42426"/>
                        <a:pt x="13700" y="46579"/>
                      </a:cubicBezTo>
                      <a:cubicBezTo>
                        <a:pt x="17210" y="50817"/>
                        <a:pt x="21577" y="52872"/>
                        <a:pt x="27057" y="52872"/>
                      </a:cubicBezTo>
                      <a:cubicBezTo>
                        <a:pt x="32494" y="52872"/>
                        <a:pt x="37032" y="50774"/>
                        <a:pt x="40542" y="46579"/>
                      </a:cubicBezTo>
                      <a:cubicBezTo>
                        <a:pt x="44138" y="42340"/>
                        <a:pt x="45936" y="36860"/>
                        <a:pt x="45936" y="30182"/>
                      </a:cubicBezTo>
                      <a:cubicBezTo>
                        <a:pt x="45936" y="23546"/>
                        <a:pt x="44138" y="18066"/>
                        <a:pt x="40585" y="13785"/>
                      </a:cubicBezTo>
                      <a:cubicBezTo>
                        <a:pt x="37074" y="9675"/>
                        <a:pt x="32537" y="7535"/>
                        <a:pt x="27185" y="7535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6" name="图形 4"/>
              <p:cNvGrpSpPr/>
              <p:nvPr/>
            </p:nvGrpSpPr>
            <p:grpSpPr>
              <a:xfrm>
                <a:off x="11152466" y="6497399"/>
                <a:ext cx="47306" cy="59850"/>
                <a:chOff x="11152466" y="6497399"/>
                <a:chExt cx="47306" cy="59850"/>
              </a:xfrm>
              <a:solidFill>
                <a:srgbClr val="A5A7AA"/>
              </a:solidFill>
            </p:grpSpPr>
            <p:sp>
              <p:nvSpPr>
                <p:cNvPr id="82" name="任意多边形: 形状 81"/>
                <p:cNvSpPr/>
                <p:nvPr/>
              </p:nvSpPr>
              <p:spPr>
                <a:xfrm>
                  <a:off x="11153023" y="6497870"/>
                  <a:ext cx="46107" cy="58779"/>
                </a:xfrm>
                <a:custGeom>
                  <a:avLst/>
                  <a:gdLst>
                    <a:gd name="connsiteX0" fmla="*/ 38915 w 46107"/>
                    <a:gd name="connsiteY0" fmla="*/ 49404 h 58779"/>
                    <a:gd name="connsiteX1" fmla="*/ 30952 w 46107"/>
                    <a:gd name="connsiteY1" fmla="*/ 56468 h 58779"/>
                    <a:gd name="connsiteX2" fmla="*/ 20507 w 46107"/>
                    <a:gd name="connsiteY2" fmla="*/ 58780 h 58779"/>
                    <a:gd name="connsiteX3" fmla="*/ 5266 w 46107"/>
                    <a:gd name="connsiteY3" fmla="*/ 53043 h 58779"/>
                    <a:gd name="connsiteX4" fmla="*/ 0 w 46107"/>
                    <a:gd name="connsiteY4" fmla="*/ 36347 h 58779"/>
                    <a:gd name="connsiteX5" fmla="*/ 0 w 46107"/>
                    <a:gd name="connsiteY5" fmla="*/ 4624 h 58779"/>
                    <a:gd name="connsiteX6" fmla="*/ 942 w 46107"/>
                    <a:gd name="connsiteY6" fmla="*/ 1199 h 58779"/>
                    <a:gd name="connsiteX7" fmla="*/ 3639 w 46107"/>
                    <a:gd name="connsiteY7" fmla="*/ 43 h 58779"/>
                    <a:gd name="connsiteX8" fmla="*/ 6293 w 46107"/>
                    <a:gd name="connsiteY8" fmla="*/ 1199 h 58779"/>
                    <a:gd name="connsiteX9" fmla="*/ 7192 w 46107"/>
                    <a:gd name="connsiteY9" fmla="*/ 4624 h 58779"/>
                    <a:gd name="connsiteX10" fmla="*/ 7192 w 46107"/>
                    <a:gd name="connsiteY10" fmla="*/ 33050 h 58779"/>
                    <a:gd name="connsiteX11" fmla="*/ 10574 w 46107"/>
                    <a:gd name="connsiteY11" fmla="*/ 48034 h 58779"/>
                    <a:gd name="connsiteX12" fmla="*/ 21748 w 46107"/>
                    <a:gd name="connsiteY12" fmla="*/ 52401 h 58779"/>
                    <a:gd name="connsiteX13" fmla="*/ 34720 w 46107"/>
                    <a:gd name="connsiteY13" fmla="*/ 46322 h 58779"/>
                    <a:gd name="connsiteX14" fmla="*/ 38915 w 46107"/>
                    <a:gd name="connsiteY14" fmla="*/ 27656 h 58779"/>
                    <a:gd name="connsiteX15" fmla="*/ 38915 w 46107"/>
                    <a:gd name="connsiteY15" fmla="*/ 4581 h 58779"/>
                    <a:gd name="connsiteX16" fmla="*/ 39900 w 46107"/>
                    <a:gd name="connsiteY16" fmla="*/ 1156 h 58779"/>
                    <a:gd name="connsiteX17" fmla="*/ 42597 w 46107"/>
                    <a:gd name="connsiteY17" fmla="*/ 0 h 58779"/>
                    <a:gd name="connsiteX18" fmla="*/ 45209 w 46107"/>
                    <a:gd name="connsiteY18" fmla="*/ 1156 h 58779"/>
                    <a:gd name="connsiteX19" fmla="*/ 46108 w 46107"/>
                    <a:gd name="connsiteY19" fmla="*/ 4581 h 58779"/>
                    <a:gd name="connsiteX20" fmla="*/ 46108 w 46107"/>
                    <a:gd name="connsiteY20" fmla="*/ 53471 h 58779"/>
                    <a:gd name="connsiteX21" fmla="*/ 45209 w 46107"/>
                    <a:gd name="connsiteY21" fmla="*/ 56896 h 58779"/>
                    <a:gd name="connsiteX22" fmla="*/ 42597 w 46107"/>
                    <a:gd name="connsiteY22" fmla="*/ 58052 h 58779"/>
                    <a:gd name="connsiteX23" fmla="*/ 39900 w 46107"/>
                    <a:gd name="connsiteY23" fmla="*/ 56853 h 58779"/>
                    <a:gd name="connsiteX24" fmla="*/ 38915 w 46107"/>
                    <a:gd name="connsiteY24" fmla="*/ 53471 h 58779"/>
                    <a:gd name="connsiteX25" fmla="*/ 38915 w 46107"/>
                    <a:gd name="connsiteY25" fmla="*/ 49404 h 58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6107" h="58779">
                      <a:moveTo>
                        <a:pt x="38915" y="49404"/>
                      </a:moveTo>
                      <a:cubicBezTo>
                        <a:pt x="36646" y="52615"/>
                        <a:pt x="33949" y="54970"/>
                        <a:pt x="30952" y="56468"/>
                      </a:cubicBezTo>
                      <a:cubicBezTo>
                        <a:pt x="27913" y="58009"/>
                        <a:pt x="24488" y="58780"/>
                        <a:pt x="20507" y="58780"/>
                      </a:cubicBezTo>
                      <a:cubicBezTo>
                        <a:pt x="13871" y="58780"/>
                        <a:pt x="8776" y="56811"/>
                        <a:pt x="5266" y="53043"/>
                      </a:cubicBezTo>
                      <a:cubicBezTo>
                        <a:pt x="1755" y="49190"/>
                        <a:pt x="0" y="43625"/>
                        <a:pt x="0" y="36347"/>
                      </a:cubicBezTo>
                      <a:lnTo>
                        <a:pt x="0" y="4624"/>
                      </a:lnTo>
                      <a:cubicBezTo>
                        <a:pt x="0" y="3125"/>
                        <a:pt x="300" y="2012"/>
                        <a:pt x="942" y="1199"/>
                      </a:cubicBezTo>
                      <a:cubicBezTo>
                        <a:pt x="1584" y="471"/>
                        <a:pt x="2440" y="43"/>
                        <a:pt x="3639" y="43"/>
                      </a:cubicBezTo>
                      <a:cubicBezTo>
                        <a:pt x="4795" y="43"/>
                        <a:pt x="5651" y="471"/>
                        <a:pt x="6293" y="1199"/>
                      </a:cubicBezTo>
                      <a:cubicBezTo>
                        <a:pt x="6893" y="2012"/>
                        <a:pt x="7192" y="3125"/>
                        <a:pt x="7192" y="4624"/>
                      </a:cubicBezTo>
                      <a:lnTo>
                        <a:pt x="7192" y="33050"/>
                      </a:lnTo>
                      <a:cubicBezTo>
                        <a:pt x="7192" y="40114"/>
                        <a:pt x="8348" y="45123"/>
                        <a:pt x="10574" y="48034"/>
                      </a:cubicBezTo>
                      <a:cubicBezTo>
                        <a:pt x="12843" y="50945"/>
                        <a:pt x="16568" y="52401"/>
                        <a:pt x="21748" y="52401"/>
                      </a:cubicBezTo>
                      <a:cubicBezTo>
                        <a:pt x="27570" y="52401"/>
                        <a:pt x="31894" y="50389"/>
                        <a:pt x="34720" y="46322"/>
                      </a:cubicBezTo>
                      <a:cubicBezTo>
                        <a:pt x="37503" y="42255"/>
                        <a:pt x="38915" y="36047"/>
                        <a:pt x="38915" y="27656"/>
                      </a:cubicBezTo>
                      <a:lnTo>
                        <a:pt x="38915" y="4581"/>
                      </a:lnTo>
                      <a:cubicBezTo>
                        <a:pt x="38915" y="3082"/>
                        <a:pt x="39258" y="1969"/>
                        <a:pt x="39900" y="1156"/>
                      </a:cubicBezTo>
                      <a:cubicBezTo>
                        <a:pt x="40585" y="428"/>
                        <a:pt x="41484" y="0"/>
                        <a:pt x="42597" y="0"/>
                      </a:cubicBezTo>
                      <a:cubicBezTo>
                        <a:pt x="43753" y="0"/>
                        <a:pt x="44609" y="428"/>
                        <a:pt x="45209" y="1156"/>
                      </a:cubicBezTo>
                      <a:cubicBezTo>
                        <a:pt x="45808" y="1969"/>
                        <a:pt x="46108" y="3082"/>
                        <a:pt x="46108" y="4581"/>
                      </a:cubicBezTo>
                      <a:lnTo>
                        <a:pt x="46108" y="53471"/>
                      </a:lnTo>
                      <a:cubicBezTo>
                        <a:pt x="46108" y="54927"/>
                        <a:pt x="45808" y="56083"/>
                        <a:pt x="45209" y="56896"/>
                      </a:cubicBezTo>
                      <a:cubicBezTo>
                        <a:pt x="44609" y="57667"/>
                        <a:pt x="43753" y="58052"/>
                        <a:pt x="42597" y="58052"/>
                      </a:cubicBezTo>
                      <a:cubicBezTo>
                        <a:pt x="41484" y="58052"/>
                        <a:pt x="40542" y="57667"/>
                        <a:pt x="39900" y="56853"/>
                      </a:cubicBezTo>
                      <a:cubicBezTo>
                        <a:pt x="39258" y="56083"/>
                        <a:pt x="38915" y="54970"/>
                        <a:pt x="38915" y="53471"/>
                      </a:cubicBezTo>
                      <a:lnTo>
                        <a:pt x="38915" y="49404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3" name="任意多边形: 形状 82"/>
                <p:cNvSpPr/>
                <p:nvPr/>
              </p:nvSpPr>
              <p:spPr>
                <a:xfrm>
                  <a:off x="11152466" y="6497399"/>
                  <a:ext cx="47306" cy="59850"/>
                </a:xfrm>
                <a:custGeom>
                  <a:avLst/>
                  <a:gdLst>
                    <a:gd name="connsiteX0" fmla="*/ 21063 w 47306"/>
                    <a:gd name="connsiteY0" fmla="*/ 59850 h 59850"/>
                    <a:gd name="connsiteX1" fmla="*/ 5394 w 47306"/>
                    <a:gd name="connsiteY1" fmla="*/ 53942 h 59850"/>
                    <a:gd name="connsiteX2" fmla="*/ 0 w 47306"/>
                    <a:gd name="connsiteY2" fmla="*/ 36860 h 59850"/>
                    <a:gd name="connsiteX3" fmla="*/ 0 w 47306"/>
                    <a:gd name="connsiteY3" fmla="*/ 5137 h 59850"/>
                    <a:gd name="connsiteX4" fmla="*/ 1070 w 47306"/>
                    <a:gd name="connsiteY4" fmla="*/ 1370 h 59850"/>
                    <a:gd name="connsiteX5" fmla="*/ 4195 w 47306"/>
                    <a:gd name="connsiteY5" fmla="*/ 0 h 59850"/>
                    <a:gd name="connsiteX6" fmla="*/ 7278 w 47306"/>
                    <a:gd name="connsiteY6" fmla="*/ 1370 h 59850"/>
                    <a:gd name="connsiteX7" fmla="*/ 8305 w 47306"/>
                    <a:gd name="connsiteY7" fmla="*/ 5180 h 59850"/>
                    <a:gd name="connsiteX8" fmla="*/ 8305 w 47306"/>
                    <a:gd name="connsiteY8" fmla="*/ 33607 h 59850"/>
                    <a:gd name="connsiteX9" fmla="*/ 11602 w 47306"/>
                    <a:gd name="connsiteY9" fmla="*/ 48248 h 59850"/>
                    <a:gd name="connsiteX10" fmla="*/ 22347 w 47306"/>
                    <a:gd name="connsiteY10" fmla="*/ 52401 h 59850"/>
                    <a:gd name="connsiteX11" fmla="*/ 34848 w 47306"/>
                    <a:gd name="connsiteY11" fmla="*/ 46579 h 59850"/>
                    <a:gd name="connsiteX12" fmla="*/ 38915 w 47306"/>
                    <a:gd name="connsiteY12" fmla="*/ 28255 h 59850"/>
                    <a:gd name="connsiteX13" fmla="*/ 38915 w 47306"/>
                    <a:gd name="connsiteY13" fmla="*/ 5180 h 59850"/>
                    <a:gd name="connsiteX14" fmla="*/ 40028 w 47306"/>
                    <a:gd name="connsiteY14" fmla="*/ 1413 h 59850"/>
                    <a:gd name="connsiteX15" fmla="*/ 43196 w 47306"/>
                    <a:gd name="connsiteY15" fmla="*/ 43 h 59850"/>
                    <a:gd name="connsiteX16" fmla="*/ 46279 w 47306"/>
                    <a:gd name="connsiteY16" fmla="*/ 1413 h 59850"/>
                    <a:gd name="connsiteX17" fmla="*/ 47306 w 47306"/>
                    <a:gd name="connsiteY17" fmla="*/ 5180 h 59850"/>
                    <a:gd name="connsiteX18" fmla="*/ 47306 w 47306"/>
                    <a:gd name="connsiteY18" fmla="*/ 54071 h 59850"/>
                    <a:gd name="connsiteX19" fmla="*/ 46279 w 47306"/>
                    <a:gd name="connsiteY19" fmla="*/ 57838 h 59850"/>
                    <a:gd name="connsiteX20" fmla="*/ 43196 w 47306"/>
                    <a:gd name="connsiteY20" fmla="*/ 59208 h 59850"/>
                    <a:gd name="connsiteX21" fmla="*/ 40028 w 47306"/>
                    <a:gd name="connsiteY21" fmla="*/ 57795 h 59850"/>
                    <a:gd name="connsiteX22" fmla="*/ 38915 w 47306"/>
                    <a:gd name="connsiteY22" fmla="*/ 54071 h 59850"/>
                    <a:gd name="connsiteX23" fmla="*/ 38915 w 47306"/>
                    <a:gd name="connsiteY23" fmla="*/ 51673 h 59850"/>
                    <a:gd name="connsiteX24" fmla="*/ 31766 w 47306"/>
                    <a:gd name="connsiteY24" fmla="*/ 57538 h 59850"/>
                    <a:gd name="connsiteX25" fmla="*/ 21063 w 47306"/>
                    <a:gd name="connsiteY25" fmla="*/ 59850 h 59850"/>
                    <a:gd name="connsiteX26" fmla="*/ 4195 w 47306"/>
                    <a:gd name="connsiteY26" fmla="*/ 1113 h 59850"/>
                    <a:gd name="connsiteX27" fmla="*/ 1969 w 47306"/>
                    <a:gd name="connsiteY27" fmla="*/ 2055 h 59850"/>
                    <a:gd name="connsiteX28" fmla="*/ 1156 w 47306"/>
                    <a:gd name="connsiteY28" fmla="*/ 5095 h 59850"/>
                    <a:gd name="connsiteX29" fmla="*/ 1156 w 47306"/>
                    <a:gd name="connsiteY29" fmla="*/ 36818 h 59850"/>
                    <a:gd name="connsiteX30" fmla="*/ 6250 w 47306"/>
                    <a:gd name="connsiteY30" fmla="*/ 53129 h 59850"/>
                    <a:gd name="connsiteX31" fmla="*/ 21063 w 47306"/>
                    <a:gd name="connsiteY31" fmla="*/ 58694 h 59850"/>
                    <a:gd name="connsiteX32" fmla="*/ 31252 w 47306"/>
                    <a:gd name="connsiteY32" fmla="*/ 56425 h 59850"/>
                    <a:gd name="connsiteX33" fmla="*/ 39001 w 47306"/>
                    <a:gd name="connsiteY33" fmla="*/ 49533 h 59850"/>
                    <a:gd name="connsiteX34" fmla="*/ 40071 w 47306"/>
                    <a:gd name="connsiteY34" fmla="*/ 48034 h 59850"/>
                    <a:gd name="connsiteX35" fmla="*/ 40071 w 47306"/>
                    <a:gd name="connsiteY35" fmla="*/ 53985 h 59850"/>
                    <a:gd name="connsiteX36" fmla="*/ 40927 w 47306"/>
                    <a:gd name="connsiteY36" fmla="*/ 56982 h 59850"/>
                    <a:gd name="connsiteX37" fmla="*/ 43196 w 47306"/>
                    <a:gd name="connsiteY37" fmla="*/ 57966 h 59850"/>
                    <a:gd name="connsiteX38" fmla="*/ 45337 w 47306"/>
                    <a:gd name="connsiteY38" fmla="*/ 57067 h 59850"/>
                    <a:gd name="connsiteX39" fmla="*/ 46108 w 47306"/>
                    <a:gd name="connsiteY39" fmla="*/ 54028 h 59850"/>
                    <a:gd name="connsiteX40" fmla="*/ 46108 w 47306"/>
                    <a:gd name="connsiteY40" fmla="*/ 5095 h 59850"/>
                    <a:gd name="connsiteX41" fmla="*/ 45337 w 47306"/>
                    <a:gd name="connsiteY41" fmla="*/ 2012 h 59850"/>
                    <a:gd name="connsiteX42" fmla="*/ 43196 w 47306"/>
                    <a:gd name="connsiteY42" fmla="*/ 1113 h 59850"/>
                    <a:gd name="connsiteX43" fmla="*/ 40927 w 47306"/>
                    <a:gd name="connsiteY43" fmla="*/ 2098 h 59850"/>
                    <a:gd name="connsiteX44" fmla="*/ 40114 w 47306"/>
                    <a:gd name="connsiteY44" fmla="*/ 5137 h 59850"/>
                    <a:gd name="connsiteX45" fmla="*/ 40114 w 47306"/>
                    <a:gd name="connsiteY45" fmla="*/ 28213 h 59850"/>
                    <a:gd name="connsiteX46" fmla="*/ 35833 w 47306"/>
                    <a:gd name="connsiteY46" fmla="*/ 47178 h 59850"/>
                    <a:gd name="connsiteX47" fmla="*/ 22390 w 47306"/>
                    <a:gd name="connsiteY47" fmla="*/ 53514 h 59850"/>
                    <a:gd name="connsiteX48" fmla="*/ 10746 w 47306"/>
                    <a:gd name="connsiteY48" fmla="*/ 48933 h 59850"/>
                    <a:gd name="connsiteX49" fmla="*/ 7235 w 47306"/>
                    <a:gd name="connsiteY49" fmla="*/ 33564 h 59850"/>
                    <a:gd name="connsiteX50" fmla="*/ 7235 w 47306"/>
                    <a:gd name="connsiteY50" fmla="*/ 5137 h 59850"/>
                    <a:gd name="connsiteX51" fmla="*/ 6464 w 47306"/>
                    <a:gd name="connsiteY51" fmla="*/ 2055 h 59850"/>
                    <a:gd name="connsiteX52" fmla="*/ 4195 w 47306"/>
                    <a:gd name="connsiteY52" fmla="*/ 1113 h 59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47306" h="59850">
                      <a:moveTo>
                        <a:pt x="21063" y="59850"/>
                      </a:moveTo>
                      <a:cubicBezTo>
                        <a:pt x="14299" y="59850"/>
                        <a:pt x="9033" y="57838"/>
                        <a:pt x="5394" y="53942"/>
                      </a:cubicBezTo>
                      <a:cubicBezTo>
                        <a:pt x="1798" y="50004"/>
                        <a:pt x="0" y="44267"/>
                        <a:pt x="0" y="36860"/>
                      </a:cubicBezTo>
                      <a:lnTo>
                        <a:pt x="0" y="5137"/>
                      </a:lnTo>
                      <a:cubicBezTo>
                        <a:pt x="0" y="3511"/>
                        <a:pt x="342" y="2269"/>
                        <a:pt x="1070" y="1370"/>
                      </a:cubicBezTo>
                      <a:cubicBezTo>
                        <a:pt x="1841" y="428"/>
                        <a:pt x="2911" y="0"/>
                        <a:pt x="4195" y="0"/>
                      </a:cubicBezTo>
                      <a:cubicBezTo>
                        <a:pt x="5480" y="0"/>
                        <a:pt x="6507" y="471"/>
                        <a:pt x="7278" y="1370"/>
                      </a:cubicBezTo>
                      <a:cubicBezTo>
                        <a:pt x="7963" y="2355"/>
                        <a:pt x="8305" y="3553"/>
                        <a:pt x="8305" y="5180"/>
                      </a:cubicBezTo>
                      <a:lnTo>
                        <a:pt x="8305" y="33607"/>
                      </a:lnTo>
                      <a:cubicBezTo>
                        <a:pt x="8305" y="40499"/>
                        <a:pt x="9418" y="45423"/>
                        <a:pt x="11602" y="48248"/>
                      </a:cubicBezTo>
                      <a:cubicBezTo>
                        <a:pt x="13742" y="50988"/>
                        <a:pt x="17381" y="52401"/>
                        <a:pt x="22347" y="52401"/>
                      </a:cubicBezTo>
                      <a:cubicBezTo>
                        <a:pt x="28041" y="52401"/>
                        <a:pt x="32108" y="50474"/>
                        <a:pt x="34848" y="46579"/>
                      </a:cubicBezTo>
                      <a:cubicBezTo>
                        <a:pt x="37545" y="42640"/>
                        <a:pt x="38915" y="36475"/>
                        <a:pt x="38915" y="28255"/>
                      </a:cubicBezTo>
                      <a:lnTo>
                        <a:pt x="38915" y="5180"/>
                      </a:lnTo>
                      <a:cubicBezTo>
                        <a:pt x="38915" y="3553"/>
                        <a:pt x="39258" y="2355"/>
                        <a:pt x="40028" y="1413"/>
                      </a:cubicBezTo>
                      <a:cubicBezTo>
                        <a:pt x="40842" y="514"/>
                        <a:pt x="41912" y="43"/>
                        <a:pt x="43196" y="43"/>
                      </a:cubicBezTo>
                      <a:cubicBezTo>
                        <a:pt x="44481" y="43"/>
                        <a:pt x="45551" y="514"/>
                        <a:pt x="46279" y="1413"/>
                      </a:cubicBezTo>
                      <a:cubicBezTo>
                        <a:pt x="46964" y="2355"/>
                        <a:pt x="47306" y="3596"/>
                        <a:pt x="47306" y="5180"/>
                      </a:cubicBezTo>
                      <a:lnTo>
                        <a:pt x="47306" y="54071"/>
                      </a:lnTo>
                      <a:cubicBezTo>
                        <a:pt x="47306" y="55655"/>
                        <a:pt x="46964" y="56896"/>
                        <a:pt x="46279" y="57838"/>
                      </a:cubicBezTo>
                      <a:cubicBezTo>
                        <a:pt x="45594" y="58737"/>
                        <a:pt x="44524" y="59208"/>
                        <a:pt x="43196" y="59208"/>
                      </a:cubicBezTo>
                      <a:cubicBezTo>
                        <a:pt x="41869" y="59208"/>
                        <a:pt x="40799" y="58737"/>
                        <a:pt x="40028" y="57795"/>
                      </a:cubicBezTo>
                      <a:cubicBezTo>
                        <a:pt x="39301" y="56896"/>
                        <a:pt x="38915" y="55655"/>
                        <a:pt x="38915" y="54071"/>
                      </a:cubicBezTo>
                      <a:lnTo>
                        <a:pt x="38915" y="51673"/>
                      </a:lnTo>
                      <a:cubicBezTo>
                        <a:pt x="36860" y="54242"/>
                        <a:pt x="34463" y="56211"/>
                        <a:pt x="31766" y="57538"/>
                      </a:cubicBezTo>
                      <a:cubicBezTo>
                        <a:pt x="28641" y="59037"/>
                        <a:pt x="25045" y="59850"/>
                        <a:pt x="21063" y="59850"/>
                      </a:cubicBezTo>
                      <a:close/>
                      <a:moveTo>
                        <a:pt x="4195" y="1113"/>
                      </a:moveTo>
                      <a:cubicBezTo>
                        <a:pt x="3254" y="1113"/>
                        <a:pt x="2483" y="1413"/>
                        <a:pt x="1969" y="2055"/>
                      </a:cubicBezTo>
                      <a:cubicBezTo>
                        <a:pt x="1456" y="2740"/>
                        <a:pt x="1156" y="3725"/>
                        <a:pt x="1156" y="5095"/>
                      </a:cubicBezTo>
                      <a:lnTo>
                        <a:pt x="1156" y="36818"/>
                      </a:lnTo>
                      <a:cubicBezTo>
                        <a:pt x="1156" y="43924"/>
                        <a:pt x="2868" y="49404"/>
                        <a:pt x="6250" y="53129"/>
                      </a:cubicBezTo>
                      <a:cubicBezTo>
                        <a:pt x="9633" y="56810"/>
                        <a:pt x="14641" y="58694"/>
                        <a:pt x="21063" y="58694"/>
                      </a:cubicBezTo>
                      <a:cubicBezTo>
                        <a:pt x="24916" y="58694"/>
                        <a:pt x="28255" y="57966"/>
                        <a:pt x="31252" y="56425"/>
                      </a:cubicBezTo>
                      <a:cubicBezTo>
                        <a:pt x="34206" y="54927"/>
                        <a:pt x="36818" y="52615"/>
                        <a:pt x="39001" y="49533"/>
                      </a:cubicBezTo>
                      <a:lnTo>
                        <a:pt x="40071" y="48034"/>
                      </a:lnTo>
                      <a:lnTo>
                        <a:pt x="40071" y="53985"/>
                      </a:lnTo>
                      <a:cubicBezTo>
                        <a:pt x="40071" y="55269"/>
                        <a:pt x="40371" y="56297"/>
                        <a:pt x="40927" y="56982"/>
                      </a:cubicBezTo>
                      <a:cubicBezTo>
                        <a:pt x="41484" y="57624"/>
                        <a:pt x="42212" y="57966"/>
                        <a:pt x="43196" y="57966"/>
                      </a:cubicBezTo>
                      <a:cubicBezTo>
                        <a:pt x="44181" y="57966"/>
                        <a:pt x="44866" y="57667"/>
                        <a:pt x="45337" y="57067"/>
                      </a:cubicBezTo>
                      <a:cubicBezTo>
                        <a:pt x="45851" y="56340"/>
                        <a:pt x="46108" y="55312"/>
                        <a:pt x="46108" y="54028"/>
                      </a:cubicBezTo>
                      <a:lnTo>
                        <a:pt x="46108" y="5095"/>
                      </a:lnTo>
                      <a:cubicBezTo>
                        <a:pt x="46108" y="3767"/>
                        <a:pt x="45851" y="2740"/>
                        <a:pt x="45337" y="2012"/>
                      </a:cubicBezTo>
                      <a:cubicBezTo>
                        <a:pt x="44866" y="1413"/>
                        <a:pt x="44138" y="1113"/>
                        <a:pt x="43196" y="1113"/>
                      </a:cubicBezTo>
                      <a:cubicBezTo>
                        <a:pt x="42255" y="1113"/>
                        <a:pt x="41484" y="1456"/>
                        <a:pt x="40927" y="2098"/>
                      </a:cubicBezTo>
                      <a:cubicBezTo>
                        <a:pt x="40371" y="2783"/>
                        <a:pt x="40114" y="3810"/>
                        <a:pt x="40114" y="5137"/>
                      </a:cubicBezTo>
                      <a:lnTo>
                        <a:pt x="40114" y="28213"/>
                      </a:lnTo>
                      <a:cubicBezTo>
                        <a:pt x="40114" y="36689"/>
                        <a:pt x="38658" y="43068"/>
                        <a:pt x="35833" y="47178"/>
                      </a:cubicBezTo>
                      <a:cubicBezTo>
                        <a:pt x="32922" y="51373"/>
                        <a:pt x="28384" y="53514"/>
                        <a:pt x="22390" y="53514"/>
                      </a:cubicBezTo>
                      <a:cubicBezTo>
                        <a:pt x="17039" y="53514"/>
                        <a:pt x="13143" y="51973"/>
                        <a:pt x="10746" y="48933"/>
                      </a:cubicBezTo>
                      <a:cubicBezTo>
                        <a:pt x="8391" y="45894"/>
                        <a:pt x="7235" y="40713"/>
                        <a:pt x="7235" y="33564"/>
                      </a:cubicBezTo>
                      <a:lnTo>
                        <a:pt x="7235" y="5137"/>
                      </a:lnTo>
                      <a:cubicBezTo>
                        <a:pt x="7235" y="3810"/>
                        <a:pt x="6978" y="2783"/>
                        <a:pt x="6464" y="2055"/>
                      </a:cubicBezTo>
                      <a:cubicBezTo>
                        <a:pt x="5865" y="1413"/>
                        <a:pt x="5137" y="1113"/>
                        <a:pt x="4195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7" name="图形 4"/>
              <p:cNvGrpSpPr/>
              <p:nvPr/>
            </p:nvGrpSpPr>
            <p:grpSpPr>
              <a:xfrm>
                <a:off x="11243140" y="6477706"/>
                <a:ext cx="51715" cy="78515"/>
                <a:chOff x="11243140" y="6477706"/>
                <a:chExt cx="51715" cy="78515"/>
              </a:xfrm>
              <a:solidFill>
                <a:srgbClr val="A5A7AA"/>
              </a:solidFill>
            </p:grpSpPr>
            <p:sp>
              <p:nvSpPr>
                <p:cNvPr id="80" name="任意多边形: 形状 79"/>
                <p:cNvSpPr/>
                <p:nvPr/>
              </p:nvSpPr>
              <p:spPr>
                <a:xfrm>
                  <a:off x="11243697" y="6478305"/>
                  <a:ext cx="50559" cy="77317"/>
                </a:xfrm>
                <a:custGeom>
                  <a:avLst/>
                  <a:gdLst>
                    <a:gd name="connsiteX0" fmla="*/ 43239 w 50559"/>
                    <a:gd name="connsiteY0" fmla="*/ 77317 h 77317"/>
                    <a:gd name="connsiteX1" fmla="*/ 33607 w 50559"/>
                    <a:gd name="connsiteY1" fmla="*/ 77317 h 77317"/>
                    <a:gd name="connsiteX2" fmla="*/ 18751 w 50559"/>
                    <a:gd name="connsiteY2" fmla="*/ 76290 h 77317"/>
                    <a:gd name="connsiteX3" fmla="*/ 10232 w 50559"/>
                    <a:gd name="connsiteY3" fmla="*/ 72779 h 77317"/>
                    <a:gd name="connsiteX4" fmla="*/ 2569 w 50559"/>
                    <a:gd name="connsiteY4" fmla="*/ 63874 h 77317"/>
                    <a:gd name="connsiteX5" fmla="*/ 0 w 50559"/>
                    <a:gd name="connsiteY5" fmla="*/ 51716 h 77317"/>
                    <a:gd name="connsiteX6" fmla="*/ 10446 w 50559"/>
                    <a:gd name="connsiteY6" fmla="*/ 28041 h 77317"/>
                    <a:gd name="connsiteX7" fmla="*/ 39044 w 50559"/>
                    <a:gd name="connsiteY7" fmla="*/ 19308 h 77317"/>
                    <a:gd name="connsiteX8" fmla="*/ 41655 w 50559"/>
                    <a:gd name="connsiteY8" fmla="*/ 19308 h 77317"/>
                    <a:gd name="connsiteX9" fmla="*/ 43368 w 50559"/>
                    <a:gd name="connsiteY9" fmla="*/ 19351 h 77317"/>
                    <a:gd name="connsiteX10" fmla="*/ 43368 w 50559"/>
                    <a:gd name="connsiteY10" fmla="*/ 4452 h 77317"/>
                    <a:gd name="connsiteX11" fmla="*/ 44267 w 50559"/>
                    <a:gd name="connsiteY11" fmla="*/ 1113 h 77317"/>
                    <a:gd name="connsiteX12" fmla="*/ 46878 w 50559"/>
                    <a:gd name="connsiteY12" fmla="*/ 0 h 77317"/>
                    <a:gd name="connsiteX13" fmla="*/ 49661 w 50559"/>
                    <a:gd name="connsiteY13" fmla="*/ 1113 h 77317"/>
                    <a:gd name="connsiteX14" fmla="*/ 50560 w 50559"/>
                    <a:gd name="connsiteY14" fmla="*/ 4452 h 77317"/>
                    <a:gd name="connsiteX15" fmla="*/ 50560 w 50559"/>
                    <a:gd name="connsiteY15" fmla="*/ 72651 h 77317"/>
                    <a:gd name="connsiteX16" fmla="*/ 49019 w 50559"/>
                    <a:gd name="connsiteY16" fmla="*/ 76375 h 77317"/>
                    <a:gd name="connsiteX17" fmla="*/ 43239 w 50559"/>
                    <a:gd name="connsiteY17" fmla="*/ 77317 h 77317"/>
                    <a:gd name="connsiteX18" fmla="*/ 43368 w 50559"/>
                    <a:gd name="connsiteY18" fmla="*/ 26072 h 77317"/>
                    <a:gd name="connsiteX19" fmla="*/ 41955 w 50559"/>
                    <a:gd name="connsiteY19" fmla="*/ 25986 h 77317"/>
                    <a:gd name="connsiteX20" fmla="*/ 37931 w 50559"/>
                    <a:gd name="connsiteY20" fmla="*/ 25858 h 77317"/>
                    <a:gd name="connsiteX21" fmla="*/ 15969 w 50559"/>
                    <a:gd name="connsiteY21" fmla="*/ 32836 h 77317"/>
                    <a:gd name="connsiteX22" fmla="*/ 7834 w 50559"/>
                    <a:gd name="connsiteY22" fmla="*/ 51459 h 77317"/>
                    <a:gd name="connsiteX23" fmla="*/ 12972 w 50559"/>
                    <a:gd name="connsiteY23" fmla="*/ 65587 h 77317"/>
                    <a:gd name="connsiteX24" fmla="*/ 27827 w 50559"/>
                    <a:gd name="connsiteY24" fmla="*/ 70467 h 77317"/>
                    <a:gd name="connsiteX25" fmla="*/ 43368 w 50559"/>
                    <a:gd name="connsiteY25" fmla="*/ 70467 h 77317"/>
                    <a:gd name="connsiteX26" fmla="*/ 43368 w 50559"/>
                    <a:gd name="connsiteY26" fmla="*/ 26072 h 77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0559" h="77317">
                      <a:moveTo>
                        <a:pt x="43239" y="77317"/>
                      </a:moveTo>
                      <a:lnTo>
                        <a:pt x="33607" y="77317"/>
                      </a:lnTo>
                      <a:cubicBezTo>
                        <a:pt x="27142" y="77317"/>
                        <a:pt x="22219" y="76975"/>
                        <a:pt x="18751" y="76290"/>
                      </a:cubicBezTo>
                      <a:cubicBezTo>
                        <a:pt x="15326" y="75605"/>
                        <a:pt x="12458" y="74363"/>
                        <a:pt x="10232" y="72779"/>
                      </a:cubicBezTo>
                      <a:cubicBezTo>
                        <a:pt x="6850" y="70424"/>
                        <a:pt x="4324" y="67428"/>
                        <a:pt x="2569" y="63874"/>
                      </a:cubicBezTo>
                      <a:cubicBezTo>
                        <a:pt x="856" y="60278"/>
                        <a:pt x="0" y="56211"/>
                        <a:pt x="0" y="51716"/>
                      </a:cubicBezTo>
                      <a:cubicBezTo>
                        <a:pt x="0" y="41741"/>
                        <a:pt x="3468" y="33864"/>
                        <a:pt x="10446" y="28041"/>
                      </a:cubicBezTo>
                      <a:cubicBezTo>
                        <a:pt x="17424" y="22219"/>
                        <a:pt x="26928" y="19308"/>
                        <a:pt x="39044" y="19308"/>
                      </a:cubicBezTo>
                      <a:cubicBezTo>
                        <a:pt x="40200" y="19308"/>
                        <a:pt x="41056" y="19308"/>
                        <a:pt x="41655" y="19308"/>
                      </a:cubicBezTo>
                      <a:cubicBezTo>
                        <a:pt x="42255" y="19308"/>
                        <a:pt x="42811" y="19308"/>
                        <a:pt x="43368" y="19351"/>
                      </a:cubicBezTo>
                      <a:lnTo>
                        <a:pt x="43368" y="4452"/>
                      </a:lnTo>
                      <a:cubicBezTo>
                        <a:pt x="43368" y="2997"/>
                        <a:pt x="43667" y="1884"/>
                        <a:pt x="44267" y="1113"/>
                      </a:cubicBezTo>
                      <a:cubicBezTo>
                        <a:pt x="44866" y="385"/>
                        <a:pt x="45722" y="0"/>
                        <a:pt x="46878" y="0"/>
                      </a:cubicBezTo>
                      <a:cubicBezTo>
                        <a:pt x="48163" y="0"/>
                        <a:pt x="49062" y="385"/>
                        <a:pt x="49661" y="1113"/>
                      </a:cubicBezTo>
                      <a:cubicBezTo>
                        <a:pt x="50260" y="1841"/>
                        <a:pt x="50560" y="2954"/>
                        <a:pt x="50560" y="4452"/>
                      </a:cubicBezTo>
                      <a:lnTo>
                        <a:pt x="50560" y="72651"/>
                      </a:lnTo>
                      <a:cubicBezTo>
                        <a:pt x="50560" y="74492"/>
                        <a:pt x="50046" y="75776"/>
                        <a:pt x="49019" y="76375"/>
                      </a:cubicBezTo>
                      <a:cubicBezTo>
                        <a:pt x="47948" y="76975"/>
                        <a:pt x="46065" y="77317"/>
                        <a:pt x="43239" y="77317"/>
                      </a:cubicBezTo>
                      <a:close/>
                      <a:moveTo>
                        <a:pt x="43368" y="26072"/>
                      </a:moveTo>
                      <a:cubicBezTo>
                        <a:pt x="43068" y="26072"/>
                        <a:pt x="42597" y="26072"/>
                        <a:pt x="41955" y="25986"/>
                      </a:cubicBezTo>
                      <a:cubicBezTo>
                        <a:pt x="39943" y="25901"/>
                        <a:pt x="38616" y="25858"/>
                        <a:pt x="37931" y="25858"/>
                      </a:cubicBezTo>
                      <a:cubicBezTo>
                        <a:pt x="28726" y="25858"/>
                        <a:pt x="21448" y="28213"/>
                        <a:pt x="15969" y="32836"/>
                      </a:cubicBezTo>
                      <a:cubicBezTo>
                        <a:pt x="10532" y="37503"/>
                        <a:pt x="7834" y="43753"/>
                        <a:pt x="7834" y="51459"/>
                      </a:cubicBezTo>
                      <a:cubicBezTo>
                        <a:pt x="7834" y="57624"/>
                        <a:pt x="9547" y="62290"/>
                        <a:pt x="12972" y="65587"/>
                      </a:cubicBezTo>
                      <a:cubicBezTo>
                        <a:pt x="16397" y="68840"/>
                        <a:pt x="21363" y="70467"/>
                        <a:pt x="27827" y="70467"/>
                      </a:cubicBezTo>
                      <a:lnTo>
                        <a:pt x="43368" y="70467"/>
                      </a:lnTo>
                      <a:lnTo>
                        <a:pt x="43368" y="2607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1" name="任意多边形: 形状 80"/>
                <p:cNvSpPr/>
                <p:nvPr/>
              </p:nvSpPr>
              <p:spPr>
                <a:xfrm>
                  <a:off x="11243140" y="6477706"/>
                  <a:ext cx="51715" cy="78515"/>
                </a:xfrm>
                <a:custGeom>
                  <a:avLst/>
                  <a:gdLst>
                    <a:gd name="connsiteX0" fmla="*/ 43796 w 51715"/>
                    <a:gd name="connsiteY0" fmla="*/ 78516 h 78515"/>
                    <a:gd name="connsiteX1" fmla="*/ 34163 w 51715"/>
                    <a:gd name="connsiteY1" fmla="*/ 78516 h 78515"/>
                    <a:gd name="connsiteX2" fmla="*/ 19222 w 51715"/>
                    <a:gd name="connsiteY2" fmla="*/ 77446 h 78515"/>
                    <a:gd name="connsiteX3" fmla="*/ 10489 w 51715"/>
                    <a:gd name="connsiteY3" fmla="*/ 73849 h 78515"/>
                    <a:gd name="connsiteX4" fmla="*/ 2654 w 51715"/>
                    <a:gd name="connsiteY4" fmla="*/ 64731 h 78515"/>
                    <a:gd name="connsiteX5" fmla="*/ 0 w 51715"/>
                    <a:gd name="connsiteY5" fmla="*/ 52315 h 78515"/>
                    <a:gd name="connsiteX6" fmla="*/ 10660 w 51715"/>
                    <a:gd name="connsiteY6" fmla="*/ 28170 h 78515"/>
                    <a:gd name="connsiteX7" fmla="*/ 39600 w 51715"/>
                    <a:gd name="connsiteY7" fmla="*/ 19308 h 78515"/>
                    <a:gd name="connsiteX8" fmla="*/ 42212 w 51715"/>
                    <a:gd name="connsiteY8" fmla="*/ 19308 h 78515"/>
                    <a:gd name="connsiteX9" fmla="*/ 43368 w 51715"/>
                    <a:gd name="connsiteY9" fmla="*/ 19308 h 78515"/>
                    <a:gd name="connsiteX10" fmla="*/ 43368 w 51715"/>
                    <a:gd name="connsiteY10" fmla="*/ 5009 h 78515"/>
                    <a:gd name="connsiteX11" fmla="*/ 44395 w 51715"/>
                    <a:gd name="connsiteY11" fmla="*/ 1327 h 78515"/>
                    <a:gd name="connsiteX12" fmla="*/ 47478 w 51715"/>
                    <a:gd name="connsiteY12" fmla="*/ 0 h 78515"/>
                    <a:gd name="connsiteX13" fmla="*/ 50688 w 51715"/>
                    <a:gd name="connsiteY13" fmla="*/ 1327 h 78515"/>
                    <a:gd name="connsiteX14" fmla="*/ 51716 w 51715"/>
                    <a:gd name="connsiteY14" fmla="*/ 5052 h 78515"/>
                    <a:gd name="connsiteX15" fmla="*/ 51716 w 51715"/>
                    <a:gd name="connsiteY15" fmla="*/ 73250 h 78515"/>
                    <a:gd name="connsiteX16" fmla="*/ 49918 w 51715"/>
                    <a:gd name="connsiteY16" fmla="*/ 77488 h 78515"/>
                    <a:gd name="connsiteX17" fmla="*/ 43796 w 51715"/>
                    <a:gd name="connsiteY17" fmla="*/ 78516 h 78515"/>
                    <a:gd name="connsiteX18" fmla="*/ 39600 w 51715"/>
                    <a:gd name="connsiteY18" fmla="*/ 20464 h 78515"/>
                    <a:gd name="connsiteX19" fmla="*/ 11388 w 51715"/>
                    <a:gd name="connsiteY19" fmla="*/ 29069 h 78515"/>
                    <a:gd name="connsiteX20" fmla="*/ 1113 w 51715"/>
                    <a:gd name="connsiteY20" fmla="*/ 52315 h 78515"/>
                    <a:gd name="connsiteX21" fmla="*/ 3639 w 51715"/>
                    <a:gd name="connsiteY21" fmla="*/ 64217 h 78515"/>
                    <a:gd name="connsiteX22" fmla="*/ 11088 w 51715"/>
                    <a:gd name="connsiteY22" fmla="*/ 72908 h 78515"/>
                    <a:gd name="connsiteX23" fmla="*/ 19394 w 51715"/>
                    <a:gd name="connsiteY23" fmla="*/ 76332 h 78515"/>
                    <a:gd name="connsiteX24" fmla="*/ 34121 w 51715"/>
                    <a:gd name="connsiteY24" fmla="*/ 77360 h 78515"/>
                    <a:gd name="connsiteX25" fmla="*/ 43753 w 51715"/>
                    <a:gd name="connsiteY25" fmla="*/ 77360 h 78515"/>
                    <a:gd name="connsiteX26" fmla="*/ 49233 w 51715"/>
                    <a:gd name="connsiteY26" fmla="*/ 76504 h 78515"/>
                    <a:gd name="connsiteX27" fmla="*/ 50474 w 51715"/>
                    <a:gd name="connsiteY27" fmla="*/ 73250 h 78515"/>
                    <a:gd name="connsiteX28" fmla="*/ 50474 w 51715"/>
                    <a:gd name="connsiteY28" fmla="*/ 5052 h 78515"/>
                    <a:gd name="connsiteX29" fmla="*/ 49704 w 51715"/>
                    <a:gd name="connsiteY29" fmla="*/ 2055 h 78515"/>
                    <a:gd name="connsiteX30" fmla="*/ 47392 w 51715"/>
                    <a:gd name="connsiteY30" fmla="*/ 1156 h 78515"/>
                    <a:gd name="connsiteX31" fmla="*/ 45209 w 51715"/>
                    <a:gd name="connsiteY31" fmla="*/ 2055 h 78515"/>
                    <a:gd name="connsiteX32" fmla="*/ 44438 w 51715"/>
                    <a:gd name="connsiteY32" fmla="*/ 5009 h 78515"/>
                    <a:gd name="connsiteX33" fmla="*/ 44438 w 51715"/>
                    <a:gd name="connsiteY33" fmla="*/ 20549 h 78515"/>
                    <a:gd name="connsiteX34" fmla="*/ 43796 w 51715"/>
                    <a:gd name="connsiteY34" fmla="*/ 20507 h 78515"/>
                    <a:gd name="connsiteX35" fmla="*/ 42126 w 51715"/>
                    <a:gd name="connsiteY35" fmla="*/ 20464 h 78515"/>
                    <a:gd name="connsiteX36" fmla="*/ 39600 w 51715"/>
                    <a:gd name="connsiteY36" fmla="*/ 20464 h 78515"/>
                    <a:gd name="connsiteX37" fmla="*/ 44481 w 51715"/>
                    <a:gd name="connsiteY37" fmla="*/ 71666 h 78515"/>
                    <a:gd name="connsiteX38" fmla="*/ 28384 w 51715"/>
                    <a:gd name="connsiteY38" fmla="*/ 71666 h 78515"/>
                    <a:gd name="connsiteX39" fmla="*/ 13143 w 51715"/>
                    <a:gd name="connsiteY39" fmla="*/ 66657 h 78515"/>
                    <a:gd name="connsiteX40" fmla="*/ 7792 w 51715"/>
                    <a:gd name="connsiteY40" fmla="*/ 52101 h 78515"/>
                    <a:gd name="connsiteX41" fmla="*/ 16140 w 51715"/>
                    <a:gd name="connsiteY41" fmla="*/ 33007 h 78515"/>
                    <a:gd name="connsiteX42" fmla="*/ 38444 w 51715"/>
                    <a:gd name="connsiteY42" fmla="*/ 25858 h 78515"/>
                    <a:gd name="connsiteX43" fmla="*/ 42512 w 51715"/>
                    <a:gd name="connsiteY43" fmla="*/ 25986 h 78515"/>
                    <a:gd name="connsiteX44" fmla="*/ 43881 w 51715"/>
                    <a:gd name="connsiteY44" fmla="*/ 26029 h 78515"/>
                    <a:gd name="connsiteX45" fmla="*/ 44438 w 51715"/>
                    <a:gd name="connsiteY45" fmla="*/ 26029 h 78515"/>
                    <a:gd name="connsiteX46" fmla="*/ 44438 w 51715"/>
                    <a:gd name="connsiteY46" fmla="*/ 71666 h 78515"/>
                    <a:gd name="connsiteX47" fmla="*/ 38444 w 51715"/>
                    <a:gd name="connsiteY47" fmla="*/ 27014 h 78515"/>
                    <a:gd name="connsiteX48" fmla="*/ 16868 w 51715"/>
                    <a:gd name="connsiteY48" fmla="*/ 33864 h 78515"/>
                    <a:gd name="connsiteX49" fmla="*/ 8948 w 51715"/>
                    <a:gd name="connsiteY49" fmla="*/ 52058 h 78515"/>
                    <a:gd name="connsiteX50" fmla="*/ 13914 w 51715"/>
                    <a:gd name="connsiteY50" fmla="*/ 65758 h 78515"/>
                    <a:gd name="connsiteX51" fmla="*/ 28384 w 51715"/>
                    <a:gd name="connsiteY51" fmla="*/ 70467 h 78515"/>
                    <a:gd name="connsiteX52" fmla="*/ 43325 w 51715"/>
                    <a:gd name="connsiteY52" fmla="*/ 70467 h 78515"/>
                    <a:gd name="connsiteX53" fmla="*/ 43325 w 51715"/>
                    <a:gd name="connsiteY53" fmla="*/ 27228 h 78515"/>
                    <a:gd name="connsiteX54" fmla="*/ 42426 w 51715"/>
                    <a:gd name="connsiteY54" fmla="*/ 27185 h 78515"/>
                    <a:gd name="connsiteX55" fmla="*/ 38444 w 51715"/>
                    <a:gd name="connsiteY55" fmla="*/ 27014 h 7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51715" h="78515">
                      <a:moveTo>
                        <a:pt x="43796" y="78516"/>
                      </a:moveTo>
                      <a:lnTo>
                        <a:pt x="34163" y="78516"/>
                      </a:lnTo>
                      <a:cubicBezTo>
                        <a:pt x="27742" y="78516"/>
                        <a:pt x="22733" y="78173"/>
                        <a:pt x="19222" y="77446"/>
                      </a:cubicBezTo>
                      <a:cubicBezTo>
                        <a:pt x="15797" y="76761"/>
                        <a:pt x="12886" y="75519"/>
                        <a:pt x="10489" y="73849"/>
                      </a:cubicBezTo>
                      <a:cubicBezTo>
                        <a:pt x="7107" y="71495"/>
                        <a:pt x="4452" y="68412"/>
                        <a:pt x="2654" y="64731"/>
                      </a:cubicBezTo>
                      <a:cubicBezTo>
                        <a:pt x="899" y="61049"/>
                        <a:pt x="0" y="56853"/>
                        <a:pt x="0" y="52315"/>
                      </a:cubicBezTo>
                      <a:cubicBezTo>
                        <a:pt x="0" y="42212"/>
                        <a:pt x="3596" y="34078"/>
                        <a:pt x="10660" y="28170"/>
                      </a:cubicBezTo>
                      <a:cubicBezTo>
                        <a:pt x="17681" y="22305"/>
                        <a:pt x="27442" y="19308"/>
                        <a:pt x="39600" y="19308"/>
                      </a:cubicBezTo>
                      <a:lnTo>
                        <a:pt x="42212" y="19308"/>
                      </a:lnTo>
                      <a:cubicBezTo>
                        <a:pt x="42597" y="19308"/>
                        <a:pt x="42982" y="19308"/>
                        <a:pt x="43368" y="19308"/>
                      </a:cubicBezTo>
                      <a:lnTo>
                        <a:pt x="43368" y="5009"/>
                      </a:lnTo>
                      <a:cubicBezTo>
                        <a:pt x="43368" y="3382"/>
                        <a:pt x="43710" y="2183"/>
                        <a:pt x="44395" y="1327"/>
                      </a:cubicBezTo>
                      <a:cubicBezTo>
                        <a:pt x="45123" y="428"/>
                        <a:pt x="46151" y="0"/>
                        <a:pt x="47478" y="0"/>
                      </a:cubicBezTo>
                      <a:cubicBezTo>
                        <a:pt x="48890" y="0"/>
                        <a:pt x="50003" y="428"/>
                        <a:pt x="50688" y="1327"/>
                      </a:cubicBezTo>
                      <a:cubicBezTo>
                        <a:pt x="51373" y="2183"/>
                        <a:pt x="51716" y="3382"/>
                        <a:pt x="51716" y="5052"/>
                      </a:cubicBezTo>
                      <a:lnTo>
                        <a:pt x="51716" y="73250"/>
                      </a:lnTo>
                      <a:cubicBezTo>
                        <a:pt x="51716" y="75305"/>
                        <a:pt x="51117" y="76761"/>
                        <a:pt x="49918" y="77488"/>
                      </a:cubicBezTo>
                      <a:cubicBezTo>
                        <a:pt x="48676" y="78173"/>
                        <a:pt x="46664" y="78516"/>
                        <a:pt x="43796" y="78516"/>
                      </a:cubicBezTo>
                      <a:close/>
                      <a:moveTo>
                        <a:pt x="39600" y="20464"/>
                      </a:moveTo>
                      <a:cubicBezTo>
                        <a:pt x="27699" y="20464"/>
                        <a:pt x="18195" y="23332"/>
                        <a:pt x="11388" y="29069"/>
                      </a:cubicBezTo>
                      <a:cubicBezTo>
                        <a:pt x="4581" y="34763"/>
                        <a:pt x="1113" y="42554"/>
                        <a:pt x="1113" y="52315"/>
                      </a:cubicBezTo>
                      <a:cubicBezTo>
                        <a:pt x="1113" y="56682"/>
                        <a:pt x="1969" y="60706"/>
                        <a:pt x="3639" y="64217"/>
                      </a:cubicBezTo>
                      <a:cubicBezTo>
                        <a:pt x="5351" y="67727"/>
                        <a:pt x="7877" y="70638"/>
                        <a:pt x="11088" y="72908"/>
                      </a:cubicBezTo>
                      <a:cubicBezTo>
                        <a:pt x="13357" y="74492"/>
                        <a:pt x="16140" y="75647"/>
                        <a:pt x="19394" y="76332"/>
                      </a:cubicBezTo>
                      <a:cubicBezTo>
                        <a:pt x="22818" y="77017"/>
                        <a:pt x="27784" y="77360"/>
                        <a:pt x="34121" y="77360"/>
                      </a:cubicBezTo>
                      <a:lnTo>
                        <a:pt x="43753" y="77360"/>
                      </a:lnTo>
                      <a:cubicBezTo>
                        <a:pt x="47050" y="77360"/>
                        <a:pt x="48548" y="76889"/>
                        <a:pt x="49233" y="76504"/>
                      </a:cubicBezTo>
                      <a:cubicBezTo>
                        <a:pt x="50089" y="75990"/>
                        <a:pt x="50474" y="74920"/>
                        <a:pt x="50474" y="73250"/>
                      </a:cubicBezTo>
                      <a:lnTo>
                        <a:pt x="50474" y="5052"/>
                      </a:lnTo>
                      <a:cubicBezTo>
                        <a:pt x="50474" y="3682"/>
                        <a:pt x="50218" y="2697"/>
                        <a:pt x="49704" y="2055"/>
                      </a:cubicBezTo>
                      <a:cubicBezTo>
                        <a:pt x="49233" y="1456"/>
                        <a:pt x="48462" y="1156"/>
                        <a:pt x="47392" y="1156"/>
                      </a:cubicBezTo>
                      <a:cubicBezTo>
                        <a:pt x="46407" y="1156"/>
                        <a:pt x="45722" y="1456"/>
                        <a:pt x="45209" y="2055"/>
                      </a:cubicBezTo>
                      <a:cubicBezTo>
                        <a:pt x="44695" y="2697"/>
                        <a:pt x="44438" y="3682"/>
                        <a:pt x="44438" y="5009"/>
                      </a:cubicBezTo>
                      <a:lnTo>
                        <a:pt x="44438" y="20549"/>
                      </a:lnTo>
                      <a:lnTo>
                        <a:pt x="43796" y="20507"/>
                      </a:lnTo>
                      <a:cubicBezTo>
                        <a:pt x="43239" y="20464"/>
                        <a:pt x="42726" y="20421"/>
                        <a:pt x="42126" y="20464"/>
                      </a:cubicBezTo>
                      <a:lnTo>
                        <a:pt x="39600" y="20464"/>
                      </a:lnTo>
                      <a:close/>
                      <a:moveTo>
                        <a:pt x="44481" y="71666"/>
                      </a:moveTo>
                      <a:lnTo>
                        <a:pt x="28384" y="71666"/>
                      </a:lnTo>
                      <a:cubicBezTo>
                        <a:pt x="21748" y="71666"/>
                        <a:pt x="16611" y="69954"/>
                        <a:pt x="13143" y="66657"/>
                      </a:cubicBezTo>
                      <a:cubicBezTo>
                        <a:pt x="9590" y="63275"/>
                        <a:pt x="7792" y="58352"/>
                        <a:pt x="7792" y="52101"/>
                      </a:cubicBezTo>
                      <a:cubicBezTo>
                        <a:pt x="7792" y="44224"/>
                        <a:pt x="10617" y="37802"/>
                        <a:pt x="16140" y="33007"/>
                      </a:cubicBezTo>
                      <a:cubicBezTo>
                        <a:pt x="21705" y="28255"/>
                        <a:pt x="29197" y="25858"/>
                        <a:pt x="38444" y="25858"/>
                      </a:cubicBezTo>
                      <a:cubicBezTo>
                        <a:pt x="39172" y="25858"/>
                        <a:pt x="40499" y="25901"/>
                        <a:pt x="42512" y="25986"/>
                      </a:cubicBezTo>
                      <a:cubicBezTo>
                        <a:pt x="43154" y="26029"/>
                        <a:pt x="43625" y="26029"/>
                        <a:pt x="43881" y="26029"/>
                      </a:cubicBezTo>
                      <a:lnTo>
                        <a:pt x="44438" y="26029"/>
                      </a:lnTo>
                      <a:lnTo>
                        <a:pt x="44438" y="71666"/>
                      </a:lnTo>
                      <a:close/>
                      <a:moveTo>
                        <a:pt x="38444" y="27014"/>
                      </a:moveTo>
                      <a:cubicBezTo>
                        <a:pt x="29454" y="27014"/>
                        <a:pt x="22219" y="29326"/>
                        <a:pt x="16868" y="33864"/>
                      </a:cubicBezTo>
                      <a:cubicBezTo>
                        <a:pt x="11602" y="38402"/>
                        <a:pt x="8948" y="44524"/>
                        <a:pt x="8948" y="52058"/>
                      </a:cubicBezTo>
                      <a:cubicBezTo>
                        <a:pt x="8948" y="58095"/>
                        <a:pt x="10574" y="62547"/>
                        <a:pt x="13914" y="65758"/>
                      </a:cubicBezTo>
                      <a:cubicBezTo>
                        <a:pt x="17210" y="68883"/>
                        <a:pt x="22048" y="70467"/>
                        <a:pt x="28384" y="70467"/>
                      </a:cubicBezTo>
                      <a:lnTo>
                        <a:pt x="43325" y="70467"/>
                      </a:lnTo>
                      <a:lnTo>
                        <a:pt x="43325" y="27228"/>
                      </a:lnTo>
                      <a:cubicBezTo>
                        <a:pt x="43068" y="27228"/>
                        <a:pt x="42768" y="27185"/>
                        <a:pt x="42426" y="27185"/>
                      </a:cubicBezTo>
                      <a:cubicBezTo>
                        <a:pt x="40499" y="27057"/>
                        <a:pt x="39172" y="27014"/>
                        <a:pt x="38444" y="27014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8" name="图形 4"/>
              <p:cNvGrpSpPr/>
              <p:nvPr/>
            </p:nvGrpSpPr>
            <p:grpSpPr>
              <a:xfrm>
                <a:off x="11338866" y="6497570"/>
                <a:ext cx="67127" cy="59122"/>
                <a:chOff x="11338866" y="6497570"/>
                <a:chExt cx="67127" cy="59122"/>
              </a:xfrm>
              <a:solidFill>
                <a:srgbClr val="A5A7AA"/>
              </a:solidFill>
            </p:grpSpPr>
            <p:sp>
              <p:nvSpPr>
                <p:cNvPr id="78" name="任意多边形: 形状 77"/>
                <p:cNvSpPr/>
                <p:nvPr/>
              </p:nvSpPr>
              <p:spPr>
                <a:xfrm>
                  <a:off x="11339337" y="6497955"/>
                  <a:ext cx="66100" cy="58052"/>
                </a:xfrm>
                <a:custGeom>
                  <a:avLst/>
                  <a:gdLst>
                    <a:gd name="connsiteX0" fmla="*/ 16311 w 66100"/>
                    <a:gd name="connsiteY0" fmla="*/ 50603 h 58052"/>
                    <a:gd name="connsiteX1" fmla="*/ 23931 w 66100"/>
                    <a:gd name="connsiteY1" fmla="*/ 31124 h 58052"/>
                    <a:gd name="connsiteX2" fmla="*/ 29326 w 66100"/>
                    <a:gd name="connsiteY2" fmla="*/ 7663 h 58052"/>
                    <a:gd name="connsiteX3" fmla="*/ 29497 w 66100"/>
                    <a:gd name="connsiteY3" fmla="*/ 6550 h 58052"/>
                    <a:gd name="connsiteX4" fmla="*/ 33222 w 66100"/>
                    <a:gd name="connsiteY4" fmla="*/ 171 h 58052"/>
                    <a:gd name="connsiteX5" fmla="*/ 36775 w 66100"/>
                    <a:gd name="connsiteY5" fmla="*/ 6036 h 58052"/>
                    <a:gd name="connsiteX6" fmla="*/ 37074 w 66100"/>
                    <a:gd name="connsiteY6" fmla="*/ 7578 h 58052"/>
                    <a:gd name="connsiteX7" fmla="*/ 42340 w 66100"/>
                    <a:gd name="connsiteY7" fmla="*/ 30824 h 58052"/>
                    <a:gd name="connsiteX8" fmla="*/ 50046 w 66100"/>
                    <a:gd name="connsiteY8" fmla="*/ 50560 h 58052"/>
                    <a:gd name="connsiteX9" fmla="*/ 56639 w 66100"/>
                    <a:gd name="connsiteY9" fmla="*/ 33136 h 58052"/>
                    <a:gd name="connsiteX10" fmla="*/ 58865 w 66100"/>
                    <a:gd name="connsiteY10" fmla="*/ 11559 h 58052"/>
                    <a:gd name="connsiteX11" fmla="*/ 58823 w 66100"/>
                    <a:gd name="connsiteY11" fmla="*/ 8605 h 58052"/>
                    <a:gd name="connsiteX12" fmla="*/ 58737 w 66100"/>
                    <a:gd name="connsiteY12" fmla="*/ 6036 h 58052"/>
                    <a:gd name="connsiteX13" fmla="*/ 59550 w 66100"/>
                    <a:gd name="connsiteY13" fmla="*/ 1242 h 58052"/>
                    <a:gd name="connsiteX14" fmla="*/ 62376 w 66100"/>
                    <a:gd name="connsiteY14" fmla="*/ 43 h 58052"/>
                    <a:gd name="connsiteX15" fmla="*/ 65330 w 66100"/>
                    <a:gd name="connsiteY15" fmla="*/ 1926 h 58052"/>
                    <a:gd name="connsiteX16" fmla="*/ 66100 w 66100"/>
                    <a:gd name="connsiteY16" fmla="*/ 9932 h 58052"/>
                    <a:gd name="connsiteX17" fmla="*/ 64046 w 66100"/>
                    <a:gd name="connsiteY17" fmla="*/ 30439 h 58052"/>
                    <a:gd name="connsiteX18" fmla="*/ 58180 w 66100"/>
                    <a:gd name="connsiteY18" fmla="*/ 49233 h 58052"/>
                    <a:gd name="connsiteX19" fmla="*/ 54113 w 66100"/>
                    <a:gd name="connsiteY19" fmla="*/ 56425 h 58052"/>
                    <a:gd name="connsiteX20" fmla="*/ 50346 w 66100"/>
                    <a:gd name="connsiteY20" fmla="*/ 58009 h 58052"/>
                    <a:gd name="connsiteX21" fmla="*/ 41998 w 66100"/>
                    <a:gd name="connsiteY21" fmla="*/ 48676 h 58052"/>
                    <a:gd name="connsiteX22" fmla="*/ 33050 w 66100"/>
                    <a:gd name="connsiteY22" fmla="*/ 18537 h 58052"/>
                    <a:gd name="connsiteX23" fmla="*/ 24274 w 66100"/>
                    <a:gd name="connsiteY23" fmla="*/ 48505 h 58052"/>
                    <a:gd name="connsiteX24" fmla="*/ 15926 w 66100"/>
                    <a:gd name="connsiteY24" fmla="*/ 58052 h 58052"/>
                    <a:gd name="connsiteX25" fmla="*/ 12372 w 66100"/>
                    <a:gd name="connsiteY25" fmla="*/ 56725 h 58052"/>
                    <a:gd name="connsiteX26" fmla="*/ 8948 w 66100"/>
                    <a:gd name="connsiteY26" fmla="*/ 51288 h 58052"/>
                    <a:gd name="connsiteX27" fmla="*/ 2355 w 66100"/>
                    <a:gd name="connsiteY27" fmla="*/ 31723 h 58052"/>
                    <a:gd name="connsiteX28" fmla="*/ 0 w 66100"/>
                    <a:gd name="connsiteY28" fmla="*/ 9889 h 58052"/>
                    <a:gd name="connsiteX29" fmla="*/ 856 w 66100"/>
                    <a:gd name="connsiteY29" fmla="*/ 2012 h 58052"/>
                    <a:gd name="connsiteX30" fmla="*/ 3810 w 66100"/>
                    <a:gd name="connsiteY30" fmla="*/ 0 h 58052"/>
                    <a:gd name="connsiteX31" fmla="*/ 6507 w 66100"/>
                    <a:gd name="connsiteY31" fmla="*/ 1027 h 58052"/>
                    <a:gd name="connsiteX32" fmla="*/ 7364 w 66100"/>
                    <a:gd name="connsiteY32" fmla="*/ 4324 h 58052"/>
                    <a:gd name="connsiteX33" fmla="*/ 7364 w 66100"/>
                    <a:gd name="connsiteY33" fmla="*/ 11516 h 58052"/>
                    <a:gd name="connsiteX34" fmla="*/ 9633 w 66100"/>
                    <a:gd name="connsiteY34" fmla="*/ 33050 h 58052"/>
                    <a:gd name="connsiteX35" fmla="*/ 16311 w 66100"/>
                    <a:gd name="connsiteY35" fmla="*/ 50603 h 5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6100" h="58052">
                      <a:moveTo>
                        <a:pt x="16311" y="50603"/>
                      </a:moveTo>
                      <a:cubicBezTo>
                        <a:pt x="19265" y="44738"/>
                        <a:pt x="21791" y="38273"/>
                        <a:pt x="23931" y="31124"/>
                      </a:cubicBezTo>
                      <a:cubicBezTo>
                        <a:pt x="26072" y="23931"/>
                        <a:pt x="27870" y="16140"/>
                        <a:pt x="29326" y="7663"/>
                      </a:cubicBezTo>
                      <a:cubicBezTo>
                        <a:pt x="29368" y="7406"/>
                        <a:pt x="29411" y="7064"/>
                        <a:pt x="29497" y="6550"/>
                      </a:cubicBezTo>
                      <a:cubicBezTo>
                        <a:pt x="30182" y="2355"/>
                        <a:pt x="31423" y="171"/>
                        <a:pt x="33222" y="171"/>
                      </a:cubicBezTo>
                      <a:cubicBezTo>
                        <a:pt x="34977" y="171"/>
                        <a:pt x="36133" y="2141"/>
                        <a:pt x="36775" y="6036"/>
                      </a:cubicBezTo>
                      <a:cubicBezTo>
                        <a:pt x="36903" y="6721"/>
                        <a:pt x="36989" y="7278"/>
                        <a:pt x="37074" y="7578"/>
                      </a:cubicBezTo>
                      <a:cubicBezTo>
                        <a:pt x="38402" y="15840"/>
                        <a:pt x="40200" y="23589"/>
                        <a:pt x="42340" y="30824"/>
                      </a:cubicBezTo>
                      <a:cubicBezTo>
                        <a:pt x="44524" y="38016"/>
                        <a:pt x="47092" y="44609"/>
                        <a:pt x="50046" y="50560"/>
                      </a:cubicBezTo>
                      <a:cubicBezTo>
                        <a:pt x="52957" y="45508"/>
                        <a:pt x="55184" y="39729"/>
                        <a:pt x="56639" y="33136"/>
                      </a:cubicBezTo>
                      <a:cubicBezTo>
                        <a:pt x="58138" y="26543"/>
                        <a:pt x="58865" y="19351"/>
                        <a:pt x="58865" y="11559"/>
                      </a:cubicBezTo>
                      <a:cubicBezTo>
                        <a:pt x="58865" y="10788"/>
                        <a:pt x="58823" y="9847"/>
                        <a:pt x="58823" y="8605"/>
                      </a:cubicBezTo>
                      <a:cubicBezTo>
                        <a:pt x="58737" y="7364"/>
                        <a:pt x="58737" y="6550"/>
                        <a:pt x="58737" y="6036"/>
                      </a:cubicBezTo>
                      <a:cubicBezTo>
                        <a:pt x="58737" y="3682"/>
                        <a:pt x="58994" y="2055"/>
                        <a:pt x="59550" y="1242"/>
                      </a:cubicBezTo>
                      <a:cubicBezTo>
                        <a:pt x="60107" y="428"/>
                        <a:pt x="61049" y="43"/>
                        <a:pt x="62376" y="43"/>
                      </a:cubicBezTo>
                      <a:cubicBezTo>
                        <a:pt x="63831" y="43"/>
                        <a:pt x="64773" y="642"/>
                        <a:pt x="65330" y="1926"/>
                      </a:cubicBezTo>
                      <a:cubicBezTo>
                        <a:pt x="65844" y="3211"/>
                        <a:pt x="66100" y="5865"/>
                        <a:pt x="66100" y="9932"/>
                      </a:cubicBezTo>
                      <a:cubicBezTo>
                        <a:pt x="66100" y="16696"/>
                        <a:pt x="65415" y="23546"/>
                        <a:pt x="64046" y="30439"/>
                      </a:cubicBezTo>
                      <a:cubicBezTo>
                        <a:pt x="62633" y="37331"/>
                        <a:pt x="60706" y="43625"/>
                        <a:pt x="58180" y="49233"/>
                      </a:cubicBezTo>
                      <a:cubicBezTo>
                        <a:pt x="56511" y="53000"/>
                        <a:pt x="55184" y="55398"/>
                        <a:pt x="54113" y="56425"/>
                      </a:cubicBezTo>
                      <a:cubicBezTo>
                        <a:pt x="53043" y="57495"/>
                        <a:pt x="51802" y="58009"/>
                        <a:pt x="50346" y="58009"/>
                      </a:cubicBezTo>
                      <a:cubicBezTo>
                        <a:pt x="47520" y="58009"/>
                        <a:pt x="44781" y="54884"/>
                        <a:pt x="41998" y="48676"/>
                      </a:cubicBezTo>
                      <a:cubicBezTo>
                        <a:pt x="39258" y="42469"/>
                        <a:pt x="36261" y="32408"/>
                        <a:pt x="33050" y="18537"/>
                      </a:cubicBezTo>
                      <a:cubicBezTo>
                        <a:pt x="29968" y="32194"/>
                        <a:pt x="27057" y="42126"/>
                        <a:pt x="24274" y="48505"/>
                      </a:cubicBezTo>
                      <a:cubicBezTo>
                        <a:pt x="21534" y="54884"/>
                        <a:pt x="18751" y="58052"/>
                        <a:pt x="15926" y="58052"/>
                      </a:cubicBezTo>
                      <a:cubicBezTo>
                        <a:pt x="14556" y="58052"/>
                        <a:pt x="13357" y="57624"/>
                        <a:pt x="12372" y="56725"/>
                      </a:cubicBezTo>
                      <a:cubicBezTo>
                        <a:pt x="11388" y="55869"/>
                        <a:pt x="10232" y="54071"/>
                        <a:pt x="8948" y="51288"/>
                      </a:cubicBezTo>
                      <a:cubicBezTo>
                        <a:pt x="6165" y="45637"/>
                        <a:pt x="3981" y="39087"/>
                        <a:pt x="2355" y="31723"/>
                      </a:cubicBezTo>
                      <a:cubicBezTo>
                        <a:pt x="771" y="24445"/>
                        <a:pt x="0" y="17167"/>
                        <a:pt x="0" y="9889"/>
                      </a:cubicBezTo>
                      <a:cubicBezTo>
                        <a:pt x="0" y="5951"/>
                        <a:pt x="257" y="3339"/>
                        <a:pt x="856" y="2012"/>
                      </a:cubicBezTo>
                      <a:cubicBezTo>
                        <a:pt x="1413" y="642"/>
                        <a:pt x="2397" y="0"/>
                        <a:pt x="3810" y="0"/>
                      </a:cubicBezTo>
                      <a:cubicBezTo>
                        <a:pt x="5052" y="0"/>
                        <a:pt x="5951" y="342"/>
                        <a:pt x="6507" y="1027"/>
                      </a:cubicBezTo>
                      <a:cubicBezTo>
                        <a:pt x="7064" y="1755"/>
                        <a:pt x="7364" y="2868"/>
                        <a:pt x="7364" y="4324"/>
                      </a:cubicBezTo>
                      <a:lnTo>
                        <a:pt x="7364" y="11516"/>
                      </a:lnTo>
                      <a:cubicBezTo>
                        <a:pt x="7364" y="19222"/>
                        <a:pt x="8134" y="26372"/>
                        <a:pt x="9633" y="33050"/>
                      </a:cubicBezTo>
                      <a:cubicBezTo>
                        <a:pt x="11259" y="39729"/>
                        <a:pt x="13443" y="45551"/>
                        <a:pt x="16311" y="5060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9" name="任意多边形: 形状 78"/>
                <p:cNvSpPr/>
                <p:nvPr/>
              </p:nvSpPr>
              <p:spPr>
                <a:xfrm>
                  <a:off x="11338866" y="6497570"/>
                  <a:ext cx="67127" cy="59122"/>
                </a:xfrm>
                <a:custGeom>
                  <a:avLst/>
                  <a:gdLst>
                    <a:gd name="connsiteX0" fmla="*/ 50902 w 67127"/>
                    <a:gd name="connsiteY0" fmla="*/ 59079 h 59122"/>
                    <a:gd name="connsiteX1" fmla="*/ 42041 w 67127"/>
                    <a:gd name="connsiteY1" fmla="*/ 49404 h 59122"/>
                    <a:gd name="connsiteX2" fmla="*/ 33607 w 67127"/>
                    <a:gd name="connsiteY2" fmla="*/ 21577 h 59122"/>
                    <a:gd name="connsiteX3" fmla="*/ 25344 w 67127"/>
                    <a:gd name="connsiteY3" fmla="*/ 49233 h 59122"/>
                    <a:gd name="connsiteX4" fmla="*/ 16482 w 67127"/>
                    <a:gd name="connsiteY4" fmla="*/ 59122 h 59122"/>
                    <a:gd name="connsiteX5" fmla="*/ 12544 w 67127"/>
                    <a:gd name="connsiteY5" fmla="*/ 57667 h 59122"/>
                    <a:gd name="connsiteX6" fmla="*/ 8990 w 67127"/>
                    <a:gd name="connsiteY6" fmla="*/ 52058 h 59122"/>
                    <a:gd name="connsiteX7" fmla="*/ 2355 w 67127"/>
                    <a:gd name="connsiteY7" fmla="*/ 32408 h 59122"/>
                    <a:gd name="connsiteX8" fmla="*/ 0 w 67127"/>
                    <a:gd name="connsiteY8" fmla="*/ 10446 h 59122"/>
                    <a:gd name="connsiteX9" fmla="*/ 899 w 67127"/>
                    <a:gd name="connsiteY9" fmla="*/ 2355 h 59122"/>
                    <a:gd name="connsiteX10" fmla="*/ 4367 w 67127"/>
                    <a:gd name="connsiteY10" fmla="*/ 0 h 59122"/>
                    <a:gd name="connsiteX11" fmla="*/ 7535 w 67127"/>
                    <a:gd name="connsiteY11" fmla="*/ 1242 h 59122"/>
                    <a:gd name="connsiteX12" fmla="*/ 8519 w 67127"/>
                    <a:gd name="connsiteY12" fmla="*/ 4881 h 59122"/>
                    <a:gd name="connsiteX13" fmla="*/ 8519 w 67127"/>
                    <a:gd name="connsiteY13" fmla="*/ 12073 h 59122"/>
                    <a:gd name="connsiteX14" fmla="*/ 10746 w 67127"/>
                    <a:gd name="connsiteY14" fmla="*/ 33478 h 59122"/>
                    <a:gd name="connsiteX15" fmla="*/ 16739 w 67127"/>
                    <a:gd name="connsiteY15" fmla="*/ 49875 h 59122"/>
                    <a:gd name="connsiteX16" fmla="*/ 23846 w 67127"/>
                    <a:gd name="connsiteY16" fmla="*/ 31466 h 59122"/>
                    <a:gd name="connsiteX17" fmla="*/ 29197 w 67127"/>
                    <a:gd name="connsiteY17" fmla="*/ 8091 h 59122"/>
                    <a:gd name="connsiteX18" fmla="*/ 29411 w 67127"/>
                    <a:gd name="connsiteY18" fmla="*/ 6978 h 59122"/>
                    <a:gd name="connsiteX19" fmla="*/ 33692 w 67127"/>
                    <a:gd name="connsiteY19" fmla="*/ 128 h 59122"/>
                    <a:gd name="connsiteX20" fmla="*/ 37802 w 67127"/>
                    <a:gd name="connsiteY20" fmla="*/ 6507 h 59122"/>
                    <a:gd name="connsiteX21" fmla="*/ 37888 w 67127"/>
                    <a:gd name="connsiteY21" fmla="*/ 7021 h 59122"/>
                    <a:gd name="connsiteX22" fmla="*/ 38102 w 67127"/>
                    <a:gd name="connsiteY22" fmla="*/ 8006 h 59122"/>
                    <a:gd name="connsiteX23" fmla="*/ 43368 w 67127"/>
                    <a:gd name="connsiteY23" fmla="*/ 31252 h 59122"/>
                    <a:gd name="connsiteX24" fmla="*/ 50560 w 67127"/>
                    <a:gd name="connsiteY24" fmla="*/ 49918 h 59122"/>
                    <a:gd name="connsiteX25" fmla="*/ 56554 w 67127"/>
                    <a:gd name="connsiteY25" fmla="*/ 33564 h 59122"/>
                    <a:gd name="connsiteX26" fmla="*/ 58780 w 67127"/>
                    <a:gd name="connsiteY26" fmla="*/ 12116 h 59122"/>
                    <a:gd name="connsiteX27" fmla="*/ 58737 w 67127"/>
                    <a:gd name="connsiteY27" fmla="*/ 10874 h 59122"/>
                    <a:gd name="connsiteX28" fmla="*/ 58694 w 67127"/>
                    <a:gd name="connsiteY28" fmla="*/ 9162 h 59122"/>
                    <a:gd name="connsiteX29" fmla="*/ 58609 w 67127"/>
                    <a:gd name="connsiteY29" fmla="*/ 6593 h 59122"/>
                    <a:gd name="connsiteX30" fmla="*/ 59550 w 67127"/>
                    <a:gd name="connsiteY30" fmla="*/ 1498 h 59122"/>
                    <a:gd name="connsiteX31" fmla="*/ 62847 w 67127"/>
                    <a:gd name="connsiteY31" fmla="*/ 86 h 59122"/>
                    <a:gd name="connsiteX32" fmla="*/ 66315 w 67127"/>
                    <a:gd name="connsiteY32" fmla="*/ 2312 h 59122"/>
                    <a:gd name="connsiteX33" fmla="*/ 67128 w 67127"/>
                    <a:gd name="connsiteY33" fmla="*/ 10574 h 59122"/>
                    <a:gd name="connsiteX34" fmla="*/ 65073 w 67127"/>
                    <a:gd name="connsiteY34" fmla="*/ 31209 h 59122"/>
                    <a:gd name="connsiteX35" fmla="*/ 59165 w 67127"/>
                    <a:gd name="connsiteY35" fmla="*/ 50132 h 59122"/>
                    <a:gd name="connsiteX36" fmla="*/ 54970 w 67127"/>
                    <a:gd name="connsiteY36" fmla="*/ 57495 h 59122"/>
                    <a:gd name="connsiteX37" fmla="*/ 50902 w 67127"/>
                    <a:gd name="connsiteY37" fmla="*/ 59079 h 59122"/>
                    <a:gd name="connsiteX38" fmla="*/ 33607 w 67127"/>
                    <a:gd name="connsiteY38" fmla="*/ 16440 h 59122"/>
                    <a:gd name="connsiteX39" fmla="*/ 34163 w 67127"/>
                    <a:gd name="connsiteY39" fmla="*/ 18880 h 59122"/>
                    <a:gd name="connsiteX40" fmla="*/ 43068 w 67127"/>
                    <a:gd name="connsiteY40" fmla="*/ 48933 h 59122"/>
                    <a:gd name="connsiteX41" fmla="*/ 50860 w 67127"/>
                    <a:gd name="connsiteY41" fmla="*/ 57924 h 59122"/>
                    <a:gd name="connsiteX42" fmla="*/ 54199 w 67127"/>
                    <a:gd name="connsiteY42" fmla="*/ 56511 h 59122"/>
                    <a:gd name="connsiteX43" fmla="*/ 58138 w 67127"/>
                    <a:gd name="connsiteY43" fmla="*/ 49490 h 59122"/>
                    <a:gd name="connsiteX44" fmla="*/ 63960 w 67127"/>
                    <a:gd name="connsiteY44" fmla="*/ 30781 h 59122"/>
                    <a:gd name="connsiteX45" fmla="*/ 66015 w 67127"/>
                    <a:gd name="connsiteY45" fmla="*/ 10360 h 59122"/>
                    <a:gd name="connsiteX46" fmla="*/ 65287 w 67127"/>
                    <a:gd name="connsiteY46" fmla="*/ 2569 h 59122"/>
                    <a:gd name="connsiteX47" fmla="*/ 62847 w 67127"/>
                    <a:gd name="connsiteY47" fmla="*/ 1070 h 59122"/>
                    <a:gd name="connsiteX48" fmla="*/ 60492 w 67127"/>
                    <a:gd name="connsiteY48" fmla="*/ 2012 h 59122"/>
                    <a:gd name="connsiteX49" fmla="*/ 59764 w 67127"/>
                    <a:gd name="connsiteY49" fmla="*/ 6465 h 59122"/>
                    <a:gd name="connsiteX50" fmla="*/ 59807 w 67127"/>
                    <a:gd name="connsiteY50" fmla="*/ 8990 h 59122"/>
                    <a:gd name="connsiteX51" fmla="*/ 59850 w 67127"/>
                    <a:gd name="connsiteY51" fmla="*/ 10703 h 59122"/>
                    <a:gd name="connsiteX52" fmla="*/ 59893 w 67127"/>
                    <a:gd name="connsiteY52" fmla="*/ 11987 h 59122"/>
                    <a:gd name="connsiteX53" fmla="*/ 57624 w 67127"/>
                    <a:gd name="connsiteY53" fmla="*/ 33692 h 59122"/>
                    <a:gd name="connsiteX54" fmla="*/ 50945 w 67127"/>
                    <a:gd name="connsiteY54" fmla="*/ 51288 h 59122"/>
                    <a:gd name="connsiteX55" fmla="*/ 50389 w 67127"/>
                    <a:gd name="connsiteY55" fmla="*/ 52230 h 59122"/>
                    <a:gd name="connsiteX56" fmla="*/ 49918 w 67127"/>
                    <a:gd name="connsiteY56" fmla="*/ 51288 h 59122"/>
                    <a:gd name="connsiteX57" fmla="*/ 42169 w 67127"/>
                    <a:gd name="connsiteY57" fmla="*/ 31466 h 59122"/>
                    <a:gd name="connsiteX58" fmla="*/ 36860 w 67127"/>
                    <a:gd name="connsiteY58" fmla="*/ 8134 h 59122"/>
                    <a:gd name="connsiteX59" fmla="*/ 36646 w 67127"/>
                    <a:gd name="connsiteY59" fmla="*/ 7107 h 59122"/>
                    <a:gd name="connsiteX60" fmla="*/ 36561 w 67127"/>
                    <a:gd name="connsiteY60" fmla="*/ 6593 h 59122"/>
                    <a:gd name="connsiteX61" fmla="*/ 33607 w 67127"/>
                    <a:gd name="connsiteY61" fmla="*/ 1199 h 59122"/>
                    <a:gd name="connsiteX62" fmla="*/ 30439 w 67127"/>
                    <a:gd name="connsiteY62" fmla="*/ 7107 h 59122"/>
                    <a:gd name="connsiteX63" fmla="*/ 30268 w 67127"/>
                    <a:gd name="connsiteY63" fmla="*/ 8134 h 59122"/>
                    <a:gd name="connsiteX64" fmla="*/ 24873 w 67127"/>
                    <a:gd name="connsiteY64" fmla="*/ 31723 h 59122"/>
                    <a:gd name="connsiteX65" fmla="*/ 17210 w 67127"/>
                    <a:gd name="connsiteY65" fmla="*/ 51288 h 59122"/>
                    <a:gd name="connsiteX66" fmla="*/ 16739 w 67127"/>
                    <a:gd name="connsiteY66" fmla="*/ 52230 h 59122"/>
                    <a:gd name="connsiteX67" fmla="*/ 16225 w 67127"/>
                    <a:gd name="connsiteY67" fmla="*/ 51288 h 59122"/>
                    <a:gd name="connsiteX68" fmla="*/ 9590 w 67127"/>
                    <a:gd name="connsiteY68" fmla="*/ 33650 h 59122"/>
                    <a:gd name="connsiteX69" fmla="*/ 7321 w 67127"/>
                    <a:gd name="connsiteY69" fmla="*/ 11987 h 59122"/>
                    <a:gd name="connsiteX70" fmla="*/ 7321 w 67127"/>
                    <a:gd name="connsiteY70" fmla="*/ 4795 h 59122"/>
                    <a:gd name="connsiteX71" fmla="*/ 6593 w 67127"/>
                    <a:gd name="connsiteY71" fmla="*/ 1841 h 59122"/>
                    <a:gd name="connsiteX72" fmla="*/ 4324 w 67127"/>
                    <a:gd name="connsiteY72" fmla="*/ 1027 h 59122"/>
                    <a:gd name="connsiteX73" fmla="*/ 1884 w 67127"/>
                    <a:gd name="connsiteY73" fmla="*/ 2697 h 59122"/>
                    <a:gd name="connsiteX74" fmla="*/ 1070 w 67127"/>
                    <a:gd name="connsiteY74" fmla="*/ 10360 h 59122"/>
                    <a:gd name="connsiteX75" fmla="*/ 3425 w 67127"/>
                    <a:gd name="connsiteY75" fmla="*/ 32066 h 59122"/>
                    <a:gd name="connsiteX76" fmla="*/ 9975 w 67127"/>
                    <a:gd name="connsiteY76" fmla="*/ 51502 h 59122"/>
                    <a:gd name="connsiteX77" fmla="*/ 13271 w 67127"/>
                    <a:gd name="connsiteY77" fmla="*/ 56768 h 59122"/>
                    <a:gd name="connsiteX78" fmla="*/ 16440 w 67127"/>
                    <a:gd name="connsiteY78" fmla="*/ 57924 h 59122"/>
                    <a:gd name="connsiteX79" fmla="*/ 24231 w 67127"/>
                    <a:gd name="connsiteY79" fmla="*/ 48719 h 59122"/>
                    <a:gd name="connsiteX80" fmla="*/ 32965 w 67127"/>
                    <a:gd name="connsiteY80" fmla="*/ 18880 h 59122"/>
                    <a:gd name="connsiteX81" fmla="*/ 33607 w 67127"/>
                    <a:gd name="connsiteY81" fmla="*/ 16440 h 5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7127" h="59122">
                      <a:moveTo>
                        <a:pt x="50902" y="59079"/>
                      </a:moveTo>
                      <a:cubicBezTo>
                        <a:pt x="47820" y="59079"/>
                        <a:pt x="44909" y="55911"/>
                        <a:pt x="42041" y="49404"/>
                      </a:cubicBezTo>
                      <a:cubicBezTo>
                        <a:pt x="39429" y="43453"/>
                        <a:pt x="36604" y="34121"/>
                        <a:pt x="33607" y="21577"/>
                      </a:cubicBezTo>
                      <a:cubicBezTo>
                        <a:pt x="30653" y="34163"/>
                        <a:pt x="27956" y="43197"/>
                        <a:pt x="25344" y="49233"/>
                      </a:cubicBezTo>
                      <a:cubicBezTo>
                        <a:pt x="22519" y="55783"/>
                        <a:pt x="19565" y="59122"/>
                        <a:pt x="16482" y="59122"/>
                      </a:cubicBezTo>
                      <a:cubicBezTo>
                        <a:pt x="14898" y="59122"/>
                        <a:pt x="13614" y="58651"/>
                        <a:pt x="12544" y="57667"/>
                      </a:cubicBezTo>
                      <a:cubicBezTo>
                        <a:pt x="11473" y="56682"/>
                        <a:pt x="10275" y="54798"/>
                        <a:pt x="8990" y="52058"/>
                      </a:cubicBezTo>
                      <a:cubicBezTo>
                        <a:pt x="6250" y="46493"/>
                        <a:pt x="4024" y="39857"/>
                        <a:pt x="2355" y="32408"/>
                      </a:cubicBezTo>
                      <a:cubicBezTo>
                        <a:pt x="771" y="25087"/>
                        <a:pt x="0" y="17681"/>
                        <a:pt x="0" y="10446"/>
                      </a:cubicBezTo>
                      <a:cubicBezTo>
                        <a:pt x="0" y="6208"/>
                        <a:pt x="300" y="3725"/>
                        <a:pt x="899" y="2355"/>
                      </a:cubicBezTo>
                      <a:cubicBezTo>
                        <a:pt x="1541" y="813"/>
                        <a:pt x="2697" y="0"/>
                        <a:pt x="4367" y="0"/>
                      </a:cubicBezTo>
                      <a:cubicBezTo>
                        <a:pt x="5822" y="0"/>
                        <a:pt x="6850" y="385"/>
                        <a:pt x="7535" y="1242"/>
                      </a:cubicBezTo>
                      <a:cubicBezTo>
                        <a:pt x="8177" y="2055"/>
                        <a:pt x="8519" y="3296"/>
                        <a:pt x="8519" y="4881"/>
                      </a:cubicBezTo>
                      <a:lnTo>
                        <a:pt x="8519" y="12073"/>
                      </a:lnTo>
                      <a:cubicBezTo>
                        <a:pt x="8519" y="19650"/>
                        <a:pt x="9290" y="26885"/>
                        <a:pt x="10746" y="33478"/>
                      </a:cubicBezTo>
                      <a:cubicBezTo>
                        <a:pt x="12116" y="39515"/>
                        <a:pt x="14128" y="45037"/>
                        <a:pt x="16739" y="49875"/>
                      </a:cubicBezTo>
                      <a:cubicBezTo>
                        <a:pt x="19436" y="44395"/>
                        <a:pt x="21834" y="38230"/>
                        <a:pt x="23846" y="31466"/>
                      </a:cubicBezTo>
                      <a:cubicBezTo>
                        <a:pt x="26029" y="24188"/>
                        <a:pt x="27827" y="16311"/>
                        <a:pt x="29197" y="8091"/>
                      </a:cubicBezTo>
                      <a:cubicBezTo>
                        <a:pt x="29240" y="7792"/>
                        <a:pt x="29283" y="7449"/>
                        <a:pt x="29411" y="6978"/>
                      </a:cubicBezTo>
                      <a:cubicBezTo>
                        <a:pt x="30182" y="2397"/>
                        <a:pt x="31552" y="128"/>
                        <a:pt x="33692" y="128"/>
                      </a:cubicBezTo>
                      <a:cubicBezTo>
                        <a:pt x="35747" y="128"/>
                        <a:pt x="37117" y="2269"/>
                        <a:pt x="37802" y="6507"/>
                      </a:cubicBezTo>
                      <a:lnTo>
                        <a:pt x="37888" y="7021"/>
                      </a:lnTo>
                      <a:cubicBezTo>
                        <a:pt x="37974" y="7449"/>
                        <a:pt x="38016" y="7749"/>
                        <a:pt x="38102" y="8006"/>
                      </a:cubicBezTo>
                      <a:cubicBezTo>
                        <a:pt x="39429" y="16097"/>
                        <a:pt x="41184" y="23931"/>
                        <a:pt x="43368" y="31252"/>
                      </a:cubicBezTo>
                      <a:cubicBezTo>
                        <a:pt x="45466" y="38145"/>
                        <a:pt x="47906" y="44438"/>
                        <a:pt x="50560" y="49918"/>
                      </a:cubicBezTo>
                      <a:cubicBezTo>
                        <a:pt x="53214" y="45080"/>
                        <a:pt x="55226" y="39600"/>
                        <a:pt x="56554" y="33564"/>
                      </a:cubicBezTo>
                      <a:cubicBezTo>
                        <a:pt x="58052" y="27057"/>
                        <a:pt x="58780" y="19864"/>
                        <a:pt x="58780" y="12116"/>
                      </a:cubicBezTo>
                      <a:cubicBezTo>
                        <a:pt x="58780" y="11773"/>
                        <a:pt x="58780" y="11345"/>
                        <a:pt x="58737" y="10874"/>
                      </a:cubicBezTo>
                      <a:cubicBezTo>
                        <a:pt x="58737" y="10360"/>
                        <a:pt x="58694" y="9804"/>
                        <a:pt x="58694" y="9162"/>
                      </a:cubicBezTo>
                      <a:cubicBezTo>
                        <a:pt x="58609" y="7920"/>
                        <a:pt x="58609" y="7107"/>
                        <a:pt x="58609" y="6593"/>
                      </a:cubicBezTo>
                      <a:cubicBezTo>
                        <a:pt x="58609" y="4067"/>
                        <a:pt x="58908" y="2355"/>
                        <a:pt x="59550" y="1498"/>
                      </a:cubicBezTo>
                      <a:cubicBezTo>
                        <a:pt x="60235" y="557"/>
                        <a:pt x="61306" y="86"/>
                        <a:pt x="62847" y="86"/>
                      </a:cubicBezTo>
                      <a:cubicBezTo>
                        <a:pt x="64516" y="86"/>
                        <a:pt x="65715" y="813"/>
                        <a:pt x="66315" y="2312"/>
                      </a:cubicBezTo>
                      <a:cubicBezTo>
                        <a:pt x="66871" y="3682"/>
                        <a:pt x="67128" y="6379"/>
                        <a:pt x="67128" y="10574"/>
                      </a:cubicBezTo>
                      <a:cubicBezTo>
                        <a:pt x="67128" y="17424"/>
                        <a:pt x="66443" y="24360"/>
                        <a:pt x="65073" y="31209"/>
                      </a:cubicBezTo>
                      <a:cubicBezTo>
                        <a:pt x="63660" y="38145"/>
                        <a:pt x="61691" y="44524"/>
                        <a:pt x="59165" y="50132"/>
                      </a:cubicBezTo>
                      <a:cubicBezTo>
                        <a:pt x="57453" y="54028"/>
                        <a:pt x="56083" y="56425"/>
                        <a:pt x="54970" y="57495"/>
                      </a:cubicBezTo>
                      <a:cubicBezTo>
                        <a:pt x="53899" y="58480"/>
                        <a:pt x="52487" y="59079"/>
                        <a:pt x="50902" y="59079"/>
                      </a:cubicBezTo>
                      <a:close/>
                      <a:moveTo>
                        <a:pt x="33607" y="16440"/>
                      </a:moveTo>
                      <a:lnTo>
                        <a:pt x="34163" y="18880"/>
                      </a:lnTo>
                      <a:cubicBezTo>
                        <a:pt x="37331" y="32579"/>
                        <a:pt x="40328" y="42683"/>
                        <a:pt x="43068" y="48933"/>
                      </a:cubicBezTo>
                      <a:cubicBezTo>
                        <a:pt x="45722" y="54927"/>
                        <a:pt x="48334" y="57924"/>
                        <a:pt x="50860" y="57924"/>
                      </a:cubicBezTo>
                      <a:cubicBezTo>
                        <a:pt x="52144" y="57924"/>
                        <a:pt x="53257" y="57453"/>
                        <a:pt x="54199" y="56511"/>
                      </a:cubicBezTo>
                      <a:cubicBezTo>
                        <a:pt x="55184" y="55526"/>
                        <a:pt x="56511" y="53172"/>
                        <a:pt x="58138" y="49490"/>
                      </a:cubicBezTo>
                      <a:cubicBezTo>
                        <a:pt x="60621" y="43924"/>
                        <a:pt x="62590" y="37631"/>
                        <a:pt x="63960" y="30781"/>
                      </a:cubicBezTo>
                      <a:cubicBezTo>
                        <a:pt x="65330" y="24017"/>
                        <a:pt x="66015" y="17124"/>
                        <a:pt x="66015" y="10360"/>
                      </a:cubicBezTo>
                      <a:cubicBezTo>
                        <a:pt x="66015" y="5437"/>
                        <a:pt x="65630" y="3382"/>
                        <a:pt x="65287" y="2569"/>
                      </a:cubicBezTo>
                      <a:cubicBezTo>
                        <a:pt x="64859" y="1541"/>
                        <a:pt x="64088" y="1070"/>
                        <a:pt x="62847" y="1070"/>
                      </a:cubicBezTo>
                      <a:cubicBezTo>
                        <a:pt x="61691" y="1070"/>
                        <a:pt x="60963" y="1370"/>
                        <a:pt x="60492" y="2012"/>
                      </a:cubicBezTo>
                      <a:cubicBezTo>
                        <a:pt x="60150" y="2483"/>
                        <a:pt x="59764" y="3639"/>
                        <a:pt x="59764" y="6465"/>
                      </a:cubicBezTo>
                      <a:cubicBezTo>
                        <a:pt x="59764" y="6935"/>
                        <a:pt x="59764" y="7749"/>
                        <a:pt x="59807" y="8990"/>
                      </a:cubicBezTo>
                      <a:cubicBezTo>
                        <a:pt x="59807" y="9633"/>
                        <a:pt x="59850" y="10232"/>
                        <a:pt x="59850" y="10703"/>
                      </a:cubicBezTo>
                      <a:cubicBezTo>
                        <a:pt x="59850" y="11174"/>
                        <a:pt x="59893" y="11602"/>
                        <a:pt x="59893" y="11987"/>
                      </a:cubicBezTo>
                      <a:cubicBezTo>
                        <a:pt x="59893" y="19822"/>
                        <a:pt x="59122" y="27100"/>
                        <a:pt x="57624" y="33692"/>
                      </a:cubicBezTo>
                      <a:cubicBezTo>
                        <a:pt x="56168" y="40243"/>
                        <a:pt x="53942" y="46151"/>
                        <a:pt x="50945" y="51288"/>
                      </a:cubicBezTo>
                      <a:lnTo>
                        <a:pt x="50389" y="52230"/>
                      </a:lnTo>
                      <a:lnTo>
                        <a:pt x="49918" y="51288"/>
                      </a:lnTo>
                      <a:cubicBezTo>
                        <a:pt x="47007" y="45508"/>
                        <a:pt x="44395" y="38830"/>
                        <a:pt x="42169" y="31466"/>
                      </a:cubicBezTo>
                      <a:cubicBezTo>
                        <a:pt x="39986" y="24103"/>
                        <a:pt x="38188" y="16225"/>
                        <a:pt x="36860" y="8134"/>
                      </a:cubicBezTo>
                      <a:cubicBezTo>
                        <a:pt x="36818" y="7920"/>
                        <a:pt x="36732" y="7578"/>
                        <a:pt x="36646" y="7107"/>
                      </a:cubicBezTo>
                      <a:lnTo>
                        <a:pt x="36561" y="6593"/>
                      </a:lnTo>
                      <a:cubicBezTo>
                        <a:pt x="36175" y="4110"/>
                        <a:pt x="35319" y="1199"/>
                        <a:pt x="33607" y="1199"/>
                      </a:cubicBezTo>
                      <a:cubicBezTo>
                        <a:pt x="31809" y="1199"/>
                        <a:pt x="30910" y="4410"/>
                        <a:pt x="30439" y="7107"/>
                      </a:cubicBezTo>
                      <a:cubicBezTo>
                        <a:pt x="30353" y="7578"/>
                        <a:pt x="30310" y="7920"/>
                        <a:pt x="30268" y="8134"/>
                      </a:cubicBezTo>
                      <a:cubicBezTo>
                        <a:pt x="28855" y="16482"/>
                        <a:pt x="27057" y="24402"/>
                        <a:pt x="24873" y="31723"/>
                      </a:cubicBezTo>
                      <a:cubicBezTo>
                        <a:pt x="22690" y="38958"/>
                        <a:pt x="20121" y="45551"/>
                        <a:pt x="17210" y="51288"/>
                      </a:cubicBezTo>
                      <a:lnTo>
                        <a:pt x="16739" y="52230"/>
                      </a:lnTo>
                      <a:lnTo>
                        <a:pt x="16225" y="51288"/>
                      </a:lnTo>
                      <a:cubicBezTo>
                        <a:pt x="13314" y="46151"/>
                        <a:pt x="11088" y="40200"/>
                        <a:pt x="9590" y="33650"/>
                      </a:cubicBezTo>
                      <a:cubicBezTo>
                        <a:pt x="8091" y="26971"/>
                        <a:pt x="7321" y="19693"/>
                        <a:pt x="7321" y="11987"/>
                      </a:cubicBezTo>
                      <a:lnTo>
                        <a:pt x="7321" y="4795"/>
                      </a:lnTo>
                      <a:cubicBezTo>
                        <a:pt x="7321" y="3468"/>
                        <a:pt x="7064" y="2440"/>
                        <a:pt x="6593" y="1841"/>
                      </a:cubicBezTo>
                      <a:cubicBezTo>
                        <a:pt x="6165" y="1284"/>
                        <a:pt x="5394" y="1027"/>
                        <a:pt x="4324" y="1027"/>
                      </a:cubicBezTo>
                      <a:cubicBezTo>
                        <a:pt x="3125" y="1027"/>
                        <a:pt x="2355" y="1541"/>
                        <a:pt x="1884" y="2697"/>
                      </a:cubicBezTo>
                      <a:cubicBezTo>
                        <a:pt x="1327" y="3939"/>
                        <a:pt x="1070" y="6336"/>
                        <a:pt x="1070" y="10360"/>
                      </a:cubicBezTo>
                      <a:cubicBezTo>
                        <a:pt x="1070" y="17510"/>
                        <a:pt x="1884" y="24831"/>
                        <a:pt x="3425" y="32066"/>
                      </a:cubicBezTo>
                      <a:cubicBezTo>
                        <a:pt x="5052" y="39429"/>
                        <a:pt x="7235" y="45979"/>
                        <a:pt x="9975" y="51502"/>
                      </a:cubicBezTo>
                      <a:cubicBezTo>
                        <a:pt x="11473" y="54756"/>
                        <a:pt x="12586" y="56168"/>
                        <a:pt x="13271" y="56768"/>
                      </a:cubicBezTo>
                      <a:cubicBezTo>
                        <a:pt x="14128" y="57538"/>
                        <a:pt x="15155" y="57924"/>
                        <a:pt x="16440" y="57924"/>
                      </a:cubicBezTo>
                      <a:cubicBezTo>
                        <a:pt x="18965" y="57924"/>
                        <a:pt x="21663" y="54756"/>
                        <a:pt x="24231" y="48719"/>
                      </a:cubicBezTo>
                      <a:cubicBezTo>
                        <a:pt x="26971" y="42383"/>
                        <a:pt x="29839" y="32622"/>
                        <a:pt x="32965" y="18880"/>
                      </a:cubicBezTo>
                      <a:lnTo>
                        <a:pt x="33607" y="1644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9" name="图形 4"/>
              <p:cNvGrpSpPr/>
              <p:nvPr/>
            </p:nvGrpSpPr>
            <p:grpSpPr>
              <a:xfrm>
                <a:off x="11450989" y="6483828"/>
                <a:ext cx="8219" cy="72693"/>
                <a:chOff x="11450989" y="6483828"/>
                <a:chExt cx="8219" cy="72693"/>
              </a:xfrm>
              <a:solidFill>
                <a:srgbClr val="A5A7AA"/>
              </a:solidFill>
            </p:grpSpPr>
            <p:sp>
              <p:nvSpPr>
                <p:cNvPr id="76" name="任意多边形: 形状 75"/>
                <p:cNvSpPr/>
                <p:nvPr/>
              </p:nvSpPr>
              <p:spPr>
                <a:xfrm>
                  <a:off x="11451502" y="6484470"/>
                  <a:ext cx="7106" cy="71494"/>
                </a:xfrm>
                <a:custGeom>
                  <a:avLst/>
                  <a:gdLst>
                    <a:gd name="connsiteX0" fmla="*/ 7107 w 7106"/>
                    <a:gd name="connsiteY0" fmla="*/ 5009 h 71494"/>
                    <a:gd name="connsiteX1" fmla="*/ 6250 w 7106"/>
                    <a:gd name="connsiteY1" fmla="*/ 8905 h 71494"/>
                    <a:gd name="connsiteX2" fmla="*/ 3553 w 7106"/>
                    <a:gd name="connsiteY2" fmla="*/ 10103 h 71494"/>
                    <a:gd name="connsiteX3" fmla="*/ 899 w 7106"/>
                    <a:gd name="connsiteY3" fmla="*/ 8819 h 71494"/>
                    <a:gd name="connsiteX4" fmla="*/ 0 w 7106"/>
                    <a:gd name="connsiteY4" fmla="*/ 5009 h 71494"/>
                    <a:gd name="connsiteX5" fmla="*/ 856 w 7106"/>
                    <a:gd name="connsiteY5" fmla="*/ 1156 h 71494"/>
                    <a:gd name="connsiteX6" fmla="*/ 3553 w 7106"/>
                    <a:gd name="connsiteY6" fmla="*/ 0 h 71494"/>
                    <a:gd name="connsiteX7" fmla="*/ 6208 w 7106"/>
                    <a:gd name="connsiteY7" fmla="*/ 1242 h 71494"/>
                    <a:gd name="connsiteX8" fmla="*/ 7107 w 7106"/>
                    <a:gd name="connsiteY8" fmla="*/ 5009 h 71494"/>
                    <a:gd name="connsiteX9" fmla="*/ 43 w 7106"/>
                    <a:gd name="connsiteY9" fmla="*/ 18366 h 71494"/>
                    <a:gd name="connsiteX10" fmla="*/ 942 w 7106"/>
                    <a:gd name="connsiteY10" fmla="*/ 15027 h 71494"/>
                    <a:gd name="connsiteX11" fmla="*/ 3553 w 7106"/>
                    <a:gd name="connsiteY11" fmla="*/ 13956 h 71494"/>
                    <a:gd name="connsiteX12" fmla="*/ 6208 w 7106"/>
                    <a:gd name="connsiteY12" fmla="*/ 15027 h 71494"/>
                    <a:gd name="connsiteX13" fmla="*/ 7107 w 7106"/>
                    <a:gd name="connsiteY13" fmla="*/ 18366 h 71494"/>
                    <a:gd name="connsiteX14" fmla="*/ 7107 w 7106"/>
                    <a:gd name="connsiteY14" fmla="*/ 67085 h 71494"/>
                    <a:gd name="connsiteX15" fmla="*/ 6208 w 7106"/>
                    <a:gd name="connsiteY15" fmla="*/ 70382 h 71494"/>
                    <a:gd name="connsiteX16" fmla="*/ 3553 w 7106"/>
                    <a:gd name="connsiteY16" fmla="*/ 71495 h 71494"/>
                    <a:gd name="connsiteX17" fmla="*/ 942 w 7106"/>
                    <a:gd name="connsiteY17" fmla="*/ 70382 h 71494"/>
                    <a:gd name="connsiteX18" fmla="*/ 43 w 7106"/>
                    <a:gd name="connsiteY18" fmla="*/ 67085 h 71494"/>
                    <a:gd name="connsiteX19" fmla="*/ 43 w 7106"/>
                    <a:gd name="connsiteY19" fmla="*/ 18366 h 71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106" h="71494">
                      <a:moveTo>
                        <a:pt x="7107" y="5009"/>
                      </a:moveTo>
                      <a:cubicBezTo>
                        <a:pt x="7107" y="6807"/>
                        <a:pt x="6807" y="8091"/>
                        <a:pt x="6250" y="8905"/>
                      </a:cubicBezTo>
                      <a:cubicBezTo>
                        <a:pt x="5694" y="9718"/>
                        <a:pt x="4795" y="10103"/>
                        <a:pt x="3553" y="10103"/>
                      </a:cubicBezTo>
                      <a:cubicBezTo>
                        <a:pt x="2397" y="10103"/>
                        <a:pt x="1498" y="9718"/>
                        <a:pt x="899" y="8819"/>
                      </a:cubicBezTo>
                      <a:cubicBezTo>
                        <a:pt x="300" y="8006"/>
                        <a:pt x="0" y="6721"/>
                        <a:pt x="0" y="5009"/>
                      </a:cubicBezTo>
                      <a:cubicBezTo>
                        <a:pt x="0" y="3211"/>
                        <a:pt x="300" y="1927"/>
                        <a:pt x="856" y="1156"/>
                      </a:cubicBezTo>
                      <a:cubicBezTo>
                        <a:pt x="1413" y="385"/>
                        <a:pt x="2355" y="0"/>
                        <a:pt x="3553" y="0"/>
                      </a:cubicBezTo>
                      <a:cubicBezTo>
                        <a:pt x="4752" y="0"/>
                        <a:pt x="5651" y="428"/>
                        <a:pt x="6208" y="1242"/>
                      </a:cubicBezTo>
                      <a:cubicBezTo>
                        <a:pt x="6807" y="2098"/>
                        <a:pt x="7107" y="3339"/>
                        <a:pt x="7107" y="5009"/>
                      </a:cubicBezTo>
                      <a:close/>
                      <a:moveTo>
                        <a:pt x="43" y="18366"/>
                      </a:moveTo>
                      <a:cubicBezTo>
                        <a:pt x="43" y="16910"/>
                        <a:pt x="342" y="15755"/>
                        <a:pt x="942" y="15027"/>
                      </a:cubicBezTo>
                      <a:cubicBezTo>
                        <a:pt x="1541" y="14299"/>
                        <a:pt x="2440" y="13956"/>
                        <a:pt x="3553" y="13956"/>
                      </a:cubicBezTo>
                      <a:cubicBezTo>
                        <a:pt x="4709" y="13956"/>
                        <a:pt x="5608" y="14342"/>
                        <a:pt x="6208" y="15027"/>
                      </a:cubicBezTo>
                      <a:cubicBezTo>
                        <a:pt x="6764" y="15797"/>
                        <a:pt x="7107" y="16910"/>
                        <a:pt x="7107" y="18366"/>
                      </a:cubicBezTo>
                      <a:lnTo>
                        <a:pt x="7107" y="67085"/>
                      </a:lnTo>
                      <a:cubicBezTo>
                        <a:pt x="7107" y="68541"/>
                        <a:pt x="6807" y="69654"/>
                        <a:pt x="6208" y="70382"/>
                      </a:cubicBezTo>
                      <a:cubicBezTo>
                        <a:pt x="5608" y="71152"/>
                        <a:pt x="4709" y="71495"/>
                        <a:pt x="3553" y="71495"/>
                      </a:cubicBezTo>
                      <a:cubicBezTo>
                        <a:pt x="2440" y="71495"/>
                        <a:pt x="1541" y="71152"/>
                        <a:pt x="942" y="70382"/>
                      </a:cubicBezTo>
                      <a:cubicBezTo>
                        <a:pt x="342" y="69654"/>
                        <a:pt x="43" y="68541"/>
                        <a:pt x="43" y="67085"/>
                      </a:cubicBezTo>
                      <a:lnTo>
                        <a:pt x="43" y="1836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7" name="任意多边形: 形状 76"/>
                <p:cNvSpPr/>
                <p:nvPr/>
              </p:nvSpPr>
              <p:spPr>
                <a:xfrm>
                  <a:off x="11450989" y="6483828"/>
                  <a:ext cx="8219" cy="72693"/>
                </a:xfrm>
                <a:custGeom>
                  <a:avLst/>
                  <a:gdLst>
                    <a:gd name="connsiteX0" fmla="*/ 4110 w 8219"/>
                    <a:gd name="connsiteY0" fmla="*/ 72693 h 72693"/>
                    <a:gd name="connsiteX1" fmla="*/ 1027 w 8219"/>
                    <a:gd name="connsiteY1" fmla="*/ 71366 h 72693"/>
                    <a:gd name="connsiteX2" fmla="*/ 0 w 8219"/>
                    <a:gd name="connsiteY2" fmla="*/ 67685 h 72693"/>
                    <a:gd name="connsiteX3" fmla="*/ 0 w 8219"/>
                    <a:gd name="connsiteY3" fmla="*/ 19008 h 72693"/>
                    <a:gd name="connsiteX4" fmla="*/ 1027 w 8219"/>
                    <a:gd name="connsiteY4" fmla="*/ 15284 h 72693"/>
                    <a:gd name="connsiteX5" fmla="*/ 4110 w 8219"/>
                    <a:gd name="connsiteY5" fmla="*/ 13999 h 72693"/>
                    <a:gd name="connsiteX6" fmla="*/ 7192 w 8219"/>
                    <a:gd name="connsiteY6" fmla="*/ 15284 h 72693"/>
                    <a:gd name="connsiteX7" fmla="*/ 8220 w 8219"/>
                    <a:gd name="connsiteY7" fmla="*/ 19008 h 72693"/>
                    <a:gd name="connsiteX8" fmla="*/ 8220 w 8219"/>
                    <a:gd name="connsiteY8" fmla="*/ 67727 h 72693"/>
                    <a:gd name="connsiteX9" fmla="*/ 7235 w 8219"/>
                    <a:gd name="connsiteY9" fmla="*/ 71409 h 72693"/>
                    <a:gd name="connsiteX10" fmla="*/ 4110 w 8219"/>
                    <a:gd name="connsiteY10" fmla="*/ 72693 h 72693"/>
                    <a:gd name="connsiteX11" fmla="*/ 4110 w 8219"/>
                    <a:gd name="connsiteY11" fmla="*/ 15112 h 72693"/>
                    <a:gd name="connsiteX12" fmla="*/ 1926 w 8219"/>
                    <a:gd name="connsiteY12" fmla="*/ 16011 h 72693"/>
                    <a:gd name="connsiteX13" fmla="*/ 1156 w 8219"/>
                    <a:gd name="connsiteY13" fmla="*/ 19008 h 72693"/>
                    <a:gd name="connsiteX14" fmla="*/ 1156 w 8219"/>
                    <a:gd name="connsiteY14" fmla="*/ 67727 h 72693"/>
                    <a:gd name="connsiteX15" fmla="*/ 1926 w 8219"/>
                    <a:gd name="connsiteY15" fmla="*/ 70681 h 72693"/>
                    <a:gd name="connsiteX16" fmla="*/ 4110 w 8219"/>
                    <a:gd name="connsiteY16" fmla="*/ 71580 h 72693"/>
                    <a:gd name="connsiteX17" fmla="*/ 6293 w 8219"/>
                    <a:gd name="connsiteY17" fmla="*/ 70681 h 72693"/>
                    <a:gd name="connsiteX18" fmla="*/ 7064 w 8219"/>
                    <a:gd name="connsiteY18" fmla="*/ 67727 h 72693"/>
                    <a:gd name="connsiteX19" fmla="*/ 7064 w 8219"/>
                    <a:gd name="connsiteY19" fmla="*/ 19008 h 72693"/>
                    <a:gd name="connsiteX20" fmla="*/ 6293 w 8219"/>
                    <a:gd name="connsiteY20" fmla="*/ 16011 h 72693"/>
                    <a:gd name="connsiteX21" fmla="*/ 4110 w 8219"/>
                    <a:gd name="connsiteY21" fmla="*/ 15112 h 72693"/>
                    <a:gd name="connsiteX22" fmla="*/ 4110 w 8219"/>
                    <a:gd name="connsiteY22" fmla="*/ 11302 h 72693"/>
                    <a:gd name="connsiteX23" fmla="*/ 985 w 8219"/>
                    <a:gd name="connsiteY23" fmla="*/ 9761 h 72693"/>
                    <a:gd name="connsiteX24" fmla="*/ 0 w 8219"/>
                    <a:gd name="connsiteY24" fmla="*/ 5608 h 72693"/>
                    <a:gd name="connsiteX25" fmla="*/ 942 w 8219"/>
                    <a:gd name="connsiteY25" fmla="*/ 1413 h 72693"/>
                    <a:gd name="connsiteX26" fmla="*/ 4110 w 8219"/>
                    <a:gd name="connsiteY26" fmla="*/ 0 h 72693"/>
                    <a:gd name="connsiteX27" fmla="*/ 7235 w 8219"/>
                    <a:gd name="connsiteY27" fmla="*/ 1456 h 72693"/>
                    <a:gd name="connsiteX28" fmla="*/ 8220 w 8219"/>
                    <a:gd name="connsiteY28" fmla="*/ 5565 h 72693"/>
                    <a:gd name="connsiteX29" fmla="*/ 7278 w 8219"/>
                    <a:gd name="connsiteY29" fmla="*/ 9761 h 72693"/>
                    <a:gd name="connsiteX30" fmla="*/ 4110 w 8219"/>
                    <a:gd name="connsiteY30" fmla="*/ 11302 h 72693"/>
                    <a:gd name="connsiteX31" fmla="*/ 4110 w 8219"/>
                    <a:gd name="connsiteY31" fmla="*/ 1199 h 72693"/>
                    <a:gd name="connsiteX32" fmla="*/ 1884 w 8219"/>
                    <a:gd name="connsiteY32" fmla="*/ 2141 h 72693"/>
                    <a:gd name="connsiteX33" fmla="*/ 1156 w 8219"/>
                    <a:gd name="connsiteY33" fmla="*/ 5651 h 72693"/>
                    <a:gd name="connsiteX34" fmla="*/ 1926 w 8219"/>
                    <a:gd name="connsiteY34" fmla="*/ 9119 h 72693"/>
                    <a:gd name="connsiteX35" fmla="*/ 4110 w 8219"/>
                    <a:gd name="connsiteY35" fmla="*/ 10146 h 72693"/>
                    <a:gd name="connsiteX36" fmla="*/ 6336 w 8219"/>
                    <a:gd name="connsiteY36" fmla="*/ 9162 h 72693"/>
                    <a:gd name="connsiteX37" fmla="*/ 7064 w 8219"/>
                    <a:gd name="connsiteY37" fmla="*/ 5608 h 72693"/>
                    <a:gd name="connsiteX38" fmla="*/ 6293 w 8219"/>
                    <a:gd name="connsiteY38" fmla="*/ 2183 h 72693"/>
                    <a:gd name="connsiteX39" fmla="*/ 4110 w 8219"/>
                    <a:gd name="connsiteY39" fmla="*/ 1199 h 72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8219" h="72693">
                      <a:moveTo>
                        <a:pt x="4110" y="72693"/>
                      </a:moveTo>
                      <a:cubicBezTo>
                        <a:pt x="2783" y="72693"/>
                        <a:pt x="1712" y="72265"/>
                        <a:pt x="1027" y="71366"/>
                      </a:cubicBezTo>
                      <a:cubicBezTo>
                        <a:pt x="342" y="70553"/>
                        <a:pt x="0" y="69311"/>
                        <a:pt x="0" y="67685"/>
                      </a:cubicBezTo>
                      <a:lnTo>
                        <a:pt x="0" y="19008"/>
                      </a:lnTo>
                      <a:cubicBezTo>
                        <a:pt x="0" y="17424"/>
                        <a:pt x="342" y="16140"/>
                        <a:pt x="1027" y="15284"/>
                      </a:cubicBezTo>
                      <a:cubicBezTo>
                        <a:pt x="1755" y="14427"/>
                        <a:pt x="2826" y="13999"/>
                        <a:pt x="4110" y="13999"/>
                      </a:cubicBezTo>
                      <a:cubicBezTo>
                        <a:pt x="5437" y="13999"/>
                        <a:pt x="6465" y="14427"/>
                        <a:pt x="7192" y="15284"/>
                      </a:cubicBezTo>
                      <a:cubicBezTo>
                        <a:pt x="7877" y="16183"/>
                        <a:pt x="8220" y="17467"/>
                        <a:pt x="8220" y="19008"/>
                      </a:cubicBezTo>
                      <a:lnTo>
                        <a:pt x="8220" y="67727"/>
                      </a:lnTo>
                      <a:cubicBezTo>
                        <a:pt x="8220" y="69311"/>
                        <a:pt x="7877" y="70553"/>
                        <a:pt x="7235" y="71409"/>
                      </a:cubicBezTo>
                      <a:cubicBezTo>
                        <a:pt x="6507" y="72265"/>
                        <a:pt x="5480" y="72693"/>
                        <a:pt x="4110" y="72693"/>
                      </a:cubicBezTo>
                      <a:close/>
                      <a:moveTo>
                        <a:pt x="4110" y="15112"/>
                      </a:moveTo>
                      <a:cubicBezTo>
                        <a:pt x="3168" y="15112"/>
                        <a:pt x="2440" y="15412"/>
                        <a:pt x="1926" y="16011"/>
                      </a:cubicBezTo>
                      <a:cubicBezTo>
                        <a:pt x="1413" y="16654"/>
                        <a:pt x="1156" y="17638"/>
                        <a:pt x="1156" y="19008"/>
                      </a:cubicBezTo>
                      <a:lnTo>
                        <a:pt x="1156" y="67727"/>
                      </a:lnTo>
                      <a:cubicBezTo>
                        <a:pt x="1156" y="69055"/>
                        <a:pt x="1413" y="70039"/>
                        <a:pt x="1926" y="70681"/>
                      </a:cubicBezTo>
                      <a:cubicBezTo>
                        <a:pt x="2397" y="71281"/>
                        <a:pt x="3125" y="71580"/>
                        <a:pt x="4110" y="71580"/>
                      </a:cubicBezTo>
                      <a:cubicBezTo>
                        <a:pt x="5137" y="71580"/>
                        <a:pt x="5822" y="71281"/>
                        <a:pt x="6293" y="70681"/>
                      </a:cubicBezTo>
                      <a:cubicBezTo>
                        <a:pt x="6807" y="70039"/>
                        <a:pt x="7064" y="69012"/>
                        <a:pt x="7064" y="67727"/>
                      </a:cubicBezTo>
                      <a:lnTo>
                        <a:pt x="7064" y="19008"/>
                      </a:lnTo>
                      <a:cubicBezTo>
                        <a:pt x="7064" y="17724"/>
                        <a:pt x="6807" y="16654"/>
                        <a:pt x="6293" y="16011"/>
                      </a:cubicBezTo>
                      <a:cubicBezTo>
                        <a:pt x="5822" y="15412"/>
                        <a:pt x="5095" y="15112"/>
                        <a:pt x="4110" y="15112"/>
                      </a:cubicBezTo>
                      <a:close/>
                      <a:moveTo>
                        <a:pt x="4110" y="11302"/>
                      </a:moveTo>
                      <a:cubicBezTo>
                        <a:pt x="2740" y="11302"/>
                        <a:pt x="1670" y="10788"/>
                        <a:pt x="985" y="9761"/>
                      </a:cubicBezTo>
                      <a:cubicBezTo>
                        <a:pt x="342" y="8862"/>
                        <a:pt x="0" y="7492"/>
                        <a:pt x="0" y="5608"/>
                      </a:cubicBezTo>
                      <a:cubicBezTo>
                        <a:pt x="0" y="3682"/>
                        <a:pt x="300" y="2312"/>
                        <a:pt x="942" y="1413"/>
                      </a:cubicBezTo>
                      <a:cubicBezTo>
                        <a:pt x="1627" y="514"/>
                        <a:pt x="2697" y="0"/>
                        <a:pt x="4110" y="0"/>
                      </a:cubicBezTo>
                      <a:cubicBezTo>
                        <a:pt x="5480" y="0"/>
                        <a:pt x="6550" y="514"/>
                        <a:pt x="7235" y="1456"/>
                      </a:cubicBezTo>
                      <a:cubicBezTo>
                        <a:pt x="7877" y="2397"/>
                        <a:pt x="8220" y="3810"/>
                        <a:pt x="8220" y="5565"/>
                      </a:cubicBezTo>
                      <a:cubicBezTo>
                        <a:pt x="8220" y="7449"/>
                        <a:pt x="7920" y="8862"/>
                        <a:pt x="7278" y="9761"/>
                      </a:cubicBezTo>
                      <a:cubicBezTo>
                        <a:pt x="6593" y="10831"/>
                        <a:pt x="5523" y="11302"/>
                        <a:pt x="4110" y="11302"/>
                      </a:cubicBezTo>
                      <a:close/>
                      <a:moveTo>
                        <a:pt x="4110" y="1199"/>
                      </a:moveTo>
                      <a:cubicBezTo>
                        <a:pt x="3082" y="1199"/>
                        <a:pt x="2355" y="1498"/>
                        <a:pt x="1884" y="2141"/>
                      </a:cubicBezTo>
                      <a:cubicBezTo>
                        <a:pt x="1413" y="2826"/>
                        <a:pt x="1156" y="3981"/>
                        <a:pt x="1156" y="5651"/>
                      </a:cubicBezTo>
                      <a:cubicBezTo>
                        <a:pt x="1156" y="7235"/>
                        <a:pt x="1413" y="8434"/>
                        <a:pt x="1926" y="9119"/>
                      </a:cubicBezTo>
                      <a:cubicBezTo>
                        <a:pt x="2397" y="9847"/>
                        <a:pt x="3125" y="10146"/>
                        <a:pt x="4110" y="10146"/>
                      </a:cubicBezTo>
                      <a:cubicBezTo>
                        <a:pt x="5137" y="10146"/>
                        <a:pt x="5908" y="9804"/>
                        <a:pt x="6336" y="9162"/>
                      </a:cubicBezTo>
                      <a:cubicBezTo>
                        <a:pt x="6807" y="8434"/>
                        <a:pt x="7064" y="7235"/>
                        <a:pt x="7064" y="5608"/>
                      </a:cubicBezTo>
                      <a:cubicBezTo>
                        <a:pt x="7064" y="4067"/>
                        <a:pt x="6807" y="2911"/>
                        <a:pt x="6293" y="2183"/>
                      </a:cubicBezTo>
                      <a:cubicBezTo>
                        <a:pt x="5822" y="1541"/>
                        <a:pt x="5095" y="1199"/>
                        <a:pt x="4110" y="119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0" name="图形 4"/>
              <p:cNvGrpSpPr/>
              <p:nvPr/>
            </p:nvGrpSpPr>
            <p:grpSpPr>
              <a:xfrm>
                <a:off x="11499665" y="6497827"/>
                <a:ext cx="50131" cy="58394"/>
                <a:chOff x="11499665" y="6497827"/>
                <a:chExt cx="50131" cy="58394"/>
              </a:xfrm>
              <a:solidFill>
                <a:srgbClr val="A5A7AA"/>
              </a:solidFill>
            </p:grpSpPr>
            <p:sp>
              <p:nvSpPr>
                <p:cNvPr id="74" name="任意多边形: 形状 73"/>
                <p:cNvSpPr/>
                <p:nvPr/>
              </p:nvSpPr>
              <p:spPr>
                <a:xfrm>
                  <a:off x="11500221" y="6498341"/>
                  <a:ext cx="48847" cy="57281"/>
                </a:xfrm>
                <a:custGeom>
                  <a:avLst/>
                  <a:gdLst>
                    <a:gd name="connsiteX0" fmla="*/ 4452 w 48847"/>
                    <a:gd name="connsiteY0" fmla="*/ 57281 h 57281"/>
                    <a:gd name="connsiteX1" fmla="*/ 1113 w 48847"/>
                    <a:gd name="connsiteY1" fmla="*/ 56382 h 57281"/>
                    <a:gd name="connsiteX2" fmla="*/ 0 w 48847"/>
                    <a:gd name="connsiteY2" fmla="*/ 53899 h 57281"/>
                    <a:gd name="connsiteX3" fmla="*/ 1113 w 48847"/>
                    <a:gd name="connsiteY3" fmla="*/ 51459 h 57281"/>
                    <a:gd name="connsiteX4" fmla="*/ 4538 w 48847"/>
                    <a:gd name="connsiteY4" fmla="*/ 50689 h 57281"/>
                    <a:gd name="connsiteX5" fmla="*/ 24445 w 48847"/>
                    <a:gd name="connsiteY5" fmla="*/ 50689 h 57281"/>
                    <a:gd name="connsiteX6" fmla="*/ 37802 w 48847"/>
                    <a:gd name="connsiteY6" fmla="*/ 47649 h 57281"/>
                    <a:gd name="connsiteX7" fmla="*/ 41698 w 48847"/>
                    <a:gd name="connsiteY7" fmla="*/ 37802 h 57281"/>
                    <a:gd name="connsiteX8" fmla="*/ 39258 w 48847"/>
                    <a:gd name="connsiteY8" fmla="*/ 30524 h 57281"/>
                    <a:gd name="connsiteX9" fmla="*/ 31595 w 48847"/>
                    <a:gd name="connsiteY9" fmla="*/ 26843 h 57281"/>
                    <a:gd name="connsiteX10" fmla="*/ 14085 w 48847"/>
                    <a:gd name="connsiteY10" fmla="*/ 23332 h 57281"/>
                    <a:gd name="connsiteX11" fmla="*/ 3939 w 48847"/>
                    <a:gd name="connsiteY11" fmla="*/ 19351 h 57281"/>
                    <a:gd name="connsiteX12" fmla="*/ 1284 w 48847"/>
                    <a:gd name="connsiteY12" fmla="*/ 12330 h 57281"/>
                    <a:gd name="connsiteX13" fmla="*/ 6122 w 48847"/>
                    <a:gd name="connsiteY13" fmla="*/ 3168 h 57281"/>
                    <a:gd name="connsiteX14" fmla="*/ 19950 w 48847"/>
                    <a:gd name="connsiteY14" fmla="*/ 0 h 57281"/>
                    <a:gd name="connsiteX15" fmla="*/ 39301 w 48847"/>
                    <a:gd name="connsiteY15" fmla="*/ 0 h 57281"/>
                    <a:gd name="connsiteX16" fmla="*/ 42683 w 48847"/>
                    <a:gd name="connsiteY16" fmla="*/ 856 h 57281"/>
                    <a:gd name="connsiteX17" fmla="*/ 43839 w 48847"/>
                    <a:gd name="connsiteY17" fmla="*/ 3339 h 57281"/>
                    <a:gd name="connsiteX18" fmla="*/ 42640 w 48847"/>
                    <a:gd name="connsiteY18" fmla="*/ 5737 h 57281"/>
                    <a:gd name="connsiteX19" fmla="*/ 39172 w 48847"/>
                    <a:gd name="connsiteY19" fmla="*/ 6550 h 57281"/>
                    <a:gd name="connsiteX20" fmla="*/ 17339 w 48847"/>
                    <a:gd name="connsiteY20" fmla="*/ 6550 h 57281"/>
                    <a:gd name="connsiteX21" fmla="*/ 10960 w 48847"/>
                    <a:gd name="connsiteY21" fmla="*/ 7620 h 57281"/>
                    <a:gd name="connsiteX22" fmla="*/ 9162 w 48847"/>
                    <a:gd name="connsiteY22" fmla="*/ 11345 h 57281"/>
                    <a:gd name="connsiteX23" fmla="*/ 10275 w 48847"/>
                    <a:gd name="connsiteY23" fmla="*/ 14641 h 57281"/>
                    <a:gd name="connsiteX24" fmla="*/ 13956 w 48847"/>
                    <a:gd name="connsiteY24" fmla="*/ 16354 h 57281"/>
                    <a:gd name="connsiteX25" fmla="*/ 32108 w 48847"/>
                    <a:gd name="connsiteY25" fmla="*/ 19950 h 57281"/>
                    <a:gd name="connsiteX26" fmla="*/ 44695 w 48847"/>
                    <a:gd name="connsiteY26" fmla="*/ 26029 h 57281"/>
                    <a:gd name="connsiteX27" fmla="*/ 48848 w 48847"/>
                    <a:gd name="connsiteY27" fmla="*/ 37417 h 57281"/>
                    <a:gd name="connsiteX28" fmla="*/ 42340 w 48847"/>
                    <a:gd name="connsiteY28" fmla="*/ 52273 h 57281"/>
                    <a:gd name="connsiteX29" fmla="*/ 22519 w 48847"/>
                    <a:gd name="connsiteY29" fmla="*/ 57196 h 57281"/>
                    <a:gd name="connsiteX30" fmla="*/ 4452 w 48847"/>
                    <a:gd name="connsiteY30" fmla="*/ 57196 h 5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8847" h="57281">
                      <a:moveTo>
                        <a:pt x="4452" y="57281"/>
                      </a:moveTo>
                      <a:cubicBezTo>
                        <a:pt x="2997" y="57281"/>
                        <a:pt x="1884" y="56982"/>
                        <a:pt x="1113" y="56382"/>
                      </a:cubicBezTo>
                      <a:cubicBezTo>
                        <a:pt x="385" y="55826"/>
                        <a:pt x="0" y="54970"/>
                        <a:pt x="0" y="53899"/>
                      </a:cubicBezTo>
                      <a:cubicBezTo>
                        <a:pt x="0" y="52786"/>
                        <a:pt x="385" y="51973"/>
                        <a:pt x="1113" y="51459"/>
                      </a:cubicBezTo>
                      <a:cubicBezTo>
                        <a:pt x="1884" y="50945"/>
                        <a:pt x="2997" y="50689"/>
                        <a:pt x="4538" y="50689"/>
                      </a:cubicBezTo>
                      <a:lnTo>
                        <a:pt x="24445" y="50689"/>
                      </a:lnTo>
                      <a:cubicBezTo>
                        <a:pt x="30738" y="50689"/>
                        <a:pt x="35191" y="49661"/>
                        <a:pt x="37802" y="47649"/>
                      </a:cubicBezTo>
                      <a:cubicBezTo>
                        <a:pt x="40414" y="45680"/>
                        <a:pt x="41698" y="42383"/>
                        <a:pt x="41698" y="37802"/>
                      </a:cubicBezTo>
                      <a:cubicBezTo>
                        <a:pt x="41698" y="34763"/>
                        <a:pt x="40885" y="32322"/>
                        <a:pt x="39258" y="30524"/>
                      </a:cubicBezTo>
                      <a:cubicBezTo>
                        <a:pt x="37588" y="28726"/>
                        <a:pt x="35020" y="27485"/>
                        <a:pt x="31595" y="26843"/>
                      </a:cubicBezTo>
                      <a:lnTo>
                        <a:pt x="14085" y="23332"/>
                      </a:lnTo>
                      <a:cubicBezTo>
                        <a:pt x="9119" y="22305"/>
                        <a:pt x="5737" y="21020"/>
                        <a:pt x="3939" y="19351"/>
                      </a:cubicBezTo>
                      <a:cubicBezTo>
                        <a:pt x="2183" y="17724"/>
                        <a:pt x="1284" y="15369"/>
                        <a:pt x="1284" y="12330"/>
                      </a:cubicBezTo>
                      <a:cubicBezTo>
                        <a:pt x="1284" y="8391"/>
                        <a:pt x="2911" y="5309"/>
                        <a:pt x="6122" y="3168"/>
                      </a:cubicBezTo>
                      <a:cubicBezTo>
                        <a:pt x="9376" y="1027"/>
                        <a:pt x="13956" y="0"/>
                        <a:pt x="19950" y="0"/>
                      </a:cubicBezTo>
                      <a:lnTo>
                        <a:pt x="39301" y="0"/>
                      </a:lnTo>
                      <a:cubicBezTo>
                        <a:pt x="40756" y="0"/>
                        <a:pt x="41912" y="257"/>
                        <a:pt x="42683" y="856"/>
                      </a:cubicBezTo>
                      <a:cubicBezTo>
                        <a:pt x="43453" y="1498"/>
                        <a:pt x="43839" y="2312"/>
                        <a:pt x="43839" y="3339"/>
                      </a:cubicBezTo>
                      <a:cubicBezTo>
                        <a:pt x="43839" y="4410"/>
                        <a:pt x="43453" y="5180"/>
                        <a:pt x="42640" y="5737"/>
                      </a:cubicBezTo>
                      <a:cubicBezTo>
                        <a:pt x="41869" y="6293"/>
                        <a:pt x="40713" y="6550"/>
                        <a:pt x="39172" y="6550"/>
                      </a:cubicBezTo>
                      <a:lnTo>
                        <a:pt x="17339" y="6550"/>
                      </a:lnTo>
                      <a:cubicBezTo>
                        <a:pt x="14256" y="6550"/>
                        <a:pt x="12116" y="6935"/>
                        <a:pt x="10960" y="7620"/>
                      </a:cubicBezTo>
                      <a:cubicBezTo>
                        <a:pt x="9761" y="8348"/>
                        <a:pt x="9162" y="9590"/>
                        <a:pt x="9162" y="11345"/>
                      </a:cubicBezTo>
                      <a:cubicBezTo>
                        <a:pt x="9162" y="12758"/>
                        <a:pt x="9547" y="13828"/>
                        <a:pt x="10275" y="14641"/>
                      </a:cubicBezTo>
                      <a:cubicBezTo>
                        <a:pt x="11003" y="15412"/>
                        <a:pt x="12244" y="15969"/>
                        <a:pt x="13956" y="16354"/>
                      </a:cubicBezTo>
                      <a:lnTo>
                        <a:pt x="32108" y="19950"/>
                      </a:lnTo>
                      <a:cubicBezTo>
                        <a:pt x="37759" y="21106"/>
                        <a:pt x="41955" y="23118"/>
                        <a:pt x="44695" y="26029"/>
                      </a:cubicBezTo>
                      <a:cubicBezTo>
                        <a:pt x="47478" y="28940"/>
                        <a:pt x="48848" y="32708"/>
                        <a:pt x="48848" y="37417"/>
                      </a:cubicBezTo>
                      <a:cubicBezTo>
                        <a:pt x="48848" y="44053"/>
                        <a:pt x="46664" y="49019"/>
                        <a:pt x="42340" y="52273"/>
                      </a:cubicBezTo>
                      <a:cubicBezTo>
                        <a:pt x="38016" y="55569"/>
                        <a:pt x="31423" y="57196"/>
                        <a:pt x="22519" y="57196"/>
                      </a:cubicBezTo>
                      <a:lnTo>
                        <a:pt x="4452" y="5719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5" name="任意多边形: 形状 74"/>
                <p:cNvSpPr/>
                <p:nvPr/>
              </p:nvSpPr>
              <p:spPr>
                <a:xfrm>
                  <a:off x="11499665" y="6497827"/>
                  <a:ext cx="50131" cy="58394"/>
                </a:xfrm>
                <a:custGeom>
                  <a:avLst/>
                  <a:gdLst>
                    <a:gd name="connsiteX0" fmla="*/ 23161 w 50131"/>
                    <a:gd name="connsiteY0" fmla="*/ 58395 h 58394"/>
                    <a:gd name="connsiteX1" fmla="*/ 5009 w 50131"/>
                    <a:gd name="connsiteY1" fmla="*/ 58395 h 58394"/>
                    <a:gd name="connsiteX2" fmla="*/ 1327 w 50131"/>
                    <a:gd name="connsiteY2" fmla="*/ 57367 h 58394"/>
                    <a:gd name="connsiteX3" fmla="*/ 0 w 50131"/>
                    <a:gd name="connsiteY3" fmla="*/ 54456 h 58394"/>
                    <a:gd name="connsiteX4" fmla="*/ 1327 w 50131"/>
                    <a:gd name="connsiteY4" fmla="*/ 51545 h 58394"/>
                    <a:gd name="connsiteX5" fmla="*/ 5095 w 50131"/>
                    <a:gd name="connsiteY5" fmla="*/ 50646 h 58394"/>
                    <a:gd name="connsiteX6" fmla="*/ 25002 w 50131"/>
                    <a:gd name="connsiteY6" fmla="*/ 50646 h 58394"/>
                    <a:gd name="connsiteX7" fmla="*/ 38016 w 50131"/>
                    <a:gd name="connsiteY7" fmla="*/ 47735 h 58394"/>
                    <a:gd name="connsiteX8" fmla="*/ 41698 w 50131"/>
                    <a:gd name="connsiteY8" fmla="*/ 38359 h 58394"/>
                    <a:gd name="connsiteX9" fmla="*/ 39386 w 50131"/>
                    <a:gd name="connsiteY9" fmla="*/ 31509 h 58394"/>
                    <a:gd name="connsiteX10" fmla="*/ 32066 w 50131"/>
                    <a:gd name="connsiteY10" fmla="*/ 27999 h 58394"/>
                    <a:gd name="connsiteX11" fmla="*/ 14556 w 50131"/>
                    <a:gd name="connsiteY11" fmla="*/ 24488 h 58394"/>
                    <a:gd name="connsiteX12" fmla="*/ 4153 w 50131"/>
                    <a:gd name="connsiteY12" fmla="*/ 20378 h 58394"/>
                    <a:gd name="connsiteX13" fmla="*/ 1327 w 50131"/>
                    <a:gd name="connsiteY13" fmla="*/ 12929 h 58394"/>
                    <a:gd name="connsiteX14" fmla="*/ 6422 w 50131"/>
                    <a:gd name="connsiteY14" fmla="*/ 3254 h 58394"/>
                    <a:gd name="connsiteX15" fmla="*/ 20549 w 50131"/>
                    <a:gd name="connsiteY15" fmla="*/ 0 h 58394"/>
                    <a:gd name="connsiteX16" fmla="*/ 39900 w 50131"/>
                    <a:gd name="connsiteY16" fmla="*/ 0 h 58394"/>
                    <a:gd name="connsiteX17" fmla="*/ 43667 w 50131"/>
                    <a:gd name="connsiteY17" fmla="*/ 985 h 58394"/>
                    <a:gd name="connsiteX18" fmla="*/ 45080 w 50131"/>
                    <a:gd name="connsiteY18" fmla="*/ 3939 h 58394"/>
                    <a:gd name="connsiteX19" fmla="*/ 43625 w 50131"/>
                    <a:gd name="connsiteY19" fmla="*/ 6807 h 58394"/>
                    <a:gd name="connsiteX20" fmla="*/ 39814 w 50131"/>
                    <a:gd name="connsiteY20" fmla="*/ 7749 h 58394"/>
                    <a:gd name="connsiteX21" fmla="*/ 17981 w 50131"/>
                    <a:gd name="connsiteY21" fmla="*/ 7749 h 58394"/>
                    <a:gd name="connsiteX22" fmla="*/ 11902 w 50131"/>
                    <a:gd name="connsiteY22" fmla="*/ 8733 h 58394"/>
                    <a:gd name="connsiteX23" fmla="*/ 10403 w 50131"/>
                    <a:gd name="connsiteY23" fmla="*/ 11944 h 58394"/>
                    <a:gd name="connsiteX24" fmla="*/ 11388 w 50131"/>
                    <a:gd name="connsiteY24" fmla="*/ 14855 h 58394"/>
                    <a:gd name="connsiteX25" fmla="*/ 14770 w 50131"/>
                    <a:gd name="connsiteY25" fmla="*/ 16397 h 58394"/>
                    <a:gd name="connsiteX26" fmla="*/ 32922 w 50131"/>
                    <a:gd name="connsiteY26" fmla="*/ 19993 h 58394"/>
                    <a:gd name="connsiteX27" fmla="*/ 45808 w 50131"/>
                    <a:gd name="connsiteY27" fmla="*/ 26243 h 58394"/>
                    <a:gd name="connsiteX28" fmla="*/ 50132 w 50131"/>
                    <a:gd name="connsiteY28" fmla="*/ 38016 h 58394"/>
                    <a:gd name="connsiteX29" fmla="*/ 43368 w 50131"/>
                    <a:gd name="connsiteY29" fmla="*/ 53343 h 58394"/>
                    <a:gd name="connsiteX30" fmla="*/ 23161 w 50131"/>
                    <a:gd name="connsiteY30" fmla="*/ 58395 h 58394"/>
                    <a:gd name="connsiteX31" fmla="*/ 5137 w 50131"/>
                    <a:gd name="connsiteY31" fmla="*/ 51802 h 58394"/>
                    <a:gd name="connsiteX32" fmla="*/ 2012 w 50131"/>
                    <a:gd name="connsiteY32" fmla="*/ 52487 h 58394"/>
                    <a:gd name="connsiteX33" fmla="*/ 1156 w 50131"/>
                    <a:gd name="connsiteY33" fmla="*/ 54456 h 58394"/>
                    <a:gd name="connsiteX34" fmla="*/ 2055 w 50131"/>
                    <a:gd name="connsiteY34" fmla="*/ 56468 h 58394"/>
                    <a:gd name="connsiteX35" fmla="*/ 5052 w 50131"/>
                    <a:gd name="connsiteY35" fmla="*/ 57239 h 58394"/>
                    <a:gd name="connsiteX36" fmla="*/ 23204 w 50131"/>
                    <a:gd name="connsiteY36" fmla="*/ 57239 h 58394"/>
                    <a:gd name="connsiteX37" fmla="*/ 42683 w 50131"/>
                    <a:gd name="connsiteY37" fmla="*/ 52444 h 58394"/>
                    <a:gd name="connsiteX38" fmla="*/ 48976 w 50131"/>
                    <a:gd name="connsiteY38" fmla="*/ 38016 h 58394"/>
                    <a:gd name="connsiteX39" fmla="*/ 44952 w 50131"/>
                    <a:gd name="connsiteY39" fmla="*/ 27014 h 58394"/>
                    <a:gd name="connsiteX40" fmla="*/ 32665 w 50131"/>
                    <a:gd name="connsiteY40" fmla="*/ 21106 h 58394"/>
                    <a:gd name="connsiteX41" fmla="*/ 14513 w 50131"/>
                    <a:gd name="connsiteY41" fmla="*/ 17510 h 58394"/>
                    <a:gd name="connsiteX42" fmla="*/ 10532 w 50131"/>
                    <a:gd name="connsiteY42" fmla="*/ 15626 h 58394"/>
                    <a:gd name="connsiteX43" fmla="*/ 9247 w 50131"/>
                    <a:gd name="connsiteY43" fmla="*/ 11944 h 58394"/>
                    <a:gd name="connsiteX44" fmla="*/ 11302 w 50131"/>
                    <a:gd name="connsiteY44" fmla="*/ 7749 h 58394"/>
                    <a:gd name="connsiteX45" fmla="*/ 17981 w 50131"/>
                    <a:gd name="connsiteY45" fmla="*/ 6593 h 58394"/>
                    <a:gd name="connsiteX46" fmla="*/ 39814 w 50131"/>
                    <a:gd name="connsiteY46" fmla="*/ 6593 h 58394"/>
                    <a:gd name="connsiteX47" fmla="*/ 42940 w 50131"/>
                    <a:gd name="connsiteY47" fmla="*/ 5865 h 58394"/>
                    <a:gd name="connsiteX48" fmla="*/ 43924 w 50131"/>
                    <a:gd name="connsiteY48" fmla="*/ 3939 h 58394"/>
                    <a:gd name="connsiteX49" fmla="*/ 42940 w 50131"/>
                    <a:gd name="connsiteY49" fmla="*/ 1884 h 58394"/>
                    <a:gd name="connsiteX50" fmla="*/ 39900 w 50131"/>
                    <a:gd name="connsiteY50" fmla="*/ 1156 h 58394"/>
                    <a:gd name="connsiteX51" fmla="*/ 20549 w 50131"/>
                    <a:gd name="connsiteY51" fmla="*/ 1156 h 58394"/>
                    <a:gd name="connsiteX52" fmla="*/ 7064 w 50131"/>
                    <a:gd name="connsiteY52" fmla="*/ 4238 h 58394"/>
                    <a:gd name="connsiteX53" fmla="*/ 2483 w 50131"/>
                    <a:gd name="connsiteY53" fmla="*/ 12929 h 58394"/>
                    <a:gd name="connsiteX54" fmla="*/ 4966 w 50131"/>
                    <a:gd name="connsiteY54" fmla="*/ 19522 h 58394"/>
                    <a:gd name="connsiteX55" fmla="*/ 14813 w 50131"/>
                    <a:gd name="connsiteY55" fmla="*/ 23375 h 58394"/>
                    <a:gd name="connsiteX56" fmla="*/ 32323 w 50131"/>
                    <a:gd name="connsiteY56" fmla="*/ 26885 h 58394"/>
                    <a:gd name="connsiteX57" fmla="*/ 40285 w 50131"/>
                    <a:gd name="connsiteY57" fmla="*/ 30738 h 58394"/>
                    <a:gd name="connsiteX58" fmla="*/ 42897 w 50131"/>
                    <a:gd name="connsiteY58" fmla="*/ 38402 h 58394"/>
                    <a:gd name="connsiteX59" fmla="*/ 38744 w 50131"/>
                    <a:gd name="connsiteY59" fmla="*/ 48676 h 58394"/>
                    <a:gd name="connsiteX60" fmla="*/ 25002 w 50131"/>
                    <a:gd name="connsiteY60" fmla="*/ 51802 h 58394"/>
                    <a:gd name="connsiteX61" fmla="*/ 5137 w 50131"/>
                    <a:gd name="connsiteY61" fmla="*/ 51802 h 5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0131" h="58394">
                      <a:moveTo>
                        <a:pt x="23161" y="58395"/>
                      </a:moveTo>
                      <a:lnTo>
                        <a:pt x="5009" y="58395"/>
                      </a:lnTo>
                      <a:cubicBezTo>
                        <a:pt x="3425" y="58395"/>
                        <a:pt x="2226" y="58052"/>
                        <a:pt x="1327" y="57367"/>
                      </a:cubicBezTo>
                      <a:cubicBezTo>
                        <a:pt x="471" y="56682"/>
                        <a:pt x="0" y="55655"/>
                        <a:pt x="0" y="54456"/>
                      </a:cubicBezTo>
                      <a:cubicBezTo>
                        <a:pt x="0" y="53214"/>
                        <a:pt x="471" y="52187"/>
                        <a:pt x="1327" y="51545"/>
                      </a:cubicBezTo>
                      <a:cubicBezTo>
                        <a:pt x="2226" y="50945"/>
                        <a:pt x="3468" y="50646"/>
                        <a:pt x="5095" y="50646"/>
                      </a:cubicBezTo>
                      <a:lnTo>
                        <a:pt x="25002" y="50646"/>
                      </a:lnTo>
                      <a:cubicBezTo>
                        <a:pt x="31124" y="50646"/>
                        <a:pt x="35490" y="49661"/>
                        <a:pt x="38016" y="47735"/>
                      </a:cubicBezTo>
                      <a:cubicBezTo>
                        <a:pt x="40457" y="45894"/>
                        <a:pt x="41698" y="42726"/>
                        <a:pt x="41698" y="38359"/>
                      </a:cubicBezTo>
                      <a:cubicBezTo>
                        <a:pt x="41698" y="35448"/>
                        <a:pt x="40927" y="33136"/>
                        <a:pt x="39386" y="31509"/>
                      </a:cubicBezTo>
                      <a:cubicBezTo>
                        <a:pt x="37802" y="29797"/>
                        <a:pt x="35362" y="28641"/>
                        <a:pt x="32066" y="27999"/>
                      </a:cubicBezTo>
                      <a:lnTo>
                        <a:pt x="14556" y="24488"/>
                      </a:lnTo>
                      <a:cubicBezTo>
                        <a:pt x="9461" y="23461"/>
                        <a:pt x="6036" y="22091"/>
                        <a:pt x="4153" y="20378"/>
                      </a:cubicBezTo>
                      <a:cubicBezTo>
                        <a:pt x="2269" y="18623"/>
                        <a:pt x="1327" y="16140"/>
                        <a:pt x="1327" y="12929"/>
                      </a:cubicBezTo>
                      <a:cubicBezTo>
                        <a:pt x="1327" y="8776"/>
                        <a:pt x="3040" y="5523"/>
                        <a:pt x="6422" y="3254"/>
                      </a:cubicBezTo>
                      <a:cubicBezTo>
                        <a:pt x="9761" y="1070"/>
                        <a:pt x="14427" y="0"/>
                        <a:pt x="20549" y="0"/>
                      </a:cubicBezTo>
                      <a:lnTo>
                        <a:pt x="39900" y="0"/>
                      </a:lnTo>
                      <a:cubicBezTo>
                        <a:pt x="41570" y="0"/>
                        <a:pt x="42768" y="342"/>
                        <a:pt x="43667" y="985"/>
                      </a:cubicBezTo>
                      <a:cubicBezTo>
                        <a:pt x="44609" y="1755"/>
                        <a:pt x="45080" y="2740"/>
                        <a:pt x="45080" y="3939"/>
                      </a:cubicBezTo>
                      <a:cubicBezTo>
                        <a:pt x="45080" y="5180"/>
                        <a:pt x="44566" y="6165"/>
                        <a:pt x="43625" y="6807"/>
                      </a:cubicBezTo>
                      <a:cubicBezTo>
                        <a:pt x="42768" y="7406"/>
                        <a:pt x="41484" y="7749"/>
                        <a:pt x="39814" y="7749"/>
                      </a:cubicBezTo>
                      <a:lnTo>
                        <a:pt x="17981" y="7749"/>
                      </a:lnTo>
                      <a:cubicBezTo>
                        <a:pt x="14342" y="7749"/>
                        <a:pt x="12672" y="8305"/>
                        <a:pt x="11902" y="8733"/>
                      </a:cubicBezTo>
                      <a:cubicBezTo>
                        <a:pt x="10874" y="9376"/>
                        <a:pt x="10403" y="10403"/>
                        <a:pt x="10403" y="11944"/>
                      </a:cubicBezTo>
                      <a:cubicBezTo>
                        <a:pt x="10403" y="13186"/>
                        <a:pt x="10703" y="14128"/>
                        <a:pt x="11388" y="14855"/>
                      </a:cubicBezTo>
                      <a:cubicBezTo>
                        <a:pt x="12030" y="15540"/>
                        <a:pt x="13186" y="16054"/>
                        <a:pt x="14770" y="16397"/>
                      </a:cubicBezTo>
                      <a:lnTo>
                        <a:pt x="32922" y="19993"/>
                      </a:lnTo>
                      <a:cubicBezTo>
                        <a:pt x="38658" y="21149"/>
                        <a:pt x="42982" y="23246"/>
                        <a:pt x="45808" y="26243"/>
                      </a:cubicBezTo>
                      <a:cubicBezTo>
                        <a:pt x="48676" y="29240"/>
                        <a:pt x="50132" y="33179"/>
                        <a:pt x="50132" y="38016"/>
                      </a:cubicBezTo>
                      <a:cubicBezTo>
                        <a:pt x="50132" y="44823"/>
                        <a:pt x="47863" y="49961"/>
                        <a:pt x="43368" y="53343"/>
                      </a:cubicBezTo>
                      <a:cubicBezTo>
                        <a:pt x="38873" y="56725"/>
                        <a:pt x="32280" y="58395"/>
                        <a:pt x="23161" y="58395"/>
                      </a:cubicBezTo>
                      <a:close/>
                      <a:moveTo>
                        <a:pt x="5137" y="51802"/>
                      </a:moveTo>
                      <a:cubicBezTo>
                        <a:pt x="3725" y="51802"/>
                        <a:pt x="2697" y="52016"/>
                        <a:pt x="2012" y="52487"/>
                      </a:cubicBezTo>
                      <a:cubicBezTo>
                        <a:pt x="1456" y="52915"/>
                        <a:pt x="1156" y="53557"/>
                        <a:pt x="1156" y="54456"/>
                      </a:cubicBezTo>
                      <a:cubicBezTo>
                        <a:pt x="1156" y="55312"/>
                        <a:pt x="1456" y="55997"/>
                        <a:pt x="2055" y="56468"/>
                      </a:cubicBezTo>
                      <a:cubicBezTo>
                        <a:pt x="2740" y="56982"/>
                        <a:pt x="3682" y="57239"/>
                        <a:pt x="5052" y="57239"/>
                      </a:cubicBezTo>
                      <a:lnTo>
                        <a:pt x="23204" y="57239"/>
                      </a:lnTo>
                      <a:cubicBezTo>
                        <a:pt x="31894" y="57239"/>
                        <a:pt x="38444" y="55612"/>
                        <a:pt x="42683" y="52444"/>
                      </a:cubicBezTo>
                      <a:cubicBezTo>
                        <a:pt x="46835" y="49276"/>
                        <a:pt x="48976" y="44438"/>
                        <a:pt x="48976" y="38016"/>
                      </a:cubicBezTo>
                      <a:cubicBezTo>
                        <a:pt x="48976" y="33478"/>
                        <a:pt x="47606" y="29797"/>
                        <a:pt x="44952" y="27014"/>
                      </a:cubicBezTo>
                      <a:cubicBezTo>
                        <a:pt x="42297" y="24188"/>
                        <a:pt x="38188" y="22219"/>
                        <a:pt x="32665" y="21106"/>
                      </a:cubicBezTo>
                      <a:lnTo>
                        <a:pt x="14513" y="17510"/>
                      </a:lnTo>
                      <a:cubicBezTo>
                        <a:pt x="12715" y="17124"/>
                        <a:pt x="11345" y="16482"/>
                        <a:pt x="10532" y="15626"/>
                      </a:cubicBezTo>
                      <a:cubicBezTo>
                        <a:pt x="9675" y="14641"/>
                        <a:pt x="9247" y="13443"/>
                        <a:pt x="9247" y="11944"/>
                      </a:cubicBezTo>
                      <a:cubicBezTo>
                        <a:pt x="9247" y="10018"/>
                        <a:pt x="9932" y="8605"/>
                        <a:pt x="11302" y="7749"/>
                      </a:cubicBezTo>
                      <a:cubicBezTo>
                        <a:pt x="12586" y="6978"/>
                        <a:pt x="14855" y="6593"/>
                        <a:pt x="17981" y="6593"/>
                      </a:cubicBezTo>
                      <a:lnTo>
                        <a:pt x="39814" y="6593"/>
                      </a:lnTo>
                      <a:cubicBezTo>
                        <a:pt x="41184" y="6593"/>
                        <a:pt x="42297" y="6336"/>
                        <a:pt x="42940" y="5865"/>
                      </a:cubicBezTo>
                      <a:cubicBezTo>
                        <a:pt x="43582" y="5394"/>
                        <a:pt x="43924" y="4795"/>
                        <a:pt x="43924" y="3939"/>
                      </a:cubicBezTo>
                      <a:cubicBezTo>
                        <a:pt x="43924" y="3082"/>
                        <a:pt x="43625" y="2440"/>
                        <a:pt x="42940" y="1884"/>
                      </a:cubicBezTo>
                      <a:cubicBezTo>
                        <a:pt x="42297" y="1370"/>
                        <a:pt x="41313" y="1156"/>
                        <a:pt x="39900" y="1156"/>
                      </a:cubicBezTo>
                      <a:lnTo>
                        <a:pt x="20549" y="1156"/>
                      </a:lnTo>
                      <a:cubicBezTo>
                        <a:pt x="14684" y="1156"/>
                        <a:pt x="10146" y="2183"/>
                        <a:pt x="7064" y="4238"/>
                      </a:cubicBezTo>
                      <a:cubicBezTo>
                        <a:pt x="4024" y="6250"/>
                        <a:pt x="2483" y="9204"/>
                        <a:pt x="2483" y="12929"/>
                      </a:cubicBezTo>
                      <a:cubicBezTo>
                        <a:pt x="2483" y="15797"/>
                        <a:pt x="3297" y="17981"/>
                        <a:pt x="4966" y="19522"/>
                      </a:cubicBezTo>
                      <a:cubicBezTo>
                        <a:pt x="6679" y="21106"/>
                        <a:pt x="9975" y="22390"/>
                        <a:pt x="14813" y="23375"/>
                      </a:cubicBezTo>
                      <a:lnTo>
                        <a:pt x="32323" y="26885"/>
                      </a:lnTo>
                      <a:cubicBezTo>
                        <a:pt x="35833" y="27570"/>
                        <a:pt x="38530" y="28855"/>
                        <a:pt x="40285" y="30738"/>
                      </a:cubicBezTo>
                      <a:cubicBezTo>
                        <a:pt x="42041" y="32622"/>
                        <a:pt x="42897" y="35191"/>
                        <a:pt x="42897" y="38402"/>
                      </a:cubicBezTo>
                      <a:cubicBezTo>
                        <a:pt x="42897" y="43154"/>
                        <a:pt x="41484" y="46621"/>
                        <a:pt x="38744" y="48676"/>
                      </a:cubicBezTo>
                      <a:cubicBezTo>
                        <a:pt x="36004" y="50774"/>
                        <a:pt x="31381" y="51802"/>
                        <a:pt x="25002" y="51802"/>
                      </a:cubicBezTo>
                      <a:lnTo>
                        <a:pt x="5137" y="5180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1" name="图形 4"/>
              <p:cNvGrpSpPr/>
              <p:nvPr/>
            </p:nvGrpSpPr>
            <p:grpSpPr>
              <a:xfrm>
                <a:off x="11587941" y="6496671"/>
                <a:ext cx="53428" cy="59550"/>
                <a:chOff x="11587941" y="6496671"/>
                <a:chExt cx="53428" cy="59550"/>
              </a:xfrm>
              <a:solidFill>
                <a:srgbClr val="A5A7AA"/>
              </a:solidFill>
            </p:grpSpPr>
            <p:sp>
              <p:nvSpPr>
                <p:cNvPr id="72" name="任意多边形: 形状 71"/>
                <p:cNvSpPr/>
                <p:nvPr/>
              </p:nvSpPr>
              <p:spPr>
                <a:xfrm>
                  <a:off x="11588455" y="6497270"/>
                  <a:ext cx="52272" cy="58351"/>
                </a:xfrm>
                <a:custGeom>
                  <a:avLst/>
                  <a:gdLst>
                    <a:gd name="connsiteX0" fmla="*/ 46536 w 52272"/>
                    <a:gd name="connsiteY0" fmla="*/ 51844 h 58351"/>
                    <a:gd name="connsiteX1" fmla="*/ 49918 w 52272"/>
                    <a:gd name="connsiteY1" fmla="*/ 52658 h 58351"/>
                    <a:gd name="connsiteX2" fmla="*/ 51074 w 52272"/>
                    <a:gd name="connsiteY2" fmla="*/ 55055 h 58351"/>
                    <a:gd name="connsiteX3" fmla="*/ 49961 w 52272"/>
                    <a:gd name="connsiteY3" fmla="*/ 57538 h 58351"/>
                    <a:gd name="connsiteX4" fmla="*/ 46536 w 52272"/>
                    <a:gd name="connsiteY4" fmla="*/ 58352 h 58351"/>
                    <a:gd name="connsiteX5" fmla="*/ 35191 w 52272"/>
                    <a:gd name="connsiteY5" fmla="*/ 58352 h 58351"/>
                    <a:gd name="connsiteX6" fmla="*/ 21149 w 52272"/>
                    <a:gd name="connsiteY6" fmla="*/ 57196 h 58351"/>
                    <a:gd name="connsiteX7" fmla="*/ 11730 w 52272"/>
                    <a:gd name="connsiteY7" fmla="*/ 53343 h 58351"/>
                    <a:gd name="connsiteX8" fmla="*/ 3125 w 52272"/>
                    <a:gd name="connsiteY8" fmla="*/ 43325 h 58351"/>
                    <a:gd name="connsiteX9" fmla="*/ 0 w 52272"/>
                    <a:gd name="connsiteY9" fmla="*/ 29069 h 58351"/>
                    <a:gd name="connsiteX10" fmla="*/ 7663 w 52272"/>
                    <a:gd name="connsiteY10" fmla="*/ 8263 h 58351"/>
                    <a:gd name="connsiteX11" fmla="*/ 27099 w 52272"/>
                    <a:gd name="connsiteY11" fmla="*/ 0 h 58351"/>
                    <a:gd name="connsiteX12" fmla="*/ 44994 w 52272"/>
                    <a:gd name="connsiteY12" fmla="*/ 6935 h 58351"/>
                    <a:gd name="connsiteX13" fmla="*/ 52272 w 52272"/>
                    <a:gd name="connsiteY13" fmla="*/ 23589 h 58351"/>
                    <a:gd name="connsiteX14" fmla="*/ 52272 w 52272"/>
                    <a:gd name="connsiteY14" fmla="*/ 25772 h 58351"/>
                    <a:gd name="connsiteX15" fmla="*/ 51373 w 52272"/>
                    <a:gd name="connsiteY15" fmla="*/ 27999 h 58351"/>
                    <a:gd name="connsiteX16" fmla="*/ 48805 w 52272"/>
                    <a:gd name="connsiteY16" fmla="*/ 28769 h 58351"/>
                    <a:gd name="connsiteX17" fmla="*/ 7834 w 52272"/>
                    <a:gd name="connsiteY17" fmla="*/ 28769 h 58351"/>
                    <a:gd name="connsiteX18" fmla="*/ 7834 w 52272"/>
                    <a:gd name="connsiteY18" fmla="*/ 29069 h 58351"/>
                    <a:gd name="connsiteX19" fmla="*/ 13914 w 52272"/>
                    <a:gd name="connsiteY19" fmla="*/ 46621 h 58351"/>
                    <a:gd name="connsiteX20" fmla="*/ 34549 w 52272"/>
                    <a:gd name="connsiteY20" fmla="*/ 51844 h 58351"/>
                    <a:gd name="connsiteX21" fmla="*/ 46536 w 52272"/>
                    <a:gd name="connsiteY21" fmla="*/ 51844 h 58351"/>
                    <a:gd name="connsiteX22" fmla="*/ 8519 w 52272"/>
                    <a:gd name="connsiteY22" fmla="*/ 22647 h 58351"/>
                    <a:gd name="connsiteX23" fmla="*/ 44780 w 52272"/>
                    <a:gd name="connsiteY23" fmla="*/ 22647 h 58351"/>
                    <a:gd name="connsiteX24" fmla="*/ 39557 w 52272"/>
                    <a:gd name="connsiteY24" fmla="*/ 10532 h 58351"/>
                    <a:gd name="connsiteX25" fmla="*/ 26629 w 52272"/>
                    <a:gd name="connsiteY25" fmla="*/ 5994 h 58351"/>
                    <a:gd name="connsiteX26" fmla="*/ 13871 w 52272"/>
                    <a:gd name="connsiteY26" fmla="*/ 10532 h 58351"/>
                    <a:gd name="connsiteX27" fmla="*/ 8519 w 52272"/>
                    <a:gd name="connsiteY27" fmla="*/ 22647 h 5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2272" h="58351">
                      <a:moveTo>
                        <a:pt x="46536" y="51844"/>
                      </a:moveTo>
                      <a:cubicBezTo>
                        <a:pt x="48034" y="51844"/>
                        <a:pt x="49147" y="52144"/>
                        <a:pt x="49918" y="52658"/>
                      </a:cubicBezTo>
                      <a:cubicBezTo>
                        <a:pt x="50688" y="53214"/>
                        <a:pt x="51074" y="54028"/>
                        <a:pt x="51074" y="55055"/>
                      </a:cubicBezTo>
                      <a:cubicBezTo>
                        <a:pt x="51074" y="56126"/>
                        <a:pt x="50688" y="56939"/>
                        <a:pt x="49961" y="57538"/>
                      </a:cubicBezTo>
                      <a:cubicBezTo>
                        <a:pt x="49190" y="58138"/>
                        <a:pt x="48034" y="58352"/>
                        <a:pt x="46536" y="58352"/>
                      </a:cubicBezTo>
                      <a:lnTo>
                        <a:pt x="35191" y="58352"/>
                      </a:lnTo>
                      <a:cubicBezTo>
                        <a:pt x="29411" y="58352"/>
                        <a:pt x="24702" y="57966"/>
                        <a:pt x="21149" y="57196"/>
                      </a:cubicBezTo>
                      <a:cubicBezTo>
                        <a:pt x="17595" y="56425"/>
                        <a:pt x="14470" y="55141"/>
                        <a:pt x="11730" y="53343"/>
                      </a:cubicBezTo>
                      <a:cubicBezTo>
                        <a:pt x="8134" y="50988"/>
                        <a:pt x="5266" y="47606"/>
                        <a:pt x="3125" y="43325"/>
                      </a:cubicBezTo>
                      <a:cubicBezTo>
                        <a:pt x="1027" y="38958"/>
                        <a:pt x="0" y="34249"/>
                        <a:pt x="0" y="29069"/>
                      </a:cubicBezTo>
                      <a:cubicBezTo>
                        <a:pt x="0" y="20678"/>
                        <a:pt x="2569" y="13742"/>
                        <a:pt x="7663" y="8263"/>
                      </a:cubicBezTo>
                      <a:cubicBezTo>
                        <a:pt x="12758" y="2783"/>
                        <a:pt x="19265" y="0"/>
                        <a:pt x="27099" y="0"/>
                      </a:cubicBezTo>
                      <a:cubicBezTo>
                        <a:pt x="34121" y="0"/>
                        <a:pt x="40071" y="2312"/>
                        <a:pt x="44994" y="6935"/>
                      </a:cubicBezTo>
                      <a:cubicBezTo>
                        <a:pt x="49875" y="11559"/>
                        <a:pt x="52272" y="17124"/>
                        <a:pt x="52272" y="23589"/>
                      </a:cubicBezTo>
                      <a:lnTo>
                        <a:pt x="52272" y="25772"/>
                      </a:lnTo>
                      <a:cubicBezTo>
                        <a:pt x="52272" y="26757"/>
                        <a:pt x="51973" y="27485"/>
                        <a:pt x="51373" y="27999"/>
                      </a:cubicBezTo>
                      <a:cubicBezTo>
                        <a:pt x="50817" y="28512"/>
                        <a:pt x="49918" y="28769"/>
                        <a:pt x="48805" y="28769"/>
                      </a:cubicBezTo>
                      <a:lnTo>
                        <a:pt x="7834" y="28769"/>
                      </a:lnTo>
                      <a:lnTo>
                        <a:pt x="7834" y="29069"/>
                      </a:lnTo>
                      <a:cubicBezTo>
                        <a:pt x="7834" y="37246"/>
                        <a:pt x="9847" y="43111"/>
                        <a:pt x="13914" y="46621"/>
                      </a:cubicBezTo>
                      <a:cubicBezTo>
                        <a:pt x="17938" y="50132"/>
                        <a:pt x="24830" y="51844"/>
                        <a:pt x="34549" y="51844"/>
                      </a:cubicBezTo>
                      <a:lnTo>
                        <a:pt x="46536" y="51844"/>
                      </a:lnTo>
                      <a:close/>
                      <a:moveTo>
                        <a:pt x="8519" y="22647"/>
                      </a:moveTo>
                      <a:lnTo>
                        <a:pt x="44780" y="22647"/>
                      </a:lnTo>
                      <a:cubicBezTo>
                        <a:pt x="44566" y="17553"/>
                        <a:pt x="42811" y="13486"/>
                        <a:pt x="39557" y="10532"/>
                      </a:cubicBezTo>
                      <a:cubicBezTo>
                        <a:pt x="36304" y="7535"/>
                        <a:pt x="31980" y="5994"/>
                        <a:pt x="26629" y="5994"/>
                      </a:cubicBezTo>
                      <a:cubicBezTo>
                        <a:pt x="21406" y="5994"/>
                        <a:pt x="17167" y="7535"/>
                        <a:pt x="13871" y="10532"/>
                      </a:cubicBezTo>
                      <a:cubicBezTo>
                        <a:pt x="10617" y="13443"/>
                        <a:pt x="8819" y="17553"/>
                        <a:pt x="8519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11587941" y="6496671"/>
                  <a:ext cx="53428" cy="59550"/>
                </a:xfrm>
                <a:custGeom>
                  <a:avLst/>
                  <a:gdLst>
                    <a:gd name="connsiteX0" fmla="*/ 47050 w 53428"/>
                    <a:gd name="connsiteY0" fmla="*/ 59550 h 59550"/>
                    <a:gd name="connsiteX1" fmla="*/ 35705 w 53428"/>
                    <a:gd name="connsiteY1" fmla="*/ 59550 h 59550"/>
                    <a:gd name="connsiteX2" fmla="*/ 21534 w 53428"/>
                    <a:gd name="connsiteY2" fmla="*/ 58352 h 59550"/>
                    <a:gd name="connsiteX3" fmla="*/ 11944 w 53428"/>
                    <a:gd name="connsiteY3" fmla="*/ 54413 h 59550"/>
                    <a:gd name="connsiteX4" fmla="*/ 3168 w 53428"/>
                    <a:gd name="connsiteY4" fmla="*/ 44181 h 59550"/>
                    <a:gd name="connsiteX5" fmla="*/ 0 w 53428"/>
                    <a:gd name="connsiteY5" fmla="*/ 29668 h 59550"/>
                    <a:gd name="connsiteX6" fmla="*/ 7792 w 53428"/>
                    <a:gd name="connsiteY6" fmla="*/ 8434 h 59550"/>
                    <a:gd name="connsiteX7" fmla="*/ 27656 w 53428"/>
                    <a:gd name="connsiteY7" fmla="*/ 0 h 59550"/>
                    <a:gd name="connsiteX8" fmla="*/ 45936 w 53428"/>
                    <a:gd name="connsiteY8" fmla="*/ 7064 h 59550"/>
                    <a:gd name="connsiteX9" fmla="*/ 53428 w 53428"/>
                    <a:gd name="connsiteY9" fmla="*/ 24146 h 59550"/>
                    <a:gd name="connsiteX10" fmla="*/ 53428 w 53428"/>
                    <a:gd name="connsiteY10" fmla="*/ 26329 h 59550"/>
                    <a:gd name="connsiteX11" fmla="*/ 52358 w 53428"/>
                    <a:gd name="connsiteY11" fmla="*/ 28983 h 59550"/>
                    <a:gd name="connsiteX12" fmla="*/ 49404 w 53428"/>
                    <a:gd name="connsiteY12" fmla="*/ 29925 h 59550"/>
                    <a:gd name="connsiteX13" fmla="*/ 9033 w 53428"/>
                    <a:gd name="connsiteY13" fmla="*/ 29925 h 59550"/>
                    <a:gd name="connsiteX14" fmla="*/ 14941 w 53428"/>
                    <a:gd name="connsiteY14" fmla="*/ 46750 h 59550"/>
                    <a:gd name="connsiteX15" fmla="*/ 35191 w 53428"/>
                    <a:gd name="connsiteY15" fmla="*/ 51844 h 59550"/>
                    <a:gd name="connsiteX16" fmla="*/ 47135 w 53428"/>
                    <a:gd name="connsiteY16" fmla="*/ 51844 h 59550"/>
                    <a:gd name="connsiteX17" fmla="*/ 50860 w 53428"/>
                    <a:gd name="connsiteY17" fmla="*/ 52786 h 59550"/>
                    <a:gd name="connsiteX18" fmla="*/ 52273 w 53428"/>
                    <a:gd name="connsiteY18" fmla="*/ 55655 h 59550"/>
                    <a:gd name="connsiteX19" fmla="*/ 50945 w 53428"/>
                    <a:gd name="connsiteY19" fmla="*/ 58566 h 59550"/>
                    <a:gd name="connsiteX20" fmla="*/ 47050 w 53428"/>
                    <a:gd name="connsiteY20" fmla="*/ 59550 h 59550"/>
                    <a:gd name="connsiteX21" fmla="*/ 27613 w 53428"/>
                    <a:gd name="connsiteY21" fmla="*/ 1199 h 59550"/>
                    <a:gd name="connsiteX22" fmla="*/ 8605 w 53428"/>
                    <a:gd name="connsiteY22" fmla="*/ 9247 h 59550"/>
                    <a:gd name="connsiteX23" fmla="*/ 1113 w 53428"/>
                    <a:gd name="connsiteY23" fmla="*/ 29668 h 59550"/>
                    <a:gd name="connsiteX24" fmla="*/ 4196 w 53428"/>
                    <a:gd name="connsiteY24" fmla="*/ 43667 h 59550"/>
                    <a:gd name="connsiteX25" fmla="*/ 12586 w 53428"/>
                    <a:gd name="connsiteY25" fmla="*/ 53428 h 59550"/>
                    <a:gd name="connsiteX26" fmla="*/ 21791 w 53428"/>
                    <a:gd name="connsiteY26" fmla="*/ 57196 h 59550"/>
                    <a:gd name="connsiteX27" fmla="*/ 35705 w 53428"/>
                    <a:gd name="connsiteY27" fmla="*/ 58352 h 59550"/>
                    <a:gd name="connsiteX28" fmla="*/ 47050 w 53428"/>
                    <a:gd name="connsiteY28" fmla="*/ 58352 h 59550"/>
                    <a:gd name="connsiteX29" fmla="*/ 50132 w 53428"/>
                    <a:gd name="connsiteY29" fmla="*/ 57624 h 59550"/>
                    <a:gd name="connsiteX30" fmla="*/ 51031 w 53428"/>
                    <a:gd name="connsiteY30" fmla="*/ 55612 h 59550"/>
                    <a:gd name="connsiteX31" fmla="*/ 50089 w 53428"/>
                    <a:gd name="connsiteY31" fmla="*/ 53685 h 59550"/>
                    <a:gd name="connsiteX32" fmla="*/ 47007 w 53428"/>
                    <a:gd name="connsiteY32" fmla="*/ 52957 h 59550"/>
                    <a:gd name="connsiteX33" fmla="*/ 35062 w 53428"/>
                    <a:gd name="connsiteY33" fmla="*/ 52957 h 59550"/>
                    <a:gd name="connsiteX34" fmla="*/ 14042 w 53428"/>
                    <a:gd name="connsiteY34" fmla="*/ 47563 h 59550"/>
                    <a:gd name="connsiteX35" fmla="*/ 7749 w 53428"/>
                    <a:gd name="connsiteY35" fmla="*/ 29583 h 59550"/>
                    <a:gd name="connsiteX36" fmla="*/ 7749 w 53428"/>
                    <a:gd name="connsiteY36" fmla="*/ 28684 h 59550"/>
                    <a:gd name="connsiteX37" fmla="*/ 49276 w 53428"/>
                    <a:gd name="connsiteY37" fmla="*/ 28684 h 59550"/>
                    <a:gd name="connsiteX38" fmla="*/ 51459 w 53428"/>
                    <a:gd name="connsiteY38" fmla="*/ 28041 h 59550"/>
                    <a:gd name="connsiteX39" fmla="*/ 52144 w 53428"/>
                    <a:gd name="connsiteY39" fmla="*/ 26243 h 59550"/>
                    <a:gd name="connsiteX40" fmla="*/ 52144 w 53428"/>
                    <a:gd name="connsiteY40" fmla="*/ 24060 h 59550"/>
                    <a:gd name="connsiteX41" fmla="*/ 45037 w 53428"/>
                    <a:gd name="connsiteY41" fmla="*/ 7834 h 59550"/>
                    <a:gd name="connsiteX42" fmla="*/ 27613 w 53428"/>
                    <a:gd name="connsiteY42" fmla="*/ 1199 h 59550"/>
                    <a:gd name="connsiteX43" fmla="*/ 45894 w 53428"/>
                    <a:gd name="connsiteY43" fmla="*/ 23803 h 59550"/>
                    <a:gd name="connsiteX44" fmla="*/ 8434 w 53428"/>
                    <a:gd name="connsiteY44" fmla="*/ 23803 h 59550"/>
                    <a:gd name="connsiteX45" fmla="*/ 8477 w 53428"/>
                    <a:gd name="connsiteY45" fmla="*/ 23204 h 59550"/>
                    <a:gd name="connsiteX46" fmla="*/ 14042 w 53428"/>
                    <a:gd name="connsiteY46" fmla="*/ 10703 h 59550"/>
                    <a:gd name="connsiteX47" fmla="*/ 27185 w 53428"/>
                    <a:gd name="connsiteY47" fmla="*/ 6036 h 59550"/>
                    <a:gd name="connsiteX48" fmla="*/ 40499 w 53428"/>
                    <a:gd name="connsiteY48" fmla="*/ 10703 h 59550"/>
                    <a:gd name="connsiteX49" fmla="*/ 45894 w 53428"/>
                    <a:gd name="connsiteY49" fmla="*/ 23246 h 59550"/>
                    <a:gd name="connsiteX50" fmla="*/ 45894 w 53428"/>
                    <a:gd name="connsiteY50" fmla="*/ 23803 h 59550"/>
                    <a:gd name="connsiteX51" fmla="*/ 9675 w 53428"/>
                    <a:gd name="connsiteY51" fmla="*/ 22647 h 59550"/>
                    <a:gd name="connsiteX52" fmla="*/ 44695 w 53428"/>
                    <a:gd name="connsiteY52" fmla="*/ 22647 h 59550"/>
                    <a:gd name="connsiteX53" fmla="*/ 39686 w 53428"/>
                    <a:gd name="connsiteY53" fmla="*/ 11516 h 59550"/>
                    <a:gd name="connsiteX54" fmla="*/ 27142 w 53428"/>
                    <a:gd name="connsiteY54" fmla="*/ 7149 h 59550"/>
                    <a:gd name="connsiteX55" fmla="*/ 14770 w 53428"/>
                    <a:gd name="connsiteY55" fmla="*/ 11516 h 59550"/>
                    <a:gd name="connsiteX56" fmla="*/ 9675 w 53428"/>
                    <a:gd name="connsiteY56" fmla="*/ 22647 h 5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53428" h="59550">
                      <a:moveTo>
                        <a:pt x="47050" y="59550"/>
                      </a:moveTo>
                      <a:lnTo>
                        <a:pt x="35705" y="59550"/>
                      </a:lnTo>
                      <a:cubicBezTo>
                        <a:pt x="29711" y="59550"/>
                        <a:pt x="25087" y="59165"/>
                        <a:pt x="21534" y="58352"/>
                      </a:cubicBezTo>
                      <a:cubicBezTo>
                        <a:pt x="17895" y="57581"/>
                        <a:pt x="14770" y="56297"/>
                        <a:pt x="11944" y="54413"/>
                      </a:cubicBezTo>
                      <a:cubicBezTo>
                        <a:pt x="8263" y="52016"/>
                        <a:pt x="5309" y="48591"/>
                        <a:pt x="3168" y="44181"/>
                      </a:cubicBezTo>
                      <a:cubicBezTo>
                        <a:pt x="1028" y="39729"/>
                        <a:pt x="0" y="34977"/>
                        <a:pt x="0" y="29668"/>
                      </a:cubicBezTo>
                      <a:cubicBezTo>
                        <a:pt x="0" y="21149"/>
                        <a:pt x="2612" y="13999"/>
                        <a:pt x="7792" y="8434"/>
                      </a:cubicBezTo>
                      <a:cubicBezTo>
                        <a:pt x="12972" y="2826"/>
                        <a:pt x="19650" y="0"/>
                        <a:pt x="27656" y="0"/>
                      </a:cubicBezTo>
                      <a:cubicBezTo>
                        <a:pt x="34763" y="0"/>
                        <a:pt x="40928" y="2397"/>
                        <a:pt x="45936" y="7064"/>
                      </a:cubicBezTo>
                      <a:cubicBezTo>
                        <a:pt x="50903" y="11773"/>
                        <a:pt x="53428" y="17510"/>
                        <a:pt x="53428" y="24146"/>
                      </a:cubicBezTo>
                      <a:lnTo>
                        <a:pt x="53428" y="26329"/>
                      </a:lnTo>
                      <a:cubicBezTo>
                        <a:pt x="53428" y="27485"/>
                        <a:pt x="53086" y="28384"/>
                        <a:pt x="52358" y="28983"/>
                      </a:cubicBezTo>
                      <a:cubicBezTo>
                        <a:pt x="51673" y="29583"/>
                        <a:pt x="50689" y="29925"/>
                        <a:pt x="49404" y="29925"/>
                      </a:cubicBezTo>
                      <a:lnTo>
                        <a:pt x="9033" y="29925"/>
                      </a:lnTo>
                      <a:cubicBezTo>
                        <a:pt x="9076" y="37759"/>
                        <a:pt x="11045" y="43411"/>
                        <a:pt x="14941" y="46750"/>
                      </a:cubicBezTo>
                      <a:cubicBezTo>
                        <a:pt x="18837" y="50132"/>
                        <a:pt x="25687" y="51844"/>
                        <a:pt x="35191" y="51844"/>
                      </a:cubicBezTo>
                      <a:lnTo>
                        <a:pt x="47135" y="51844"/>
                      </a:lnTo>
                      <a:cubicBezTo>
                        <a:pt x="48719" y="51844"/>
                        <a:pt x="50004" y="52144"/>
                        <a:pt x="50860" y="52786"/>
                      </a:cubicBezTo>
                      <a:cubicBezTo>
                        <a:pt x="51802" y="53428"/>
                        <a:pt x="52273" y="54413"/>
                        <a:pt x="52273" y="55655"/>
                      </a:cubicBezTo>
                      <a:cubicBezTo>
                        <a:pt x="52273" y="56896"/>
                        <a:pt x="51802" y="57881"/>
                        <a:pt x="50945" y="58566"/>
                      </a:cubicBezTo>
                      <a:cubicBezTo>
                        <a:pt x="50004" y="59251"/>
                        <a:pt x="48805" y="59550"/>
                        <a:pt x="47050" y="59550"/>
                      </a:cubicBezTo>
                      <a:close/>
                      <a:moveTo>
                        <a:pt x="27613" y="1199"/>
                      </a:moveTo>
                      <a:cubicBezTo>
                        <a:pt x="19950" y="1199"/>
                        <a:pt x="13571" y="3896"/>
                        <a:pt x="8605" y="9247"/>
                      </a:cubicBezTo>
                      <a:cubicBezTo>
                        <a:pt x="3639" y="14599"/>
                        <a:pt x="1113" y="21448"/>
                        <a:pt x="1113" y="29668"/>
                      </a:cubicBezTo>
                      <a:cubicBezTo>
                        <a:pt x="1113" y="34806"/>
                        <a:pt x="2141" y="39386"/>
                        <a:pt x="4196" y="43667"/>
                      </a:cubicBezTo>
                      <a:cubicBezTo>
                        <a:pt x="6251" y="47863"/>
                        <a:pt x="9076" y="51159"/>
                        <a:pt x="12586" y="53428"/>
                      </a:cubicBezTo>
                      <a:cubicBezTo>
                        <a:pt x="15284" y="55184"/>
                        <a:pt x="18280" y="56425"/>
                        <a:pt x="21791" y="57196"/>
                      </a:cubicBezTo>
                      <a:cubicBezTo>
                        <a:pt x="25216" y="57966"/>
                        <a:pt x="29882" y="58352"/>
                        <a:pt x="35705" y="58352"/>
                      </a:cubicBezTo>
                      <a:lnTo>
                        <a:pt x="47050" y="58352"/>
                      </a:lnTo>
                      <a:cubicBezTo>
                        <a:pt x="48505" y="58352"/>
                        <a:pt x="49490" y="58138"/>
                        <a:pt x="50132" y="57624"/>
                      </a:cubicBezTo>
                      <a:cubicBezTo>
                        <a:pt x="50731" y="57153"/>
                        <a:pt x="51031" y="56511"/>
                        <a:pt x="51031" y="55612"/>
                      </a:cubicBezTo>
                      <a:cubicBezTo>
                        <a:pt x="51031" y="54756"/>
                        <a:pt x="50731" y="54156"/>
                        <a:pt x="50089" y="53685"/>
                      </a:cubicBezTo>
                      <a:cubicBezTo>
                        <a:pt x="49404" y="53214"/>
                        <a:pt x="48377" y="52957"/>
                        <a:pt x="47007" y="52957"/>
                      </a:cubicBezTo>
                      <a:lnTo>
                        <a:pt x="35062" y="52957"/>
                      </a:lnTo>
                      <a:cubicBezTo>
                        <a:pt x="25259" y="52957"/>
                        <a:pt x="18195" y="51159"/>
                        <a:pt x="14042" y="47563"/>
                      </a:cubicBezTo>
                      <a:cubicBezTo>
                        <a:pt x="9890" y="43967"/>
                        <a:pt x="7749" y="37931"/>
                        <a:pt x="7749" y="29583"/>
                      </a:cubicBezTo>
                      <a:lnTo>
                        <a:pt x="7749" y="28684"/>
                      </a:lnTo>
                      <a:lnTo>
                        <a:pt x="49276" y="28684"/>
                      </a:lnTo>
                      <a:cubicBezTo>
                        <a:pt x="50260" y="28684"/>
                        <a:pt x="50988" y="28469"/>
                        <a:pt x="51459" y="28041"/>
                      </a:cubicBezTo>
                      <a:cubicBezTo>
                        <a:pt x="51930" y="27613"/>
                        <a:pt x="52144" y="27057"/>
                        <a:pt x="52144" y="26243"/>
                      </a:cubicBezTo>
                      <a:lnTo>
                        <a:pt x="52144" y="24060"/>
                      </a:lnTo>
                      <a:cubicBezTo>
                        <a:pt x="52144" y="17767"/>
                        <a:pt x="49747" y="12330"/>
                        <a:pt x="45037" y="7834"/>
                      </a:cubicBezTo>
                      <a:cubicBezTo>
                        <a:pt x="40328" y="3468"/>
                        <a:pt x="34420" y="1199"/>
                        <a:pt x="27613" y="1199"/>
                      </a:cubicBezTo>
                      <a:close/>
                      <a:moveTo>
                        <a:pt x="45894" y="23803"/>
                      </a:moveTo>
                      <a:lnTo>
                        <a:pt x="8434" y="23803"/>
                      </a:lnTo>
                      <a:lnTo>
                        <a:pt x="8477" y="23204"/>
                      </a:lnTo>
                      <a:cubicBezTo>
                        <a:pt x="8776" y="17938"/>
                        <a:pt x="10660" y="13742"/>
                        <a:pt x="14042" y="10703"/>
                      </a:cubicBezTo>
                      <a:cubicBezTo>
                        <a:pt x="17424" y="7620"/>
                        <a:pt x="21834" y="6036"/>
                        <a:pt x="27185" y="6036"/>
                      </a:cubicBezTo>
                      <a:cubicBezTo>
                        <a:pt x="32622" y="6036"/>
                        <a:pt x="37117" y="7620"/>
                        <a:pt x="40499" y="10703"/>
                      </a:cubicBezTo>
                      <a:cubicBezTo>
                        <a:pt x="43881" y="13785"/>
                        <a:pt x="45680" y="17981"/>
                        <a:pt x="45894" y="23246"/>
                      </a:cubicBezTo>
                      <a:lnTo>
                        <a:pt x="45894" y="23803"/>
                      </a:lnTo>
                      <a:close/>
                      <a:moveTo>
                        <a:pt x="9675" y="22647"/>
                      </a:moveTo>
                      <a:lnTo>
                        <a:pt x="44695" y="22647"/>
                      </a:lnTo>
                      <a:cubicBezTo>
                        <a:pt x="44395" y="18024"/>
                        <a:pt x="42726" y="14256"/>
                        <a:pt x="39686" y="11516"/>
                      </a:cubicBezTo>
                      <a:cubicBezTo>
                        <a:pt x="36518" y="8605"/>
                        <a:pt x="32323" y="7149"/>
                        <a:pt x="27142" y="7149"/>
                      </a:cubicBezTo>
                      <a:cubicBezTo>
                        <a:pt x="22133" y="7149"/>
                        <a:pt x="17938" y="8605"/>
                        <a:pt x="14770" y="11516"/>
                      </a:cubicBezTo>
                      <a:cubicBezTo>
                        <a:pt x="11773" y="14256"/>
                        <a:pt x="10061" y="17981"/>
                        <a:pt x="9675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58" name="矩形 57"/>
          <p:cNvSpPr/>
          <p:nvPr/>
        </p:nvSpPr>
        <p:spPr>
          <a:xfrm>
            <a:off x="0" y="6355843"/>
            <a:ext cx="10528295" cy="91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2" name="标题 1"/>
          <p:cNvSpPr>
            <a:spLocks noGrp="1"/>
          </p:cNvSpPr>
          <p:nvPr>
            <p:ph type="title" hasCustomPrompt="1"/>
          </p:nvPr>
        </p:nvSpPr>
        <p:spPr>
          <a:xfrm>
            <a:off x="1530350" y="536325"/>
            <a:ext cx="10013094" cy="4801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>
              <a:defRPr lang="zh-CN" altLang="en-US" sz="2800" b="1" dirty="0">
                <a:solidFill>
                  <a:schemeClr val="accent1"/>
                </a:solidFill>
                <a:latin typeface="+mj-ea"/>
                <a:ea typeface="+mj-ea"/>
                <a:cs typeface="微软雅黑" panose="020B0502040204020203" charset="-122"/>
              </a:defRPr>
            </a:lvl1pPr>
          </a:lstStyle>
          <a:p>
            <a:pPr marL="0" lvl="0"/>
            <a:r>
              <a:rPr kumimoji="1" lang="zh-CN" altLang="en-US" dirty="0"/>
              <a:t>章节标题在此进行填写</a:t>
            </a:r>
            <a:endParaRPr kumimoji="1" lang="zh-CN" altLang="en-US" dirty="0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472430" y="1591851"/>
            <a:ext cx="1842308" cy="1842308"/>
          </a:xfrm>
          <a:prstGeom prst="rect">
            <a:avLst/>
          </a:prstGeom>
          <a:ln w="12700">
            <a:gradFill>
              <a:gsLst>
                <a:gs pos="50000">
                  <a:srgbClr val="53E3EB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8100000" scaled="0"/>
            </a:gradFill>
          </a:ln>
        </p:spPr>
        <p:txBody>
          <a:bodyPr anchor="ctr" anchorCtr="1"/>
          <a:lstStyle>
            <a:lvl1pPr algn="ctr">
              <a:defRPr sz="1400"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  <p:sp>
        <p:nvSpPr>
          <p:cNvPr id="124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460990" y="1591851"/>
            <a:ext cx="1842308" cy="1842308"/>
          </a:xfrm>
          <a:prstGeom prst="rect">
            <a:avLst/>
          </a:prstGeom>
          <a:ln w="12700">
            <a:gradFill>
              <a:gsLst>
                <a:gs pos="50000">
                  <a:srgbClr val="53E3EB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8100000" scaled="0"/>
            </a:gradFill>
          </a:ln>
        </p:spPr>
        <p:txBody>
          <a:bodyPr anchor="ctr" anchorCtr="1"/>
          <a:lstStyle>
            <a:lvl1pPr algn="ctr">
              <a:defRPr sz="1400"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  <p:sp>
        <p:nvSpPr>
          <p:cNvPr id="128" name="图片占位符 4"/>
          <p:cNvSpPr>
            <a:spLocks noGrp="1"/>
          </p:cNvSpPr>
          <p:nvPr>
            <p:ph type="pic" sz="quarter" idx="13"/>
          </p:nvPr>
        </p:nvSpPr>
        <p:spPr>
          <a:xfrm>
            <a:off x="6460990" y="4055651"/>
            <a:ext cx="1842308" cy="1842308"/>
          </a:xfrm>
          <a:prstGeom prst="rect">
            <a:avLst/>
          </a:prstGeom>
          <a:ln w="12700">
            <a:gradFill>
              <a:gsLst>
                <a:gs pos="50000">
                  <a:srgbClr val="53E3EB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8100000" scaled="0"/>
            </a:gradFill>
          </a:ln>
        </p:spPr>
        <p:txBody>
          <a:bodyPr anchor="ctr" anchorCtr="1"/>
          <a:lstStyle>
            <a:lvl1pPr algn="ctr">
              <a:defRPr sz="1400"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  <p:sp>
        <p:nvSpPr>
          <p:cNvPr id="126" name="图片占位符 4"/>
          <p:cNvSpPr>
            <a:spLocks noGrp="1"/>
          </p:cNvSpPr>
          <p:nvPr>
            <p:ph type="pic" sz="quarter" idx="12"/>
          </p:nvPr>
        </p:nvSpPr>
        <p:spPr>
          <a:xfrm>
            <a:off x="1472430" y="4055651"/>
            <a:ext cx="1842308" cy="1842308"/>
          </a:xfrm>
          <a:prstGeom prst="rect">
            <a:avLst/>
          </a:prstGeom>
          <a:ln w="12700">
            <a:gradFill>
              <a:gsLst>
                <a:gs pos="50000">
                  <a:srgbClr val="53E3EB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8100000" scaled="0"/>
            </a:gradFill>
          </a:ln>
        </p:spPr>
        <p:txBody>
          <a:bodyPr anchor="ctr" anchorCtr="1"/>
          <a:lstStyle>
            <a:lvl1pPr algn="ctr">
              <a:defRPr sz="1400"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形状&#10;&#10;描述已自动生成"/>
          <p:cNvPicPr>
            <a:picLocks noChangeAspect="1"/>
          </p:cNvPicPr>
          <p:nvPr userDrawn="1"/>
        </p:nvPicPr>
        <p:blipFill rotWithShape="1">
          <a:blip r:embed="rId2"/>
          <a:srcRect r="88385" b="78611"/>
          <a:stretch>
            <a:fillRect/>
          </a:stretch>
        </p:blipFill>
        <p:spPr>
          <a:xfrm>
            <a:off x="0" y="0"/>
            <a:ext cx="1416050" cy="146685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10675716" y="6237689"/>
            <a:ext cx="1195132" cy="328285"/>
            <a:chOff x="10675716" y="6237689"/>
            <a:chExt cx="1195132" cy="328285"/>
          </a:xfrm>
        </p:grpSpPr>
        <p:sp>
          <p:nvSpPr>
            <p:cNvPr id="60" name="任意多边形: 形状 59"/>
            <p:cNvSpPr/>
            <p:nvPr userDrawn="1"/>
          </p:nvSpPr>
          <p:spPr>
            <a:xfrm>
              <a:off x="10675716" y="6237689"/>
              <a:ext cx="444771" cy="328285"/>
            </a:xfrm>
            <a:custGeom>
              <a:avLst/>
              <a:gdLst>
                <a:gd name="connsiteX0" fmla="*/ 367919 w 475674"/>
                <a:gd name="connsiteY0" fmla="*/ 351009 h 351094"/>
                <a:gd name="connsiteX1" fmla="*/ 327762 w 475674"/>
                <a:gd name="connsiteY1" fmla="*/ 341291 h 351094"/>
                <a:gd name="connsiteX2" fmla="*/ 294284 w 475674"/>
                <a:gd name="connsiteY2" fmla="*/ 318601 h 351094"/>
                <a:gd name="connsiteX3" fmla="*/ 293899 w 475674"/>
                <a:gd name="connsiteY3" fmla="*/ 318301 h 351094"/>
                <a:gd name="connsiteX4" fmla="*/ 290559 w 475674"/>
                <a:gd name="connsiteY4" fmla="*/ 315476 h 351094"/>
                <a:gd name="connsiteX5" fmla="*/ 290174 w 475674"/>
                <a:gd name="connsiteY5" fmla="*/ 315133 h 351094"/>
                <a:gd name="connsiteX6" fmla="*/ 289874 w 475674"/>
                <a:gd name="connsiteY6" fmla="*/ 314877 h 351094"/>
                <a:gd name="connsiteX7" fmla="*/ 289104 w 475674"/>
                <a:gd name="connsiteY7" fmla="*/ 313763 h 351094"/>
                <a:gd name="connsiteX8" fmla="*/ 289104 w 475674"/>
                <a:gd name="connsiteY8" fmla="*/ 313678 h 351094"/>
                <a:gd name="connsiteX9" fmla="*/ 285679 w 475674"/>
                <a:gd name="connsiteY9" fmla="*/ 303103 h 351094"/>
                <a:gd name="connsiteX10" fmla="*/ 303831 w 475674"/>
                <a:gd name="connsiteY10" fmla="*/ 284951 h 351094"/>
                <a:gd name="connsiteX11" fmla="*/ 314577 w 475674"/>
                <a:gd name="connsiteY11" fmla="*/ 288505 h 351094"/>
                <a:gd name="connsiteX12" fmla="*/ 314833 w 475674"/>
                <a:gd name="connsiteY12" fmla="*/ 288590 h 351094"/>
                <a:gd name="connsiteX13" fmla="*/ 368005 w 475674"/>
                <a:gd name="connsiteY13" fmla="*/ 314448 h 351094"/>
                <a:gd name="connsiteX14" fmla="*/ 439542 w 475674"/>
                <a:gd name="connsiteY14" fmla="*/ 246079 h 351094"/>
                <a:gd name="connsiteX15" fmla="*/ 371130 w 475674"/>
                <a:gd name="connsiteY15" fmla="*/ 177624 h 351094"/>
                <a:gd name="connsiteX16" fmla="*/ 308283 w 475674"/>
                <a:gd name="connsiteY16" fmla="*/ 209047 h 351094"/>
                <a:gd name="connsiteX17" fmla="*/ 307299 w 475674"/>
                <a:gd name="connsiteY17" fmla="*/ 209946 h 351094"/>
                <a:gd name="connsiteX18" fmla="*/ 298651 w 475674"/>
                <a:gd name="connsiteY18" fmla="*/ 217567 h 351094"/>
                <a:gd name="connsiteX19" fmla="*/ 272236 w 475674"/>
                <a:gd name="connsiteY19" fmla="*/ 240342 h 351094"/>
                <a:gd name="connsiteX20" fmla="*/ 197959 w 475674"/>
                <a:gd name="connsiteY20" fmla="*/ 304088 h 351094"/>
                <a:gd name="connsiteX21" fmla="*/ 190296 w 475674"/>
                <a:gd name="connsiteY21" fmla="*/ 310809 h 351094"/>
                <a:gd name="connsiteX22" fmla="*/ 104673 w 475674"/>
                <a:gd name="connsiteY22" fmla="*/ 351095 h 351094"/>
                <a:gd name="connsiteX23" fmla="*/ 32365 w 475674"/>
                <a:gd name="connsiteY23" fmla="*/ 321940 h 351094"/>
                <a:gd name="connsiteX24" fmla="*/ 0 w 475674"/>
                <a:gd name="connsiteY24" fmla="*/ 246764 h 351094"/>
                <a:gd name="connsiteX25" fmla="*/ 34078 w 475674"/>
                <a:gd name="connsiteY25" fmla="*/ 168633 h 351094"/>
                <a:gd name="connsiteX26" fmla="*/ 104416 w 475674"/>
                <a:gd name="connsiteY26" fmla="*/ 141405 h 351094"/>
                <a:gd name="connsiteX27" fmla="*/ 177324 w 475674"/>
                <a:gd name="connsiteY27" fmla="*/ 170646 h 351094"/>
                <a:gd name="connsiteX28" fmla="*/ 177624 w 475674"/>
                <a:gd name="connsiteY28" fmla="*/ 170902 h 351094"/>
                <a:gd name="connsiteX29" fmla="*/ 180192 w 475674"/>
                <a:gd name="connsiteY29" fmla="*/ 173043 h 351094"/>
                <a:gd name="connsiteX30" fmla="*/ 180363 w 475674"/>
                <a:gd name="connsiteY30" fmla="*/ 173171 h 351094"/>
                <a:gd name="connsiteX31" fmla="*/ 180363 w 475674"/>
                <a:gd name="connsiteY31" fmla="*/ 173257 h 351094"/>
                <a:gd name="connsiteX32" fmla="*/ 185330 w 475674"/>
                <a:gd name="connsiteY32" fmla="*/ 185501 h 351094"/>
                <a:gd name="connsiteX33" fmla="*/ 167563 w 475674"/>
                <a:gd name="connsiteY33" fmla="*/ 203225 h 351094"/>
                <a:gd name="connsiteX34" fmla="*/ 156817 w 475674"/>
                <a:gd name="connsiteY34" fmla="*/ 199586 h 351094"/>
                <a:gd name="connsiteX35" fmla="*/ 156732 w 475674"/>
                <a:gd name="connsiteY35" fmla="*/ 199586 h 351094"/>
                <a:gd name="connsiteX36" fmla="*/ 104588 w 475674"/>
                <a:gd name="connsiteY36" fmla="*/ 177752 h 351094"/>
                <a:gd name="connsiteX37" fmla="*/ 36347 w 475674"/>
                <a:gd name="connsiteY37" fmla="*/ 246122 h 351094"/>
                <a:gd name="connsiteX38" fmla="*/ 104588 w 475674"/>
                <a:gd name="connsiteY38" fmla="*/ 314620 h 351094"/>
                <a:gd name="connsiteX39" fmla="*/ 174798 w 475674"/>
                <a:gd name="connsiteY39" fmla="*/ 271423 h 351094"/>
                <a:gd name="connsiteX40" fmla="*/ 188540 w 475674"/>
                <a:gd name="connsiteY40" fmla="*/ 256225 h 351094"/>
                <a:gd name="connsiteX41" fmla="*/ 228526 w 475674"/>
                <a:gd name="connsiteY41" fmla="*/ 214441 h 351094"/>
                <a:gd name="connsiteX42" fmla="*/ 235975 w 475674"/>
                <a:gd name="connsiteY42" fmla="*/ 206693 h 351094"/>
                <a:gd name="connsiteX43" fmla="*/ 287948 w 475674"/>
                <a:gd name="connsiteY43" fmla="*/ 152536 h 351094"/>
                <a:gd name="connsiteX44" fmla="*/ 288034 w 475674"/>
                <a:gd name="connsiteY44" fmla="*/ 152408 h 351094"/>
                <a:gd name="connsiteX45" fmla="*/ 300877 w 475674"/>
                <a:gd name="connsiteY45" fmla="*/ 76975 h 351094"/>
                <a:gd name="connsiteX46" fmla="*/ 237859 w 475674"/>
                <a:gd name="connsiteY46" fmla="*/ 36347 h 351094"/>
                <a:gd name="connsiteX47" fmla="*/ 171373 w 475674"/>
                <a:gd name="connsiteY47" fmla="*/ 92772 h 351094"/>
                <a:gd name="connsiteX48" fmla="*/ 171202 w 475674"/>
                <a:gd name="connsiteY48" fmla="*/ 92900 h 351094"/>
                <a:gd name="connsiteX49" fmla="*/ 153778 w 475674"/>
                <a:gd name="connsiteY49" fmla="*/ 105915 h 351094"/>
                <a:gd name="connsiteX50" fmla="*/ 135583 w 475674"/>
                <a:gd name="connsiteY50" fmla="*/ 87720 h 351094"/>
                <a:gd name="connsiteX51" fmla="*/ 136354 w 475674"/>
                <a:gd name="connsiteY51" fmla="*/ 82497 h 351094"/>
                <a:gd name="connsiteX52" fmla="*/ 136482 w 475674"/>
                <a:gd name="connsiteY52" fmla="*/ 82155 h 351094"/>
                <a:gd name="connsiteX53" fmla="*/ 170474 w 475674"/>
                <a:gd name="connsiteY53" fmla="*/ 25301 h 351094"/>
                <a:gd name="connsiteX54" fmla="*/ 237816 w 475674"/>
                <a:gd name="connsiteY54" fmla="*/ 0 h 351094"/>
                <a:gd name="connsiteX55" fmla="*/ 313677 w 475674"/>
                <a:gd name="connsiteY55" fmla="*/ 31338 h 351094"/>
                <a:gd name="connsiteX56" fmla="*/ 337224 w 475674"/>
                <a:gd name="connsiteY56" fmla="*/ 67856 h 351094"/>
                <a:gd name="connsiteX57" fmla="*/ 343303 w 475674"/>
                <a:gd name="connsiteY57" fmla="*/ 102618 h 351094"/>
                <a:gd name="connsiteX58" fmla="*/ 337609 w 475674"/>
                <a:gd name="connsiteY58" fmla="*/ 139222 h 351094"/>
                <a:gd name="connsiteX59" fmla="*/ 335597 w 475674"/>
                <a:gd name="connsiteY59" fmla="*/ 146286 h 351094"/>
                <a:gd name="connsiteX60" fmla="*/ 343132 w 475674"/>
                <a:gd name="connsiteY60" fmla="*/ 145258 h 351094"/>
                <a:gd name="connsiteX61" fmla="*/ 370916 w 475674"/>
                <a:gd name="connsiteY61" fmla="*/ 141405 h 351094"/>
                <a:gd name="connsiteX62" fmla="*/ 443267 w 475674"/>
                <a:gd name="connsiteY62" fmla="*/ 169746 h 351094"/>
                <a:gd name="connsiteX63" fmla="*/ 466770 w 475674"/>
                <a:gd name="connsiteY63" fmla="*/ 202711 h 351094"/>
                <a:gd name="connsiteX64" fmla="*/ 475675 w 475674"/>
                <a:gd name="connsiteY64" fmla="*/ 246079 h 351094"/>
                <a:gd name="connsiteX65" fmla="*/ 445664 w 475674"/>
                <a:gd name="connsiteY65" fmla="*/ 320142 h 351094"/>
                <a:gd name="connsiteX66" fmla="*/ 367919 w 475674"/>
                <a:gd name="connsiteY66" fmla="*/ 351009 h 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75674" h="351094">
                  <a:moveTo>
                    <a:pt x="367919" y="351009"/>
                  </a:moveTo>
                  <a:cubicBezTo>
                    <a:pt x="354177" y="351009"/>
                    <a:pt x="341077" y="347841"/>
                    <a:pt x="327762" y="341291"/>
                  </a:cubicBezTo>
                  <a:cubicBezTo>
                    <a:pt x="317316" y="336154"/>
                    <a:pt x="306999" y="329175"/>
                    <a:pt x="294284" y="318601"/>
                  </a:cubicBezTo>
                  <a:lnTo>
                    <a:pt x="293899" y="318301"/>
                  </a:lnTo>
                  <a:cubicBezTo>
                    <a:pt x="292700" y="317531"/>
                    <a:pt x="291587" y="316589"/>
                    <a:pt x="290559" y="315476"/>
                  </a:cubicBezTo>
                  <a:lnTo>
                    <a:pt x="290174" y="315133"/>
                  </a:lnTo>
                  <a:cubicBezTo>
                    <a:pt x="290089" y="315005"/>
                    <a:pt x="289960" y="314919"/>
                    <a:pt x="289874" y="314877"/>
                  </a:cubicBezTo>
                  <a:cubicBezTo>
                    <a:pt x="289618" y="314448"/>
                    <a:pt x="289404" y="314149"/>
                    <a:pt x="289104" y="313763"/>
                  </a:cubicBezTo>
                  <a:lnTo>
                    <a:pt x="289104" y="313678"/>
                  </a:lnTo>
                  <a:cubicBezTo>
                    <a:pt x="286835" y="310595"/>
                    <a:pt x="285679" y="306956"/>
                    <a:pt x="285679" y="303103"/>
                  </a:cubicBezTo>
                  <a:cubicBezTo>
                    <a:pt x="285679" y="293128"/>
                    <a:pt x="293813" y="284951"/>
                    <a:pt x="303831" y="284951"/>
                  </a:cubicBezTo>
                  <a:cubicBezTo>
                    <a:pt x="307727" y="284951"/>
                    <a:pt x="311451" y="286150"/>
                    <a:pt x="314577" y="288505"/>
                  </a:cubicBezTo>
                  <a:lnTo>
                    <a:pt x="314833" y="288590"/>
                  </a:lnTo>
                  <a:cubicBezTo>
                    <a:pt x="329817" y="301734"/>
                    <a:pt x="346342" y="314448"/>
                    <a:pt x="368005" y="314448"/>
                  </a:cubicBezTo>
                  <a:cubicBezTo>
                    <a:pt x="414455" y="314448"/>
                    <a:pt x="439542" y="279258"/>
                    <a:pt x="439542" y="246079"/>
                  </a:cubicBezTo>
                  <a:cubicBezTo>
                    <a:pt x="439542" y="213157"/>
                    <a:pt x="413385" y="177624"/>
                    <a:pt x="371130" y="177624"/>
                  </a:cubicBezTo>
                  <a:cubicBezTo>
                    <a:pt x="344073" y="177624"/>
                    <a:pt x="325879" y="193592"/>
                    <a:pt x="308283" y="209047"/>
                  </a:cubicBezTo>
                  <a:lnTo>
                    <a:pt x="307299" y="209946"/>
                  </a:lnTo>
                  <a:cubicBezTo>
                    <a:pt x="304430" y="212429"/>
                    <a:pt x="301519" y="214998"/>
                    <a:pt x="298651" y="217567"/>
                  </a:cubicBezTo>
                  <a:cubicBezTo>
                    <a:pt x="288590" y="226386"/>
                    <a:pt x="279129" y="234734"/>
                    <a:pt x="272236" y="240342"/>
                  </a:cubicBezTo>
                  <a:cubicBezTo>
                    <a:pt x="259693" y="250660"/>
                    <a:pt x="216453" y="288034"/>
                    <a:pt x="197959" y="304088"/>
                  </a:cubicBezTo>
                  <a:cubicBezTo>
                    <a:pt x="195390" y="306314"/>
                    <a:pt x="192779" y="308540"/>
                    <a:pt x="190296" y="310809"/>
                  </a:cubicBezTo>
                  <a:cubicBezTo>
                    <a:pt x="166835" y="331530"/>
                    <a:pt x="144659" y="351095"/>
                    <a:pt x="104673" y="351095"/>
                  </a:cubicBezTo>
                  <a:cubicBezTo>
                    <a:pt x="78344" y="351095"/>
                    <a:pt x="52016" y="340435"/>
                    <a:pt x="32365" y="321940"/>
                  </a:cubicBezTo>
                  <a:cubicBezTo>
                    <a:pt x="11473" y="302247"/>
                    <a:pt x="0" y="275533"/>
                    <a:pt x="0" y="246764"/>
                  </a:cubicBezTo>
                  <a:cubicBezTo>
                    <a:pt x="0" y="207206"/>
                    <a:pt x="18537" y="182419"/>
                    <a:pt x="34078" y="168633"/>
                  </a:cubicBezTo>
                  <a:cubicBezTo>
                    <a:pt x="53557" y="151338"/>
                    <a:pt x="79201" y="141405"/>
                    <a:pt x="104416" y="141405"/>
                  </a:cubicBezTo>
                  <a:cubicBezTo>
                    <a:pt x="135840" y="141405"/>
                    <a:pt x="154934" y="152108"/>
                    <a:pt x="177324" y="170646"/>
                  </a:cubicBezTo>
                  <a:lnTo>
                    <a:pt x="177624" y="170902"/>
                  </a:lnTo>
                  <a:cubicBezTo>
                    <a:pt x="178565" y="171502"/>
                    <a:pt x="179379" y="172230"/>
                    <a:pt x="180192" y="173043"/>
                  </a:cubicBezTo>
                  <a:lnTo>
                    <a:pt x="180363" y="173171"/>
                  </a:lnTo>
                  <a:lnTo>
                    <a:pt x="180363" y="173257"/>
                  </a:lnTo>
                  <a:cubicBezTo>
                    <a:pt x="183574" y="176596"/>
                    <a:pt x="185330" y="180963"/>
                    <a:pt x="185330" y="185501"/>
                  </a:cubicBezTo>
                  <a:cubicBezTo>
                    <a:pt x="185330" y="195262"/>
                    <a:pt x="177367" y="203225"/>
                    <a:pt x="167563" y="203225"/>
                  </a:cubicBezTo>
                  <a:cubicBezTo>
                    <a:pt x="163667" y="203225"/>
                    <a:pt x="159943" y="201983"/>
                    <a:pt x="156817" y="199586"/>
                  </a:cubicBezTo>
                  <a:lnTo>
                    <a:pt x="156732" y="199586"/>
                  </a:lnTo>
                  <a:cubicBezTo>
                    <a:pt x="139950" y="185758"/>
                    <a:pt x="126036" y="177752"/>
                    <a:pt x="104588" y="177752"/>
                  </a:cubicBezTo>
                  <a:cubicBezTo>
                    <a:pt x="71752" y="177752"/>
                    <a:pt x="36347" y="203910"/>
                    <a:pt x="36347" y="246122"/>
                  </a:cubicBezTo>
                  <a:cubicBezTo>
                    <a:pt x="36347" y="283881"/>
                    <a:pt x="66957" y="314620"/>
                    <a:pt x="104588" y="314620"/>
                  </a:cubicBezTo>
                  <a:cubicBezTo>
                    <a:pt x="136311" y="314620"/>
                    <a:pt x="151594" y="297452"/>
                    <a:pt x="174798" y="271423"/>
                  </a:cubicBezTo>
                  <a:cubicBezTo>
                    <a:pt x="179122" y="266585"/>
                    <a:pt x="183574" y="261577"/>
                    <a:pt x="188540" y="256225"/>
                  </a:cubicBezTo>
                  <a:cubicBezTo>
                    <a:pt x="195519" y="248690"/>
                    <a:pt x="216196" y="227285"/>
                    <a:pt x="228526" y="214441"/>
                  </a:cubicBezTo>
                  <a:cubicBezTo>
                    <a:pt x="231608" y="211273"/>
                    <a:pt x="234220" y="208533"/>
                    <a:pt x="235975" y="206693"/>
                  </a:cubicBezTo>
                  <a:cubicBezTo>
                    <a:pt x="275490" y="165594"/>
                    <a:pt x="287777" y="152708"/>
                    <a:pt x="287948" y="152536"/>
                  </a:cubicBezTo>
                  <a:lnTo>
                    <a:pt x="288034" y="152408"/>
                  </a:lnTo>
                  <a:cubicBezTo>
                    <a:pt x="307427" y="130317"/>
                    <a:pt x="312222" y="102062"/>
                    <a:pt x="300877" y="76975"/>
                  </a:cubicBezTo>
                  <a:cubicBezTo>
                    <a:pt x="289703" y="52273"/>
                    <a:pt x="264958" y="36347"/>
                    <a:pt x="237859" y="36347"/>
                  </a:cubicBezTo>
                  <a:cubicBezTo>
                    <a:pt x="199329" y="36347"/>
                    <a:pt x="176510" y="65458"/>
                    <a:pt x="171373" y="92772"/>
                  </a:cubicBezTo>
                  <a:lnTo>
                    <a:pt x="171202" y="92900"/>
                  </a:lnTo>
                  <a:cubicBezTo>
                    <a:pt x="168933" y="100564"/>
                    <a:pt x="161783" y="105915"/>
                    <a:pt x="153778" y="105915"/>
                  </a:cubicBezTo>
                  <a:cubicBezTo>
                    <a:pt x="143760" y="105915"/>
                    <a:pt x="135583" y="97781"/>
                    <a:pt x="135583" y="87720"/>
                  </a:cubicBezTo>
                  <a:cubicBezTo>
                    <a:pt x="135583" y="85965"/>
                    <a:pt x="135840" y="84210"/>
                    <a:pt x="136354" y="82497"/>
                  </a:cubicBezTo>
                  <a:lnTo>
                    <a:pt x="136482" y="82155"/>
                  </a:lnTo>
                  <a:cubicBezTo>
                    <a:pt x="141106" y="59979"/>
                    <a:pt x="152536" y="40842"/>
                    <a:pt x="170474" y="25301"/>
                  </a:cubicBezTo>
                  <a:cubicBezTo>
                    <a:pt x="189782" y="8519"/>
                    <a:pt x="212429" y="0"/>
                    <a:pt x="237816" y="0"/>
                  </a:cubicBezTo>
                  <a:cubicBezTo>
                    <a:pt x="266928" y="0"/>
                    <a:pt x="293171" y="10831"/>
                    <a:pt x="313677" y="31338"/>
                  </a:cubicBezTo>
                  <a:cubicBezTo>
                    <a:pt x="324380" y="42041"/>
                    <a:pt x="332300" y="54370"/>
                    <a:pt x="337224" y="67856"/>
                  </a:cubicBezTo>
                  <a:cubicBezTo>
                    <a:pt x="341162" y="78730"/>
                    <a:pt x="343217" y="90417"/>
                    <a:pt x="343303" y="102618"/>
                  </a:cubicBezTo>
                  <a:cubicBezTo>
                    <a:pt x="343431" y="123639"/>
                    <a:pt x="337695" y="139094"/>
                    <a:pt x="337609" y="139222"/>
                  </a:cubicBezTo>
                  <a:lnTo>
                    <a:pt x="335597" y="146286"/>
                  </a:lnTo>
                  <a:lnTo>
                    <a:pt x="343132" y="145258"/>
                  </a:lnTo>
                  <a:cubicBezTo>
                    <a:pt x="352079" y="142690"/>
                    <a:pt x="361455" y="141405"/>
                    <a:pt x="370916" y="141405"/>
                  </a:cubicBezTo>
                  <a:cubicBezTo>
                    <a:pt x="397502" y="141405"/>
                    <a:pt x="423873" y="151766"/>
                    <a:pt x="443267" y="169746"/>
                  </a:cubicBezTo>
                  <a:cubicBezTo>
                    <a:pt x="453327" y="179122"/>
                    <a:pt x="461248" y="190253"/>
                    <a:pt x="466770" y="202711"/>
                  </a:cubicBezTo>
                  <a:cubicBezTo>
                    <a:pt x="472678" y="216068"/>
                    <a:pt x="475675" y="230624"/>
                    <a:pt x="475675" y="246079"/>
                  </a:cubicBezTo>
                  <a:cubicBezTo>
                    <a:pt x="475675" y="274506"/>
                    <a:pt x="465015" y="300792"/>
                    <a:pt x="445664" y="320142"/>
                  </a:cubicBezTo>
                  <a:cubicBezTo>
                    <a:pt x="425843" y="340050"/>
                    <a:pt x="398230" y="351009"/>
                    <a:pt x="367919" y="35100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61" name="图形 4"/>
            <p:cNvGrpSpPr/>
            <p:nvPr userDrawn="1"/>
          </p:nvGrpSpPr>
          <p:grpSpPr>
            <a:xfrm>
              <a:off x="11181894" y="6239370"/>
              <a:ext cx="687754" cy="218483"/>
              <a:chOff x="10904547" y="6209237"/>
              <a:chExt cx="735538" cy="233663"/>
            </a:xfrm>
            <a:solidFill>
              <a:srgbClr val="A5A7AA"/>
            </a:solidFill>
          </p:grpSpPr>
          <p:sp>
            <p:nvSpPr>
              <p:cNvPr id="90" name="任意多边形: 形状 89"/>
              <p:cNvSpPr/>
              <p:nvPr/>
            </p:nvSpPr>
            <p:spPr>
              <a:xfrm>
                <a:off x="10914051" y="6222037"/>
                <a:ext cx="205193" cy="17424"/>
              </a:xfrm>
              <a:custGeom>
                <a:avLst/>
                <a:gdLst>
                  <a:gd name="connsiteX0" fmla="*/ 8434 w 205193"/>
                  <a:gd name="connsiteY0" fmla="*/ 17424 h 17424"/>
                  <a:gd name="connsiteX1" fmla="*/ 196760 w 205193"/>
                  <a:gd name="connsiteY1" fmla="*/ 17424 h 17424"/>
                  <a:gd name="connsiteX2" fmla="*/ 205194 w 205193"/>
                  <a:gd name="connsiteY2" fmla="*/ 8990 h 17424"/>
                  <a:gd name="connsiteX3" fmla="*/ 205194 w 205193"/>
                  <a:gd name="connsiteY3" fmla="*/ 8434 h 17424"/>
                  <a:gd name="connsiteX4" fmla="*/ 196760 w 205193"/>
                  <a:gd name="connsiteY4" fmla="*/ 0 h 17424"/>
                  <a:gd name="connsiteX5" fmla="*/ 8434 w 205193"/>
                  <a:gd name="connsiteY5" fmla="*/ 0 h 17424"/>
                  <a:gd name="connsiteX6" fmla="*/ 0 w 205193"/>
                  <a:gd name="connsiteY6" fmla="*/ 8434 h 17424"/>
                  <a:gd name="connsiteX7" fmla="*/ 0 w 205193"/>
                  <a:gd name="connsiteY7" fmla="*/ 8990 h 17424"/>
                  <a:gd name="connsiteX8" fmla="*/ 8434 w 205193"/>
                  <a:gd name="connsiteY8" fmla="*/ 17424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193" h="17424">
                    <a:moveTo>
                      <a:pt x="8434" y="17424"/>
                    </a:moveTo>
                    <a:lnTo>
                      <a:pt x="196760" y="17424"/>
                    </a:lnTo>
                    <a:cubicBezTo>
                      <a:pt x="201598" y="17424"/>
                      <a:pt x="205194" y="13828"/>
                      <a:pt x="205194" y="8990"/>
                    </a:cubicBezTo>
                    <a:lnTo>
                      <a:pt x="205194" y="8434"/>
                    </a:lnTo>
                    <a:cubicBezTo>
                      <a:pt x="205194" y="3896"/>
                      <a:pt x="201598" y="0"/>
                      <a:pt x="196760" y="0"/>
                    </a:cubicBezTo>
                    <a:lnTo>
                      <a:pt x="8434" y="0"/>
                    </a:lnTo>
                    <a:cubicBezTo>
                      <a:pt x="3553" y="0"/>
                      <a:pt x="0" y="3896"/>
                      <a:pt x="0" y="8434"/>
                    </a:cubicBezTo>
                    <a:lnTo>
                      <a:pt x="0" y="8990"/>
                    </a:lnTo>
                    <a:cubicBezTo>
                      <a:pt x="0" y="13828"/>
                      <a:pt x="3553" y="17424"/>
                      <a:pt x="8434" y="17424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1" name="任意多边形: 形状 90"/>
              <p:cNvSpPr/>
              <p:nvPr/>
            </p:nvSpPr>
            <p:spPr>
              <a:xfrm>
                <a:off x="10920706" y="6330606"/>
                <a:ext cx="193056" cy="106214"/>
              </a:xfrm>
              <a:custGeom>
                <a:avLst/>
                <a:gdLst>
                  <a:gd name="connsiteX0" fmla="*/ 161293 w 193056"/>
                  <a:gd name="connsiteY0" fmla="*/ 19393 h 106214"/>
                  <a:gd name="connsiteX1" fmla="*/ 175035 w 193056"/>
                  <a:gd name="connsiteY1" fmla="*/ 73849 h 106214"/>
                  <a:gd name="connsiteX2" fmla="*/ 174222 w 193056"/>
                  <a:gd name="connsiteY2" fmla="*/ 84338 h 106214"/>
                  <a:gd name="connsiteX3" fmla="*/ 163947 w 193056"/>
                  <a:gd name="connsiteY3" fmla="*/ 88962 h 106214"/>
                  <a:gd name="connsiteX4" fmla="*/ 45788 w 193056"/>
                  <a:gd name="connsiteY4" fmla="*/ 88962 h 106214"/>
                  <a:gd name="connsiteX5" fmla="*/ 23441 w 193056"/>
                  <a:gd name="connsiteY5" fmla="*/ 88962 h 106214"/>
                  <a:gd name="connsiteX6" fmla="*/ 25539 w 193056"/>
                  <a:gd name="connsiteY6" fmla="*/ 69782 h 106214"/>
                  <a:gd name="connsiteX7" fmla="*/ 49941 w 193056"/>
                  <a:gd name="connsiteY7" fmla="*/ 6036 h 106214"/>
                  <a:gd name="connsiteX8" fmla="*/ 40608 w 193056"/>
                  <a:gd name="connsiteY8" fmla="*/ 1456 h 106214"/>
                  <a:gd name="connsiteX9" fmla="*/ 35257 w 193056"/>
                  <a:gd name="connsiteY9" fmla="*/ 0 h 106214"/>
                  <a:gd name="connsiteX10" fmla="*/ 280 w 193056"/>
                  <a:gd name="connsiteY10" fmla="*/ 95683 h 106214"/>
                  <a:gd name="connsiteX11" fmla="*/ 2035 w 193056"/>
                  <a:gd name="connsiteY11" fmla="*/ 103175 h 106214"/>
                  <a:gd name="connsiteX12" fmla="*/ 8457 w 193056"/>
                  <a:gd name="connsiteY12" fmla="*/ 106215 h 106214"/>
                  <a:gd name="connsiteX13" fmla="*/ 163947 w 193056"/>
                  <a:gd name="connsiteY13" fmla="*/ 106215 h 106214"/>
                  <a:gd name="connsiteX14" fmla="*/ 176234 w 193056"/>
                  <a:gd name="connsiteY14" fmla="*/ 103689 h 106214"/>
                  <a:gd name="connsiteX15" fmla="*/ 191346 w 193056"/>
                  <a:gd name="connsiteY15" fmla="*/ 90332 h 106214"/>
                  <a:gd name="connsiteX16" fmla="*/ 192202 w 193056"/>
                  <a:gd name="connsiteY16" fmla="*/ 73935 h 106214"/>
                  <a:gd name="connsiteX17" fmla="*/ 182570 w 193056"/>
                  <a:gd name="connsiteY17" fmla="*/ 35533 h 106214"/>
                  <a:gd name="connsiteX18" fmla="*/ 161293 w 193056"/>
                  <a:gd name="connsiteY18" fmla="*/ 19393 h 10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3056" h="106214">
                    <a:moveTo>
                      <a:pt x="161293" y="19393"/>
                    </a:moveTo>
                    <a:lnTo>
                      <a:pt x="175035" y="73849"/>
                    </a:lnTo>
                    <a:cubicBezTo>
                      <a:pt x="175035" y="77959"/>
                      <a:pt x="177005" y="81555"/>
                      <a:pt x="174222" y="84338"/>
                    </a:cubicBezTo>
                    <a:cubicBezTo>
                      <a:pt x="171353" y="87164"/>
                      <a:pt x="167800" y="88962"/>
                      <a:pt x="163947" y="88962"/>
                    </a:cubicBezTo>
                    <a:lnTo>
                      <a:pt x="45788" y="88962"/>
                    </a:lnTo>
                    <a:cubicBezTo>
                      <a:pt x="45788" y="88962"/>
                      <a:pt x="30804" y="88962"/>
                      <a:pt x="23441" y="88962"/>
                    </a:cubicBezTo>
                    <a:cubicBezTo>
                      <a:pt x="16591" y="88962"/>
                      <a:pt x="25539" y="69782"/>
                      <a:pt x="25539" y="69782"/>
                    </a:cubicBezTo>
                    <a:lnTo>
                      <a:pt x="49941" y="6036"/>
                    </a:lnTo>
                    <a:cubicBezTo>
                      <a:pt x="46730" y="4752"/>
                      <a:pt x="44119" y="2183"/>
                      <a:pt x="40608" y="1456"/>
                    </a:cubicBezTo>
                    <a:cubicBezTo>
                      <a:pt x="38767" y="1027"/>
                      <a:pt x="36884" y="771"/>
                      <a:pt x="35257" y="0"/>
                    </a:cubicBezTo>
                    <a:lnTo>
                      <a:pt x="280" y="95683"/>
                    </a:lnTo>
                    <a:cubicBezTo>
                      <a:pt x="-448" y="98252"/>
                      <a:pt x="280" y="100820"/>
                      <a:pt x="2035" y="103175"/>
                    </a:cubicBezTo>
                    <a:cubicBezTo>
                      <a:pt x="3576" y="105187"/>
                      <a:pt x="5631" y="106215"/>
                      <a:pt x="8457" y="106215"/>
                    </a:cubicBezTo>
                    <a:lnTo>
                      <a:pt x="163947" y="106215"/>
                    </a:lnTo>
                    <a:cubicBezTo>
                      <a:pt x="168057" y="106215"/>
                      <a:pt x="172424" y="105444"/>
                      <a:pt x="176234" y="103689"/>
                    </a:cubicBezTo>
                    <a:cubicBezTo>
                      <a:pt x="183940" y="100349"/>
                      <a:pt x="188007" y="98038"/>
                      <a:pt x="191346" y="90332"/>
                    </a:cubicBezTo>
                    <a:cubicBezTo>
                      <a:pt x="193358" y="86222"/>
                      <a:pt x="193530" y="79714"/>
                      <a:pt x="192202" y="73935"/>
                    </a:cubicBezTo>
                    <a:lnTo>
                      <a:pt x="182570" y="35533"/>
                    </a:lnTo>
                    <a:cubicBezTo>
                      <a:pt x="177518" y="19864"/>
                      <a:pt x="161293" y="19393"/>
                      <a:pt x="161293" y="19393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>
                <a:off x="10904547" y="6292761"/>
                <a:ext cx="224159" cy="17424"/>
              </a:xfrm>
              <a:custGeom>
                <a:avLst/>
                <a:gdLst>
                  <a:gd name="connsiteX0" fmla="*/ 215725 w 224159"/>
                  <a:gd name="connsiteY0" fmla="*/ 0 h 17424"/>
                  <a:gd name="connsiteX1" fmla="*/ 8434 w 224159"/>
                  <a:gd name="connsiteY1" fmla="*/ 0 h 17424"/>
                  <a:gd name="connsiteX2" fmla="*/ 0 w 224159"/>
                  <a:gd name="connsiteY2" fmla="*/ 8434 h 17424"/>
                  <a:gd name="connsiteX3" fmla="*/ 0 w 224159"/>
                  <a:gd name="connsiteY3" fmla="*/ 8948 h 17424"/>
                  <a:gd name="connsiteX4" fmla="*/ 8434 w 224159"/>
                  <a:gd name="connsiteY4" fmla="*/ 17424 h 17424"/>
                  <a:gd name="connsiteX5" fmla="*/ 215725 w 224159"/>
                  <a:gd name="connsiteY5" fmla="*/ 17424 h 17424"/>
                  <a:gd name="connsiteX6" fmla="*/ 224159 w 224159"/>
                  <a:gd name="connsiteY6" fmla="*/ 8948 h 17424"/>
                  <a:gd name="connsiteX7" fmla="*/ 224159 w 224159"/>
                  <a:gd name="connsiteY7" fmla="*/ 8434 h 17424"/>
                  <a:gd name="connsiteX8" fmla="*/ 215725 w 224159"/>
                  <a:gd name="connsiteY8" fmla="*/ 0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4159" h="17424">
                    <a:moveTo>
                      <a:pt x="215725" y="0"/>
                    </a:moveTo>
                    <a:lnTo>
                      <a:pt x="8434" y="0"/>
                    </a:lnTo>
                    <a:cubicBezTo>
                      <a:pt x="3853" y="0"/>
                      <a:pt x="0" y="3853"/>
                      <a:pt x="0" y="8434"/>
                    </a:cubicBezTo>
                    <a:lnTo>
                      <a:pt x="0" y="8948"/>
                    </a:lnTo>
                    <a:cubicBezTo>
                      <a:pt x="0" y="13528"/>
                      <a:pt x="3853" y="17424"/>
                      <a:pt x="8434" y="17424"/>
                    </a:cubicBezTo>
                    <a:lnTo>
                      <a:pt x="215725" y="17424"/>
                    </a:lnTo>
                    <a:cubicBezTo>
                      <a:pt x="220306" y="17424"/>
                      <a:pt x="224159" y="13528"/>
                      <a:pt x="224159" y="8948"/>
                    </a:cubicBezTo>
                    <a:lnTo>
                      <a:pt x="224159" y="8434"/>
                    </a:lnTo>
                    <a:cubicBezTo>
                      <a:pt x="224159" y="3853"/>
                      <a:pt x="220306" y="0"/>
                      <a:pt x="215725" y="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11159704" y="6213485"/>
                <a:ext cx="120553" cy="118336"/>
              </a:xfrm>
              <a:custGeom>
                <a:avLst/>
                <a:gdLst>
                  <a:gd name="connsiteX0" fmla="*/ 53383 w 120553"/>
                  <a:gd name="connsiteY0" fmla="*/ 89765 h 118336"/>
                  <a:gd name="connsiteX1" fmla="*/ 61859 w 120553"/>
                  <a:gd name="connsiteY1" fmla="*/ 77436 h 118336"/>
                  <a:gd name="connsiteX2" fmla="*/ 104371 w 120553"/>
                  <a:gd name="connsiteY2" fmla="*/ 112755 h 118336"/>
                  <a:gd name="connsiteX3" fmla="*/ 116144 w 120553"/>
                  <a:gd name="connsiteY3" fmla="*/ 112027 h 118336"/>
                  <a:gd name="connsiteX4" fmla="*/ 118499 w 120553"/>
                  <a:gd name="connsiteY4" fmla="*/ 105606 h 118336"/>
                  <a:gd name="connsiteX5" fmla="*/ 115416 w 120553"/>
                  <a:gd name="connsiteY5" fmla="*/ 99698 h 118336"/>
                  <a:gd name="connsiteX6" fmla="*/ 82409 w 120553"/>
                  <a:gd name="connsiteY6" fmla="*/ 71785 h 118336"/>
                  <a:gd name="connsiteX7" fmla="*/ 112077 w 120553"/>
                  <a:gd name="connsiteY7" fmla="*/ 71785 h 118336"/>
                  <a:gd name="connsiteX8" fmla="*/ 120554 w 120553"/>
                  <a:gd name="connsiteY8" fmla="*/ 63308 h 118336"/>
                  <a:gd name="connsiteX9" fmla="*/ 120554 w 120553"/>
                  <a:gd name="connsiteY9" fmla="*/ 62880 h 118336"/>
                  <a:gd name="connsiteX10" fmla="*/ 112077 w 120553"/>
                  <a:gd name="connsiteY10" fmla="*/ 54446 h 118336"/>
                  <a:gd name="connsiteX11" fmla="*/ 69565 w 120553"/>
                  <a:gd name="connsiteY11" fmla="*/ 54446 h 118336"/>
                  <a:gd name="connsiteX12" fmla="*/ 70636 w 120553"/>
                  <a:gd name="connsiteY12" fmla="*/ 41860 h 118336"/>
                  <a:gd name="connsiteX13" fmla="*/ 70850 w 120553"/>
                  <a:gd name="connsiteY13" fmla="*/ 30857 h 118336"/>
                  <a:gd name="connsiteX14" fmla="*/ 109037 w 120553"/>
                  <a:gd name="connsiteY14" fmla="*/ 30857 h 118336"/>
                  <a:gd name="connsiteX15" fmla="*/ 117471 w 120553"/>
                  <a:gd name="connsiteY15" fmla="*/ 22381 h 118336"/>
                  <a:gd name="connsiteX16" fmla="*/ 117471 w 120553"/>
                  <a:gd name="connsiteY16" fmla="*/ 22167 h 118336"/>
                  <a:gd name="connsiteX17" fmla="*/ 109037 w 120553"/>
                  <a:gd name="connsiteY17" fmla="*/ 13690 h 118336"/>
                  <a:gd name="connsiteX18" fmla="*/ 28338 w 120553"/>
                  <a:gd name="connsiteY18" fmla="*/ 13690 h 118336"/>
                  <a:gd name="connsiteX19" fmla="*/ 28809 w 120553"/>
                  <a:gd name="connsiteY19" fmla="*/ 11935 h 118336"/>
                  <a:gd name="connsiteX20" fmla="*/ 28809 w 120553"/>
                  <a:gd name="connsiteY20" fmla="*/ 5256 h 118336"/>
                  <a:gd name="connsiteX21" fmla="*/ 24186 w 120553"/>
                  <a:gd name="connsiteY21" fmla="*/ 632 h 118336"/>
                  <a:gd name="connsiteX22" fmla="*/ 23715 w 120553"/>
                  <a:gd name="connsiteY22" fmla="*/ 632 h 118336"/>
                  <a:gd name="connsiteX23" fmla="*/ 12926 w 120553"/>
                  <a:gd name="connsiteY23" fmla="*/ 5256 h 118336"/>
                  <a:gd name="connsiteX24" fmla="*/ 7275 w 120553"/>
                  <a:gd name="connsiteY24" fmla="*/ 19341 h 118336"/>
                  <a:gd name="connsiteX25" fmla="*/ 15195 w 120553"/>
                  <a:gd name="connsiteY25" fmla="*/ 30857 h 118336"/>
                  <a:gd name="connsiteX26" fmla="*/ 53383 w 120553"/>
                  <a:gd name="connsiteY26" fmla="*/ 30857 h 118336"/>
                  <a:gd name="connsiteX27" fmla="*/ 53383 w 120553"/>
                  <a:gd name="connsiteY27" fmla="*/ 41860 h 118336"/>
                  <a:gd name="connsiteX28" fmla="*/ 52098 w 120553"/>
                  <a:gd name="connsiteY28" fmla="*/ 54446 h 118336"/>
                  <a:gd name="connsiteX29" fmla="*/ 9330 w 120553"/>
                  <a:gd name="connsiteY29" fmla="*/ 54446 h 118336"/>
                  <a:gd name="connsiteX30" fmla="*/ 853 w 120553"/>
                  <a:gd name="connsiteY30" fmla="*/ 62880 h 118336"/>
                  <a:gd name="connsiteX31" fmla="*/ 853 w 120553"/>
                  <a:gd name="connsiteY31" fmla="*/ 63394 h 118336"/>
                  <a:gd name="connsiteX32" fmla="*/ 9330 w 120553"/>
                  <a:gd name="connsiteY32" fmla="*/ 71870 h 118336"/>
                  <a:gd name="connsiteX33" fmla="*/ 44949 w 120553"/>
                  <a:gd name="connsiteY33" fmla="*/ 71870 h 118336"/>
                  <a:gd name="connsiteX34" fmla="*/ 39555 w 120553"/>
                  <a:gd name="connsiteY34" fmla="*/ 79320 h 118336"/>
                  <a:gd name="connsiteX35" fmla="*/ 5477 w 120553"/>
                  <a:gd name="connsiteY35" fmla="*/ 101624 h 118336"/>
                  <a:gd name="connsiteX36" fmla="*/ 383 w 120553"/>
                  <a:gd name="connsiteY36" fmla="*/ 112327 h 118336"/>
                  <a:gd name="connsiteX37" fmla="*/ 639 w 120553"/>
                  <a:gd name="connsiteY37" fmla="*/ 112841 h 118336"/>
                  <a:gd name="connsiteX38" fmla="*/ 5220 w 120553"/>
                  <a:gd name="connsiteY38" fmla="*/ 117721 h 118336"/>
                  <a:gd name="connsiteX39" fmla="*/ 11642 w 120553"/>
                  <a:gd name="connsiteY39" fmla="*/ 117978 h 118336"/>
                  <a:gd name="connsiteX40" fmla="*/ 53383 w 120553"/>
                  <a:gd name="connsiteY40" fmla="*/ 89765 h 11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0553" h="118336">
                    <a:moveTo>
                      <a:pt x="53383" y="89765"/>
                    </a:moveTo>
                    <a:cubicBezTo>
                      <a:pt x="56722" y="85955"/>
                      <a:pt x="59505" y="81845"/>
                      <a:pt x="61859" y="77436"/>
                    </a:cubicBezTo>
                    <a:lnTo>
                      <a:pt x="104371" y="112755"/>
                    </a:lnTo>
                    <a:cubicBezTo>
                      <a:pt x="107967" y="115880"/>
                      <a:pt x="113062" y="115324"/>
                      <a:pt x="116144" y="112027"/>
                    </a:cubicBezTo>
                    <a:cubicBezTo>
                      <a:pt x="117728" y="109972"/>
                      <a:pt x="118755" y="108131"/>
                      <a:pt x="118499" y="105606"/>
                    </a:cubicBezTo>
                    <a:cubicBezTo>
                      <a:pt x="118199" y="103251"/>
                      <a:pt x="117428" y="101539"/>
                      <a:pt x="115416" y="99698"/>
                    </a:cubicBezTo>
                    <a:lnTo>
                      <a:pt x="82409" y="71785"/>
                    </a:lnTo>
                    <a:lnTo>
                      <a:pt x="112077" y="71785"/>
                    </a:lnTo>
                    <a:cubicBezTo>
                      <a:pt x="116957" y="71785"/>
                      <a:pt x="120554" y="67889"/>
                      <a:pt x="120554" y="63308"/>
                    </a:cubicBezTo>
                    <a:lnTo>
                      <a:pt x="120554" y="62880"/>
                    </a:lnTo>
                    <a:cubicBezTo>
                      <a:pt x="120554" y="58256"/>
                      <a:pt x="116957" y="54446"/>
                      <a:pt x="112077" y="54446"/>
                    </a:cubicBezTo>
                    <a:lnTo>
                      <a:pt x="69565" y="54446"/>
                    </a:lnTo>
                    <a:cubicBezTo>
                      <a:pt x="70336" y="50336"/>
                      <a:pt x="70636" y="46226"/>
                      <a:pt x="70636" y="41860"/>
                    </a:cubicBezTo>
                    <a:lnTo>
                      <a:pt x="70850" y="30857"/>
                    </a:lnTo>
                    <a:lnTo>
                      <a:pt x="109037" y="30857"/>
                    </a:lnTo>
                    <a:cubicBezTo>
                      <a:pt x="113618" y="30857"/>
                      <a:pt x="117471" y="27047"/>
                      <a:pt x="117471" y="22381"/>
                    </a:cubicBezTo>
                    <a:lnTo>
                      <a:pt x="117471" y="22167"/>
                    </a:lnTo>
                    <a:cubicBezTo>
                      <a:pt x="117471" y="17543"/>
                      <a:pt x="113618" y="13690"/>
                      <a:pt x="109037" y="13690"/>
                    </a:cubicBezTo>
                    <a:lnTo>
                      <a:pt x="28338" y="13690"/>
                    </a:lnTo>
                    <a:lnTo>
                      <a:pt x="28809" y="11935"/>
                    </a:lnTo>
                    <a:cubicBezTo>
                      <a:pt x="29837" y="9623"/>
                      <a:pt x="29837" y="7311"/>
                      <a:pt x="28809" y="5256"/>
                    </a:cubicBezTo>
                    <a:cubicBezTo>
                      <a:pt x="28039" y="3201"/>
                      <a:pt x="26240" y="1446"/>
                      <a:pt x="24186" y="632"/>
                    </a:cubicBezTo>
                    <a:lnTo>
                      <a:pt x="23715" y="632"/>
                    </a:lnTo>
                    <a:cubicBezTo>
                      <a:pt x="19562" y="-1123"/>
                      <a:pt x="14467" y="889"/>
                      <a:pt x="12926" y="5256"/>
                    </a:cubicBezTo>
                    <a:lnTo>
                      <a:pt x="7275" y="19341"/>
                    </a:lnTo>
                    <a:cubicBezTo>
                      <a:pt x="5220" y="24949"/>
                      <a:pt x="9073" y="30857"/>
                      <a:pt x="15195" y="30857"/>
                    </a:cubicBezTo>
                    <a:lnTo>
                      <a:pt x="53383" y="30857"/>
                    </a:lnTo>
                    <a:lnTo>
                      <a:pt x="53383" y="41860"/>
                    </a:lnTo>
                    <a:cubicBezTo>
                      <a:pt x="53383" y="46226"/>
                      <a:pt x="52826" y="50550"/>
                      <a:pt x="52098" y="54446"/>
                    </a:cubicBezTo>
                    <a:lnTo>
                      <a:pt x="9330" y="54446"/>
                    </a:lnTo>
                    <a:cubicBezTo>
                      <a:pt x="4706" y="54446"/>
                      <a:pt x="853" y="58256"/>
                      <a:pt x="853" y="62880"/>
                    </a:cubicBezTo>
                    <a:lnTo>
                      <a:pt x="853" y="63394"/>
                    </a:lnTo>
                    <a:cubicBezTo>
                      <a:pt x="853" y="68017"/>
                      <a:pt x="4706" y="71870"/>
                      <a:pt x="9330" y="71870"/>
                    </a:cubicBezTo>
                    <a:lnTo>
                      <a:pt x="44949" y="71870"/>
                    </a:lnTo>
                    <a:cubicBezTo>
                      <a:pt x="43365" y="74396"/>
                      <a:pt x="41653" y="76965"/>
                      <a:pt x="39555" y="79320"/>
                    </a:cubicBezTo>
                    <a:cubicBezTo>
                      <a:pt x="31378" y="88267"/>
                      <a:pt x="19819" y="95930"/>
                      <a:pt x="5477" y="101624"/>
                    </a:cubicBezTo>
                    <a:cubicBezTo>
                      <a:pt x="1110" y="103636"/>
                      <a:pt x="-902" y="108003"/>
                      <a:pt x="383" y="112327"/>
                    </a:cubicBezTo>
                    <a:lnTo>
                      <a:pt x="639" y="112841"/>
                    </a:lnTo>
                    <a:cubicBezTo>
                      <a:pt x="1410" y="115153"/>
                      <a:pt x="3165" y="116737"/>
                      <a:pt x="5220" y="117721"/>
                    </a:cubicBezTo>
                    <a:cubicBezTo>
                      <a:pt x="7275" y="118492"/>
                      <a:pt x="9587" y="118492"/>
                      <a:pt x="11642" y="117978"/>
                    </a:cubicBezTo>
                    <a:cubicBezTo>
                      <a:pt x="29794" y="110529"/>
                      <a:pt x="43622" y="101324"/>
                      <a:pt x="53383" y="89765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11291217" y="6218441"/>
                <a:ext cx="96282" cy="110367"/>
              </a:xfrm>
              <a:custGeom>
                <a:avLst/>
                <a:gdLst>
                  <a:gd name="connsiteX0" fmla="*/ 88362 w 96282"/>
                  <a:gd name="connsiteY0" fmla="*/ 8220 h 110367"/>
                  <a:gd name="connsiteX1" fmla="*/ 68883 w 96282"/>
                  <a:gd name="connsiteY1" fmla="*/ 0 h 110367"/>
                  <a:gd name="connsiteX2" fmla="*/ 27142 w 96282"/>
                  <a:gd name="connsiteY2" fmla="*/ 0 h 110367"/>
                  <a:gd name="connsiteX3" fmla="*/ 2055 w 96282"/>
                  <a:gd name="connsiteY3" fmla="*/ 16910 h 110367"/>
                  <a:gd name="connsiteX4" fmla="*/ 0 w 96282"/>
                  <a:gd name="connsiteY4" fmla="*/ 27399 h 110367"/>
                  <a:gd name="connsiteX5" fmla="*/ 0 w 96282"/>
                  <a:gd name="connsiteY5" fmla="*/ 83011 h 110367"/>
                  <a:gd name="connsiteX6" fmla="*/ 27142 w 96282"/>
                  <a:gd name="connsiteY6" fmla="*/ 110367 h 110367"/>
                  <a:gd name="connsiteX7" fmla="*/ 68883 w 96282"/>
                  <a:gd name="connsiteY7" fmla="*/ 110367 h 110367"/>
                  <a:gd name="connsiteX8" fmla="*/ 79415 w 96282"/>
                  <a:gd name="connsiteY8" fmla="*/ 108056 h 110367"/>
                  <a:gd name="connsiteX9" fmla="*/ 96282 w 96282"/>
                  <a:gd name="connsiteY9" fmla="*/ 82968 h 110367"/>
                  <a:gd name="connsiteX10" fmla="*/ 96282 w 96282"/>
                  <a:gd name="connsiteY10" fmla="*/ 27399 h 110367"/>
                  <a:gd name="connsiteX11" fmla="*/ 88362 w 96282"/>
                  <a:gd name="connsiteY11" fmla="*/ 8220 h 110367"/>
                  <a:gd name="connsiteX12" fmla="*/ 79158 w 96282"/>
                  <a:gd name="connsiteY12" fmla="*/ 83054 h 110367"/>
                  <a:gd name="connsiteX13" fmla="*/ 79072 w 96282"/>
                  <a:gd name="connsiteY13" fmla="*/ 101848 h 110367"/>
                  <a:gd name="connsiteX14" fmla="*/ 63617 w 96282"/>
                  <a:gd name="connsiteY14" fmla="*/ 93072 h 110367"/>
                  <a:gd name="connsiteX15" fmla="*/ 27142 w 96282"/>
                  <a:gd name="connsiteY15" fmla="*/ 93072 h 110367"/>
                  <a:gd name="connsiteX16" fmla="*/ 16868 w 96282"/>
                  <a:gd name="connsiteY16" fmla="*/ 83054 h 110367"/>
                  <a:gd name="connsiteX17" fmla="*/ 16868 w 96282"/>
                  <a:gd name="connsiteY17" fmla="*/ 27399 h 110367"/>
                  <a:gd name="connsiteX18" fmla="*/ 19693 w 96282"/>
                  <a:gd name="connsiteY18" fmla="*/ 20250 h 110367"/>
                  <a:gd name="connsiteX19" fmla="*/ 27142 w 96282"/>
                  <a:gd name="connsiteY19" fmla="*/ 17424 h 110367"/>
                  <a:gd name="connsiteX20" fmla="*/ 68883 w 96282"/>
                  <a:gd name="connsiteY20" fmla="*/ 17424 h 110367"/>
                  <a:gd name="connsiteX21" fmla="*/ 76075 w 96282"/>
                  <a:gd name="connsiteY21" fmla="*/ 20250 h 110367"/>
                  <a:gd name="connsiteX22" fmla="*/ 79158 w 96282"/>
                  <a:gd name="connsiteY22" fmla="*/ 27399 h 110367"/>
                  <a:gd name="connsiteX23" fmla="*/ 79158 w 96282"/>
                  <a:gd name="connsiteY23" fmla="*/ 83054 h 11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82" h="110367">
                    <a:moveTo>
                      <a:pt x="88362" y="8220"/>
                    </a:moveTo>
                    <a:cubicBezTo>
                      <a:pt x="83268" y="3125"/>
                      <a:pt x="76332" y="0"/>
                      <a:pt x="68883" y="0"/>
                    </a:cubicBezTo>
                    <a:lnTo>
                      <a:pt x="27142" y="0"/>
                    </a:lnTo>
                    <a:cubicBezTo>
                      <a:pt x="15883" y="0"/>
                      <a:pt x="6379" y="6935"/>
                      <a:pt x="2055" y="16910"/>
                    </a:cubicBezTo>
                    <a:cubicBezTo>
                      <a:pt x="471" y="20250"/>
                      <a:pt x="0" y="23846"/>
                      <a:pt x="0" y="27399"/>
                    </a:cubicBezTo>
                    <a:lnTo>
                      <a:pt x="0" y="83011"/>
                    </a:lnTo>
                    <a:cubicBezTo>
                      <a:pt x="0" y="98123"/>
                      <a:pt x="11987" y="110367"/>
                      <a:pt x="27142" y="110367"/>
                    </a:cubicBezTo>
                    <a:lnTo>
                      <a:pt x="68883" y="110367"/>
                    </a:lnTo>
                    <a:cubicBezTo>
                      <a:pt x="72736" y="110367"/>
                      <a:pt x="76075" y="109640"/>
                      <a:pt x="79415" y="108056"/>
                    </a:cubicBezTo>
                    <a:cubicBezTo>
                      <a:pt x="89647" y="103732"/>
                      <a:pt x="96282" y="94227"/>
                      <a:pt x="96282" y="82968"/>
                    </a:cubicBezTo>
                    <a:lnTo>
                      <a:pt x="96282" y="27399"/>
                    </a:lnTo>
                    <a:cubicBezTo>
                      <a:pt x="96282" y="19993"/>
                      <a:pt x="93457" y="13314"/>
                      <a:pt x="88362" y="8220"/>
                    </a:cubicBezTo>
                    <a:close/>
                    <a:moveTo>
                      <a:pt x="79158" y="83054"/>
                    </a:moveTo>
                    <a:lnTo>
                      <a:pt x="79072" y="101848"/>
                    </a:lnTo>
                    <a:cubicBezTo>
                      <a:pt x="79072" y="101848"/>
                      <a:pt x="70724" y="93072"/>
                      <a:pt x="63617" y="93072"/>
                    </a:cubicBezTo>
                    <a:lnTo>
                      <a:pt x="27142" y="93072"/>
                    </a:lnTo>
                    <a:cubicBezTo>
                      <a:pt x="21277" y="93072"/>
                      <a:pt x="16868" y="88962"/>
                      <a:pt x="16868" y="83054"/>
                    </a:cubicBezTo>
                    <a:lnTo>
                      <a:pt x="16868" y="27399"/>
                    </a:lnTo>
                    <a:cubicBezTo>
                      <a:pt x="16868" y="24616"/>
                      <a:pt x="17895" y="22048"/>
                      <a:pt x="19693" y="20250"/>
                    </a:cubicBezTo>
                    <a:cubicBezTo>
                      <a:pt x="21748" y="18452"/>
                      <a:pt x="24060" y="17424"/>
                      <a:pt x="27142" y="17424"/>
                    </a:cubicBezTo>
                    <a:lnTo>
                      <a:pt x="68883" y="17424"/>
                    </a:lnTo>
                    <a:cubicBezTo>
                      <a:pt x="71923" y="17424"/>
                      <a:pt x="74277" y="18452"/>
                      <a:pt x="76075" y="20250"/>
                    </a:cubicBezTo>
                    <a:cubicBezTo>
                      <a:pt x="78344" y="22048"/>
                      <a:pt x="79158" y="24616"/>
                      <a:pt x="79158" y="27399"/>
                    </a:cubicBezTo>
                    <a:lnTo>
                      <a:pt x="79158" y="83054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11203968" y="6382708"/>
                <a:ext cx="137894" cy="17124"/>
              </a:xfrm>
              <a:custGeom>
                <a:avLst/>
                <a:gdLst>
                  <a:gd name="connsiteX0" fmla="*/ 0 w 137894"/>
                  <a:gd name="connsiteY0" fmla="*/ 0 h 17124"/>
                  <a:gd name="connsiteX1" fmla="*/ 214 w 137894"/>
                  <a:gd name="connsiteY1" fmla="*/ 17124 h 17124"/>
                  <a:gd name="connsiteX2" fmla="*/ 137809 w 137894"/>
                  <a:gd name="connsiteY2" fmla="*/ 17124 h 17124"/>
                  <a:gd name="connsiteX3" fmla="*/ 137895 w 137894"/>
                  <a:gd name="connsiteY3" fmla="*/ 0 h 17124"/>
                  <a:gd name="connsiteX4" fmla="*/ 0 w 137894"/>
                  <a:gd name="connsiteY4" fmla="*/ 0 h 1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894" h="17124">
                    <a:moveTo>
                      <a:pt x="0" y="0"/>
                    </a:moveTo>
                    <a:cubicBezTo>
                      <a:pt x="0" y="43"/>
                      <a:pt x="214" y="17124"/>
                      <a:pt x="214" y="17124"/>
                    </a:cubicBezTo>
                    <a:lnTo>
                      <a:pt x="137809" y="17124"/>
                    </a:lnTo>
                    <a:lnTo>
                      <a:pt x="1378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11173615" y="6340153"/>
                <a:ext cx="198729" cy="102746"/>
              </a:xfrm>
              <a:custGeom>
                <a:avLst/>
                <a:gdLst>
                  <a:gd name="connsiteX0" fmla="*/ 182376 w 198729"/>
                  <a:gd name="connsiteY0" fmla="*/ 2269 h 102746"/>
                  <a:gd name="connsiteX1" fmla="*/ 172101 w 198729"/>
                  <a:gd name="connsiteY1" fmla="*/ 0 h 102746"/>
                  <a:gd name="connsiteX2" fmla="*/ 26885 w 198729"/>
                  <a:gd name="connsiteY2" fmla="*/ 0 h 102746"/>
                  <a:gd name="connsiteX3" fmla="*/ 16654 w 198729"/>
                  <a:gd name="connsiteY3" fmla="*/ 2269 h 102746"/>
                  <a:gd name="connsiteX4" fmla="*/ 0 w 198729"/>
                  <a:gd name="connsiteY4" fmla="*/ 27399 h 102746"/>
                  <a:gd name="connsiteX5" fmla="*/ 0 w 198729"/>
                  <a:gd name="connsiteY5" fmla="*/ 75262 h 102746"/>
                  <a:gd name="connsiteX6" fmla="*/ 16654 w 198729"/>
                  <a:gd name="connsiteY6" fmla="*/ 100692 h 102746"/>
                  <a:gd name="connsiteX7" fmla="*/ 26885 w 198729"/>
                  <a:gd name="connsiteY7" fmla="*/ 102747 h 102746"/>
                  <a:gd name="connsiteX8" fmla="*/ 135968 w 198729"/>
                  <a:gd name="connsiteY8" fmla="*/ 102747 h 102746"/>
                  <a:gd name="connsiteX9" fmla="*/ 166921 w 198729"/>
                  <a:gd name="connsiteY9" fmla="*/ 85580 h 102746"/>
                  <a:gd name="connsiteX10" fmla="*/ 26885 w 198729"/>
                  <a:gd name="connsiteY10" fmla="*/ 85580 h 102746"/>
                  <a:gd name="connsiteX11" fmla="*/ 19993 w 198729"/>
                  <a:gd name="connsiteY11" fmla="*/ 82754 h 102746"/>
                  <a:gd name="connsiteX12" fmla="*/ 17167 w 198729"/>
                  <a:gd name="connsiteY12" fmla="*/ 75262 h 102746"/>
                  <a:gd name="connsiteX13" fmla="*/ 17167 w 198729"/>
                  <a:gd name="connsiteY13" fmla="*/ 27442 h 102746"/>
                  <a:gd name="connsiteX14" fmla="*/ 19993 w 198729"/>
                  <a:gd name="connsiteY14" fmla="*/ 19993 h 102746"/>
                  <a:gd name="connsiteX15" fmla="*/ 26885 w 198729"/>
                  <a:gd name="connsiteY15" fmla="*/ 17167 h 102746"/>
                  <a:gd name="connsiteX16" fmla="*/ 172101 w 198729"/>
                  <a:gd name="connsiteY16" fmla="*/ 17167 h 102746"/>
                  <a:gd name="connsiteX17" fmla="*/ 178994 w 198729"/>
                  <a:gd name="connsiteY17" fmla="*/ 19993 h 102746"/>
                  <a:gd name="connsiteX18" fmla="*/ 181819 w 198729"/>
                  <a:gd name="connsiteY18" fmla="*/ 27442 h 102746"/>
                  <a:gd name="connsiteX19" fmla="*/ 181819 w 198729"/>
                  <a:gd name="connsiteY19" fmla="*/ 75305 h 102746"/>
                  <a:gd name="connsiteX20" fmla="*/ 166621 w 198729"/>
                  <a:gd name="connsiteY20" fmla="*/ 102747 h 102746"/>
                  <a:gd name="connsiteX21" fmla="*/ 198729 w 198729"/>
                  <a:gd name="connsiteY21" fmla="*/ 75305 h 102746"/>
                  <a:gd name="connsiteX22" fmla="*/ 198729 w 198729"/>
                  <a:gd name="connsiteY22" fmla="*/ 27442 h 102746"/>
                  <a:gd name="connsiteX23" fmla="*/ 182376 w 198729"/>
                  <a:gd name="connsiteY23" fmla="*/ 2269 h 10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729" h="102746">
                    <a:moveTo>
                      <a:pt x="182376" y="2269"/>
                    </a:moveTo>
                    <a:cubicBezTo>
                      <a:pt x="179036" y="771"/>
                      <a:pt x="175997" y="0"/>
                      <a:pt x="172101" y="0"/>
                    </a:cubicBezTo>
                    <a:lnTo>
                      <a:pt x="26885" y="0"/>
                    </a:lnTo>
                    <a:cubicBezTo>
                      <a:pt x="23032" y="0"/>
                      <a:pt x="19993" y="771"/>
                      <a:pt x="16654" y="2269"/>
                    </a:cubicBezTo>
                    <a:cubicBezTo>
                      <a:pt x="6636" y="6636"/>
                      <a:pt x="0" y="16354"/>
                      <a:pt x="0" y="27399"/>
                    </a:cubicBezTo>
                    <a:lnTo>
                      <a:pt x="0" y="75262"/>
                    </a:lnTo>
                    <a:cubicBezTo>
                      <a:pt x="0" y="86564"/>
                      <a:pt x="6679" y="96068"/>
                      <a:pt x="16654" y="100692"/>
                    </a:cubicBezTo>
                    <a:cubicBezTo>
                      <a:pt x="19993" y="101934"/>
                      <a:pt x="23032" y="102747"/>
                      <a:pt x="26885" y="102747"/>
                    </a:cubicBezTo>
                    <a:lnTo>
                      <a:pt x="135968" y="102747"/>
                    </a:lnTo>
                    <a:cubicBezTo>
                      <a:pt x="159771" y="102747"/>
                      <a:pt x="166921" y="85580"/>
                      <a:pt x="166921" y="85580"/>
                    </a:cubicBezTo>
                    <a:lnTo>
                      <a:pt x="26885" y="85580"/>
                    </a:lnTo>
                    <a:cubicBezTo>
                      <a:pt x="24317" y="85580"/>
                      <a:pt x="22005" y="84552"/>
                      <a:pt x="19993" y="82754"/>
                    </a:cubicBezTo>
                    <a:cubicBezTo>
                      <a:pt x="18195" y="80913"/>
                      <a:pt x="17167" y="78345"/>
                      <a:pt x="17167" y="75262"/>
                    </a:cubicBezTo>
                    <a:lnTo>
                      <a:pt x="17167" y="27442"/>
                    </a:lnTo>
                    <a:cubicBezTo>
                      <a:pt x="17167" y="24360"/>
                      <a:pt x="18195" y="22048"/>
                      <a:pt x="19993" y="19993"/>
                    </a:cubicBezTo>
                    <a:cubicBezTo>
                      <a:pt x="22005" y="18238"/>
                      <a:pt x="24360" y="17167"/>
                      <a:pt x="26885" y="17167"/>
                    </a:cubicBezTo>
                    <a:lnTo>
                      <a:pt x="172101" y="17167"/>
                    </a:lnTo>
                    <a:cubicBezTo>
                      <a:pt x="174670" y="17167"/>
                      <a:pt x="176981" y="18238"/>
                      <a:pt x="178994" y="19993"/>
                    </a:cubicBezTo>
                    <a:cubicBezTo>
                      <a:pt x="180792" y="22048"/>
                      <a:pt x="181819" y="24360"/>
                      <a:pt x="181819" y="27442"/>
                    </a:cubicBezTo>
                    <a:lnTo>
                      <a:pt x="181819" y="75305"/>
                    </a:lnTo>
                    <a:cubicBezTo>
                      <a:pt x="181819" y="76461"/>
                      <a:pt x="183317" y="93628"/>
                      <a:pt x="166621" y="102747"/>
                    </a:cubicBezTo>
                    <a:cubicBezTo>
                      <a:pt x="169875" y="102576"/>
                      <a:pt x="196846" y="100906"/>
                      <a:pt x="198729" y="75305"/>
                    </a:cubicBezTo>
                    <a:lnTo>
                      <a:pt x="198729" y="27442"/>
                    </a:lnTo>
                    <a:cubicBezTo>
                      <a:pt x="198772" y="16397"/>
                      <a:pt x="192393" y="6679"/>
                      <a:pt x="182376" y="2269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11418348" y="6381894"/>
                <a:ext cx="34186" cy="55644"/>
              </a:xfrm>
              <a:custGeom>
                <a:avLst/>
                <a:gdLst>
                  <a:gd name="connsiteX0" fmla="*/ 33796 w 34186"/>
                  <a:gd name="connsiteY0" fmla="*/ 10660 h 55644"/>
                  <a:gd name="connsiteX1" fmla="*/ 16115 w 34186"/>
                  <a:gd name="connsiteY1" fmla="*/ 51930 h 55644"/>
                  <a:gd name="connsiteX2" fmla="*/ 10464 w 34186"/>
                  <a:gd name="connsiteY2" fmla="*/ 55483 h 55644"/>
                  <a:gd name="connsiteX3" fmla="*/ 3871 w 34186"/>
                  <a:gd name="connsiteY3" fmla="*/ 53942 h 55644"/>
                  <a:gd name="connsiteX4" fmla="*/ 3272 w 34186"/>
                  <a:gd name="connsiteY4" fmla="*/ 53642 h 55644"/>
                  <a:gd name="connsiteX5" fmla="*/ 1217 w 34186"/>
                  <a:gd name="connsiteY5" fmla="*/ 42426 h 55644"/>
                  <a:gd name="connsiteX6" fmla="*/ 10464 w 34186"/>
                  <a:gd name="connsiteY6" fmla="*/ 25216 h 55644"/>
                  <a:gd name="connsiteX7" fmla="*/ 17143 w 34186"/>
                  <a:gd name="connsiteY7" fmla="*/ 6250 h 55644"/>
                  <a:gd name="connsiteX8" fmla="*/ 26861 w 34186"/>
                  <a:gd name="connsiteY8" fmla="*/ 128 h 55644"/>
                  <a:gd name="connsiteX9" fmla="*/ 27417 w 34186"/>
                  <a:gd name="connsiteY9" fmla="*/ 128 h 55644"/>
                  <a:gd name="connsiteX10" fmla="*/ 33026 w 34186"/>
                  <a:gd name="connsiteY10" fmla="*/ 3981 h 55644"/>
                  <a:gd name="connsiteX11" fmla="*/ 33796 w 34186"/>
                  <a:gd name="connsiteY11" fmla="*/ 10660 h 5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86" h="55644">
                    <a:moveTo>
                      <a:pt x="33796" y="10660"/>
                    </a:moveTo>
                    <a:cubicBezTo>
                      <a:pt x="30243" y="25515"/>
                      <a:pt x="24078" y="38787"/>
                      <a:pt x="16115" y="51930"/>
                    </a:cubicBezTo>
                    <a:cubicBezTo>
                      <a:pt x="14831" y="53642"/>
                      <a:pt x="13033" y="55226"/>
                      <a:pt x="10464" y="55483"/>
                    </a:cubicBezTo>
                    <a:cubicBezTo>
                      <a:pt x="8152" y="55997"/>
                      <a:pt x="5841" y="55226"/>
                      <a:pt x="3871" y="53942"/>
                    </a:cubicBezTo>
                    <a:lnTo>
                      <a:pt x="3272" y="53642"/>
                    </a:lnTo>
                    <a:cubicBezTo>
                      <a:pt x="-25" y="51116"/>
                      <a:pt x="-1052" y="46236"/>
                      <a:pt x="1217" y="42426"/>
                    </a:cubicBezTo>
                    <a:cubicBezTo>
                      <a:pt x="4813" y="37032"/>
                      <a:pt x="7896" y="31124"/>
                      <a:pt x="10464" y="25216"/>
                    </a:cubicBezTo>
                    <a:cubicBezTo>
                      <a:pt x="13290" y="19308"/>
                      <a:pt x="15345" y="13186"/>
                      <a:pt x="17143" y="6250"/>
                    </a:cubicBezTo>
                    <a:cubicBezTo>
                      <a:pt x="18170" y="2140"/>
                      <a:pt x="22537" y="-642"/>
                      <a:pt x="26861" y="128"/>
                    </a:cubicBezTo>
                    <a:lnTo>
                      <a:pt x="27417" y="128"/>
                    </a:lnTo>
                    <a:cubicBezTo>
                      <a:pt x="29686" y="642"/>
                      <a:pt x="31485" y="2140"/>
                      <a:pt x="33026" y="3981"/>
                    </a:cubicBezTo>
                    <a:cubicBezTo>
                      <a:pt x="34053" y="6079"/>
                      <a:pt x="34610" y="8348"/>
                      <a:pt x="33796" y="1066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11419351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7 w 103517"/>
                  <a:gd name="connsiteY1" fmla="*/ 14599 h 95254"/>
                  <a:gd name="connsiteX2" fmla="*/ 103517 w 103517"/>
                  <a:gd name="connsiteY2" fmla="*/ 15155 h 95254"/>
                  <a:gd name="connsiteX3" fmla="*/ 95084 w 103517"/>
                  <a:gd name="connsiteY3" fmla="*/ 23589 h 95254"/>
                  <a:gd name="connsiteX4" fmla="*/ 60492 w 103517"/>
                  <a:gd name="connsiteY4" fmla="*/ 23589 h 95254"/>
                  <a:gd name="connsiteX5" fmla="*/ 60492 w 103517"/>
                  <a:gd name="connsiteY5" fmla="*/ 36133 h 95254"/>
                  <a:gd name="connsiteX6" fmla="*/ 92986 w 103517"/>
                  <a:gd name="connsiteY6" fmla="*/ 36133 h 95254"/>
                  <a:gd name="connsiteX7" fmla="*/ 101505 w 103517"/>
                  <a:gd name="connsiteY7" fmla="*/ 44566 h 95254"/>
                  <a:gd name="connsiteX8" fmla="*/ 101505 w 103517"/>
                  <a:gd name="connsiteY8" fmla="*/ 44823 h 95254"/>
                  <a:gd name="connsiteX9" fmla="*/ 92986 w 103517"/>
                  <a:gd name="connsiteY9" fmla="*/ 53257 h 95254"/>
                  <a:gd name="connsiteX10" fmla="*/ 60492 w 103517"/>
                  <a:gd name="connsiteY10" fmla="*/ 53257 h 95254"/>
                  <a:gd name="connsiteX11" fmla="*/ 60492 w 103517"/>
                  <a:gd name="connsiteY11" fmla="*/ 66143 h 95254"/>
                  <a:gd name="connsiteX12" fmla="*/ 95084 w 103517"/>
                  <a:gd name="connsiteY12" fmla="*/ 66143 h 95254"/>
                  <a:gd name="connsiteX13" fmla="*/ 103517 w 103517"/>
                  <a:gd name="connsiteY13" fmla="*/ 74577 h 95254"/>
                  <a:gd name="connsiteX14" fmla="*/ 103517 w 103517"/>
                  <a:gd name="connsiteY14" fmla="*/ 74791 h 95254"/>
                  <a:gd name="connsiteX15" fmla="*/ 95084 w 103517"/>
                  <a:gd name="connsiteY15" fmla="*/ 83268 h 95254"/>
                  <a:gd name="connsiteX16" fmla="*/ 60492 w 103517"/>
                  <a:gd name="connsiteY16" fmla="*/ 83268 h 95254"/>
                  <a:gd name="connsiteX17" fmla="*/ 40628 w 103517"/>
                  <a:gd name="connsiteY17" fmla="*/ 95255 h 95254"/>
                  <a:gd name="connsiteX18" fmla="*/ 43325 w 103517"/>
                  <a:gd name="connsiteY18" fmla="*/ 83268 h 95254"/>
                  <a:gd name="connsiteX19" fmla="*/ 8477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77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88 w 103517"/>
                  <a:gd name="connsiteY25" fmla="*/ 53257 h 95254"/>
                  <a:gd name="connsiteX26" fmla="*/ 2269 w 103517"/>
                  <a:gd name="connsiteY26" fmla="*/ 44823 h 95254"/>
                  <a:gd name="connsiteX27" fmla="*/ 2269 w 103517"/>
                  <a:gd name="connsiteY27" fmla="*/ 44566 h 95254"/>
                  <a:gd name="connsiteX28" fmla="*/ 10788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77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77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93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664" y="6165"/>
                      <a:pt x="103517" y="10275"/>
                      <a:pt x="103517" y="14599"/>
                    </a:cubicBezTo>
                    <a:lnTo>
                      <a:pt x="103517" y="15155"/>
                    </a:lnTo>
                    <a:cubicBezTo>
                      <a:pt x="103517" y="19779"/>
                      <a:pt x="99664" y="23589"/>
                      <a:pt x="95084" y="23589"/>
                    </a:cubicBezTo>
                    <a:lnTo>
                      <a:pt x="60492" y="23589"/>
                    </a:lnTo>
                    <a:lnTo>
                      <a:pt x="60492" y="36133"/>
                    </a:lnTo>
                    <a:lnTo>
                      <a:pt x="92986" y="36133"/>
                    </a:lnTo>
                    <a:cubicBezTo>
                      <a:pt x="97609" y="36133"/>
                      <a:pt x="101505" y="39729"/>
                      <a:pt x="101505" y="44566"/>
                    </a:cubicBezTo>
                    <a:lnTo>
                      <a:pt x="101505" y="44823"/>
                    </a:lnTo>
                    <a:cubicBezTo>
                      <a:pt x="101505" y="49447"/>
                      <a:pt x="97652" y="53257"/>
                      <a:pt x="92986" y="53257"/>
                    </a:cubicBezTo>
                    <a:lnTo>
                      <a:pt x="60492" y="53257"/>
                    </a:lnTo>
                    <a:lnTo>
                      <a:pt x="60492" y="66143"/>
                    </a:lnTo>
                    <a:lnTo>
                      <a:pt x="95084" y="66143"/>
                    </a:lnTo>
                    <a:cubicBezTo>
                      <a:pt x="99664" y="66143"/>
                      <a:pt x="103517" y="69954"/>
                      <a:pt x="103517" y="74577"/>
                    </a:cubicBezTo>
                    <a:lnTo>
                      <a:pt x="103517" y="74791"/>
                    </a:lnTo>
                    <a:cubicBezTo>
                      <a:pt x="103517" y="79458"/>
                      <a:pt x="99664" y="83268"/>
                      <a:pt x="95084" y="83268"/>
                    </a:cubicBezTo>
                    <a:lnTo>
                      <a:pt x="60492" y="83268"/>
                    </a:lnTo>
                    <a:cubicBezTo>
                      <a:pt x="60492" y="83268"/>
                      <a:pt x="54028" y="95255"/>
                      <a:pt x="40628" y="95255"/>
                    </a:cubicBezTo>
                    <a:cubicBezTo>
                      <a:pt x="37117" y="95255"/>
                      <a:pt x="44909" y="88790"/>
                      <a:pt x="43325" y="83268"/>
                    </a:cubicBezTo>
                    <a:lnTo>
                      <a:pt x="8477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10" y="66143"/>
                      <a:pt x="8477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88" y="53257"/>
                    </a:lnTo>
                    <a:cubicBezTo>
                      <a:pt x="6165" y="53257"/>
                      <a:pt x="2269" y="49447"/>
                      <a:pt x="2269" y="44823"/>
                    </a:cubicBezTo>
                    <a:lnTo>
                      <a:pt x="2269" y="44566"/>
                    </a:lnTo>
                    <a:cubicBezTo>
                      <a:pt x="2269" y="39729"/>
                      <a:pt x="6165" y="36133"/>
                      <a:pt x="10788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77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10" y="6165"/>
                      <a:pt x="8477" y="6165"/>
                    </a:cubicBezTo>
                    <a:lnTo>
                      <a:pt x="43539" y="6165"/>
                    </a:lnTo>
                    <a:cubicBezTo>
                      <a:pt x="44566" y="2868"/>
                      <a:pt x="47692" y="0"/>
                      <a:pt x="51716" y="0"/>
                    </a:cubicBezTo>
                    <a:lnTo>
                      <a:pt x="52016" y="0"/>
                    </a:lnTo>
                    <a:cubicBezTo>
                      <a:pt x="55869" y="0"/>
                      <a:pt x="59165" y="2826"/>
                      <a:pt x="60193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11536568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8 w 103517"/>
                  <a:gd name="connsiteY1" fmla="*/ 14599 h 95254"/>
                  <a:gd name="connsiteX2" fmla="*/ 103518 w 103517"/>
                  <a:gd name="connsiteY2" fmla="*/ 15155 h 95254"/>
                  <a:gd name="connsiteX3" fmla="*/ 95084 w 103517"/>
                  <a:gd name="connsiteY3" fmla="*/ 23589 h 95254"/>
                  <a:gd name="connsiteX4" fmla="*/ 60449 w 103517"/>
                  <a:gd name="connsiteY4" fmla="*/ 23589 h 95254"/>
                  <a:gd name="connsiteX5" fmla="*/ 60449 w 103517"/>
                  <a:gd name="connsiteY5" fmla="*/ 36133 h 95254"/>
                  <a:gd name="connsiteX6" fmla="*/ 92986 w 103517"/>
                  <a:gd name="connsiteY6" fmla="*/ 36133 h 95254"/>
                  <a:gd name="connsiteX7" fmla="*/ 101463 w 103517"/>
                  <a:gd name="connsiteY7" fmla="*/ 44566 h 95254"/>
                  <a:gd name="connsiteX8" fmla="*/ 101463 w 103517"/>
                  <a:gd name="connsiteY8" fmla="*/ 44823 h 95254"/>
                  <a:gd name="connsiteX9" fmla="*/ 92986 w 103517"/>
                  <a:gd name="connsiteY9" fmla="*/ 53257 h 95254"/>
                  <a:gd name="connsiteX10" fmla="*/ 60449 w 103517"/>
                  <a:gd name="connsiteY10" fmla="*/ 53257 h 95254"/>
                  <a:gd name="connsiteX11" fmla="*/ 60449 w 103517"/>
                  <a:gd name="connsiteY11" fmla="*/ 66143 h 95254"/>
                  <a:gd name="connsiteX12" fmla="*/ 95084 w 103517"/>
                  <a:gd name="connsiteY12" fmla="*/ 66143 h 95254"/>
                  <a:gd name="connsiteX13" fmla="*/ 103518 w 103517"/>
                  <a:gd name="connsiteY13" fmla="*/ 74577 h 95254"/>
                  <a:gd name="connsiteX14" fmla="*/ 103518 w 103517"/>
                  <a:gd name="connsiteY14" fmla="*/ 74791 h 95254"/>
                  <a:gd name="connsiteX15" fmla="*/ 95084 w 103517"/>
                  <a:gd name="connsiteY15" fmla="*/ 83268 h 95254"/>
                  <a:gd name="connsiteX16" fmla="*/ 60449 w 103517"/>
                  <a:gd name="connsiteY16" fmla="*/ 83268 h 95254"/>
                  <a:gd name="connsiteX17" fmla="*/ 40585 w 103517"/>
                  <a:gd name="connsiteY17" fmla="*/ 95255 h 95254"/>
                  <a:gd name="connsiteX18" fmla="*/ 43325 w 103517"/>
                  <a:gd name="connsiteY18" fmla="*/ 83268 h 95254"/>
                  <a:gd name="connsiteX19" fmla="*/ 8434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34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46 w 103517"/>
                  <a:gd name="connsiteY25" fmla="*/ 53257 h 95254"/>
                  <a:gd name="connsiteX26" fmla="*/ 2312 w 103517"/>
                  <a:gd name="connsiteY26" fmla="*/ 44823 h 95254"/>
                  <a:gd name="connsiteX27" fmla="*/ 2312 w 103517"/>
                  <a:gd name="connsiteY27" fmla="*/ 44566 h 95254"/>
                  <a:gd name="connsiteX28" fmla="*/ 10746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34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34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50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707" y="6165"/>
                      <a:pt x="103518" y="10275"/>
                      <a:pt x="103518" y="14599"/>
                    </a:cubicBezTo>
                    <a:lnTo>
                      <a:pt x="103518" y="15155"/>
                    </a:lnTo>
                    <a:cubicBezTo>
                      <a:pt x="103518" y="19779"/>
                      <a:pt x="99707" y="23589"/>
                      <a:pt x="95084" y="23589"/>
                    </a:cubicBezTo>
                    <a:lnTo>
                      <a:pt x="60449" y="23589"/>
                    </a:lnTo>
                    <a:lnTo>
                      <a:pt x="60449" y="36133"/>
                    </a:lnTo>
                    <a:lnTo>
                      <a:pt x="92986" y="36133"/>
                    </a:lnTo>
                    <a:cubicBezTo>
                      <a:pt x="97652" y="36133"/>
                      <a:pt x="101463" y="39729"/>
                      <a:pt x="101463" y="44566"/>
                    </a:cubicBezTo>
                    <a:lnTo>
                      <a:pt x="101463" y="44823"/>
                    </a:lnTo>
                    <a:cubicBezTo>
                      <a:pt x="101463" y="49447"/>
                      <a:pt x="97652" y="53257"/>
                      <a:pt x="92986" y="53257"/>
                    </a:cubicBezTo>
                    <a:lnTo>
                      <a:pt x="60449" y="53257"/>
                    </a:lnTo>
                    <a:lnTo>
                      <a:pt x="60449" y="66143"/>
                    </a:lnTo>
                    <a:lnTo>
                      <a:pt x="95084" y="66143"/>
                    </a:lnTo>
                    <a:cubicBezTo>
                      <a:pt x="99707" y="66143"/>
                      <a:pt x="103518" y="69954"/>
                      <a:pt x="103518" y="74577"/>
                    </a:cubicBezTo>
                    <a:lnTo>
                      <a:pt x="103518" y="74791"/>
                    </a:lnTo>
                    <a:cubicBezTo>
                      <a:pt x="103518" y="79458"/>
                      <a:pt x="99707" y="83268"/>
                      <a:pt x="95084" y="83268"/>
                    </a:cubicBezTo>
                    <a:lnTo>
                      <a:pt x="60449" y="83268"/>
                    </a:lnTo>
                    <a:cubicBezTo>
                      <a:pt x="60449" y="83268"/>
                      <a:pt x="53985" y="95255"/>
                      <a:pt x="40585" y="95255"/>
                    </a:cubicBezTo>
                    <a:cubicBezTo>
                      <a:pt x="37074" y="95255"/>
                      <a:pt x="44866" y="88790"/>
                      <a:pt x="43325" y="83268"/>
                    </a:cubicBezTo>
                    <a:lnTo>
                      <a:pt x="8434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53" y="66143"/>
                      <a:pt x="8434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46" y="53257"/>
                    </a:lnTo>
                    <a:cubicBezTo>
                      <a:pt x="6122" y="53257"/>
                      <a:pt x="2312" y="49447"/>
                      <a:pt x="2312" y="44823"/>
                    </a:cubicBezTo>
                    <a:lnTo>
                      <a:pt x="2312" y="44566"/>
                    </a:lnTo>
                    <a:cubicBezTo>
                      <a:pt x="2312" y="39729"/>
                      <a:pt x="6122" y="36133"/>
                      <a:pt x="10746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34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53" y="6165"/>
                      <a:pt x="8434" y="6165"/>
                    </a:cubicBezTo>
                    <a:lnTo>
                      <a:pt x="43539" y="6165"/>
                    </a:lnTo>
                    <a:cubicBezTo>
                      <a:pt x="44524" y="2868"/>
                      <a:pt x="47649" y="0"/>
                      <a:pt x="51716" y="0"/>
                    </a:cubicBezTo>
                    <a:lnTo>
                      <a:pt x="52016" y="0"/>
                    </a:lnTo>
                    <a:cubicBezTo>
                      <a:pt x="55826" y="0"/>
                      <a:pt x="59165" y="2826"/>
                      <a:pt x="60150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11425002" y="6306332"/>
                <a:ext cx="213114" cy="70253"/>
              </a:xfrm>
              <a:custGeom>
                <a:avLst/>
                <a:gdLst>
                  <a:gd name="connsiteX0" fmla="*/ 206221 w 213114"/>
                  <a:gd name="connsiteY0" fmla="*/ 6422 h 70253"/>
                  <a:gd name="connsiteX1" fmla="*/ 190339 w 213114"/>
                  <a:gd name="connsiteY1" fmla="*/ 0 h 70253"/>
                  <a:gd name="connsiteX2" fmla="*/ 8434 w 213114"/>
                  <a:gd name="connsiteY2" fmla="*/ 0 h 70253"/>
                  <a:gd name="connsiteX3" fmla="*/ 0 w 213114"/>
                  <a:gd name="connsiteY3" fmla="*/ 8477 h 70253"/>
                  <a:gd name="connsiteX4" fmla="*/ 0 w 213114"/>
                  <a:gd name="connsiteY4" fmla="*/ 8990 h 70253"/>
                  <a:gd name="connsiteX5" fmla="*/ 8434 w 213114"/>
                  <a:gd name="connsiteY5" fmla="*/ 17424 h 70253"/>
                  <a:gd name="connsiteX6" fmla="*/ 190339 w 213114"/>
                  <a:gd name="connsiteY6" fmla="*/ 17424 h 70253"/>
                  <a:gd name="connsiteX7" fmla="*/ 195433 w 213114"/>
                  <a:gd name="connsiteY7" fmla="*/ 22818 h 70253"/>
                  <a:gd name="connsiteX8" fmla="*/ 195433 w 213114"/>
                  <a:gd name="connsiteY8" fmla="*/ 47692 h 70253"/>
                  <a:gd name="connsiteX9" fmla="*/ 190339 w 213114"/>
                  <a:gd name="connsiteY9" fmla="*/ 53129 h 70253"/>
                  <a:gd name="connsiteX10" fmla="*/ 8434 w 213114"/>
                  <a:gd name="connsiteY10" fmla="*/ 53129 h 70253"/>
                  <a:gd name="connsiteX11" fmla="*/ 0 w 213114"/>
                  <a:gd name="connsiteY11" fmla="*/ 61563 h 70253"/>
                  <a:gd name="connsiteX12" fmla="*/ 0 w 213114"/>
                  <a:gd name="connsiteY12" fmla="*/ 62076 h 70253"/>
                  <a:gd name="connsiteX13" fmla="*/ 8434 w 213114"/>
                  <a:gd name="connsiteY13" fmla="*/ 70253 h 70253"/>
                  <a:gd name="connsiteX14" fmla="*/ 190339 w 213114"/>
                  <a:gd name="connsiteY14" fmla="*/ 70253 h 70253"/>
                  <a:gd name="connsiteX15" fmla="*/ 206221 w 213114"/>
                  <a:gd name="connsiteY15" fmla="*/ 63575 h 70253"/>
                  <a:gd name="connsiteX16" fmla="*/ 213114 w 213114"/>
                  <a:gd name="connsiteY16" fmla="*/ 47649 h 70253"/>
                  <a:gd name="connsiteX17" fmla="*/ 213114 w 213114"/>
                  <a:gd name="connsiteY17" fmla="*/ 22776 h 70253"/>
                  <a:gd name="connsiteX18" fmla="*/ 206221 w 213114"/>
                  <a:gd name="connsiteY18" fmla="*/ 6422 h 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114" h="70253">
                    <a:moveTo>
                      <a:pt x="206221" y="6422"/>
                    </a:moveTo>
                    <a:cubicBezTo>
                      <a:pt x="201855" y="2055"/>
                      <a:pt x="196460" y="0"/>
                      <a:pt x="190339" y="0"/>
                    </a:cubicBezTo>
                    <a:lnTo>
                      <a:pt x="8434" y="0"/>
                    </a:lnTo>
                    <a:cubicBezTo>
                      <a:pt x="3810" y="0"/>
                      <a:pt x="0" y="3596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853" y="17424"/>
                      <a:pt x="8434" y="17424"/>
                    </a:cubicBezTo>
                    <a:lnTo>
                      <a:pt x="190339" y="17424"/>
                    </a:lnTo>
                    <a:cubicBezTo>
                      <a:pt x="193378" y="17424"/>
                      <a:pt x="195433" y="19736"/>
                      <a:pt x="195433" y="22818"/>
                    </a:cubicBezTo>
                    <a:lnTo>
                      <a:pt x="195433" y="47692"/>
                    </a:lnTo>
                    <a:cubicBezTo>
                      <a:pt x="195433" y="50817"/>
                      <a:pt x="193378" y="53129"/>
                      <a:pt x="190339" y="53129"/>
                    </a:cubicBezTo>
                    <a:lnTo>
                      <a:pt x="8434" y="53129"/>
                    </a:lnTo>
                    <a:cubicBezTo>
                      <a:pt x="3810" y="53129"/>
                      <a:pt x="0" y="56682"/>
                      <a:pt x="0" y="61563"/>
                    </a:cubicBezTo>
                    <a:lnTo>
                      <a:pt x="0" y="62076"/>
                    </a:lnTo>
                    <a:cubicBezTo>
                      <a:pt x="0" y="66400"/>
                      <a:pt x="3853" y="70253"/>
                      <a:pt x="8434" y="70253"/>
                    </a:cubicBezTo>
                    <a:lnTo>
                      <a:pt x="190339" y="70253"/>
                    </a:lnTo>
                    <a:cubicBezTo>
                      <a:pt x="196460" y="70253"/>
                      <a:pt x="201855" y="67941"/>
                      <a:pt x="206221" y="63575"/>
                    </a:cubicBezTo>
                    <a:cubicBezTo>
                      <a:pt x="210802" y="59465"/>
                      <a:pt x="213114" y="53814"/>
                      <a:pt x="213114" y="47649"/>
                    </a:cubicBezTo>
                    <a:lnTo>
                      <a:pt x="213114" y="22776"/>
                    </a:lnTo>
                    <a:cubicBezTo>
                      <a:pt x="213157" y="16397"/>
                      <a:pt x="210845" y="11259"/>
                      <a:pt x="206221" y="6422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11435405" y="6332961"/>
                <a:ext cx="175911" cy="17466"/>
              </a:xfrm>
              <a:custGeom>
                <a:avLst/>
                <a:gdLst>
                  <a:gd name="connsiteX0" fmla="*/ 175911 w 175911"/>
                  <a:gd name="connsiteY0" fmla="*/ 0 h 17466"/>
                  <a:gd name="connsiteX1" fmla="*/ 8220 w 175911"/>
                  <a:gd name="connsiteY1" fmla="*/ 0 h 17466"/>
                  <a:gd name="connsiteX2" fmla="*/ 0 w 175911"/>
                  <a:gd name="connsiteY2" fmla="*/ 8477 h 17466"/>
                  <a:gd name="connsiteX3" fmla="*/ 0 w 175911"/>
                  <a:gd name="connsiteY3" fmla="*/ 8990 h 17466"/>
                  <a:gd name="connsiteX4" fmla="*/ 8220 w 175911"/>
                  <a:gd name="connsiteY4" fmla="*/ 17467 h 17466"/>
                  <a:gd name="connsiteX5" fmla="*/ 175911 w 175911"/>
                  <a:gd name="connsiteY5" fmla="*/ 17467 h 17466"/>
                  <a:gd name="connsiteX6" fmla="*/ 175911 w 175911"/>
                  <a:gd name="connsiteY6" fmla="*/ 0 h 1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5911" h="17466">
                    <a:moveTo>
                      <a:pt x="175911" y="0"/>
                    </a:moveTo>
                    <a:lnTo>
                      <a:pt x="8220" y="0"/>
                    </a:lnTo>
                    <a:cubicBezTo>
                      <a:pt x="3596" y="0"/>
                      <a:pt x="0" y="4110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596" y="17467"/>
                      <a:pt x="8220" y="17467"/>
                    </a:cubicBezTo>
                    <a:lnTo>
                      <a:pt x="175911" y="17467"/>
                    </a:lnTo>
                    <a:lnTo>
                      <a:pt x="175911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11471067" y="6381937"/>
                <a:ext cx="125693" cy="59165"/>
              </a:xfrm>
              <a:custGeom>
                <a:avLst/>
                <a:gdLst>
                  <a:gd name="connsiteX0" fmla="*/ 27142 w 125693"/>
                  <a:gd name="connsiteY0" fmla="*/ 59122 h 59165"/>
                  <a:gd name="connsiteX1" fmla="*/ 6679 w 125693"/>
                  <a:gd name="connsiteY1" fmla="*/ 50988 h 59165"/>
                  <a:gd name="connsiteX2" fmla="*/ 0 w 125693"/>
                  <a:gd name="connsiteY2" fmla="*/ 31552 h 59165"/>
                  <a:gd name="connsiteX3" fmla="*/ 0 w 125693"/>
                  <a:gd name="connsiteY3" fmla="*/ 8434 h 59165"/>
                  <a:gd name="connsiteX4" fmla="*/ 8477 w 125693"/>
                  <a:gd name="connsiteY4" fmla="*/ 0 h 59165"/>
                  <a:gd name="connsiteX5" fmla="*/ 8990 w 125693"/>
                  <a:gd name="connsiteY5" fmla="*/ 0 h 59165"/>
                  <a:gd name="connsiteX6" fmla="*/ 17424 w 125693"/>
                  <a:gd name="connsiteY6" fmla="*/ 8434 h 59165"/>
                  <a:gd name="connsiteX7" fmla="*/ 17424 w 125693"/>
                  <a:gd name="connsiteY7" fmla="*/ 31552 h 59165"/>
                  <a:gd name="connsiteX8" fmla="*/ 19736 w 125693"/>
                  <a:gd name="connsiteY8" fmla="*/ 39001 h 59165"/>
                  <a:gd name="connsiteX9" fmla="*/ 27142 w 125693"/>
                  <a:gd name="connsiteY9" fmla="*/ 42041 h 59165"/>
                  <a:gd name="connsiteX10" fmla="*/ 117217 w 125693"/>
                  <a:gd name="connsiteY10" fmla="*/ 42041 h 59165"/>
                  <a:gd name="connsiteX11" fmla="*/ 125694 w 125693"/>
                  <a:gd name="connsiteY11" fmla="*/ 50474 h 59165"/>
                  <a:gd name="connsiteX12" fmla="*/ 125694 w 125693"/>
                  <a:gd name="connsiteY12" fmla="*/ 50774 h 59165"/>
                  <a:gd name="connsiteX13" fmla="*/ 117217 w 125693"/>
                  <a:gd name="connsiteY13" fmla="*/ 59165 h 59165"/>
                  <a:gd name="connsiteX14" fmla="*/ 27142 w 125693"/>
                  <a:gd name="connsiteY14" fmla="*/ 59165 h 5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5693" h="59165">
                    <a:moveTo>
                      <a:pt x="27142" y="59122"/>
                    </a:moveTo>
                    <a:cubicBezTo>
                      <a:pt x="17938" y="59122"/>
                      <a:pt x="10746" y="56297"/>
                      <a:pt x="6679" y="50988"/>
                    </a:cubicBezTo>
                    <a:cubicBezTo>
                      <a:pt x="2312" y="45637"/>
                      <a:pt x="0" y="39472"/>
                      <a:pt x="0" y="31552"/>
                    </a:cubicBezTo>
                    <a:lnTo>
                      <a:pt x="0" y="8434"/>
                    </a:lnTo>
                    <a:cubicBezTo>
                      <a:pt x="0" y="3596"/>
                      <a:pt x="3896" y="0"/>
                      <a:pt x="8477" y="0"/>
                    </a:cubicBezTo>
                    <a:lnTo>
                      <a:pt x="8990" y="0"/>
                    </a:lnTo>
                    <a:cubicBezTo>
                      <a:pt x="13614" y="0"/>
                      <a:pt x="17424" y="3596"/>
                      <a:pt x="17424" y="8434"/>
                    </a:cubicBezTo>
                    <a:lnTo>
                      <a:pt x="17424" y="31552"/>
                    </a:lnTo>
                    <a:cubicBezTo>
                      <a:pt x="17424" y="34634"/>
                      <a:pt x="17938" y="36903"/>
                      <a:pt x="19736" y="39001"/>
                    </a:cubicBezTo>
                    <a:cubicBezTo>
                      <a:pt x="21234" y="41056"/>
                      <a:pt x="23846" y="42041"/>
                      <a:pt x="27142" y="42041"/>
                    </a:cubicBezTo>
                    <a:lnTo>
                      <a:pt x="117217" y="42041"/>
                    </a:lnTo>
                    <a:cubicBezTo>
                      <a:pt x="121584" y="42041"/>
                      <a:pt x="125694" y="45637"/>
                      <a:pt x="125694" y="50474"/>
                    </a:cubicBezTo>
                    <a:lnTo>
                      <a:pt x="125694" y="50774"/>
                    </a:lnTo>
                    <a:cubicBezTo>
                      <a:pt x="125694" y="55355"/>
                      <a:pt x="121584" y="59165"/>
                      <a:pt x="117217" y="59165"/>
                    </a:cubicBezTo>
                    <a:lnTo>
                      <a:pt x="27142" y="59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11535155" y="6381937"/>
                <a:ext cx="17167" cy="35362"/>
              </a:xfrm>
              <a:custGeom>
                <a:avLst/>
                <a:gdLst>
                  <a:gd name="connsiteX0" fmla="*/ 17167 w 17167"/>
                  <a:gd name="connsiteY0" fmla="*/ 26928 h 35362"/>
                  <a:gd name="connsiteX1" fmla="*/ 8734 w 17167"/>
                  <a:gd name="connsiteY1" fmla="*/ 35362 h 35362"/>
                  <a:gd name="connsiteX2" fmla="*/ 8477 w 17167"/>
                  <a:gd name="connsiteY2" fmla="*/ 35362 h 35362"/>
                  <a:gd name="connsiteX3" fmla="*/ 0 w 17167"/>
                  <a:gd name="connsiteY3" fmla="*/ 26928 h 35362"/>
                  <a:gd name="connsiteX4" fmla="*/ 0 w 17167"/>
                  <a:gd name="connsiteY4" fmla="*/ 8434 h 35362"/>
                  <a:gd name="connsiteX5" fmla="*/ 8477 w 17167"/>
                  <a:gd name="connsiteY5" fmla="*/ 0 h 35362"/>
                  <a:gd name="connsiteX6" fmla="*/ 8734 w 17167"/>
                  <a:gd name="connsiteY6" fmla="*/ 0 h 35362"/>
                  <a:gd name="connsiteX7" fmla="*/ 17167 w 17167"/>
                  <a:gd name="connsiteY7" fmla="*/ 8434 h 35362"/>
                  <a:gd name="connsiteX8" fmla="*/ 17167 w 17167"/>
                  <a:gd name="connsiteY8" fmla="*/ 26928 h 3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67" h="35362">
                    <a:moveTo>
                      <a:pt x="17167" y="26928"/>
                    </a:moveTo>
                    <a:cubicBezTo>
                      <a:pt x="17167" y="31252"/>
                      <a:pt x="13314" y="35362"/>
                      <a:pt x="8734" y="35362"/>
                    </a:cubicBezTo>
                    <a:lnTo>
                      <a:pt x="8477" y="35362"/>
                    </a:lnTo>
                    <a:cubicBezTo>
                      <a:pt x="3596" y="35362"/>
                      <a:pt x="0" y="31252"/>
                      <a:pt x="0" y="26928"/>
                    </a:cubicBezTo>
                    <a:lnTo>
                      <a:pt x="0" y="8434"/>
                    </a:lnTo>
                    <a:cubicBezTo>
                      <a:pt x="0" y="3596"/>
                      <a:pt x="3596" y="0"/>
                      <a:pt x="8477" y="0"/>
                    </a:cubicBezTo>
                    <a:lnTo>
                      <a:pt x="8734" y="0"/>
                    </a:lnTo>
                    <a:cubicBezTo>
                      <a:pt x="13314" y="0"/>
                      <a:pt x="17167" y="3596"/>
                      <a:pt x="17167" y="8434"/>
                    </a:cubicBezTo>
                    <a:lnTo>
                      <a:pt x="17167" y="26928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10946201" y="6323156"/>
                <a:ext cx="25936" cy="42972"/>
              </a:xfrm>
              <a:custGeom>
                <a:avLst/>
                <a:gdLst>
                  <a:gd name="connsiteX0" fmla="*/ 10746 w 25936"/>
                  <a:gd name="connsiteY0" fmla="*/ 4967 h 42972"/>
                  <a:gd name="connsiteX1" fmla="*/ 20721 w 25936"/>
                  <a:gd name="connsiteY1" fmla="*/ 472 h 42972"/>
                  <a:gd name="connsiteX2" fmla="*/ 20936 w 25936"/>
                  <a:gd name="connsiteY2" fmla="*/ 514 h 42972"/>
                  <a:gd name="connsiteX3" fmla="*/ 25474 w 25936"/>
                  <a:gd name="connsiteY3" fmla="*/ 10532 h 42972"/>
                  <a:gd name="connsiteX4" fmla="*/ 15284 w 25936"/>
                  <a:gd name="connsiteY4" fmla="*/ 37889 h 42972"/>
                  <a:gd name="connsiteX5" fmla="*/ 5309 w 25936"/>
                  <a:gd name="connsiteY5" fmla="*/ 42427 h 42972"/>
                  <a:gd name="connsiteX6" fmla="*/ 5095 w 25936"/>
                  <a:gd name="connsiteY6" fmla="*/ 42341 h 42972"/>
                  <a:gd name="connsiteX7" fmla="*/ 515 w 25936"/>
                  <a:gd name="connsiteY7" fmla="*/ 32366 h 42972"/>
                  <a:gd name="connsiteX8" fmla="*/ 10746 w 25936"/>
                  <a:gd name="connsiteY8" fmla="*/ 4967 h 42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36" h="42972">
                    <a:moveTo>
                      <a:pt x="10746" y="4967"/>
                    </a:moveTo>
                    <a:cubicBezTo>
                      <a:pt x="12159" y="1199"/>
                      <a:pt x="16783" y="-1027"/>
                      <a:pt x="20721" y="472"/>
                    </a:cubicBezTo>
                    <a:lnTo>
                      <a:pt x="20936" y="514"/>
                    </a:lnTo>
                    <a:cubicBezTo>
                      <a:pt x="25131" y="2141"/>
                      <a:pt x="26843" y="6765"/>
                      <a:pt x="25474" y="10532"/>
                    </a:cubicBezTo>
                    <a:lnTo>
                      <a:pt x="15284" y="37889"/>
                    </a:lnTo>
                    <a:cubicBezTo>
                      <a:pt x="13700" y="42041"/>
                      <a:pt x="9505" y="44011"/>
                      <a:pt x="5309" y="42427"/>
                    </a:cubicBezTo>
                    <a:lnTo>
                      <a:pt x="5095" y="42341"/>
                    </a:lnTo>
                    <a:cubicBezTo>
                      <a:pt x="1157" y="40885"/>
                      <a:pt x="-1069" y="36562"/>
                      <a:pt x="515" y="32366"/>
                    </a:cubicBezTo>
                    <a:lnTo>
                      <a:pt x="10746" y="4967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11602904" y="6379644"/>
                <a:ext cx="36248" cy="56807"/>
              </a:xfrm>
              <a:custGeom>
                <a:avLst/>
                <a:gdLst>
                  <a:gd name="connsiteX0" fmla="*/ 35512 w 36248"/>
                  <a:gd name="connsiteY0" fmla="*/ 44805 h 56807"/>
                  <a:gd name="connsiteX1" fmla="*/ 31402 w 36248"/>
                  <a:gd name="connsiteY1" fmla="*/ 55850 h 56807"/>
                  <a:gd name="connsiteX2" fmla="*/ 31146 w 36248"/>
                  <a:gd name="connsiteY2" fmla="*/ 55850 h 56807"/>
                  <a:gd name="connsiteX3" fmla="*/ 19801 w 36248"/>
                  <a:gd name="connsiteY3" fmla="*/ 51954 h 56807"/>
                  <a:gd name="connsiteX4" fmla="*/ 835 w 36248"/>
                  <a:gd name="connsiteY4" fmla="*/ 12054 h 56807"/>
                  <a:gd name="connsiteX5" fmla="*/ 4688 w 36248"/>
                  <a:gd name="connsiteY5" fmla="*/ 752 h 56807"/>
                  <a:gd name="connsiteX6" fmla="*/ 11367 w 36248"/>
                  <a:gd name="connsiteY6" fmla="*/ 238 h 56807"/>
                  <a:gd name="connsiteX7" fmla="*/ 16204 w 36248"/>
                  <a:gd name="connsiteY7" fmla="*/ 4562 h 56807"/>
                  <a:gd name="connsiteX8" fmla="*/ 35512 w 36248"/>
                  <a:gd name="connsiteY8" fmla="*/ 44805 h 5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48" h="56807">
                    <a:moveTo>
                      <a:pt x="35512" y="44805"/>
                    </a:moveTo>
                    <a:cubicBezTo>
                      <a:pt x="37310" y="48914"/>
                      <a:pt x="35769" y="53795"/>
                      <a:pt x="31402" y="55850"/>
                    </a:cubicBezTo>
                    <a:lnTo>
                      <a:pt x="31146" y="55850"/>
                    </a:lnTo>
                    <a:cubicBezTo>
                      <a:pt x="26993" y="58162"/>
                      <a:pt x="21898" y="56064"/>
                      <a:pt x="19801" y="51954"/>
                    </a:cubicBezTo>
                    <a:lnTo>
                      <a:pt x="835" y="12054"/>
                    </a:lnTo>
                    <a:cubicBezTo>
                      <a:pt x="-1177" y="7987"/>
                      <a:pt x="578" y="2807"/>
                      <a:pt x="4688" y="752"/>
                    </a:cubicBezTo>
                    <a:cubicBezTo>
                      <a:pt x="6743" y="24"/>
                      <a:pt x="9055" y="-233"/>
                      <a:pt x="11367" y="238"/>
                    </a:cubicBezTo>
                    <a:cubicBezTo>
                      <a:pt x="13636" y="1009"/>
                      <a:pt x="15220" y="2550"/>
                      <a:pt x="16204" y="4562"/>
                    </a:cubicBezTo>
                    <a:lnTo>
                      <a:pt x="35512" y="4480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62" name="图形 4"/>
            <p:cNvGrpSpPr/>
            <p:nvPr userDrawn="1"/>
          </p:nvGrpSpPr>
          <p:grpSpPr>
            <a:xfrm>
              <a:off x="11180773" y="6490398"/>
              <a:ext cx="690075" cy="74375"/>
              <a:chOff x="10903348" y="6477706"/>
              <a:chExt cx="738021" cy="79543"/>
            </a:xfrm>
            <a:solidFill>
              <a:srgbClr val="A5A7AA"/>
            </a:solidFill>
          </p:grpSpPr>
          <p:grpSp>
            <p:nvGrpSpPr>
              <p:cNvPr id="63" name="图形 4"/>
              <p:cNvGrpSpPr/>
              <p:nvPr/>
            </p:nvGrpSpPr>
            <p:grpSpPr>
              <a:xfrm>
                <a:off x="10903348" y="6477706"/>
                <a:ext cx="60834" cy="79371"/>
                <a:chOff x="10903348" y="6477706"/>
                <a:chExt cx="60834" cy="79371"/>
              </a:xfrm>
              <a:solidFill>
                <a:srgbClr val="A5A7AA"/>
              </a:solidFill>
            </p:grpSpPr>
            <p:sp>
              <p:nvSpPr>
                <p:cNvPr id="88" name="任意多边形: 形状 87"/>
                <p:cNvSpPr/>
                <p:nvPr/>
              </p:nvSpPr>
              <p:spPr>
                <a:xfrm>
                  <a:off x="10903905" y="6478305"/>
                  <a:ext cx="59807" cy="78173"/>
                </a:xfrm>
                <a:custGeom>
                  <a:avLst/>
                  <a:gdLst>
                    <a:gd name="connsiteX0" fmla="*/ 35705 w 59807"/>
                    <a:gd name="connsiteY0" fmla="*/ 7149 h 78173"/>
                    <a:gd name="connsiteX1" fmla="*/ 14684 w 59807"/>
                    <a:gd name="connsiteY1" fmla="*/ 13100 h 78173"/>
                    <a:gd name="connsiteX2" fmla="*/ 8177 w 59807"/>
                    <a:gd name="connsiteY2" fmla="*/ 32066 h 78173"/>
                    <a:gd name="connsiteX3" fmla="*/ 20806 w 59807"/>
                    <a:gd name="connsiteY3" fmla="*/ 59979 h 78173"/>
                    <a:gd name="connsiteX4" fmla="*/ 53386 w 59807"/>
                    <a:gd name="connsiteY4" fmla="*/ 71024 h 78173"/>
                    <a:gd name="connsiteX5" fmla="*/ 58609 w 59807"/>
                    <a:gd name="connsiteY5" fmla="*/ 71837 h 78173"/>
                    <a:gd name="connsiteX6" fmla="*/ 59807 w 59807"/>
                    <a:gd name="connsiteY6" fmla="*/ 74577 h 78173"/>
                    <a:gd name="connsiteX7" fmla="*/ 58480 w 59807"/>
                    <a:gd name="connsiteY7" fmla="*/ 77360 h 78173"/>
                    <a:gd name="connsiteX8" fmla="*/ 54456 w 59807"/>
                    <a:gd name="connsiteY8" fmla="*/ 78173 h 78173"/>
                    <a:gd name="connsiteX9" fmla="*/ 15198 w 59807"/>
                    <a:gd name="connsiteY9" fmla="*/ 65159 h 78173"/>
                    <a:gd name="connsiteX10" fmla="*/ 0 w 59807"/>
                    <a:gd name="connsiteY10" fmla="*/ 32151 h 78173"/>
                    <a:gd name="connsiteX11" fmla="*/ 3082 w 59807"/>
                    <a:gd name="connsiteY11" fmla="*/ 17082 h 78173"/>
                    <a:gd name="connsiteX12" fmla="*/ 11602 w 59807"/>
                    <a:gd name="connsiteY12" fmla="*/ 5951 h 78173"/>
                    <a:gd name="connsiteX13" fmla="*/ 21577 w 59807"/>
                    <a:gd name="connsiteY13" fmla="*/ 1327 h 78173"/>
                    <a:gd name="connsiteX14" fmla="*/ 39943 w 59807"/>
                    <a:gd name="connsiteY14" fmla="*/ 0 h 78173"/>
                    <a:gd name="connsiteX15" fmla="*/ 53642 w 59807"/>
                    <a:gd name="connsiteY15" fmla="*/ 0 h 78173"/>
                    <a:gd name="connsiteX16" fmla="*/ 56939 w 59807"/>
                    <a:gd name="connsiteY16" fmla="*/ 942 h 78173"/>
                    <a:gd name="connsiteX17" fmla="*/ 58095 w 59807"/>
                    <a:gd name="connsiteY17" fmla="*/ 3639 h 78173"/>
                    <a:gd name="connsiteX18" fmla="*/ 56939 w 59807"/>
                    <a:gd name="connsiteY18" fmla="*/ 6250 h 78173"/>
                    <a:gd name="connsiteX19" fmla="*/ 53642 w 59807"/>
                    <a:gd name="connsiteY19" fmla="*/ 7149 h 78173"/>
                    <a:gd name="connsiteX20" fmla="*/ 35705 w 59807"/>
                    <a:gd name="connsiteY20" fmla="*/ 7149 h 7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9807" h="78173">
                      <a:moveTo>
                        <a:pt x="35705" y="7149"/>
                      </a:moveTo>
                      <a:cubicBezTo>
                        <a:pt x="26072" y="7149"/>
                        <a:pt x="19051" y="9162"/>
                        <a:pt x="14684" y="13100"/>
                      </a:cubicBezTo>
                      <a:cubicBezTo>
                        <a:pt x="10360" y="16996"/>
                        <a:pt x="8177" y="23375"/>
                        <a:pt x="8177" y="32066"/>
                      </a:cubicBezTo>
                      <a:cubicBezTo>
                        <a:pt x="8177" y="43325"/>
                        <a:pt x="12372" y="52572"/>
                        <a:pt x="20806" y="59979"/>
                      </a:cubicBezTo>
                      <a:cubicBezTo>
                        <a:pt x="29197" y="67342"/>
                        <a:pt x="40071" y="71024"/>
                        <a:pt x="53386" y="71024"/>
                      </a:cubicBezTo>
                      <a:cubicBezTo>
                        <a:pt x="56083" y="71024"/>
                        <a:pt x="57838" y="71323"/>
                        <a:pt x="58609" y="71837"/>
                      </a:cubicBezTo>
                      <a:cubicBezTo>
                        <a:pt x="59379" y="72351"/>
                        <a:pt x="59807" y="73293"/>
                        <a:pt x="59807" y="74577"/>
                      </a:cubicBezTo>
                      <a:cubicBezTo>
                        <a:pt x="59807" y="75861"/>
                        <a:pt x="59336" y="76761"/>
                        <a:pt x="58480" y="77360"/>
                      </a:cubicBezTo>
                      <a:cubicBezTo>
                        <a:pt x="57624" y="77959"/>
                        <a:pt x="56254" y="78173"/>
                        <a:pt x="54456" y="78173"/>
                      </a:cubicBezTo>
                      <a:cubicBezTo>
                        <a:pt x="38402" y="78173"/>
                        <a:pt x="25301" y="73849"/>
                        <a:pt x="15198" y="65159"/>
                      </a:cubicBezTo>
                      <a:cubicBezTo>
                        <a:pt x="5052" y="56468"/>
                        <a:pt x="0" y="45508"/>
                        <a:pt x="0" y="32151"/>
                      </a:cubicBezTo>
                      <a:cubicBezTo>
                        <a:pt x="0" y="26757"/>
                        <a:pt x="1027" y="21705"/>
                        <a:pt x="3082" y="17082"/>
                      </a:cubicBezTo>
                      <a:cubicBezTo>
                        <a:pt x="5137" y="12415"/>
                        <a:pt x="7963" y="8691"/>
                        <a:pt x="11602" y="5951"/>
                      </a:cubicBezTo>
                      <a:cubicBezTo>
                        <a:pt x="14342" y="3810"/>
                        <a:pt x="17681" y="2269"/>
                        <a:pt x="21577" y="1327"/>
                      </a:cubicBezTo>
                      <a:cubicBezTo>
                        <a:pt x="25473" y="428"/>
                        <a:pt x="31595" y="0"/>
                        <a:pt x="39943" y="0"/>
                      </a:cubicBezTo>
                      <a:lnTo>
                        <a:pt x="53642" y="0"/>
                      </a:lnTo>
                      <a:cubicBezTo>
                        <a:pt x="55098" y="0"/>
                        <a:pt x="56168" y="342"/>
                        <a:pt x="56939" y="942"/>
                      </a:cubicBezTo>
                      <a:cubicBezTo>
                        <a:pt x="57709" y="1627"/>
                        <a:pt x="58095" y="2526"/>
                        <a:pt x="58095" y="3639"/>
                      </a:cubicBezTo>
                      <a:cubicBezTo>
                        <a:pt x="58095" y="4752"/>
                        <a:pt x="57709" y="5608"/>
                        <a:pt x="56939" y="6250"/>
                      </a:cubicBezTo>
                      <a:cubicBezTo>
                        <a:pt x="56125" y="6850"/>
                        <a:pt x="55012" y="7149"/>
                        <a:pt x="53642" y="7149"/>
                      </a:cubicBezTo>
                      <a:lnTo>
                        <a:pt x="35705" y="7149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>
                  <a:off x="10903348" y="6477706"/>
                  <a:ext cx="60834" cy="79371"/>
                </a:xfrm>
                <a:custGeom>
                  <a:avLst/>
                  <a:gdLst>
                    <a:gd name="connsiteX0" fmla="*/ 54970 w 60834"/>
                    <a:gd name="connsiteY0" fmla="*/ 79372 h 79371"/>
                    <a:gd name="connsiteX1" fmla="*/ 15369 w 60834"/>
                    <a:gd name="connsiteY1" fmla="*/ 66229 h 79371"/>
                    <a:gd name="connsiteX2" fmla="*/ 0 w 60834"/>
                    <a:gd name="connsiteY2" fmla="*/ 32793 h 79371"/>
                    <a:gd name="connsiteX3" fmla="*/ 3125 w 60834"/>
                    <a:gd name="connsiteY3" fmla="*/ 17467 h 79371"/>
                    <a:gd name="connsiteX4" fmla="*/ 11816 w 60834"/>
                    <a:gd name="connsiteY4" fmla="*/ 6079 h 79371"/>
                    <a:gd name="connsiteX5" fmla="*/ 22005 w 60834"/>
                    <a:gd name="connsiteY5" fmla="*/ 1370 h 79371"/>
                    <a:gd name="connsiteX6" fmla="*/ 40499 w 60834"/>
                    <a:gd name="connsiteY6" fmla="*/ 0 h 79371"/>
                    <a:gd name="connsiteX7" fmla="*/ 54199 w 60834"/>
                    <a:gd name="connsiteY7" fmla="*/ 0 h 79371"/>
                    <a:gd name="connsiteX8" fmla="*/ 57881 w 60834"/>
                    <a:gd name="connsiteY8" fmla="*/ 1070 h 79371"/>
                    <a:gd name="connsiteX9" fmla="*/ 59251 w 60834"/>
                    <a:gd name="connsiteY9" fmla="*/ 4195 h 79371"/>
                    <a:gd name="connsiteX10" fmla="*/ 57881 w 60834"/>
                    <a:gd name="connsiteY10" fmla="*/ 7235 h 79371"/>
                    <a:gd name="connsiteX11" fmla="*/ 54199 w 60834"/>
                    <a:gd name="connsiteY11" fmla="*/ 8305 h 79371"/>
                    <a:gd name="connsiteX12" fmla="*/ 36261 w 60834"/>
                    <a:gd name="connsiteY12" fmla="*/ 8305 h 79371"/>
                    <a:gd name="connsiteX13" fmla="*/ 15626 w 60834"/>
                    <a:gd name="connsiteY13" fmla="*/ 14128 h 79371"/>
                    <a:gd name="connsiteX14" fmla="*/ 9290 w 60834"/>
                    <a:gd name="connsiteY14" fmla="*/ 32665 h 79371"/>
                    <a:gd name="connsiteX15" fmla="*/ 21705 w 60834"/>
                    <a:gd name="connsiteY15" fmla="*/ 60150 h 79371"/>
                    <a:gd name="connsiteX16" fmla="*/ 53899 w 60834"/>
                    <a:gd name="connsiteY16" fmla="*/ 71024 h 79371"/>
                    <a:gd name="connsiteX17" fmla="*/ 59422 w 60834"/>
                    <a:gd name="connsiteY17" fmla="*/ 71923 h 79371"/>
                    <a:gd name="connsiteX18" fmla="*/ 60835 w 60834"/>
                    <a:gd name="connsiteY18" fmla="*/ 75134 h 79371"/>
                    <a:gd name="connsiteX19" fmla="*/ 59251 w 60834"/>
                    <a:gd name="connsiteY19" fmla="*/ 78387 h 79371"/>
                    <a:gd name="connsiteX20" fmla="*/ 54970 w 60834"/>
                    <a:gd name="connsiteY20" fmla="*/ 79372 h 79371"/>
                    <a:gd name="connsiteX21" fmla="*/ 40499 w 60834"/>
                    <a:gd name="connsiteY21" fmla="*/ 1156 h 79371"/>
                    <a:gd name="connsiteX22" fmla="*/ 22262 w 60834"/>
                    <a:gd name="connsiteY22" fmla="*/ 2483 h 79371"/>
                    <a:gd name="connsiteX23" fmla="*/ 12501 w 60834"/>
                    <a:gd name="connsiteY23" fmla="*/ 6978 h 79371"/>
                    <a:gd name="connsiteX24" fmla="*/ 4153 w 60834"/>
                    <a:gd name="connsiteY24" fmla="*/ 17895 h 79371"/>
                    <a:gd name="connsiteX25" fmla="*/ 1113 w 60834"/>
                    <a:gd name="connsiteY25" fmla="*/ 32751 h 79371"/>
                    <a:gd name="connsiteX26" fmla="*/ 16097 w 60834"/>
                    <a:gd name="connsiteY26" fmla="*/ 65330 h 79371"/>
                    <a:gd name="connsiteX27" fmla="*/ 54970 w 60834"/>
                    <a:gd name="connsiteY27" fmla="*/ 78173 h 79371"/>
                    <a:gd name="connsiteX28" fmla="*/ 58651 w 60834"/>
                    <a:gd name="connsiteY28" fmla="*/ 77446 h 79371"/>
                    <a:gd name="connsiteX29" fmla="*/ 59722 w 60834"/>
                    <a:gd name="connsiteY29" fmla="*/ 75134 h 79371"/>
                    <a:gd name="connsiteX30" fmla="*/ 58780 w 60834"/>
                    <a:gd name="connsiteY30" fmla="*/ 72865 h 79371"/>
                    <a:gd name="connsiteX31" fmla="*/ 53899 w 60834"/>
                    <a:gd name="connsiteY31" fmla="*/ 72137 h 79371"/>
                    <a:gd name="connsiteX32" fmla="*/ 20935 w 60834"/>
                    <a:gd name="connsiteY32" fmla="*/ 60963 h 79371"/>
                    <a:gd name="connsiteX33" fmla="*/ 8134 w 60834"/>
                    <a:gd name="connsiteY33" fmla="*/ 32622 h 79371"/>
                    <a:gd name="connsiteX34" fmla="*/ 14855 w 60834"/>
                    <a:gd name="connsiteY34" fmla="*/ 13229 h 79371"/>
                    <a:gd name="connsiteX35" fmla="*/ 36261 w 60834"/>
                    <a:gd name="connsiteY35" fmla="*/ 7107 h 79371"/>
                    <a:gd name="connsiteX36" fmla="*/ 54199 w 60834"/>
                    <a:gd name="connsiteY36" fmla="*/ 7107 h 79371"/>
                    <a:gd name="connsiteX37" fmla="*/ 57196 w 60834"/>
                    <a:gd name="connsiteY37" fmla="*/ 6293 h 79371"/>
                    <a:gd name="connsiteX38" fmla="*/ 58138 w 60834"/>
                    <a:gd name="connsiteY38" fmla="*/ 4153 h 79371"/>
                    <a:gd name="connsiteX39" fmla="*/ 57153 w 60834"/>
                    <a:gd name="connsiteY39" fmla="*/ 1884 h 79371"/>
                    <a:gd name="connsiteX40" fmla="*/ 54199 w 60834"/>
                    <a:gd name="connsiteY40" fmla="*/ 1070 h 79371"/>
                    <a:gd name="connsiteX41" fmla="*/ 40499 w 60834"/>
                    <a:gd name="connsiteY41" fmla="*/ 1070 h 79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0834" h="79371">
                      <a:moveTo>
                        <a:pt x="54970" y="79372"/>
                      </a:moveTo>
                      <a:cubicBezTo>
                        <a:pt x="38830" y="79372"/>
                        <a:pt x="25515" y="74962"/>
                        <a:pt x="15369" y="66229"/>
                      </a:cubicBezTo>
                      <a:cubicBezTo>
                        <a:pt x="5180" y="57495"/>
                        <a:pt x="0" y="46236"/>
                        <a:pt x="0" y="32793"/>
                      </a:cubicBezTo>
                      <a:cubicBezTo>
                        <a:pt x="0" y="27314"/>
                        <a:pt x="1070" y="22133"/>
                        <a:pt x="3125" y="17467"/>
                      </a:cubicBezTo>
                      <a:cubicBezTo>
                        <a:pt x="5180" y="12758"/>
                        <a:pt x="8134" y="8905"/>
                        <a:pt x="11816" y="6079"/>
                      </a:cubicBezTo>
                      <a:cubicBezTo>
                        <a:pt x="14599" y="3939"/>
                        <a:pt x="18024" y="2355"/>
                        <a:pt x="22005" y="1370"/>
                      </a:cubicBezTo>
                      <a:cubicBezTo>
                        <a:pt x="25901" y="471"/>
                        <a:pt x="32151" y="0"/>
                        <a:pt x="40499" y="0"/>
                      </a:cubicBezTo>
                      <a:lnTo>
                        <a:pt x="54199" y="0"/>
                      </a:lnTo>
                      <a:cubicBezTo>
                        <a:pt x="55740" y="0"/>
                        <a:pt x="56982" y="342"/>
                        <a:pt x="57881" y="1070"/>
                      </a:cubicBezTo>
                      <a:cubicBezTo>
                        <a:pt x="58823" y="1884"/>
                        <a:pt x="59251" y="2911"/>
                        <a:pt x="59251" y="4195"/>
                      </a:cubicBezTo>
                      <a:cubicBezTo>
                        <a:pt x="59251" y="5480"/>
                        <a:pt x="58780" y="6507"/>
                        <a:pt x="57881" y="7235"/>
                      </a:cubicBezTo>
                      <a:cubicBezTo>
                        <a:pt x="56896" y="7963"/>
                        <a:pt x="55655" y="8305"/>
                        <a:pt x="54199" y="8305"/>
                      </a:cubicBezTo>
                      <a:lnTo>
                        <a:pt x="36261" y="8305"/>
                      </a:lnTo>
                      <a:cubicBezTo>
                        <a:pt x="26800" y="8305"/>
                        <a:pt x="19864" y="10275"/>
                        <a:pt x="15626" y="14128"/>
                      </a:cubicBezTo>
                      <a:cubicBezTo>
                        <a:pt x="11431" y="17895"/>
                        <a:pt x="9290" y="24146"/>
                        <a:pt x="9290" y="32665"/>
                      </a:cubicBezTo>
                      <a:cubicBezTo>
                        <a:pt x="9290" y="43796"/>
                        <a:pt x="13357" y="52786"/>
                        <a:pt x="21705" y="60150"/>
                      </a:cubicBezTo>
                      <a:cubicBezTo>
                        <a:pt x="29925" y="67385"/>
                        <a:pt x="40756" y="71024"/>
                        <a:pt x="53899" y="71024"/>
                      </a:cubicBezTo>
                      <a:cubicBezTo>
                        <a:pt x="56725" y="71024"/>
                        <a:pt x="58523" y="71323"/>
                        <a:pt x="59422" y="71923"/>
                      </a:cubicBezTo>
                      <a:cubicBezTo>
                        <a:pt x="60064" y="72351"/>
                        <a:pt x="60835" y="73293"/>
                        <a:pt x="60835" y="75134"/>
                      </a:cubicBezTo>
                      <a:cubicBezTo>
                        <a:pt x="60835" y="76546"/>
                        <a:pt x="60321" y="77660"/>
                        <a:pt x="59251" y="78387"/>
                      </a:cubicBezTo>
                      <a:cubicBezTo>
                        <a:pt x="58394" y="79072"/>
                        <a:pt x="57025" y="79372"/>
                        <a:pt x="54970" y="79372"/>
                      </a:cubicBezTo>
                      <a:close/>
                      <a:moveTo>
                        <a:pt x="40499" y="1156"/>
                      </a:moveTo>
                      <a:cubicBezTo>
                        <a:pt x="32237" y="1156"/>
                        <a:pt x="26072" y="1584"/>
                        <a:pt x="22262" y="2483"/>
                      </a:cubicBezTo>
                      <a:cubicBezTo>
                        <a:pt x="18452" y="3425"/>
                        <a:pt x="15155" y="4923"/>
                        <a:pt x="12501" y="6978"/>
                      </a:cubicBezTo>
                      <a:cubicBezTo>
                        <a:pt x="8948" y="9675"/>
                        <a:pt x="6122" y="13357"/>
                        <a:pt x="4153" y="17895"/>
                      </a:cubicBezTo>
                      <a:cubicBezTo>
                        <a:pt x="2141" y="22433"/>
                        <a:pt x="1113" y="27442"/>
                        <a:pt x="1113" y="32751"/>
                      </a:cubicBezTo>
                      <a:cubicBezTo>
                        <a:pt x="1113" y="46022"/>
                        <a:pt x="5994" y="56682"/>
                        <a:pt x="16097" y="65330"/>
                      </a:cubicBezTo>
                      <a:cubicBezTo>
                        <a:pt x="26029" y="73849"/>
                        <a:pt x="39087" y="78173"/>
                        <a:pt x="54970" y="78173"/>
                      </a:cubicBezTo>
                      <a:cubicBezTo>
                        <a:pt x="56768" y="78173"/>
                        <a:pt x="57966" y="77916"/>
                        <a:pt x="58651" y="77446"/>
                      </a:cubicBezTo>
                      <a:cubicBezTo>
                        <a:pt x="59379" y="76932"/>
                        <a:pt x="59722" y="76204"/>
                        <a:pt x="59722" y="75134"/>
                      </a:cubicBezTo>
                      <a:cubicBezTo>
                        <a:pt x="59722" y="74063"/>
                        <a:pt x="59422" y="73293"/>
                        <a:pt x="58780" y="72865"/>
                      </a:cubicBezTo>
                      <a:cubicBezTo>
                        <a:pt x="58394" y="72608"/>
                        <a:pt x="57239" y="72137"/>
                        <a:pt x="53899" y="72137"/>
                      </a:cubicBezTo>
                      <a:cubicBezTo>
                        <a:pt x="40457" y="72137"/>
                        <a:pt x="29368" y="68370"/>
                        <a:pt x="20935" y="60963"/>
                      </a:cubicBezTo>
                      <a:cubicBezTo>
                        <a:pt x="12458" y="53471"/>
                        <a:pt x="8134" y="43924"/>
                        <a:pt x="8134" y="32622"/>
                      </a:cubicBezTo>
                      <a:cubicBezTo>
                        <a:pt x="8134" y="23760"/>
                        <a:pt x="10403" y="17253"/>
                        <a:pt x="14855" y="13229"/>
                      </a:cubicBezTo>
                      <a:cubicBezTo>
                        <a:pt x="19308" y="9162"/>
                        <a:pt x="26500" y="7107"/>
                        <a:pt x="36261" y="7107"/>
                      </a:cubicBezTo>
                      <a:lnTo>
                        <a:pt x="54199" y="7107"/>
                      </a:lnTo>
                      <a:cubicBezTo>
                        <a:pt x="55440" y="7107"/>
                        <a:pt x="56425" y="6850"/>
                        <a:pt x="57196" y="6293"/>
                      </a:cubicBezTo>
                      <a:cubicBezTo>
                        <a:pt x="57838" y="5780"/>
                        <a:pt x="58138" y="5095"/>
                        <a:pt x="58138" y="4153"/>
                      </a:cubicBezTo>
                      <a:cubicBezTo>
                        <a:pt x="58138" y="3211"/>
                        <a:pt x="57838" y="2440"/>
                        <a:pt x="57153" y="1884"/>
                      </a:cubicBezTo>
                      <a:cubicBezTo>
                        <a:pt x="56468" y="1370"/>
                        <a:pt x="55483" y="1070"/>
                        <a:pt x="54199" y="1070"/>
                      </a:cubicBezTo>
                      <a:lnTo>
                        <a:pt x="40499" y="107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4" name="图形 4"/>
              <p:cNvGrpSpPr/>
              <p:nvPr/>
            </p:nvGrpSpPr>
            <p:grpSpPr>
              <a:xfrm>
                <a:off x="11005067" y="6477749"/>
                <a:ext cx="8305" cy="78772"/>
                <a:chOff x="11005067" y="6477749"/>
                <a:chExt cx="8305" cy="78772"/>
              </a:xfrm>
              <a:solidFill>
                <a:srgbClr val="A5A7AA"/>
              </a:solidFill>
            </p:grpSpPr>
            <p:sp>
              <p:nvSpPr>
                <p:cNvPr id="86" name="任意多边形: 形状 85"/>
                <p:cNvSpPr/>
                <p:nvPr/>
              </p:nvSpPr>
              <p:spPr>
                <a:xfrm>
                  <a:off x="11005667" y="6478305"/>
                  <a:ext cx="7149" cy="77659"/>
                </a:xfrm>
                <a:custGeom>
                  <a:avLst/>
                  <a:gdLst>
                    <a:gd name="connsiteX0" fmla="*/ 7149 w 7149"/>
                    <a:gd name="connsiteY0" fmla="*/ 73250 h 77659"/>
                    <a:gd name="connsiteX1" fmla="*/ 6208 w 7149"/>
                    <a:gd name="connsiteY1" fmla="*/ 76546 h 77659"/>
                    <a:gd name="connsiteX2" fmla="*/ 3553 w 7149"/>
                    <a:gd name="connsiteY2" fmla="*/ 77660 h 77659"/>
                    <a:gd name="connsiteX3" fmla="*/ 899 w 7149"/>
                    <a:gd name="connsiteY3" fmla="*/ 76546 h 77659"/>
                    <a:gd name="connsiteX4" fmla="*/ 0 w 7149"/>
                    <a:gd name="connsiteY4" fmla="*/ 73250 h 77659"/>
                    <a:gd name="connsiteX5" fmla="*/ 0 w 7149"/>
                    <a:gd name="connsiteY5" fmla="*/ 4452 h 77659"/>
                    <a:gd name="connsiteX6" fmla="*/ 899 w 7149"/>
                    <a:gd name="connsiteY6" fmla="*/ 1113 h 77659"/>
                    <a:gd name="connsiteX7" fmla="*/ 3553 w 7149"/>
                    <a:gd name="connsiteY7" fmla="*/ 0 h 77659"/>
                    <a:gd name="connsiteX8" fmla="*/ 6208 w 7149"/>
                    <a:gd name="connsiteY8" fmla="*/ 1156 h 77659"/>
                    <a:gd name="connsiteX9" fmla="*/ 7149 w 7149"/>
                    <a:gd name="connsiteY9" fmla="*/ 4452 h 77659"/>
                    <a:gd name="connsiteX10" fmla="*/ 7149 w 7149"/>
                    <a:gd name="connsiteY10" fmla="*/ 73250 h 77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49" h="77659">
                      <a:moveTo>
                        <a:pt x="7149" y="73250"/>
                      </a:moveTo>
                      <a:cubicBezTo>
                        <a:pt x="7149" y="74663"/>
                        <a:pt x="6850" y="75776"/>
                        <a:pt x="6208" y="76546"/>
                      </a:cubicBezTo>
                      <a:cubicBezTo>
                        <a:pt x="5608" y="77317"/>
                        <a:pt x="4709" y="77660"/>
                        <a:pt x="3553" y="77660"/>
                      </a:cubicBezTo>
                      <a:cubicBezTo>
                        <a:pt x="2397" y="77660"/>
                        <a:pt x="1498" y="77317"/>
                        <a:pt x="899" y="76546"/>
                      </a:cubicBezTo>
                      <a:cubicBezTo>
                        <a:pt x="300" y="75819"/>
                        <a:pt x="0" y="74706"/>
                        <a:pt x="0" y="73250"/>
                      </a:cubicBezTo>
                      <a:lnTo>
                        <a:pt x="0" y="4452"/>
                      </a:lnTo>
                      <a:cubicBezTo>
                        <a:pt x="0" y="2997"/>
                        <a:pt x="300" y="1884"/>
                        <a:pt x="899" y="1113"/>
                      </a:cubicBezTo>
                      <a:cubicBezTo>
                        <a:pt x="1498" y="385"/>
                        <a:pt x="2397" y="0"/>
                        <a:pt x="3553" y="0"/>
                      </a:cubicBezTo>
                      <a:cubicBezTo>
                        <a:pt x="4709" y="0"/>
                        <a:pt x="5608" y="385"/>
                        <a:pt x="6208" y="1156"/>
                      </a:cubicBezTo>
                      <a:cubicBezTo>
                        <a:pt x="6850" y="1927"/>
                        <a:pt x="7149" y="3040"/>
                        <a:pt x="7149" y="4452"/>
                      </a:cubicBezTo>
                      <a:lnTo>
                        <a:pt x="7149" y="7325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11005067" y="6477749"/>
                  <a:ext cx="8305" cy="78772"/>
                </a:xfrm>
                <a:custGeom>
                  <a:avLst/>
                  <a:gdLst>
                    <a:gd name="connsiteX0" fmla="*/ 4153 w 8305"/>
                    <a:gd name="connsiteY0" fmla="*/ 78773 h 78772"/>
                    <a:gd name="connsiteX1" fmla="*/ 1027 w 8305"/>
                    <a:gd name="connsiteY1" fmla="*/ 77446 h 78772"/>
                    <a:gd name="connsiteX2" fmla="*/ 0 w 8305"/>
                    <a:gd name="connsiteY2" fmla="*/ 73764 h 78772"/>
                    <a:gd name="connsiteX3" fmla="*/ 0 w 8305"/>
                    <a:gd name="connsiteY3" fmla="*/ 5009 h 78772"/>
                    <a:gd name="connsiteX4" fmla="*/ 1027 w 8305"/>
                    <a:gd name="connsiteY4" fmla="*/ 1327 h 78772"/>
                    <a:gd name="connsiteX5" fmla="*/ 4153 w 8305"/>
                    <a:gd name="connsiteY5" fmla="*/ 0 h 78772"/>
                    <a:gd name="connsiteX6" fmla="*/ 7235 w 8305"/>
                    <a:gd name="connsiteY6" fmla="*/ 1370 h 78772"/>
                    <a:gd name="connsiteX7" fmla="*/ 8305 w 8305"/>
                    <a:gd name="connsiteY7" fmla="*/ 5009 h 78772"/>
                    <a:gd name="connsiteX8" fmla="*/ 8305 w 8305"/>
                    <a:gd name="connsiteY8" fmla="*/ 73807 h 78772"/>
                    <a:gd name="connsiteX9" fmla="*/ 7192 w 8305"/>
                    <a:gd name="connsiteY9" fmla="*/ 77488 h 78772"/>
                    <a:gd name="connsiteX10" fmla="*/ 4153 w 8305"/>
                    <a:gd name="connsiteY10" fmla="*/ 78773 h 78772"/>
                    <a:gd name="connsiteX11" fmla="*/ 4153 w 8305"/>
                    <a:gd name="connsiteY11" fmla="*/ 1113 h 78772"/>
                    <a:gd name="connsiteX12" fmla="*/ 1927 w 8305"/>
                    <a:gd name="connsiteY12" fmla="*/ 2012 h 78772"/>
                    <a:gd name="connsiteX13" fmla="*/ 1113 w 8305"/>
                    <a:gd name="connsiteY13" fmla="*/ 4966 h 78772"/>
                    <a:gd name="connsiteX14" fmla="*/ 1113 w 8305"/>
                    <a:gd name="connsiteY14" fmla="*/ 73764 h 78772"/>
                    <a:gd name="connsiteX15" fmla="*/ 1884 w 8305"/>
                    <a:gd name="connsiteY15" fmla="*/ 76718 h 78772"/>
                    <a:gd name="connsiteX16" fmla="*/ 4110 w 8305"/>
                    <a:gd name="connsiteY16" fmla="*/ 77617 h 78772"/>
                    <a:gd name="connsiteX17" fmla="*/ 6293 w 8305"/>
                    <a:gd name="connsiteY17" fmla="*/ 76718 h 78772"/>
                    <a:gd name="connsiteX18" fmla="*/ 7107 w 8305"/>
                    <a:gd name="connsiteY18" fmla="*/ 73807 h 78772"/>
                    <a:gd name="connsiteX19" fmla="*/ 7107 w 8305"/>
                    <a:gd name="connsiteY19" fmla="*/ 5009 h 78772"/>
                    <a:gd name="connsiteX20" fmla="*/ 6293 w 8305"/>
                    <a:gd name="connsiteY20" fmla="*/ 2098 h 78772"/>
                    <a:gd name="connsiteX21" fmla="*/ 4153 w 8305"/>
                    <a:gd name="connsiteY21" fmla="*/ 1113 h 78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305" h="78772">
                      <a:moveTo>
                        <a:pt x="4153" y="78773"/>
                      </a:moveTo>
                      <a:cubicBezTo>
                        <a:pt x="2740" y="78773"/>
                        <a:pt x="1755" y="78345"/>
                        <a:pt x="1027" y="77446"/>
                      </a:cubicBezTo>
                      <a:cubicBezTo>
                        <a:pt x="342" y="76632"/>
                        <a:pt x="0" y="75391"/>
                        <a:pt x="0" y="73764"/>
                      </a:cubicBezTo>
                      <a:lnTo>
                        <a:pt x="0" y="5009"/>
                      </a:lnTo>
                      <a:cubicBezTo>
                        <a:pt x="0" y="3425"/>
                        <a:pt x="342" y="2183"/>
                        <a:pt x="1027" y="1327"/>
                      </a:cubicBezTo>
                      <a:cubicBezTo>
                        <a:pt x="1755" y="428"/>
                        <a:pt x="2783" y="0"/>
                        <a:pt x="4153" y="0"/>
                      </a:cubicBezTo>
                      <a:cubicBezTo>
                        <a:pt x="5480" y="0"/>
                        <a:pt x="6550" y="471"/>
                        <a:pt x="7235" y="1370"/>
                      </a:cubicBezTo>
                      <a:cubicBezTo>
                        <a:pt x="7963" y="2226"/>
                        <a:pt x="8305" y="3425"/>
                        <a:pt x="8305" y="5009"/>
                      </a:cubicBezTo>
                      <a:lnTo>
                        <a:pt x="8305" y="73807"/>
                      </a:lnTo>
                      <a:cubicBezTo>
                        <a:pt x="8305" y="75433"/>
                        <a:pt x="7920" y="76632"/>
                        <a:pt x="7192" y="77488"/>
                      </a:cubicBezTo>
                      <a:cubicBezTo>
                        <a:pt x="6550" y="78302"/>
                        <a:pt x="5480" y="78773"/>
                        <a:pt x="4153" y="78773"/>
                      </a:cubicBezTo>
                      <a:close/>
                      <a:moveTo>
                        <a:pt x="4153" y="1113"/>
                      </a:moveTo>
                      <a:cubicBezTo>
                        <a:pt x="3168" y="1113"/>
                        <a:pt x="2440" y="1413"/>
                        <a:pt x="1927" y="2012"/>
                      </a:cubicBezTo>
                      <a:cubicBezTo>
                        <a:pt x="1413" y="2654"/>
                        <a:pt x="1113" y="3682"/>
                        <a:pt x="1113" y="4966"/>
                      </a:cubicBezTo>
                      <a:lnTo>
                        <a:pt x="1113" y="73764"/>
                      </a:lnTo>
                      <a:cubicBezTo>
                        <a:pt x="1113" y="75048"/>
                        <a:pt x="1370" y="76076"/>
                        <a:pt x="1884" y="76718"/>
                      </a:cubicBezTo>
                      <a:cubicBezTo>
                        <a:pt x="2355" y="77317"/>
                        <a:pt x="3082" y="77617"/>
                        <a:pt x="4110" y="77617"/>
                      </a:cubicBezTo>
                      <a:cubicBezTo>
                        <a:pt x="5095" y="77617"/>
                        <a:pt x="5822" y="77317"/>
                        <a:pt x="6293" y="76718"/>
                      </a:cubicBezTo>
                      <a:cubicBezTo>
                        <a:pt x="6850" y="76076"/>
                        <a:pt x="7107" y="75091"/>
                        <a:pt x="7107" y="73807"/>
                      </a:cubicBezTo>
                      <a:lnTo>
                        <a:pt x="7107" y="5009"/>
                      </a:lnTo>
                      <a:cubicBezTo>
                        <a:pt x="7107" y="3725"/>
                        <a:pt x="6850" y="2740"/>
                        <a:pt x="6293" y="2098"/>
                      </a:cubicBezTo>
                      <a:cubicBezTo>
                        <a:pt x="5865" y="1456"/>
                        <a:pt x="5137" y="1113"/>
                        <a:pt x="4153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5" name="图形 4"/>
              <p:cNvGrpSpPr/>
              <p:nvPr/>
            </p:nvGrpSpPr>
            <p:grpSpPr>
              <a:xfrm>
                <a:off x="11056184" y="6496714"/>
                <a:ext cx="54284" cy="60363"/>
                <a:chOff x="11056184" y="6496714"/>
                <a:chExt cx="54284" cy="60363"/>
              </a:xfrm>
              <a:solidFill>
                <a:srgbClr val="A5A7AA"/>
              </a:solidFill>
            </p:grpSpPr>
            <p:sp>
              <p:nvSpPr>
                <p:cNvPr id="84" name="任意多边形: 形状 83"/>
                <p:cNvSpPr/>
                <p:nvPr/>
              </p:nvSpPr>
              <p:spPr>
                <a:xfrm>
                  <a:off x="11056740" y="6497313"/>
                  <a:ext cx="53128" cy="59207"/>
                </a:xfrm>
                <a:custGeom>
                  <a:avLst/>
                  <a:gdLst>
                    <a:gd name="connsiteX0" fmla="*/ 0 w 53128"/>
                    <a:gd name="connsiteY0" fmla="*/ 29754 h 59207"/>
                    <a:gd name="connsiteX1" fmla="*/ 7492 w 53128"/>
                    <a:gd name="connsiteY1" fmla="*/ 8305 h 59207"/>
                    <a:gd name="connsiteX2" fmla="*/ 26629 w 53128"/>
                    <a:gd name="connsiteY2" fmla="*/ 0 h 59207"/>
                    <a:gd name="connsiteX3" fmla="*/ 45680 w 53128"/>
                    <a:gd name="connsiteY3" fmla="*/ 8305 h 59207"/>
                    <a:gd name="connsiteX4" fmla="*/ 53129 w 53128"/>
                    <a:gd name="connsiteY4" fmla="*/ 29754 h 59207"/>
                    <a:gd name="connsiteX5" fmla="*/ 45680 w 53128"/>
                    <a:gd name="connsiteY5" fmla="*/ 50988 h 59207"/>
                    <a:gd name="connsiteX6" fmla="*/ 26586 w 53128"/>
                    <a:gd name="connsiteY6" fmla="*/ 59208 h 59207"/>
                    <a:gd name="connsiteX7" fmla="*/ 7449 w 53128"/>
                    <a:gd name="connsiteY7" fmla="*/ 50945 h 59207"/>
                    <a:gd name="connsiteX8" fmla="*/ 0 w 53128"/>
                    <a:gd name="connsiteY8" fmla="*/ 29754 h 59207"/>
                    <a:gd name="connsiteX9" fmla="*/ 26629 w 53128"/>
                    <a:gd name="connsiteY9" fmla="*/ 6379 h 59207"/>
                    <a:gd name="connsiteX10" fmla="*/ 12715 w 53128"/>
                    <a:gd name="connsiteY10" fmla="*/ 12886 h 59207"/>
                    <a:gd name="connsiteX11" fmla="*/ 7278 w 53128"/>
                    <a:gd name="connsiteY11" fmla="*/ 29625 h 59207"/>
                    <a:gd name="connsiteX12" fmla="*/ 12758 w 53128"/>
                    <a:gd name="connsiteY12" fmla="*/ 46365 h 59207"/>
                    <a:gd name="connsiteX13" fmla="*/ 26543 w 53128"/>
                    <a:gd name="connsiteY13" fmla="*/ 52872 h 59207"/>
                    <a:gd name="connsiteX14" fmla="*/ 40457 w 53128"/>
                    <a:gd name="connsiteY14" fmla="*/ 46365 h 59207"/>
                    <a:gd name="connsiteX15" fmla="*/ 45979 w 53128"/>
                    <a:gd name="connsiteY15" fmla="*/ 29625 h 59207"/>
                    <a:gd name="connsiteX16" fmla="*/ 40499 w 53128"/>
                    <a:gd name="connsiteY16" fmla="*/ 12886 h 59207"/>
                    <a:gd name="connsiteX17" fmla="*/ 26629 w 53128"/>
                    <a:gd name="connsiteY17" fmla="*/ 6379 h 5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128" h="59207">
                      <a:moveTo>
                        <a:pt x="0" y="29754"/>
                      </a:moveTo>
                      <a:cubicBezTo>
                        <a:pt x="0" y="21063"/>
                        <a:pt x="2483" y="13871"/>
                        <a:pt x="7492" y="8305"/>
                      </a:cubicBezTo>
                      <a:cubicBezTo>
                        <a:pt x="12501" y="2783"/>
                        <a:pt x="18880" y="0"/>
                        <a:pt x="26629" y="0"/>
                      </a:cubicBezTo>
                      <a:cubicBezTo>
                        <a:pt x="34377" y="0"/>
                        <a:pt x="40713" y="2783"/>
                        <a:pt x="45680" y="8305"/>
                      </a:cubicBezTo>
                      <a:cubicBezTo>
                        <a:pt x="50646" y="13871"/>
                        <a:pt x="53129" y="21063"/>
                        <a:pt x="53129" y="29754"/>
                      </a:cubicBezTo>
                      <a:cubicBezTo>
                        <a:pt x="53129" y="38359"/>
                        <a:pt x="50688" y="45466"/>
                        <a:pt x="45680" y="50988"/>
                      </a:cubicBezTo>
                      <a:cubicBezTo>
                        <a:pt x="40713" y="56468"/>
                        <a:pt x="34377" y="59208"/>
                        <a:pt x="26586" y="59208"/>
                      </a:cubicBezTo>
                      <a:cubicBezTo>
                        <a:pt x="18794" y="59208"/>
                        <a:pt x="12415" y="56468"/>
                        <a:pt x="7449" y="50945"/>
                      </a:cubicBezTo>
                      <a:cubicBezTo>
                        <a:pt x="2483" y="45380"/>
                        <a:pt x="0" y="38359"/>
                        <a:pt x="0" y="29754"/>
                      </a:cubicBezTo>
                      <a:close/>
                      <a:moveTo>
                        <a:pt x="26629" y="6379"/>
                      </a:moveTo>
                      <a:cubicBezTo>
                        <a:pt x="20935" y="6379"/>
                        <a:pt x="16311" y="8519"/>
                        <a:pt x="12715" y="12886"/>
                      </a:cubicBezTo>
                      <a:cubicBezTo>
                        <a:pt x="9076" y="17167"/>
                        <a:pt x="7278" y="22733"/>
                        <a:pt x="7278" y="29625"/>
                      </a:cubicBezTo>
                      <a:cubicBezTo>
                        <a:pt x="7278" y="36475"/>
                        <a:pt x="9076" y="42083"/>
                        <a:pt x="12758" y="46365"/>
                      </a:cubicBezTo>
                      <a:cubicBezTo>
                        <a:pt x="16397" y="50731"/>
                        <a:pt x="20977" y="52872"/>
                        <a:pt x="26543" y="52872"/>
                      </a:cubicBezTo>
                      <a:cubicBezTo>
                        <a:pt x="32194" y="52872"/>
                        <a:pt x="36860" y="50689"/>
                        <a:pt x="40457" y="46365"/>
                      </a:cubicBezTo>
                      <a:cubicBezTo>
                        <a:pt x="44138" y="41998"/>
                        <a:pt x="45979" y="36475"/>
                        <a:pt x="45979" y="29625"/>
                      </a:cubicBezTo>
                      <a:cubicBezTo>
                        <a:pt x="45979" y="22818"/>
                        <a:pt x="44138" y="17253"/>
                        <a:pt x="40499" y="12886"/>
                      </a:cubicBezTo>
                      <a:cubicBezTo>
                        <a:pt x="36818" y="8562"/>
                        <a:pt x="32194" y="6379"/>
                        <a:pt x="26629" y="637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5" name="任意多边形: 形状 84"/>
                <p:cNvSpPr/>
                <p:nvPr/>
              </p:nvSpPr>
              <p:spPr>
                <a:xfrm>
                  <a:off x="11056184" y="6496714"/>
                  <a:ext cx="54284" cy="60363"/>
                </a:xfrm>
                <a:custGeom>
                  <a:avLst/>
                  <a:gdLst>
                    <a:gd name="connsiteX0" fmla="*/ 27185 w 54284"/>
                    <a:gd name="connsiteY0" fmla="*/ 60364 h 60363"/>
                    <a:gd name="connsiteX1" fmla="*/ 7620 w 54284"/>
                    <a:gd name="connsiteY1" fmla="*/ 51887 h 60363"/>
                    <a:gd name="connsiteX2" fmla="*/ 0 w 54284"/>
                    <a:gd name="connsiteY2" fmla="*/ 30353 h 60363"/>
                    <a:gd name="connsiteX3" fmla="*/ 7620 w 54284"/>
                    <a:gd name="connsiteY3" fmla="*/ 8519 h 60363"/>
                    <a:gd name="connsiteX4" fmla="*/ 27185 w 54284"/>
                    <a:gd name="connsiteY4" fmla="*/ 0 h 60363"/>
                    <a:gd name="connsiteX5" fmla="*/ 46664 w 54284"/>
                    <a:gd name="connsiteY5" fmla="*/ 8519 h 60363"/>
                    <a:gd name="connsiteX6" fmla="*/ 54285 w 54284"/>
                    <a:gd name="connsiteY6" fmla="*/ 30353 h 60363"/>
                    <a:gd name="connsiteX7" fmla="*/ 46707 w 54284"/>
                    <a:gd name="connsiteY7" fmla="*/ 51973 h 60363"/>
                    <a:gd name="connsiteX8" fmla="*/ 27185 w 54284"/>
                    <a:gd name="connsiteY8" fmla="*/ 60364 h 60363"/>
                    <a:gd name="connsiteX9" fmla="*/ 27185 w 54284"/>
                    <a:gd name="connsiteY9" fmla="*/ 1156 h 60363"/>
                    <a:gd name="connsiteX10" fmla="*/ 8477 w 54284"/>
                    <a:gd name="connsiteY10" fmla="*/ 9290 h 60363"/>
                    <a:gd name="connsiteX11" fmla="*/ 1156 w 54284"/>
                    <a:gd name="connsiteY11" fmla="*/ 30353 h 60363"/>
                    <a:gd name="connsiteX12" fmla="*/ 8477 w 54284"/>
                    <a:gd name="connsiteY12" fmla="*/ 51117 h 60363"/>
                    <a:gd name="connsiteX13" fmla="*/ 27185 w 54284"/>
                    <a:gd name="connsiteY13" fmla="*/ 59208 h 60363"/>
                    <a:gd name="connsiteX14" fmla="*/ 45851 w 54284"/>
                    <a:gd name="connsiteY14" fmla="*/ 51202 h 60363"/>
                    <a:gd name="connsiteX15" fmla="*/ 53129 w 54284"/>
                    <a:gd name="connsiteY15" fmla="*/ 30353 h 60363"/>
                    <a:gd name="connsiteX16" fmla="*/ 45808 w 54284"/>
                    <a:gd name="connsiteY16" fmla="*/ 9290 h 60363"/>
                    <a:gd name="connsiteX17" fmla="*/ 27185 w 54284"/>
                    <a:gd name="connsiteY17" fmla="*/ 1156 h 60363"/>
                    <a:gd name="connsiteX18" fmla="*/ 27057 w 54284"/>
                    <a:gd name="connsiteY18" fmla="*/ 54028 h 60363"/>
                    <a:gd name="connsiteX19" fmla="*/ 12843 w 54284"/>
                    <a:gd name="connsiteY19" fmla="*/ 47306 h 60363"/>
                    <a:gd name="connsiteX20" fmla="*/ 7235 w 54284"/>
                    <a:gd name="connsiteY20" fmla="*/ 30182 h 60363"/>
                    <a:gd name="connsiteX21" fmla="*/ 12801 w 54284"/>
                    <a:gd name="connsiteY21" fmla="*/ 13057 h 60363"/>
                    <a:gd name="connsiteX22" fmla="*/ 27142 w 54284"/>
                    <a:gd name="connsiteY22" fmla="*/ 6379 h 60363"/>
                    <a:gd name="connsiteX23" fmla="*/ 41441 w 54284"/>
                    <a:gd name="connsiteY23" fmla="*/ 13100 h 60363"/>
                    <a:gd name="connsiteX24" fmla="*/ 47050 w 54284"/>
                    <a:gd name="connsiteY24" fmla="*/ 30225 h 60363"/>
                    <a:gd name="connsiteX25" fmla="*/ 41356 w 54284"/>
                    <a:gd name="connsiteY25" fmla="*/ 47349 h 60363"/>
                    <a:gd name="connsiteX26" fmla="*/ 27057 w 54284"/>
                    <a:gd name="connsiteY26" fmla="*/ 54028 h 60363"/>
                    <a:gd name="connsiteX27" fmla="*/ 27185 w 54284"/>
                    <a:gd name="connsiteY27" fmla="*/ 7535 h 60363"/>
                    <a:gd name="connsiteX28" fmla="*/ 13700 w 54284"/>
                    <a:gd name="connsiteY28" fmla="*/ 13828 h 60363"/>
                    <a:gd name="connsiteX29" fmla="*/ 8391 w 54284"/>
                    <a:gd name="connsiteY29" fmla="*/ 30225 h 60363"/>
                    <a:gd name="connsiteX30" fmla="*/ 13700 w 54284"/>
                    <a:gd name="connsiteY30" fmla="*/ 46579 h 60363"/>
                    <a:gd name="connsiteX31" fmla="*/ 27057 w 54284"/>
                    <a:gd name="connsiteY31" fmla="*/ 52872 h 60363"/>
                    <a:gd name="connsiteX32" fmla="*/ 40542 w 54284"/>
                    <a:gd name="connsiteY32" fmla="*/ 46579 h 60363"/>
                    <a:gd name="connsiteX33" fmla="*/ 45936 w 54284"/>
                    <a:gd name="connsiteY33" fmla="*/ 30182 h 60363"/>
                    <a:gd name="connsiteX34" fmla="*/ 40585 w 54284"/>
                    <a:gd name="connsiteY34" fmla="*/ 13785 h 60363"/>
                    <a:gd name="connsiteX35" fmla="*/ 27185 w 54284"/>
                    <a:gd name="connsiteY35" fmla="*/ 7535 h 60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4284" h="60363">
                      <a:moveTo>
                        <a:pt x="27185" y="60364"/>
                      </a:moveTo>
                      <a:cubicBezTo>
                        <a:pt x="19265" y="60364"/>
                        <a:pt x="12672" y="57538"/>
                        <a:pt x="7620" y="51887"/>
                      </a:cubicBezTo>
                      <a:cubicBezTo>
                        <a:pt x="2569" y="46279"/>
                        <a:pt x="0" y="39044"/>
                        <a:pt x="0" y="30353"/>
                      </a:cubicBezTo>
                      <a:cubicBezTo>
                        <a:pt x="0" y="21534"/>
                        <a:pt x="2569" y="14171"/>
                        <a:pt x="7620" y="8519"/>
                      </a:cubicBezTo>
                      <a:cubicBezTo>
                        <a:pt x="12758" y="2868"/>
                        <a:pt x="19351" y="0"/>
                        <a:pt x="27185" y="0"/>
                      </a:cubicBezTo>
                      <a:cubicBezTo>
                        <a:pt x="35062" y="0"/>
                        <a:pt x="41612" y="2868"/>
                        <a:pt x="46664" y="8519"/>
                      </a:cubicBezTo>
                      <a:cubicBezTo>
                        <a:pt x="51716" y="14171"/>
                        <a:pt x="54285" y="21534"/>
                        <a:pt x="54285" y="30353"/>
                      </a:cubicBezTo>
                      <a:cubicBezTo>
                        <a:pt x="54285" y="39087"/>
                        <a:pt x="51716" y="46365"/>
                        <a:pt x="46707" y="51973"/>
                      </a:cubicBezTo>
                      <a:cubicBezTo>
                        <a:pt x="41655" y="57538"/>
                        <a:pt x="35062" y="60364"/>
                        <a:pt x="27185" y="60364"/>
                      </a:cubicBezTo>
                      <a:close/>
                      <a:moveTo>
                        <a:pt x="27185" y="1156"/>
                      </a:moveTo>
                      <a:cubicBezTo>
                        <a:pt x="19650" y="1156"/>
                        <a:pt x="13357" y="3896"/>
                        <a:pt x="8477" y="9290"/>
                      </a:cubicBezTo>
                      <a:cubicBezTo>
                        <a:pt x="3596" y="14727"/>
                        <a:pt x="1156" y="21791"/>
                        <a:pt x="1156" y="30353"/>
                      </a:cubicBezTo>
                      <a:cubicBezTo>
                        <a:pt x="1156" y="38744"/>
                        <a:pt x="3639" y="45765"/>
                        <a:pt x="8477" y="51117"/>
                      </a:cubicBezTo>
                      <a:cubicBezTo>
                        <a:pt x="13400" y="56554"/>
                        <a:pt x="19522" y="59208"/>
                        <a:pt x="27185" y="59208"/>
                      </a:cubicBezTo>
                      <a:cubicBezTo>
                        <a:pt x="34763" y="59208"/>
                        <a:pt x="41013" y="56511"/>
                        <a:pt x="45851" y="51202"/>
                      </a:cubicBezTo>
                      <a:cubicBezTo>
                        <a:pt x="50688" y="45808"/>
                        <a:pt x="53129" y="38830"/>
                        <a:pt x="53129" y="30353"/>
                      </a:cubicBezTo>
                      <a:cubicBezTo>
                        <a:pt x="53129" y="21834"/>
                        <a:pt x="50688" y="14727"/>
                        <a:pt x="45808" y="9290"/>
                      </a:cubicBezTo>
                      <a:cubicBezTo>
                        <a:pt x="40970" y="3896"/>
                        <a:pt x="34677" y="1156"/>
                        <a:pt x="27185" y="1156"/>
                      </a:cubicBezTo>
                      <a:close/>
                      <a:moveTo>
                        <a:pt x="27057" y="54028"/>
                      </a:moveTo>
                      <a:cubicBezTo>
                        <a:pt x="21320" y="54028"/>
                        <a:pt x="16525" y="51759"/>
                        <a:pt x="12843" y="47306"/>
                      </a:cubicBezTo>
                      <a:cubicBezTo>
                        <a:pt x="9119" y="42940"/>
                        <a:pt x="7235" y="37203"/>
                        <a:pt x="7235" y="30182"/>
                      </a:cubicBezTo>
                      <a:cubicBezTo>
                        <a:pt x="7235" y="23161"/>
                        <a:pt x="9119" y="17424"/>
                        <a:pt x="12801" y="13057"/>
                      </a:cubicBezTo>
                      <a:cubicBezTo>
                        <a:pt x="16482" y="8605"/>
                        <a:pt x="21320" y="6379"/>
                        <a:pt x="27142" y="6379"/>
                      </a:cubicBezTo>
                      <a:cubicBezTo>
                        <a:pt x="32879" y="6379"/>
                        <a:pt x="37674" y="8648"/>
                        <a:pt x="41441" y="13100"/>
                      </a:cubicBezTo>
                      <a:cubicBezTo>
                        <a:pt x="45166" y="17553"/>
                        <a:pt x="47050" y="23289"/>
                        <a:pt x="47050" y="30225"/>
                      </a:cubicBezTo>
                      <a:cubicBezTo>
                        <a:pt x="47050" y="37160"/>
                        <a:pt x="45123" y="42897"/>
                        <a:pt x="41356" y="47349"/>
                      </a:cubicBezTo>
                      <a:cubicBezTo>
                        <a:pt x="37674" y="51802"/>
                        <a:pt x="32836" y="54028"/>
                        <a:pt x="27057" y="54028"/>
                      </a:cubicBezTo>
                      <a:close/>
                      <a:moveTo>
                        <a:pt x="27185" y="7535"/>
                      </a:moveTo>
                      <a:cubicBezTo>
                        <a:pt x="21620" y="7535"/>
                        <a:pt x="17210" y="9590"/>
                        <a:pt x="13700" y="13828"/>
                      </a:cubicBezTo>
                      <a:cubicBezTo>
                        <a:pt x="10189" y="17981"/>
                        <a:pt x="8391" y="23503"/>
                        <a:pt x="8391" y="30225"/>
                      </a:cubicBezTo>
                      <a:cubicBezTo>
                        <a:pt x="8391" y="36946"/>
                        <a:pt x="10189" y="42426"/>
                        <a:pt x="13700" y="46579"/>
                      </a:cubicBezTo>
                      <a:cubicBezTo>
                        <a:pt x="17210" y="50817"/>
                        <a:pt x="21577" y="52872"/>
                        <a:pt x="27057" y="52872"/>
                      </a:cubicBezTo>
                      <a:cubicBezTo>
                        <a:pt x="32494" y="52872"/>
                        <a:pt x="37032" y="50774"/>
                        <a:pt x="40542" y="46579"/>
                      </a:cubicBezTo>
                      <a:cubicBezTo>
                        <a:pt x="44138" y="42340"/>
                        <a:pt x="45936" y="36860"/>
                        <a:pt x="45936" y="30182"/>
                      </a:cubicBezTo>
                      <a:cubicBezTo>
                        <a:pt x="45936" y="23546"/>
                        <a:pt x="44138" y="18066"/>
                        <a:pt x="40585" y="13785"/>
                      </a:cubicBezTo>
                      <a:cubicBezTo>
                        <a:pt x="37074" y="9675"/>
                        <a:pt x="32537" y="7535"/>
                        <a:pt x="27185" y="7535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6" name="图形 4"/>
              <p:cNvGrpSpPr/>
              <p:nvPr/>
            </p:nvGrpSpPr>
            <p:grpSpPr>
              <a:xfrm>
                <a:off x="11152466" y="6497399"/>
                <a:ext cx="47306" cy="59850"/>
                <a:chOff x="11152466" y="6497399"/>
                <a:chExt cx="47306" cy="59850"/>
              </a:xfrm>
              <a:solidFill>
                <a:srgbClr val="A5A7AA"/>
              </a:solidFill>
            </p:grpSpPr>
            <p:sp>
              <p:nvSpPr>
                <p:cNvPr id="82" name="任意多边形: 形状 81"/>
                <p:cNvSpPr/>
                <p:nvPr/>
              </p:nvSpPr>
              <p:spPr>
                <a:xfrm>
                  <a:off x="11153023" y="6497870"/>
                  <a:ext cx="46107" cy="58779"/>
                </a:xfrm>
                <a:custGeom>
                  <a:avLst/>
                  <a:gdLst>
                    <a:gd name="connsiteX0" fmla="*/ 38915 w 46107"/>
                    <a:gd name="connsiteY0" fmla="*/ 49404 h 58779"/>
                    <a:gd name="connsiteX1" fmla="*/ 30952 w 46107"/>
                    <a:gd name="connsiteY1" fmla="*/ 56468 h 58779"/>
                    <a:gd name="connsiteX2" fmla="*/ 20507 w 46107"/>
                    <a:gd name="connsiteY2" fmla="*/ 58780 h 58779"/>
                    <a:gd name="connsiteX3" fmla="*/ 5266 w 46107"/>
                    <a:gd name="connsiteY3" fmla="*/ 53043 h 58779"/>
                    <a:gd name="connsiteX4" fmla="*/ 0 w 46107"/>
                    <a:gd name="connsiteY4" fmla="*/ 36347 h 58779"/>
                    <a:gd name="connsiteX5" fmla="*/ 0 w 46107"/>
                    <a:gd name="connsiteY5" fmla="*/ 4624 h 58779"/>
                    <a:gd name="connsiteX6" fmla="*/ 942 w 46107"/>
                    <a:gd name="connsiteY6" fmla="*/ 1199 h 58779"/>
                    <a:gd name="connsiteX7" fmla="*/ 3639 w 46107"/>
                    <a:gd name="connsiteY7" fmla="*/ 43 h 58779"/>
                    <a:gd name="connsiteX8" fmla="*/ 6293 w 46107"/>
                    <a:gd name="connsiteY8" fmla="*/ 1199 h 58779"/>
                    <a:gd name="connsiteX9" fmla="*/ 7192 w 46107"/>
                    <a:gd name="connsiteY9" fmla="*/ 4624 h 58779"/>
                    <a:gd name="connsiteX10" fmla="*/ 7192 w 46107"/>
                    <a:gd name="connsiteY10" fmla="*/ 33050 h 58779"/>
                    <a:gd name="connsiteX11" fmla="*/ 10574 w 46107"/>
                    <a:gd name="connsiteY11" fmla="*/ 48034 h 58779"/>
                    <a:gd name="connsiteX12" fmla="*/ 21748 w 46107"/>
                    <a:gd name="connsiteY12" fmla="*/ 52401 h 58779"/>
                    <a:gd name="connsiteX13" fmla="*/ 34720 w 46107"/>
                    <a:gd name="connsiteY13" fmla="*/ 46322 h 58779"/>
                    <a:gd name="connsiteX14" fmla="*/ 38915 w 46107"/>
                    <a:gd name="connsiteY14" fmla="*/ 27656 h 58779"/>
                    <a:gd name="connsiteX15" fmla="*/ 38915 w 46107"/>
                    <a:gd name="connsiteY15" fmla="*/ 4581 h 58779"/>
                    <a:gd name="connsiteX16" fmla="*/ 39900 w 46107"/>
                    <a:gd name="connsiteY16" fmla="*/ 1156 h 58779"/>
                    <a:gd name="connsiteX17" fmla="*/ 42597 w 46107"/>
                    <a:gd name="connsiteY17" fmla="*/ 0 h 58779"/>
                    <a:gd name="connsiteX18" fmla="*/ 45209 w 46107"/>
                    <a:gd name="connsiteY18" fmla="*/ 1156 h 58779"/>
                    <a:gd name="connsiteX19" fmla="*/ 46108 w 46107"/>
                    <a:gd name="connsiteY19" fmla="*/ 4581 h 58779"/>
                    <a:gd name="connsiteX20" fmla="*/ 46108 w 46107"/>
                    <a:gd name="connsiteY20" fmla="*/ 53471 h 58779"/>
                    <a:gd name="connsiteX21" fmla="*/ 45209 w 46107"/>
                    <a:gd name="connsiteY21" fmla="*/ 56896 h 58779"/>
                    <a:gd name="connsiteX22" fmla="*/ 42597 w 46107"/>
                    <a:gd name="connsiteY22" fmla="*/ 58052 h 58779"/>
                    <a:gd name="connsiteX23" fmla="*/ 39900 w 46107"/>
                    <a:gd name="connsiteY23" fmla="*/ 56853 h 58779"/>
                    <a:gd name="connsiteX24" fmla="*/ 38915 w 46107"/>
                    <a:gd name="connsiteY24" fmla="*/ 53471 h 58779"/>
                    <a:gd name="connsiteX25" fmla="*/ 38915 w 46107"/>
                    <a:gd name="connsiteY25" fmla="*/ 49404 h 58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6107" h="58779">
                      <a:moveTo>
                        <a:pt x="38915" y="49404"/>
                      </a:moveTo>
                      <a:cubicBezTo>
                        <a:pt x="36646" y="52615"/>
                        <a:pt x="33949" y="54970"/>
                        <a:pt x="30952" y="56468"/>
                      </a:cubicBezTo>
                      <a:cubicBezTo>
                        <a:pt x="27913" y="58009"/>
                        <a:pt x="24488" y="58780"/>
                        <a:pt x="20507" y="58780"/>
                      </a:cubicBezTo>
                      <a:cubicBezTo>
                        <a:pt x="13871" y="58780"/>
                        <a:pt x="8776" y="56811"/>
                        <a:pt x="5266" y="53043"/>
                      </a:cubicBezTo>
                      <a:cubicBezTo>
                        <a:pt x="1755" y="49190"/>
                        <a:pt x="0" y="43625"/>
                        <a:pt x="0" y="36347"/>
                      </a:cubicBezTo>
                      <a:lnTo>
                        <a:pt x="0" y="4624"/>
                      </a:lnTo>
                      <a:cubicBezTo>
                        <a:pt x="0" y="3125"/>
                        <a:pt x="300" y="2012"/>
                        <a:pt x="942" y="1199"/>
                      </a:cubicBezTo>
                      <a:cubicBezTo>
                        <a:pt x="1584" y="471"/>
                        <a:pt x="2440" y="43"/>
                        <a:pt x="3639" y="43"/>
                      </a:cubicBezTo>
                      <a:cubicBezTo>
                        <a:pt x="4795" y="43"/>
                        <a:pt x="5651" y="471"/>
                        <a:pt x="6293" y="1199"/>
                      </a:cubicBezTo>
                      <a:cubicBezTo>
                        <a:pt x="6893" y="2012"/>
                        <a:pt x="7192" y="3125"/>
                        <a:pt x="7192" y="4624"/>
                      </a:cubicBezTo>
                      <a:lnTo>
                        <a:pt x="7192" y="33050"/>
                      </a:lnTo>
                      <a:cubicBezTo>
                        <a:pt x="7192" y="40114"/>
                        <a:pt x="8348" y="45123"/>
                        <a:pt x="10574" y="48034"/>
                      </a:cubicBezTo>
                      <a:cubicBezTo>
                        <a:pt x="12843" y="50945"/>
                        <a:pt x="16568" y="52401"/>
                        <a:pt x="21748" y="52401"/>
                      </a:cubicBezTo>
                      <a:cubicBezTo>
                        <a:pt x="27570" y="52401"/>
                        <a:pt x="31894" y="50389"/>
                        <a:pt x="34720" y="46322"/>
                      </a:cubicBezTo>
                      <a:cubicBezTo>
                        <a:pt x="37503" y="42255"/>
                        <a:pt x="38915" y="36047"/>
                        <a:pt x="38915" y="27656"/>
                      </a:cubicBezTo>
                      <a:lnTo>
                        <a:pt x="38915" y="4581"/>
                      </a:lnTo>
                      <a:cubicBezTo>
                        <a:pt x="38915" y="3082"/>
                        <a:pt x="39258" y="1969"/>
                        <a:pt x="39900" y="1156"/>
                      </a:cubicBezTo>
                      <a:cubicBezTo>
                        <a:pt x="40585" y="428"/>
                        <a:pt x="41484" y="0"/>
                        <a:pt x="42597" y="0"/>
                      </a:cubicBezTo>
                      <a:cubicBezTo>
                        <a:pt x="43753" y="0"/>
                        <a:pt x="44609" y="428"/>
                        <a:pt x="45209" y="1156"/>
                      </a:cubicBezTo>
                      <a:cubicBezTo>
                        <a:pt x="45808" y="1969"/>
                        <a:pt x="46108" y="3082"/>
                        <a:pt x="46108" y="4581"/>
                      </a:cubicBezTo>
                      <a:lnTo>
                        <a:pt x="46108" y="53471"/>
                      </a:lnTo>
                      <a:cubicBezTo>
                        <a:pt x="46108" y="54927"/>
                        <a:pt x="45808" y="56083"/>
                        <a:pt x="45209" y="56896"/>
                      </a:cubicBezTo>
                      <a:cubicBezTo>
                        <a:pt x="44609" y="57667"/>
                        <a:pt x="43753" y="58052"/>
                        <a:pt x="42597" y="58052"/>
                      </a:cubicBezTo>
                      <a:cubicBezTo>
                        <a:pt x="41484" y="58052"/>
                        <a:pt x="40542" y="57667"/>
                        <a:pt x="39900" y="56853"/>
                      </a:cubicBezTo>
                      <a:cubicBezTo>
                        <a:pt x="39258" y="56083"/>
                        <a:pt x="38915" y="54970"/>
                        <a:pt x="38915" y="53471"/>
                      </a:cubicBezTo>
                      <a:lnTo>
                        <a:pt x="38915" y="49404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3" name="任意多边形: 形状 82"/>
                <p:cNvSpPr/>
                <p:nvPr/>
              </p:nvSpPr>
              <p:spPr>
                <a:xfrm>
                  <a:off x="11152466" y="6497399"/>
                  <a:ext cx="47306" cy="59850"/>
                </a:xfrm>
                <a:custGeom>
                  <a:avLst/>
                  <a:gdLst>
                    <a:gd name="connsiteX0" fmla="*/ 21063 w 47306"/>
                    <a:gd name="connsiteY0" fmla="*/ 59850 h 59850"/>
                    <a:gd name="connsiteX1" fmla="*/ 5394 w 47306"/>
                    <a:gd name="connsiteY1" fmla="*/ 53942 h 59850"/>
                    <a:gd name="connsiteX2" fmla="*/ 0 w 47306"/>
                    <a:gd name="connsiteY2" fmla="*/ 36860 h 59850"/>
                    <a:gd name="connsiteX3" fmla="*/ 0 w 47306"/>
                    <a:gd name="connsiteY3" fmla="*/ 5137 h 59850"/>
                    <a:gd name="connsiteX4" fmla="*/ 1070 w 47306"/>
                    <a:gd name="connsiteY4" fmla="*/ 1370 h 59850"/>
                    <a:gd name="connsiteX5" fmla="*/ 4195 w 47306"/>
                    <a:gd name="connsiteY5" fmla="*/ 0 h 59850"/>
                    <a:gd name="connsiteX6" fmla="*/ 7278 w 47306"/>
                    <a:gd name="connsiteY6" fmla="*/ 1370 h 59850"/>
                    <a:gd name="connsiteX7" fmla="*/ 8305 w 47306"/>
                    <a:gd name="connsiteY7" fmla="*/ 5180 h 59850"/>
                    <a:gd name="connsiteX8" fmla="*/ 8305 w 47306"/>
                    <a:gd name="connsiteY8" fmla="*/ 33607 h 59850"/>
                    <a:gd name="connsiteX9" fmla="*/ 11602 w 47306"/>
                    <a:gd name="connsiteY9" fmla="*/ 48248 h 59850"/>
                    <a:gd name="connsiteX10" fmla="*/ 22347 w 47306"/>
                    <a:gd name="connsiteY10" fmla="*/ 52401 h 59850"/>
                    <a:gd name="connsiteX11" fmla="*/ 34848 w 47306"/>
                    <a:gd name="connsiteY11" fmla="*/ 46579 h 59850"/>
                    <a:gd name="connsiteX12" fmla="*/ 38915 w 47306"/>
                    <a:gd name="connsiteY12" fmla="*/ 28255 h 59850"/>
                    <a:gd name="connsiteX13" fmla="*/ 38915 w 47306"/>
                    <a:gd name="connsiteY13" fmla="*/ 5180 h 59850"/>
                    <a:gd name="connsiteX14" fmla="*/ 40028 w 47306"/>
                    <a:gd name="connsiteY14" fmla="*/ 1413 h 59850"/>
                    <a:gd name="connsiteX15" fmla="*/ 43196 w 47306"/>
                    <a:gd name="connsiteY15" fmla="*/ 43 h 59850"/>
                    <a:gd name="connsiteX16" fmla="*/ 46279 w 47306"/>
                    <a:gd name="connsiteY16" fmla="*/ 1413 h 59850"/>
                    <a:gd name="connsiteX17" fmla="*/ 47306 w 47306"/>
                    <a:gd name="connsiteY17" fmla="*/ 5180 h 59850"/>
                    <a:gd name="connsiteX18" fmla="*/ 47306 w 47306"/>
                    <a:gd name="connsiteY18" fmla="*/ 54071 h 59850"/>
                    <a:gd name="connsiteX19" fmla="*/ 46279 w 47306"/>
                    <a:gd name="connsiteY19" fmla="*/ 57838 h 59850"/>
                    <a:gd name="connsiteX20" fmla="*/ 43196 w 47306"/>
                    <a:gd name="connsiteY20" fmla="*/ 59208 h 59850"/>
                    <a:gd name="connsiteX21" fmla="*/ 40028 w 47306"/>
                    <a:gd name="connsiteY21" fmla="*/ 57795 h 59850"/>
                    <a:gd name="connsiteX22" fmla="*/ 38915 w 47306"/>
                    <a:gd name="connsiteY22" fmla="*/ 54071 h 59850"/>
                    <a:gd name="connsiteX23" fmla="*/ 38915 w 47306"/>
                    <a:gd name="connsiteY23" fmla="*/ 51673 h 59850"/>
                    <a:gd name="connsiteX24" fmla="*/ 31766 w 47306"/>
                    <a:gd name="connsiteY24" fmla="*/ 57538 h 59850"/>
                    <a:gd name="connsiteX25" fmla="*/ 21063 w 47306"/>
                    <a:gd name="connsiteY25" fmla="*/ 59850 h 59850"/>
                    <a:gd name="connsiteX26" fmla="*/ 4195 w 47306"/>
                    <a:gd name="connsiteY26" fmla="*/ 1113 h 59850"/>
                    <a:gd name="connsiteX27" fmla="*/ 1969 w 47306"/>
                    <a:gd name="connsiteY27" fmla="*/ 2055 h 59850"/>
                    <a:gd name="connsiteX28" fmla="*/ 1156 w 47306"/>
                    <a:gd name="connsiteY28" fmla="*/ 5095 h 59850"/>
                    <a:gd name="connsiteX29" fmla="*/ 1156 w 47306"/>
                    <a:gd name="connsiteY29" fmla="*/ 36818 h 59850"/>
                    <a:gd name="connsiteX30" fmla="*/ 6250 w 47306"/>
                    <a:gd name="connsiteY30" fmla="*/ 53129 h 59850"/>
                    <a:gd name="connsiteX31" fmla="*/ 21063 w 47306"/>
                    <a:gd name="connsiteY31" fmla="*/ 58694 h 59850"/>
                    <a:gd name="connsiteX32" fmla="*/ 31252 w 47306"/>
                    <a:gd name="connsiteY32" fmla="*/ 56425 h 59850"/>
                    <a:gd name="connsiteX33" fmla="*/ 39001 w 47306"/>
                    <a:gd name="connsiteY33" fmla="*/ 49533 h 59850"/>
                    <a:gd name="connsiteX34" fmla="*/ 40071 w 47306"/>
                    <a:gd name="connsiteY34" fmla="*/ 48034 h 59850"/>
                    <a:gd name="connsiteX35" fmla="*/ 40071 w 47306"/>
                    <a:gd name="connsiteY35" fmla="*/ 53985 h 59850"/>
                    <a:gd name="connsiteX36" fmla="*/ 40927 w 47306"/>
                    <a:gd name="connsiteY36" fmla="*/ 56982 h 59850"/>
                    <a:gd name="connsiteX37" fmla="*/ 43196 w 47306"/>
                    <a:gd name="connsiteY37" fmla="*/ 57966 h 59850"/>
                    <a:gd name="connsiteX38" fmla="*/ 45337 w 47306"/>
                    <a:gd name="connsiteY38" fmla="*/ 57067 h 59850"/>
                    <a:gd name="connsiteX39" fmla="*/ 46108 w 47306"/>
                    <a:gd name="connsiteY39" fmla="*/ 54028 h 59850"/>
                    <a:gd name="connsiteX40" fmla="*/ 46108 w 47306"/>
                    <a:gd name="connsiteY40" fmla="*/ 5095 h 59850"/>
                    <a:gd name="connsiteX41" fmla="*/ 45337 w 47306"/>
                    <a:gd name="connsiteY41" fmla="*/ 2012 h 59850"/>
                    <a:gd name="connsiteX42" fmla="*/ 43196 w 47306"/>
                    <a:gd name="connsiteY42" fmla="*/ 1113 h 59850"/>
                    <a:gd name="connsiteX43" fmla="*/ 40927 w 47306"/>
                    <a:gd name="connsiteY43" fmla="*/ 2098 h 59850"/>
                    <a:gd name="connsiteX44" fmla="*/ 40114 w 47306"/>
                    <a:gd name="connsiteY44" fmla="*/ 5137 h 59850"/>
                    <a:gd name="connsiteX45" fmla="*/ 40114 w 47306"/>
                    <a:gd name="connsiteY45" fmla="*/ 28213 h 59850"/>
                    <a:gd name="connsiteX46" fmla="*/ 35833 w 47306"/>
                    <a:gd name="connsiteY46" fmla="*/ 47178 h 59850"/>
                    <a:gd name="connsiteX47" fmla="*/ 22390 w 47306"/>
                    <a:gd name="connsiteY47" fmla="*/ 53514 h 59850"/>
                    <a:gd name="connsiteX48" fmla="*/ 10746 w 47306"/>
                    <a:gd name="connsiteY48" fmla="*/ 48933 h 59850"/>
                    <a:gd name="connsiteX49" fmla="*/ 7235 w 47306"/>
                    <a:gd name="connsiteY49" fmla="*/ 33564 h 59850"/>
                    <a:gd name="connsiteX50" fmla="*/ 7235 w 47306"/>
                    <a:gd name="connsiteY50" fmla="*/ 5137 h 59850"/>
                    <a:gd name="connsiteX51" fmla="*/ 6464 w 47306"/>
                    <a:gd name="connsiteY51" fmla="*/ 2055 h 59850"/>
                    <a:gd name="connsiteX52" fmla="*/ 4195 w 47306"/>
                    <a:gd name="connsiteY52" fmla="*/ 1113 h 59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47306" h="59850">
                      <a:moveTo>
                        <a:pt x="21063" y="59850"/>
                      </a:moveTo>
                      <a:cubicBezTo>
                        <a:pt x="14299" y="59850"/>
                        <a:pt x="9033" y="57838"/>
                        <a:pt x="5394" y="53942"/>
                      </a:cubicBezTo>
                      <a:cubicBezTo>
                        <a:pt x="1798" y="50004"/>
                        <a:pt x="0" y="44267"/>
                        <a:pt x="0" y="36860"/>
                      </a:cubicBezTo>
                      <a:lnTo>
                        <a:pt x="0" y="5137"/>
                      </a:lnTo>
                      <a:cubicBezTo>
                        <a:pt x="0" y="3511"/>
                        <a:pt x="342" y="2269"/>
                        <a:pt x="1070" y="1370"/>
                      </a:cubicBezTo>
                      <a:cubicBezTo>
                        <a:pt x="1841" y="428"/>
                        <a:pt x="2911" y="0"/>
                        <a:pt x="4195" y="0"/>
                      </a:cubicBezTo>
                      <a:cubicBezTo>
                        <a:pt x="5480" y="0"/>
                        <a:pt x="6507" y="471"/>
                        <a:pt x="7278" y="1370"/>
                      </a:cubicBezTo>
                      <a:cubicBezTo>
                        <a:pt x="7963" y="2355"/>
                        <a:pt x="8305" y="3553"/>
                        <a:pt x="8305" y="5180"/>
                      </a:cubicBezTo>
                      <a:lnTo>
                        <a:pt x="8305" y="33607"/>
                      </a:lnTo>
                      <a:cubicBezTo>
                        <a:pt x="8305" y="40499"/>
                        <a:pt x="9418" y="45423"/>
                        <a:pt x="11602" y="48248"/>
                      </a:cubicBezTo>
                      <a:cubicBezTo>
                        <a:pt x="13742" y="50988"/>
                        <a:pt x="17381" y="52401"/>
                        <a:pt x="22347" y="52401"/>
                      </a:cubicBezTo>
                      <a:cubicBezTo>
                        <a:pt x="28041" y="52401"/>
                        <a:pt x="32108" y="50474"/>
                        <a:pt x="34848" y="46579"/>
                      </a:cubicBezTo>
                      <a:cubicBezTo>
                        <a:pt x="37545" y="42640"/>
                        <a:pt x="38915" y="36475"/>
                        <a:pt x="38915" y="28255"/>
                      </a:cubicBezTo>
                      <a:lnTo>
                        <a:pt x="38915" y="5180"/>
                      </a:lnTo>
                      <a:cubicBezTo>
                        <a:pt x="38915" y="3553"/>
                        <a:pt x="39258" y="2355"/>
                        <a:pt x="40028" y="1413"/>
                      </a:cubicBezTo>
                      <a:cubicBezTo>
                        <a:pt x="40842" y="514"/>
                        <a:pt x="41912" y="43"/>
                        <a:pt x="43196" y="43"/>
                      </a:cubicBezTo>
                      <a:cubicBezTo>
                        <a:pt x="44481" y="43"/>
                        <a:pt x="45551" y="514"/>
                        <a:pt x="46279" y="1413"/>
                      </a:cubicBezTo>
                      <a:cubicBezTo>
                        <a:pt x="46964" y="2355"/>
                        <a:pt x="47306" y="3596"/>
                        <a:pt x="47306" y="5180"/>
                      </a:cubicBezTo>
                      <a:lnTo>
                        <a:pt x="47306" y="54071"/>
                      </a:lnTo>
                      <a:cubicBezTo>
                        <a:pt x="47306" y="55655"/>
                        <a:pt x="46964" y="56896"/>
                        <a:pt x="46279" y="57838"/>
                      </a:cubicBezTo>
                      <a:cubicBezTo>
                        <a:pt x="45594" y="58737"/>
                        <a:pt x="44524" y="59208"/>
                        <a:pt x="43196" y="59208"/>
                      </a:cubicBezTo>
                      <a:cubicBezTo>
                        <a:pt x="41869" y="59208"/>
                        <a:pt x="40799" y="58737"/>
                        <a:pt x="40028" y="57795"/>
                      </a:cubicBezTo>
                      <a:cubicBezTo>
                        <a:pt x="39301" y="56896"/>
                        <a:pt x="38915" y="55655"/>
                        <a:pt x="38915" y="54071"/>
                      </a:cubicBezTo>
                      <a:lnTo>
                        <a:pt x="38915" y="51673"/>
                      </a:lnTo>
                      <a:cubicBezTo>
                        <a:pt x="36860" y="54242"/>
                        <a:pt x="34463" y="56211"/>
                        <a:pt x="31766" y="57538"/>
                      </a:cubicBezTo>
                      <a:cubicBezTo>
                        <a:pt x="28641" y="59037"/>
                        <a:pt x="25045" y="59850"/>
                        <a:pt x="21063" y="59850"/>
                      </a:cubicBezTo>
                      <a:close/>
                      <a:moveTo>
                        <a:pt x="4195" y="1113"/>
                      </a:moveTo>
                      <a:cubicBezTo>
                        <a:pt x="3254" y="1113"/>
                        <a:pt x="2483" y="1413"/>
                        <a:pt x="1969" y="2055"/>
                      </a:cubicBezTo>
                      <a:cubicBezTo>
                        <a:pt x="1456" y="2740"/>
                        <a:pt x="1156" y="3725"/>
                        <a:pt x="1156" y="5095"/>
                      </a:cubicBezTo>
                      <a:lnTo>
                        <a:pt x="1156" y="36818"/>
                      </a:lnTo>
                      <a:cubicBezTo>
                        <a:pt x="1156" y="43924"/>
                        <a:pt x="2868" y="49404"/>
                        <a:pt x="6250" y="53129"/>
                      </a:cubicBezTo>
                      <a:cubicBezTo>
                        <a:pt x="9633" y="56810"/>
                        <a:pt x="14641" y="58694"/>
                        <a:pt x="21063" y="58694"/>
                      </a:cubicBezTo>
                      <a:cubicBezTo>
                        <a:pt x="24916" y="58694"/>
                        <a:pt x="28255" y="57966"/>
                        <a:pt x="31252" y="56425"/>
                      </a:cubicBezTo>
                      <a:cubicBezTo>
                        <a:pt x="34206" y="54927"/>
                        <a:pt x="36818" y="52615"/>
                        <a:pt x="39001" y="49533"/>
                      </a:cubicBezTo>
                      <a:lnTo>
                        <a:pt x="40071" y="48034"/>
                      </a:lnTo>
                      <a:lnTo>
                        <a:pt x="40071" y="53985"/>
                      </a:lnTo>
                      <a:cubicBezTo>
                        <a:pt x="40071" y="55269"/>
                        <a:pt x="40371" y="56297"/>
                        <a:pt x="40927" y="56982"/>
                      </a:cubicBezTo>
                      <a:cubicBezTo>
                        <a:pt x="41484" y="57624"/>
                        <a:pt x="42212" y="57966"/>
                        <a:pt x="43196" y="57966"/>
                      </a:cubicBezTo>
                      <a:cubicBezTo>
                        <a:pt x="44181" y="57966"/>
                        <a:pt x="44866" y="57667"/>
                        <a:pt x="45337" y="57067"/>
                      </a:cubicBezTo>
                      <a:cubicBezTo>
                        <a:pt x="45851" y="56340"/>
                        <a:pt x="46108" y="55312"/>
                        <a:pt x="46108" y="54028"/>
                      </a:cubicBezTo>
                      <a:lnTo>
                        <a:pt x="46108" y="5095"/>
                      </a:lnTo>
                      <a:cubicBezTo>
                        <a:pt x="46108" y="3767"/>
                        <a:pt x="45851" y="2740"/>
                        <a:pt x="45337" y="2012"/>
                      </a:cubicBezTo>
                      <a:cubicBezTo>
                        <a:pt x="44866" y="1413"/>
                        <a:pt x="44138" y="1113"/>
                        <a:pt x="43196" y="1113"/>
                      </a:cubicBezTo>
                      <a:cubicBezTo>
                        <a:pt x="42255" y="1113"/>
                        <a:pt x="41484" y="1456"/>
                        <a:pt x="40927" y="2098"/>
                      </a:cubicBezTo>
                      <a:cubicBezTo>
                        <a:pt x="40371" y="2783"/>
                        <a:pt x="40114" y="3810"/>
                        <a:pt x="40114" y="5137"/>
                      </a:cubicBezTo>
                      <a:lnTo>
                        <a:pt x="40114" y="28213"/>
                      </a:lnTo>
                      <a:cubicBezTo>
                        <a:pt x="40114" y="36689"/>
                        <a:pt x="38658" y="43068"/>
                        <a:pt x="35833" y="47178"/>
                      </a:cubicBezTo>
                      <a:cubicBezTo>
                        <a:pt x="32922" y="51373"/>
                        <a:pt x="28384" y="53514"/>
                        <a:pt x="22390" y="53514"/>
                      </a:cubicBezTo>
                      <a:cubicBezTo>
                        <a:pt x="17039" y="53514"/>
                        <a:pt x="13143" y="51973"/>
                        <a:pt x="10746" y="48933"/>
                      </a:cubicBezTo>
                      <a:cubicBezTo>
                        <a:pt x="8391" y="45894"/>
                        <a:pt x="7235" y="40713"/>
                        <a:pt x="7235" y="33564"/>
                      </a:cubicBezTo>
                      <a:lnTo>
                        <a:pt x="7235" y="5137"/>
                      </a:lnTo>
                      <a:cubicBezTo>
                        <a:pt x="7235" y="3810"/>
                        <a:pt x="6978" y="2783"/>
                        <a:pt x="6464" y="2055"/>
                      </a:cubicBezTo>
                      <a:cubicBezTo>
                        <a:pt x="5865" y="1413"/>
                        <a:pt x="5137" y="1113"/>
                        <a:pt x="4195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7" name="图形 4"/>
              <p:cNvGrpSpPr/>
              <p:nvPr/>
            </p:nvGrpSpPr>
            <p:grpSpPr>
              <a:xfrm>
                <a:off x="11243140" y="6477706"/>
                <a:ext cx="51715" cy="78515"/>
                <a:chOff x="11243140" y="6477706"/>
                <a:chExt cx="51715" cy="78515"/>
              </a:xfrm>
              <a:solidFill>
                <a:srgbClr val="A5A7AA"/>
              </a:solidFill>
            </p:grpSpPr>
            <p:sp>
              <p:nvSpPr>
                <p:cNvPr id="80" name="任意多边形: 形状 79"/>
                <p:cNvSpPr/>
                <p:nvPr/>
              </p:nvSpPr>
              <p:spPr>
                <a:xfrm>
                  <a:off x="11243697" y="6478305"/>
                  <a:ext cx="50559" cy="77317"/>
                </a:xfrm>
                <a:custGeom>
                  <a:avLst/>
                  <a:gdLst>
                    <a:gd name="connsiteX0" fmla="*/ 43239 w 50559"/>
                    <a:gd name="connsiteY0" fmla="*/ 77317 h 77317"/>
                    <a:gd name="connsiteX1" fmla="*/ 33607 w 50559"/>
                    <a:gd name="connsiteY1" fmla="*/ 77317 h 77317"/>
                    <a:gd name="connsiteX2" fmla="*/ 18751 w 50559"/>
                    <a:gd name="connsiteY2" fmla="*/ 76290 h 77317"/>
                    <a:gd name="connsiteX3" fmla="*/ 10232 w 50559"/>
                    <a:gd name="connsiteY3" fmla="*/ 72779 h 77317"/>
                    <a:gd name="connsiteX4" fmla="*/ 2569 w 50559"/>
                    <a:gd name="connsiteY4" fmla="*/ 63874 h 77317"/>
                    <a:gd name="connsiteX5" fmla="*/ 0 w 50559"/>
                    <a:gd name="connsiteY5" fmla="*/ 51716 h 77317"/>
                    <a:gd name="connsiteX6" fmla="*/ 10446 w 50559"/>
                    <a:gd name="connsiteY6" fmla="*/ 28041 h 77317"/>
                    <a:gd name="connsiteX7" fmla="*/ 39044 w 50559"/>
                    <a:gd name="connsiteY7" fmla="*/ 19308 h 77317"/>
                    <a:gd name="connsiteX8" fmla="*/ 41655 w 50559"/>
                    <a:gd name="connsiteY8" fmla="*/ 19308 h 77317"/>
                    <a:gd name="connsiteX9" fmla="*/ 43368 w 50559"/>
                    <a:gd name="connsiteY9" fmla="*/ 19351 h 77317"/>
                    <a:gd name="connsiteX10" fmla="*/ 43368 w 50559"/>
                    <a:gd name="connsiteY10" fmla="*/ 4452 h 77317"/>
                    <a:gd name="connsiteX11" fmla="*/ 44267 w 50559"/>
                    <a:gd name="connsiteY11" fmla="*/ 1113 h 77317"/>
                    <a:gd name="connsiteX12" fmla="*/ 46878 w 50559"/>
                    <a:gd name="connsiteY12" fmla="*/ 0 h 77317"/>
                    <a:gd name="connsiteX13" fmla="*/ 49661 w 50559"/>
                    <a:gd name="connsiteY13" fmla="*/ 1113 h 77317"/>
                    <a:gd name="connsiteX14" fmla="*/ 50560 w 50559"/>
                    <a:gd name="connsiteY14" fmla="*/ 4452 h 77317"/>
                    <a:gd name="connsiteX15" fmla="*/ 50560 w 50559"/>
                    <a:gd name="connsiteY15" fmla="*/ 72651 h 77317"/>
                    <a:gd name="connsiteX16" fmla="*/ 49019 w 50559"/>
                    <a:gd name="connsiteY16" fmla="*/ 76375 h 77317"/>
                    <a:gd name="connsiteX17" fmla="*/ 43239 w 50559"/>
                    <a:gd name="connsiteY17" fmla="*/ 77317 h 77317"/>
                    <a:gd name="connsiteX18" fmla="*/ 43368 w 50559"/>
                    <a:gd name="connsiteY18" fmla="*/ 26072 h 77317"/>
                    <a:gd name="connsiteX19" fmla="*/ 41955 w 50559"/>
                    <a:gd name="connsiteY19" fmla="*/ 25986 h 77317"/>
                    <a:gd name="connsiteX20" fmla="*/ 37931 w 50559"/>
                    <a:gd name="connsiteY20" fmla="*/ 25858 h 77317"/>
                    <a:gd name="connsiteX21" fmla="*/ 15969 w 50559"/>
                    <a:gd name="connsiteY21" fmla="*/ 32836 h 77317"/>
                    <a:gd name="connsiteX22" fmla="*/ 7834 w 50559"/>
                    <a:gd name="connsiteY22" fmla="*/ 51459 h 77317"/>
                    <a:gd name="connsiteX23" fmla="*/ 12972 w 50559"/>
                    <a:gd name="connsiteY23" fmla="*/ 65587 h 77317"/>
                    <a:gd name="connsiteX24" fmla="*/ 27827 w 50559"/>
                    <a:gd name="connsiteY24" fmla="*/ 70467 h 77317"/>
                    <a:gd name="connsiteX25" fmla="*/ 43368 w 50559"/>
                    <a:gd name="connsiteY25" fmla="*/ 70467 h 77317"/>
                    <a:gd name="connsiteX26" fmla="*/ 43368 w 50559"/>
                    <a:gd name="connsiteY26" fmla="*/ 26072 h 77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0559" h="77317">
                      <a:moveTo>
                        <a:pt x="43239" y="77317"/>
                      </a:moveTo>
                      <a:lnTo>
                        <a:pt x="33607" y="77317"/>
                      </a:lnTo>
                      <a:cubicBezTo>
                        <a:pt x="27142" y="77317"/>
                        <a:pt x="22219" y="76975"/>
                        <a:pt x="18751" y="76290"/>
                      </a:cubicBezTo>
                      <a:cubicBezTo>
                        <a:pt x="15326" y="75605"/>
                        <a:pt x="12458" y="74363"/>
                        <a:pt x="10232" y="72779"/>
                      </a:cubicBezTo>
                      <a:cubicBezTo>
                        <a:pt x="6850" y="70424"/>
                        <a:pt x="4324" y="67428"/>
                        <a:pt x="2569" y="63874"/>
                      </a:cubicBezTo>
                      <a:cubicBezTo>
                        <a:pt x="856" y="60278"/>
                        <a:pt x="0" y="56211"/>
                        <a:pt x="0" y="51716"/>
                      </a:cubicBezTo>
                      <a:cubicBezTo>
                        <a:pt x="0" y="41741"/>
                        <a:pt x="3468" y="33864"/>
                        <a:pt x="10446" y="28041"/>
                      </a:cubicBezTo>
                      <a:cubicBezTo>
                        <a:pt x="17424" y="22219"/>
                        <a:pt x="26928" y="19308"/>
                        <a:pt x="39044" y="19308"/>
                      </a:cubicBezTo>
                      <a:cubicBezTo>
                        <a:pt x="40200" y="19308"/>
                        <a:pt x="41056" y="19308"/>
                        <a:pt x="41655" y="19308"/>
                      </a:cubicBezTo>
                      <a:cubicBezTo>
                        <a:pt x="42255" y="19308"/>
                        <a:pt x="42811" y="19308"/>
                        <a:pt x="43368" y="19351"/>
                      </a:cubicBezTo>
                      <a:lnTo>
                        <a:pt x="43368" y="4452"/>
                      </a:lnTo>
                      <a:cubicBezTo>
                        <a:pt x="43368" y="2997"/>
                        <a:pt x="43667" y="1884"/>
                        <a:pt x="44267" y="1113"/>
                      </a:cubicBezTo>
                      <a:cubicBezTo>
                        <a:pt x="44866" y="385"/>
                        <a:pt x="45722" y="0"/>
                        <a:pt x="46878" y="0"/>
                      </a:cubicBezTo>
                      <a:cubicBezTo>
                        <a:pt x="48163" y="0"/>
                        <a:pt x="49062" y="385"/>
                        <a:pt x="49661" y="1113"/>
                      </a:cubicBezTo>
                      <a:cubicBezTo>
                        <a:pt x="50260" y="1841"/>
                        <a:pt x="50560" y="2954"/>
                        <a:pt x="50560" y="4452"/>
                      </a:cubicBezTo>
                      <a:lnTo>
                        <a:pt x="50560" y="72651"/>
                      </a:lnTo>
                      <a:cubicBezTo>
                        <a:pt x="50560" y="74492"/>
                        <a:pt x="50046" y="75776"/>
                        <a:pt x="49019" y="76375"/>
                      </a:cubicBezTo>
                      <a:cubicBezTo>
                        <a:pt x="47948" y="76975"/>
                        <a:pt x="46065" y="77317"/>
                        <a:pt x="43239" y="77317"/>
                      </a:cubicBezTo>
                      <a:close/>
                      <a:moveTo>
                        <a:pt x="43368" y="26072"/>
                      </a:moveTo>
                      <a:cubicBezTo>
                        <a:pt x="43068" y="26072"/>
                        <a:pt x="42597" y="26072"/>
                        <a:pt x="41955" y="25986"/>
                      </a:cubicBezTo>
                      <a:cubicBezTo>
                        <a:pt x="39943" y="25901"/>
                        <a:pt x="38616" y="25858"/>
                        <a:pt x="37931" y="25858"/>
                      </a:cubicBezTo>
                      <a:cubicBezTo>
                        <a:pt x="28726" y="25858"/>
                        <a:pt x="21448" y="28213"/>
                        <a:pt x="15969" y="32836"/>
                      </a:cubicBezTo>
                      <a:cubicBezTo>
                        <a:pt x="10532" y="37503"/>
                        <a:pt x="7834" y="43753"/>
                        <a:pt x="7834" y="51459"/>
                      </a:cubicBezTo>
                      <a:cubicBezTo>
                        <a:pt x="7834" y="57624"/>
                        <a:pt x="9547" y="62290"/>
                        <a:pt x="12972" y="65587"/>
                      </a:cubicBezTo>
                      <a:cubicBezTo>
                        <a:pt x="16397" y="68840"/>
                        <a:pt x="21363" y="70467"/>
                        <a:pt x="27827" y="70467"/>
                      </a:cubicBezTo>
                      <a:lnTo>
                        <a:pt x="43368" y="70467"/>
                      </a:lnTo>
                      <a:lnTo>
                        <a:pt x="43368" y="2607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1" name="任意多边形: 形状 80"/>
                <p:cNvSpPr/>
                <p:nvPr/>
              </p:nvSpPr>
              <p:spPr>
                <a:xfrm>
                  <a:off x="11243140" y="6477706"/>
                  <a:ext cx="51715" cy="78515"/>
                </a:xfrm>
                <a:custGeom>
                  <a:avLst/>
                  <a:gdLst>
                    <a:gd name="connsiteX0" fmla="*/ 43796 w 51715"/>
                    <a:gd name="connsiteY0" fmla="*/ 78516 h 78515"/>
                    <a:gd name="connsiteX1" fmla="*/ 34163 w 51715"/>
                    <a:gd name="connsiteY1" fmla="*/ 78516 h 78515"/>
                    <a:gd name="connsiteX2" fmla="*/ 19222 w 51715"/>
                    <a:gd name="connsiteY2" fmla="*/ 77446 h 78515"/>
                    <a:gd name="connsiteX3" fmla="*/ 10489 w 51715"/>
                    <a:gd name="connsiteY3" fmla="*/ 73849 h 78515"/>
                    <a:gd name="connsiteX4" fmla="*/ 2654 w 51715"/>
                    <a:gd name="connsiteY4" fmla="*/ 64731 h 78515"/>
                    <a:gd name="connsiteX5" fmla="*/ 0 w 51715"/>
                    <a:gd name="connsiteY5" fmla="*/ 52315 h 78515"/>
                    <a:gd name="connsiteX6" fmla="*/ 10660 w 51715"/>
                    <a:gd name="connsiteY6" fmla="*/ 28170 h 78515"/>
                    <a:gd name="connsiteX7" fmla="*/ 39600 w 51715"/>
                    <a:gd name="connsiteY7" fmla="*/ 19308 h 78515"/>
                    <a:gd name="connsiteX8" fmla="*/ 42212 w 51715"/>
                    <a:gd name="connsiteY8" fmla="*/ 19308 h 78515"/>
                    <a:gd name="connsiteX9" fmla="*/ 43368 w 51715"/>
                    <a:gd name="connsiteY9" fmla="*/ 19308 h 78515"/>
                    <a:gd name="connsiteX10" fmla="*/ 43368 w 51715"/>
                    <a:gd name="connsiteY10" fmla="*/ 5009 h 78515"/>
                    <a:gd name="connsiteX11" fmla="*/ 44395 w 51715"/>
                    <a:gd name="connsiteY11" fmla="*/ 1327 h 78515"/>
                    <a:gd name="connsiteX12" fmla="*/ 47478 w 51715"/>
                    <a:gd name="connsiteY12" fmla="*/ 0 h 78515"/>
                    <a:gd name="connsiteX13" fmla="*/ 50688 w 51715"/>
                    <a:gd name="connsiteY13" fmla="*/ 1327 h 78515"/>
                    <a:gd name="connsiteX14" fmla="*/ 51716 w 51715"/>
                    <a:gd name="connsiteY14" fmla="*/ 5052 h 78515"/>
                    <a:gd name="connsiteX15" fmla="*/ 51716 w 51715"/>
                    <a:gd name="connsiteY15" fmla="*/ 73250 h 78515"/>
                    <a:gd name="connsiteX16" fmla="*/ 49918 w 51715"/>
                    <a:gd name="connsiteY16" fmla="*/ 77488 h 78515"/>
                    <a:gd name="connsiteX17" fmla="*/ 43796 w 51715"/>
                    <a:gd name="connsiteY17" fmla="*/ 78516 h 78515"/>
                    <a:gd name="connsiteX18" fmla="*/ 39600 w 51715"/>
                    <a:gd name="connsiteY18" fmla="*/ 20464 h 78515"/>
                    <a:gd name="connsiteX19" fmla="*/ 11388 w 51715"/>
                    <a:gd name="connsiteY19" fmla="*/ 29069 h 78515"/>
                    <a:gd name="connsiteX20" fmla="*/ 1113 w 51715"/>
                    <a:gd name="connsiteY20" fmla="*/ 52315 h 78515"/>
                    <a:gd name="connsiteX21" fmla="*/ 3639 w 51715"/>
                    <a:gd name="connsiteY21" fmla="*/ 64217 h 78515"/>
                    <a:gd name="connsiteX22" fmla="*/ 11088 w 51715"/>
                    <a:gd name="connsiteY22" fmla="*/ 72908 h 78515"/>
                    <a:gd name="connsiteX23" fmla="*/ 19394 w 51715"/>
                    <a:gd name="connsiteY23" fmla="*/ 76332 h 78515"/>
                    <a:gd name="connsiteX24" fmla="*/ 34121 w 51715"/>
                    <a:gd name="connsiteY24" fmla="*/ 77360 h 78515"/>
                    <a:gd name="connsiteX25" fmla="*/ 43753 w 51715"/>
                    <a:gd name="connsiteY25" fmla="*/ 77360 h 78515"/>
                    <a:gd name="connsiteX26" fmla="*/ 49233 w 51715"/>
                    <a:gd name="connsiteY26" fmla="*/ 76504 h 78515"/>
                    <a:gd name="connsiteX27" fmla="*/ 50474 w 51715"/>
                    <a:gd name="connsiteY27" fmla="*/ 73250 h 78515"/>
                    <a:gd name="connsiteX28" fmla="*/ 50474 w 51715"/>
                    <a:gd name="connsiteY28" fmla="*/ 5052 h 78515"/>
                    <a:gd name="connsiteX29" fmla="*/ 49704 w 51715"/>
                    <a:gd name="connsiteY29" fmla="*/ 2055 h 78515"/>
                    <a:gd name="connsiteX30" fmla="*/ 47392 w 51715"/>
                    <a:gd name="connsiteY30" fmla="*/ 1156 h 78515"/>
                    <a:gd name="connsiteX31" fmla="*/ 45209 w 51715"/>
                    <a:gd name="connsiteY31" fmla="*/ 2055 h 78515"/>
                    <a:gd name="connsiteX32" fmla="*/ 44438 w 51715"/>
                    <a:gd name="connsiteY32" fmla="*/ 5009 h 78515"/>
                    <a:gd name="connsiteX33" fmla="*/ 44438 w 51715"/>
                    <a:gd name="connsiteY33" fmla="*/ 20549 h 78515"/>
                    <a:gd name="connsiteX34" fmla="*/ 43796 w 51715"/>
                    <a:gd name="connsiteY34" fmla="*/ 20507 h 78515"/>
                    <a:gd name="connsiteX35" fmla="*/ 42126 w 51715"/>
                    <a:gd name="connsiteY35" fmla="*/ 20464 h 78515"/>
                    <a:gd name="connsiteX36" fmla="*/ 39600 w 51715"/>
                    <a:gd name="connsiteY36" fmla="*/ 20464 h 78515"/>
                    <a:gd name="connsiteX37" fmla="*/ 44481 w 51715"/>
                    <a:gd name="connsiteY37" fmla="*/ 71666 h 78515"/>
                    <a:gd name="connsiteX38" fmla="*/ 28384 w 51715"/>
                    <a:gd name="connsiteY38" fmla="*/ 71666 h 78515"/>
                    <a:gd name="connsiteX39" fmla="*/ 13143 w 51715"/>
                    <a:gd name="connsiteY39" fmla="*/ 66657 h 78515"/>
                    <a:gd name="connsiteX40" fmla="*/ 7792 w 51715"/>
                    <a:gd name="connsiteY40" fmla="*/ 52101 h 78515"/>
                    <a:gd name="connsiteX41" fmla="*/ 16140 w 51715"/>
                    <a:gd name="connsiteY41" fmla="*/ 33007 h 78515"/>
                    <a:gd name="connsiteX42" fmla="*/ 38444 w 51715"/>
                    <a:gd name="connsiteY42" fmla="*/ 25858 h 78515"/>
                    <a:gd name="connsiteX43" fmla="*/ 42512 w 51715"/>
                    <a:gd name="connsiteY43" fmla="*/ 25986 h 78515"/>
                    <a:gd name="connsiteX44" fmla="*/ 43881 w 51715"/>
                    <a:gd name="connsiteY44" fmla="*/ 26029 h 78515"/>
                    <a:gd name="connsiteX45" fmla="*/ 44438 w 51715"/>
                    <a:gd name="connsiteY45" fmla="*/ 26029 h 78515"/>
                    <a:gd name="connsiteX46" fmla="*/ 44438 w 51715"/>
                    <a:gd name="connsiteY46" fmla="*/ 71666 h 78515"/>
                    <a:gd name="connsiteX47" fmla="*/ 38444 w 51715"/>
                    <a:gd name="connsiteY47" fmla="*/ 27014 h 78515"/>
                    <a:gd name="connsiteX48" fmla="*/ 16868 w 51715"/>
                    <a:gd name="connsiteY48" fmla="*/ 33864 h 78515"/>
                    <a:gd name="connsiteX49" fmla="*/ 8948 w 51715"/>
                    <a:gd name="connsiteY49" fmla="*/ 52058 h 78515"/>
                    <a:gd name="connsiteX50" fmla="*/ 13914 w 51715"/>
                    <a:gd name="connsiteY50" fmla="*/ 65758 h 78515"/>
                    <a:gd name="connsiteX51" fmla="*/ 28384 w 51715"/>
                    <a:gd name="connsiteY51" fmla="*/ 70467 h 78515"/>
                    <a:gd name="connsiteX52" fmla="*/ 43325 w 51715"/>
                    <a:gd name="connsiteY52" fmla="*/ 70467 h 78515"/>
                    <a:gd name="connsiteX53" fmla="*/ 43325 w 51715"/>
                    <a:gd name="connsiteY53" fmla="*/ 27228 h 78515"/>
                    <a:gd name="connsiteX54" fmla="*/ 42426 w 51715"/>
                    <a:gd name="connsiteY54" fmla="*/ 27185 h 78515"/>
                    <a:gd name="connsiteX55" fmla="*/ 38444 w 51715"/>
                    <a:gd name="connsiteY55" fmla="*/ 27014 h 7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51715" h="78515">
                      <a:moveTo>
                        <a:pt x="43796" y="78516"/>
                      </a:moveTo>
                      <a:lnTo>
                        <a:pt x="34163" y="78516"/>
                      </a:lnTo>
                      <a:cubicBezTo>
                        <a:pt x="27742" y="78516"/>
                        <a:pt x="22733" y="78173"/>
                        <a:pt x="19222" y="77446"/>
                      </a:cubicBezTo>
                      <a:cubicBezTo>
                        <a:pt x="15797" y="76761"/>
                        <a:pt x="12886" y="75519"/>
                        <a:pt x="10489" y="73849"/>
                      </a:cubicBezTo>
                      <a:cubicBezTo>
                        <a:pt x="7107" y="71495"/>
                        <a:pt x="4452" y="68412"/>
                        <a:pt x="2654" y="64731"/>
                      </a:cubicBezTo>
                      <a:cubicBezTo>
                        <a:pt x="899" y="61049"/>
                        <a:pt x="0" y="56853"/>
                        <a:pt x="0" y="52315"/>
                      </a:cubicBezTo>
                      <a:cubicBezTo>
                        <a:pt x="0" y="42212"/>
                        <a:pt x="3596" y="34078"/>
                        <a:pt x="10660" y="28170"/>
                      </a:cubicBezTo>
                      <a:cubicBezTo>
                        <a:pt x="17681" y="22305"/>
                        <a:pt x="27442" y="19308"/>
                        <a:pt x="39600" y="19308"/>
                      </a:cubicBezTo>
                      <a:lnTo>
                        <a:pt x="42212" y="19308"/>
                      </a:lnTo>
                      <a:cubicBezTo>
                        <a:pt x="42597" y="19308"/>
                        <a:pt x="42982" y="19308"/>
                        <a:pt x="43368" y="19308"/>
                      </a:cubicBezTo>
                      <a:lnTo>
                        <a:pt x="43368" y="5009"/>
                      </a:lnTo>
                      <a:cubicBezTo>
                        <a:pt x="43368" y="3382"/>
                        <a:pt x="43710" y="2183"/>
                        <a:pt x="44395" y="1327"/>
                      </a:cubicBezTo>
                      <a:cubicBezTo>
                        <a:pt x="45123" y="428"/>
                        <a:pt x="46151" y="0"/>
                        <a:pt x="47478" y="0"/>
                      </a:cubicBezTo>
                      <a:cubicBezTo>
                        <a:pt x="48890" y="0"/>
                        <a:pt x="50003" y="428"/>
                        <a:pt x="50688" y="1327"/>
                      </a:cubicBezTo>
                      <a:cubicBezTo>
                        <a:pt x="51373" y="2183"/>
                        <a:pt x="51716" y="3382"/>
                        <a:pt x="51716" y="5052"/>
                      </a:cubicBezTo>
                      <a:lnTo>
                        <a:pt x="51716" y="73250"/>
                      </a:lnTo>
                      <a:cubicBezTo>
                        <a:pt x="51716" y="75305"/>
                        <a:pt x="51117" y="76761"/>
                        <a:pt x="49918" y="77488"/>
                      </a:cubicBezTo>
                      <a:cubicBezTo>
                        <a:pt x="48676" y="78173"/>
                        <a:pt x="46664" y="78516"/>
                        <a:pt x="43796" y="78516"/>
                      </a:cubicBezTo>
                      <a:close/>
                      <a:moveTo>
                        <a:pt x="39600" y="20464"/>
                      </a:moveTo>
                      <a:cubicBezTo>
                        <a:pt x="27699" y="20464"/>
                        <a:pt x="18195" y="23332"/>
                        <a:pt x="11388" y="29069"/>
                      </a:cubicBezTo>
                      <a:cubicBezTo>
                        <a:pt x="4581" y="34763"/>
                        <a:pt x="1113" y="42554"/>
                        <a:pt x="1113" y="52315"/>
                      </a:cubicBezTo>
                      <a:cubicBezTo>
                        <a:pt x="1113" y="56682"/>
                        <a:pt x="1969" y="60706"/>
                        <a:pt x="3639" y="64217"/>
                      </a:cubicBezTo>
                      <a:cubicBezTo>
                        <a:pt x="5351" y="67727"/>
                        <a:pt x="7877" y="70638"/>
                        <a:pt x="11088" y="72908"/>
                      </a:cubicBezTo>
                      <a:cubicBezTo>
                        <a:pt x="13357" y="74492"/>
                        <a:pt x="16140" y="75647"/>
                        <a:pt x="19394" y="76332"/>
                      </a:cubicBezTo>
                      <a:cubicBezTo>
                        <a:pt x="22818" y="77017"/>
                        <a:pt x="27784" y="77360"/>
                        <a:pt x="34121" y="77360"/>
                      </a:cubicBezTo>
                      <a:lnTo>
                        <a:pt x="43753" y="77360"/>
                      </a:lnTo>
                      <a:cubicBezTo>
                        <a:pt x="47050" y="77360"/>
                        <a:pt x="48548" y="76889"/>
                        <a:pt x="49233" y="76504"/>
                      </a:cubicBezTo>
                      <a:cubicBezTo>
                        <a:pt x="50089" y="75990"/>
                        <a:pt x="50474" y="74920"/>
                        <a:pt x="50474" y="73250"/>
                      </a:cubicBezTo>
                      <a:lnTo>
                        <a:pt x="50474" y="5052"/>
                      </a:lnTo>
                      <a:cubicBezTo>
                        <a:pt x="50474" y="3682"/>
                        <a:pt x="50218" y="2697"/>
                        <a:pt x="49704" y="2055"/>
                      </a:cubicBezTo>
                      <a:cubicBezTo>
                        <a:pt x="49233" y="1456"/>
                        <a:pt x="48462" y="1156"/>
                        <a:pt x="47392" y="1156"/>
                      </a:cubicBezTo>
                      <a:cubicBezTo>
                        <a:pt x="46407" y="1156"/>
                        <a:pt x="45722" y="1456"/>
                        <a:pt x="45209" y="2055"/>
                      </a:cubicBezTo>
                      <a:cubicBezTo>
                        <a:pt x="44695" y="2697"/>
                        <a:pt x="44438" y="3682"/>
                        <a:pt x="44438" y="5009"/>
                      </a:cubicBezTo>
                      <a:lnTo>
                        <a:pt x="44438" y="20549"/>
                      </a:lnTo>
                      <a:lnTo>
                        <a:pt x="43796" y="20507"/>
                      </a:lnTo>
                      <a:cubicBezTo>
                        <a:pt x="43239" y="20464"/>
                        <a:pt x="42726" y="20421"/>
                        <a:pt x="42126" y="20464"/>
                      </a:cubicBezTo>
                      <a:lnTo>
                        <a:pt x="39600" y="20464"/>
                      </a:lnTo>
                      <a:close/>
                      <a:moveTo>
                        <a:pt x="44481" y="71666"/>
                      </a:moveTo>
                      <a:lnTo>
                        <a:pt x="28384" y="71666"/>
                      </a:lnTo>
                      <a:cubicBezTo>
                        <a:pt x="21748" y="71666"/>
                        <a:pt x="16611" y="69954"/>
                        <a:pt x="13143" y="66657"/>
                      </a:cubicBezTo>
                      <a:cubicBezTo>
                        <a:pt x="9590" y="63275"/>
                        <a:pt x="7792" y="58352"/>
                        <a:pt x="7792" y="52101"/>
                      </a:cubicBezTo>
                      <a:cubicBezTo>
                        <a:pt x="7792" y="44224"/>
                        <a:pt x="10617" y="37802"/>
                        <a:pt x="16140" y="33007"/>
                      </a:cubicBezTo>
                      <a:cubicBezTo>
                        <a:pt x="21705" y="28255"/>
                        <a:pt x="29197" y="25858"/>
                        <a:pt x="38444" y="25858"/>
                      </a:cubicBezTo>
                      <a:cubicBezTo>
                        <a:pt x="39172" y="25858"/>
                        <a:pt x="40499" y="25901"/>
                        <a:pt x="42512" y="25986"/>
                      </a:cubicBezTo>
                      <a:cubicBezTo>
                        <a:pt x="43154" y="26029"/>
                        <a:pt x="43625" y="26029"/>
                        <a:pt x="43881" y="26029"/>
                      </a:cubicBezTo>
                      <a:lnTo>
                        <a:pt x="44438" y="26029"/>
                      </a:lnTo>
                      <a:lnTo>
                        <a:pt x="44438" y="71666"/>
                      </a:lnTo>
                      <a:close/>
                      <a:moveTo>
                        <a:pt x="38444" y="27014"/>
                      </a:moveTo>
                      <a:cubicBezTo>
                        <a:pt x="29454" y="27014"/>
                        <a:pt x="22219" y="29326"/>
                        <a:pt x="16868" y="33864"/>
                      </a:cubicBezTo>
                      <a:cubicBezTo>
                        <a:pt x="11602" y="38402"/>
                        <a:pt x="8948" y="44524"/>
                        <a:pt x="8948" y="52058"/>
                      </a:cubicBezTo>
                      <a:cubicBezTo>
                        <a:pt x="8948" y="58095"/>
                        <a:pt x="10574" y="62547"/>
                        <a:pt x="13914" y="65758"/>
                      </a:cubicBezTo>
                      <a:cubicBezTo>
                        <a:pt x="17210" y="68883"/>
                        <a:pt x="22048" y="70467"/>
                        <a:pt x="28384" y="70467"/>
                      </a:cubicBezTo>
                      <a:lnTo>
                        <a:pt x="43325" y="70467"/>
                      </a:lnTo>
                      <a:lnTo>
                        <a:pt x="43325" y="27228"/>
                      </a:lnTo>
                      <a:cubicBezTo>
                        <a:pt x="43068" y="27228"/>
                        <a:pt x="42768" y="27185"/>
                        <a:pt x="42426" y="27185"/>
                      </a:cubicBezTo>
                      <a:cubicBezTo>
                        <a:pt x="40499" y="27057"/>
                        <a:pt x="39172" y="27014"/>
                        <a:pt x="38444" y="27014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8" name="图形 4"/>
              <p:cNvGrpSpPr/>
              <p:nvPr/>
            </p:nvGrpSpPr>
            <p:grpSpPr>
              <a:xfrm>
                <a:off x="11338866" y="6497570"/>
                <a:ext cx="67127" cy="59122"/>
                <a:chOff x="11338866" y="6497570"/>
                <a:chExt cx="67127" cy="59122"/>
              </a:xfrm>
              <a:solidFill>
                <a:srgbClr val="A5A7AA"/>
              </a:solidFill>
            </p:grpSpPr>
            <p:sp>
              <p:nvSpPr>
                <p:cNvPr id="78" name="任意多边形: 形状 77"/>
                <p:cNvSpPr/>
                <p:nvPr/>
              </p:nvSpPr>
              <p:spPr>
                <a:xfrm>
                  <a:off x="11339337" y="6497955"/>
                  <a:ext cx="66100" cy="58052"/>
                </a:xfrm>
                <a:custGeom>
                  <a:avLst/>
                  <a:gdLst>
                    <a:gd name="connsiteX0" fmla="*/ 16311 w 66100"/>
                    <a:gd name="connsiteY0" fmla="*/ 50603 h 58052"/>
                    <a:gd name="connsiteX1" fmla="*/ 23931 w 66100"/>
                    <a:gd name="connsiteY1" fmla="*/ 31124 h 58052"/>
                    <a:gd name="connsiteX2" fmla="*/ 29326 w 66100"/>
                    <a:gd name="connsiteY2" fmla="*/ 7663 h 58052"/>
                    <a:gd name="connsiteX3" fmla="*/ 29497 w 66100"/>
                    <a:gd name="connsiteY3" fmla="*/ 6550 h 58052"/>
                    <a:gd name="connsiteX4" fmla="*/ 33222 w 66100"/>
                    <a:gd name="connsiteY4" fmla="*/ 171 h 58052"/>
                    <a:gd name="connsiteX5" fmla="*/ 36775 w 66100"/>
                    <a:gd name="connsiteY5" fmla="*/ 6036 h 58052"/>
                    <a:gd name="connsiteX6" fmla="*/ 37074 w 66100"/>
                    <a:gd name="connsiteY6" fmla="*/ 7578 h 58052"/>
                    <a:gd name="connsiteX7" fmla="*/ 42340 w 66100"/>
                    <a:gd name="connsiteY7" fmla="*/ 30824 h 58052"/>
                    <a:gd name="connsiteX8" fmla="*/ 50046 w 66100"/>
                    <a:gd name="connsiteY8" fmla="*/ 50560 h 58052"/>
                    <a:gd name="connsiteX9" fmla="*/ 56639 w 66100"/>
                    <a:gd name="connsiteY9" fmla="*/ 33136 h 58052"/>
                    <a:gd name="connsiteX10" fmla="*/ 58865 w 66100"/>
                    <a:gd name="connsiteY10" fmla="*/ 11559 h 58052"/>
                    <a:gd name="connsiteX11" fmla="*/ 58823 w 66100"/>
                    <a:gd name="connsiteY11" fmla="*/ 8605 h 58052"/>
                    <a:gd name="connsiteX12" fmla="*/ 58737 w 66100"/>
                    <a:gd name="connsiteY12" fmla="*/ 6036 h 58052"/>
                    <a:gd name="connsiteX13" fmla="*/ 59550 w 66100"/>
                    <a:gd name="connsiteY13" fmla="*/ 1242 h 58052"/>
                    <a:gd name="connsiteX14" fmla="*/ 62376 w 66100"/>
                    <a:gd name="connsiteY14" fmla="*/ 43 h 58052"/>
                    <a:gd name="connsiteX15" fmla="*/ 65330 w 66100"/>
                    <a:gd name="connsiteY15" fmla="*/ 1926 h 58052"/>
                    <a:gd name="connsiteX16" fmla="*/ 66100 w 66100"/>
                    <a:gd name="connsiteY16" fmla="*/ 9932 h 58052"/>
                    <a:gd name="connsiteX17" fmla="*/ 64046 w 66100"/>
                    <a:gd name="connsiteY17" fmla="*/ 30439 h 58052"/>
                    <a:gd name="connsiteX18" fmla="*/ 58180 w 66100"/>
                    <a:gd name="connsiteY18" fmla="*/ 49233 h 58052"/>
                    <a:gd name="connsiteX19" fmla="*/ 54113 w 66100"/>
                    <a:gd name="connsiteY19" fmla="*/ 56425 h 58052"/>
                    <a:gd name="connsiteX20" fmla="*/ 50346 w 66100"/>
                    <a:gd name="connsiteY20" fmla="*/ 58009 h 58052"/>
                    <a:gd name="connsiteX21" fmla="*/ 41998 w 66100"/>
                    <a:gd name="connsiteY21" fmla="*/ 48676 h 58052"/>
                    <a:gd name="connsiteX22" fmla="*/ 33050 w 66100"/>
                    <a:gd name="connsiteY22" fmla="*/ 18537 h 58052"/>
                    <a:gd name="connsiteX23" fmla="*/ 24274 w 66100"/>
                    <a:gd name="connsiteY23" fmla="*/ 48505 h 58052"/>
                    <a:gd name="connsiteX24" fmla="*/ 15926 w 66100"/>
                    <a:gd name="connsiteY24" fmla="*/ 58052 h 58052"/>
                    <a:gd name="connsiteX25" fmla="*/ 12372 w 66100"/>
                    <a:gd name="connsiteY25" fmla="*/ 56725 h 58052"/>
                    <a:gd name="connsiteX26" fmla="*/ 8948 w 66100"/>
                    <a:gd name="connsiteY26" fmla="*/ 51288 h 58052"/>
                    <a:gd name="connsiteX27" fmla="*/ 2355 w 66100"/>
                    <a:gd name="connsiteY27" fmla="*/ 31723 h 58052"/>
                    <a:gd name="connsiteX28" fmla="*/ 0 w 66100"/>
                    <a:gd name="connsiteY28" fmla="*/ 9889 h 58052"/>
                    <a:gd name="connsiteX29" fmla="*/ 856 w 66100"/>
                    <a:gd name="connsiteY29" fmla="*/ 2012 h 58052"/>
                    <a:gd name="connsiteX30" fmla="*/ 3810 w 66100"/>
                    <a:gd name="connsiteY30" fmla="*/ 0 h 58052"/>
                    <a:gd name="connsiteX31" fmla="*/ 6507 w 66100"/>
                    <a:gd name="connsiteY31" fmla="*/ 1027 h 58052"/>
                    <a:gd name="connsiteX32" fmla="*/ 7364 w 66100"/>
                    <a:gd name="connsiteY32" fmla="*/ 4324 h 58052"/>
                    <a:gd name="connsiteX33" fmla="*/ 7364 w 66100"/>
                    <a:gd name="connsiteY33" fmla="*/ 11516 h 58052"/>
                    <a:gd name="connsiteX34" fmla="*/ 9633 w 66100"/>
                    <a:gd name="connsiteY34" fmla="*/ 33050 h 58052"/>
                    <a:gd name="connsiteX35" fmla="*/ 16311 w 66100"/>
                    <a:gd name="connsiteY35" fmla="*/ 50603 h 5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6100" h="58052">
                      <a:moveTo>
                        <a:pt x="16311" y="50603"/>
                      </a:moveTo>
                      <a:cubicBezTo>
                        <a:pt x="19265" y="44738"/>
                        <a:pt x="21791" y="38273"/>
                        <a:pt x="23931" y="31124"/>
                      </a:cubicBezTo>
                      <a:cubicBezTo>
                        <a:pt x="26072" y="23931"/>
                        <a:pt x="27870" y="16140"/>
                        <a:pt x="29326" y="7663"/>
                      </a:cubicBezTo>
                      <a:cubicBezTo>
                        <a:pt x="29368" y="7406"/>
                        <a:pt x="29411" y="7064"/>
                        <a:pt x="29497" y="6550"/>
                      </a:cubicBezTo>
                      <a:cubicBezTo>
                        <a:pt x="30182" y="2355"/>
                        <a:pt x="31423" y="171"/>
                        <a:pt x="33222" y="171"/>
                      </a:cubicBezTo>
                      <a:cubicBezTo>
                        <a:pt x="34977" y="171"/>
                        <a:pt x="36133" y="2141"/>
                        <a:pt x="36775" y="6036"/>
                      </a:cubicBezTo>
                      <a:cubicBezTo>
                        <a:pt x="36903" y="6721"/>
                        <a:pt x="36989" y="7278"/>
                        <a:pt x="37074" y="7578"/>
                      </a:cubicBezTo>
                      <a:cubicBezTo>
                        <a:pt x="38402" y="15840"/>
                        <a:pt x="40200" y="23589"/>
                        <a:pt x="42340" y="30824"/>
                      </a:cubicBezTo>
                      <a:cubicBezTo>
                        <a:pt x="44524" y="38016"/>
                        <a:pt x="47092" y="44609"/>
                        <a:pt x="50046" y="50560"/>
                      </a:cubicBezTo>
                      <a:cubicBezTo>
                        <a:pt x="52957" y="45508"/>
                        <a:pt x="55184" y="39729"/>
                        <a:pt x="56639" y="33136"/>
                      </a:cubicBezTo>
                      <a:cubicBezTo>
                        <a:pt x="58138" y="26543"/>
                        <a:pt x="58865" y="19351"/>
                        <a:pt x="58865" y="11559"/>
                      </a:cubicBezTo>
                      <a:cubicBezTo>
                        <a:pt x="58865" y="10788"/>
                        <a:pt x="58823" y="9847"/>
                        <a:pt x="58823" y="8605"/>
                      </a:cubicBezTo>
                      <a:cubicBezTo>
                        <a:pt x="58737" y="7364"/>
                        <a:pt x="58737" y="6550"/>
                        <a:pt x="58737" y="6036"/>
                      </a:cubicBezTo>
                      <a:cubicBezTo>
                        <a:pt x="58737" y="3682"/>
                        <a:pt x="58994" y="2055"/>
                        <a:pt x="59550" y="1242"/>
                      </a:cubicBezTo>
                      <a:cubicBezTo>
                        <a:pt x="60107" y="428"/>
                        <a:pt x="61049" y="43"/>
                        <a:pt x="62376" y="43"/>
                      </a:cubicBezTo>
                      <a:cubicBezTo>
                        <a:pt x="63831" y="43"/>
                        <a:pt x="64773" y="642"/>
                        <a:pt x="65330" y="1926"/>
                      </a:cubicBezTo>
                      <a:cubicBezTo>
                        <a:pt x="65844" y="3211"/>
                        <a:pt x="66100" y="5865"/>
                        <a:pt x="66100" y="9932"/>
                      </a:cubicBezTo>
                      <a:cubicBezTo>
                        <a:pt x="66100" y="16696"/>
                        <a:pt x="65415" y="23546"/>
                        <a:pt x="64046" y="30439"/>
                      </a:cubicBezTo>
                      <a:cubicBezTo>
                        <a:pt x="62633" y="37331"/>
                        <a:pt x="60706" y="43625"/>
                        <a:pt x="58180" y="49233"/>
                      </a:cubicBezTo>
                      <a:cubicBezTo>
                        <a:pt x="56511" y="53000"/>
                        <a:pt x="55184" y="55398"/>
                        <a:pt x="54113" y="56425"/>
                      </a:cubicBezTo>
                      <a:cubicBezTo>
                        <a:pt x="53043" y="57495"/>
                        <a:pt x="51802" y="58009"/>
                        <a:pt x="50346" y="58009"/>
                      </a:cubicBezTo>
                      <a:cubicBezTo>
                        <a:pt x="47520" y="58009"/>
                        <a:pt x="44781" y="54884"/>
                        <a:pt x="41998" y="48676"/>
                      </a:cubicBezTo>
                      <a:cubicBezTo>
                        <a:pt x="39258" y="42469"/>
                        <a:pt x="36261" y="32408"/>
                        <a:pt x="33050" y="18537"/>
                      </a:cubicBezTo>
                      <a:cubicBezTo>
                        <a:pt x="29968" y="32194"/>
                        <a:pt x="27057" y="42126"/>
                        <a:pt x="24274" y="48505"/>
                      </a:cubicBezTo>
                      <a:cubicBezTo>
                        <a:pt x="21534" y="54884"/>
                        <a:pt x="18751" y="58052"/>
                        <a:pt x="15926" y="58052"/>
                      </a:cubicBezTo>
                      <a:cubicBezTo>
                        <a:pt x="14556" y="58052"/>
                        <a:pt x="13357" y="57624"/>
                        <a:pt x="12372" y="56725"/>
                      </a:cubicBezTo>
                      <a:cubicBezTo>
                        <a:pt x="11388" y="55869"/>
                        <a:pt x="10232" y="54071"/>
                        <a:pt x="8948" y="51288"/>
                      </a:cubicBezTo>
                      <a:cubicBezTo>
                        <a:pt x="6165" y="45637"/>
                        <a:pt x="3981" y="39087"/>
                        <a:pt x="2355" y="31723"/>
                      </a:cubicBezTo>
                      <a:cubicBezTo>
                        <a:pt x="771" y="24445"/>
                        <a:pt x="0" y="17167"/>
                        <a:pt x="0" y="9889"/>
                      </a:cubicBezTo>
                      <a:cubicBezTo>
                        <a:pt x="0" y="5951"/>
                        <a:pt x="257" y="3339"/>
                        <a:pt x="856" y="2012"/>
                      </a:cubicBezTo>
                      <a:cubicBezTo>
                        <a:pt x="1413" y="642"/>
                        <a:pt x="2397" y="0"/>
                        <a:pt x="3810" y="0"/>
                      </a:cubicBezTo>
                      <a:cubicBezTo>
                        <a:pt x="5052" y="0"/>
                        <a:pt x="5951" y="342"/>
                        <a:pt x="6507" y="1027"/>
                      </a:cubicBezTo>
                      <a:cubicBezTo>
                        <a:pt x="7064" y="1755"/>
                        <a:pt x="7364" y="2868"/>
                        <a:pt x="7364" y="4324"/>
                      </a:cubicBezTo>
                      <a:lnTo>
                        <a:pt x="7364" y="11516"/>
                      </a:lnTo>
                      <a:cubicBezTo>
                        <a:pt x="7364" y="19222"/>
                        <a:pt x="8134" y="26372"/>
                        <a:pt x="9633" y="33050"/>
                      </a:cubicBezTo>
                      <a:cubicBezTo>
                        <a:pt x="11259" y="39729"/>
                        <a:pt x="13443" y="45551"/>
                        <a:pt x="16311" y="5060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9" name="任意多边形: 形状 78"/>
                <p:cNvSpPr/>
                <p:nvPr/>
              </p:nvSpPr>
              <p:spPr>
                <a:xfrm>
                  <a:off x="11338866" y="6497570"/>
                  <a:ext cx="67127" cy="59122"/>
                </a:xfrm>
                <a:custGeom>
                  <a:avLst/>
                  <a:gdLst>
                    <a:gd name="connsiteX0" fmla="*/ 50902 w 67127"/>
                    <a:gd name="connsiteY0" fmla="*/ 59079 h 59122"/>
                    <a:gd name="connsiteX1" fmla="*/ 42041 w 67127"/>
                    <a:gd name="connsiteY1" fmla="*/ 49404 h 59122"/>
                    <a:gd name="connsiteX2" fmla="*/ 33607 w 67127"/>
                    <a:gd name="connsiteY2" fmla="*/ 21577 h 59122"/>
                    <a:gd name="connsiteX3" fmla="*/ 25344 w 67127"/>
                    <a:gd name="connsiteY3" fmla="*/ 49233 h 59122"/>
                    <a:gd name="connsiteX4" fmla="*/ 16482 w 67127"/>
                    <a:gd name="connsiteY4" fmla="*/ 59122 h 59122"/>
                    <a:gd name="connsiteX5" fmla="*/ 12544 w 67127"/>
                    <a:gd name="connsiteY5" fmla="*/ 57667 h 59122"/>
                    <a:gd name="connsiteX6" fmla="*/ 8990 w 67127"/>
                    <a:gd name="connsiteY6" fmla="*/ 52058 h 59122"/>
                    <a:gd name="connsiteX7" fmla="*/ 2355 w 67127"/>
                    <a:gd name="connsiteY7" fmla="*/ 32408 h 59122"/>
                    <a:gd name="connsiteX8" fmla="*/ 0 w 67127"/>
                    <a:gd name="connsiteY8" fmla="*/ 10446 h 59122"/>
                    <a:gd name="connsiteX9" fmla="*/ 899 w 67127"/>
                    <a:gd name="connsiteY9" fmla="*/ 2355 h 59122"/>
                    <a:gd name="connsiteX10" fmla="*/ 4367 w 67127"/>
                    <a:gd name="connsiteY10" fmla="*/ 0 h 59122"/>
                    <a:gd name="connsiteX11" fmla="*/ 7535 w 67127"/>
                    <a:gd name="connsiteY11" fmla="*/ 1242 h 59122"/>
                    <a:gd name="connsiteX12" fmla="*/ 8519 w 67127"/>
                    <a:gd name="connsiteY12" fmla="*/ 4881 h 59122"/>
                    <a:gd name="connsiteX13" fmla="*/ 8519 w 67127"/>
                    <a:gd name="connsiteY13" fmla="*/ 12073 h 59122"/>
                    <a:gd name="connsiteX14" fmla="*/ 10746 w 67127"/>
                    <a:gd name="connsiteY14" fmla="*/ 33478 h 59122"/>
                    <a:gd name="connsiteX15" fmla="*/ 16739 w 67127"/>
                    <a:gd name="connsiteY15" fmla="*/ 49875 h 59122"/>
                    <a:gd name="connsiteX16" fmla="*/ 23846 w 67127"/>
                    <a:gd name="connsiteY16" fmla="*/ 31466 h 59122"/>
                    <a:gd name="connsiteX17" fmla="*/ 29197 w 67127"/>
                    <a:gd name="connsiteY17" fmla="*/ 8091 h 59122"/>
                    <a:gd name="connsiteX18" fmla="*/ 29411 w 67127"/>
                    <a:gd name="connsiteY18" fmla="*/ 6978 h 59122"/>
                    <a:gd name="connsiteX19" fmla="*/ 33692 w 67127"/>
                    <a:gd name="connsiteY19" fmla="*/ 128 h 59122"/>
                    <a:gd name="connsiteX20" fmla="*/ 37802 w 67127"/>
                    <a:gd name="connsiteY20" fmla="*/ 6507 h 59122"/>
                    <a:gd name="connsiteX21" fmla="*/ 37888 w 67127"/>
                    <a:gd name="connsiteY21" fmla="*/ 7021 h 59122"/>
                    <a:gd name="connsiteX22" fmla="*/ 38102 w 67127"/>
                    <a:gd name="connsiteY22" fmla="*/ 8006 h 59122"/>
                    <a:gd name="connsiteX23" fmla="*/ 43368 w 67127"/>
                    <a:gd name="connsiteY23" fmla="*/ 31252 h 59122"/>
                    <a:gd name="connsiteX24" fmla="*/ 50560 w 67127"/>
                    <a:gd name="connsiteY24" fmla="*/ 49918 h 59122"/>
                    <a:gd name="connsiteX25" fmla="*/ 56554 w 67127"/>
                    <a:gd name="connsiteY25" fmla="*/ 33564 h 59122"/>
                    <a:gd name="connsiteX26" fmla="*/ 58780 w 67127"/>
                    <a:gd name="connsiteY26" fmla="*/ 12116 h 59122"/>
                    <a:gd name="connsiteX27" fmla="*/ 58737 w 67127"/>
                    <a:gd name="connsiteY27" fmla="*/ 10874 h 59122"/>
                    <a:gd name="connsiteX28" fmla="*/ 58694 w 67127"/>
                    <a:gd name="connsiteY28" fmla="*/ 9162 h 59122"/>
                    <a:gd name="connsiteX29" fmla="*/ 58609 w 67127"/>
                    <a:gd name="connsiteY29" fmla="*/ 6593 h 59122"/>
                    <a:gd name="connsiteX30" fmla="*/ 59550 w 67127"/>
                    <a:gd name="connsiteY30" fmla="*/ 1498 h 59122"/>
                    <a:gd name="connsiteX31" fmla="*/ 62847 w 67127"/>
                    <a:gd name="connsiteY31" fmla="*/ 86 h 59122"/>
                    <a:gd name="connsiteX32" fmla="*/ 66315 w 67127"/>
                    <a:gd name="connsiteY32" fmla="*/ 2312 h 59122"/>
                    <a:gd name="connsiteX33" fmla="*/ 67128 w 67127"/>
                    <a:gd name="connsiteY33" fmla="*/ 10574 h 59122"/>
                    <a:gd name="connsiteX34" fmla="*/ 65073 w 67127"/>
                    <a:gd name="connsiteY34" fmla="*/ 31209 h 59122"/>
                    <a:gd name="connsiteX35" fmla="*/ 59165 w 67127"/>
                    <a:gd name="connsiteY35" fmla="*/ 50132 h 59122"/>
                    <a:gd name="connsiteX36" fmla="*/ 54970 w 67127"/>
                    <a:gd name="connsiteY36" fmla="*/ 57495 h 59122"/>
                    <a:gd name="connsiteX37" fmla="*/ 50902 w 67127"/>
                    <a:gd name="connsiteY37" fmla="*/ 59079 h 59122"/>
                    <a:gd name="connsiteX38" fmla="*/ 33607 w 67127"/>
                    <a:gd name="connsiteY38" fmla="*/ 16440 h 59122"/>
                    <a:gd name="connsiteX39" fmla="*/ 34163 w 67127"/>
                    <a:gd name="connsiteY39" fmla="*/ 18880 h 59122"/>
                    <a:gd name="connsiteX40" fmla="*/ 43068 w 67127"/>
                    <a:gd name="connsiteY40" fmla="*/ 48933 h 59122"/>
                    <a:gd name="connsiteX41" fmla="*/ 50860 w 67127"/>
                    <a:gd name="connsiteY41" fmla="*/ 57924 h 59122"/>
                    <a:gd name="connsiteX42" fmla="*/ 54199 w 67127"/>
                    <a:gd name="connsiteY42" fmla="*/ 56511 h 59122"/>
                    <a:gd name="connsiteX43" fmla="*/ 58138 w 67127"/>
                    <a:gd name="connsiteY43" fmla="*/ 49490 h 59122"/>
                    <a:gd name="connsiteX44" fmla="*/ 63960 w 67127"/>
                    <a:gd name="connsiteY44" fmla="*/ 30781 h 59122"/>
                    <a:gd name="connsiteX45" fmla="*/ 66015 w 67127"/>
                    <a:gd name="connsiteY45" fmla="*/ 10360 h 59122"/>
                    <a:gd name="connsiteX46" fmla="*/ 65287 w 67127"/>
                    <a:gd name="connsiteY46" fmla="*/ 2569 h 59122"/>
                    <a:gd name="connsiteX47" fmla="*/ 62847 w 67127"/>
                    <a:gd name="connsiteY47" fmla="*/ 1070 h 59122"/>
                    <a:gd name="connsiteX48" fmla="*/ 60492 w 67127"/>
                    <a:gd name="connsiteY48" fmla="*/ 2012 h 59122"/>
                    <a:gd name="connsiteX49" fmla="*/ 59764 w 67127"/>
                    <a:gd name="connsiteY49" fmla="*/ 6465 h 59122"/>
                    <a:gd name="connsiteX50" fmla="*/ 59807 w 67127"/>
                    <a:gd name="connsiteY50" fmla="*/ 8990 h 59122"/>
                    <a:gd name="connsiteX51" fmla="*/ 59850 w 67127"/>
                    <a:gd name="connsiteY51" fmla="*/ 10703 h 59122"/>
                    <a:gd name="connsiteX52" fmla="*/ 59893 w 67127"/>
                    <a:gd name="connsiteY52" fmla="*/ 11987 h 59122"/>
                    <a:gd name="connsiteX53" fmla="*/ 57624 w 67127"/>
                    <a:gd name="connsiteY53" fmla="*/ 33692 h 59122"/>
                    <a:gd name="connsiteX54" fmla="*/ 50945 w 67127"/>
                    <a:gd name="connsiteY54" fmla="*/ 51288 h 59122"/>
                    <a:gd name="connsiteX55" fmla="*/ 50389 w 67127"/>
                    <a:gd name="connsiteY55" fmla="*/ 52230 h 59122"/>
                    <a:gd name="connsiteX56" fmla="*/ 49918 w 67127"/>
                    <a:gd name="connsiteY56" fmla="*/ 51288 h 59122"/>
                    <a:gd name="connsiteX57" fmla="*/ 42169 w 67127"/>
                    <a:gd name="connsiteY57" fmla="*/ 31466 h 59122"/>
                    <a:gd name="connsiteX58" fmla="*/ 36860 w 67127"/>
                    <a:gd name="connsiteY58" fmla="*/ 8134 h 59122"/>
                    <a:gd name="connsiteX59" fmla="*/ 36646 w 67127"/>
                    <a:gd name="connsiteY59" fmla="*/ 7107 h 59122"/>
                    <a:gd name="connsiteX60" fmla="*/ 36561 w 67127"/>
                    <a:gd name="connsiteY60" fmla="*/ 6593 h 59122"/>
                    <a:gd name="connsiteX61" fmla="*/ 33607 w 67127"/>
                    <a:gd name="connsiteY61" fmla="*/ 1199 h 59122"/>
                    <a:gd name="connsiteX62" fmla="*/ 30439 w 67127"/>
                    <a:gd name="connsiteY62" fmla="*/ 7107 h 59122"/>
                    <a:gd name="connsiteX63" fmla="*/ 30268 w 67127"/>
                    <a:gd name="connsiteY63" fmla="*/ 8134 h 59122"/>
                    <a:gd name="connsiteX64" fmla="*/ 24873 w 67127"/>
                    <a:gd name="connsiteY64" fmla="*/ 31723 h 59122"/>
                    <a:gd name="connsiteX65" fmla="*/ 17210 w 67127"/>
                    <a:gd name="connsiteY65" fmla="*/ 51288 h 59122"/>
                    <a:gd name="connsiteX66" fmla="*/ 16739 w 67127"/>
                    <a:gd name="connsiteY66" fmla="*/ 52230 h 59122"/>
                    <a:gd name="connsiteX67" fmla="*/ 16225 w 67127"/>
                    <a:gd name="connsiteY67" fmla="*/ 51288 h 59122"/>
                    <a:gd name="connsiteX68" fmla="*/ 9590 w 67127"/>
                    <a:gd name="connsiteY68" fmla="*/ 33650 h 59122"/>
                    <a:gd name="connsiteX69" fmla="*/ 7321 w 67127"/>
                    <a:gd name="connsiteY69" fmla="*/ 11987 h 59122"/>
                    <a:gd name="connsiteX70" fmla="*/ 7321 w 67127"/>
                    <a:gd name="connsiteY70" fmla="*/ 4795 h 59122"/>
                    <a:gd name="connsiteX71" fmla="*/ 6593 w 67127"/>
                    <a:gd name="connsiteY71" fmla="*/ 1841 h 59122"/>
                    <a:gd name="connsiteX72" fmla="*/ 4324 w 67127"/>
                    <a:gd name="connsiteY72" fmla="*/ 1027 h 59122"/>
                    <a:gd name="connsiteX73" fmla="*/ 1884 w 67127"/>
                    <a:gd name="connsiteY73" fmla="*/ 2697 h 59122"/>
                    <a:gd name="connsiteX74" fmla="*/ 1070 w 67127"/>
                    <a:gd name="connsiteY74" fmla="*/ 10360 h 59122"/>
                    <a:gd name="connsiteX75" fmla="*/ 3425 w 67127"/>
                    <a:gd name="connsiteY75" fmla="*/ 32066 h 59122"/>
                    <a:gd name="connsiteX76" fmla="*/ 9975 w 67127"/>
                    <a:gd name="connsiteY76" fmla="*/ 51502 h 59122"/>
                    <a:gd name="connsiteX77" fmla="*/ 13271 w 67127"/>
                    <a:gd name="connsiteY77" fmla="*/ 56768 h 59122"/>
                    <a:gd name="connsiteX78" fmla="*/ 16440 w 67127"/>
                    <a:gd name="connsiteY78" fmla="*/ 57924 h 59122"/>
                    <a:gd name="connsiteX79" fmla="*/ 24231 w 67127"/>
                    <a:gd name="connsiteY79" fmla="*/ 48719 h 59122"/>
                    <a:gd name="connsiteX80" fmla="*/ 32965 w 67127"/>
                    <a:gd name="connsiteY80" fmla="*/ 18880 h 59122"/>
                    <a:gd name="connsiteX81" fmla="*/ 33607 w 67127"/>
                    <a:gd name="connsiteY81" fmla="*/ 16440 h 5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7127" h="59122">
                      <a:moveTo>
                        <a:pt x="50902" y="59079"/>
                      </a:moveTo>
                      <a:cubicBezTo>
                        <a:pt x="47820" y="59079"/>
                        <a:pt x="44909" y="55911"/>
                        <a:pt x="42041" y="49404"/>
                      </a:cubicBezTo>
                      <a:cubicBezTo>
                        <a:pt x="39429" y="43453"/>
                        <a:pt x="36604" y="34121"/>
                        <a:pt x="33607" y="21577"/>
                      </a:cubicBezTo>
                      <a:cubicBezTo>
                        <a:pt x="30653" y="34163"/>
                        <a:pt x="27956" y="43197"/>
                        <a:pt x="25344" y="49233"/>
                      </a:cubicBezTo>
                      <a:cubicBezTo>
                        <a:pt x="22519" y="55783"/>
                        <a:pt x="19565" y="59122"/>
                        <a:pt x="16482" y="59122"/>
                      </a:cubicBezTo>
                      <a:cubicBezTo>
                        <a:pt x="14898" y="59122"/>
                        <a:pt x="13614" y="58651"/>
                        <a:pt x="12544" y="57667"/>
                      </a:cubicBezTo>
                      <a:cubicBezTo>
                        <a:pt x="11473" y="56682"/>
                        <a:pt x="10275" y="54798"/>
                        <a:pt x="8990" y="52058"/>
                      </a:cubicBezTo>
                      <a:cubicBezTo>
                        <a:pt x="6250" y="46493"/>
                        <a:pt x="4024" y="39857"/>
                        <a:pt x="2355" y="32408"/>
                      </a:cubicBezTo>
                      <a:cubicBezTo>
                        <a:pt x="771" y="25087"/>
                        <a:pt x="0" y="17681"/>
                        <a:pt x="0" y="10446"/>
                      </a:cubicBezTo>
                      <a:cubicBezTo>
                        <a:pt x="0" y="6208"/>
                        <a:pt x="300" y="3725"/>
                        <a:pt x="899" y="2355"/>
                      </a:cubicBezTo>
                      <a:cubicBezTo>
                        <a:pt x="1541" y="813"/>
                        <a:pt x="2697" y="0"/>
                        <a:pt x="4367" y="0"/>
                      </a:cubicBezTo>
                      <a:cubicBezTo>
                        <a:pt x="5822" y="0"/>
                        <a:pt x="6850" y="385"/>
                        <a:pt x="7535" y="1242"/>
                      </a:cubicBezTo>
                      <a:cubicBezTo>
                        <a:pt x="8177" y="2055"/>
                        <a:pt x="8519" y="3296"/>
                        <a:pt x="8519" y="4881"/>
                      </a:cubicBezTo>
                      <a:lnTo>
                        <a:pt x="8519" y="12073"/>
                      </a:lnTo>
                      <a:cubicBezTo>
                        <a:pt x="8519" y="19650"/>
                        <a:pt x="9290" y="26885"/>
                        <a:pt x="10746" y="33478"/>
                      </a:cubicBezTo>
                      <a:cubicBezTo>
                        <a:pt x="12116" y="39515"/>
                        <a:pt x="14128" y="45037"/>
                        <a:pt x="16739" y="49875"/>
                      </a:cubicBezTo>
                      <a:cubicBezTo>
                        <a:pt x="19436" y="44395"/>
                        <a:pt x="21834" y="38230"/>
                        <a:pt x="23846" y="31466"/>
                      </a:cubicBezTo>
                      <a:cubicBezTo>
                        <a:pt x="26029" y="24188"/>
                        <a:pt x="27827" y="16311"/>
                        <a:pt x="29197" y="8091"/>
                      </a:cubicBezTo>
                      <a:cubicBezTo>
                        <a:pt x="29240" y="7792"/>
                        <a:pt x="29283" y="7449"/>
                        <a:pt x="29411" y="6978"/>
                      </a:cubicBezTo>
                      <a:cubicBezTo>
                        <a:pt x="30182" y="2397"/>
                        <a:pt x="31552" y="128"/>
                        <a:pt x="33692" y="128"/>
                      </a:cubicBezTo>
                      <a:cubicBezTo>
                        <a:pt x="35747" y="128"/>
                        <a:pt x="37117" y="2269"/>
                        <a:pt x="37802" y="6507"/>
                      </a:cubicBezTo>
                      <a:lnTo>
                        <a:pt x="37888" y="7021"/>
                      </a:lnTo>
                      <a:cubicBezTo>
                        <a:pt x="37974" y="7449"/>
                        <a:pt x="38016" y="7749"/>
                        <a:pt x="38102" y="8006"/>
                      </a:cubicBezTo>
                      <a:cubicBezTo>
                        <a:pt x="39429" y="16097"/>
                        <a:pt x="41184" y="23931"/>
                        <a:pt x="43368" y="31252"/>
                      </a:cubicBezTo>
                      <a:cubicBezTo>
                        <a:pt x="45466" y="38145"/>
                        <a:pt x="47906" y="44438"/>
                        <a:pt x="50560" y="49918"/>
                      </a:cubicBezTo>
                      <a:cubicBezTo>
                        <a:pt x="53214" y="45080"/>
                        <a:pt x="55226" y="39600"/>
                        <a:pt x="56554" y="33564"/>
                      </a:cubicBezTo>
                      <a:cubicBezTo>
                        <a:pt x="58052" y="27057"/>
                        <a:pt x="58780" y="19864"/>
                        <a:pt x="58780" y="12116"/>
                      </a:cubicBezTo>
                      <a:cubicBezTo>
                        <a:pt x="58780" y="11773"/>
                        <a:pt x="58780" y="11345"/>
                        <a:pt x="58737" y="10874"/>
                      </a:cubicBezTo>
                      <a:cubicBezTo>
                        <a:pt x="58737" y="10360"/>
                        <a:pt x="58694" y="9804"/>
                        <a:pt x="58694" y="9162"/>
                      </a:cubicBezTo>
                      <a:cubicBezTo>
                        <a:pt x="58609" y="7920"/>
                        <a:pt x="58609" y="7107"/>
                        <a:pt x="58609" y="6593"/>
                      </a:cubicBezTo>
                      <a:cubicBezTo>
                        <a:pt x="58609" y="4067"/>
                        <a:pt x="58908" y="2355"/>
                        <a:pt x="59550" y="1498"/>
                      </a:cubicBezTo>
                      <a:cubicBezTo>
                        <a:pt x="60235" y="557"/>
                        <a:pt x="61306" y="86"/>
                        <a:pt x="62847" y="86"/>
                      </a:cubicBezTo>
                      <a:cubicBezTo>
                        <a:pt x="64516" y="86"/>
                        <a:pt x="65715" y="813"/>
                        <a:pt x="66315" y="2312"/>
                      </a:cubicBezTo>
                      <a:cubicBezTo>
                        <a:pt x="66871" y="3682"/>
                        <a:pt x="67128" y="6379"/>
                        <a:pt x="67128" y="10574"/>
                      </a:cubicBezTo>
                      <a:cubicBezTo>
                        <a:pt x="67128" y="17424"/>
                        <a:pt x="66443" y="24360"/>
                        <a:pt x="65073" y="31209"/>
                      </a:cubicBezTo>
                      <a:cubicBezTo>
                        <a:pt x="63660" y="38145"/>
                        <a:pt x="61691" y="44524"/>
                        <a:pt x="59165" y="50132"/>
                      </a:cubicBezTo>
                      <a:cubicBezTo>
                        <a:pt x="57453" y="54028"/>
                        <a:pt x="56083" y="56425"/>
                        <a:pt x="54970" y="57495"/>
                      </a:cubicBezTo>
                      <a:cubicBezTo>
                        <a:pt x="53899" y="58480"/>
                        <a:pt x="52487" y="59079"/>
                        <a:pt x="50902" y="59079"/>
                      </a:cubicBezTo>
                      <a:close/>
                      <a:moveTo>
                        <a:pt x="33607" y="16440"/>
                      </a:moveTo>
                      <a:lnTo>
                        <a:pt x="34163" y="18880"/>
                      </a:lnTo>
                      <a:cubicBezTo>
                        <a:pt x="37331" y="32579"/>
                        <a:pt x="40328" y="42683"/>
                        <a:pt x="43068" y="48933"/>
                      </a:cubicBezTo>
                      <a:cubicBezTo>
                        <a:pt x="45722" y="54927"/>
                        <a:pt x="48334" y="57924"/>
                        <a:pt x="50860" y="57924"/>
                      </a:cubicBezTo>
                      <a:cubicBezTo>
                        <a:pt x="52144" y="57924"/>
                        <a:pt x="53257" y="57453"/>
                        <a:pt x="54199" y="56511"/>
                      </a:cubicBezTo>
                      <a:cubicBezTo>
                        <a:pt x="55184" y="55526"/>
                        <a:pt x="56511" y="53172"/>
                        <a:pt x="58138" y="49490"/>
                      </a:cubicBezTo>
                      <a:cubicBezTo>
                        <a:pt x="60621" y="43924"/>
                        <a:pt x="62590" y="37631"/>
                        <a:pt x="63960" y="30781"/>
                      </a:cubicBezTo>
                      <a:cubicBezTo>
                        <a:pt x="65330" y="24017"/>
                        <a:pt x="66015" y="17124"/>
                        <a:pt x="66015" y="10360"/>
                      </a:cubicBezTo>
                      <a:cubicBezTo>
                        <a:pt x="66015" y="5437"/>
                        <a:pt x="65630" y="3382"/>
                        <a:pt x="65287" y="2569"/>
                      </a:cubicBezTo>
                      <a:cubicBezTo>
                        <a:pt x="64859" y="1541"/>
                        <a:pt x="64088" y="1070"/>
                        <a:pt x="62847" y="1070"/>
                      </a:cubicBezTo>
                      <a:cubicBezTo>
                        <a:pt x="61691" y="1070"/>
                        <a:pt x="60963" y="1370"/>
                        <a:pt x="60492" y="2012"/>
                      </a:cubicBezTo>
                      <a:cubicBezTo>
                        <a:pt x="60150" y="2483"/>
                        <a:pt x="59764" y="3639"/>
                        <a:pt x="59764" y="6465"/>
                      </a:cubicBezTo>
                      <a:cubicBezTo>
                        <a:pt x="59764" y="6935"/>
                        <a:pt x="59764" y="7749"/>
                        <a:pt x="59807" y="8990"/>
                      </a:cubicBezTo>
                      <a:cubicBezTo>
                        <a:pt x="59807" y="9633"/>
                        <a:pt x="59850" y="10232"/>
                        <a:pt x="59850" y="10703"/>
                      </a:cubicBezTo>
                      <a:cubicBezTo>
                        <a:pt x="59850" y="11174"/>
                        <a:pt x="59893" y="11602"/>
                        <a:pt x="59893" y="11987"/>
                      </a:cubicBezTo>
                      <a:cubicBezTo>
                        <a:pt x="59893" y="19822"/>
                        <a:pt x="59122" y="27100"/>
                        <a:pt x="57624" y="33692"/>
                      </a:cubicBezTo>
                      <a:cubicBezTo>
                        <a:pt x="56168" y="40243"/>
                        <a:pt x="53942" y="46151"/>
                        <a:pt x="50945" y="51288"/>
                      </a:cubicBezTo>
                      <a:lnTo>
                        <a:pt x="50389" y="52230"/>
                      </a:lnTo>
                      <a:lnTo>
                        <a:pt x="49918" y="51288"/>
                      </a:lnTo>
                      <a:cubicBezTo>
                        <a:pt x="47007" y="45508"/>
                        <a:pt x="44395" y="38830"/>
                        <a:pt x="42169" y="31466"/>
                      </a:cubicBezTo>
                      <a:cubicBezTo>
                        <a:pt x="39986" y="24103"/>
                        <a:pt x="38188" y="16225"/>
                        <a:pt x="36860" y="8134"/>
                      </a:cubicBezTo>
                      <a:cubicBezTo>
                        <a:pt x="36818" y="7920"/>
                        <a:pt x="36732" y="7578"/>
                        <a:pt x="36646" y="7107"/>
                      </a:cubicBezTo>
                      <a:lnTo>
                        <a:pt x="36561" y="6593"/>
                      </a:lnTo>
                      <a:cubicBezTo>
                        <a:pt x="36175" y="4110"/>
                        <a:pt x="35319" y="1199"/>
                        <a:pt x="33607" y="1199"/>
                      </a:cubicBezTo>
                      <a:cubicBezTo>
                        <a:pt x="31809" y="1199"/>
                        <a:pt x="30910" y="4410"/>
                        <a:pt x="30439" y="7107"/>
                      </a:cubicBezTo>
                      <a:cubicBezTo>
                        <a:pt x="30353" y="7578"/>
                        <a:pt x="30310" y="7920"/>
                        <a:pt x="30268" y="8134"/>
                      </a:cubicBezTo>
                      <a:cubicBezTo>
                        <a:pt x="28855" y="16482"/>
                        <a:pt x="27057" y="24402"/>
                        <a:pt x="24873" y="31723"/>
                      </a:cubicBezTo>
                      <a:cubicBezTo>
                        <a:pt x="22690" y="38958"/>
                        <a:pt x="20121" y="45551"/>
                        <a:pt x="17210" y="51288"/>
                      </a:cubicBezTo>
                      <a:lnTo>
                        <a:pt x="16739" y="52230"/>
                      </a:lnTo>
                      <a:lnTo>
                        <a:pt x="16225" y="51288"/>
                      </a:lnTo>
                      <a:cubicBezTo>
                        <a:pt x="13314" y="46151"/>
                        <a:pt x="11088" y="40200"/>
                        <a:pt x="9590" y="33650"/>
                      </a:cubicBezTo>
                      <a:cubicBezTo>
                        <a:pt x="8091" y="26971"/>
                        <a:pt x="7321" y="19693"/>
                        <a:pt x="7321" y="11987"/>
                      </a:cubicBezTo>
                      <a:lnTo>
                        <a:pt x="7321" y="4795"/>
                      </a:lnTo>
                      <a:cubicBezTo>
                        <a:pt x="7321" y="3468"/>
                        <a:pt x="7064" y="2440"/>
                        <a:pt x="6593" y="1841"/>
                      </a:cubicBezTo>
                      <a:cubicBezTo>
                        <a:pt x="6165" y="1284"/>
                        <a:pt x="5394" y="1027"/>
                        <a:pt x="4324" y="1027"/>
                      </a:cubicBezTo>
                      <a:cubicBezTo>
                        <a:pt x="3125" y="1027"/>
                        <a:pt x="2355" y="1541"/>
                        <a:pt x="1884" y="2697"/>
                      </a:cubicBezTo>
                      <a:cubicBezTo>
                        <a:pt x="1327" y="3939"/>
                        <a:pt x="1070" y="6336"/>
                        <a:pt x="1070" y="10360"/>
                      </a:cubicBezTo>
                      <a:cubicBezTo>
                        <a:pt x="1070" y="17510"/>
                        <a:pt x="1884" y="24831"/>
                        <a:pt x="3425" y="32066"/>
                      </a:cubicBezTo>
                      <a:cubicBezTo>
                        <a:pt x="5052" y="39429"/>
                        <a:pt x="7235" y="45979"/>
                        <a:pt x="9975" y="51502"/>
                      </a:cubicBezTo>
                      <a:cubicBezTo>
                        <a:pt x="11473" y="54756"/>
                        <a:pt x="12586" y="56168"/>
                        <a:pt x="13271" y="56768"/>
                      </a:cubicBezTo>
                      <a:cubicBezTo>
                        <a:pt x="14128" y="57538"/>
                        <a:pt x="15155" y="57924"/>
                        <a:pt x="16440" y="57924"/>
                      </a:cubicBezTo>
                      <a:cubicBezTo>
                        <a:pt x="18965" y="57924"/>
                        <a:pt x="21663" y="54756"/>
                        <a:pt x="24231" y="48719"/>
                      </a:cubicBezTo>
                      <a:cubicBezTo>
                        <a:pt x="26971" y="42383"/>
                        <a:pt x="29839" y="32622"/>
                        <a:pt x="32965" y="18880"/>
                      </a:cubicBezTo>
                      <a:lnTo>
                        <a:pt x="33607" y="1644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9" name="图形 4"/>
              <p:cNvGrpSpPr/>
              <p:nvPr/>
            </p:nvGrpSpPr>
            <p:grpSpPr>
              <a:xfrm>
                <a:off x="11450989" y="6483828"/>
                <a:ext cx="8219" cy="72693"/>
                <a:chOff x="11450989" y="6483828"/>
                <a:chExt cx="8219" cy="72693"/>
              </a:xfrm>
              <a:solidFill>
                <a:srgbClr val="A5A7AA"/>
              </a:solidFill>
            </p:grpSpPr>
            <p:sp>
              <p:nvSpPr>
                <p:cNvPr id="76" name="任意多边形: 形状 75"/>
                <p:cNvSpPr/>
                <p:nvPr/>
              </p:nvSpPr>
              <p:spPr>
                <a:xfrm>
                  <a:off x="11451502" y="6484470"/>
                  <a:ext cx="7106" cy="71494"/>
                </a:xfrm>
                <a:custGeom>
                  <a:avLst/>
                  <a:gdLst>
                    <a:gd name="connsiteX0" fmla="*/ 7107 w 7106"/>
                    <a:gd name="connsiteY0" fmla="*/ 5009 h 71494"/>
                    <a:gd name="connsiteX1" fmla="*/ 6250 w 7106"/>
                    <a:gd name="connsiteY1" fmla="*/ 8905 h 71494"/>
                    <a:gd name="connsiteX2" fmla="*/ 3553 w 7106"/>
                    <a:gd name="connsiteY2" fmla="*/ 10103 h 71494"/>
                    <a:gd name="connsiteX3" fmla="*/ 899 w 7106"/>
                    <a:gd name="connsiteY3" fmla="*/ 8819 h 71494"/>
                    <a:gd name="connsiteX4" fmla="*/ 0 w 7106"/>
                    <a:gd name="connsiteY4" fmla="*/ 5009 h 71494"/>
                    <a:gd name="connsiteX5" fmla="*/ 856 w 7106"/>
                    <a:gd name="connsiteY5" fmla="*/ 1156 h 71494"/>
                    <a:gd name="connsiteX6" fmla="*/ 3553 w 7106"/>
                    <a:gd name="connsiteY6" fmla="*/ 0 h 71494"/>
                    <a:gd name="connsiteX7" fmla="*/ 6208 w 7106"/>
                    <a:gd name="connsiteY7" fmla="*/ 1242 h 71494"/>
                    <a:gd name="connsiteX8" fmla="*/ 7107 w 7106"/>
                    <a:gd name="connsiteY8" fmla="*/ 5009 h 71494"/>
                    <a:gd name="connsiteX9" fmla="*/ 43 w 7106"/>
                    <a:gd name="connsiteY9" fmla="*/ 18366 h 71494"/>
                    <a:gd name="connsiteX10" fmla="*/ 942 w 7106"/>
                    <a:gd name="connsiteY10" fmla="*/ 15027 h 71494"/>
                    <a:gd name="connsiteX11" fmla="*/ 3553 w 7106"/>
                    <a:gd name="connsiteY11" fmla="*/ 13956 h 71494"/>
                    <a:gd name="connsiteX12" fmla="*/ 6208 w 7106"/>
                    <a:gd name="connsiteY12" fmla="*/ 15027 h 71494"/>
                    <a:gd name="connsiteX13" fmla="*/ 7107 w 7106"/>
                    <a:gd name="connsiteY13" fmla="*/ 18366 h 71494"/>
                    <a:gd name="connsiteX14" fmla="*/ 7107 w 7106"/>
                    <a:gd name="connsiteY14" fmla="*/ 67085 h 71494"/>
                    <a:gd name="connsiteX15" fmla="*/ 6208 w 7106"/>
                    <a:gd name="connsiteY15" fmla="*/ 70382 h 71494"/>
                    <a:gd name="connsiteX16" fmla="*/ 3553 w 7106"/>
                    <a:gd name="connsiteY16" fmla="*/ 71495 h 71494"/>
                    <a:gd name="connsiteX17" fmla="*/ 942 w 7106"/>
                    <a:gd name="connsiteY17" fmla="*/ 70382 h 71494"/>
                    <a:gd name="connsiteX18" fmla="*/ 43 w 7106"/>
                    <a:gd name="connsiteY18" fmla="*/ 67085 h 71494"/>
                    <a:gd name="connsiteX19" fmla="*/ 43 w 7106"/>
                    <a:gd name="connsiteY19" fmla="*/ 18366 h 71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106" h="71494">
                      <a:moveTo>
                        <a:pt x="7107" y="5009"/>
                      </a:moveTo>
                      <a:cubicBezTo>
                        <a:pt x="7107" y="6807"/>
                        <a:pt x="6807" y="8091"/>
                        <a:pt x="6250" y="8905"/>
                      </a:cubicBezTo>
                      <a:cubicBezTo>
                        <a:pt x="5694" y="9718"/>
                        <a:pt x="4795" y="10103"/>
                        <a:pt x="3553" y="10103"/>
                      </a:cubicBezTo>
                      <a:cubicBezTo>
                        <a:pt x="2397" y="10103"/>
                        <a:pt x="1498" y="9718"/>
                        <a:pt x="899" y="8819"/>
                      </a:cubicBezTo>
                      <a:cubicBezTo>
                        <a:pt x="300" y="8006"/>
                        <a:pt x="0" y="6721"/>
                        <a:pt x="0" y="5009"/>
                      </a:cubicBezTo>
                      <a:cubicBezTo>
                        <a:pt x="0" y="3211"/>
                        <a:pt x="300" y="1927"/>
                        <a:pt x="856" y="1156"/>
                      </a:cubicBezTo>
                      <a:cubicBezTo>
                        <a:pt x="1413" y="385"/>
                        <a:pt x="2355" y="0"/>
                        <a:pt x="3553" y="0"/>
                      </a:cubicBezTo>
                      <a:cubicBezTo>
                        <a:pt x="4752" y="0"/>
                        <a:pt x="5651" y="428"/>
                        <a:pt x="6208" y="1242"/>
                      </a:cubicBezTo>
                      <a:cubicBezTo>
                        <a:pt x="6807" y="2098"/>
                        <a:pt x="7107" y="3339"/>
                        <a:pt x="7107" y="5009"/>
                      </a:cubicBezTo>
                      <a:close/>
                      <a:moveTo>
                        <a:pt x="43" y="18366"/>
                      </a:moveTo>
                      <a:cubicBezTo>
                        <a:pt x="43" y="16910"/>
                        <a:pt x="342" y="15755"/>
                        <a:pt x="942" y="15027"/>
                      </a:cubicBezTo>
                      <a:cubicBezTo>
                        <a:pt x="1541" y="14299"/>
                        <a:pt x="2440" y="13956"/>
                        <a:pt x="3553" y="13956"/>
                      </a:cubicBezTo>
                      <a:cubicBezTo>
                        <a:pt x="4709" y="13956"/>
                        <a:pt x="5608" y="14342"/>
                        <a:pt x="6208" y="15027"/>
                      </a:cubicBezTo>
                      <a:cubicBezTo>
                        <a:pt x="6764" y="15797"/>
                        <a:pt x="7107" y="16910"/>
                        <a:pt x="7107" y="18366"/>
                      </a:cubicBezTo>
                      <a:lnTo>
                        <a:pt x="7107" y="67085"/>
                      </a:lnTo>
                      <a:cubicBezTo>
                        <a:pt x="7107" y="68541"/>
                        <a:pt x="6807" y="69654"/>
                        <a:pt x="6208" y="70382"/>
                      </a:cubicBezTo>
                      <a:cubicBezTo>
                        <a:pt x="5608" y="71152"/>
                        <a:pt x="4709" y="71495"/>
                        <a:pt x="3553" y="71495"/>
                      </a:cubicBezTo>
                      <a:cubicBezTo>
                        <a:pt x="2440" y="71495"/>
                        <a:pt x="1541" y="71152"/>
                        <a:pt x="942" y="70382"/>
                      </a:cubicBezTo>
                      <a:cubicBezTo>
                        <a:pt x="342" y="69654"/>
                        <a:pt x="43" y="68541"/>
                        <a:pt x="43" y="67085"/>
                      </a:cubicBezTo>
                      <a:lnTo>
                        <a:pt x="43" y="1836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7" name="任意多边形: 形状 76"/>
                <p:cNvSpPr/>
                <p:nvPr/>
              </p:nvSpPr>
              <p:spPr>
                <a:xfrm>
                  <a:off x="11450989" y="6483828"/>
                  <a:ext cx="8219" cy="72693"/>
                </a:xfrm>
                <a:custGeom>
                  <a:avLst/>
                  <a:gdLst>
                    <a:gd name="connsiteX0" fmla="*/ 4110 w 8219"/>
                    <a:gd name="connsiteY0" fmla="*/ 72693 h 72693"/>
                    <a:gd name="connsiteX1" fmla="*/ 1027 w 8219"/>
                    <a:gd name="connsiteY1" fmla="*/ 71366 h 72693"/>
                    <a:gd name="connsiteX2" fmla="*/ 0 w 8219"/>
                    <a:gd name="connsiteY2" fmla="*/ 67685 h 72693"/>
                    <a:gd name="connsiteX3" fmla="*/ 0 w 8219"/>
                    <a:gd name="connsiteY3" fmla="*/ 19008 h 72693"/>
                    <a:gd name="connsiteX4" fmla="*/ 1027 w 8219"/>
                    <a:gd name="connsiteY4" fmla="*/ 15284 h 72693"/>
                    <a:gd name="connsiteX5" fmla="*/ 4110 w 8219"/>
                    <a:gd name="connsiteY5" fmla="*/ 13999 h 72693"/>
                    <a:gd name="connsiteX6" fmla="*/ 7192 w 8219"/>
                    <a:gd name="connsiteY6" fmla="*/ 15284 h 72693"/>
                    <a:gd name="connsiteX7" fmla="*/ 8220 w 8219"/>
                    <a:gd name="connsiteY7" fmla="*/ 19008 h 72693"/>
                    <a:gd name="connsiteX8" fmla="*/ 8220 w 8219"/>
                    <a:gd name="connsiteY8" fmla="*/ 67727 h 72693"/>
                    <a:gd name="connsiteX9" fmla="*/ 7235 w 8219"/>
                    <a:gd name="connsiteY9" fmla="*/ 71409 h 72693"/>
                    <a:gd name="connsiteX10" fmla="*/ 4110 w 8219"/>
                    <a:gd name="connsiteY10" fmla="*/ 72693 h 72693"/>
                    <a:gd name="connsiteX11" fmla="*/ 4110 w 8219"/>
                    <a:gd name="connsiteY11" fmla="*/ 15112 h 72693"/>
                    <a:gd name="connsiteX12" fmla="*/ 1926 w 8219"/>
                    <a:gd name="connsiteY12" fmla="*/ 16011 h 72693"/>
                    <a:gd name="connsiteX13" fmla="*/ 1156 w 8219"/>
                    <a:gd name="connsiteY13" fmla="*/ 19008 h 72693"/>
                    <a:gd name="connsiteX14" fmla="*/ 1156 w 8219"/>
                    <a:gd name="connsiteY14" fmla="*/ 67727 h 72693"/>
                    <a:gd name="connsiteX15" fmla="*/ 1926 w 8219"/>
                    <a:gd name="connsiteY15" fmla="*/ 70681 h 72693"/>
                    <a:gd name="connsiteX16" fmla="*/ 4110 w 8219"/>
                    <a:gd name="connsiteY16" fmla="*/ 71580 h 72693"/>
                    <a:gd name="connsiteX17" fmla="*/ 6293 w 8219"/>
                    <a:gd name="connsiteY17" fmla="*/ 70681 h 72693"/>
                    <a:gd name="connsiteX18" fmla="*/ 7064 w 8219"/>
                    <a:gd name="connsiteY18" fmla="*/ 67727 h 72693"/>
                    <a:gd name="connsiteX19" fmla="*/ 7064 w 8219"/>
                    <a:gd name="connsiteY19" fmla="*/ 19008 h 72693"/>
                    <a:gd name="connsiteX20" fmla="*/ 6293 w 8219"/>
                    <a:gd name="connsiteY20" fmla="*/ 16011 h 72693"/>
                    <a:gd name="connsiteX21" fmla="*/ 4110 w 8219"/>
                    <a:gd name="connsiteY21" fmla="*/ 15112 h 72693"/>
                    <a:gd name="connsiteX22" fmla="*/ 4110 w 8219"/>
                    <a:gd name="connsiteY22" fmla="*/ 11302 h 72693"/>
                    <a:gd name="connsiteX23" fmla="*/ 985 w 8219"/>
                    <a:gd name="connsiteY23" fmla="*/ 9761 h 72693"/>
                    <a:gd name="connsiteX24" fmla="*/ 0 w 8219"/>
                    <a:gd name="connsiteY24" fmla="*/ 5608 h 72693"/>
                    <a:gd name="connsiteX25" fmla="*/ 942 w 8219"/>
                    <a:gd name="connsiteY25" fmla="*/ 1413 h 72693"/>
                    <a:gd name="connsiteX26" fmla="*/ 4110 w 8219"/>
                    <a:gd name="connsiteY26" fmla="*/ 0 h 72693"/>
                    <a:gd name="connsiteX27" fmla="*/ 7235 w 8219"/>
                    <a:gd name="connsiteY27" fmla="*/ 1456 h 72693"/>
                    <a:gd name="connsiteX28" fmla="*/ 8220 w 8219"/>
                    <a:gd name="connsiteY28" fmla="*/ 5565 h 72693"/>
                    <a:gd name="connsiteX29" fmla="*/ 7278 w 8219"/>
                    <a:gd name="connsiteY29" fmla="*/ 9761 h 72693"/>
                    <a:gd name="connsiteX30" fmla="*/ 4110 w 8219"/>
                    <a:gd name="connsiteY30" fmla="*/ 11302 h 72693"/>
                    <a:gd name="connsiteX31" fmla="*/ 4110 w 8219"/>
                    <a:gd name="connsiteY31" fmla="*/ 1199 h 72693"/>
                    <a:gd name="connsiteX32" fmla="*/ 1884 w 8219"/>
                    <a:gd name="connsiteY32" fmla="*/ 2141 h 72693"/>
                    <a:gd name="connsiteX33" fmla="*/ 1156 w 8219"/>
                    <a:gd name="connsiteY33" fmla="*/ 5651 h 72693"/>
                    <a:gd name="connsiteX34" fmla="*/ 1926 w 8219"/>
                    <a:gd name="connsiteY34" fmla="*/ 9119 h 72693"/>
                    <a:gd name="connsiteX35" fmla="*/ 4110 w 8219"/>
                    <a:gd name="connsiteY35" fmla="*/ 10146 h 72693"/>
                    <a:gd name="connsiteX36" fmla="*/ 6336 w 8219"/>
                    <a:gd name="connsiteY36" fmla="*/ 9162 h 72693"/>
                    <a:gd name="connsiteX37" fmla="*/ 7064 w 8219"/>
                    <a:gd name="connsiteY37" fmla="*/ 5608 h 72693"/>
                    <a:gd name="connsiteX38" fmla="*/ 6293 w 8219"/>
                    <a:gd name="connsiteY38" fmla="*/ 2183 h 72693"/>
                    <a:gd name="connsiteX39" fmla="*/ 4110 w 8219"/>
                    <a:gd name="connsiteY39" fmla="*/ 1199 h 72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8219" h="72693">
                      <a:moveTo>
                        <a:pt x="4110" y="72693"/>
                      </a:moveTo>
                      <a:cubicBezTo>
                        <a:pt x="2783" y="72693"/>
                        <a:pt x="1712" y="72265"/>
                        <a:pt x="1027" y="71366"/>
                      </a:cubicBezTo>
                      <a:cubicBezTo>
                        <a:pt x="342" y="70553"/>
                        <a:pt x="0" y="69311"/>
                        <a:pt x="0" y="67685"/>
                      </a:cubicBezTo>
                      <a:lnTo>
                        <a:pt x="0" y="19008"/>
                      </a:lnTo>
                      <a:cubicBezTo>
                        <a:pt x="0" y="17424"/>
                        <a:pt x="342" y="16140"/>
                        <a:pt x="1027" y="15284"/>
                      </a:cubicBezTo>
                      <a:cubicBezTo>
                        <a:pt x="1755" y="14427"/>
                        <a:pt x="2826" y="13999"/>
                        <a:pt x="4110" y="13999"/>
                      </a:cubicBezTo>
                      <a:cubicBezTo>
                        <a:pt x="5437" y="13999"/>
                        <a:pt x="6465" y="14427"/>
                        <a:pt x="7192" y="15284"/>
                      </a:cubicBezTo>
                      <a:cubicBezTo>
                        <a:pt x="7877" y="16183"/>
                        <a:pt x="8220" y="17467"/>
                        <a:pt x="8220" y="19008"/>
                      </a:cubicBezTo>
                      <a:lnTo>
                        <a:pt x="8220" y="67727"/>
                      </a:lnTo>
                      <a:cubicBezTo>
                        <a:pt x="8220" y="69311"/>
                        <a:pt x="7877" y="70553"/>
                        <a:pt x="7235" y="71409"/>
                      </a:cubicBezTo>
                      <a:cubicBezTo>
                        <a:pt x="6507" y="72265"/>
                        <a:pt x="5480" y="72693"/>
                        <a:pt x="4110" y="72693"/>
                      </a:cubicBezTo>
                      <a:close/>
                      <a:moveTo>
                        <a:pt x="4110" y="15112"/>
                      </a:moveTo>
                      <a:cubicBezTo>
                        <a:pt x="3168" y="15112"/>
                        <a:pt x="2440" y="15412"/>
                        <a:pt x="1926" y="16011"/>
                      </a:cubicBezTo>
                      <a:cubicBezTo>
                        <a:pt x="1413" y="16654"/>
                        <a:pt x="1156" y="17638"/>
                        <a:pt x="1156" y="19008"/>
                      </a:cubicBezTo>
                      <a:lnTo>
                        <a:pt x="1156" y="67727"/>
                      </a:lnTo>
                      <a:cubicBezTo>
                        <a:pt x="1156" y="69055"/>
                        <a:pt x="1413" y="70039"/>
                        <a:pt x="1926" y="70681"/>
                      </a:cubicBezTo>
                      <a:cubicBezTo>
                        <a:pt x="2397" y="71281"/>
                        <a:pt x="3125" y="71580"/>
                        <a:pt x="4110" y="71580"/>
                      </a:cubicBezTo>
                      <a:cubicBezTo>
                        <a:pt x="5137" y="71580"/>
                        <a:pt x="5822" y="71281"/>
                        <a:pt x="6293" y="70681"/>
                      </a:cubicBezTo>
                      <a:cubicBezTo>
                        <a:pt x="6807" y="70039"/>
                        <a:pt x="7064" y="69012"/>
                        <a:pt x="7064" y="67727"/>
                      </a:cubicBezTo>
                      <a:lnTo>
                        <a:pt x="7064" y="19008"/>
                      </a:lnTo>
                      <a:cubicBezTo>
                        <a:pt x="7064" y="17724"/>
                        <a:pt x="6807" y="16654"/>
                        <a:pt x="6293" y="16011"/>
                      </a:cubicBezTo>
                      <a:cubicBezTo>
                        <a:pt x="5822" y="15412"/>
                        <a:pt x="5095" y="15112"/>
                        <a:pt x="4110" y="15112"/>
                      </a:cubicBezTo>
                      <a:close/>
                      <a:moveTo>
                        <a:pt x="4110" y="11302"/>
                      </a:moveTo>
                      <a:cubicBezTo>
                        <a:pt x="2740" y="11302"/>
                        <a:pt x="1670" y="10788"/>
                        <a:pt x="985" y="9761"/>
                      </a:cubicBezTo>
                      <a:cubicBezTo>
                        <a:pt x="342" y="8862"/>
                        <a:pt x="0" y="7492"/>
                        <a:pt x="0" y="5608"/>
                      </a:cubicBezTo>
                      <a:cubicBezTo>
                        <a:pt x="0" y="3682"/>
                        <a:pt x="300" y="2312"/>
                        <a:pt x="942" y="1413"/>
                      </a:cubicBezTo>
                      <a:cubicBezTo>
                        <a:pt x="1627" y="514"/>
                        <a:pt x="2697" y="0"/>
                        <a:pt x="4110" y="0"/>
                      </a:cubicBezTo>
                      <a:cubicBezTo>
                        <a:pt x="5480" y="0"/>
                        <a:pt x="6550" y="514"/>
                        <a:pt x="7235" y="1456"/>
                      </a:cubicBezTo>
                      <a:cubicBezTo>
                        <a:pt x="7877" y="2397"/>
                        <a:pt x="8220" y="3810"/>
                        <a:pt x="8220" y="5565"/>
                      </a:cubicBezTo>
                      <a:cubicBezTo>
                        <a:pt x="8220" y="7449"/>
                        <a:pt x="7920" y="8862"/>
                        <a:pt x="7278" y="9761"/>
                      </a:cubicBezTo>
                      <a:cubicBezTo>
                        <a:pt x="6593" y="10831"/>
                        <a:pt x="5523" y="11302"/>
                        <a:pt x="4110" y="11302"/>
                      </a:cubicBezTo>
                      <a:close/>
                      <a:moveTo>
                        <a:pt x="4110" y="1199"/>
                      </a:moveTo>
                      <a:cubicBezTo>
                        <a:pt x="3082" y="1199"/>
                        <a:pt x="2355" y="1498"/>
                        <a:pt x="1884" y="2141"/>
                      </a:cubicBezTo>
                      <a:cubicBezTo>
                        <a:pt x="1413" y="2826"/>
                        <a:pt x="1156" y="3981"/>
                        <a:pt x="1156" y="5651"/>
                      </a:cubicBezTo>
                      <a:cubicBezTo>
                        <a:pt x="1156" y="7235"/>
                        <a:pt x="1413" y="8434"/>
                        <a:pt x="1926" y="9119"/>
                      </a:cubicBezTo>
                      <a:cubicBezTo>
                        <a:pt x="2397" y="9847"/>
                        <a:pt x="3125" y="10146"/>
                        <a:pt x="4110" y="10146"/>
                      </a:cubicBezTo>
                      <a:cubicBezTo>
                        <a:pt x="5137" y="10146"/>
                        <a:pt x="5908" y="9804"/>
                        <a:pt x="6336" y="9162"/>
                      </a:cubicBezTo>
                      <a:cubicBezTo>
                        <a:pt x="6807" y="8434"/>
                        <a:pt x="7064" y="7235"/>
                        <a:pt x="7064" y="5608"/>
                      </a:cubicBezTo>
                      <a:cubicBezTo>
                        <a:pt x="7064" y="4067"/>
                        <a:pt x="6807" y="2911"/>
                        <a:pt x="6293" y="2183"/>
                      </a:cubicBezTo>
                      <a:cubicBezTo>
                        <a:pt x="5822" y="1541"/>
                        <a:pt x="5095" y="1199"/>
                        <a:pt x="4110" y="119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0" name="图形 4"/>
              <p:cNvGrpSpPr/>
              <p:nvPr/>
            </p:nvGrpSpPr>
            <p:grpSpPr>
              <a:xfrm>
                <a:off x="11499665" y="6497827"/>
                <a:ext cx="50131" cy="58394"/>
                <a:chOff x="11499665" y="6497827"/>
                <a:chExt cx="50131" cy="58394"/>
              </a:xfrm>
              <a:solidFill>
                <a:srgbClr val="A5A7AA"/>
              </a:solidFill>
            </p:grpSpPr>
            <p:sp>
              <p:nvSpPr>
                <p:cNvPr id="74" name="任意多边形: 形状 73"/>
                <p:cNvSpPr/>
                <p:nvPr/>
              </p:nvSpPr>
              <p:spPr>
                <a:xfrm>
                  <a:off x="11500221" y="6498341"/>
                  <a:ext cx="48847" cy="57281"/>
                </a:xfrm>
                <a:custGeom>
                  <a:avLst/>
                  <a:gdLst>
                    <a:gd name="connsiteX0" fmla="*/ 4452 w 48847"/>
                    <a:gd name="connsiteY0" fmla="*/ 57281 h 57281"/>
                    <a:gd name="connsiteX1" fmla="*/ 1113 w 48847"/>
                    <a:gd name="connsiteY1" fmla="*/ 56382 h 57281"/>
                    <a:gd name="connsiteX2" fmla="*/ 0 w 48847"/>
                    <a:gd name="connsiteY2" fmla="*/ 53899 h 57281"/>
                    <a:gd name="connsiteX3" fmla="*/ 1113 w 48847"/>
                    <a:gd name="connsiteY3" fmla="*/ 51459 h 57281"/>
                    <a:gd name="connsiteX4" fmla="*/ 4538 w 48847"/>
                    <a:gd name="connsiteY4" fmla="*/ 50689 h 57281"/>
                    <a:gd name="connsiteX5" fmla="*/ 24445 w 48847"/>
                    <a:gd name="connsiteY5" fmla="*/ 50689 h 57281"/>
                    <a:gd name="connsiteX6" fmla="*/ 37802 w 48847"/>
                    <a:gd name="connsiteY6" fmla="*/ 47649 h 57281"/>
                    <a:gd name="connsiteX7" fmla="*/ 41698 w 48847"/>
                    <a:gd name="connsiteY7" fmla="*/ 37802 h 57281"/>
                    <a:gd name="connsiteX8" fmla="*/ 39258 w 48847"/>
                    <a:gd name="connsiteY8" fmla="*/ 30524 h 57281"/>
                    <a:gd name="connsiteX9" fmla="*/ 31595 w 48847"/>
                    <a:gd name="connsiteY9" fmla="*/ 26843 h 57281"/>
                    <a:gd name="connsiteX10" fmla="*/ 14085 w 48847"/>
                    <a:gd name="connsiteY10" fmla="*/ 23332 h 57281"/>
                    <a:gd name="connsiteX11" fmla="*/ 3939 w 48847"/>
                    <a:gd name="connsiteY11" fmla="*/ 19351 h 57281"/>
                    <a:gd name="connsiteX12" fmla="*/ 1284 w 48847"/>
                    <a:gd name="connsiteY12" fmla="*/ 12330 h 57281"/>
                    <a:gd name="connsiteX13" fmla="*/ 6122 w 48847"/>
                    <a:gd name="connsiteY13" fmla="*/ 3168 h 57281"/>
                    <a:gd name="connsiteX14" fmla="*/ 19950 w 48847"/>
                    <a:gd name="connsiteY14" fmla="*/ 0 h 57281"/>
                    <a:gd name="connsiteX15" fmla="*/ 39301 w 48847"/>
                    <a:gd name="connsiteY15" fmla="*/ 0 h 57281"/>
                    <a:gd name="connsiteX16" fmla="*/ 42683 w 48847"/>
                    <a:gd name="connsiteY16" fmla="*/ 856 h 57281"/>
                    <a:gd name="connsiteX17" fmla="*/ 43839 w 48847"/>
                    <a:gd name="connsiteY17" fmla="*/ 3339 h 57281"/>
                    <a:gd name="connsiteX18" fmla="*/ 42640 w 48847"/>
                    <a:gd name="connsiteY18" fmla="*/ 5737 h 57281"/>
                    <a:gd name="connsiteX19" fmla="*/ 39172 w 48847"/>
                    <a:gd name="connsiteY19" fmla="*/ 6550 h 57281"/>
                    <a:gd name="connsiteX20" fmla="*/ 17339 w 48847"/>
                    <a:gd name="connsiteY20" fmla="*/ 6550 h 57281"/>
                    <a:gd name="connsiteX21" fmla="*/ 10960 w 48847"/>
                    <a:gd name="connsiteY21" fmla="*/ 7620 h 57281"/>
                    <a:gd name="connsiteX22" fmla="*/ 9162 w 48847"/>
                    <a:gd name="connsiteY22" fmla="*/ 11345 h 57281"/>
                    <a:gd name="connsiteX23" fmla="*/ 10275 w 48847"/>
                    <a:gd name="connsiteY23" fmla="*/ 14641 h 57281"/>
                    <a:gd name="connsiteX24" fmla="*/ 13956 w 48847"/>
                    <a:gd name="connsiteY24" fmla="*/ 16354 h 57281"/>
                    <a:gd name="connsiteX25" fmla="*/ 32108 w 48847"/>
                    <a:gd name="connsiteY25" fmla="*/ 19950 h 57281"/>
                    <a:gd name="connsiteX26" fmla="*/ 44695 w 48847"/>
                    <a:gd name="connsiteY26" fmla="*/ 26029 h 57281"/>
                    <a:gd name="connsiteX27" fmla="*/ 48848 w 48847"/>
                    <a:gd name="connsiteY27" fmla="*/ 37417 h 57281"/>
                    <a:gd name="connsiteX28" fmla="*/ 42340 w 48847"/>
                    <a:gd name="connsiteY28" fmla="*/ 52273 h 57281"/>
                    <a:gd name="connsiteX29" fmla="*/ 22519 w 48847"/>
                    <a:gd name="connsiteY29" fmla="*/ 57196 h 57281"/>
                    <a:gd name="connsiteX30" fmla="*/ 4452 w 48847"/>
                    <a:gd name="connsiteY30" fmla="*/ 57196 h 5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8847" h="57281">
                      <a:moveTo>
                        <a:pt x="4452" y="57281"/>
                      </a:moveTo>
                      <a:cubicBezTo>
                        <a:pt x="2997" y="57281"/>
                        <a:pt x="1884" y="56982"/>
                        <a:pt x="1113" y="56382"/>
                      </a:cubicBezTo>
                      <a:cubicBezTo>
                        <a:pt x="385" y="55826"/>
                        <a:pt x="0" y="54970"/>
                        <a:pt x="0" y="53899"/>
                      </a:cubicBezTo>
                      <a:cubicBezTo>
                        <a:pt x="0" y="52786"/>
                        <a:pt x="385" y="51973"/>
                        <a:pt x="1113" y="51459"/>
                      </a:cubicBezTo>
                      <a:cubicBezTo>
                        <a:pt x="1884" y="50945"/>
                        <a:pt x="2997" y="50689"/>
                        <a:pt x="4538" y="50689"/>
                      </a:cubicBezTo>
                      <a:lnTo>
                        <a:pt x="24445" y="50689"/>
                      </a:lnTo>
                      <a:cubicBezTo>
                        <a:pt x="30738" y="50689"/>
                        <a:pt x="35191" y="49661"/>
                        <a:pt x="37802" y="47649"/>
                      </a:cubicBezTo>
                      <a:cubicBezTo>
                        <a:pt x="40414" y="45680"/>
                        <a:pt x="41698" y="42383"/>
                        <a:pt x="41698" y="37802"/>
                      </a:cubicBezTo>
                      <a:cubicBezTo>
                        <a:pt x="41698" y="34763"/>
                        <a:pt x="40885" y="32322"/>
                        <a:pt x="39258" y="30524"/>
                      </a:cubicBezTo>
                      <a:cubicBezTo>
                        <a:pt x="37588" y="28726"/>
                        <a:pt x="35020" y="27485"/>
                        <a:pt x="31595" y="26843"/>
                      </a:cubicBezTo>
                      <a:lnTo>
                        <a:pt x="14085" y="23332"/>
                      </a:lnTo>
                      <a:cubicBezTo>
                        <a:pt x="9119" y="22305"/>
                        <a:pt x="5737" y="21020"/>
                        <a:pt x="3939" y="19351"/>
                      </a:cubicBezTo>
                      <a:cubicBezTo>
                        <a:pt x="2183" y="17724"/>
                        <a:pt x="1284" y="15369"/>
                        <a:pt x="1284" y="12330"/>
                      </a:cubicBezTo>
                      <a:cubicBezTo>
                        <a:pt x="1284" y="8391"/>
                        <a:pt x="2911" y="5309"/>
                        <a:pt x="6122" y="3168"/>
                      </a:cubicBezTo>
                      <a:cubicBezTo>
                        <a:pt x="9376" y="1027"/>
                        <a:pt x="13956" y="0"/>
                        <a:pt x="19950" y="0"/>
                      </a:cubicBezTo>
                      <a:lnTo>
                        <a:pt x="39301" y="0"/>
                      </a:lnTo>
                      <a:cubicBezTo>
                        <a:pt x="40756" y="0"/>
                        <a:pt x="41912" y="257"/>
                        <a:pt x="42683" y="856"/>
                      </a:cubicBezTo>
                      <a:cubicBezTo>
                        <a:pt x="43453" y="1498"/>
                        <a:pt x="43839" y="2312"/>
                        <a:pt x="43839" y="3339"/>
                      </a:cubicBezTo>
                      <a:cubicBezTo>
                        <a:pt x="43839" y="4410"/>
                        <a:pt x="43453" y="5180"/>
                        <a:pt x="42640" y="5737"/>
                      </a:cubicBezTo>
                      <a:cubicBezTo>
                        <a:pt x="41869" y="6293"/>
                        <a:pt x="40713" y="6550"/>
                        <a:pt x="39172" y="6550"/>
                      </a:cubicBezTo>
                      <a:lnTo>
                        <a:pt x="17339" y="6550"/>
                      </a:lnTo>
                      <a:cubicBezTo>
                        <a:pt x="14256" y="6550"/>
                        <a:pt x="12116" y="6935"/>
                        <a:pt x="10960" y="7620"/>
                      </a:cubicBezTo>
                      <a:cubicBezTo>
                        <a:pt x="9761" y="8348"/>
                        <a:pt x="9162" y="9590"/>
                        <a:pt x="9162" y="11345"/>
                      </a:cubicBezTo>
                      <a:cubicBezTo>
                        <a:pt x="9162" y="12758"/>
                        <a:pt x="9547" y="13828"/>
                        <a:pt x="10275" y="14641"/>
                      </a:cubicBezTo>
                      <a:cubicBezTo>
                        <a:pt x="11003" y="15412"/>
                        <a:pt x="12244" y="15969"/>
                        <a:pt x="13956" y="16354"/>
                      </a:cubicBezTo>
                      <a:lnTo>
                        <a:pt x="32108" y="19950"/>
                      </a:lnTo>
                      <a:cubicBezTo>
                        <a:pt x="37759" y="21106"/>
                        <a:pt x="41955" y="23118"/>
                        <a:pt x="44695" y="26029"/>
                      </a:cubicBezTo>
                      <a:cubicBezTo>
                        <a:pt x="47478" y="28940"/>
                        <a:pt x="48848" y="32708"/>
                        <a:pt x="48848" y="37417"/>
                      </a:cubicBezTo>
                      <a:cubicBezTo>
                        <a:pt x="48848" y="44053"/>
                        <a:pt x="46664" y="49019"/>
                        <a:pt x="42340" y="52273"/>
                      </a:cubicBezTo>
                      <a:cubicBezTo>
                        <a:pt x="38016" y="55569"/>
                        <a:pt x="31423" y="57196"/>
                        <a:pt x="22519" y="57196"/>
                      </a:cubicBezTo>
                      <a:lnTo>
                        <a:pt x="4452" y="5719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5" name="任意多边形: 形状 74"/>
                <p:cNvSpPr/>
                <p:nvPr/>
              </p:nvSpPr>
              <p:spPr>
                <a:xfrm>
                  <a:off x="11499665" y="6497827"/>
                  <a:ext cx="50131" cy="58394"/>
                </a:xfrm>
                <a:custGeom>
                  <a:avLst/>
                  <a:gdLst>
                    <a:gd name="connsiteX0" fmla="*/ 23161 w 50131"/>
                    <a:gd name="connsiteY0" fmla="*/ 58395 h 58394"/>
                    <a:gd name="connsiteX1" fmla="*/ 5009 w 50131"/>
                    <a:gd name="connsiteY1" fmla="*/ 58395 h 58394"/>
                    <a:gd name="connsiteX2" fmla="*/ 1327 w 50131"/>
                    <a:gd name="connsiteY2" fmla="*/ 57367 h 58394"/>
                    <a:gd name="connsiteX3" fmla="*/ 0 w 50131"/>
                    <a:gd name="connsiteY3" fmla="*/ 54456 h 58394"/>
                    <a:gd name="connsiteX4" fmla="*/ 1327 w 50131"/>
                    <a:gd name="connsiteY4" fmla="*/ 51545 h 58394"/>
                    <a:gd name="connsiteX5" fmla="*/ 5095 w 50131"/>
                    <a:gd name="connsiteY5" fmla="*/ 50646 h 58394"/>
                    <a:gd name="connsiteX6" fmla="*/ 25002 w 50131"/>
                    <a:gd name="connsiteY6" fmla="*/ 50646 h 58394"/>
                    <a:gd name="connsiteX7" fmla="*/ 38016 w 50131"/>
                    <a:gd name="connsiteY7" fmla="*/ 47735 h 58394"/>
                    <a:gd name="connsiteX8" fmla="*/ 41698 w 50131"/>
                    <a:gd name="connsiteY8" fmla="*/ 38359 h 58394"/>
                    <a:gd name="connsiteX9" fmla="*/ 39386 w 50131"/>
                    <a:gd name="connsiteY9" fmla="*/ 31509 h 58394"/>
                    <a:gd name="connsiteX10" fmla="*/ 32066 w 50131"/>
                    <a:gd name="connsiteY10" fmla="*/ 27999 h 58394"/>
                    <a:gd name="connsiteX11" fmla="*/ 14556 w 50131"/>
                    <a:gd name="connsiteY11" fmla="*/ 24488 h 58394"/>
                    <a:gd name="connsiteX12" fmla="*/ 4153 w 50131"/>
                    <a:gd name="connsiteY12" fmla="*/ 20378 h 58394"/>
                    <a:gd name="connsiteX13" fmla="*/ 1327 w 50131"/>
                    <a:gd name="connsiteY13" fmla="*/ 12929 h 58394"/>
                    <a:gd name="connsiteX14" fmla="*/ 6422 w 50131"/>
                    <a:gd name="connsiteY14" fmla="*/ 3254 h 58394"/>
                    <a:gd name="connsiteX15" fmla="*/ 20549 w 50131"/>
                    <a:gd name="connsiteY15" fmla="*/ 0 h 58394"/>
                    <a:gd name="connsiteX16" fmla="*/ 39900 w 50131"/>
                    <a:gd name="connsiteY16" fmla="*/ 0 h 58394"/>
                    <a:gd name="connsiteX17" fmla="*/ 43667 w 50131"/>
                    <a:gd name="connsiteY17" fmla="*/ 985 h 58394"/>
                    <a:gd name="connsiteX18" fmla="*/ 45080 w 50131"/>
                    <a:gd name="connsiteY18" fmla="*/ 3939 h 58394"/>
                    <a:gd name="connsiteX19" fmla="*/ 43625 w 50131"/>
                    <a:gd name="connsiteY19" fmla="*/ 6807 h 58394"/>
                    <a:gd name="connsiteX20" fmla="*/ 39814 w 50131"/>
                    <a:gd name="connsiteY20" fmla="*/ 7749 h 58394"/>
                    <a:gd name="connsiteX21" fmla="*/ 17981 w 50131"/>
                    <a:gd name="connsiteY21" fmla="*/ 7749 h 58394"/>
                    <a:gd name="connsiteX22" fmla="*/ 11902 w 50131"/>
                    <a:gd name="connsiteY22" fmla="*/ 8733 h 58394"/>
                    <a:gd name="connsiteX23" fmla="*/ 10403 w 50131"/>
                    <a:gd name="connsiteY23" fmla="*/ 11944 h 58394"/>
                    <a:gd name="connsiteX24" fmla="*/ 11388 w 50131"/>
                    <a:gd name="connsiteY24" fmla="*/ 14855 h 58394"/>
                    <a:gd name="connsiteX25" fmla="*/ 14770 w 50131"/>
                    <a:gd name="connsiteY25" fmla="*/ 16397 h 58394"/>
                    <a:gd name="connsiteX26" fmla="*/ 32922 w 50131"/>
                    <a:gd name="connsiteY26" fmla="*/ 19993 h 58394"/>
                    <a:gd name="connsiteX27" fmla="*/ 45808 w 50131"/>
                    <a:gd name="connsiteY27" fmla="*/ 26243 h 58394"/>
                    <a:gd name="connsiteX28" fmla="*/ 50132 w 50131"/>
                    <a:gd name="connsiteY28" fmla="*/ 38016 h 58394"/>
                    <a:gd name="connsiteX29" fmla="*/ 43368 w 50131"/>
                    <a:gd name="connsiteY29" fmla="*/ 53343 h 58394"/>
                    <a:gd name="connsiteX30" fmla="*/ 23161 w 50131"/>
                    <a:gd name="connsiteY30" fmla="*/ 58395 h 58394"/>
                    <a:gd name="connsiteX31" fmla="*/ 5137 w 50131"/>
                    <a:gd name="connsiteY31" fmla="*/ 51802 h 58394"/>
                    <a:gd name="connsiteX32" fmla="*/ 2012 w 50131"/>
                    <a:gd name="connsiteY32" fmla="*/ 52487 h 58394"/>
                    <a:gd name="connsiteX33" fmla="*/ 1156 w 50131"/>
                    <a:gd name="connsiteY33" fmla="*/ 54456 h 58394"/>
                    <a:gd name="connsiteX34" fmla="*/ 2055 w 50131"/>
                    <a:gd name="connsiteY34" fmla="*/ 56468 h 58394"/>
                    <a:gd name="connsiteX35" fmla="*/ 5052 w 50131"/>
                    <a:gd name="connsiteY35" fmla="*/ 57239 h 58394"/>
                    <a:gd name="connsiteX36" fmla="*/ 23204 w 50131"/>
                    <a:gd name="connsiteY36" fmla="*/ 57239 h 58394"/>
                    <a:gd name="connsiteX37" fmla="*/ 42683 w 50131"/>
                    <a:gd name="connsiteY37" fmla="*/ 52444 h 58394"/>
                    <a:gd name="connsiteX38" fmla="*/ 48976 w 50131"/>
                    <a:gd name="connsiteY38" fmla="*/ 38016 h 58394"/>
                    <a:gd name="connsiteX39" fmla="*/ 44952 w 50131"/>
                    <a:gd name="connsiteY39" fmla="*/ 27014 h 58394"/>
                    <a:gd name="connsiteX40" fmla="*/ 32665 w 50131"/>
                    <a:gd name="connsiteY40" fmla="*/ 21106 h 58394"/>
                    <a:gd name="connsiteX41" fmla="*/ 14513 w 50131"/>
                    <a:gd name="connsiteY41" fmla="*/ 17510 h 58394"/>
                    <a:gd name="connsiteX42" fmla="*/ 10532 w 50131"/>
                    <a:gd name="connsiteY42" fmla="*/ 15626 h 58394"/>
                    <a:gd name="connsiteX43" fmla="*/ 9247 w 50131"/>
                    <a:gd name="connsiteY43" fmla="*/ 11944 h 58394"/>
                    <a:gd name="connsiteX44" fmla="*/ 11302 w 50131"/>
                    <a:gd name="connsiteY44" fmla="*/ 7749 h 58394"/>
                    <a:gd name="connsiteX45" fmla="*/ 17981 w 50131"/>
                    <a:gd name="connsiteY45" fmla="*/ 6593 h 58394"/>
                    <a:gd name="connsiteX46" fmla="*/ 39814 w 50131"/>
                    <a:gd name="connsiteY46" fmla="*/ 6593 h 58394"/>
                    <a:gd name="connsiteX47" fmla="*/ 42940 w 50131"/>
                    <a:gd name="connsiteY47" fmla="*/ 5865 h 58394"/>
                    <a:gd name="connsiteX48" fmla="*/ 43924 w 50131"/>
                    <a:gd name="connsiteY48" fmla="*/ 3939 h 58394"/>
                    <a:gd name="connsiteX49" fmla="*/ 42940 w 50131"/>
                    <a:gd name="connsiteY49" fmla="*/ 1884 h 58394"/>
                    <a:gd name="connsiteX50" fmla="*/ 39900 w 50131"/>
                    <a:gd name="connsiteY50" fmla="*/ 1156 h 58394"/>
                    <a:gd name="connsiteX51" fmla="*/ 20549 w 50131"/>
                    <a:gd name="connsiteY51" fmla="*/ 1156 h 58394"/>
                    <a:gd name="connsiteX52" fmla="*/ 7064 w 50131"/>
                    <a:gd name="connsiteY52" fmla="*/ 4238 h 58394"/>
                    <a:gd name="connsiteX53" fmla="*/ 2483 w 50131"/>
                    <a:gd name="connsiteY53" fmla="*/ 12929 h 58394"/>
                    <a:gd name="connsiteX54" fmla="*/ 4966 w 50131"/>
                    <a:gd name="connsiteY54" fmla="*/ 19522 h 58394"/>
                    <a:gd name="connsiteX55" fmla="*/ 14813 w 50131"/>
                    <a:gd name="connsiteY55" fmla="*/ 23375 h 58394"/>
                    <a:gd name="connsiteX56" fmla="*/ 32323 w 50131"/>
                    <a:gd name="connsiteY56" fmla="*/ 26885 h 58394"/>
                    <a:gd name="connsiteX57" fmla="*/ 40285 w 50131"/>
                    <a:gd name="connsiteY57" fmla="*/ 30738 h 58394"/>
                    <a:gd name="connsiteX58" fmla="*/ 42897 w 50131"/>
                    <a:gd name="connsiteY58" fmla="*/ 38402 h 58394"/>
                    <a:gd name="connsiteX59" fmla="*/ 38744 w 50131"/>
                    <a:gd name="connsiteY59" fmla="*/ 48676 h 58394"/>
                    <a:gd name="connsiteX60" fmla="*/ 25002 w 50131"/>
                    <a:gd name="connsiteY60" fmla="*/ 51802 h 58394"/>
                    <a:gd name="connsiteX61" fmla="*/ 5137 w 50131"/>
                    <a:gd name="connsiteY61" fmla="*/ 51802 h 5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0131" h="58394">
                      <a:moveTo>
                        <a:pt x="23161" y="58395"/>
                      </a:moveTo>
                      <a:lnTo>
                        <a:pt x="5009" y="58395"/>
                      </a:lnTo>
                      <a:cubicBezTo>
                        <a:pt x="3425" y="58395"/>
                        <a:pt x="2226" y="58052"/>
                        <a:pt x="1327" y="57367"/>
                      </a:cubicBezTo>
                      <a:cubicBezTo>
                        <a:pt x="471" y="56682"/>
                        <a:pt x="0" y="55655"/>
                        <a:pt x="0" y="54456"/>
                      </a:cubicBezTo>
                      <a:cubicBezTo>
                        <a:pt x="0" y="53214"/>
                        <a:pt x="471" y="52187"/>
                        <a:pt x="1327" y="51545"/>
                      </a:cubicBezTo>
                      <a:cubicBezTo>
                        <a:pt x="2226" y="50945"/>
                        <a:pt x="3468" y="50646"/>
                        <a:pt x="5095" y="50646"/>
                      </a:cubicBezTo>
                      <a:lnTo>
                        <a:pt x="25002" y="50646"/>
                      </a:lnTo>
                      <a:cubicBezTo>
                        <a:pt x="31124" y="50646"/>
                        <a:pt x="35490" y="49661"/>
                        <a:pt x="38016" y="47735"/>
                      </a:cubicBezTo>
                      <a:cubicBezTo>
                        <a:pt x="40457" y="45894"/>
                        <a:pt x="41698" y="42726"/>
                        <a:pt x="41698" y="38359"/>
                      </a:cubicBezTo>
                      <a:cubicBezTo>
                        <a:pt x="41698" y="35448"/>
                        <a:pt x="40927" y="33136"/>
                        <a:pt x="39386" y="31509"/>
                      </a:cubicBezTo>
                      <a:cubicBezTo>
                        <a:pt x="37802" y="29797"/>
                        <a:pt x="35362" y="28641"/>
                        <a:pt x="32066" y="27999"/>
                      </a:cubicBezTo>
                      <a:lnTo>
                        <a:pt x="14556" y="24488"/>
                      </a:lnTo>
                      <a:cubicBezTo>
                        <a:pt x="9461" y="23461"/>
                        <a:pt x="6036" y="22091"/>
                        <a:pt x="4153" y="20378"/>
                      </a:cubicBezTo>
                      <a:cubicBezTo>
                        <a:pt x="2269" y="18623"/>
                        <a:pt x="1327" y="16140"/>
                        <a:pt x="1327" y="12929"/>
                      </a:cubicBezTo>
                      <a:cubicBezTo>
                        <a:pt x="1327" y="8776"/>
                        <a:pt x="3040" y="5523"/>
                        <a:pt x="6422" y="3254"/>
                      </a:cubicBezTo>
                      <a:cubicBezTo>
                        <a:pt x="9761" y="1070"/>
                        <a:pt x="14427" y="0"/>
                        <a:pt x="20549" y="0"/>
                      </a:cubicBezTo>
                      <a:lnTo>
                        <a:pt x="39900" y="0"/>
                      </a:lnTo>
                      <a:cubicBezTo>
                        <a:pt x="41570" y="0"/>
                        <a:pt x="42768" y="342"/>
                        <a:pt x="43667" y="985"/>
                      </a:cubicBezTo>
                      <a:cubicBezTo>
                        <a:pt x="44609" y="1755"/>
                        <a:pt x="45080" y="2740"/>
                        <a:pt x="45080" y="3939"/>
                      </a:cubicBezTo>
                      <a:cubicBezTo>
                        <a:pt x="45080" y="5180"/>
                        <a:pt x="44566" y="6165"/>
                        <a:pt x="43625" y="6807"/>
                      </a:cubicBezTo>
                      <a:cubicBezTo>
                        <a:pt x="42768" y="7406"/>
                        <a:pt x="41484" y="7749"/>
                        <a:pt x="39814" y="7749"/>
                      </a:cubicBezTo>
                      <a:lnTo>
                        <a:pt x="17981" y="7749"/>
                      </a:lnTo>
                      <a:cubicBezTo>
                        <a:pt x="14342" y="7749"/>
                        <a:pt x="12672" y="8305"/>
                        <a:pt x="11902" y="8733"/>
                      </a:cubicBezTo>
                      <a:cubicBezTo>
                        <a:pt x="10874" y="9376"/>
                        <a:pt x="10403" y="10403"/>
                        <a:pt x="10403" y="11944"/>
                      </a:cubicBezTo>
                      <a:cubicBezTo>
                        <a:pt x="10403" y="13186"/>
                        <a:pt x="10703" y="14128"/>
                        <a:pt x="11388" y="14855"/>
                      </a:cubicBezTo>
                      <a:cubicBezTo>
                        <a:pt x="12030" y="15540"/>
                        <a:pt x="13186" y="16054"/>
                        <a:pt x="14770" y="16397"/>
                      </a:cubicBezTo>
                      <a:lnTo>
                        <a:pt x="32922" y="19993"/>
                      </a:lnTo>
                      <a:cubicBezTo>
                        <a:pt x="38658" y="21149"/>
                        <a:pt x="42982" y="23246"/>
                        <a:pt x="45808" y="26243"/>
                      </a:cubicBezTo>
                      <a:cubicBezTo>
                        <a:pt x="48676" y="29240"/>
                        <a:pt x="50132" y="33179"/>
                        <a:pt x="50132" y="38016"/>
                      </a:cubicBezTo>
                      <a:cubicBezTo>
                        <a:pt x="50132" y="44823"/>
                        <a:pt x="47863" y="49961"/>
                        <a:pt x="43368" y="53343"/>
                      </a:cubicBezTo>
                      <a:cubicBezTo>
                        <a:pt x="38873" y="56725"/>
                        <a:pt x="32280" y="58395"/>
                        <a:pt x="23161" y="58395"/>
                      </a:cubicBezTo>
                      <a:close/>
                      <a:moveTo>
                        <a:pt x="5137" y="51802"/>
                      </a:moveTo>
                      <a:cubicBezTo>
                        <a:pt x="3725" y="51802"/>
                        <a:pt x="2697" y="52016"/>
                        <a:pt x="2012" y="52487"/>
                      </a:cubicBezTo>
                      <a:cubicBezTo>
                        <a:pt x="1456" y="52915"/>
                        <a:pt x="1156" y="53557"/>
                        <a:pt x="1156" y="54456"/>
                      </a:cubicBezTo>
                      <a:cubicBezTo>
                        <a:pt x="1156" y="55312"/>
                        <a:pt x="1456" y="55997"/>
                        <a:pt x="2055" y="56468"/>
                      </a:cubicBezTo>
                      <a:cubicBezTo>
                        <a:pt x="2740" y="56982"/>
                        <a:pt x="3682" y="57239"/>
                        <a:pt x="5052" y="57239"/>
                      </a:cubicBezTo>
                      <a:lnTo>
                        <a:pt x="23204" y="57239"/>
                      </a:lnTo>
                      <a:cubicBezTo>
                        <a:pt x="31894" y="57239"/>
                        <a:pt x="38444" y="55612"/>
                        <a:pt x="42683" y="52444"/>
                      </a:cubicBezTo>
                      <a:cubicBezTo>
                        <a:pt x="46835" y="49276"/>
                        <a:pt x="48976" y="44438"/>
                        <a:pt x="48976" y="38016"/>
                      </a:cubicBezTo>
                      <a:cubicBezTo>
                        <a:pt x="48976" y="33478"/>
                        <a:pt x="47606" y="29797"/>
                        <a:pt x="44952" y="27014"/>
                      </a:cubicBezTo>
                      <a:cubicBezTo>
                        <a:pt x="42297" y="24188"/>
                        <a:pt x="38188" y="22219"/>
                        <a:pt x="32665" y="21106"/>
                      </a:cubicBezTo>
                      <a:lnTo>
                        <a:pt x="14513" y="17510"/>
                      </a:lnTo>
                      <a:cubicBezTo>
                        <a:pt x="12715" y="17124"/>
                        <a:pt x="11345" y="16482"/>
                        <a:pt x="10532" y="15626"/>
                      </a:cubicBezTo>
                      <a:cubicBezTo>
                        <a:pt x="9675" y="14641"/>
                        <a:pt x="9247" y="13443"/>
                        <a:pt x="9247" y="11944"/>
                      </a:cubicBezTo>
                      <a:cubicBezTo>
                        <a:pt x="9247" y="10018"/>
                        <a:pt x="9932" y="8605"/>
                        <a:pt x="11302" y="7749"/>
                      </a:cubicBezTo>
                      <a:cubicBezTo>
                        <a:pt x="12586" y="6978"/>
                        <a:pt x="14855" y="6593"/>
                        <a:pt x="17981" y="6593"/>
                      </a:cubicBezTo>
                      <a:lnTo>
                        <a:pt x="39814" y="6593"/>
                      </a:lnTo>
                      <a:cubicBezTo>
                        <a:pt x="41184" y="6593"/>
                        <a:pt x="42297" y="6336"/>
                        <a:pt x="42940" y="5865"/>
                      </a:cubicBezTo>
                      <a:cubicBezTo>
                        <a:pt x="43582" y="5394"/>
                        <a:pt x="43924" y="4795"/>
                        <a:pt x="43924" y="3939"/>
                      </a:cubicBezTo>
                      <a:cubicBezTo>
                        <a:pt x="43924" y="3082"/>
                        <a:pt x="43625" y="2440"/>
                        <a:pt x="42940" y="1884"/>
                      </a:cubicBezTo>
                      <a:cubicBezTo>
                        <a:pt x="42297" y="1370"/>
                        <a:pt x="41313" y="1156"/>
                        <a:pt x="39900" y="1156"/>
                      </a:cubicBezTo>
                      <a:lnTo>
                        <a:pt x="20549" y="1156"/>
                      </a:lnTo>
                      <a:cubicBezTo>
                        <a:pt x="14684" y="1156"/>
                        <a:pt x="10146" y="2183"/>
                        <a:pt x="7064" y="4238"/>
                      </a:cubicBezTo>
                      <a:cubicBezTo>
                        <a:pt x="4024" y="6250"/>
                        <a:pt x="2483" y="9204"/>
                        <a:pt x="2483" y="12929"/>
                      </a:cubicBezTo>
                      <a:cubicBezTo>
                        <a:pt x="2483" y="15797"/>
                        <a:pt x="3297" y="17981"/>
                        <a:pt x="4966" y="19522"/>
                      </a:cubicBezTo>
                      <a:cubicBezTo>
                        <a:pt x="6679" y="21106"/>
                        <a:pt x="9975" y="22390"/>
                        <a:pt x="14813" y="23375"/>
                      </a:cubicBezTo>
                      <a:lnTo>
                        <a:pt x="32323" y="26885"/>
                      </a:lnTo>
                      <a:cubicBezTo>
                        <a:pt x="35833" y="27570"/>
                        <a:pt x="38530" y="28855"/>
                        <a:pt x="40285" y="30738"/>
                      </a:cubicBezTo>
                      <a:cubicBezTo>
                        <a:pt x="42041" y="32622"/>
                        <a:pt x="42897" y="35191"/>
                        <a:pt x="42897" y="38402"/>
                      </a:cubicBezTo>
                      <a:cubicBezTo>
                        <a:pt x="42897" y="43154"/>
                        <a:pt x="41484" y="46621"/>
                        <a:pt x="38744" y="48676"/>
                      </a:cubicBezTo>
                      <a:cubicBezTo>
                        <a:pt x="36004" y="50774"/>
                        <a:pt x="31381" y="51802"/>
                        <a:pt x="25002" y="51802"/>
                      </a:cubicBezTo>
                      <a:lnTo>
                        <a:pt x="5137" y="5180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1" name="图形 4"/>
              <p:cNvGrpSpPr/>
              <p:nvPr/>
            </p:nvGrpSpPr>
            <p:grpSpPr>
              <a:xfrm>
                <a:off x="11587941" y="6496671"/>
                <a:ext cx="53428" cy="59550"/>
                <a:chOff x="11587941" y="6496671"/>
                <a:chExt cx="53428" cy="59550"/>
              </a:xfrm>
              <a:solidFill>
                <a:srgbClr val="A5A7AA"/>
              </a:solidFill>
            </p:grpSpPr>
            <p:sp>
              <p:nvSpPr>
                <p:cNvPr id="72" name="任意多边形: 形状 71"/>
                <p:cNvSpPr/>
                <p:nvPr/>
              </p:nvSpPr>
              <p:spPr>
                <a:xfrm>
                  <a:off x="11588455" y="6497270"/>
                  <a:ext cx="52272" cy="58351"/>
                </a:xfrm>
                <a:custGeom>
                  <a:avLst/>
                  <a:gdLst>
                    <a:gd name="connsiteX0" fmla="*/ 46536 w 52272"/>
                    <a:gd name="connsiteY0" fmla="*/ 51844 h 58351"/>
                    <a:gd name="connsiteX1" fmla="*/ 49918 w 52272"/>
                    <a:gd name="connsiteY1" fmla="*/ 52658 h 58351"/>
                    <a:gd name="connsiteX2" fmla="*/ 51074 w 52272"/>
                    <a:gd name="connsiteY2" fmla="*/ 55055 h 58351"/>
                    <a:gd name="connsiteX3" fmla="*/ 49961 w 52272"/>
                    <a:gd name="connsiteY3" fmla="*/ 57538 h 58351"/>
                    <a:gd name="connsiteX4" fmla="*/ 46536 w 52272"/>
                    <a:gd name="connsiteY4" fmla="*/ 58352 h 58351"/>
                    <a:gd name="connsiteX5" fmla="*/ 35191 w 52272"/>
                    <a:gd name="connsiteY5" fmla="*/ 58352 h 58351"/>
                    <a:gd name="connsiteX6" fmla="*/ 21149 w 52272"/>
                    <a:gd name="connsiteY6" fmla="*/ 57196 h 58351"/>
                    <a:gd name="connsiteX7" fmla="*/ 11730 w 52272"/>
                    <a:gd name="connsiteY7" fmla="*/ 53343 h 58351"/>
                    <a:gd name="connsiteX8" fmla="*/ 3125 w 52272"/>
                    <a:gd name="connsiteY8" fmla="*/ 43325 h 58351"/>
                    <a:gd name="connsiteX9" fmla="*/ 0 w 52272"/>
                    <a:gd name="connsiteY9" fmla="*/ 29069 h 58351"/>
                    <a:gd name="connsiteX10" fmla="*/ 7663 w 52272"/>
                    <a:gd name="connsiteY10" fmla="*/ 8263 h 58351"/>
                    <a:gd name="connsiteX11" fmla="*/ 27099 w 52272"/>
                    <a:gd name="connsiteY11" fmla="*/ 0 h 58351"/>
                    <a:gd name="connsiteX12" fmla="*/ 44994 w 52272"/>
                    <a:gd name="connsiteY12" fmla="*/ 6935 h 58351"/>
                    <a:gd name="connsiteX13" fmla="*/ 52272 w 52272"/>
                    <a:gd name="connsiteY13" fmla="*/ 23589 h 58351"/>
                    <a:gd name="connsiteX14" fmla="*/ 52272 w 52272"/>
                    <a:gd name="connsiteY14" fmla="*/ 25772 h 58351"/>
                    <a:gd name="connsiteX15" fmla="*/ 51373 w 52272"/>
                    <a:gd name="connsiteY15" fmla="*/ 27999 h 58351"/>
                    <a:gd name="connsiteX16" fmla="*/ 48805 w 52272"/>
                    <a:gd name="connsiteY16" fmla="*/ 28769 h 58351"/>
                    <a:gd name="connsiteX17" fmla="*/ 7834 w 52272"/>
                    <a:gd name="connsiteY17" fmla="*/ 28769 h 58351"/>
                    <a:gd name="connsiteX18" fmla="*/ 7834 w 52272"/>
                    <a:gd name="connsiteY18" fmla="*/ 29069 h 58351"/>
                    <a:gd name="connsiteX19" fmla="*/ 13914 w 52272"/>
                    <a:gd name="connsiteY19" fmla="*/ 46621 h 58351"/>
                    <a:gd name="connsiteX20" fmla="*/ 34549 w 52272"/>
                    <a:gd name="connsiteY20" fmla="*/ 51844 h 58351"/>
                    <a:gd name="connsiteX21" fmla="*/ 46536 w 52272"/>
                    <a:gd name="connsiteY21" fmla="*/ 51844 h 58351"/>
                    <a:gd name="connsiteX22" fmla="*/ 8519 w 52272"/>
                    <a:gd name="connsiteY22" fmla="*/ 22647 h 58351"/>
                    <a:gd name="connsiteX23" fmla="*/ 44780 w 52272"/>
                    <a:gd name="connsiteY23" fmla="*/ 22647 h 58351"/>
                    <a:gd name="connsiteX24" fmla="*/ 39557 w 52272"/>
                    <a:gd name="connsiteY24" fmla="*/ 10532 h 58351"/>
                    <a:gd name="connsiteX25" fmla="*/ 26629 w 52272"/>
                    <a:gd name="connsiteY25" fmla="*/ 5994 h 58351"/>
                    <a:gd name="connsiteX26" fmla="*/ 13871 w 52272"/>
                    <a:gd name="connsiteY26" fmla="*/ 10532 h 58351"/>
                    <a:gd name="connsiteX27" fmla="*/ 8519 w 52272"/>
                    <a:gd name="connsiteY27" fmla="*/ 22647 h 5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2272" h="58351">
                      <a:moveTo>
                        <a:pt x="46536" y="51844"/>
                      </a:moveTo>
                      <a:cubicBezTo>
                        <a:pt x="48034" y="51844"/>
                        <a:pt x="49147" y="52144"/>
                        <a:pt x="49918" y="52658"/>
                      </a:cubicBezTo>
                      <a:cubicBezTo>
                        <a:pt x="50688" y="53214"/>
                        <a:pt x="51074" y="54028"/>
                        <a:pt x="51074" y="55055"/>
                      </a:cubicBezTo>
                      <a:cubicBezTo>
                        <a:pt x="51074" y="56126"/>
                        <a:pt x="50688" y="56939"/>
                        <a:pt x="49961" y="57538"/>
                      </a:cubicBezTo>
                      <a:cubicBezTo>
                        <a:pt x="49190" y="58138"/>
                        <a:pt x="48034" y="58352"/>
                        <a:pt x="46536" y="58352"/>
                      </a:cubicBezTo>
                      <a:lnTo>
                        <a:pt x="35191" y="58352"/>
                      </a:lnTo>
                      <a:cubicBezTo>
                        <a:pt x="29411" y="58352"/>
                        <a:pt x="24702" y="57966"/>
                        <a:pt x="21149" y="57196"/>
                      </a:cubicBezTo>
                      <a:cubicBezTo>
                        <a:pt x="17595" y="56425"/>
                        <a:pt x="14470" y="55141"/>
                        <a:pt x="11730" y="53343"/>
                      </a:cubicBezTo>
                      <a:cubicBezTo>
                        <a:pt x="8134" y="50988"/>
                        <a:pt x="5266" y="47606"/>
                        <a:pt x="3125" y="43325"/>
                      </a:cubicBezTo>
                      <a:cubicBezTo>
                        <a:pt x="1027" y="38958"/>
                        <a:pt x="0" y="34249"/>
                        <a:pt x="0" y="29069"/>
                      </a:cubicBezTo>
                      <a:cubicBezTo>
                        <a:pt x="0" y="20678"/>
                        <a:pt x="2569" y="13742"/>
                        <a:pt x="7663" y="8263"/>
                      </a:cubicBezTo>
                      <a:cubicBezTo>
                        <a:pt x="12758" y="2783"/>
                        <a:pt x="19265" y="0"/>
                        <a:pt x="27099" y="0"/>
                      </a:cubicBezTo>
                      <a:cubicBezTo>
                        <a:pt x="34121" y="0"/>
                        <a:pt x="40071" y="2312"/>
                        <a:pt x="44994" y="6935"/>
                      </a:cubicBezTo>
                      <a:cubicBezTo>
                        <a:pt x="49875" y="11559"/>
                        <a:pt x="52272" y="17124"/>
                        <a:pt x="52272" y="23589"/>
                      </a:cubicBezTo>
                      <a:lnTo>
                        <a:pt x="52272" y="25772"/>
                      </a:lnTo>
                      <a:cubicBezTo>
                        <a:pt x="52272" y="26757"/>
                        <a:pt x="51973" y="27485"/>
                        <a:pt x="51373" y="27999"/>
                      </a:cubicBezTo>
                      <a:cubicBezTo>
                        <a:pt x="50817" y="28512"/>
                        <a:pt x="49918" y="28769"/>
                        <a:pt x="48805" y="28769"/>
                      </a:cubicBezTo>
                      <a:lnTo>
                        <a:pt x="7834" y="28769"/>
                      </a:lnTo>
                      <a:lnTo>
                        <a:pt x="7834" y="29069"/>
                      </a:lnTo>
                      <a:cubicBezTo>
                        <a:pt x="7834" y="37246"/>
                        <a:pt x="9847" y="43111"/>
                        <a:pt x="13914" y="46621"/>
                      </a:cubicBezTo>
                      <a:cubicBezTo>
                        <a:pt x="17938" y="50132"/>
                        <a:pt x="24830" y="51844"/>
                        <a:pt x="34549" y="51844"/>
                      </a:cubicBezTo>
                      <a:lnTo>
                        <a:pt x="46536" y="51844"/>
                      </a:lnTo>
                      <a:close/>
                      <a:moveTo>
                        <a:pt x="8519" y="22647"/>
                      </a:moveTo>
                      <a:lnTo>
                        <a:pt x="44780" y="22647"/>
                      </a:lnTo>
                      <a:cubicBezTo>
                        <a:pt x="44566" y="17553"/>
                        <a:pt x="42811" y="13486"/>
                        <a:pt x="39557" y="10532"/>
                      </a:cubicBezTo>
                      <a:cubicBezTo>
                        <a:pt x="36304" y="7535"/>
                        <a:pt x="31980" y="5994"/>
                        <a:pt x="26629" y="5994"/>
                      </a:cubicBezTo>
                      <a:cubicBezTo>
                        <a:pt x="21406" y="5994"/>
                        <a:pt x="17167" y="7535"/>
                        <a:pt x="13871" y="10532"/>
                      </a:cubicBezTo>
                      <a:cubicBezTo>
                        <a:pt x="10617" y="13443"/>
                        <a:pt x="8819" y="17553"/>
                        <a:pt x="8519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11587941" y="6496671"/>
                  <a:ext cx="53428" cy="59550"/>
                </a:xfrm>
                <a:custGeom>
                  <a:avLst/>
                  <a:gdLst>
                    <a:gd name="connsiteX0" fmla="*/ 47050 w 53428"/>
                    <a:gd name="connsiteY0" fmla="*/ 59550 h 59550"/>
                    <a:gd name="connsiteX1" fmla="*/ 35705 w 53428"/>
                    <a:gd name="connsiteY1" fmla="*/ 59550 h 59550"/>
                    <a:gd name="connsiteX2" fmla="*/ 21534 w 53428"/>
                    <a:gd name="connsiteY2" fmla="*/ 58352 h 59550"/>
                    <a:gd name="connsiteX3" fmla="*/ 11944 w 53428"/>
                    <a:gd name="connsiteY3" fmla="*/ 54413 h 59550"/>
                    <a:gd name="connsiteX4" fmla="*/ 3168 w 53428"/>
                    <a:gd name="connsiteY4" fmla="*/ 44181 h 59550"/>
                    <a:gd name="connsiteX5" fmla="*/ 0 w 53428"/>
                    <a:gd name="connsiteY5" fmla="*/ 29668 h 59550"/>
                    <a:gd name="connsiteX6" fmla="*/ 7792 w 53428"/>
                    <a:gd name="connsiteY6" fmla="*/ 8434 h 59550"/>
                    <a:gd name="connsiteX7" fmla="*/ 27656 w 53428"/>
                    <a:gd name="connsiteY7" fmla="*/ 0 h 59550"/>
                    <a:gd name="connsiteX8" fmla="*/ 45936 w 53428"/>
                    <a:gd name="connsiteY8" fmla="*/ 7064 h 59550"/>
                    <a:gd name="connsiteX9" fmla="*/ 53428 w 53428"/>
                    <a:gd name="connsiteY9" fmla="*/ 24146 h 59550"/>
                    <a:gd name="connsiteX10" fmla="*/ 53428 w 53428"/>
                    <a:gd name="connsiteY10" fmla="*/ 26329 h 59550"/>
                    <a:gd name="connsiteX11" fmla="*/ 52358 w 53428"/>
                    <a:gd name="connsiteY11" fmla="*/ 28983 h 59550"/>
                    <a:gd name="connsiteX12" fmla="*/ 49404 w 53428"/>
                    <a:gd name="connsiteY12" fmla="*/ 29925 h 59550"/>
                    <a:gd name="connsiteX13" fmla="*/ 9033 w 53428"/>
                    <a:gd name="connsiteY13" fmla="*/ 29925 h 59550"/>
                    <a:gd name="connsiteX14" fmla="*/ 14941 w 53428"/>
                    <a:gd name="connsiteY14" fmla="*/ 46750 h 59550"/>
                    <a:gd name="connsiteX15" fmla="*/ 35191 w 53428"/>
                    <a:gd name="connsiteY15" fmla="*/ 51844 h 59550"/>
                    <a:gd name="connsiteX16" fmla="*/ 47135 w 53428"/>
                    <a:gd name="connsiteY16" fmla="*/ 51844 h 59550"/>
                    <a:gd name="connsiteX17" fmla="*/ 50860 w 53428"/>
                    <a:gd name="connsiteY17" fmla="*/ 52786 h 59550"/>
                    <a:gd name="connsiteX18" fmla="*/ 52273 w 53428"/>
                    <a:gd name="connsiteY18" fmla="*/ 55655 h 59550"/>
                    <a:gd name="connsiteX19" fmla="*/ 50945 w 53428"/>
                    <a:gd name="connsiteY19" fmla="*/ 58566 h 59550"/>
                    <a:gd name="connsiteX20" fmla="*/ 47050 w 53428"/>
                    <a:gd name="connsiteY20" fmla="*/ 59550 h 59550"/>
                    <a:gd name="connsiteX21" fmla="*/ 27613 w 53428"/>
                    <a:gd name="connsiteY21" fmla="*/ 1199 h 59550"/>
                    <a:gd name="connsiteX22" fmla="*/ 8605 w 53428"/>
                    <a:gd name="connsiteY22" fmla="*/ 9247 h 59550"/>
                    <a:gd name="connsiteX23" fmla="*/ 1113 w 53428"/>
                    <a:gd name="connsiteY23" fmla="*/ 29668 h 59550"/>
                    <a:gd name="connsiteX24" fmla="*/ 4196 w 53428"/>
                    <a:gd name="connsiteY24" fmla="*/ 43667 h 59550"/>
                    <a:gd name="connsiteX25" fmla="*/ 12586 w 53428"/>
                    <a:gd name="connsiteY25" fmla="*/ 53428 h 59550"/>
                    <a:gd name="connsiteX26" fmla="*/ 21791 w 53428"/>
                    <a:gd name="connsiteY26" fmla="*/ 57196 h 59550"/>
                    <a:gd name="connsiteX27" fmla="*/ 35705 w 53428"/>
                    <a:gd name="connsiteY27" fmla="*/ 58352 h 59550"/>
                    <a:gd name="connsiteX28" fmla="*/ 47050 w 53428"/>
                    <a:gd name="connsiteY28" fmla="*/ 58352 h 59550"/>
                    <a:gd name="connsiteX29" fmla="*/ 50132 w 53428"/>
                    <a:gd name="connsiteY29" fmla="*/ 57624 h 59550"/>
                    <a:gd name="connsiteX30" fmla="*/ 51031 w 53428"/>
                    <a:gd name="connsiteY30" fmla="*/ 55612 h 59550"/>
                    <a:gd name="connsiteX31" fmla="*/ 50089 w 53428"/>
                    <a:gd name="connsiteY31" fmla="*/ 53685 h 59550"/>
                    <a:gd name="connsiteX32" fmla="*/ 47007 w 53428"/>
                    <a:gd name="connsiteY32" fmla="*/ 52957 h 59550"/>
                    <a:gd name="connsiteX33" fmla="*/ 35062 w 53428"/>
                    <a:gd name="connsiteY33" fmla="*/ 52957 h 59550"/>
                    <a:gd name="connsiteX34" fmla="*/ 14042 w 53428"/>
                    <a:gd name="connsiteY34" fmla="*/ 47563 h 59550"/>
                    <a:gd name="connsiteX35" fmla="*/ 7749 w 53428"/>
                    <a:gd name="connsiteY35" fmla="*/ 29583 h 59550"/>
                    <a:gd name="connsiteX36" fmla="*/ 7749 w 53428"/>
                    <a:gd name="connsiteY36" fmla="*/ 28684 h 59550"/>
                    <a:gd name="connsiteX37" fmla="*/ 49276 w 53428"/>
                    <a:gd name="connsiteY37" fmla="*/ 28684 h 59550"/>
                    <a:gd name="connsiteX38" fmla="*/ 51459 w 53428"/>
                    <a:gd name="connsiteY38" fmla="*/ 28041 h 59550"/>
                    <a:gd name="connsiteX39" fmla="*/ 52144 w 53428"/>
                    <a:gd name="connsiteY39" fmla="*/ 26243 h 59550"/>
                    <a:gd name="connsiteX40" fmla="*/ 52144 w 53428"/>
                    <a:gd name="connsiteY40" fmla="*/ 24060 h 59550"/>
                    <a:gd name="connsiteX41" fmla="*/ 45037 w 53428"/>
                    <a:gd name="connsiteY41" fmla="*/ 7834 h 59550"/>
                    <a:gd name="connsiteX42" fmla="*/ 27613 w 53428"/>
                    <a:gd name="connsiteY42" fmla="*/ 1199 h 59550"/>
                    <a:gd name="connsiteX43" fmla="*/ 45894 w 53428"/>
                    <a:gd name="connsiteY43" fmla="*/ 23803 h 59550"/>
                    <a:gd name="connsiteX44" fmla="*/ 8434 w 53428"/>
                    <a:gd name="connsiteY44" fmla="*/ 23803 h 59550"/>
                    <a:gd name="connsiteX45" fmla="*/ 8477 w 53428"/>
                    <a:gd name="connsiteY45" fmla="*/ 23204 h 59550"/>
                    <a:gd name="connsiteX46" fmla="*/ 14042 w 53428"/>
                    <a:gd name="connsiteY46" fmla="*/ 10703 h 59550"/>
                    <a:gd name="connsiteX47" fmla="*/ 27185 w 53428"/>
                    <a:gd name="connsiteY47" fmla="*/ 6036 h 59550"/>
                    <a:gd name="connsiteX48" fmla="*/ 40499 w 53428"/>
                    <a:gd name="connsiteY48" fmla="*/ 10703 h 59550"/>
                    <a:gd name="connsiteX49" fmla="*/ 45894 w 53428"/>
                    <a:gd name="connsiteY49" fmla="*/ 23246 h 59550"/>
                    <a:gd name="connsiteX50" fmla="*/ 45894 w 53428"/>
                    <a:gd name="connsiteY50" fmla="*/ 23803 h 59550"/>
                    <a:gd name="connsiteX51" fmla="*/ 9675 w 53428"/>
                    <a:gd name="connsiteY51" fmla="*/ 22647 h 59550"/>
                    <a:gd name="connsiteX52" fmla="*/ 44695 w 53428"/>
                    <a:gd name="connsiteY52" fmla="*/ 22647 h 59550"/>
                    <a:gd name="connsiteX53" fmla="*/ 39686 w 53428"/>
                    <a:gd name="connsiteY53" fmla="*/ 11516 h 59550"/>
                    <a:gd name="connsiteX54" fmla="*/ 27142 w 53428"/>
                    <a:gd name="connsiteY54" fmla="*/ 7149 h 59550"/>
                    <a:gd name="connsiteX55" fmla="*/ 14770 w 53428"/>
                    <a:gd name="connsiteY55" fmla="*/ 11516 h 59550"/>
                    <a:gd name="connsiteX56" fmla="*/ 9675 w 53428"/>
                    <a:gd name="connsiteY56" fmla="*/ 22647 h 5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53428" h="59550">
                      <a:moveTo>
                        <a:pt x="47050" y="59550"/>
                      </a:moveTo>
                      <a:lnTo>
                        <a:pt x="35705" y="59550"/>
                      </a:lnTo>
                      <a:cubicBezTo>
                        <a:pt x="29711" y="59550"/>
                        <a:pt x="25087" y="59165"/>
                        <a:pt x="21534" y="58352"/>
                      </a:cubicBezTo>
                      <a:cubicBezTo>
                        <a:pt x="17895" y="57581"/>
                        <a:pt x="14770" y="56297"/>
                        <a:pt x="11944" y="54413"/>
                      </a:cubicBezTo>
                      <a:cubicBezTo>
                        <a:pt x="8263" y="52016"/>
                        <a:pt x="5309" y="48591"/>
                        <a:pt x="3168" y="44181"/>
                      </a:cubicBezTo>
                      <a:cubicBezTo>
                        <a:pt x="1028" y="39729"/>
                        <a:pt x="0" y="34977"/>
                        <a:pt x="0" y="29668"/>
                      </a:cubicBezTo>
                      <a:cubicBezTo>
                        <a:pt x="0" y="21149"/>
                        <a:pt x="2612" y="13999"/>
                        <a:pt x="7792" y="8434"/>
                      </a:cubicBezTo>
                      <a:cubicBezTo>
                        <a:pt x="12972" y="2826"/>
                        <a:pt x="19650" y="0"/>
                        <a:pt x="27656" y="0"/>
                      </a:cubicBezTo>
                      <a:cubicBezTo>
                        <a:pt x="34763" y="0"/>
                        <a:pt x="40928" y="2397"/>
                        <a:pt x="45936" y="7064"/>
                      </a:cubicBezTo>
                      <a:cubicBezTo>
                        <a:pt x="50903" y="11773"/>
                        <a:pt x="53428" y="17510"/>
                        <a:pt x="53428" y="24146"/>
                      </a:cubicBezTo>
                      <a:lnTo>
                        <a:pt x="53428" y="26329"/>
                      </a:lnTo>
                      <a:cubicBezTo>
                        <a:pt x="53428" y="27485"/>
                        <a:pt x="53086" y="28384"/>
                        <a:pt x="52358" y="28983"/>
                      </a:cubicBezTo>
                      <a:cubicBezTo>
                        <a:pt x="51673" y="29583"/>
                        <a:pt x="50689" y="29925"/>
                        <a:pt x="49404" y="29925"/>
                      </a:cubicBezTo>
                      <a:lnTo>
                        <a:pt x="9033" y="29925"/>
                      </a:lnTo>
                      <a:cubicBezTo>
                        <a:pt x="9076" y="37759"/>
                        <a:pt x="11045" y="43411"/>
                        <a:pt x="14941" y="46750"/>
                      </a:cubicBezTo>
                      <a:cubicBezTo>
                        <a:pt x="18837" y="50132"/>
                        <a:pt x="25687" y="51844"/>
                        <a:pt x="35191" y="51844"/>
                      </a:cubicBezTo>
                      <a:lnTo>
                        <a:pt x="47135" y="51844"/>
                      </a:lnTo>
                      <a:cubicBezTo>
                        <a:pt x="48719" y="51844"/>
                        <a:pt x="50004" y="52144"/>
                        <a:pt x="50860" y="52786"/>
                      </a:cubicBezTo>
                      <a:cubicBezTo>
                        <a:pt x="51802" y="53428"/>
                        <a:pt x="52273" y="54413"/>
                        <a:pt x="52273" y="55655"/>
                      </a:cubicBezTo>
                      <a:cubicBezTo>
                        <a:pt x="52273" y="56896"/>
                        <a:pt x="51802" y="57881"/>
                        <a:pt x="50945" y="58566"/>
                      </a:cubicBezTo>
                      <a:cubicBezTo>
                        <a:pt x="50004" y="59251"/>
                        <a:pt x="48805" y="59550"/>
                        <a:pt x="47050" y="59550"/>
                      </a:cubicBezTo>
                      <a:close/>
                      <a:moveTo>
                        <a:pt x="27613" y="1199"/>
                      </a:moveTo>
                      <a:cubicBezTo>
                        <a:pt x="19950" y="1199"/>
                        <a:pt x="13571" y="3896"/>
                        <a:pt x="8605" y="9247"/>
                      </a:cubicBezTo>
                      <a:cubicBezTo>
                        <a:pt x="3639" y="14599"/>
                        <a:pt x="1113" y="21448"/>
                        <a:pt x="1113" y="29668"/>
                      </a:cubicBezTo>
                      <a:cubicBezTo>
                        <a:pt x="1113" y="34806"/>
                        <a:pt x="2141" y="39386"/>
                        <a:pt x="4196" y="43667"/>
                      </a:cubicBezTo>
                      <a:cubicBezTo>
                        <a:pt x="6251" y="47863"/>
                        <a:pt x="9076" y="51159"/>
                        <a:pt x="12586" y="53428"/>
                      </a:cubicBezTo>
                      <a:cubicBezTo>
                        <a:pt x="15284" y="55184"/>
                        <a:pt x="18280" y="56425"/>
                        <a:pt x="21791" y="57196"/>
                      </a:cubicBezTo>
                      <a:cubicBezTo>
                        <a:pt x="25216" y="57966"/>
                        <a:pt x="29882" y="58352"/>
                        <a:pt x="35705" y="58352"/>
                      </a:cubicBezTo>
                      <a:lnTo>
                        <a:pt x="47050" y="58352"/>
                      </a:lnTo>
                      <a:cubicBezTo>
                        <a:pt x="48505" y="58352"/>
                        <a:pt x="49490" y="58138"/>
                        <a:pt x="50132" y="57624"/>
                      </a:cubicBezTo>
                      <a:cubicBezTo>
                        <a:pt x="50731" y="57153"/>
                        <a:pt x="51031" y="56511"/>
                        <a:pt x="51031" y="55612"/>
                      </a:cubicBezTo>
                      <a:cubicBezTo>
                        <a:pt x="51031" y="54756"/>
                        <a:pt x="50731" y="54156"/>
                        <a:pt x="50089" y="53685"/>
                      </a:cubicBezTo>
                      <a:cubicBezTo>
                        <a:pt x="49404" y="53214"/>
                        <a:pt x="48377" y="52957"/>
                        <a:pt x="47007" y="52957"/>
                      </a:cubicBezTo>
                      <a:lnTo>
                        <a:pt x="35062" y="52957"/>
                      </a:lnTo>
                      <a:cubicBezTo>
                        <a:pt x="25259" y="52957"/>
                        <a:pt x="18195" y="51159"/>
                        <a:pt x="14042" y="47563"/>
                      </a:cubicBezTo>
                      <a:cubicBezTo>
                        <a:pt x="9890" y="43967"/>
                        <a:pt x="7749" y="37931"/>
                        <a:pt x="7749" y="29583"/>
                      </a:cubicBezTo>
                      <a:lnTo>
                        <a:pt x="7749" y="28684"/>
                      </a:lnTo>
                      <a:lnTo>
                        <a:pt x="49276" y="28684"/>
                      </a:lnTo>
                      <a:cubicBezTo>
                        <a:pt x="50260" y="28684"/>
                        <a:pt x="50988" y="28469"/>
                        <a:pt x="51459" y="28041"/>
                      </a:cubicBezTo>
                      <a:cubicBezTo>
                        <a:pt x="51930" y="27613"/>
                        <a:pt x="52144" y="27057"/>
                        <a:pt x="52144" y="26243"/>
                      </a:cubicBezTo>
                      <a:lnTo>
                        <a:pt x="52144" y="24060"/>
                      </a:lnTo>
                      <a:cubicBezTo>
                        <a:pt x="52144" y="17767"/>
                        <a:pt x="49747" y="12330"/>
                        <a:pt x="45037" y="7834"/>
                      </a:cubicBezTo>
                      <a:cubicBezTo>
                        <a:pt x="40328" y="3468"/>
                        <a:pt x="34420" y="1199"/>
                        <a:pt x="27613" y="1199"/>
                      </a:cubicBezTo>
                      <a:close/>
                      <a:moveTo>
                        <a:pt x="45894" y="23803"/>
                      </a:moveTo>
                      <a:lnTo>
                        <a:pt x="8434" y="23803"/>
                      </a:lnTo>
                      <a:lnTo>
                        <a:pt x="8477" y="23204"/>
                      </a:lnTo>
                      <a:cubicBezTo>
                        <a:pt x="8776" y="17938"/>
                        <a:pt x="10660" y="13742"/>
                        <a:pt x="14042" y="10703"/>
                      </a:cubicBezTo>
                      <a:cubicBezTo>
                        <a:pt x="17424" y="7620"/>
                        <a:pt x="21834" y="6036"/>
                        <a:pt x="27185" y="6036"/>
                      </a:cubicBezTo>
                      <a:cubicBezTo>
                        <a:pt x="32622" y="6036"/>
                        <a:pt x="37117" y="7620"/>
                        <a:pt x="40499" y="10703"/>
                      </a:cubicBezTo>
                      <a:cubicBezTo>
                        <a:pt x="43881" y="13785"/>
                        <a:pt x="45680" y="17981"/>
                        <a:pt x="45894" y="23246"/>
                      </a:cubicBezTo>
                      <a:lnTo>
                        <a:pt x="45894" y="23803"/>
                      </a:lnTo>
                      <a:close/>
                      <a:moveTo>
                        <a:pt x="9675" y="22647"/>
                      </a:moveTo>
                      <a:lnTo>
                        <a:pt x="44695" y="22647"/>
                      </a:lnTo>
                      <a:cubicBezTo>
                        <a:pt x="44395" y="18024"/>
                        <a:pt x="42726" y="14256"/>
                        <a:pt x="39686" y="11516"/>
                      </a:cubicBezTo>
                      <a:cubicBezTo>
                        <a:pt x="36518" y="8605"/>
                        <a:pt x="32323" y="7149"/>
                        <a:pt x="27142" y="7149"/>
                      </a:cubicBezTo>
                      <a:cubicBezTo>
                        <a:pt x="22133" y="7149"/>
                        <a:pt x="17938" y="8605"/>
                        <a:pt x="14770" y="11516"/>
                      </a:cubicBezTo>
                      <a:cubicBezTo>
                        <a:pt x="11773" y="14256"/>
                        <a:pt x="10061" y="17981"/>
                        <a:pt x="9675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58" name="矩形 57"/>
          <p:cNvSpPr/>
          <p:nvPr/>
        </p:nvSpPr>
        <p:spPr>
          <a:xfrm>
            <a:off x="0" y="6355843"/>
            <a:ext cx="10528295" cy="91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2" name="标题 1"/>
          <p:cNvSpPr>
            <a:spLocks noGrp="1"/>
          </p:cNvSpPr>
          <p:nvPr>
            <p:ph type="title" hasCustomPrompt="1"/>
          </p:nvPr>
        </p:nvSpPr>
        <p:spPr>
          <a:xfrm>
            <a:off x="1530350" y="536325"/>
            <a:ext cx="10103121" cy="4801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>
              <a:defRPr lang="zh-CN" altLang="en-US" sz="2800" b="1" dirty="0">
                <a:solidFill>
                  <a:schemeClr val="accent1"/>
                </a:solidFill>
                <a:latin typeface="+mj-ea"/>
                <a:ea typeface="+mj-ea"/>
                <a:cs typeface="微软雅黑" panose="020B0502040204020203" charset="-122"/>
              </a:defRPr>
            </a:lvl1pPr>
          </a:lstStyle>
          <a:p>
            <a:pPr marL="0" lvl="0"/>
            <a:r>
              <a:rPr kumimoji="1" lang="zh-CN" altLang="en-US" dirty="0"/>
              <a:t>章节标题在此进行填写</a:t>
            </a:r>
            <a:endParaRPr kumimoji="1" lang="zh-CN" altLang="en-US" dirty="0"/>
          </a:p>
        </p:txBody>
      </p:sp>
      <p:sp>
        <p:nvSpPr>
          <p:cNvPr id="55" name="图片占位符 5"/>
          <p:cNvSpPr>
            <a:spLocks noGrp="1"/>
          </p:cNvSpPr>
          <p:nvPr>
            <p:ph type="pic" sz="quarter" idx="10"/>
          </p:nvPr>
        </p:nvSpPr>
        <p:spPr>
          <a:xfrm>
            <a:off x="698804" y="1675496"/>
            <a:ext cx="2415090" cy="3599745"/>
          </a:xfrm>
          <a:prstGeom prst="rect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rgbClr val="00CCD7"/>
                </a:gs>
                <a:gs pos="100000">
                  <a:schemeClr val="accent1">
                    <a:alpha val="0"/>
                  </a:schemeClr>
                </a:gs>
              </a:gsLst>
              <a:lin ang="8100000" scaled="0"/>
            </a:gradFill>
          </a:ln>
        </p:spPr>
        <p:txBody>
          <a:bodyPr anchor="ctr" anchorCtr="0"/>
          <a:lstStyle>
            <a:lvl1pPr algn="ctr">
              <a:defRPr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  <p:sp>
        <p:nvSpPr>
          <p:cNvPr id="56" name="图片占位符 5"/>
          <p:cNvSpPr>
            <a:spLocks noGrp="1"/>
          </p:cNvSpPr>
          <p:nvPr>
            <p:ph type="pic" sz="quarter" idx="11"/>
          </p:nvPr>
        </p:nvSpPr>
        <p:spPr>
          <a:xfrm>
            <a:off x="3524767" y="1675496"/>
            <a:ext cx="2415090" cy="3599745"/>
          </a:xfrm>
          <a:prstGeom prst="rect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rgbClr val="00CCD7"/>
                </a:gs>
                <a:gs pos="100000">
                  <a:schemeClr val="accent1">
                    <a:alpha val="0"/>
                  </a:schemeClr>
                </a:gs>
              </a:gsLst>
              <a:lin ang="8100000" scaled="0"/>
            </a:gradFill>
          </a:ln>
        </p:spPr>
        <p:txBody>
          <a:bodyPr anchor="ctr" anchorCtr="0"/>
          <a:lstStyle>
            <a:lvl1pPr algn="ctr">
              <a:defRPr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  <p:sp>
        <p:nvSpPr>
          <p:cNvPr id="57" name="图片占位符 5"/>
          <p:cNvSpPr>
            <a:spLocks noGrp="1"/>
          </p:cNvSpPr>
          <p:nvPr>
            <p:ph type="pic" sz="quarter" idx="12"/>
          </p:nvPr>
        </p:nvSpPr>
        <p:spPr>
          <a:xfrm>
            <a:off x="6350730" y="1675496"/>
            <a:ext cx="2415090" cy="3599745"/>
          </a:xfrm>
          <a:prstGeom prst="rect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rgbClr val="00CCD7"/>
                </a:gs>
                <a:gs pos="100000">
                  <a:schemeClr val="accent1">
                    <a:alpha val="0"/>
                  </a:schemeClr>
                </a:gs>
              </a:gsLst>
              <a:lin ang="8100000" scaled="0"/>
            </a:gradFill>
          </a:ln>
        </p:spPr>
        <p:txBody>
          <a:bodyPr anchor="ctr" anchorCtr="0"/>
          <a:lstStyle>
            <a:lvl1pPr algn="ctr">
              <a:defRPr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  <p:sp>
        <p:nvSpPr>
          <p:cNvPr id="59" name="图片占位符 5"/>
          <p:cNvSpPr>
            <a:spLocks noGrp="1"/>
          </p:cNvSpPr>
          <p:nvPr>
            <p:ph type="pic" sz="quarter" idx="13"/>
          </p:nvPr>
        </p:nvSpPr>
        <p:spPr>
          <a:xfrm>
            <a:off x="9176694" y="1675496"/>
            <a:ext cx="2415090" cy="3599745"/>
          </a:xfrm>
          <a:prstGeom prst="rect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rgbClr val="00CCD7"/>
                </a:gs>
                <a:gs pos="100000">
                  <a:schemeClr val="accent1">
                    <a:alpha val="0"/>
                  </a:schemeClr>
                </a:gs>
              </a:gsLst>
              <a:lin ang="8100000" scaled="0"/>
            </a:gradFill>
          </a:ln>
        </p:spPr>
        <p:txBody>
          <a:bodyPr anchor="ctr" anchorCtr="0"/>
          <a:lstStyle>
            <a:lvl1pPr algn="ctr">
              <a:defRPr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世界地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 userDrawn="1"/>
        </p:nvSpPr>
        <p:spPr>
          <a:xfrm>
            <a:off x="-4813122" y="-4515381"/>
            <a:ext cx="31422035" cy="17644818"/>
          </a:xfrm>
          <a:custGeom>
            <a:avLst/>
            <a:gdLst>
              <a:gd name="connsiteX0" fmla="*/ 5424400 w 6514506"/>
              <a:gd name="connsiteY0" fmla="*/ 3646836 h 3658174"/>
              <a:gd name="connsiteX1" fmla="*/ 5434021 w 6514506"/>
              <a:gd name="connsiteY1" fmla="*/ 3648931 h 3658174"/>
              <a:gd name="connsiteX2" fmla="*/ 5434592 w 6514506"/>
              <a:gd name="connsiteY2" fmla="*/ 3651313 h 3658174"/>
              <a:gd name="connsiteX3" fmla="*/ 5429449 w 6514506"/>
              <a:gd name="connsiteY3" fmla="*/ 3650741 h 3658174"/>
              <a:gd name="connsiteX4" fmla="*/ 5424972 w 6514506"/>
              <a:gd name="connsiteY4" fmla="*/ 3648931 h 3658174"/>
              <a:gd name="connsiteX5" fmla="*/ 5424400 w 6514506"/>
              <a:gd name="connsiteY5" fmla="*/ 3646836 h 3658174"/>
              <a:gd name="connsiteX6" fmla="*/ 5372204 w 6514506"/>
              <a:gd name="connsiteY6" fmla="*/ 3636644 h 3658174"/>
              <a:gd name="connsiteX7" fmla="*/ 5378776 w 6514506"/>
              <a:gd name="connsiteY7" fmla="*/ 3640549 h 3658174"/>
              <a:gd name="connsiteX8" fmla="*/ 5385063 w 6514506"/>
              <a:gd name="connsiteY8" fmla="*/ 3645026 h 3658174"/>
              <a:gd name="connsiteX9" fmla="*/ 5382681 w 6514506"/>
              <a:gd name="connsiteY9" fmla="*/ 3647407 h 3658174"/>
              <a:gd name="connsiteX10" fmla="*/ 5379348 w 6514506"/>
              <a:gd name="connsiteY10" fmla="*/ 3647407 h 3658174"/>
              <a:gd name="connsiteX11" fmla="*/ 5377538 w 6514506"/>
              <a:gd name="connsiteY11" fmla="*/ 3647122 h 3658174"/>
              <a:gd name="connsiteX12" fmla="*/ 5374204 w 6514506"/>
              <a:gd name="connsiteY12" fmla="*/ 3646264 h 3658174"/>
              <a:gd name="connsiteX13" fmla="*/ 5371251 w 6514506"/>
              <a:gd name="connsiteY13" fmla="*/ 3645026 h 3658174"/>
              <a:gd name="connsiteX14" fmla="*/ 5370966 w 6514506"/>
              <a:gd name="connsiteY14" fmla="*/ 3642359 h 3658174"/>
              <a:gd name="connsiteX15" fmla="*/ 5370394 w 6514506"/>
              <a:gd name="connsiteY15" fmla="*/ 3639025 h 3658174"/>
              <a:gd name="connsiteX16" fmla="*/ 5372204 w 6514506"/>
              <a:gd name="connsiteY16" fmla="*/ 3636644 h 3658174"/>
              <a:gd name="connsiteX17" fmla="*/ 5348474 w 6514506"/>
              <a:gd name="connsiteY17" fmla="*/ 3636263 h 3658174"/>
              <a:gd name="connsiteX18" fmla="*/ 5353058 w 6514506"/>
              <a:gd name="connsiteY18" fmla="*/ 3638168 h 3658174"/>
              <a:gd name="connsiteX19" fmla="*/ 5362964 w 6514506"/>
              <a:gd name="connsiteY19" fmla="*/ 3637882 h 3658174"/>
              <a:gd name="connsiteX20" fmla="*/ 5366869 w 6514506"/>
              <a:gd name="connsiteY20" fmla="*/ 3637882 h 3658174"/>
              <a:gd name="connsiteX21" fmla="*/ 5365060 w 6514506"/>
              <a:gd name="connsiteY21" fmla="*/ 3640549 h 3658174"/>
              <a:gd name="connsiteX22" fmla="*/ 5360869 w 6514506"/>
              <a:gd name="connsiteY22" fmla="*/ 3643216 h 3658174"/>
              <a:gd name="connsiteX23" fmla="*/ 5364202 w 6514506"/>
              <a:gd name="connsiteY23" fmla="*/ 3646836 h 3658174"/>
              <a:gd name="connsiteX24" fmla="*/ 5359440 w 6514506"/>
              <a:gd name="connsiteY24" fmla="*/ 3647407 h 3658174"/>
              <a:gd name="connsiteX25" fmla="*/ 5362107 w 6514506"/>
              <a:gd name="connsiteY25" fmla="*/ 3650074 h 3658174"/>
              <a:gd name="connsiteX26" fmla="*/ 5363345 w 6514506"/>
              <a:gd name="connsiteY26" fmla="*/ 3653027 h 3658174"/>
              <a:gd name="connsiteX27" fmla="*/ 5360392 w 6514506"/>
              <a:gd name="connsiteY27" fmla="*/ 3658170 h 3658174"/>
              <a:gd name="connsiteX28" fmla="*/ 5359154 w 6514506"/>
              <a:gd name="connsiteY28" fmla="*/ 3654551 h 3658174"/>
              <a:gd name="connsiteX29" fmla="*/ 5356487 w 6514506"/>
              <a:gd name="connsiteY29" fmla="*/ 3650646 h 3658174"/>
              <a:gd name="connsiteX30" fmla="*/ 5354106 w 6514506"/>
              <a:gd name="connsiteY30" fmla="*/ 3647979 h 3658174"/>
              <a:gd name="connsiteX31" fmla="*/ 5356487 w 6514506"/>
              <a:gd name="connsiteY31" fmla="*/ 3643788 h 3658174"/>
              <a:gd name="connsiteX32" fmla="*/ 5354963 w 6514506"/>
              <a:gd name="connsiteY32" fmla="*/ 3641121 h 3658174"/>
              <a:gd name="connsiteX33" fmla="*/ 5350486 w 6514506"/>
              <a:gd name="connsiteY33" fmla="*/ 3644454 h 3658174"/>
              <a:gd name="connsiteX34" fmla="*/ 5348962 w 6514506"/>
              <a:gd name="connsiteY34" fmla="*/ 3648931 h 3658174"/>
              <a:gd name="connsiteX35" fmla="*/ 5346581 w 6514506"/>
              <a:gd name="connsiteY35" fmla="*/ 3643216 h 3658174"/>
              <a:gd name="connsiteX36" fmla="*/ 5344962 w 6514506"/>
              <a:gd name="connsiteY36" fmla="*/ 3640835 h 3658174"/>
              <a:gd name="connsiteX37" fmla="*/ 5345247 w 6514506"/>
              <a:gd name="connsiteY37" fmla="*/ 3636358 h 3658174"/>
              <a:gd name="connsiteX38" fmla="*/ 5348474 w 6514506"/>
              <a:gd name="connsiteY38" fmla="*/ 3636263 h 3658174"/>
              <a:gd name="connsiteX39" fmla="*/ 5352773 w 6514506"/>
              <a:gd name="connsiteY39" fmla="*/ 3633406 h 3658174"/>
              <a:gd name="connsiteX40" fmla="*/ 5355440 w 6514506"/>
              <a:gd name="connsiteY40" fmla="*/ 3633692 h 3658174"/>
              <a:gd name="connsiteX41" fmla="*/ 5358773 w 6514506"/>
              <a:gd name="connsiteY41" fmla="*/ 3635216 h 3658174"/>
              <a:gd name="connsiteX42" fmla="*/ 5353630 w 6514506"/>
              <a:gd name="connsiteY42" fmla="*/ 3636073 h 3658174"/>
              <a:gd name="connsiteX43" fmla="*/ 5352773 w 6514506"/>
              <a:gd name="connsiteY43" fmla="*/ 3633406 h 3658174"/>
              <a:gd name="connsiteX44" fmla="*/ 5334961 w 6514506"/>
              <a:gd name="connsiteY44" fmla="*/ 3631310 h 3658174"/>
              <a:gd name="connsiteX45" fmla="*/ 5340961 w 6514506"/>
              <a:gd name="connsiteY45" fmla="*/ 3633977 h 3658174"/>
              <a:gd name="connsiteX46" fmla="*/ 5339152 w 6514506"/>
              <a:gd name="connsiteY46" fmla="*/ 3636358 h 3658174"/>
              <a:gd name="connsiteX47" fmla="*/ 5337628 w 6514506"/>
              <a:gd name="connsiteY47" fmla="*/ 3637882 h 3658174"/>
              <a:gd name="connsiteX48" fmla="*/ 5334104 w 6514506"/>
              <a:gd name="connsiteY48" fmla="*/ 3635501 h 3658174"/>
              <a:gd name="connsiteX49" fmla="*/ 5332294 w 6514506"/>
              <a:gd name="connsiteY49" fmla="*/ 3632834 h 3658174"/>
              <a:gd name="connsiteX50" fmla="*/ 5334961 w 6514506"/>
              <a:gd name="connsiteY50" fmla="*/ 3631310 h 3658174"/>
              <a:gd name="connsiteX51" fmla="*/ 5348201 w 6514506"/>
              <a:gd name="connsiteY51" fmla="*/ 3605593 h 3658174"/>
              <a:gd name="connsiteX52" fmla="*/ 5349725 w 6514506"/>
              <a:gd name="connsiteY52" fmla="*/ 3609498 h 3658174"/>
              <a:gd name="connsiteX53" fmla="*/ 5346772 w 6514506"/>
              <a:gd name="connsiteY53" fmla="*/ 3613689 h 3658174"/>
              <a:gd name="connsiteX54" fmla="*/ 5343724 w 6514506"/>
              <a:gd name="connsiteY54" fmla="*/ 3613308 h 3658174"/>
              <a:gd name="connsiteX55" fmla="*/ 5344010 w 6514506"/>
              <a:gd name="connsiteY55" fmla="*/ 3606450 h 3658174"/>
              <a:gd name="connsiteX56" fmla="*/ 5348201 w 6514506"/>
              <a:gd name="connsiteY56" fmla="*/ 3605593 h 3658174"/>
              <a:gd name="connsiteX57" fmla="*/ 5339247 w 6514506"/>
              <a:gd name="connsiteY57" fmla="*/ 3602831 h 3658174"/>
              <a:gd name="connsiteX58" fmla="*/ 5341629 w 6514506"/>
              <a:gd name="connsiteY58" fmla="*/ 3606165 h 3658174"/>
              <a:gd name="connsiteX59" fmla="*/ 5337438 w 6514506"/>
              <a:gd name="connsiteY59" fmla="*/ 3608546 h 3658174"/>
              <a:gd name="connsiteX60" fmla="*/ 5336866 w 6514506"/>
              <a:gd name="connsiteY60" fmla="*/ 3604641 h 3658174"/>
              <a:gd name="connsiteX61" fmla="*/ 5339247 w 6514506"/>
              <a:gd name="connsiteY61" fmla="*/ 3602831 h 3658174"/>
              <a:gd name="connsiteX62" fmla="*/ 5366584 w 6514506"/>
              <a:gd name="connsiteY62" fmla="*/ 3600640 h 3658174"/>
              <a:gd name="connsiteX63" fmla="*/ 5365441 w 6514506"/>
              <a:gd name="connsiteY63" fmla="*/ 3605117 h 3658174"/>
              <a:gd name="connsiteX64" fmla="*/ 5360583 w 6514506"/>
              <a:gd name="connsiteY64" fmla="*/ 3611689 h 3658174"/>
              <a:gd name="connsiteX65" fmla="*/ 5357821 w 6514506"/>
              <a:gd name="connsiteY65" fmla="*/ 3611785 h 3658174"/>
              <a:gd name="connsiteX66" fmla="*/ 5356963 w 6514506"/>
              <a:gd name="connsiteY66" fmla="*/ 3608736 h 3658174"/>
              <a:gd name="connsiteX67" fmla="*/ 5360297 w 6514506"/>
              <a:gd name="connsiteY67" fmla="*/ 3606069 h 3658174"/>
              <a:gd name="connsiteX68" fmla="*/ 5363917 w 6514506"/>
              <a:gd name="connsiteY68" fmla="*/ 3603688 h 3658174"/>
              <a:gd name="connsiteX69" fmla="*/ 5366584 w 6514506"/>
              <a:gd name="connsiteY69" fmla="*/ 3600640 h 3658174"/>
              <a:gd name="connsiteX70" fmla="*/ 5320959 w 6514506"/>
              <a:gd name="connsiteY70" fmla="*/ 3585781 h 3658174"/>
              <a:gd name="connsiteX71" fmla="*/ 5325721 w 6514506"/>
              <a:gd name="connsiteY71" fmla="*/ 3587591 h 3658174"/>
              <a:gd name="connsiteX72" fmla="*/ 5328769 w 6514506"/>
              <a:gd name="connsiteY72" fmla="*/ 3591210 h 3658174"/>
              <a:gd name="connsiteX73" fmla="*/ 5333532 w 6514506"/>
              <a:gd name="connsiteY73" fmla="*/ 3593592 h 3658174"/>
              <a:gd name="connsiteX74" fmla="*/ 5337437 w 6514506"/>
              <a:gd name="connsiteY74" fmla="*/ 3597497 h 3658174"/>
              <a:gd name="connsiteX75" fmla="*/ 5335342 w 6514506"/>
              <a:gd name="connsiteY75" fmla="*/ 3599878 h 3658174"/>
              <a:gd name="connsiteX76" fmla="*/ 5333341 w 6514506"/>
              <a:gd name="connsiteY76" fmla="*/ 3600735 h 3658174"/>
              <a:gd name="connsiteX77" fmla="*/ 5331151 w 6514506"/>
              <a:gd name="connsiteY77" fmla="*/ 3603402 h 3658174"/>
              <a:gd name="connsiteX78" fmla="*/ 5322769 w 6514506"/>
              <a:gd name="connsiteY78" fmla="*/ 3601593 h 3658174"/>
              <a:gd name="connsiteX79" fmla="*/ 5320959 w 6514506"/>
              <a:gd name="connsiteY79" fmla="*/ 3599211 h 3658174"/>
              <a:gd name="connsiteX80" fmla="*/ 5321244 w 6514506"/>
              <a:gd name="connsiteY80" fmla="*/ 3589972 h 3658174"/>
              <a:gd name="connsiteX81" fmla="*/ 5320959 w 6514506"/>
              <a:gd name="connsiteY81" fmla="*/ 3585781 h 3658174"/>
              <a:gd name="connsiteX82" fmla="*/ 5573848 w 6514506"/>
              <a:gd name="connsiteY82" fmla="*/ 3579400 h 3658174"/>
              <a:gd name="connsiteX83" fmla="*/ 5573562 w 6514506"/>
              <a:gd name="connsiteY83" fmla="*/ 3583019 h 3658174"/>
              <a:gd name="connsiteX84" fmla="*/ 5573562 w 6514506"/>
              <a:gd name="connsiteY84" fmla="*/ 3588734 h 3658174"/>
              <a:gd name="connsiteX85" fmla="*/ 5578991 w 6514506"/>
              <a:gd name="connsiteY85" fmla="*/ 3584829 h 3658174"/>
              <a:gd name="connsiteX86" fmla="*/ 5580515 w 6514506"/>
              <a:gd name="connsiteY86" fmla="*/ 3589020 h 3658174"/>
              <a:gd name="connsiteX87" fmla="*/ 5570610 w 6514506"/>
              <a:gd name="connsiteY87" fmla="*/ 3594449 h 3658174"/>
              <a:gd name="connsiteX88" fmla="*/ 5562228 w 6514506"/>
              <a:gd name="connsiteY88" fmla="*/ 3597116 h 3658174"/>
              <a:gd name="connsiteX89" fmla="*/ 5557750 w 6514506"/>
              <a:gd name="connsiteY89" fmla="*/ 3594163 h 3658174"/>
              <a:gd name="connsiteX90" fmla="*/ 5557465 w 6514506"/>
              <a:gd name="connsiteY90" fmla="*/ 3597116 h 3658174"/>
              <a:gd name="connsiteX91" fmla="*/ 5557465 w 6514506"/>
              <a:gd name="connsiteY91" fmla="*/ 3601879 h 3658174"/>
              <a:gd name="connsiteX92" fmla="*/ 5552321 w 6514506"/>
              <a:gd name="connsiteY92" fmla="*/ 3600640 h 3658174"/>
              <a:gd name="connsiteX93" fmla="*/ 5549368 w 6514506"/>
              <a:gd name="connsiteY93" fmla="*/ 3599402 h 3658174"/>
              <a:gd name="connsiteX94" fmla="*/ 5547845 w 6514506"/>
              <a:gd name="connsiteY94" fmla="*/ 3602069 h 3658174"/>
              <a:gd name="connsiteX95" fmla="*/ 5546606 w 6514506"/>
              <a:gd name="connsiteY95" fmla="*/ 3603879 h 3658174"/>
              <a:gd name="connsiteX96" fmla="*/ 5544511 w 6514506"/>
              <a:gd name="connsiteY96" fmla="*/ 3605689 h 3658174"/>
              <a:gd name="connsiteX97" fmla="*/ 5542701 w 6514506"/>
              <a:gd name="connsiteY97" fmla="*/ 3603688 h 3658174"/>
              <a:gd name="connsiteX98" fmla="*/ 5543558 w 6514506"/>
              <a:gd name="connsiteY98" fmla="*/ 3598259 h 3658174"/>
              <a:gd name="connsiteX99" fmla="*/ 5548988 w 6514506"/>
              <a:gd name="connsiteY99" fmla="*/ 3594926 h 3658174"/>
              <a:gd name="connsiteX100" fmla="*/ 5554988 w 6514506"/>
              <a:gd name="connsiteY100" fmla="*/ 3592544 h 3658174"/>
              <a:gd name="connsiteX101" fmla="*/ 5559179 w 6514506"/>
              <a:gd name="connsiteY101" fmla="*/ 3590735 h 3658174"/>
              <a:gd name="connsiteX102" fmla="*/ 5563370 w 6514506"/>
              <a:gd name="connsiteY102" fmla="*/ 3585972 h 3658174"/>
              <a:gd name="connsiteX103" fmla="*/ 5569371 w 6514506"/>
              <a:gd name="connsiteY103" fmla="*/ 3580257 h 3658174"/>
              <a:gd name="connsiteX104" fmla="*/ 5573848 w 6514506"/>
              <a:gd name="connsiteY104" fmla="*/ 3579400 h 3658174"/>
              <a:gd name="connsiteX105" fmla="*/ 5400302 w 6514506"/>
              <a:gd name="connsiteY105" fmla="*/ 3579304 h 3658174"/>
              <a:gd name="connsiteX106" fmla="*/ 5405732 w 6514506"/>
              <a:gd name="connsiteY106" fmla="*/ 3582257 h 3658174"/>
              <a:gd name="connsiteX107" fmla="*/ 5409161 w 6514506"/>
              <a:gd name="connsiteY107" fmla="*/ 3583019 h 3658174"/>
              <a:gd name="connsiteX108" fmla="*/ 5409070 w 6514506"/>
              <a:gd name="connsiteY108" fmla="*/ 3583248 h 3658174"/>
              <a:gd name="connsiteX109" fmla="*/ 5409161 w 6514506"/>
              <a:gd name="connsiteY109" fmla="*/ 3583114 h 3658174"/>
              <a:gd name="connsiteX110" fmla="*/ 5409351 w 6514506"/>
              <a:gd name="connsiteY110" fmla="*/ 3587781 h 3658174"/>
              <a:gd name="connsiteX111" fmla="*/ 5404875 w 6514506"/>
              <a:gd name="connsiteY111" fmla="*/ 3595877 h 3658174"/>
              <a:gd name="connsiteX112" fmla="*/ 5401922 w 6514506"/>
              <a:gd name="connsiteY112" fmla="*/ 3600640 h 3658174"/>
              <a:gd name="connsiteX113" fmla="*/ 5400112 w 6514506"/>
              <a:gd name="connsiteY113" fmla="*/ 3611784 h 3658174"/>
              <a:gd name="connsiteX114" fmla="*/ 5407256 w 6514506"/>
              <a:gd name="connsiteY114" fmla="*/ 3623500 h 3658174"/>
              <a:gd name="connsiteX115" fmla="*/ 5412018 w 6514506"/>
              <a:gd name="connsiteY115" fmla="*/ 3635787 h 3658174"/>
              <a:gd name="connsiteX116" fmla="*/ 5417733 w 6514506"/>
              <a:gd name="connsiteY116" fmla="*/ 3640835 h 3658174"/>
              <a:gd name="connsiteX117" fmla="*/ 5417733 w 6514506"/>
              <a:gd name="connsiteY117" fmla="*/ 3645979 h 3658174"/>
              <a:gd name="connsiteX118" fmla="*/ 5409351 w 6514506"/>
              <a:gd name="connsiteY118" fmla="*/ 3646265 h 3658174"/>
              <a:gd name="connsiteX119" fmla="*/ 5406017 w 6514506"/>
              <a:gd name="connsiteY119" fmla="*/ 3645693 h 3658174"/>
              <a:gd name="connsiteX120" fmla="*/ 5392206 w 6514506"/>
              <a:gd name="connsiteY120" fmla="*/ 3645122 h 3658174"/>
              <a:gd name="connsiteX121" fmla="*/ 5381157 w 6514506"/>
              <a:gd name="connsiteY121" fmla="*/ 3636454 h 3658174"/>
              <a:gd name="connsiteX122" fmla="*/ 5373632 w 6514506"/>
              <a:gd name="connsiteY122" fmla="*/ 3634359 h 3658174"/>
              <a:gd name="connsiteX123" fmla="*/ 5371251 w 6514506"/>
              <a:gd name="connsiteY123" fmla="*/ 3633501 h 3658174"/>
              <a:gd name="connsiteX124" fmla="*/ 5371292 w 6514506"/>
              <a:gd name="connsiteY124" fmla="*/ 3633411 h 3658174"/>
              <a:gd name="connsiteX125" fmla="*/ 5368393 w 6514506"/>
              <a:gd name="connsiteY125" fmla="*/ 3633692 h 3658174"/>
              <a:gd name="connsiteX126" fmla="*/ 5356963 w 6514506"/>
              <a:gd name="connsiteY126" fmla="*/ 3631596 h 3658174"/>
              <a:gd name="connsiteX127" fmla="*/ 5340200 w 6514506"/>
              <a:gd name="connsiteY127" fmla="*/ 3625310 h 3658174"/>
              <a:gd name="connsiteX128" fmla="*/ 5335437 w 6514506"/>
              <a:gd name="connsiteY128" fmla="*/ 3621691 h 3658174"/>
              <a:gd name="connsiteX129" fmla="*/ 5331246 w 6514506"/>
              <a:gd name="connsiteY129" fmla="*/ 3620166 h 3658174"/>
              <a:gd name="connsiteX130" fmla="*/ 5330675 w 6514506"/>
              <a:gd name="connsiteY130" fmla="*/ 3616547 h 3658174"/>
              <a:gd name="connsiteX131" fmla="*/ 5333627 w 6514506"/>
              <a:gd name="connsiteY131" fmla="*/ 3617404 h 3658174"/>
              <a:gd name="connsiteX132" fmla="*/ 5337247 w 6514506"/>
              <a:gd name="connsiteY132" fmla="*/ 3617976 h 3658174"/>
              <a:gd name="connsiteX133" fmla="*/ 5342676 w 6514506"/>
              <a:gd name="connsiteY133" fmla="*/ 3617976 h 3658174"/>
              <a:gd name="connsiteX134" fmla="*/ 5347819 w 6514506"/>
              <a:gd name="connsiteY134" fmla="*/ 3621309 h 3658174"/>
              <a:gd name="connsiteX135" fmla="*/ 5349915 w 6514506"/>
              <a:gd name="connsiteY135" fmla="*/ 3622167 h 3658174"/>
              <a:gd name="connsiteX136" fmla="*/ 5352963 w 6514506"/>
              <a:gd name="connsiteY136" fmla="*/ 3621881 h 3658174"/>
              <a:gd name="connsiteX137" fmla="*/ 5355059 w 6514506"/>
              <a:gd name="connsiteY137" fmla="*/ 3619785 h 3658174"/>
              <a:gd name="connsiteX138" fmla="*/ 5353820 w 6514506"/>
              <a:gd name="connsiteY138" fmla="*/ 3614737 h 3658174"/>
              <a:gd name="connsiteX139" fmla="*/ 5356487 w 6514506"/>
              <a:gd name="connsiteY139" fmla="*/ 3618642 h 3658174"/>
              <a:gd name="connsiteX140" fmla="*/ 5360393 w 6514506"/>
              <a:gd name="connsiteY140" fmla="*/ 3621309 h 3658174"/>
              <a:gd name="connsiteX141" fmla="*/ 5365822 w 6514506"/>
              <a:gd name="connsiteY141" fmla="*/ 3623691 h 3658174"/>
              <a:gd name="connsiteX142" fmla="*/ 5367060 w 6514506"/>
              <a:gd name="connsiteY142" fmla="*/ 3625786 h 3658174"/>
              <a:gd name="connsiteX143" fmla="*/ 5374394 w 6514506"/>
              <a:gd name="connsiteY143" fmla="*/ 3628739 h 3658174"/>
              <a:gd name="connsiteX144" fmla="*/ 5374668 w 6514506"/>
              <a:gd name="connsiteY144" fmla="*/ 3629586 h 3658174"/>
              <a:gd name="connsiteX145" fmla="*/ 5379443 w 6514506"/>
              <a:gd name="connsiteY145" fmla="*/ 3631120 h 3658174"/>
              <a:gd name="connsiteX146" fmla="*/ 5388396 w 6514506"/>
              <a:gd name="connsiteY146" fmla="*/ 3633216 h 3658174"/>
              <a:gd name="connsiteX147" fmla="*/ 5384491 w 6514506"/>
              <a:gd name="connsiteY147" fmla="*/ 3630168 h 3658174"/>
              <a:gd name="connsiteX148" fmla="*/ 5375823 w 6514506"/>
              <a:gd name="connsiteY148" fmla="*/ 3627024 h 3658174"/>
              <a:gd name="connsiteX149" fmla="*/ 5375938 w 6514506"/>
              <a:gd name="connsiteY149" fmla="*/ 3626874 h 3658174"/>
              <a:gd name="connsiteX150" fmla="*/ 5375728 w 6514506"/>
              <a:gd name="connsiteY150" fmla="*/ 3626929 h 3658174"/>
              <a:gd name="connsiteX151" fmla="*/ 5365822 w 6514506"/>
              <a:gd name="connsiteY151" fmla="*/ 3615976 h 3658174"/>
              <a:gd name="connsiteX152" fmla="*/ 5373632 w 6514506"/>
              <a:gd name="connsiteY152" fmla="*/ 3603974 h 3658174"/>
              <a:gd name="connsiteX153" fmla="*/ 5384395 w 6514506"/>
              <a:gd name="connsiteY153" fmla="*/ 3597116 h 3658174"/>
              <a:gd name="connsiteX154" fmla="*/ 5382300 w 6514506"/>
              <a:gd name="connsiteY154" fmla="*/ 3595306 h 3658174"/>
              <a:gd name="connsiteX155" fmla="*/ 5375442 w 6514506"/>
              <a:gd name="connsiteY155" fmla="*/ 3594068 h 3658174"/>
              <a:gd name="connsiteX156" fmla="*/ 5379633 w 6514506"/>
              <a:gd name="connsiteY156" fmla="*/ 3588639 h 3658174"/>
              <a:gd name="connsiteX157" fmla="*/ 5383538 w 6514506"/>
              <a:gd name="connsiteY157" fmla="*/ 3584162 h 3658174"/>
              <a:gd name="connsiteX158" fmla="*/ 5385920 w 6514506"/>
              <a:gd name="connsiteY158" fmla="*/ 3582067 h 3658174"/>
              <a:gd name="connsiteX159" fmla="*/ 5394016 w 6514506"/>
              <a:gd name="connsiteY159" fmla="*/ 3580543 h 3658174"/>
              <a:gd name="connsiteX160" fmla="*/ 5400302 w 6514506"/>
              <a:gd name="connsiteY160" fmla="*/ 3579304 h 3658174"/>
              <a:gd name="connsiteX161" fmla="*/ 5547178 w 6514506"/>
              <a:gd name="connsiteY161" fmla="*/ 3574446 h 3658174"/>
              <a:gd name="connsiteX162" fmla="*/ 5550797 w 6514506"/>
              <a:gd name="connsiteY162" fmla="*/ 3577780 h 3658174"/>
              <a:gd name="connsiteX163" fmla="*/ 5555940 w 6514506"/>
              <a:gd name="connsiteY163" fmla="*/ 3580447 h 3658174"/>
              <a:gd name="connsiteX164" fmla="*/ 5559560 w 6514506"/>
              <a:gd name="connsiteY164" fmla="*/ 3584924 h 3658174"/>
              <a:gd name="connsiteX165" fmla="*/ 5546130 w 6514506"/>
              <a:gd name="connsiteY165" fmla="*/ 3593591 h 3658174"/>
              <a:gd name="connsiteX166" fmla="*/ 5539558 w 6514506"/>
              <a:gd name="connsiteY166" fmla="*/ 3594449 h 3658174"/>
              <a:gd name="connsiteX167" fmla="*/ 5536890 w 6514506"/>
              <a:gd name="connsiteY167" fmla="*/ 3596544 h 3658174"/>
              <a:gd name="connsiteX168" fmla="*/ 5533938 w 6514506"/>
              <a:gd name="connsiteY168" fmla="*/ 3598354 h 3658174"/>
              <a:gd name="connsiteX169" fmla="*/ 5530033 w 6514506"/>
              <a:gd name="connsiteY169" fmla="*/ 3598068 h 3658174"/>
              <a:gd name="connsiteX170" fmla="*/ 5526794 w 6514506"/>
              <a:gd name="connsiteY170" fmla="*/ 3595020 h 3658174"/>
              <a:gd name="connsiteX171" fmla="*/ 5533366 w 6514506"/>
              <a:gd name="connsiteY171" fmla="*/ 3591400 h 3658174"/>
              <a:gd name="connsiteX172" fmla="*/ 5540891 w 6514506"/>
              <a:gd name="connsiteY172" fmla="*/ 3588734 h 3658174"/>
              <a:gd name="connsiteX173" fmla="*/ 5538510 w 6514506"/>
              <a:gd name="connsiteY173" fmla="*/ 3588162 h 3658174"/>
              <a:gd name="connsiteX174" fmla="*/ 5537938 w 6514506"/>
              <a:gd name="connsiteY174" fmla="*/ 3585781 h 3658174"/>
              <a:gd name="connsiteX175" fmla="*/ 5546606 w 6514506"/>
              <a:gd name="connsiteY175" fmla="*/ 3581018 h 3658174"/>
              <a:gd name="connsiteX176" fmla="*/ 5547178 w 6514506"/>
              <a:gd name="connsiteY176" fmla="*/ 3574446 h 3658174"/>
              <a:gd name="connsiteX177" fmla="*/ 5363155 w 6514506"/>
              <a:gd name="connsiteY177" fmla="*/ 3570731 h 3658174"/>
              <a:gd name="connsiteX178" fmla="*/ 5366203 w 6514506"/>
              <a:gd name="connsiteY178" fmla="*/ 3574065 h 3658174"/>
              <a:gd name="connsiteX179" fmla="*/ 5360489 w 6514506"/>
              <a:gd name="connsiteY179" fmla="*/ 3579494 h 3658174"/>
              <a:gd name="connsiteX180" fmla="*/ 5349439 w 6514506"/>
              <a:gd name="connsiteY180" fmla="*/ 3582161 h 3658174"/>
              <a:gd name="connsiteX181" fmla="*/ 5340486 w 6514506"/>
              <a:gd name="connsiteY181" fmla="*/ 3590543 h 3658174"/>
              <a:gd name="connsiteX182" fmla="*/ 5337152 w 6514506"/>
              <a:gd name="connsiteY182" fmla="*/ 3588162 h 3658174"/>
              <a:gd name="connsiteX183" fmla="*/ 5337152 w 6514506"/>
              <a:gd name="connsiteY183" fmla="*/ 3583399 h 3658174"/>
              <a:gd name="connsiteX184" fmla="*/ 5335914 w 6514506"/>
              <a:gd name="connsiteY184" fmla="*/ 3581018 h 3658174"/>
              <a:gd name="connsiteX185" fmla="*/ 5343058 w 6514506"/>
              <a:gd name="connsiteY185" fmla="*/ 3581018 h 3658174"/>
              <a:gd name="connsiteX186" fmla="*/ 5348487 w 6514506"/>
              <a:gd name="connsiteY186" fmla="*/ 3575875 h 3658174"/>
              <a:gd name="connsiteX187" fmla="*/ 5350582 w 6514506"/>
              <a:gd name="connsiteY187" fmla="*/ 3572541 h 3658174"/>
              <a:gd name="connsiteX188" fmla="*/ 5355345 w 6514506"/>
              <a:gd name="connsiteY188" fmla="*/ 3574065 h 3658174"/>
              <a:gd name="connsiteX189" fmla="*/ 5363155 w 6514506"/>
              <a:gd name="connsiteY189" fmla="*/ 3570731 h 3658174"/>
              <a:gd name="connsiteX190" fmla="*/ 5325115 w 6514506"/>
              <a:gd name="connsiteY190" fmla="*/ 3566208 h 3658174"/>
              <a:gd name="connsiteX191" fmla="*/ 5327245 w 6514506"/>
              <a:gd name="connsiteY191" fmla="*/ 3569874 h 3658174"/>
              <a:gd name="connsiteX192" fmla="*/ 5331722 w 6514506"/>
              <a:gd name="connsiteY192" fmla="*/ 3581590 h 3658174"/>
              <a:gd name="connsiteX193" fmla="*/ 5331151 w 6514506"/>
              <a:gd name="connsiteY193" fmla="*/ 3587591 h 3658174"/>
              <a:gd name="connsiteX194" fmla="*/ 5329341 w 6514506"/>
              <a:gd name="connsiteY194" fmla="*/ 3583686 h 3658174"/>
              <a:gd name="connsiteX195" fmla="*/ 5325150 w 6514506"/>
              <a:gd name="connsiteY195" fmla="*/ 3580352 h 3658174"/>
              <a:gd name="connsiteX196" fmla="*/ 5321816 w 6514506"/>
              <a:gd name="connsiteY196" fmla="*/ 3571970 h 3658174"/>
              <a:gd name="connsiteX197" fmla="*/ 5322769 w 6514506"/>
              <a:gd name="connsiteY197" fmla="*/ 3566541 h 3658174"/>
              <a:gd name="connsiteX198" fmla="*/ 5325115 w 6514506"/>
              <a:gd name="connsiteY198" fmla="*/ 3566208 h 3658174"/>
              <a:gd name="connsiteX199" fmla="*/ 5336294 w 6514506"/>
              <a:gd name="connsiteY199" fmla="*/ 3564445 h 3658174"/>
              <a:gd name="connsiteX200" fmla="*/ 5339914 w 6514506"/>
              <a:gd name="connsiteY200" fmla="*/ 3564445 h 3658174"/>
              <a:gd name="connsiteX201" fmla="*/ 5337818 w 6514506"/>
              <a:gd name="connsiteY201" fmla="*/ 3566540 h 3658174"/>
              <a:gd name="connsiteX202" fmla="*/ 5336294 w 6514506"/>
              <a:gd name="connsiteY202" fmla="*/ 3564445 h 3658174"/>
              <a:gd name="connsiteX203" fmla="*/ 5344523 w 6514506"/>
              <a:gd name="connsiteY203" fmla="*/ 3547931 h 3658174"/>
              <a:gd name="connsiteX204" fmla="*/ 5345534 w 6514506"/>
              <a:gd name="connsiteY204" fmla="*/ 3549681 h 3658174"/>
              <a:gd name="connsiteX205" fmla="*/ 5345820 w 6514506"/>
              <a:gd name="connsiteY205" fmla="*/ 3556539 h 3658174"/>
              <a:gd name="connsiteX206" fmla="*/ 5344296 w 6514506"/>
              <a:gd name="connsiteY206" fmla="*/ 3552920 h 3658174"/>
              <a:gd name="connsiteX207" fmla="*/ 5344010 w 6514506"/>
              <a:gd name="connsiteY207" fmla="*/ 3548824 h 3658174"/>
              <a:gd name="connsiteX208" fmla="*/ 5344523 w 6514506"/>
              <a:gd name="connsiteY208" fmla="*/ 3547931 h 3658174"/>
              <a:gd name="connsiteX209" fmla="*/ 5339819 w 6514506"/>
              <a:gd name="connsiteY209" fmla="*/ 3543776 h 3658174"/>
              <a:gd name="connsiteX210" fmla="*/ 5338295 w 6514506"/>
              <a:gd name="connsiteY210" fmla="*/ 3548539 h 3658174"/>
              <a:gd name="connsiteX211" fmla="*/ 5335914 w 6514506"/>
              <a:gd name="connsiteY211" fmla="*/ 3548824 h 3658174"/>
              <a:gd name="connsiteX212" fmla="*/ 5339819 w 6514506"/>
              <a:gd name="connsiteY212" fmla="*/ 3543776 h 3658174"/>
              <a:gd name="connsiteX213" fmla="*/ 5337437 w 6514506"/>
              <a:gd name="connsiteY213" fmla="*/ 3542919 h 3658174"/>
              <a:gd name="connsiteX214" fmla="*/ 5335342 w 6514506"/>
              <a:gd name="connsiteY214" fmla="*/ 3547681 h 3658174"/>
              <a:gd name="connsiteX215" fmla="*/ 5331437 w 6514506"/>
              <a:gd name="connsiteY215" fmla="*/ 3550348 h 3658174"/>
              <a:gd name="connsiteX216" fmla="*/ 5333532 w 6514506"/>
              <a:gd name="connsiteY216" fmla="*/ 3545871 h 3658174"/>
              <a:gd name="connsiteX217" fmla="*/ 5337437 w 6514506"/>
              <a:gd name="connsiteY217" fmla="*/ 3542919 h 3658174"/>
              <a:gd name="connsiteX218" fmla="*/ 5350011 w 6514506"/>
              <a:gd name="connsiteY218" fmla="*/ 3539204 h 3658174"/>
              <a:gd name="connsiteX219" fmla="*/ 5350868 w 6514506"/>
              <a:gd name="connsiteY219" fmla="*/ 3542824 h 3658174"/>
              <a:gd name="connsiteX220" fmla="*/ 5347915 w 6514506"/>
              <a:gd name="connsiteY220" fmla="*/ 3546729 h 3658174"/>
              <a:gd name="connsiteX221" fmla="*/ 5347629 w 6514506"/>
              <a:gd name="connsiteY221" fmla="*/ 3540442 h 3658174"/>
              <a:gd name="connsiteX222" fmla="*/ 5347725 w 6514506"/>
              <a:gd name="connsiteY222" fmla="*/ 3527583 h 3658174"/>
              <a:gd name="connsiteX223" fmla="*/ 5347725 w 6514506"/>
              <a:gd name="connsiteY223" fmla="*/ 3534727 h 3658174"/>
              <a:gd name="connsiteX224" fmla="*/ 5344391 w 6514506"/>
              <a:gd name="connsiteY224" fmla="*/ 3533870 h 3658174"/>
              <a:gd name="connsiteX225" fmla="*/ 5344963 w 6514506"/>
              <a:gd name="connsiteY225" fmla="*/ 3531774 h 3658174"/>
              <a:gd name="connsiteX226" fmla="*/ 5340200 w 6514506"/>
              <a:gd name="connsiteY226" fmla="*/ 3532632 h 3658174"/>
              <a:gd name="connsiteX227" fmla="*/ 5336295 w 6514506"/>
              <a:gd name="connsiteY227" fmla="*/ 3536251 h 3658174"/>
              <a:gd name="connsiteX228" fmla="*/ 5336009 w 6514506"/>
              <a:gd name="connsiteY228" fmla="*/ 3532632 h 3658174"/>
              <a:gd name="connsiteX229" fmla="*/ 5347725 w 6514506"/>
              <a:gd name="connsiteY229" fmla="*/ 3527583 h 3658174"/>
              <a:gd name="connsiteX230" fmla="*/ 5357250 w 6514506"/>
              <a:gd name="connsiteY230" fmla="*/ 3512343 h 3658174"/>
              <a:gd name="connsiteX231" fmla="*/ 5359631 w 6514506"/>
              <a:gd name="connsiteY231" fmla="*/ 3515963 h 3658174"/>
              <a:gd name="connsiteX232" fmla="*/ 5356679 w 6514506"/>
              <a:gd name="connsiteY232" fmla="*/ 3523773 h 3658174"/>
              <a:gd name="connsiteX233" fmla="*/ 5353345 w 6514506"/>
              <a:gd name="connsiteY233" fmla="*/ 3524630 h 3658174"/>
              <a:gd name="connsiteX234" fmla="*/ 5353059 w 6514506"/>
              <a:gd name="connsiteY234" fmla="*/ 3519296 h 3658174"/>
              <a:gd name="connsiteX235" fmla="*/ 5355726 w 6514506"/>
              <a:gd name="connsiteY235" fmla="*/ 3514153 h 3658174"/>
              <a:gd name="connsiteX236" fmla="*/ 5357250 w 6514506"/>
              <a:gd name="connsiteY236" fmla="*/ 3512343 h 3658174"/>
              <a:gd name="connsiteX237" fmla="*/ 5364679 w 6514506"/>
              <a:gd name="connsiteY237" fmla="*/ 3508438 h 3658174"/>
              <a:gd name="connsiteX238" fmla="*/ 5366775 w 6514506"/>
              <a:gd name="connsiteY238" fmla="*/ 3509010 h 3658174"/>
              <a:gd name="connsiteX239" fmla="*/ 5367060 w 6514506"/>
              <a:gd name="connsiteY239" fmla="*/ 3515010 h 3658174"/>
              <a:gd name="connsiteX240" fmla="*/ 5364679 w 6514506"/>
              <a:gd name="connsiteY240" fmla="*/ 3517392 h 3658174"/>
              <a:gd name="connsiteX241" fmla="*/ 5363822 w 6514506"/>
              <a:gd name="connsiteY241" fmla="*/ 3511391 h 3658174"/>
              <a:gd name="connsiteX242" fmla="*/ 5364679 w 6514506"/>
              <a:gd name="connsiteY242" fmla="*/ 3508438 h 3658174"/>
              <a:gd name="connsiteX243" fmla="*/ 5353249 w 6514506"/>
              <a:gd name="connsiteY243" fmla="*/ 3507771 h 3658174"/>
              <a:gd name="connsiteX244" fmla="*/ 5352677 w 6514506"/>
              <a:gd name="connsiteY244" fmla="*/ 3510819 h 3658174"/>
              <a:gd name="connsiteX245" fmla="*/ 5350868 w 6514506"/>
              <a:gd name="connsiteY245" fmla="*/ 3513200 h 3658174"/>
              <a:gd name="connsiteX246" fmla="*/ 5348200 w 6514506"/>
              <a:gd name="connsiteY246" fmla="*/ 3517105 h 3658174"/>
              <a:gd name="connsiteX247" fmla="*/ 5347344 w 6514506"/>
              <a:gd name="connsiteY247" fmla="*/ 3514724 h 3658174"/>
              <a:gd name="connsiteX248" fmla="*/ 5349343 w 6514506"/>
              <a:gd name="connsiteY248" fmla="*/ 3509295 h 3658174"/>
              <a:gd name="connsiteX249" fmla="*/ 5353249 w 6514506"/>
              <a:gd name="connsiteY249" fmla="*/ 3507771 h 3658174"/>
              <a:gd name="connsiteX250" fmla="*/ 5362679 w 6514506"/>
              <a:gd name="connsiteY250" fmla="*/ 3498532 h 3658174"/>
              <a:gd name="connsiteX251" fmla="*/ 5364774 w 6514506"/>
              <a:gd name="connsiteY251" fmla="*/ 3500342 h 3658174"/>
              <a:gd name="connsiteX252" fmla="*/ 5361441 w 6514506"/>
              <a:gd name="connsiteY252" fmla="*/ 3503009 h 3658174"/>
              <a:gd name="connsiteX253" fmla="*/ 5353916 w 6514506"/>
              <a:gd name="connsiteY253" fmla="*/ 3504819 h 3658174"/>
              <a:gd name="connsiteX254" fmla="*/ 5353059 w 6514506"/>
              <a:gd name="connsiteY254" fmla="*/ 3503009 h 3658174"/>
              <a:gd name="connsiteX255" fmla="*/ 5354869 w 6514506"/>
              <a:gd name="connsiteY255" fmla="*/ 3499675 h 3658174"/>
              <a:gd name="connsiteX256" fmla="*/ 5358774 w 6514506"/>
              <a:gd name="connsiteY256" fmla="*/ 3498818 h 3658174"/>
              <a:gd name="connsiteX257" fmla="*/ 5362679 w 6514506"/>
              <a:gd name="connsiteY257" fmla="*/ 3498532 h 3658174"/>
              <a:gd name="connsiteX258" fmla="*/ 5386586 w 6514506"/>
              <a:gd name="connsiteY258" fmla="*/ 3468909 h 3658174"/>
              <a:gd name="connsiteX259" fmla="*/ 5390491 w 6514506"/>
              <a:gd name="connsiteY259" fmla="*/ 3469195 h 3658174"/>
              <a:gd name="connsiteX260" fmla="*/ 5386300 w 6514506"/>
              <a:gd name="connsiteY260" fmla="*/ 3477577 h 3658174"/>
              <a:gd name="connsiteX261" fmla="*/ 5378490 w 6514506"/>
              <a:gd name="connsiteY261" fmla="*/ 3489007 h 3658174"/>
              <a:gd name="connsiteX262" fmla="*/ 5371917 w 6514506"/>
              <a:gd name="connsiteY262" fmla="*/ 3497103 h 3658174"/>
              <a:gd name="connsiteX263" fmla="*/ 5369536 w 6514506"/>
              <a:gd name="connsiteY263" fmla="*/ 3493769 h 3658174"/>
              <a:gd name="connsiteX264" fmla="*/ 5373442 w 6514506"/>
              <a:gd name="connsiteY264" fmla="*/ 3487483 h 3658174"/>
              <a:gd name="connsiteX265" fmla="*/ 5374013 w 6514506"/>
              <a:gd name="connsiteY265" fmla="*/ 3483292 h 3658174"/>
              <a:gd name="connsiteX266" fmla="*/ 5368584 w 6514506"/>
              <a:gd name="connsiteY266" fmla="*/ 3490436 h 3658174"/>
              <a:gd name="connsiteX267" fmla="*/ 5365917 w 6514506"/>
              <a:gd name="connsiteY267" fmla="*/ 3489197 h 3658174"/>
              <a:gd name="connsiteX268" fmla="*/ 5369251 w 6514506"/>
              <a:gd name="connsiteY268" fmla="*/ 3481196 h 3658174"/>
              <a:gd name="connsiteX269" fmla="*/ 5371346 w 6514506"/>
              <a:gd name="connsiteY269" fmla="*/ 3477577 h 3658174"/>
              <a:gd name="connsiteX270" fmla="*/ 5380299 w 6514506"/>
              <a:gd name="connsiteY270" fmla="*/ 3477291 h 3658174"/>
              <a:gd name="connsiteX271" fmla="*/ 5383252 w 6514506"/>
              <a:gd name="connsiteY271" fmla="*/ 3473386 h 3658174"/>
              <a:gd name="connsiteX272" fmla="*/ 5386586 w 6514506"/>
              <a:gd name="connsiteY272" fmla="*/ 3468909 h 3658174"/>
              <a:gd name="connsiteX273" fmla="*/ 5381538 w 6514506"/>
              <a:gd name="connsiteY273" fmla="*/ 3459956 h 3658174"/>
              <a:gd name="connsiteX274" fmla="*/ 5379729 w 6514506"/>
              <a:gd name="connsiteY274" fmla="*/ 3464147 h 3658174"/>
              <a:gd name="connsiteX275" fmla="*/ 5378490 w 6514506"/>
              <a:gd name="connsiteY275" fmla="*/ 3462909 h 3658174"/>
              <a:gd name="connsiteX276" fmla="*/ 5381538 w 6514506"/>
              <a:gd name="connsiteY276" fmla="*/ 3459956 h 3658174"/>
              <a:gd name="connsiteX277" fmla="*/ 5394969 w 6514506"/>
              <a:gd name="connsiteY277" fmla="*/ 3457765 h 3658174"/>
              <a:gd name="connsiteX278" fmla="*/ 5396493 w 6514506"/>
              <a:gd name="connsiteY278" fmla="*/ 3460432 h 3658174"/>
              <a:gd name="connsiteX279" fmla="*/ 5393159 w 6514506"/>
              <a:gd name="connsiteY279" fmla="*/ 3467576 h 3658174"/>
              <a:gd name="connsiteX280" fmla="*/ 5390492 w 6514506"/>
              <a:gd name="connsiteY280" fmla="*/ 3464052 h 3658174"/>
              <a:gd name="connsiteX281" fmla="*/ 5390778 w 6514506"/>
              <a:gd name="connsiteY281" fmla="*/ 3460432 h 3658174"/>
              <a:gd name="connsiteX282" fmla="*/ 5394969 w 6514506"/>
              <a:gd name="connsiteY282" fmla="*/ 3457765 h 3658174"/>
              <a:gd name="connsiteX283" fmla="*/ 5390611 w 6514506"/>
              <a:gd name="connsiteY283" fmla="*/ 3451299 h 3658174"/>
              <a:gd name="connsiteX284" fmla="*/ 5391730 w 6514506"/>
              <a:gd name="connsiteY284" fmla="*/ 3453193 h 3658174"/>
              <a:gd name="connsiteX285" fmla="*/ 5390491 w 6514506"/>
              <a:gd name="connsiteY285" fmla="*/ 3457384 h 3658174"/>
              <a:gd name="connsiteX286" fmla="*/ 5389920 w 6514506"/>
              <a:gd name="connsiteY286" fmla="*/ 3452335 h 3658174"/>
              <a:gd name="connsiteX287" fmla="*/ 5390611 w 6514506"/>
              <a:gd name="connsiteY287" fmla="*/ 3451299 h 3658174"/>
              <a:gd name="connsiteX288" fmla="*/ 5385646 w 6514506"/>
              <a:gd name="connsiteY288" fmla="*/ 3450633 h 3658174"/>
              <a:gd name="connsiteX289" fmla="*/ 5386872 w 6514506"/>
              <a:gd name="connsiteY289" fmla="*/ 3451478 h 3658174"/>
              <a:gd name="connsiteX290" fmla="*/ 5387158 w 6514506"/>
              <a:gd name="connsiteY290" fmla="*/ 3461098 h 3658174"/>
              <a:gd name="connsiteX291" fmla="*/ 5385062 w 6514506"/>
              <a:gd name="connsiteY291" fmla="*/ 3458717 h 3658174"/>
              <a:gd name="connsiteX292" fmla="*/ 5385348 w 6514506"/>
              <a:gd name="connsiteY292" fmla="*/ 3452716 h 3658174"/>
              <a:gd name="connsiteX293" fmla="*/ 5385646 w 6514506"/>
              <a:gd name="connsiteY293" fmla="*/ 3450633 h 3658174"/>
              <a:gd name="connsiteX294" fmla="*/ 5407255 w 6514506"/>
              <a:gd name="connsiteY294" fmla="*/ 3447288 h 3658174"/>
              <a:gd name="connsiteX295" fmla="*/ 5412018 w 6514506"/>
              <a:gd name="connsiteY295" fmla="*/ 3450622 h 3658174"/>
              <a:gd name="connsiteX296" fmla="*/ 5410494 w 6514506"/>
              <a:gd name="connsiteY296" fmla="*/ 3451860 h 3658174"/>
              <a:gd name="connsiteX297" fmla="*/ 5407255 w 6514506"/>
              <a:gd name="connsiteY297" fmla="*/ 3450241 h 3658174"/>
              <a:gd name="connsiteX298" fmla="*/ 5407255 w 6514506"/>
              <a:gd name="connsiteY298" fmla="*/ 3447288 h 3658174"/>
              <a:gd name="connsiteX299" fmla="*/ 5398302 w 6514506"/>
              <a:gd name="connsiteY299" fmla="*/ 3445764 h 3658174"/>
              <a:gd name="connsiteX300" fmla="*/ 5395635 w 6514506"/>
              <a:gd name="connsiteY300" fmla="*/ 3451478 h 3658174"/>
              <a:gd name="connsiteX301" fmla="*/ 5394111 w 6514506"/>
              <a:gd name="connsiteY301" fmla="*/ 3449955 h 3658174"/>
              <a:gd name="connsiteX302" fmla="*/ 5395921 w 6514506"/>
              <a:gd name="connsiteY302" fmla="*/ 3446049 h 3658174"/>
              <a:gd name="connsiteX303" fmla="*/ 5398302 w 6514506"/>
              <a:gd name="connsiteY303" fmla="*/ 3445764 h 3658174"/>
              <a:gd name="connsiteX304" fmla="*/ 3368335 w 6514506"/>
              <a:gd name="connsiteY304" fmla="*/ 3389280 h 3658174"/>
              <a:gd name="connsiteX305" fmla="*/ 3371287 w 6514506"/>
              <a:gd name="connsiteY305" fmla="*/ 3390804 h 3658174"/>
              <a:gd name="connsiteX306" fmla="*/ 3371002 w 6514506"/>
              <a:gd name="connsiteY306" fmla="*/ 3395186 h 3658174"/>
              <a:gd name="connsiteX307" fmla="*/ 3367096 w 6514506"/>
              <a:gd name="connsiteY307" fmla="*/ 3396424 h 3658174"/>
              <a:gd name="connsiteX308" fmla="*/ 3368335 w 6514506"/>
              <a:gd name="connsiteY308" fmla="*/ 3389280 h 3658174"/>
              <a:gd name="connsiteX309" fmla="*/ 5454595 w 6514506"/>
              <a:gd name="connsiteY309" fmla="*/ 3380136 h 3658174"/>
              <a:gd name="connsiteX310" fmla="*/ 5456119 w 6514506"/>
              <a:gd name="connsiteY310" fmla="*/ 3381660 h 3658174"/>
              <a:gd name="connsiteX311" fmla="*/ 5450119 w 6514506"/>
              <a:gd name="connsiteY311" fmla="*/ 3384041 h 3658174"/>
              <a:gd name="connsiteX312" fmla="*/ 5450119 w 6514506"/>
              <a:gd name="connsiteY312" fmla="*/ 3382231 h 3658174"/>
              <a:gd name="connsiteX313" fmla="*/ 5454595 w 6514506"/>
              <a:gd name="connsiteY313" fmla="*/ 3380136 h 3658174"/>
              <a:gd name="connsiteX314" fmla="*/ 5455166 w 6514506"/>
              <a:gd name="connsiteY314" fmla="*/ 3375659 h 3658174"/>
              <a:gd name="connsiteX315" fmla="*/ 5450403 w 6514506"/>
              <a:gd name="connsiteY315" fmla="*/ 3377755 h 3658174"/>
              <a:gd name="connsiteX316" fmla="*/ 5450118 w 6514506"/>
              <a:gd name="connsiteY316" fmla="*/ 3376230 h 3658174"/>
              <a:gd name="connsiteX317" fmla="*/ 5474026 w 6514506"/>
              <a:gd name="connsiteY317" fmla="*/ 3366039 h 3658174"/>
              <a:gd name="connsiteX318" fmla="*/ 5479456 w 6514506"/>
              <a:gd name="connsiteY318" fmla="*/ 3366325 h 3658174"/>
              <a:gd name="connsiteX319" fmla="*/ 5481265 w 6514506"/>
              <a:gd name="connsiteY319" fmla="*/ 3370802 h 3658174"/>
              <a:gd name="connsiteX320" fmla="*/ 5476503 w 6514506"/>
              <a:gd name="connsiteY320" fmla="*/ 3375278 h 3658174"/>
              <a:gd name="connsiteX321" fmla="*/ 5467168 w 6514506"/>
              <a:gd name="connsiteY321" fmla="*/ 3376517 h 3658174"/>
              <a:gd name="connsiteX322" fmla="*/ 5465073 w 6514506"/>
              <a:gd name="connsiteY322" fmla="*/ 3373564 h 3658174"/>
              <a:gd name="connsiteX323" fmla="*/ 5468025 w 6514506"/>
              <a:gd name="connsiteY323" fmla="*/ 3368135 h 3658174"/>
              <a:gd name="connsiteX324" fmla="*/ 5474026 w 6514506"/>
              <a:gd name="connsiteY324" fmla="*/ 3366039 h 3658174"/>
              <a:gd name="connsiteX325" fmla="*/ 3495588 w 6514506"/>
              <a:gd name="connsiteY325" fmla="*/ 3304793 h 3658174"/>
              <a:gd name="connsiteX326" fmla="*/ 3497684 w 6514506"/>
              <a:gd name="connsiteY326" fmla="*/ 3305651 h 3658174"/>
              <a:gd name="connsiteX327" fmla="*/ 3494731 w 6514506"/>
              <a:gd name="connsiteY327" fmla="*/ 3310223 h 3658174"/>
              <a:gd name="connsiteX328" fmla="*/ 3495588 w 6514506"/>
              <a:gd name="connsiteY328" fmla="*/ 3304793 h 3658174"/>
              <a:gd name="connsiteX329" fmla="*/ 5501387 w 6514506"/>
              <a:gd name="connsiteY329" fmla="*/ 3295530 h 3658174"/>
              <a:gd name="connsiteX330" fmla="*/ 5503744 w 6514506"/>
              <a:gd name="connsiteY330" fmla="*/ 3298316 h 3658174"/>
              <a:gd name="connsiteX331" fmla="*/ 5509745 w 6514506"/>
              <a:gd name="connsiteY331" fmla="*/ 3303079 h 3658174"/>
              <a:gd name="connsiteX332" fmla="*/ 5508507 w 6514506"/>
              <a:gd name="connsiteY332" fmla="*/ 3306984 h 3658174"/>
              <a:gd name="connsiteX333" fmla="*/ 5505173 w 6514506"/>
              <a:gd name="connsiteY333" fmla="*/ 3310889 h 3658174"/>
              <a:gd name="connsiteX334" fmla="*/ 5501554 w 6514506"/>
              <a:gd name="connsiteY334" fmla="*/ 3312413 h 3658174"/>
              <a:gd name="connsiteX335" fmla="*/ 5497077 w 6514506"/>
              <a:gd name="connsiteY335" fmla="*/ 3314794 h 3658174"/>
              <a:gd name="connsiteX336" fmla="*/ 5491076 w 6514506"/>
              <a:gd name="connsiteY336" fmla="*/ 3316318 h 3658174"/>
              <a:gd name="connsiteX337" fmla="*/ 5490505 w 6514506"/>
              <a:gd name="connsiteY337" fmla="*/ 3326796 h 3658174"/>
              <a:gd name="connsiteX338" fmla="*/ 5486314 w 6514506"/>
              <a:gd name="connsiteY338" fmla="*/ 3330130 h 3658174"/>
              <a:gd name="connsiteX339" fmla="*/ 5479741 w 6514506"/>
              <a:gd name="connsiteY339" fmla="*/ 3336130 h 3658174"/>
              <a:gd name="connsiteX340" fmla="*/ 5473169 w 6514506"/>
              <a:gd name="connsiteY340" fmla="*/ 3333749 h 3658174"/>
              <a:gd name="connsiteX341" fmla="*/ 5481551 w 6514506"/>
              <a:gd name="connsiteY341" fmla="*/ 3325081 h 3658174"/>
              <a:gd name="connsiteX342" fmla="*/ 5485171 w 6514506"/>
              <a:gd name="connsiteY342" fmla="*/ 3315747 h 3658174"/>
              <a:gd name="connsiteX343" fmla="*/ 5489362 w 6514506"/>
              <a:gd name="connsiteY343" fmla="*/ 3309175 h 3658174"/>
              <a:gd name="connsiteX344" fmla="*/ 5498315 w 6514506"/>
              <a:gd name="connsiteY344" fmla="*/ 3297745 h 3658174"/>
              <a:gd name="connsiteX345" fmla="*/ 5501387 w 6514506"/>
              <a:gd name="connsiteY345" fmla="*/ 3295530 h 3658174"/>
              <a:gd name="connsiteX346" fmla="*/ 3536391 w 6514506"/>
              <a:gd name="connsiteY346" fmla="*/ 3210092 h 3658174"/>
              <a:gd name="connsiteX347" fmla="*/ 3537307 w 6514506"/>
              <a:gd name="connsiteY347" fmla="*/ 3213068 h 3658174"/>
              <a:gd name="connsiteX348" fmla="*/ 3540355 w 6514506"/>
              <a:gd name="connsiteY348" fmla="*/ 3214783 h 3658174"/>
              <a:gd name="connsiteX349" fmla="*/ 3538831 w 6514506"/>
              <a:gd name="connsiteY349" fmla="*/ 3218974 h 3658174"/>
              <a:gd name="connsiteX350" fmla="*/ 3530449 w 6514506"/>
              <a:gd name="connsiteY350" fmla="*/ 3222593 h 3658174"/>
              <a:gd name="connsiteX351" fmla="*/ 3532831 w 6514506"/>
              <a:gd name="connsiteY351" fmla="*/ 3211830 h 3658174"/>
              <a:gd name="connsiteX352" fmla="*/ 3536391 w 6514506"/>
              <a:gd name="connsiteY352" fmla="*/ 3210092 h 3658174"/>
              <a:gd name="connsiteX353" fmla="*/ 3814200 w 6514506"/>
              <a:gd name="connsiteY353" fmla="*/ 3148679 h 3658174"/>
              <a:gd name="connsiteX354" fmla="*/ 3816962 w 6514506"/>
              <a:gd name="connsiteY354" fmla="*/ 3151250 h 3658174"/>
              <a:gd name="connsiteX355" fmla="*/ 3816962 w 6514506"/>
              <a:gd name="connsiteY355" fmla="*/ 3155346 h 3658174"/>
              <a:gd name="connsiteX356" fmla="*/ 3813343 w 6514506"/>
              <a:gd name="connsiteY356" fmla="*/ 3158299 h 3658174"/>
              <a:gd name="connsiteX357" fmla="*/ 3810961 w 6514506"/>
              <a:gd name="connsiteY357" fmla="*/ 3154680 h 3658174"/>
              <a:gd name="connsiteX358" fmla="*/ 3807628 w 6514506"/>
              <a:gd name="connsiteY358" fmla="*/ 3150489 h 3658174"/>
              <a:gd name="connsiteX359" fmla="*/ 3809723 w 6514506"/>
              <a:gd name="connsiteY359" fmla="*/ 3148965 h 3658174"/>
              <a:gd name="connsiteX360" fmla="*/ 3814200 w 6514506"/>
              <a:gd name="connsiteY360" fmla="*/ 3148679 h 3658174"/>
              <a:gd name="connsiteX361" fmla="*/ 3630843 w 6514506"/>
              <a:gd name="connsiteY361" fmla="*/ 3065907 h 3658174"/>
              <a:gd name="connsiteX362" fmla="*/ 3633224 w 6514506"/>
              <a:gd name="connsiteY362" fmla="*/ 3068288 h 3658174"/>
              <a:gd name="connsiteX363" fmla="*/ 3633796 w 6514506"/>
              <a:gd name="connsiteY363" fmla="*/ 3073432 h 3658174"/>
              <a:gd name="connsiteX364" fmla="*/ 3636177 w 6514506"/>
              <a:gd name="connsiteY364" fmla="*/ 3079718 h 3658174"/>
              <a:gd name="connsiteX365" fmla="*/ 3638558 w 6514506"/>
              <a:gd name="connsiteY365" fmla="*/ 3089624 h 3658174"/>
              <a:gd name="connsiteX366" fmla="*/ 3647512 w 6514506"/>
              <a:gd name="connsiteY366" fmla="*/ 3081813 h 3658174"/>
              <a:gd name="connsiteX367" fmla="*/ 3649893 w 6514506"/>
              <a:gd name="connsiteY367" fmla="*/ 3084195 h 3658174"/>
              <a:gd name="connsiteX368" fmla="*/ 3653227 w 6514506"/>
              <a:gd name="connsiteY368" fmla="*/ 3084480 h 3658174"/>
              <a:gd name="connsiteX369" fmla="*/ 3656846 w 6514506"/>
              <a:gd name="connsiteY369" fmla="*/ 3081147 h 3658174"/>
              <a:gd name="connsiteX370" fmla="*/ 3654751 w 6514506"/>
              <a:gd name="connsiteY370" fmla="*/ 3087719 h 3658174"/>
              <a:gd name="connsiteX371" fmla="*/ 3654179 w 6514506"/>
              <a:gd name="connsiteY371" fmla="*/ 3091338 h 3658174"/>
              <a:gd name="connsiteX372" fmla="*/ 3653607 w 6514506"/>
              <a:gd name="connsiteY372" fmla="*/ 3095244 h 3658174"/>
              <a:gd name="connsiteX373" fmla="*/ 3652084 w 6514506"/>
              <a:gd name="connsiteY373" fmla="*/ 3099435 h 3658174"/>
              <a:gd name="connsiteX374" fmla="*/ 3653322 w 6514506"/>
              <a:gd name="connsiteY374" fmla="*/ 3103911 h 3658174"/>
              <a:gd name="connsiteX375" fmla="*/ 3644940 w 6514506"/>
              <a:gd name="connsiteY375" fmla="*/ 3115627 h 3658174"/>
              <a:gd name="connsiteX376" fmla="*/ 3634748 w 6514506"/>
              <a:gd name="connsiteY376" fmla="*/ 3127915 h 3658174"/>
              <a:gd name="connsiteX377" fmla="*/ 3627223 w 6514506"/>
              <a:gd name="connsiteY377" fmla="*/ 3137535 h 3658174"/>
              <a:gd name="connsiteX378" fmla="*/ 3633224 w 6514506"/>
              <a:gd name="connsiteY378" fmla="*/ 3143535 h 3658174"/>
              <a:gd name="connsiteX379" fmla="*/ 3627509 w 6514506"/>
              <a:gd name="connsiteY379" fmla="*/ 3148965 h 3658174"/>
              <a:gd name="connsiteX380" fmla="*/ 3619984 w 6514506"/>
              <a:gd name="connsiteY380" fmla="*/ 3147726 h 3658174"/>
              <a:gd name="connsiteX381" fmla="*/ 3613984 w 6514506"/>
              <a:gd name="connsiteY381" fmla="*/ 3146869 h 3658174"/>
              <a:gd name="connsiteX382" fmla="*/ 3611888 w 6514506"/>
              <a:gd name="connsiteY382" fmla="*/ 3148679 h 3658174"/>
              <a:gd name="connsiteX383" fmla="*/ 3605887 w 6514506"/>
              <a:gd name="connsiteY383" fmla="*/ 3153822 h 3658174"/>
              <a:gd name="connsiteX384" fmla="*/ 3600744 w 6514506"/>
              <a:gd name="connsiteY384" fmla="*/ 3156490 h 3658174"/>
              <a:gd name="connsiteX385" fmla="*/ 3597791 w 6514506"/>
              <a:gd name="connsiteY385" fmla="*/ 3157728 h 3658174"/>
              <a:gd name="connsiteX386" fmla="*/ 3595696 w 6514506"/>
              <a:gd name="connsiteY386" fmla="*/ 3162776 h 3658174"/>
              <a:gd name="connsiteX387" fmla="*/ 3595696 w 6514506"/>
              <a:gd name="connsiteY387" fmla="*/ 3169634 h 3658174"/>
              <a:gd name="connsiteX388" fmla="*/ 3589981 w 6514506"/>
              <a:gd name="connsiteY388" fmla="*/ 3181921 h 3658174"/>
              <a:gd name="connsiteX389" fmla="*/ 3587885 w 6514506"/>
              <a:gd name="connsiteY389" fmla="*/ 3190303 h 3658174"/>
              <a:gd name="connsiteX390" fmla="*/ 3582456 w 6514506"/>
              <a:gd name="connsiteY390" fmla="*/ 3196304 h 3658174"/>
              <a:gd name="connsiteX391" fmla="*/ 3575884 w 6514506"/>
              <a:gd name="connsiteY391" fmla="*/ 3199638 h 3658174"/>
              <a:gd name="connsiteX392" fmla="*/ 3570454 w 6514506"/>
              <a:gd name="connsiteY392" fmla="*/ 3203829 h 3658174"/>
              <a:gd name="connsiteX393" fmla="*/ 3565025 w 6514506"/>
              <a:gd name="connsiteY393" fmla="*/ 3206210 h 3658174"/>
              <a:gd name="connsiteX394" fmla="*/ 3557500 w 6514506"/>
              <a:gd name="connsiteY394" fmla="*/ 3210687 h 3658174"/>
              <a:gd name="connsiteX395" fmla="*/ 3548832 w 6514506"/>
              <a:gd name="connsiteY395" fmla="*/ 3211258 h 3658174"/>
              <a:gd name="connsiteX396" fmla="*/ 3544070 w 6514506"/>
              <a:gd name="connsiteY396" fmla="*/ 3208591 h 3658174"/>
              <a:gd name="connsiteX397" fmla="*/ 3541403 w 6514506"/>
              <a:gd name="connsiteY397" fmla="*/ 3205638 h 3658174"/>
              <a:gd name="connsiteX398" fmla="*/ 3536640 w 6514506"/>
              <a:gd name="connsiteY398" fmla="*/ 3203448 h 3658174"/>
              <a:gd name="connsiteX399" fmla="*/ 3529973 w 6514506"/>
              <a:gd name="connsiteY399" fmla="*/ 3198780 h 3658174"/>
              <a:gd name="connsiteX400" fmla="*/ 3516829 w 6514506"/>
              <a:gd name="connsiteY400" fmla="*/ 3197542 h 3658174"/>
              <a:gd name="connsiteX401" fmla="*/ 3510256 w 6514506"/>
              <a:gd name="connsiteY401" fmla="*/ 3192780 h 3658174"/>
              <a:gd name="connsiteX402" fmla="*/ 3516829 w 6514506"/>
              <a:gd name="connsiteY402" fmla="*/ 3188589 h 3658174"/>
              <a:gd name="connsiteX403" fmla="*/ 3519496 w 6514506"/>
              <a:gd name="connsiteY403" fmla="*/ 3185922 h 3658174"/>
              <a:gd name="connsiteX404" fmla="*/ 3520734 w 6514506"/>
              <a:gd name="connsiteY404" fmla="*/ 3180778 h 3658174"/>
              <a:gd name="connsiteX405" fmla="*/ 3521305 w 6514506"/>
              <a:gd name="connsiteY405" fmla="*/ 3176873 h 3658174"/>
              <a:gd name="connsiteX406" fmla="*/ 3527306 w 6514506"/>
              <a:gd name="connsiteY406" fmla="*/ 3170586 h 3658174"/>
              <a:gd name="connsiteX407" fmla="*/ 3532069 w 6514506"/>
              <a:gd name="connsiteY407" fmla="*/ 3167919 h 3658174"/>
              <a:gd name="connsiteX408" fmla="*/ 3535974 w 6514506"/>
              <a:gd name="connsiteY408" fmla="*/ 3164300 h 3658174"/>
              <a:gd name="connsiteX409" fmla="*/ 3539593 w 6514506"/>
              <a:gd name="connsiteY409" fmla="*/ 3160966 h 3658174"/>
              <a:gd name="connsiteX410" fmla="*/ 3542927 w 6514506"/>
              <a:gd name="connsiteY410" fmla="*/ 3158299 h 3658174"/>
              <a:gd name="connsiteX411" fmla="*/ 3546832 w 6514506"/>
              <a:gd name="connsiteY411" fmla="*/ 3152013 h 3658174"/>
              <a:gd name="connsiteX412" fmla="*/ 3551023 w 6514506"/>
              <a:gd name="connsiteY412" fmla="*/ 3148679 h 3658174"/>
              <a:gd name="connsiteX413" fmla="*/ 3557024 w 6514506"/>
              <a:gd name="connsiteY413" fmla="*/ 3146584 h 3658174"/>
              <a:gd name="connsiteX414" fmla="*/ 3566359 w 6514506"/>
              <a:gd name="connsiteY414" fmla="*/ 3147155 h 3658174"/>
              <a:gd name="connsiteX415" fmla="*/ 3566073 w 6514506"/>
              <a:gd name="connsiteY415" fmla="*/ 3144774 h 3658174"/>
              <a:gd name="connsiteX416" fmla="*/ 3566359 w 6514506"/>
              <a:gd name="connsiteY416" fmla="*/ 3142107 h 3658174"/>
              <a:gd name="connsiteX417" fmla="*/ 3575312 w 6514506"/>
              <a:gd name="connsiteY417" fmla="*/ 3137630 h 3658174"/>
              <a:gd name="connsiteX418" fmla="*/ 3581884 w 6514506"/>
              <a:gd name="connsiteY418" fmla="*/ 3133439 h 3658174"/>
              <a:gd name="connsiteX419" fmla="*/ 3591505 w 6514506"/>
              <a:gd name="connsiteY419" fmla="*/ 3127152 h 3658174"/>
              <a:gd name="connsiteX420" fmla="*/ 3600839 w 6514506"/>
              <a:gd name="connsiteY420" fmla="*/ 3111246 h 3658174"/>
              <a:gd name="connsiteX421" fmla="*/ 3606935 w 6514506"/>
              <a:gd name="connsiteY421" fmla="*/ 3098482 h 3658174"/>
              <a:gd name="connsiteX422" fmla="*/ 3614746 w 6514506"/>
              <a:gd name="connsiteY422" fmla="*/ 3089529 h 3658174"/>
              <a:gd name="connsiteX423" fmla="*/ 3621604 w 6514506"/>
              <a:gd name="connsiteY423" fmla="*/ 3078766 h 3658174"/>
              <a:gd name="connsiteX424" fmla="*/ 3626366 w 6514506"/>
              <a:gd name="connsiteY424" fmla="*/ 3072193 h 3658174"/>
              <a:gd name="connsiteX425" fmla="*/ 3630843 w 6514506"/>
              <a:gd name="connsiteY425" fmla="*/ 3065907 h 3658174"/>
              <a:gd name="connsiteX426" fmla="*/ 3128495 w 6514506"/>
              <a:gd name="connsiteY426" fmla="*/ 3064478 h 3658174"/>
              <a:gd name="connsiteX427" fmla="*/ 3138401 w 6514506"/>
              <a:gd name="connsiteY427" fmla="*/ 3067526 h 3658174"/>
              <a:gd name="connsiteX428" fmla="*/ 3148878 w 6514506"/>
              <a:gd name="connsiteY428" fmla="*/ 3072288 h 3658174"/>
              <a:gd name="connsiteX429" fmla="*/ 3159927 w 6514506"/>
              <a:gd name="connsiteY429" fmla="*/ 3077908 h 3658174"/>
              <a:gd name="connsiteX430" fmla="*/ 3167738 w 6514506"/>
              <a:gd name="connsiteY430" fmla="*/ 3076384 h 3658174"/>
              <a:gd name="connsiteX431" fmla="*/ 3171643 w 6514506"/>
              <a:gd name="connsiteY431" fmla="*/ 3073717 h 3658174"/>
              <a:gd name="connsiteX432" fmla="*/ 3174691 w 6514506"/>
              <a:gd name="connsiteY432" fmla="*/ 3073717 h 3658174"/>
              <a:gd name="connsiteX433" fmla="*/ 3177072 w 6514506"/>
              <a:gd name="connsiteY433" fmla="*/ 3072479 h 3658174"/>
              <a:gd name="connsiteX434" fmla="*/ 3181835 w 6514506"/>
              <a:gd name="connsiteY434" fmla="*/ 3071907 h 3658174"/>
              <a:gd name="connsiteX435" fmla="*/ 3187835 w 6514506"/>
              <a:gd name="connsiteY435" fmla="*/ 3069526 h 3658174"/>
              <a:gd name="connsiteX436" fmla="*/ 3192979 w 6514506"/>
              <a:gd name="connsiteY436" fmla="*/ 3071621 h 3658174"/>
              <a:gd name="connsiteX437" fmla="*/ 3193836 w 6514506"/>
              <a:gd name="connsiteY437" fmla="*/ 3079432 h 3658174"/>
              <a:gd name="connsiteX438" fmla="*/ 3194122 w 6514506"/>
              <a:gd name="connsiteY438" fmla="*/ 3084861 h 3658174"/>
              <a:gd name="connsiteX439" fmla="*/ 3195646 w 6514506"/>
              <a:gd name="connsiteY439" fmla="*/ 3093243 h 3658174"/>
              <a:gd name="connsiteX440" fmla="*/ 3195360 w 6514506"/>
              <a:gd name="connsiteY440" fmla="*/ 3100387 h 3658174"/>
              <a:gd name="connsiteX441" fmla="*/ 3192979 w 6514506"/>
              <a:gd name="connsiteY441" fmla="*/ 3101530 h 3658174"/>
              <a:gd name="connsiteX442" fmla="*/ 3190217 w 6514506"/>
              <a:gd name="connsiteY442" fmla="*/ 3102768 h 3658174"/>
              <a:gd name="connsiteX443" fmla="*/ 3189074 w 6514506"/>
              <a:gd name="connsiteY443" fmla="*/ 3109055 h 3658174"/>
              <a:gd name="connsiteX444" fmla="*/ 3187740 w 6514506"/>
              <a:gd name="connsiteY444" fmla="*/ 3114293 h 3658174"/>
              <a:gd name="connsiteX445" fmla="*/ 3188788 w 6514506"/>
              <a:gd name="connsiteY445" fmla="*/ 3118008 h 3658174"/>
              <a:gd name="connsiteX446" fmla="*/ 3188216 w 6514506"/>
              <a:gd name="connsiteY446" fmla="*/ 3125533 h 3658174"/>
              <a:gd name="connsiteX447" fmla="*/ 3185264 w 6514506"/>
              <a:gd name="connsiteY447" fmla="*/ 3123723 h 3658174"/>
              <a:gd name="connsiteX448" fmla="*/ 3184692 w 6514506"/>
              <a:gd name="connsiteY448" fmla="*/ 3119818 h 3658174"/>
              <a:gd name="connsiteX449" fmla="*/ 3181073 w 6514506"/>
              <a:gd name="connsiteY449" fmla="*/ 3112674 h 3658174"/>
              <a:gd name="connsiteX450" fmla="*/ 3181358 w 6514506"/>
              <a:gd name="connsiteY450" fmla="*/ 3118961 h 3658174"/>
              <a:gd name="connsiteX451" fmla="*/ 3177167 w 6514506"/>
              <a:gd name="connsiteY451" fmla="*/ 3117151 h 3658174"/>
              <a:gd name="connsiteX452" fmla="*/ 3176596 w 6514506"/>
              <a:gd name="connsiteY452" fmla="*/ 3123723 h 3658174"/>
              <a:gd name="connsiteX453" fmla="*/ 3177167 w 6514506"/>
              <a:gd name="connsiteY453" fmla="*/ 3131534 h 3658174"/>
              <a:gd name="connsiteX454" fmla="*/ 3171738 w 6514506"/>
              <a:gd name="connsiteY454" fmla="*/ 3133343 h 3658174"/>
              <a:gd name="connsiteX455" fmla="*/ 3171738 w 6514506"/>
              <a:gd name="connsiteY455" fmla="*/ 3127628 h 3658174"/>
              <a:gd name="connsiteX456" fmla="*/ 3169643 w 6514506"/>
              <a:gd name="connsiteY456" fmla="*/ 3131819 h 3658174"/>
              <a:gd name="connsiteX457" fmla="*/ 3163070 w 6514506"/>
              <a:gd name="connsiteY457" fmla="*/ 3132391 h 3658174"/>
              <a:gd name="connsiteX458" fmla="*/ 3160403 w 6514506"/>
              <a:gd name="connsiteY458" fmla="*/ 3131819 h 3658174"/>
              <a:gd name="connsiteX459" fmla="*/ 3152593 w 6514506"/>
              <a:gd name="connsiteY459" fmla="*/ 3130962 h 3658174"/>
              <a:gd name="connsiteX460" fmla="*/ 3153831 w 6514506"/>
              <a:gd name="connsiteY460" fmla="*/ 3128581 h 3658174"/>
              <a:gd name="connsiteX461" fmla="*/ 3154117 w 6514506"/>
              <a:gd name="connsiteY461" fmla="*/ 3126771 h 3658174"/>
              <a:gd name="connsiteX462" fmla="*/ 3146973 w 6514506"/>
              <a:gd name="connsiteY462" fmla="*/ 3122294 h 3658174"/>
              <a:gd name="connsiteX463" fmla="*/ 3143640 w 6514506"/>
              <a:gd name="connsiteY463" fmla="*/ 3119913 h 3658174"/>
              <a:gd name="connsiteX464" fmla="*/ 3139448 w 6514506"/>
              <a:gd name="connsiteY464" fmla="*/ 3112769 h 3658174"/>
              <a:gd name="connsiteX465" fmla="*/ 3138210 w 6514506"/>
              <a:gd name="connsiteY465" fmla="*/ 3107721 h 3658174"/>
              <a:gd name="connsiteX466" fmla="*/ 3140877 w 6514506"/>
              <a:gd name="connsiteY466" fmla="*/ 3106483 h 3658174"/>
              <a:gd name="connsiteX467" fmla="*/ 3143544 w 6514506"/>
              <a:gd name="connsiteY467" fmla="*/ 3105626 h 3658174"/>
              <a:gd name="connsiteX468" fmla="*/ 3140591 w 6514506"/>
              <a:gd name="connsiteY468" fmla="*/ 3102292 h 3658174"/>
              <a:gd name="connsiteX469" fmla="*/ 3136972 w 6514506"/>
              <a:gd name="connsiteY469" fmla="*/ 3099244 h 3658174"/>
              <a:gd name="connsiteX470" fmla="*/ 3135448 w 6514506"/>
              <a:gd name="connsiteY470" fmla="*/ 3094196 h 3658174"/>
              <a:gd name="connsiteX471" fmla="*/ 3132114 w 6514506"/>
              <a:gd name="connsiteY471" fmla="*/ 3088195 h 3658174"/>
              <a:gd name="connsiteX472" fmla="*/ 3126399 w 6514506"/>
              <a:gd name="connsiteY472" fmla="*/ 3078575 h 3658174"/>
              <a:gd name="connsiteX473" fmla="*/ 3124875 w 6514506"/>
              <a:gd name="connsiteY473" fmla="*/ 3072002 h 3658174"/>
              <a:gd name="connsiteX474" fmla="*/ 3124875 w 6514506"/>
              <a:gd name="connsiteY474" fmla="*/ 3066859 h 3658174"/>
              <a:gd name="connsiteX475" fmla="*/ 3128495 w 6514506"/>
              <a:gd name="connsiteY475" fmla="*/ 3064478 h 3658174"/>
              <a:gd name="connsiteX476" fmla="*/ 3187931 w 6514506"/>
              <a:gd name="connsiteY476" fmla="*/ 3059049 h 3658174"/>
              <a:gd name="connsiteX477" fmla="*/ 3194503 w 6514506"/>
              <a:gd name="connsiteY477" fmla="*/ 3059621 h 3658174"/>
              <a:gd name="connsiteX478" fmla="*/ 3190979 w 6514506"/>
              <a:gd name="connsiteY478" fmla="*/ 3062478 h 3658174"/>
              <a:gd name="connsiteX479" fmla="*/ 3187931 w 6514506"/>
              <a:gd name="connsiteY479" fmla="*/ 3059049 h 3658174"/>
              <a:gd name="connsiteX480" fmla="*/ 3184883 w 6514506"/>
              <a:gd name="connsiteY480" fmla="*/ 3043142 h 3658174"/>
              <a:gd name="connsiteX481" fmla="*/ 3189360 w 6514506"/>
              <a:gd name="connsiteY481" fmla="*/ 3044666 h 3658174"/>
              <a:gd name="connsiteX482" fmla="*/ 3192694 w 6514506"/>
              <a:gd name="connsiteY482" fmla="*/ 3052953 h 3658174"/>
              <a:gd name="connsiteX483" fmla="*/ 3186979 w 6514506"/>
              <a:gd name="connsiteY483" fmla="*/ 3054191 h 3658174"/>
              <a:gd name="connsiteX484" fmla="*/ 3184883 w 6514506"/>
              <a:gd name="connsiteY484" fmla="*/ 3043142 h 3658174"/>
              <a:gd name="connsiteX485" fmla="*/ 3111660 w 6514506"/>
              <a:gd name="connsiteY485" fmla="*/ 3041641 h 3658174"/>
              <a:gd name="connsiteX486" fmla="*/ 3114112 w 6514506"/>
              <a:gd name="connsiteY486" fmla="*/ 3043427 h 3658174"/>
              <a:gd name="connsiteX487" fmla="*/ 3114970 w 6514506"/>
              <a:gd name="connsiteY487" fmla="*/ 3055715 h 3658174"/>
              <a:gd name="connsiteX488" fmla="*/ 3110207 w 6514506"/>
              <a:gd name="connsiteY488" fmla="*/ 3053619 h 3658174"/>
              <a:gd name="connsiteX489" fmla="*/ 3109921 w 6514506"/>
              <a:gd name="connsiteY489" fmla="*/ 3043427 h 3658174"/>
              <a:gd name="connsiteX490" fmla="*/ 3111660 w 6514506"/>
              <a:gd name="connsiteY490" fmla="*/ 3041641 h 3658174"/>
              <a:gd name="connsiteX491" fmla="*/ 5909343 w 6514506"/>
              <a:gd name="connsiteY491" fmla="*/ 3033163 h 3658174"/>
              <a:gd name="connsiteX492" fmla="*/ 5907323 w 6514506"/>
              <a:gd name="connsiteY492" fmla="*/ 3035095 h 3658174"/>
              <a:gd name="connsiteX493" fmla="*/ 5907985 w 6514506"/>
              <a:gd name="connsiteY493" fmla="*/ 3035045 h 3658174"/>
              <a:gd name="connsiteX494" fmla="*/ 5908365 w 6514506"/>
              <a:gd name="connsiteY494" fmla="*/ 3034474 h 3658174"/>
              <a:gd name="connsiteX495" fmla="*/ 6092865 w 6514506"/>
              <a:gd name="connsiteY495" fmla="*/ 2977419 h 3658174"/>
              <a:gd name="connsiteX496" fmla="*/ 6094103 w 6514506"/>
              <a:gd name="connsiteY496" fmla="*/ 2982562 h 3658174"/>
              <a:gd name="connsiteX497" fmla="*/ 6090770 w 6514506"/>
              <a:gd name="connsiteY497" fmla="*/ 2990945 h 3658174"/>
              <a:gd name="connsiteX498" fmla="*/ 6092008 w 6514506"/>
              <a:gd name="connsiteY498" fmla="*/ 2981610 h 3658174"/>
              <a:gd name="connsiteX499" fmla="*/ 2997693 w 6514506"/>
              <a:gd name="connsiteY499" fmla="*/ 2948702 h 3658174"/>
              <a:gd name="connsiteX500" fmla="*/ 2998574 w 6514506"/>
              <a:gd name="connsiteY500" fmla="*/ 2950845 h 3658174"/>
              <a:gd name="connsiteX501" fmla="*/ 3001241 w 6514506"/>
              <a:gd name="connsiteY501" fmla="*/ 2952655 h 3658174"/>
              <a:gd name="connsiteX502" fmla="*/ 3002098 w 6514506"/>
              <a:gd name="connsiteY502" fmla="*/ 2957131 h 3658174"/>
              <a:gd name="connsiteX503" fmla="*/ 2994764 w 6514506"/>
              <a:gd name="connsiteY503" fmla="*/ 2960751 h 3658174"/>
              <a:gd name="connsiteX504" fmla="*/ 2991430 w 6514506"/>
              <a:gd name="connsiteY504" fmla="*/ 2962275 h 3658174"/>
              <a:gd name="connsiteX505" fmla="*/ 2983905 w 6514506"/>
              <a:gd name="connsiteY505" fmla="*/ 2964942 h 3658174"/>
              <a:gd name="connsiteX506" fmla="*/ 2972475 w 6514506"/>
              <a:gd name="connsiteY506" fmla="*/ 2958941 h 3658174"/>
              <a:gd name="connsiteX507" fmla="*/ 2982381 w 6514506"/>
              <a:gd name="connsiteY507" fmla="*/ 2952940 h 3658174"/>
              <a:gd name="connsiteX508" fmla="*/ 2995240 w 6514506"/>
              <a:gd name="connsiteY508" fmla="*/ 2949988 h 3658174"/>
              <a:gd name="connsiteX509" fmla="*/ 2997693 w 6514506"/>
              <a:gd name="connsiteY509" fmla="*/ 2948702 h 3658174"/>
              <a:gd name="connsiteX510" fmla="*/ 3650941 w 6514506"/>
              <a:gd name="connsiteY510" fmla="*/ 2925413 h 3658174"/>
              <a:gd name="connsiteX511" fmla="*/ 3651512 w 6514506"/>
              <a:gd name="connsiteY511" fmla="*/ 2929032 h 3658174"/>
              <a:gd name="connsiteX512" fmla="*/ 3653322 w 6514506"/>
              <a:gd name="connsiteY512" fmla="*/ 2935890 h 3658174"/>
              <a:gd name="connsiteX513" fmla="*/ 3656941 w 6514506"/>
              <a:gd name="connsiteY513" fmla="*/ 2938271 h 3658174"/>
              <a:gd name="connsiteX514" fmla="*/ 3660275 w 6514506"/>
              <a:gd name="connsiteY514" fmla="*/ 2938271 h 3658174"/>
              <a:gd name="connsiteX515" fmla="*/ 3664752 w 6514506"/>
              <a:gd name="connsiteY515" fmla="*/ 2943700 h 3658174"/>
              <a:gd name="connsiteX516" fmla="*/ 3667705 w 6514506"/>
              <a:gd name="connsiteY516" fmla="*/ 2948463 h 3658174"/>
              <a:gd name="connsiteX517" fmla="*/ 3670086 w 6514506"/>
              <a:gd name="connsiteY517" fmla="*/ 2950844 h 3658174"/>
              <a:gd name="connsiteX518" fmla="*/ 3675134 w 6514506"/>
              <a:gd name="connsiteY518" fmla="*/ 2950273 h 3658174"/>
              <a:gd name="connsiteX519" fmla="*/ 3673896 w 6514506"/>
              <a:gd name="connsiteY519" fmla="*/ 2957131 h 3658174"/>
              <a:gd name="connsiteX520" fmla="*/ 3672086 w 6514506"/>
              <a:gd name="connsiteY520" fmla="*/ 2960179 h 3658174"/>
              <a:gd name="connsiteX521" fmla="*/ 3677515 w 6514506"/>
              <a:gd name="connsiteY521" fmla="*/ 2968275 h 3658174"/>
              <a:gd name="connsiteX522" fmla="*/ 3679325 w 6514506"/>
              <a:gd name="connsiteY522" fmla="*/ 2975133 h 3658174"/>
              <a:gd name="connsiteX523" fmla="*/ 3676944 w 6514506"/>
              <a:gd name="connsiteY523" fmla="*/ 2981134 h 3658174"/>
              <a:gd name="connsiteX524" fmla="*/ 3683230 w 6514506"/>
              <a:gd name="connsiteY524" fmla="*/ 2987706 h 3658174"/>
              <a:gd name="connsiteX525" fmla="*/ 3686564 w 6514506"/>
              <a:gd name="connsiteY525" fmla="*/ 2991040 h 3658174"/>
              <a:gd name="connsiteX526" fmla="*/ 3688374 w 6514506"/>
              <a:gd name="connsiteY526" fmla="*/ 2990468 h 3658174"/>
              <a:gd name="connsiteX527" fmla="*/ 3690470 w 6514506"/>
              <a:gd name="connsiteY527" fmla="*/ 2985420 h 3658174"/>
              <a:gd name="connsiteX528" fmla="*/ 3691708 w 6514506"/>
              <a:gd name="connsiteY528" fmla="*/ 2977609 h 3658174"/>
              <a:gd name="connsiteX529" fmla="*/ 3695899 w 6514506"/>
              <a:gd name="connsiteY529" fmla="*/ 2979419 h 3658174"/>
              <a:gd name="connsiteX530" fmla="*/ 3695327 w 6514506"/>
              <a:gd name="connsiteY530" fmla="*/ 2983039 h 3658174"/>
              <a:gd name="connsiteX531" fmla="*/ 3697137 w 6514506"/>
              <a:gd name="connsiteY531" fmla="*/ 2985134 h 3658174"/>
              <a:gd name="connsiteX532" fmla="*/ 3698661 w 6514506"/>
              <a:gd name="connsiteY532" fmla="*/ 2992373 h 3658174"/>
              <a:gd name="connsiteX533" fmla="*/ 3697137 w 6514506"/>
              <a:gd name="connsiteY533" fmla="*/ 3001613 h 3658174"/>
              <a:gd name="connsiteX534" fmla="*/ 3696280 w 6514506"/>
              <a:gd name="connsiteY534" fmla="*/ 3004946 h 3658174"/>
              <a:gd name="connsiteX535" fmla="*/ 3704376 w 6514506"/>
              <a:gd name="connsiteY535" fmla="*/ 3007042 h 3658174"/>
              <a:gd name="connsiteX536" fmla="*/ 3714282 w 6514506"/>
              <a:gd name="connsiteY536" fmla="*/ 3012185 h 3658174"/>
              <a:gd name="connsiteX537" fmla="*/ 3717616 w 6514506"/>
              <a:gd name="connsiteY537" fmla="*/ 3012757 h 3658174"/>
              <a:gd name="connsiteX538" fmla="*/ 3720949 w 6514506"/>
              <a:gd name="connsiteY538" fmla="*/ 3011233 h 3658174"/>
              <a:gd name="connsiteX539" fmla="*/ 3727522 w 6514506"/>
              <a:gd name="connsiteY539" fmla="*/ 3008852 h 3658174"/>
              <a:gd name="connsiteX540" fmla="*/ 3734665 w 6514506"/>
              <a:gd name="connsiteY540" fmla="*/ 3000470 h 3658174"/>
              <a:gd name="connsiteX541" fmla="*/ 3743619 w 6514506"/>
              <a:gd name="connsiteY541" fmla="*/ 3002279 h 3658174"/>
              <a:gd name="connsiteX542" fmla="*/ 3743619 w 6514506"/>
              <a:gd name="connsiteY542" fmla="*/ 3010947 h 3658174"/>
              <a:gd name="connsiteX543" fmla="*/ 3739999 w 6514506"/>
              <a:gd name="connsiteY543" fmla="*/ 3017519 h 3658174"/>
              <a:gd name="connsiteX544" fmla="*/ 3730665 w 6514506"/>
              <a:gd name="connsiteY544" fmla="*/ 3027139 h 3658174"/>
              <a:gd name="connsiteX545" fmla="*/ 3727331 w 6514506"/>
              <a:gd name="connsiteY545" fmla="*/ 3029521 h 3658174"/>
              <a:gd name="connsiteX546" fmla="*/ 3728570 w 6514506"/>
              <a:gd name="connsiteY546" fmla="*/ 3035522 h 3658174"/>
              <a:gd name="connsiteX547" fmla="*/ 3727331 w 6514506"/>
              <a:gd name="connsiteY547" fmla="*/ 3038855 h 3658174"/>
              <a:gd name="connsiteX548" fmla="*/ 3725807 w 6514506"/>
              <a:gd name="connsiteY548" fmla="*/ 3045713 h 3658174"/>
              <a:gd name="connsiteX549" fmla="*/ 3721330 w 6514506"/>
              <a:gd name="connsiteY549" fmla="*/ 3041522 h 3658174"/>
              <a:gd name="connsiteX550" fmla="*/ 3711710 w 6514506"/>
              <a:gd name="connsiteY550" fmla="*/ 3045713 h 3658174"/>
              <a:gd name="connsiteX551" fmla="*/ 3711139 w 6514506"/>
              <a:gd name="connsiteY551" fmla="*/ 3051428 h 3658174"/>
              <a:gd name="connsiteX552" fmla="*/ 3712377 w 6514506"/>
              <a:gd name="connsiteY552" fmla="*/ 3055333 h 3658174"/>
              <a:gd name="connsiteX553" fmla="*/ 3709424 w 6514506"/>
              <a:gd name="connsiteY553" fmla="*/ 3060763 h 3658174"/>
              <a:gd name="connsiteX554" fmla="*/ 3702566 w 6514506"/>
              <a:gd name="connsiteY554" fmla="*/ 3071240 h 3658174"/>
              <a:gd name="connsiteX555" fmla="*/ 3693232 w 6514506"/>
              <a:gd name="connsiteY555" fmla="*/ 3081432 h 3658174"/>
              <a:gd name="connsiteX556" fmla="*/ 3680373 w 6514506"/>
              <a:gd name="connsiteY556" fmla="*/ 3094291 h 3658174"/>
              <a:gd name="connsiteX557" fmla="*/ 3673515 w 6514506"/>
              <a:gd name="connsiteY557" fmla="*/ 3095815 h 3658174"/>
              <a:gd name="connsiteX558" fmla="*/ 3670181 w 6514506"/>
              <a:gd name="connsiteY558" fmla="*/ 3092862 h 3658174"/>
              <a:gd name="connsiteX559" fmla="*/ 3662656 w 6514506"/>
              <a:gd name="connsiteY559" fmla="*/ 3088099 h 3658174"/>
              <a:gd name="connsiteX560" fmla="*/ 3671324 w 6514506"/>
              <a:gd name="connsiteY560" fmla="*/ 3079717 h 3658174"/>
              <a:gd name="connsiteX561" fmla="*/ 3674372 w 6514506"/>
              <a:gd name="connsiteY561" fmla="*/ 3057810 h 3658174"/>
              <a:gd name="connsiteX562" fmla="*/ 3663228 w 6514506"/>
              <a:gd name="connsiteY562" fmla="*/ 3052381 h 3658174"/>
              <a:gd name="connsiteX563" fmla="*/ 3656370 w 6514506"/>
              <a:gd name="connsiteY563" fmla="*/ 3049714 h 3658174"/>
              <a:gd name="connsiteX564" fmla="*/ 3651893 w 6514506"/>
              <a:gd name="connsiteY564" fmla="*/ 3041903 h 3658174"/>
              <a:gd name="connsiteX565" fmla="*/ 3657608 w 6514506"/>
              <a:gd name="connsiteY565" fmla="*/ 3034379 h 3658174"/>
              <a:gd name="connsiteX566" fmla="*/ 3666562 w 6514506"/>
              <a:gd name="connsiteY566" fmla="*/ 3024187 h 3658174"/>
              <a:gd name="connsiteX567" fmla="*/ 3671324 w 6514506"/>
              <a:gd name="connsiteY567" fmla="*/ 3017900 h 3658174"/>
              <a:gd name="connsiteX568" fmla="*/ 3672181 w 6514506"/>
              <a:gd name="connsiteY568" fmla="*/ 3013709 h 3658174"/>
              <a:gd name="connsiteX569" fmla="*/ 3671896 w 6514506"/>
              <a:gd name="connsiteY569" fmla="*/ 3007137 h 3658174"/>
              <a:gd name="connsiteX570" fmla="*/ 3672181 w 6514506"/>
              <a:gd name="connsiteY570" fmla="*/ 2998755 h 3658174"/>
              <a:gd name="connsiteX571" fmla="*/ 3667990 w 6514506"/>
              <a:gd name="connsiteY571" fmla="*/ 2993707 h 3658174"/>
              <a:gd name="connsiteX572" fmla="*/ 3670372 w 6514506"/>
              <a:gd name="connsiteY572" fmla="*/ 2992183 h 3658174"/>
              <a:gd name="connsiteX573" fmla="*/ 3673991 w 6514506"/>
              <a:gd name="connsiteY573" fmla="*/ 2990087 h 3658174"/>
              <a:gd name="connsiteX574" fmla="*/ 3668276 w 6514506"/>
              <a:gd name="connsiteY574" fmla="*/ 2982944 h 3658174"/>
              <a:gd name="connsiteX575" fmla="*/ 3667990 w 6514506"/>
              <a:gd name="connsiteY575" fmla="*/ 2977895 h 3658174"/>
              <a:gd name="connsiteX576" fmla="*/ 3671896 w 6514506"/>
              <a:gd name="connsiteY576" fmla="*/ 2974847 h 3658174"/>
              <a:gd name="connsiteX577" fmla="*/ 3667419 w 6514506"/>
              <a:gd name="connsiteY577" fmla="*/ 2974276 h 3658174"/>
              <a:gd name="connsiteX578" fmla="*/ 3655989 w 6514506"/>
              <a:gd name="connsiteY578" fmla="*/ 2956559 h 3658174"/>
              <a:gd name="connsiteX579" fmla="*/ 3654751 w 6514506"/>
              <a:gd name="connsiteY579" fmla="*/ 2950844 h 3658174"/>
              <a:gd name="connsiteX580" fmla="*/ 3646655 w 6514506"/>
              <a:gd name="connsiteY580" fmla="*/ 2933795 h 3658174"/>
              <a:gd name="connsiteX581" fmla="*/ 3647512 w 6514506"/>
              <a:gd name="connsiteY581" fmla="*/ 2926937 h 3658174"/>
              <a:gd name="connsiteX582" fmla="*/ 3650941 w 6514506"/>
              <a:gd name="connsiteY582" fmla="*/ 2925413 h 3658174"/>
              <a:gd name="connsiteX583" fmla="*/ 6188877 w 6514506"/>
              <a:gd name="connsiteY583" fmla="*/ 2879788 h 3658174"/>
              <a:gd name="connsiteX584" fmla="*/ 6191544 w 6514506"/>
              <a:gd name="connsiteY584" fmla="*/ 2880645 h 3658174"/>
              <a:gd name="connsiteX585" fmla="*/ 6188210 w 6514506"/>
              <a:gd name="connsiteY585" fmla="*/ 2883598 h 3658174"/>
              <a:gd name="connsiteX586" fmla="*/ 6186400 w 6514506"/>
              <a:gd name="connsiteY586" fmla="*/ 2880931 h 3658174"/>
              <a:gd name="connsiteX587" fmla="*/ 6188877 w 6514506"/>
              <a:gd name="connsiteY587" fmla="*/ 2879788 h 3658174"/>
              <a:gd name="connsiteX588" fmla="*/ 3288610 w 6514506"/>
              <a:gd name="connsiteY588" fmla="*/ 2761773 h 3658174"/>
              <a:gd name="connsiteX589" fmla="*/ 3291277 w 6514506"/>
              <a:gd name="connsiteY589" fmla="*/ 2763011 h 3658174"/>
              <a:gd name="connsiteX590" fmla="*/ 3290420 w 6514506"/>
              <a:gd name="connsiteY590" fmla="*/ 2765678 h 3658174"/>
              <a:gd name="connsiteX591" fmla="*/ 3288610 w 6514506"/>
              <a:gd name="connsiteY591" fmla="*/ 2761773 h 3658174"/>
              <a:gd name="connsiteX592" fmla="*/ 1005922 w 6514506"/>
              <a:gd name="connsiteY592" fmla="*/ 2759573 h 3658174"/>
              <a:gd name="connsiteX593" fmla="*/ 1005958 w 6514506"/>
              <a:gd name="connsiteY593" fmla="*/ 2759864 h 3658174"/>
              <a:gd name="connsiteX594" fmla="*/ 1017945 w 6514506"/>
              <a:gd name="connsiteY594" fmla="*/ 2761773 h 3658174"/>
              <a:gd name="connsiteX595" fmla="*/ 1022984 w 6514506"/>
              <a:gd name="connsiteY595" fmla="*/ 2766717 h 3658174"/>
              <a:gd name="connsiteX596" fmla="*/ 1021838 w 6514506"/>
              <a:gd name="connsiteY596" fmla="*/ 2759801 h 3658174"/>
              <a:gd name="connsiteX597" fmla="*/ 1021755 w 6514506"/>
              <a:gd name="connsiteY597" fmla="*/ 2762535 h 3658174"/>
              <a:gd name="connsiteX598" fmla="*/ 1020994 w 6514506"/>
              <a:gd name="connsiteY598" fmla="*/ 2763202 h 3658174"/>
              <a:gd name="connsiteX599" fmla="*/ 1017946 w 6514506"/>
              <a:gd name="connsiteY599" fmla="*/ 2761487 h 3658174"/>
              <a:gd name="connsiteX600" fmla="*/ 3287943 w 6514506"/>
              <a:gd name="connsiteY600" fmla="*/ 2752248 h 3658174"/>
              <a:gd name="connsiteX601" fmla="*/ 3290610 w 6514506"/>
              <a:gd name="connsiteY601" fmla="*/ 2753106 h 3658174"/>
              <a:gd name="connsiteX602" fmla="*/ 3288801 w 6514506"/>
              <a:gd name="connsiteY602" fmla="*/ 2755582 h 3658174"/>
              <a:gd name="connsiteX603" fmla="*/ 3287943 w 6514506"/>
              <a:gd name="connsiteY603" fmla="*/ 2752248 h 3658174"/>
              <a:gd name="connsiteX604" fmla="*/ 2508607 w 6514506"/>
              <a:gd name="connsiteY604" fmla="*/ 2730626 h 3658174"/>
              <a:gd name="connsiteX605" fmla="*/ 2511560 w 6514506"/>
              <a:gd name="connsiteY605" fmla="*/ 2731483 h 3658174"/>
              <a:gd name="connsiteX606" fmla="*/ 2513751 w 6514506"/>
              <a:gd name="connsiteY606" fmla="*/ 2737865 h 3658174"/>
              <a:gd name="connsiteX607" fmla="*/ 2512227 w 6514506"/>
              <a:gd name="connsiteY607" fmla="*/ 2740246 h 3658174"/>
              <a:gd name="connsiteX608" fmla="*/ 2508607 w 6514506"/>
              <a:gd name="connsiteY608" fmla="*/ 2730626 h 3658174"/>
              <a:gd name="connsiteX609" fmla="*/ 3284324 w 6514506"/>
              <a:gd name="connsiteY609" fmla="*/ 2698241 h 3658174"/>
              <a:gd name="connsiteX610" fmla="*/ 3287658 w 6514506"/>
              <a:gd name="connsiteY610" fmla="*/ 2698527 h 3658174"/>
              <a:gd name="connsiteX611" fmla="*/ 3288515 w 6514506"/>
              <a:gd name="connsiteY611" fmla="*/ 2701480 h 3658174"/>
              <a:gd name="connsiteX612" fmla="*/ 3287658 w 6514506"/>
              <a:gd name="connsiteY612" fmla="*/ 2707195 h 3658174"/>
              <a:gd name="connsiteX613" fmla="*/ 3283181 w 6514506"/>
              <a:gd name="connsiteY613" fmla="*/ 2715577 h 3658174"/>
              <a:gd name="connsiteX614" fmla="*/ 3279276 w 6514506"/>
              <a:gd name="connsiteY614" fmla="*/ 2713195 h 3658174"/>
              <a:gd name="connsiteX615" fmla="*/ 3281371 w 6514506"/>
              <a:gd name="connsiteY615" fmla="*/ 2705385 h 3658174"/>
              <a:gd name="connsiteX616" fmla="*/ 3284324 w 6514506"/>
              <a:gd name="connsiteY616" fmla="*/ 2698241 h 3658174"/>
              <a:gd name="connsiteX617" fmla="*/ 1428949 w 6514506"/>
              <a:gd name="connsiteY617" fmla="*/ 2685192 h 3658174"/>
              <a:gd name="connsiteX618" fmla="*/ 1438569 w 6514506"/>
              <a:gd name="connsiteY618" fmla="*/ 2690907 h 3658174"/>
              <a:gd name="connsiteX619" fmla="*/ 1434950 w 6514506"/>
              <a:gd name="connsiteY619" fmla="*/ 2696908 h 3658174"/>
              <a:gd name="connsiteX620" fmla="*/ 1429235 w 6514506"/>
              <a:gd name="connsiteY620" fmla="*/ 2695098 h 3658174"/>
              <a:gd name="connsiteX621" fmla="*/ 1425329 w 6514506"/>
              <a:gd name="connsiteY621" fmla="*/ 2689669 h 3658174"/>
              <a:gd name="connsiteX622" fmla="*/ 1428949 w 6514506"/>
              <a:gd name="connsiteY622" fmla="*/ 2685192 h 3658174"/>
              <a:gd name="connsiteX623" fmla="*/ 1466668 w 6514506"/>
              <a:gd name="connsiteY623" fmla="*/ 2658617 h 3658174"/>
              <a:gd name="connsiteX624" fmla="*/ 1469621 w 6514506"/>
              <a:gd name="connsiteY624" fmla="*/ 2660713 h 3658174"/>
              <a:gd name="connsiteX625" fmla="*/ 1469049 w 6514506"/>
              <a:gd name="connsiteY625" fmla="*/ 2670619 h 3658174"/>
              <a:gd name="connsiteX626" fmla="*/ 1463620 w 6514506"/>
              <a:gd name="connsiteY626" fmla="*/ 2671857 h 3658174"/>
              <a:gd name="connsiteX627" fmla="*/ 1464858 w 6514506"/>
              <a:gd name="connsiteY627" fmla="*/ 2661284 h 3658174"/>
              <a:gd name="connsiteX628" fmla="*/ 1466668 w 6514506"/>
              <a:gd name="connsiteY628" fmla="*/ 2658617 h 3658174"/>
              <a:gd name="connsiteX629" fmla="*/ 1012801 w 6514506"/>
              <a:gd name="connsiteY629" fmla="*/ 2644218 h 3658174"/>
              <a:gd name="connsiteX630" fmla="*/ 1012802 w 6514506"/>
              <a:gd name="connsiteY630" fmla="*/ 2644223 h 3658174"/>
              <a:gd name="connsiteX631" fmla="*/ 1012939 w 6514506"/>
              <a:gd name="connsiteY631" fmla="*/ 2644428 h 3658174"/>
              <a:gd name="connsiteX632" fmla="*/ 325657 w 6514506"/>
              <a:gd name="connsiteY632" fmla="*/ 2638437 h 3658174"/>
              <a:gd name="connsiteX633" fmla="*/ 325287 w 6514506"/>
              <a:gd name="connsiteY633" fmla="*/ 2642139 h 3658174"/>
              <a:gd name="connsiteX634" fmla="*/ 320144 w 6514506"/>
              <a:gd name="connsiteY634" fmla="*/ 2645664 h 3658174"/>
              <a:gd name="connsiteX635" fmla="*/ 321383 w 6514506"/>
              <a:gd name="connsiteY635" fmla="*/ 2638806 h 3658174"/>
              <a:gd name="connsiteX636" fmla="*/ 325657 w 6514506"/>
              <a:gd name="connsiteY636" fmla="*/ 2638437 h 3658174"/>
              <a:gd name="connsiteX637" fmla="*/ 3576551 w 6514506"/>
              <a:gd name="connsiteY637" fmla="*/ 2620613 h 3658174"/>
              <a:gd name="connsiteX638" fmla="*/ 3578932 w 6514506"/>
              <a:gd name="connsiteY638" fmla="*/ 2622137 h 3658174"/>
              <a:gd name="connsiteX639" fmla="*/ 3578266 w 6514506"/>
              <a:gd name="connsiteY639" fmla="*/ 2624232 h 3658174"/>
              <a:gd name="connsiteX640" fmla="*/ 3579123 w 6514506"/>
              <a:gd name="connsiteY640" fmla="*/ 2626613 h 3658174"/>
              <a:gd name="connsiteX641" fmla="*/ 3574075 w 6514506"/>
              <a:gd name="connsiteY641" fmla="*/ 2627185 h 3658174"/>
              <a:gd name="connsiteX642" fmla="*/ 3571122 w 6514506"/>
              <a:gd name="connsiteY642" fmla="*/ 2624518 h 3658174"/>
              <a:gd name="connsiteX643" fmla="*/ 3576551 w 6514506"/>
              <a:gd name="connsiteY643" fmla="*/ 2620613 h 3658174"/>
              <a:gd name="connsiteX644" fmla="*/ 2541755 w 6514506"/>
              <a:gd name="connsiteY644" fmla="*/ 2612612 h 3658174"/>
              <a:gd name="connsiteX645" fmla="*/ 2543850 w 6514506"/>
              <a:gd name="connsiteY645" fmla="*/ 2612898 h 3658174"/>
              <a:gd name="connsiteX646" fmla="*/ 2539659 w 6514506"/>
              <a:gd name="connsiteY646" fmla="*/ 2616803 h 3658174"/>
              <a:gd name="connsiteX647" fmla="*/ 2541755 w 6514506"/>
              <a:gd name="connsiteY647" fmla="*/ 2612612 h 3658174"/>
              <a:gd name="connsiteX648" fmla="*/ 3562764 w 6514506"/>
              <a:gd name="connsiteY648" fmla="*/ 2606909 h 3658174"/>
              <a:gd name="connsiteX649" fmla="*/ 3563026 w 6514506"/>
              <a:gd name="connsiteY649" fmla="*/ 2609849 h 3658174"/>
              <a:gd name="connsiteX650" fmla="*/ 3564550 w 6514506"/>
              <a:gd name="connsiteY650" fmla="*/ 2614231 h 3658174"/>
              <a:gd name="connsiteX651" fmla="*/ 3565121 w 6514506"/>
              <a:gd name="connsiteY651" fmla="*/ 2617565 h 3658174"/>
              <a:gd name="connsiteX652" fmla="*/ 3560359 w 6514506"/>
              <a:gd name="connsiteY652" fmla="*/ 2614898 h 3658174"/>
              <a:gd name="connsiteX653" fmla="*/ 3560073 w 6514506"/>
              <a:gd name="connsiteY653" fmla="*/ 2608611 h 3658174"/>
              <a:gd name="connsiteX654" fmla="*/ 3562764 w 6514506"/>
              <a:gd name="connsiteY654" fmla="*/ 2606909 h 3658174"/>
              <a:gd name="connsiteX655" fmla="*/ 3552262 w 6514506"/>
              <a:gd name="connsiteY655" fmla="*/ 2601467 h 3658174"/>
              <a:gd name="connsiteX656" fmla="*/ 3555215 w 6514506"/>
              <a:gd name="connsiteY656" fmla="*/ 2601753 h 3658174"/>
              <a:gd name="connsiteX657" fmla="*/ 3552262 w 6514506"/>
              <a:gd name="connsiteY657" fmla="*/ 2601467 h 3658174"/>
              <a:gd name="connsiteX658" fmla="*/ 3505494 w 6514506"/>
              <a:gd name="connsiteY658" fmla="*/ 2593657 h 3658174"/>
              <a:gd name="connsiteX659" fmla="*/ 3508447 w 6514506"/>
              <a:gd name="connsiteY659" fmla="*/ 2596134 h 3658174"/>
              <a:gd name="connsiteX660" fmla="*/ 3512066 w 6514506"/>
              <a:gd name="connsiteY660" fmla="*/ 2599467 h 3658174"/>
              <a:gd name="connsiteX661" fmla="*/ 3515400 w 6514506"/>
              <a:gd name="connsiteY661" fmla="*/ 2603944 h 3658174"/>
              <a:gd name="connsiteX662" fmla="*/ 3524734 w 6514506"/>
              <a:gd name="connsiteY662" fmla="*/ 2614422 h 3658174"/>
              <a:gd name="connsiteX663" fmla="*/ 3531307 w 6514506"/>
              <a:gd name="connsiteY663" fmla="*/ 2619565 h 3658174"/>
              <a:gd name="connsiteX664" fmla="*/ 3537593 w 6514506"/>
              <a:gd name="connsiteY664" fmla="*/ 2622613 h 3658174"/>
              <a:gd name="connsiteX665" fmla="*/ 3548357 w 6514506"/>
              <a:gd name="connsiteY665" fmla="*/ 2633376 h 3658174"/>
              <a:gd name="connsiteX666" fmla="*/ 3552833 w 6514506"/>
              <a:gd name="connsiteY666" fmla="*/ 2641473 h 3658174"/>
              <a:gd name="connsiteX667" fmla="*/ 3554643 w 6514506"/>
              <a:gd name="connsiteY667" fmla="*/ 2647188 h 3658174"/>
              <a:gd name="connsiteX668" fmla="*/ 3548928 w 6514506"/>
              <a:gd name="connsiteY668" fmla="*/ 2646616 h 3658174"/>
              <a:gd name="connsiteX669" fmla="*/ 3543499 w 6514506"/>
              <a:gd name="connsiteY669" fmla="*/ 2644521 h 3658174"/>
              <a:gd name="connsiteX670" fmla="*/ 3539308 w 6514506"/>
              <a:gd name="connsiteY670" fmla="*/ 2640044 h 3658174"/>
              <a:gd name="connsiteX671" fmla="*/ 3535117 w 6514506"/>
              <a:gd name="connsiteY671" fmla="*/ 2635853 h 3658174"/>
              <a:gd name="connsiteX672" fmla="*/ 3530926 w 6514506"/>
              <a:gd name="connsiteY672" fmla="*/ 2632900 h 3658174"/>
              <a:gd name="connsiteX673" fmla="*/ 3526735 w 6514506"/>
              <a:gd name="connsiteY673" fmla="*/ 2632614 h 3658174"/>
              <a:gd name="connsiteX674" fmla="*/ 3523782 w 6514506"/>
              <a:gd name="connsiteY674" fmla="*/ 2628709 h 3658174"/>
              <a:gd name="connsiteX675" fmla="*/ 3516924 w 6514506"/>
              <a:gd name="connsiteY675" fmla="*/ 2624232 h 3658174"/>
              <a:gd name="connsiteX676" fmla="*/ 3512733 w 6514506"/>
              <a:gd name="connsiteY676" fmla="*/ 2620327 h 3658174"/>
              <a:gd name="connsiteX677" fmla="*/ 3510923 w 6514506"/>
              <a:gd name="connsiteY677" fmla="*/ 2613183 h 3658174"/>
              <a:gd name="connsiteX678" fmla="*/ 3505494 w 6514506"/>
              <a:gd name="connsiteY678" fmla="*/ 2605087 h 3658174"/>
              <a:gd name="connsiteX679" fmla="*/ 3502732 w 6514506"/>
              <a:gd name="connsiteY679" fmla="*/ 2594895 h 3658174"/>
              <a:gd name="connsiteX680" fmla="*/ 3505494 w 6514506"/>
              <a:gd name="connsiteY680" fmla="*/ 2593657 h 3658174"/>
              <a:gd name="connsiteX681" fmla="*/ 1301599 w 6514506"/>
              <a:gd name="connsiteY681" fmla="*/ 2586894 h 3658174"/>
              <a:gd name="connsiteX682" fmla="*/ 1301599 w 6514506"/>
              <a:gd name="connsiteY682" fmla="*/ 2592895 h 3658174"/>
              <a:gd name="connsiteX683" fmla="*/ 1301599 w 6514506"/>
              <a:gd name="connsiteY683" fmla="*/ 2586894 h 3658174"/>
              <a:gd name="connsiteX684" fmla="*/ 951728 w 6514506"/>
              <a:gd name="connsiteY684" fmla="*/ 2586644 h 3658174"/>
              <a:gd name="connsiteX685" fmla="*/ 951747 w 6514506"/>
              <a:gd name="connsiteY685" fmla="*/ 2586703 h 3658174"/>
              <a:gd name="connsiteX686" fmla="*/ 962224 w 6514506"/>
              <a:gd name="connsiteY686" fmla="*/ 2591466 h 3658174"/>
              <a:gd name="connsiteX687" fmla="*/ 980227 w 6514506"/>
              <a:gd name="connsiteY687" fmla="*/ 2598038 h 3658174"/>
              <a:gd name="connsiteX688" fmla="*/ 996133 w 6514506"/>
              <a:gd name="connsiteY688" fmla="*/ 2602229 h 3658174"/>
              <a:gd name="connsiteX689" fmla="*/ 999991 w 6514506"/>
              <a:gd name="connsiteY689" fmla="*/ 2603254 h 3658174"/>
              <a:gd name="connsiteX690" fmla="*/ 1001320 w 6514506"/>
              <a:gd name="connsiteY690" fmla="*/ 2604910 h 3658174"/>
              <a:gd name="connsiteX691" fmla="*/ 999932 w 6514506"/>
              <a:gd name="connsiteY691" fmla="*/ 2603159 h 3658174"/>
              <a:gd name="connsiteX692" fmla="*/ 996038 w 6514506"/>
              <a:gd name="connsiteY692" fmla="*/ 2602134 h 3658174"/>
              <a:gd name="connsiteX693" fmla="*/ 980131 w 6514506"/>
              <a:gd name="connsiteY693" fmla="*/ 2597943 h 3658174"/>
              <a:gd name="connsiteX694" fmla="*/ 962129 w 6514506"/>
              <a:gd name="connsiteY694" fmla="*/ 2591371 h 3658174"/>
              <a:gd name="connsiteX695" fmla="*/ 3607984 w 6514506"/>
              <a:gd name="connsiteY695" fmla="*/ 2581656 h 3658174"/>
              <a:gd name="connsiteX696" fmla="*/ 3605317 w 6514506"/>
              <a:gd name="connsiteY696" fmla="*/ 2583180 h 3658174"/>
              <a:gd name="connsiteX697" fmla="*/ 3607984 w 6514506"/>
              <a:gd name="connsiteY697" fmla="*/ 2581656 h 3658174"/>
              <a:gd name="connsiteX698" fmla="*/ 3781814 w 6514506"/>
              <a:gd name="connsiteY698" fmla="*/ 2568130 h 3658174"/>
              <a:gd name="connsiteX699" fmla="*/ 3781243 w 6514506"/>
              <a:gd name="connsiteY699" fmla="*/ 2570035 h 3658174"/>
              <a:gd name="connsiteX700" fmla="*/ 3775814 w 6514506"/>
              <a:gd name="connsiteY700" fmla="*/ 2573559 h 3658174"/>
              <a:gd name="connsiteX701" fmla="*/ 3774004 w 6514506"/>
              <a:gd name="connsiteY701" fmla="*/ 2571750 h 3658174"/>
              <a:gd name="connsiteX702" fmla="*/ 3781814 w 6514506"/>
              <a:gd name="connsiteY702" fmla="*/ 2568130 h 3658174"/>
              <a:gd name="connsiteX703" fmla="*/ 3605126 w 6514506"/>
              <a:gd name="connsiteY703" fmla="*/ 2560045 h 3658174"/>
              <a:gd name="connsiteX704" fmla="*/ 3605602 w 6514506"/>
              <a:gd name="connsiteY704" fmla="*/ 2562510 h 3658174"/>
              <a:gd name="connsiteX705" fmla="*/ 3602935 w 6514506"/>
              <a:gd name="connsiteY705" fmla="*/ 2561938 h 3658174"/>
              <a:gd name="connsiteX706" fmla="*/ 3605126 w 6514506"/>
              <a:gd name="connsiteY706" fmla="*/ 2560045 h 3658174"/>
              <a:gd name="connsiteX707" fmla="*/ 3583409 w 6514506"/>
              <a:gd name="connsiteY707" fmla="*/ 2537365 h 3658174"/>
              <a:gd name="connsiteX708" fmla="*/ 3586647 w 6514506"/>
              <a:gd name="connsiteY708" fmla="*/ 2537936 h 3658174"/>
              <a:gd name="connsiteX709" fmla="*/ 3592076 w 6514506"/>
              <a:gd name="connsiteY709" fmla="*/ 2537936 h 3658174"/>
              <a:gd name="connsiteX710" fmla="*/ 3593600 w 6514506"/>
              <a:gd name="connsiteY710" fmla="*/ 2540318 h 3658174"/>
              <a:gd name="connsiteX711" fmla="*/ 3587600 w 6514506"/>
              <a:gd name="connsiteY711" fmla="*/ 2542127 h 3658174"/>
              <a:gd name="connsiteX712" fmla="*/ 3583409 w 6514506"/>
              <a:gd name="connsiteY712" fmla="*/ 2537365 h 3658174"/>
              <a:gd name="connsiteX713" fmla="*/ 3780386 w 6514506"/>
              <a:gd name="connsiteY713" fmla="*/ 2530959 h 3658174"/>
              <a:gd name="connsiteX714" fmla="*/ 3781815 w 6514506"/>
              <a:gd name="connsiteY714" fmla="*/ 2533173 h 3658174"/>
              <a:gd name="connsiteX715" fmla="*/ 3784482 w 6514506"/>
              <a:gd name="connsiteY715" fmla="*/ 2537078 h 3658174"/>
              <a:gd name="connsiteX716" fmla="*/ 3788768 w 6514506"/>
              <a:gd name="connsiteY716" fmla="*/ 2548984 h 3658174"/>
              <a:gd name="connsiteX717" fmla="*/ 3780958 w 6514506"/>
              <a:gd name="connsiteY717" fmla="*/ 2554413 h 3658174"/>
              <a:gd name="connsiteX718" fmla="*/ 3772290 w 6514506"/>
              <a:gd name="connsiteY718" fmla="*/ 2555271 h 3658174"/>
              <a:gd name="connsiteX719" fmla="*/ 3763622 w 6514506"/>
              <a:gd name="connsiteY719" fmla="*/ 2551651 h 3658174"/>
              <a:gd name="connsiteX720" fmla="*/ 3764479 w 6514506"/>
              <a:gd name="connsiteY720" fmla="*/ 2540602 h 3658174"/>
              <a:gd name="connsiteX721" fmla="*/ 3774957 w 6514506"/>
              <a:gd name="connsiteY721" fmla="*/ 2533459 h 3658174"/>
              <a:gd name="connsiteX722" fmla="*/ 3780386 w 6514506"/>
              <a:gd name="connsiteY722" fmla="*/ 2530959 h 3658174"/>
              <a:gd name="connsiteX723" fmla="*/ 3587028 w 6514506"/>
              <a:gd name="connsiteY723" fmla="*/ 2510409 h 3658174"/>
              <a:gd name="connsiteX724" fmla="*/ 3587028 w 6514506"/>
              <a:gd name="connsiteY724" fmla="*/ 2513076 h 3658174"/>
              <a:gd name="connsiteX725" fmla="*/ 3583694 w 6514506"/>
              <a:gd name="connsiteY725" fmla="*/ 2510980 h 3658174"/>
              <a:gd name="connsiteX726" fmla="*/ 3587028 w 6514506"/>
              <a:gd name="connsiteY726" fmla="*/ 2510409 h 3658174"/>
              <a:gd name="connsiteX727" fmla="*/ 3813819 w 6514506"/>
              <a:gd name="connsiteY727" fmla="*/ 2504694 h 3658174"/>
              <a:gd name="connsiteX728" fmla="*/ 3815629 w 6514506"/>
              <a:gd name="connsiteY728" fmla="*/ 2507646 h 3658174"/>
              <a:gd name="connsiteX729" fmla="*/ 3810771 w 6514506"/>
              <a:gd name="connsiteY729" fmla="*/ 2515171 h 3658174"/>
              <a:gd name="connsiteX730" fmla="*/ 3814105 w 6514506"/>
              <a:gd name="connsiteY730" fmla="*/ 2517267 h 3658174"/>
              <a:gd name="connsiteX731" fmla="*/ 3813533 w 6514506"/>
              <a:gd name="connsiteY731" fmla="*/ 2521172 h 3658174"/>
              <a:gd name="connsiteX732" fmla="*/ 3808104 w 6514506"/>
              <a:gd name="connsiteY732" fmla="*/ 2521172 h 3658174"/>
              <a:gd name="connsiteX733" fmla="*/ 3805437 w 6514506"/>
              <a:gd name="connsiteY733" fmla="*/ 2520315 h 3658174"/>
              <a:gd name="connsiteX734" fmla="*/ 3805151 w 6514506"/>
              <a:gd name="connsiteY734" fmla="*/ 2518219 h 3658174"/>
              <a:gd name="connsiteX735" fmla="*/ 3799436 w 6514506"/>
              <a:gd name="connsiteY735" fmla="*/ 2520886 h 3658174"/>
              <a:gd name="connsiteX736" fmla="*/ 3792578 w 6514506"/>
              <a:gd name="connsiteY736" fmla="*/ 2522410 h 3658174"/>
              <a:gd name="connsiteX737" fmla="*/ 3792293 w 6514506"/>
              <a:gd name="connsiteY737" fmla="*/ 2516410 h 3658174"/>
              <a:gd name="connsiteX738" fmla="*/ 3797055 w 6514506"/>
              <a:gd name="connsiteY738" fmla="*/ 2512504 h 3658174"/>
              <a:gd name="connsiteX739" fmla="*/ 3803056 w 6514506"/>
              <a:gd name="connsiteY739" fmla="*/ 2508885 h 3658174"/>
              <a:gd name="connsiteX740" fmla="*/ 3813819 w 6514506"/>
              <a:gd name="connsiteY740" fmla="*/ 2504694 h 3658174"/>
              <a:gd name="connsiteX741" fmla="*/ 3015910 w 6514506"/>
              <a:gd name="connsiteY741" fmla="*/ 2501931 h 3658174"/>
              <a:gd name="connsiteX742" fmla="*/ 3016481 w 6514506"/>
              <a:gd name="connsiteY742" fmla="*/ 2505264 h 3658174"/>
              <a:gd name="connsiteX743" fmla="*/ 3015529 w 6514506"/>
              <a:gd name="connsiteY743" fmla="*/ 2507265 h 3658174"/>
              <a:gd name="connsiteX744" fmla="*/ 3012576 w 6514506"/>
              <a:gd name="connsiteY744" fmla="*/ 2510884 h 3658174"/>
              <a:gd name="connsiteX745" fmla="*/ 3010766 w 6514506"/>
              <a:gd name="connsiteY745" fmla="*/ 2506979 h 3658174"/>
              <a:gd name="connsiteX746" fmla="*/ 3015910 w 6514506"/>
              <a:gd name="connsiteY746" fmla="*/ 2501931 h 3658174"/>
              <a:gd name="connsiteX747" fmla="*/ 3582837 w 6514506"/>
              <a:gd name="connsiteY747" fmla="*/ 2500788 h 3658174"/>
              <a:gd name="connsiteX748" fmla="*/ 3586456 w 6514506"/>
              <a:gd name="connsiteY748" fmla="*/ 2503455 h 3658174"/>
              <a:gd name="connsiteX749" fmla="*/ 3583408 w 6514506"/>
              <a:gd name="connsiteY749" fmla="*/ 2504979 h 3658174"/>
              <a:gd name="connsiteX750" fmla="*/ 3582837 w 6514506"/>
              <a:gd name="connsiteY750" fmla="*/ 2500788 h 3658174"/>
              <a:gd name="connsiteX751" fmla="*/ 3566359 w 6514506"/>
              <a:gd name="connsiteY751" fmla="*/ 2495740 h 3658174"/>
              <a:gd name="connsiteX752" fmla="*/ 3570264 w 6514506"/>
              <a:gd name="connsiteY752" fmla="*/ 2496026 h 3658174"/>
              <a:gd name="connsiteX753" fmla="*/ 3575312 w 6514506"/>
              <a:gd name="connsiteY753" fmla="*/ 2502884 h 3658174"/>
              <a:gd name="connsiteX754" fmla="*/ 3574741 w 6514506"/>
              <a:gd name="connsiteY754" fmla="*/ 2509742 h 3658174"/>
              <a:gd name="connsiteX755" fmla="*/ 3569311 w 6514506"/>
              <a:gd name="connsiteY755" fmla="*/ 2502598 h 3658174"/>
              <a:gd name="connsiteX756" fmla="*/ 3566359 w 6514506"/>
              <a:gd name="connsiteY756" fmla="*/ 2495740 h 3658174"/>
              <a:gd name="connsiteX757" fmla="*/ 3588183 w 6514506"/>
              <a:gd name="connsiteY757" fmla="*/ 2489025 h 3658174"/>
              <a:gd name="connsiteX758" fmla="*/ 3588552 w 6514506"/>
              <a:gd name="connsiteY758" fmla="*/ 2492692 h 3658174"/>
              <a:gd name="connsiteX759" fmla="*/ 3586742 w 6514506"/>
              <a:gd name="connsiteY759" fmla="*/ 2497169 h 3658174"/>
              <a:gd name="connsiteX760" fmla="*/ 3586456 w 6514506"/>
              <a:gd name="connsiteY760" fmla="*/ 2489359 h 3658174"/>
              <a:gd name="connsiteX761" fmla="*/ 3588183 w 6514506"/>
              <a:gd name="connsiteY761" fmla="*/ 2489025 h 3658174"/>
              <a:gd name="connsiteX762" fmla="*/ 1194110 w 6514506"/>
              <a:gd name="connsiteY762" fmla="*/ 2483787 h 3658174"/>
              <a:gd name="connsiteX763" fmla="*/ 1196158 w 6514506"/>
              <a:gd name="connsiteY763" fmla="*/ 2483834 h 3658174"/>
              <a:gd name="connsiteX764" fmla="*/ 1199110 w 6514506"/>
              <a:gd name="connsiteY764" fmla="*/ 2487168 h 3658174"/>
              <a:gd name="connsiteX765" fmla="*/ 1196729 w 6514506"/>
              <a:gd name="connsiteY765" fmla="*/ 2491644 h 3658174"/>
              <a:gd name="connsiteX766" fmla="*/ 1194919 w 6514506"/>
              <a:gd name="connsiteY766" fmla="*/ 2487168 h 3658174"/>
              <a:gd name="connsiteX767" fmla="*/ 1194110 w 6514506"/>
              <a:gd name="connsiteY767" fmla="*/ 2483787 h 3658174"/>
              <a:gd name="connsiteX768" fmla="*/ 3586087 w 6514506"/>
              <a:gd name="connsiteY768" fmla="*/ 2474571 h 3658174"/>
              <a:gd name="connsiteX769" fmla="*/ 3587599 w 6514506"/>
              <a:gd name="connsiteY769" fmla="*/ 2476785 h 3658174"/>
              <a:gd name="connsiteX770" fmla="*/ 3586456 w 6514506"/>
              <a:gd name="connsiteY770" fmla="*/ 2481833 h 3658174"/>
              <a:gd name="connsiteX771" fmla="*/ 3585218 w 6514506"/>
              <a:gd name="connsiteY771" fmla="*/ 2477071 h 3658174"/>
              <a:gd name="connsiteX772" fmla="*/ 3586087 w 6514506"/>
              <a:gd name="connsiteY772" fmla="*/ 2474571 h 3658174"/>
              <a:gd name="connsiteX773" fmla="*/ 1167012 w 6514506"/>
              <a:gd name="connsiteY773" fmla="*/ 2474214 h 3658174"/>
              <a:gd name="connsiteX774" fmla="*/ 1169393 w 6514506"/>
              <a:gd name="connsiteY774" fmla="*/ 2474214 h 3658174"/>
              <a:gd name="connsiteX775" fmla="*/ 1171203 w 6514506"/>
              <a:gd name="connsiteY775" fmla="*/ 2475452 h 3658174"/>
              <a:gd name="connsiteX776" fmla="*/ 1167012 w 6514506"/>
              <a:gd name="connsiteY776" fmla="*/ 2474214 h 3658174"/>
              <a:gd name="connsiteX777" fmla="*/ 1179585 w 6514506"/>
              <a:gd name="connsiteY777" fmla="*/ 2468117 h 3658174"/>
              <a:gd name="connsiteX778" fmla="*/ 1181110 w 6514506"/>
              <a:gd name="connsiteY778" fmla="*/ 2472404 h 3658174"/>
              <a:gd name="connsiteX779" fmla="*/ 1177489 w 6514506"/>
              <a:gd name="connsiteY779" fmla="*/ 2470594 h 3658174"/>
              <a:gd name="connsiteX780" fmla="*/ 1179585 w 6514506"/>
              <a:gd name="connsiteY780" fmla="*/ 2468117 h 3658174"/>
              <a:gd name="connsiteX781" fmla="*/ 3556096 w 6514506"/>
              <a:gd name="connsiteY781" fmla="*/ 2467546 h 3658174"/>
              <a:gd name="connsiteX782" fmla="*/ 3558263 w 6514506"/>
              <a:gd name="connsiteY782" fmla="*/ 2472023 h 3658174"/>
              <a:gd name="connsiteX783" fmla="*/ 3557691 w 6514506"/>
              <a:gd name="connsiteY783" fmla="*/ 2477167 h 3658174"/>
              <a:gd name="connsiteX784" fmla="*/ 3562168 w 6514506"/>
              <a:gd name="connsiteY784" fmla="*/ 2476310 h 3658174"/>
              <a:gd name="connsiteX785" fmla="*/ 3565121 w 6514506"/>
              <a:gd name="connsiteY785" fmla="*/ 2479262 h 3658174"/>
              <a:gd name="connsiteX786" fmla="*/ 3562740 w 6514506"/>
              <a:gd name="connsiteY786" fmla="*/ 2487644 h 3658174"/>
              <a:gd name="connsiteX787" fmla="*/ 3554643 w 6514506"/>
              <a:gd name="connsiteY787" fmla="*/ 2486406 h 3658174"/>
              <a:gd name="connsiteX788" fmla="*/ 3551976 w 6514506"/>
              <a:gd name="connsiteY788" fmla="*/ 2479834 h 3658174"/>
              <a:gd name="connsiteX789" fmla="*/ 3553500 w 6514506"/>
              <a:gd name="connsiteY789" fmla="*/ 2469356 h 3658174"/>
              <a:gd name="connsiteX790" fmla="*/ 3556096 w 6514506"/>
              <a:gd name="connsiteY790" fmla="*/ 2467546 h 3658174"/>
              <a:gd name="connsiteX791" fmla="*/ 1264071 w 6514506"/>
              <a:gd name="connsiteY791" fmla="*/ 2463546 h 3658174"/>
              <a:gd name="connsiteX792" fmla="*/ 1267691 w 6514506"/>
              <a:gd name="connsiteY792" fmla="*/ 2463831 h 3658174"/>
              <a:gd name="connsiteX793" fmla="*/ 1269786 w 6514506"/>
              <a:gd name="connsiteY793" fmla="*/ 2467165 h 3658174"/>
              <a:gd name="connsiteX794" fmla="*/ 1273120 w 6514506"/>
              <a:gd name="connsiteY794" fmla="*/ 2469260 h 3658174"/>
              <a:gd name="connsiteX795" fmla="*/ 1274644 w 6514506"/>
              <a:gd name="connsiteY795" fmla="*/ 2474975 h 3658174"/>
              <a:gd name="connsiteX796" fmla="*/ 1277311 w 6514506"/>
              <a:gd name="connsiteY796" fmla="*/ 2480119 h 3658174"/>
              <a:gd name="connsiteX797" fmla="*/ 1283026 w 6514506"/>
              <a:gd name="connsiteY797" fmla="*/ 2484881 h 3658174"/>
              <a:gd name="connsiteX798" fmla="*/ 1289026 w 6514506"/>
              <a:gd name="connsiteY798" fmla="*/ 2493549 h 3658174"/>
              <a:gd name="connsiteX799" fmla="*/ 1292360 w 6514506"/>
              <a:gd name="connsiteY799" fmla="*/ 2507646 h 3658174"/>
              <a:gd name="connsiteX800" fmla="*/ 1294456 w 6514506"/>
              <a:gd name="connsiteY800" fmla="*/ 2520505 h 3658174"/>
              <a:gd name="connsiteX801" fmla="*/ 1297504 w 6514506"/>
              <a:gd name="connsiteY801" fmla="*/ 2527649 h 3658174"/>
              <a:gd name="connsiteX802" fmla="*/ 1298742 w 6514506"/>
              <a:gd name="connsiteY802" fmla="*/ 2532792 h 3658174"/>
              <a:gd name="connsiteX803" fmla="*/ 1300647 w 6514506"/>
              <a:gd name="connsiteY803" fmla="*/ 2536412 h 3658174"/>
              <a:gd name="connsiteX804" fmla="*/ 1301314 w 6514506"/>
              <a:gd name="connsiteY804" fmla="*/ 2540984 h 3658174"/>
              <a:gd name="connsiteX805" fmla="*/ 1305409 w 6514506"/>
              <a:gd name="connsiteY805" fmla="*/ 2552414 h 3658174"/>
              <a:gd name="connsiteX806" fmla="*/ 1303885 w 6514506"/>
              <a:gd name="connsiteY806" fmla="*/ 2561748 h 3658174"/>
              <a:gd name="connsiteX807" fmla="*/ 1301218 w 6514506"/>
              <a:gd name="connsiteY807" fmla="*/ 2560224 h 3658174"/>
              <a:gd name="connsiteX808" fmla="*/ 1300171 w 6514506"/>
              <a:gd name="connsiteY808" fmla="*/ 2557938 h 3658174"/>
              <a:gd name="connsiteX809" fmla="*/ 1297980 w 6514506"/>
              <a:gd name="connsiteY809" fmla="*/ 2556128 h 3658174"/>
              <a:gd name="connsiteX810" fmla="*/ 1293503 w 6514506"/>
              <a:gd name="connsiteY810" fmla="*/ 2546508 h 3658174"/>
              <a:gd name="connsiteX811" fmla="*/ 1289312 w 6514506"/>
              <a:gd name="connsiteY811" fmla="*/ 2545651 h 3658174"/>
              <a:gd name="connsiteX812" fmla="*/ 1291122 w 6514506"/>
              <a:gd name="connsiteY812" fmla="*/ 2554033 h 3658174"/>
              <a:gd name="connsiteX813" fmla="*/ 1296170 w 6514506"/>
              <a:gd name="connsiteY813" fmla="*/ 2566606 h 3658174"/>
              <a:gd name="connsiteX814" fmla="*/ 1300171 w 6514506"/>
              <a:gd name="connsiteY814" fmla="*/ 2572607 h 3658174"/>
              <a:gd name="connsiteX815" fmla="*/ 1301409 w 6514506"/>
              <a:gd name="connsiteY815" fmla="*/ 2576702 h 3658174"/>
              <a:gd name="connsiteX816" fmla="*/ 1300171 w 6514506"/>
              <a:gd name="connsiteY816" fmla="*/ 2582513 h 3658174"/>
              <a:gd name="connsiteX817" fmla="*/ 1297409 w 6514506"/>
              <a:gd name="connsiteY817" fmla="*/ 2587942 h 3658174"/>
              <a:gd name="connsiteX818" fmla="*/ 1295313 w 6514506"/>
              <a:gd name="connsiteY818" fmla="*/ 2594228 h 3658174"/>
              <a:gd name="connsiteX819" fmla="*/ 1294741 w 6514506"/>
              <a:gd name="connsiteY819" fmla="*/ 2602610 h 3658174"/>
              <a:gd name="connsiteX820" fmla="*/ 1298456 w 6514506"/>
              <a:gd name="connsiteY820" fmla="*/ 2608802 h 3658174"/>
              <a:gd name="connsiteX821" fmla="*/ 1298456 w 6514506"/>
              <a:gd name="connsiteY821" fmla="*/ 2615660 h 3658174"/>
              <a:gd name="connsiteX822" fmla="*/ 1299980 w 6514506"/>
              <a:gd name="connsiteY822" fmla="*/ 2644711 h 3658174"/>
              <a:gd name="connsiteX823" fmla="*/ 1301218 w 6514506"/>
              <a:gd name="connsiteY823" fmla="*/ 2668714 h 3658174"/>
              <a:gd name="connsiteX824" fmla="*/ 1302647 w 6514506"/>
              <a:gd name="connsiteY824" fmla="*/ 2680715 h 3658174"/>
              <a:gd name="connsiteX825" fmla="*/ 1304457 w 6514506"/>
              <a:gd name="connsiteY825" fmla="*/ 2694813 h 3658174"/>
              <a:gd name="connsiteX826" fmla="*/ 1304171 w 6514506"/>
              <a:gd name="connsiteY826" fmla="*/ 2705576 h 3658174"/>
              <a:gd name="connsiteX827" fmla="*/ 1304171 w 6514506"/>
              <a:gd name="connsiteY827" fmla="*/ 2724721 h 3658174"/>
              <a:gd name="connsiteX828" fmla="*/ 1300361 w 6514506"/>
              <a:gd name="connsiteY828" fmla="*/ 2733103 h 3658174"/>
              <a:gd name="connsiteX829" fmla="*/ 1301218 w 6514506"/>
              <a:gd name="connsiteY829" fmla="*/ 2740914 h 3658174"/>
              <a:gd name="connsiteX830" fmla="*/ 1309886 w 6514506"/>
              <a:gd name="connsiteY830" fmla="*/ 2774441 h 3658174"/>
              <a:gd name="connsiteX831" fmla="*/ 1307791 w 6514506"/>
              <a:gd name="connsiteY831" fmla="*/ 2807112 h 3658174"/>
              <a:gd name="connsiteX832" fmla="*/ 1300266 w 6514506"/>
              <a:gd name="connsiteY832" fmla="*/ 2810541 h 3658174"/>
              <a:gd name="connsiteX833" fmla="*/ 1296933 w 6514506"/>
              <a:gd name="connsiteY833" fmla="*/ 2811113 h 3658174"/>
              <a:gd name="connsiteX834" fmla="*/ 1289122 w 6514506"/>
              <a:gd name="connsiteY834" fmla="*/ 2818923 h 3658174"/>
              <a:gd name="connsiteX835" fmla="*/ 1279501 w 6514506"/>
              <a:gd name="connsiteY835" fmla="*/ 2825210 h 3658174"/>
              <a:gd name="connsiteX836" fmla="*/ 1271405 w 6514506"/>
              <a:gd name="connsiteY836" fmla="*/ 2821305 h 3658174"/>
              <a:gd name="connsiteX837" fmla="*/ 1266643 w 6514506"/>
              <a:gd name="connsiteY837" fmla="*/ 2817971 h 3658174"/>
              <a:gd name="connsiteX838" fmla="*/ 1265405 w 6514506"/>
              <a:gd name="connsiteY838" fmla="*/ 2815875 h 3658174"/>
              <a:gd name="connsiteX839" fmla="*/ 1260642 w 6514506"/>
              <a:gd name="connsiteY839" fmla="*/ 2810446 h 3658174"/>
              <a:gd name="connsiteX840" fmla="*/ 1250736 w 6514506"/>
              <a:gd name="connsiteY840" fmla="*/ 2800540 h 3658174"/>
              <a:gd name="connsiteX841" fmla="*/ 1245307 w 6514506"/>
              <a:gd name="connsiteY841" fmla="*/ 2789396 h 3658174"/>
              <a:gd name="connsiteX842" fmla="*/ 1243497 w 6514506"/>
              <a:gd name="connsiteY842" fmla="*/ 2781585 h 3658174"/>
              <a:gd name="connsiteX843" fmla="*/ 1241687 w 6514506"/>
              <a:gd name="connsiteY843" fmla="*/ 2777394 h 3658174"/>
              <a:gd name="connsiteX844" fmla="*/ 1240830 w 6514506"/>
              <a:gd name="connsiteY844" fmla="*/ 2771393 h 3658174"/>
              <a:gd name="connsiteX845" fmla="*/ 1235115 w 6514506"/>
              <a:gd name="connsiteY845" fmla="*/ 2761202 h 3658174"/>
              <a:gd name="connsiteX846" fmla="*/ 1226447 w 6514506"/>
              <a:gd name="connsiteY846" fmla="*/ 2749200 h 3658174"/>
              <a:gd name="connsiteX847" fmla="*/ 1221399 w 6514506"/>
              <a:gd name="connsiteY847" fmla="*/ 2733960 h 3658174"/>
              <a:gd name="connsiteX848" fmla="*/ 1217779 w 6514506"/>
              <a:gd name="connsiteY848" fmla="*/ 2725007 h 3658174"/>
              <a:gd name="connsiteX849" fmla="*/ 1217208 w 6514506"/>
              <a:gd name="connsiteY849" fmla="*/ 2719006 h 3658174"/>
              <a:gd name="connsiteX850" fmla="*/ 1219589 w 6514506"/>
              <a:gd name="connsiteY850" fmla="*/ 2713863 h 3658174"/>
              <a:gd name="connsiteX851" fmla="*/ 1221685 w 6514506"/>
              <a:gd name="connsiteY851" fmla="*/ 2706338 h 3658174"/>
              <a:gd name="connsiteX852" fmla="*/ 1221685 w 6514506"/>
              <a:gd name="connsiteY852" fmla="*/ 2698241 h 3658174"/>
              <a:gd name="connsiteX853" fmla="*/ 1224352 w 6514506"/>
              <a:gd name="connsiteY853" fmla="*/ 2691383 h 3658174"/>
              <a:gd name="connsiteX854" fmla="*/ 1225209 w 6514506"/>
              <a:gd name="connsiteY854" fmla="*/ 2684240 h 3658174"/>
              <a:gd name="connsiteX855" fmla="*/ 1224923 w 6514506"/>
              <a:gd name="connsiteY855" fmla="*/ 2676715 h 3658174"/>
              <a:gd name="connsiteX856" fmla="*/ 1224352 w 6514506"/>
              <a:gd name="connsiteY856" fmla="*/ 2669190 h 3658174"/>
              <a:gd name="connsiteX857" fmla="*/ 1221399 w 6514506"/>
              <a:gd name="connsiteY857" fmla="*/ 2659856 h 3658174"/>
              <a:gd name="connsiteX858" fmla="*/ 1216255 w 6514506"/>
              <a:gd name="connsiteY858" fmla="*/ 2646330 h 3658174"/>
              <a:gd name="connsiteX859" fmla="*/ 1211207 w 6514506"/>
              <a:gd name="connsiteY859" fmla="*/ 2635853 h 3658174"/>
              <a:gd name="connsiteX860" fmla="*/ 1203682 w 6514506"/>
              <a:gd name="connsiteY860" fmla="*/ 2622327 h 3658174"/>
              <a:gd name="connsiteX861" fmla="*/ 1201302 w 6514506"/>
              <a:gd name="connsiteY861" fmla="*/ 2611850 h 3658174"/>
              <a:gd name="connsiteX862" fmla="*/ 1202539 w 6514506"/>
              <a:gd name="connsiteY862" fmla="*/ 2602515 h 3658174"/>
              <a:gd name="connsiteX863" fmla="*/ 1202825 w 6514506"/>
              <a:gd name="connsiteY863" fmla="*/ 2591085 h 3658174"/>
              <a:gd name="connsiteX864" fmla="*/ 1202825 w 6514506"/>
              <a:gd name="connsiteY864" fmla="*/ 2582132 h 3658174"/>
              <a:gd name="connsiteX865" fmla="*/ 1208255 w 6514506"/>
              <a:gd name="connsiteY865" fmla="*/ 2576988 h 3658174"/>
              <a:gd name="connsiteX866" fmla="*/ 1213684 w 6514506"/>
              <a:gd name="connsiteY866" fmla="*/ 2571845 h 3658174"/>
              <a:gd name="connsiteX867" fmla="*/ 1217303 w 6514506"/>
              <a:gd name="connsiteY867" fmla="*/ 2571273 h 3658174"/>
              <a:gd name="connsiteX868" fmla="*/ 1218542 w 6514506"/>
              <a:gd name="connsiteY868" fmla="*/ 2573940 h 3658174"/>
              <a:gd name="connsiteX869" fmla="*/ 1221589 w 6514506"/>
              <a:gd name="connsiteY869" fmla="*/ 2572130 h 3658174"/>
              <a:gd name="connsiteX870" fmla="*/ 1223971 w 6514506"/>
              <a:gd name="connsiteY870" fmla="*/ 2571559 h 3658174"/>
              <a:gd name="connsiteX871" fmla="*/ 1224542 w 6514506"/>
              <a:gd name="connsiteY871" fmla="*/ 2568225 h 3658174"/>
              <a:gd name="connsiteX872" fmla="*/ 1227495 w 6514506"/>
              <a:gd name="connsiteY872" fmla="*/ 2565558 h 3658174"/>
              <a:gd name="connsiteX873" fmla="*/ 1230448 w 6514506"/>
              <a:gd name="connsiteY873" fmla="*/ 2563463 h 3658174"/>
              <a:gd name="connsiteX874" fmla="*/ 1235591 w 6514506"/>
              <a:gd name="connsiteY874" fmla="*/ 2568892 h 3658174"/>
              <a:gd name="connsiteX875" fmla="*/ 1239211 w 6514506"/>
              <a:gd name="connsiteY875" fmla="*/ 2571845 h 3658174"/>
              <a:gd name="connsiteX876" fmla="*/ 1237687 w 6514506"/>
              <a:gd name="connsiteY876" fmla="*/ 2565844 h 3658174"/>
              <a:gd name="connsiteX877" fmla="*/ 1234353 w 6514506"/>
              <a:gd name="connsiteY877" fmla="*/ 2557176 h 3658174"/>
              <a:gd name="connsiteX878" fmla="*/ 1237972 w 6514506"/>
              <a:gd name="connsiteY878" fmla="*/ 2550890 h 3658174"/>
              <a:gd name="connsiteX879" fmla="*/ 1241592 w 6514506"/>
              <a:gd name="connsiteY879" fmla="*/ 2553842 h 3658174"/>
              <a:gd name="connsiteX880" fmla="*/ 1247021 w 6514506"/>
              <a:gd name="connsiteY880" fmla="*/ 2557176 h 3658174"/>
              <a:gd name="connsiteX881" fmla="*/ 1243402 w 6514506"/>
              <a:gd name="connsiteY881" fmla="*/ 2547270 h 3658174"/>
              <a:gd name="connsiteX882" fmla="*/ 1241878 w 6514506"/>
              <a:gd name="connsiteY882" fmla="*/ 2535269 h 3658174"/>
              <a:gd name="connsiteX883" fmla="*/ 1245211 w 6514506"/>
              <a:gd name="connsiteY883" fmla="*/ 2534411 h 3658174"/>
              <a:gd name="connsiteX884" fmla="*/ 1245497 w 6514506"/>
              <a:gd name="connsiteY884" fmla="*/ 2538317 h 3658174"/>
              <a:gd name="connsiteX885" fmla="*/ 1247593 w 6514506"/>
              <a:gd name="connsiteY885" fmla="*/ 2533840 h 3658174"/>
              <a:gd name="connsiteX886" fmla="*/ 1251498 w 6514506"/>
              <a:gd name="connsiteY886" fmla="*/ 2531459 h 3658174"/>
              <a:gd name="connsiteX887" fmla="*/ 1254546 w 6514506"/>
              <a:gd name="connsiteY887" fmla="*/ 2532316 h 3658174"/>
              <a:gd name="connsiteX888" fmla="*/ 1250641 w 6514506"/>
              <a:gd name="connsiteY888" fmla="*/ 2528982 h 3658174"/>
              <a:gd name="connsiteX889" fmla="*/ 1247688 w 6514506"/>
              <a:gd name="connsiteY889" fmla="*/ 2522124 h 3658174"/>
              <a:gd name="connsiteX890" fmla="*/ 1249784 w 6514506"/>
              <a:gd name="connsiteY890" fmla="*/ 2518219 h 3658174"/>
              <a:gd name="connsiteX891" fmla="*/ 1250355 w 6514506"/>
              <a:gd name="connsiteY891" fmla="*/ 2514314 h 3658174"/>
              <a:gd name="connsiteX892" fmla="*/ 1246165 w 6514506"/>
              <a:gd name="connsiteY892" fmla="*/ 2505360 h 3658174"/>
              <a:gd name="connsiteX893" fmla="*/ 1253022 w 6514506"/>
              <a:gd name="connsiteY893" fmla="*/ 2506598 h 3658174"/>
              <a:gd name="connsiteX894" fmla="*/ 1256927 w 6514506"/>
              <a:gd name="connsiteY894" fmla="*/ 2504789 h 3658174"/>
              <a:gd name="connsiteX895" fmla="*/ 1257213 w 6514506"/>
              <a:gd name="connsiteY895" fmla="*/ 2500883 h 3658174"/>
              <a:gd name="connsiteX896" fmla="*/ 1259309 w 6514506"/>
              <a:gd name="connsiteY896" fmla="*/ 2496692 h 3658174"/>
              <a:gd name="connsiteX897" fmla="*/ 1260832 w 6514506"/>
              <a:gd name="connsiteY897" fmla="*/ 2490406 h 3658174"/>
              <a:gd name="connsiteX898" fmla="*/ 1261690 w 6514506"/>
              <a:gd name="connsiteY898" fmla="*/ 2483262 h 3658174"/>
              <a:gd name="connsiteX899" fmla="*/ 1259309 w 6514506"/>
              <a:gd name="connsiteY899" fmla="*/ 2475166 h 3658174"/>
              <a:gd name="connsiteX900" fmla="*/ 1259309 w 6514506"/>
              <a:gd name="connsiteY900" fmla="*/ 2470403 h 3658174"/>
              <a:gd name="connsiteX901" fmla="*/ 1261405 w 6514506"/>
              <a:gd name="connsiteY901" fmla="*/ 2468308 h 3658174"/>
              <a:gd name="connsiteX902" fmla="*/ 1264071 w 6514506"/>
              <a:gd name="connsiteY902" fmla="*/ 2463546 h 3658174"/>
              <a:gd name="connsiteX903" fmla="*/ 3983459 w 6514506"/>
              <a:gd name="connsiteY903" fmla="*/ 2452877 h 3658174"/>
              <a:gd name="connsiteX904" fmla="*/ 3988888 w 6514506"/>
              <a:gd name="connsiteY904" fmla="*/ 2457068 h 3658174"/>
              <a:gd name="connsiteX905" fmla="*/ 3982887 w 6514506"/>
              <a:gd name="connsiteY905" fmla="*/ 2457354 h 3658174"/>
              <a:gd name="connsiteX906" fmla="*/ 3977172 w 6514506"/>
              <a:gd name="connsiteY906" fmla="*/ 2453735 h 3658174"/>
              <a:gd name="connsiteX907" fmla="*/ 3983459 w 6514506"/>
              <a:gd name="connsiteY907" fmla="*/ 2452877 h 3658174"/>
              <a:gd name="connsiteX908" fmla="*/ 1156308 w 6514506"/>
              <a:gd name="connsiteY908" fmla="*/ 2449329 h 3658174"/>
              <a:gd name="connsiteX909" fmla="*/ 1158820 w 6514506"/>
              <a:gd name="connsiteY909" fmla="*/ 2449829 h 3658174"/>
              <a:gd name="connsiteX910" fmla="*/ 1161201 w 6514506"/>
              <a:gd name="connsiteY910" fmla="*/ 2461450 h 3658174"/>
              <a:gd name="connsiteX911" fmla="*/ 1156439 w 6514506"/>
              <a:gd name="connsiteY911" fmla="*/ 2456687 h 3658174"/>
              <a:gd name="connsiteX912" fmla="*/ 1156308 w 6514506"/>
              <a:gd name="connsiteY912" fmla="*/ 2449329 h 3658174"/>
              <a:gd name="connsiteX913" fmla="*/ 2952616 w 6514506"/>
              <a:gd name="connsiteY913" fmla="*/ 2447270 h 3658174"/>
              <a:gd name="connsiteX914" fmla="*/ 2955331 w 6514506"/>
              <a:gd name="connsiteY914" fmla="*/ 2448020 h 3658174"/>
              <a:gd name="connsiteX915" fmla="*/ 2957712 w 6514506"/>
              <a:gd name="connsiteY915" fmla="*/ 2451353 h 3658174"/>
              <a:gd name="connsiteX916" fmla="*/ 2958664 w 6514506"/>
              <a:gd name="connsiteY916" fmla="*/ 2458307 h 3658174"/>
              <a:gd name="connsiteX917" fmla="*/ 2955331 w 6514506"/>
              <a:gd name="connsiteY917" fmla="*/ 2461259 h 3658174"/>
              <a:gd name="connsiteX918" fmla="*/ 2947806 w 6514506"/>
              <a:gd name="connsiteY918" fmla="*/ 2461259 h 3658174"/>
              <a:gd name="connsiteX919" fmla="*/ 2947235 w 6514506"/>
              <a:gd name="connsiteY919" fmla="*/ 2453449 h 3658174"/>
              <a:gd name="connsiteX920" fmla="*/ 2949902 w 6514506"/>
              <a:gd name="connsiteY920" fmla="*/ 2448305 h 3658174"/>
              <a:gd name="connsiteX921" fmla="*/ 2952616 w 6514506"/>
              <a:gd name="connsiteY921" fmla="*/ 2447270 h 3658174"/>
              <a:gd name="connsiteX922" fmla="*/ 3969648 w 6514506"/>
              <a:gd name="connsiteY922" fmla="*/ 2444495 h 3658174"/>
              <a:gd name="connsiteX923" fmla="*/ 3974791 w 6514506"/>
              <a:gd name="connsiteY923" fmla="*/ 2449924 h 3658174"/>
              <a:gd name="connsiteX924" fmla="*/ 3966695 w 6514506"/>
              <a:gd name="connsiteY924" fmla="*/ 2448400 h 3658174"/>
              <a:gd name="connsiteX925" fmla="*/ 3969648 w 6514506"/>
              <a:gd name="connsiteY925" fmla="*/ 2444495 h 3658174"/>
              <a:gd name="connsiteX926" fmla="*/ 772745 w 6514506"/>
              <a:gd name="connsiteY926" fmla="*/ 2443302 h 3658174"/>
              <a:gd name="connsiteX927" fmla="*/ 772741 w 6514506"/>
              <a:gd name="connsiteY927" fmla="*/ 2443904 h 3658174"/>
              <a:gd name="connsiteX928" fmla="*/ 772771 w 6514506"/>
              <a:gd name="connsiteY928" fmla="*/ 2443352 h 3658174"/>
              <a:gd name="connsiteX929" fmla="*/ 983269 w 6514506"/>
              <a:gd name="connsiteY929" fmla="*/ 2418409 h 3658174"/>
              <a:gd name="connsiteX930" fmla="*/ 990020 w 6514506"/>
              <a:gd name="connsiteY930" fmla="*/ 2441150 h 3658174"/>
              <a:gd name="connsiteX931" fmla="*/ 988703 w 6514506"/>
              <a:gd name="connsiteY931" fmla="*/ 2436018 h 3658174"/>
              <a:gd name="connsiteX932" fmla="*/ 984615 w 6514506"/>
              <a:gd name="connsiteY932" fmla="*/ 2420957 h 3658174"/>
              <a:gd name="connsiteX933" fmla="*/ 756669 w 6514506"/>
              <a:gd name="connsiteY933" fmla="*/ 2405960 h 3658174"/>
              <a:gd name="connsiteX934" fmla="*/ 756865 w 6514506"/>
              <a:gd name="connsiteY934" fmla="*/ 2411623 h 3658174"/>
              <a:gd name="connsiteX935" fmla="*/ 757010 w 6514506"/>
              <a:gd name="connsiteY935" fmla="*/ 2411849 h 3658174"/>
              <a:gd name="connsiteX936" fmla="*/ 756865 w 6514506"/>
              <a:gd name="connsiteY936" fmla="*/ 2407062 h 3658174"/>
              <a:gd name="connsiteX937" fmla="*/ 2933137 w 6514506"/>
              <a:gd name="connsiteY937" fmla="*/ 2403729 h 3658174"/>
              <a:gd name="connsiteX938" fmla="*/ 2934947 w 6514506"/>
              <a:gd name="connsiteY938" fmla="*/ 2405539 h 3658174"/>
              <a:gd name="connsiteX939" fmla="*/ 2929232 w 6514506"/>
              <a:gd name="connsiteY939" fmla="*/ 2409158 h 3658174"/>
              <a:gd name="connsiteX940" fmla="*/ 2933137 w 6514506"/>
              <a:gd name="connsiteY940" fmla="*/ 2403729 h 3658174"/>
              <a:gd name="connsiteX941" fmla="*/ 3425390 w 6514506"/>
              <a:gd name="connsiteY941" fmla="*/ 2395644 h 3658174"/>
              <a:gd name="connsiteX942" fmla="*/ 3430343 w 6514506"/>
              <a:gd name="connsiteY942" fmla="*/ 2396203 h 3658174"/>
              <a:gd name="connsiteX943" fmla="*/ 3434819 w 6514506"/>
              <a:gd name="connsiteY943" fmla="*/ 2399823 h 3658174"/>
              <a:gd name="connsiteX944" fmla="*/ 3425580 w 6514506"/>
              <a:gd name="connsiteY944" fmla="*/ 2398013 h 3658174"/>
              <a:gd name="connsiteX945" fmla="*/ 3425390 w 6514506"/>
              <a:gd name="connsiteY945" fmla="*/ 2395644 h 3658174"/>
              <a:gd name="connsiteX946" fmla="*/ 3292134 w 6514506"/>
              <a:gd name="connsiteY946" fmla="*/ 2393536 h 3658174"/>
              <a:gd name="connsiteX947" fmla="*/ 3296706 w 6514506"/>
              <a:gd name="connsiteY947" fmla="*/ 2395918 h 3658174"/>
              <a:gd name="connsiteX948" fmla="*/ 3295468 w 6514506"/>
              <a:gd name="connsiteY948" fmla="*/ 2398013 h 3658174"/>
              <a:gd name="connsiteX949" fmla="*/ 3289181 w 6514506"/>
              <a:gd name="connsiteY949" fmla="*/ 2394108 h 3658174"/>
              <a:gd name="connsiteX950" fmla="*/ 3292134 w 6514506"/>
              <a:gd name="connsiteY950" fmla="*/ 2393536 h 3658174"/>
              <a:gd name="connsiteX951" fmla="*/ 2822053 w 6514506"/>
              <a:gd name="connsiteY951" fmla="*/ 2392465 h 3658174"/>
              <a:gd name="connsiteX952" fmla="*/ 2824933 w 6514506"/>
              <a:gd name="connsiteY952" fmla="*/ 2394394 h 3658174"/>
              <a:gd name="connsiteX953" fmla="*/ 2827600 w 6514506"/>
              <a:gd name="connsiteY953" fmla="*/ 2399537 h 3658174"/>
              <a:gd name="connsiteX954" fmla="*/ 2828458 w 6514506"/>
              <a:gd name="connsiteY954" fmla="*/ 2404586 h 3658174"/>
              <a:gd name="connsiteX955" fmla="*/ 2821600 w 6514506"/>
              <a:gd name="connsiteY955" fmla="*/ 2403348 h 3658174"/>
              <a:gd name="connsiteX956" fmla="*/ 2818647 w 6514506"/>
              <a:gd name="connsiteY956" fmla="*/ 2400014 h 3658174"/>
              <a:gd name="connsiteX957" fmla="*/ 2820743 w 6514506"/>
              <a:gd name="connsiteY957" fmla="*/ 2395251 h 3658174"/>
              <a:gd name="connsiteX958" fmla="*/ 2822053 w 6514506"/>
              <a:gd name="connsiteY958" fmla="*/ 2392465 h 3658174"/>
              <a:gd name="connsiteX959" fmla="*/ 2827470 w 6514506"/>
              <a:gd name="connsiteY959" fmla="*/ 2390716 h 3658174"/>
              <a:gd name="connsiteX960" fmla="*/ 2830267 w 6514506"/>
              <a:gd name="connsiteY960" fmla="*/ 2392013 h 3658174"/>
              <a:gd name="connsiteX961" fmla="*/ 2835696 w 6514506"/>
              <a:gd name="connsiteY961" fmla="*/ 2393537 h 3658174"/>
              <a:gd name="connsiteX962" fmla="*/ 2846745 w 6514506"/>
              <a:gd name="connsiteY962" fmla="*/ 2392299 h 3658174"/>
              <a:gd name="connsiteX963" fmla="*/ 2847983 w 6514506"/>
              <a:gd name="connsiteY963" fmla="*/ 2400395 h 3658174"/>
              <a:gd name="connsiteX964" fmla="*/ 2839315 w 6514506"/>
              <a:gd name="connsiteY964" fmla="*/ 2405824 h 3658174"/>
              <a:gd name="connsiteX965" fmla="*/ 2827886 w 6514506"/>
              <a:gd name="connsiteY965" fmla="*/ 2395918 h 3658174"/>
              <a:gd name="connsiteX966" fmla="*/ 2827470 w 6514506"/>
              <a:gd name="connsiteY966" fmla="*/ 2390716 h 3658174"/>
              <a:gd name="connsiteX967" fmla="*/ 2955188 w 6514506"/>
              <a:gd name="connsiteY967" fmla="*/ 2385238 h 3658174"/>
              <a:gd name="connsiteX968" fmla="*/ 2953806 w 6514506"/>
              <a:gd name="connsiteY968" fmla="*/ 2388679 h 3658174"/>
              <a:gd name="connsiteX969" fmla="*/ 2951425 w 6514506"/>
              <a:gd name="connsiteY969" fmla="*/ 2386298 h 3658174"/>
              <a:gd name="connsiteX970" fmla="*/ 2955188 w 6514506"/>
              <a:gd name="connsiteY970" fmla="*/ 2385238 h 3658174"/>
              <a:gd name="connsiteX971" fmla="*/ 3064106 w 6514506"/>
              <a:gd name="connsiteY971" fmla="*/ 2383535 h 3658174"/>
              <a:gd name="connsiteX972" fmla="*/ 3069154 w 6514506"/>
              <a:gd name="connsiteY972" fmla="*/ 2383535 h 3658174"/>
              <a:gd name="connsiteX973" fmla="*/ 3073059 w 6514506"/>
              <a:gd name="connsiteY973" fmla="*/ 2384393 h 3658174"/>
              <a:gd name="connsiteX974" fmla="*/ 3074869 w 6514506"/>
              <a:gd name="connsiteY974" fmla="*/ 2389155 h 3658174"/>
              <a:gd name="connsiteX975" fmla="*/ 3075726 w 6514506"/>
              <a:gd name="connsiteY975" fmla="*/ 2394584 h 3658174"/>
              <a:gd name="connsiteX976" fmla="*/ 3076012 w 6514506"/>
              <a:gd name="connsiteY976" fmla="*/ 2400585 h 3658174"/>
              <a:gd name="connsiteX977" fmla="*/ 3079632 w 6514506"/>
              <a:gd name="connsiteY977" fmla="*/ 2404490 h 3658174"/>
              <a:gd name="connsiteX978" fmla="*/ 3081727 w 6514506"/>
              <a:gd name="connsiteY978" fmla="*/ 2408396 h 3658174"/>
              <a:gd name="connsiteX979" fmla="*/ 3083823 w 6514506"/>
              <a:gd name="connsiteY979" fmla="*/ 2414396 h 3658174"/>
              <a:gd name="connsiteX980" fmla="*/ 3085347 w 6514506"/>
              <a:gd name="connsiteY980" fmla="*/ 2417730 h 3658174"/>
              <a:gd name="connsiteX981" fmla="*/ 3087728 w 6514506"/>
              <a:gd name="connsiteY981" fmla="*/ 2420683 h 3658174"/>
              <a:gd name="connsiteX982" fmla="*/ 3089252 w 6514506"/>
              <a:gd name="connsiteY982" fmla="*/ 2424302 h 3658174"/>
              <a:gd name="connsiteX983" fmla="*/ 3091633 w 6514506"/>
              <a:gd name="connsiteY983" fmla="*/ 2426684 h 3658174"/>
              <a:gd name="connsiteX984" fmla="*/ 3092300 w 6514506"/>
              <a:gd name="connsiteY984" fmla="*/ 2430875 h 3658174"/>
              <a:gd name="connsiteX985" fmla="*/ 3094300 w 6514506"/>
              <a:gd name="connsiteY985" fmla="*/ 2438685 h 3658174"/>
              <a:gd name="connsiteX986" fmla="*/ 3093443 w 6514506"/>
              <a:gd name="connsiteY986" fmla="*/ 2442876 h 3658174"/>
              <a:gd name="connsiteX987" fmla="*/ 3093157 w 6514506"/>
              <a:gd name="connsiteY987" fmla="*/ 2450020 h 3658174"/>
              <a:gd name="connsiteX988" fmla="*/ 3094681 w 6514506"/>
              <a:gd name="connsiteY988" fmla="*/ 2456592 h 3658174"/>
              <a:gd name="connsiteX989" fmla="*/ 3098872 w 6514506"/>
              <a:gd name="connsiteY989" fmla="*/ 2463450 h 3658174"/>
              <a:gd name="connsiteX990" fmla="*/ 3101539 w 6514506"/>
              <a:gd name="connsiteY990" fmla="*/ 2460497 h 3658174"/>
              <a:gd name="connsiteX991" fmla="*/ 3103063 w 6514506"/>
              <a:gd name="connsiteY991" fmla="*/ 2458402 h 3658174"/>
              <a:gd name="connsiteX992" fmla="*/ 3108778 w 6514506"/>
              <a:gd name="connsiteY992" fmla="*/ 2456592 h 3658174"/>
              <a:gd name="connsiteX993" fmla="*/ 3111731 w 6514506"/>
              <a:gd name="connsiteY993" fmla="*/ 2458402 h 3658174"/>
              <a:gd name="connsiteX994" fmla="*/ 3119256 w 6514506"/>
              <a:gd name="connsiteY994" fmla="*/ 2464403 h 3658174"/>
              <a:gd name="connsiteX995" fmla="*/ 3125256 w 6514506"/>
              <a:gd name="connsiteY995" fmla="*/ 2468022 h 3658174"/>
              <a:gd name="connsiteX996" fmla="*/ 3127066 w 6514506"/>
              <a:gd name="connsiteY996" fmla="*/ 2471641 h 3658174"/>
              <a:gd name="connsiteX997" fmla="*/ 3130019 w 6514506"/>
              <a:gd name="connsiteY997" fmla="*/ 2476404 h 3658174"/>
              <a:gd name="connsiteX998" fmla="*/ 3129447 w 6514506"/>
              <a:gd name="connsiteY998" fmla="*/ 2480023 h 3658174"/>
              <a:gd name="connsiteX999" fmla="*/ 3128590 w 6514506"/>
              <a:gd name="connsiteY999" fmla="*/ 2483357 h 3658174"/>
              <a:gd name="connsiteX1000" fmla="*/ 3131828 w 6514506"/>
              <a:gd name="connsiteY1000" fmla="*/ 2494216 h 3658174"/>
              <a:gd name="connsiteX1001" fmla="*/ 3133638 w 6514506"/>
              <a:gd name="connsiteY1001" fmla="*/ 2499836 h 3658174"/>
              <a:gd name="connsiteX1002" fmla="*/ 3132114 w 6514506"/>
              <a:gd name="connsiteY1002" fmla="*/ 2504598 h 3658174"/>
              <a:gd name="connsiteX1003" fmla="*/ 3132972 w 6514506"/>
              <a:gd name="connsiteY1003" fmla="*/ 2509361 h 3658174"/>
              <a:gd name="connsiteX1004" fmla="*/ 3137734 w 6514506"/>
              <a:gd name="connsiteY1004" fmla="*/ 2514790 h 3658174"/>
              <a:gd name="connsiteX1005" fmla="*/ 3140401 w 6514506"/>
              <a:gd name="connsiteY1005" fmla="*/ 2518695 h 3658174"/>
              <a:gd name="connsiteX1006" fmla="*/ 3142497 w 6514506"/>
              <a:gd name="connsiteY1006" fmla="*/ 2527648 h 3658174"/>
              <a:gd name="connsiteX1007" fmla="*/ 3146116 w 6514506"/>
              <a:gd name="connsiteY1007" fmla="*/ 2534507 h 3658174"/>
              <a:gd name="connsiteX1008" fmla="*/ 3143735 w 6514506"/>
              <a:gd name="connsiteY1008" fmla="*/ 2540507 h 3658174"/>
              <a:gd name="connsiteX1009" fmla="*/ 3144306 w 6514506"/>
              <a:gd name="connsiteY1009" fmla="*/ 2548604 h 3658174"/>
              <a:gd name="connsiteX1010" fmla="*/ 3149069 w 6514506"/>
              <a:gd name="connsiteY1010" fmla="*/ 2553747 h 3658174"/>
              <a:gd name="connsiteX1011" fmla="*/ 3149926 w 6514506"/>
              <a:gd name="connsiteY1011" fmla="*/ 2557652 h 3658174"/>
              <a:gd name="connsiteX1012" fmla="*/ 3152593 w 6514506"/>
              <a:gd name="connsiteY1012" fmla="*/ 2564510 h 3658174"/>
              <a:gd name="connsiteX1013" fmla="*/ 3160118 w 6514506"/>
              <a:gd name="connsiteY1013" fmla="*/ 2570797 h 3658174"/>
              <a:gd name="connsiteX1014" fmla="*/ 3163737 w 6514506"/>
              <a:gd name="connsiteY1014" fmla="*/ 2572321 h 3658174"/>
              <a:gd name="connsiteX1015" fmla="*/ 3169166 w 6514506"/>
              <a:gd name="connsiteY1015" fmla="*/ 2573178 h 3658174"/>
              <a:gd name="connsiteX1016" fmla="*/ 3171833 w 6514506"/>
              <a:gd name="connsiteY1016" fmla="*/ 2575559 h 3658174"/>
              <a:gd name="connsiteX1017" fmla="*/ 3173643 w 6514506"/>
              <a:gd name="connsiteY1017" fmla="*/ 2579750 h 3658174"/>
              <a:gd name="connsiteX1018" fmla="*/ 3178406 w 6514506"/>
              <a:gd name="connsiteY1018" fmla="*/ 2581846 h 3658174"/>
              <a:gd name="connsiteX1019" fmla="*/ 3183168 w 6514506"/>
              <a:gd name="connsiteY1019" fmla="*/ 2583941 h 3658174"/>
              <a:gd name="connsiteX1020" fmla="*/ 3193074 w 6514506"/>
              <a:gd name="connsiteY1020" fmla="*/ 2593276 h 3658174"/>
              <a:gd name="connsiteX1021" fmla="*/ 3196694 w 6514506"/>
              <a:gd name="connsiteY1021" fmla="*/ 2595943 h 3658174"/>
              <a:gd name="connsiteX1022" fmla="*/ 3199647 w 6514506"/>
              <a:gd name="connsiteY1022" fmla="*/ 2599562 h 3658174"/>
              <a:gd name="connsiteX1023" fmla="*/ 3199075 w 6514506"/>
              <a:gd name="connsiteY1023" fmla="*/ 2602229 h 3658174"/>
              <a:gd name="connsiteX1024" fmla="*/ 3196122 w 6514506"/>
              <a:gd name="connsiteY1024" fmla="*/ 2603753 h 3658174"/>
              <a:gd name="connsiteX1025" fmla="*/ 3200885 w 6514506"/>
              <a:gd name="connsiteY1025" fmla="*/ 2607373 h 3658174"/>
              <a:gd name="connsiteX1026" fmla="*/ 3205933 w 6514506"/>
              <a:gd name="connsiteY1026" fmla="*/ 2612421 h 3658174"/>
              <a:gd name="connsiteX1027" fmla="*/ 3209552 w 6514506"/>
              <a:gd name="connsiteY1027" fmla="*/ 2618422 h 3658174"/>
              <a:gd name="connsiteX1028" fmla="*/ 3213458 w 6514506"/>
              <a:gd name="connsiteY1028" fmla="*/ 2622898 h 3658174"/>
              <a:gd name="connsiteX1029" fmla="*/ 3212600 w 6514506"/>
              <a:gd name="connsiteY1029" fmla="*/ 2626804 h 3658174"/>
              <a:gd name="connsiteX1030" fmla="*/ 3211743 w 6514506"/>
              <a:gd name="connsiteY1030" fmla="*/ 2630138 h 3658174"/>
              <a:gd name="connsiteX1031" fmla="*/ 3215267 w 6514506"/>
              <a:gd name="connsiteY1031" fmla="*/ 2639472 h 3658174"/>
              <a:gd name="connsiteX1032" fmla="*/ 3222221 w 6514506"/>
              <a:gd name="connsiteY1032" fmla="*/ 2650521 h 3658174"/>
              <a:gd name="connsiteX1033" fmla="*/ 3221649 w 6514506"/>
              <a:gd name="connsiteY1033" fmla="*/ 2642711 h 3658174"/>
              <a:gd name="connsiteX1034" fmla="*/ 3224983 w 6514506"/>
              <a:gd name="connsiteY1034" fmla="*/ 2639377 h 3658174"/>
              <a:gd name="connsiteX1035" fmla="*/ 3232508 w 6514506"/>
              <a:gd name="connsiteY1035" fmla="*/ 2648045 h 3658174"/>
              <a:gd name="connsiteX1036" fmla="*/ 3238223 w 6514506"/>
              <a:gd name="connsiteY1036" fmla="*/ 2652236 h 3658174"/>
              <a:gd name="connsiteX1037" fmla="*/ 3237365 w 6514506"/>
              <a:gd name="connsiteY1037" fmla="*/ 2667857 h 3658174"/>
              <a:gd name="connsiteX1038" fmla="*/ 3239461 w 6514506"/>
              <a:gd name="connsiteY1038" fmla="*/ 2674429 h 3658174"/>
              <a:gd name="connsiteX1039" fmla="*/ 3247843 w 6514506"/>
              <a:gd name="connsiteY1039" fmla="*/ 2681001 h 3658174"/>
              <a:gd name="connsiteX1040" fmla="*/ 3253844 w 6514506"/>
              <a:gd name="connsiteY1040" fmla="*/ 2683097 h 3658174"/>
              <a:gd name="connsiteX1041" fmla="*/ 3259559 w 6514506"/>
              <a:gd name="connsiteY1041" fmla="*/ 2685764 h 3658174"/>
              <a:gd name="connsiteX1042" fmla="*/ 3262892 w 6514506"/>
              <a:gd name="connsiteY1042" fmla="*/ 2692336 h 3658174"/>
              <a:gd name="connsiteX1043" fmla="*/ 3267369 w 6514506"/>
              <a:gd name="connsiteY1043" fmla="*/ 2698622 h 3658174"/>
              <a:gd name="connsiteX1044" fmla="*/ 3271274 w 6514506"/>
              <a:gd name="connsiteY1044" fmla="*/ 2705195 h 3658174"/>
              <a:gd name="connsiteX1045" fmla="*/ 3275465 w 6514506"/>
              <a:gd name="connsiteY1045" fmla="*/ 2714529 h 3658174"/>
              <a:gd name="connsiteX1046" fmla="*/ 3278799 w 6514506"/>
              <a:gd name="connsiteY1046" fmla="*/ 2724721 h 3658174"/>
              <a:gd name="connsiteX1047" fmla="*/ 3281466 w 6514506"/>
              <a:gd name="connsiteY1047" fmla="*/ 2727673 h 3658174"/>
              <a:gd name="connsiteX1048" fmla="*/ 3284133 w 6514506"/>
              <a:gd name="connsiteY1048" fmla="*/ 2728245 h 3658174"/>
              <a:gd name="connsiteX1049" fmla="*/ 3282323 w 6514506"/>
              <a:gd name="connsiteY1049" fmla="*/ 2744723 h 3658174"/>
              <a:gd name="connsiteX1050" fmla="*/ 3283181 w 6514506"/>
              <a:gd name="connsiteY1050" fmla="*/ 2752820 h 3658174"/>
              <a:gd name="connsiteX1051" fmla="*/ 3284990 w 6514506"/>
              <a:gd name="connsiteY1051" fmla="*/ 2764249 h 3658174"/>
              <a:gd name="connsiteX1052" fmla="*/ 3287943 w 6514506"/>
              <a:gd name="connsiteY1052" fmla="*/ 2772917 h 3658174"/>
              <a:gd name="connsiteX1053" fmla="*/ 3288229 w 6514506"/>
              <a:gd name="connsiteY1053" fmla="*/ 2785776 h 3658174"/>
              <a:gd name="connsiteX1054" fmla="*/ 3289467 w 6514506"/>
              <a:gd name="connsiteY1054" fmla="*/ 2787586 h 3658174"/>
              <a:gd name="connsiteX1055" fmla="*/ 3289848 w 6514506"/>
              <a:gd name="connsiteY1055" fmla="*/ 2792158 h 3658174"/>
              <a:gd name="connsiteX1056" fmla="*/ 3285276 w 6514506"/>
              <a:gd name="connsiteY1056" fmla="*/ 2798635 h 3658174"/>
              <a:gd name="connsiteX1057" fmla="*/ 3283466 w 6514506"/>
              <a:gd name="connsiteY1057" fmla="*/ 2805493 h 3658174"/>
              <a:gd name="connsiteX1058" fmla="*/ 3284705 w 6514506"/>
              <a:gd name="connsiteY1058" fmla="*/ 2809398 h 3658174"/>
              <a:gd name="connsiteX1059" fmla="*/ 3281371 w 6514506"/>
              <a:gd name="connsiteY1059" fmla="*/ 2819304 h 3658174"/>
              <a:gd name="connsiteX1060" fmla="*/ 3278704 w 6514506"/>
              <a:gd name="connsiteY1060" fmla="*/ 2830353 h 3658174"/>
              <a:gd name="connsiteX1061" fmla="*/ 3278704 w 6514506"/>
              <a:gd name="connsiteY1061" fmla="*/ 2837497 h 3658174"/>
              <a:gd name="connsiteX1062" fmla="*/ 3279275 w 6514506"/>
              <a:gd name="connsiteY1062" fmla="*/ 2847403 h 3658174"/>
              <a:gd name="connsiteX1063" fmla="*/ 3272417 w 6514506"/>
              <a:gd name="connsiteY1063" fmla="*/ 2869310 h 3658174"/>
              <a:gd name="connsiteX1064" fmla="*/ 3262797 w 6514506"/>
              <a:gd name="connsiteY1064" fmla="*/ 2880740 h 3658174"/>
              <a:gd name="connsiteX1065" fmla="*/ 3260702 w 6514506"/>
              <a:gd name="connsiteY1065" fmla="*/ 2883693 h 3658174"/>
              <a:gd name="connsiteX1066" fmla="*/ 3260130 w 6514506"/>
              <a:gd name="connsiteY1066" fmla="*/ 2887694 h 3658174"/>
              <a:gd name="connsiteX1067" fmla="*/ 3252606 w 6514506"/>
              <a:gd name="connsiteY1067" fmla="*/ 2895504 h 3658174"/>
              <a:gd name="connsiteX1068" fmla="*/ 3247176 w 6514506"/>
              <a:gd name="connsiteY1068" fmla="*/ 2903029 h 3658174"/>
              <a:gd name="connsiteX1069" fmla="*/ 3244509 w 6514506"/>
              <a:gd name="connsiteY1069" fmla="*/ 2906648 h 3658174"/>
              <a:gd name="connsiteX1070" fmla="*/ 3240890 w 6514506"/>
              <a:gd name="connsiteY1070" fmla="*/ 2918078 h 3658174"/>
              <a:gd name="connsiteX1071" fmla="*/ 3236699 w 6514506"/>
              <a:gd name="connsiteY1071" fmla="*/ 2932175 h 3658174"/>
              <a:gd name="connsiteX1072" fmla="*/ 3234889 w 6514506"/>
              <a:gd name="connsiteY1072" fmla="*/ 2935509 h 3658174"/>
              <a:gd name="connsiteX1073" fmla="*/ 3232793 w 6514506"/>
              <a:gd name="connsiteY1073" fmla="*/ 2943320 h 3658174"/>
              <a:gd name="connsiteX1074" fmla="*/ 3224983 w 6514506"/>
              <a:gd name="connsiteY1074" fmla="*/ 2969990 h 3658174"/>
              <a:gd name="connsiteX1075" fmla="*/ 3223459 w 6514506"/>
              <a:gd name="connsiteY1075" fmla="*/ 2984658 h 3658174"/>
              <a:gd name="connsiteX1076" fmla="*/ 3224983 w 6514506"/>
              <a:gd name="connsiteY1076" fmla="*/ 2988563 h 3658174"/>
              <a:gd name="connsiteX1077" fmla="*/ 3222602 w 6514506"/>
              <a:gd name="connsiteY1077" fmla="*/ 2991230 h 3658174"/>
              <a:gd name="connsiteX1078" fmla="*/ 3220792 w 6514506"/>
              <a:gd name="connsiteY1078" fmla="*/ 2997231 h 3658174"/>
              <a:gd name="connsiteX1079" fmla="*/ 3212124 w 6514506"/>
              <a:gd name="connsiteY1079" fmla="*/ 3000850 h 3658174"/>
              <a:gd name="connsiteX1080" fmla="*/ 3197741 w 6514506"/>
              <a:gd name="connsiteY1080" fmla="*/ 2999612 h 3658174"/>
              <a:gd name="connsiteX1081" fmla="*/ 3187835 w 6514506"/>
              <a:gd name="connsiteY1081" fmla="*/ 3000850 h 3658174"/>
              <a:gd name="connsiteX1082" fmla="*/ 3179168 w 6514506"/>
              <a:gd name="connsiteY1082" fmla="*/ 3003232 h 3658174"/>
              <a:gd name="connsiteX1083" fmla="*/ 3180406 w 6514506"/>
              <a:gd name="connsiteY1083" fmla="*/ 3005613 h 3658174"/>
              <a:gd name="connsiteX1084" fmla="*/ 3182501 w 6514506"/>
              <a:gd name="connsiteY1084" fmla="*/ 3005708 h 3658174"/>
              <a:gd name="connsiteX1085" fmla="*/ 3178310 w 6514506"/>
              <a:gd name="connsiteY1085" fmla="*/ 3011709 h 3658174"/>
              <a:gd name="connsiteX1086" fmla="*/ 3169357 w 6514506"/>
              <a:gd name="connsiteY1086" fmla="*/ 3016853 h 3658174"/>
              <a:gd name="connsiteX1087" fmla="*/ 3166023 w 6514506"/>
              <a:gd name="connsiteY1087" fmla="*/ 3018091 h 3658174"/>
              <a:gd name="connsiteX1088" fmla="*/ 3159165 w 6514506"/>
              <a:gd name="connsiteY1088" fmla="*/ 3017805 h 3658174"/>
              <a:gd name="connsiteX1089" fmla="*/ 3159165 w 6514506"/>
              <a:gd name="connsiteY1089" fmla="*/ 3024091 h 3658174"/>
              <a:gd name="connsiteX1090" fmla="*/ 3158594 w 6514506"/>
              <a:gd name="connsiteY1090" fmla="*/ 3031902 h 3658174"/>
              <a:gd name="connsiteX1091" fmla="*/ 3155260 w 6514506"/>
              <a:gd name="connsiteY1091" fmla="*/ 3029521 h 3658174"/>
              <a:gd name="connsiteX1092" fmla="*/ 3151355 w 6514506"/>
              <a:gd name="connsiteY1092" fmla="*/ 3025616 h 3658174"/>
              <a:gd name="connsiteX1093" fmla="*/ 3145068 w 6514506"/>
              <a:gd name="connsiteY1093" fmla="*/ 3020567 h 3658174"/>
              <a:gd name="connsiteX1094" fmla="*/ 3140591 w 6514506"/>
              <a:gd name="connsiteY1094" fmla="*/ 3014566 h 3658174"/>
              <a:gd name="connsiteX1095" fmla="*/ 3139067 w 6514506"/>
              <a:gd name="connsiteY1095" fmla="*/ 3009423 h 3658174"/>
              <a:gd name="connsiteX1096" fmla="*/ 3132209 w 6514506"/>
              <a:gd name="connsiteY1096" fmla="*/ 3013614 h 3658174"/>
              <a:gd name="connsiteX1097" fmla="*/ 3133733 w 6514506"/>
              <a:gd name="connsiteY1097" fmla="*/ 3006756 h 3658174"/>
              <a:gd name="connsiteX1098" fmla="*/ 3129257 w 6514506"/>
              <a:gd name="connsiteY1098" fmla="*/ 3001708 h 3658174"/>
              <a:gd name="connsiteX1099" fmla="*/ 3125923 w 6514506"/>
              <a:gd name="connsiteY1099" fmla="*/ 3007423 h 3658174"/>
              <a:gd name="connsiteX1100" fmla="*/ 3122970 w 6514506"/>
              <a:gd name="connsiteY1100" fmla="*/ 3011614 h 3658174"/>
              <a:gd name="connsiteX1101" fmla="*/ 3111540 w 6514506"/>
              <a:gd name="connsiteY1101" fmla="*/ 3018472 h 3658174"/>
              <a:gd name="connsiteX1102" fmla="*/ 3099824 w 6514506"/>
              <a:gd name="connsiteY1102" fmla="*/ 3021806 h 3658174"/>
              <a:gd name="connsiteX1103" fmla="*/ 3094109 w 6514506"/>
              <a:gd name="connsiteY1103" fmla="*/ 3019710 h 3658174"/>
              <a:gd name="connsiteX1104" fmla="*/ 3090204 w 6514506"/>
              <a:gd name="connsiteY1104" fmla="*/ 3017900 h 3658174"/>
              <a:gd name="connsiteX1105" fmla="*/ 3080012 w 6514506"/>
              <a:gd name="connsiteY1105" fmla="*/ 3014566 h 3658174"/>
              <a:gd name="connsiteX1106" fmla="*/ 3074012 w 6514506"/>
              <a:gd name="connsiteY1106" fmla="*/ 3013328 h 3658174"/>
              <a:gd name="connsiteX1107" fmla="*/ 3070392 w 6514506"/>
              <a:gd name="connsiteY1107" fmla="*/ 3012471 h 3658174"/>
              <a:gd name="connsiteX1108" fmla="*/ 3065344 w 6514506"/>
              <a:gd name="connsiteY1108" fmla="*/ 3012757 h 3658174"/>
              <a:gd name="connsiteX1109" fmla="*/ 3057819 w 6514506"/>
              <a:gd name="connsiteY1109" fmla="*/ 3011519 h 3658174"/>
              <a:gd name="connsiteX1110" fmla="*/ 3035055 w 6514506"/>
              <a:gd name="connsiteY1110" fmla="*/ 2986658 h 3658174"/>
              <a:gd name="connsiteX1111" fmla="*/ 3034483 w 6514506"/>
              <a:gd name="connsiteY1111" fmla="*/ 2971418 h 3658174"/>
              <a:gd name="connsiteX1112" fmla="*/ 3029435 w 6514506"/>
              <a:gd name="connsiteY1112" fmla="*/ 2958274 h 3658174"/>
              <a:gd name="connsiteX1113" fmla="*/ 3021624 w 6514506"/>
              <a:gd name="connsiteY1113" fmla="*/ 2951416 h 3658174"/>
              <a:gd name="connsiteX1114" fmla="*/ 3026101 w 6514506"/>
              <a:gd name="connsiteY1114" fmla="*/ 2943891 h 3658174"/>
              <a:gd name="connsiteX1115" fmla="*/ 3021910 w 6514506"/>
              <a:gd name="connsiteY1115" fmla="*/ 2944177 h 3658174"/>
              <a:gd name="connsiteX1116" fmla="*/ 3010861 w 6514506"/>
              <a:gd name="connsiteY1116" fmla="*/ 2950749 h 3658174"/>
              <a:gd name="connsiteX1117" fmla="*/ 3007241 w 6514506"/>
              <a:gd name="connsiteY1117" fmla="*/ 2944177 h 3658174"/>
              <a:gd name="connsiteX1118" fmla="*/ 3009337 w 6514506"/>
              <a:gd name="connsiteY1118" fmla="*/ 2936938 h 3658174"/>
              <a:gd name="connsiteX1119" fmla="*/ 3009623 w 6514506"/>
              <a:gd name="connsiteY1119" fmla="*/ 2930651 h 3658174"/>
              <a:gd name="connsiteX1120" fmla="*/ 3008099 w 6514506"/>
              <a:gd name="connsiteY1120" fmla="*/ 2926746 h 3658174"/>
              <a:gd name="connsiteX1121" fmla="*/ 3003622 w 6514506"/>
              <a:gd name="connsiteY1121" fmla="*/ 2922269 h 3658174"/>
              <a:gd name="connsiteX1122" fmla="*/ 3000669 w 6514506"/>
              <a:gd name="connsiteY1122" fmla="*/ 2919888 h 3658174"/>
              <a:gd name="connsiteX1123" fmla="*/ 2998859 w 6514506"/>
              <a:gd name="connsiteY1123" fmla="*/ 2931890 h 3658174"/>
              <a:gd name="connsiteX1124" fmla="*/ 2992287 w 6514506"/>
              <a:gd name="connsiteY1124" fmla="*/ 2939986 h 3658174"/>
              <a:gd name="connsiteX1125" fmla="*/ 2981810 w 6514506"/>
              <a:gd name="connsiteY1125" fmla="*/ 2942939 h 3658174"/>
              <a:gd name="connsiteX1126" fmla="*/ 2979428 w 6514506"/>
              <a:gd name="connsiteY1126" fmla="*/ 2941129 h 3658174"/>
              <a:gd name="connsiteX1127" fmla="*/ 2980286 w 6514506"/>
              <a:gd name="connsiteY1127" fmla="*/ 2936366 h 3658174"/>
              <a:gd name="connsiteX1128" fmla="*/ 2985334 w 6514506"/>
              <a:gd name="connsiteY1128" fmla="*/ 2935795 h 3658174"/>
              <a:gd name="connsiteX1129" fmla="*/ 2990763 w 6514506"/>
              <a:gd name="connsiteY1129" fmla="*/ 2927984 h 3658174"/>
              <a:gd name="connsiteX1130" fmla="*/ 2991049 w 6514506"/>
              <a:gd name="connsiteY1130" fmla="*/ 2915697 h 3658174"/>
              <a:gd name="connsiteX1131" fmla="*/ 2993716 w 6514506"/>
              <a:gd name="connsiteY1131" fmla="*/ 2907029 h 3658174"/>
              <a:gd name="connsiteX1132" fmla="*/ 2996097 w 6514506"/>
              <a:gd name="connsiteY1132" fmla="*/ 2900743 h 3658174"/>
              <a:gd name="connsiteX1133" fmla="*/ 2997335 w 6514506"/>
              <a:gd name="connsiteY1133" fmla="*/ 2894742 h 3658174"/>
              <a:gd name="connsiteX1134" fmla="*/ 2997621 w 6514506"/>
              <a:gd name="connsiteY1134" fmla="*/ 2889313 h 3658174"/>
              <a:gd name="connsiteX1135" fmla="*/ 2993144 w 6514506"/>
              <a:gd name="connsiteY1135" fmla="*/ 2876168 h 3658174"/>
              <a:gd name="connsiteX1136" fmla="*/ 2991335 w 6514506"/>
              <a:gd name="connsiteY1136" fmla="*/ 2874358 h 3658174"/>
              <a:gd name="connsiteX1137" fmla="*/ 2992287 w 6514506"/>
              <a:gd name="connsiteY1137" fmla="*/ 2883693 h 3658174"/>
              <a:gd name="connsiteX1138" fmla="*/ 2991430 w 6514506"/>
              <a:gd name="connsiteY1138" fmla="*/ 2890265 h 3658174"/>
              <a:gd name="connsiteX1139" fmla="*/ 2987810 w 6514506"/>
              <a:gd name="connsiteY1139" fmla="*/ 2897409 h 3658174"/>
              <a:gd name="connsiteX1140" fmla="*/ 2974952 w 6514506"/>
              <a:gd name="connsiteY1140" fmla="*/ 2912078 h 3658174"/>
              <a:gd name="connsiteX1141" fmla="*/ 2966284 w 6514506"/>
              <a:gd name="connsiteY1141" fmla="*/ 2921031 h 3658174"/>
              <a:gd name="connsiteX1142" fmla="*/ 2963617 w 6514506"/>
              <a:gd name="connsiteY1142" fmla="*/ 2923984 h 3658174"/>
              <a:gd name="connsiteX1143" fmla="*/ 2960664 w 6514506"/>
              <a:gd name="connsiteY1143" fmla="*/ 2926079 h 3658174"/>
              <a:gd name="connsiteX1144" fmla="*/ 2960093 w 6514506"/>
              <a:gd name="connsiteY1144" fmla="*/ 2933890 h 3658174"/>
              <a:gd name="connsiteX1145" fmla="*/ 2956473 w 6514506"/>
              <a:gd name="connsiteY1145" fmla="*/ 2938652 h 3658174"/>
              <a:gd name="connsiteX1146" fmla="*/ 2949901 w 6514506"/>
              <a:gd name="connsiteY1146" fmla="*/ 2932652 h 3658174"/>
              <a:gd name="connsiteX1147" fmla="*/ 2949044 w 6514506"/>
              <a:gd name="connsiteY1147" fmla="*/ 2929984 h 3658174"/>
              <a:gd name="connsiteX1148" fmla="*/ 2950282 w 6514506"/>
              <a:gd name="connsiteY1148" fmla="*/ 2927889 h 3658174"/>
              <a:gd name="connsiteX1149" fmla="*/ 2948472 w 6514506"/>
              <a:gd name="connsiteY1149" fmla="*/ 2919507 h 3658174"/>
              <a:gd name="connsiteX1150" fmla="*/ 2943710 w 6514506"/>
              <a:gd name="connsiteY1150" fmla="*/ 2909030 h 3658174"/>
              <a:gd name="connsiteX1151" fmla="*/ 2939519 w 6514506"/>
              <a:gd name="connsiteY1151" fmla="*/ 2903886 h 3658174"/>
              <a:gd name="connsiteX1152" fmla="*/ 2934756 w 6514506"/>
              <a:gd name="connsiteY1152" fmla="*/ 2897314 h 3658174"/>
              <a:gd name="connsiteX1153" fmla="*/ 2930280 w 6514506"/>
              <a:gd name="connsiteY1153" fmla="*/ 2895790 h 3658174"/>
              <a:gd name="connsiteX1154" fmla="*/ 2926946 w 6514506"/>
              <a:gd name="connsiteY1154" fmla="*/ 2891599 h 3658174"/>
              <a:gd name="connsiteX1155" fmla="*/ 2927517 w 6514506"/>
              <a:gd name="connsiteY1155" fmla="*/ 2887122 h 3658174"/>
              <a:gd name="connsiteX1156" fmla="*/ 2923898 w 6514506"/>
              <a:gd name="connsiteY1156" fmla="*/ 2882359 h 3658174"/>
              <a:gd name="connsiteX1157" fmla="*/ 2919421 w 6514506"/>
              <a:gd name="connsiteY1157" fmla="*/ 2880264 h 3658174"/>
              <a:gd name="connsiteX1158" fmla="*/ 2917611 w 6514506"/>
              <a:gd name="connsiteY1158" fmla="*/ 2875502 h 3658174"/>
              <a:gd name="connsiteX1159" fmla="*/ 2910753 w 6514506"/>
              <a:gd name="connsiteY1159" fmla="*/ 2873120 h 3658174"/>
              <a:gd name="connsiteX1160" fmla="*/ 2900847 w 6514506"/>
              <a:gd name="connsiteY1160" fmla="*/ 2872263 h 3658174"/>
              <a:gd name="connsiteX1161" fmla="*/ 2892751 w 6514506"/>
              <a:gd name="connsiteY1161" fmla="*/ 2872263 h 3658174"/>
              <a:gd name="connsiteX1162" fmla="*/ 2884940 w 6514506"/>
              <a:gd name="connsiteY1162" fmla="*/ 2868929 h 3658174"/>
              <a:gd name="connsiteX1163" fmla="*/ 2872082 w 6514506"/>
              <a:gd name="connsiteY1163" fmla="*/ 2856928 h 3658174"/>
              <a:gd name="connsiteX1164" fmla="*/ 2865224 w 6514506"/>
              <a:gd name="connsiteY1164" fmla="*/ 2856928 h 3658174"/>
              <a:gd name="connsiteX1165" fmla="*/ 2855318 w 6514506"/>
              <a:gd name="connsiteY1165" fmla="*/ 2858738 h 3658174"/>
              <a:gd name="connsiteX1166" fmla="*/ 2833124 w 6514506"/>
              <a:gd name="connsiteY1166" fmla="*/ 2862071 h 3658174"/>
              <a:gd name="connsiteX1167" fmla="*/ 2820837 w 6514506"/>
              <a:gd name="connsiteY1167" fmla="*/ 2870453 h 3658174"/>
              <a:gd name="connsiteX1168" fmla="*/ 2813979 w 6514506"/>
              <a:gd name="connsiteY1168" fmla="*/ 2874073 h 3658174"/>
              <a:gd name="connsiteX1169" fmla="*/ 2801978 w 6514506"/>
              <a:gd name="connsiteY1169" fmla="*/ 2877978 h 3658174"/>
              <a:gd name="connsiteX1170" fmla="*/ 2781308 w 6514506"/>
              <a:gd name="connsiteY1170" fmla="*/ 2879502 h 3658174"/>
              <a:gd name="connsiteX1171" fmla="*/ 2760925 w 6514506"/>
              <a:gd name="connsiteY1171" fmla="*/ 2887313 h 3658174"/>
              <a:gd name="connsiteX1172" fmla="*/ 2748066 w 6514506"/>
              <a:gd name="connsiteY1172" fmla="*/ 2894837 h 3658174"/>
              <a:gd name="connsiteX1173" fmla="*/ 2739398 w 6514506"/>
              <a:gd name="connsiteY1173" fmla="*/ 2911601 h 3658174"/>
              <a:gd name="connsiteX1174" fmla="*/ 2729778 w 6514506"/>
              <a:gd name="connsiteY1174" fmla="*/ 2920555 h 3658174"/>
              <a:gd name="connsiteX1175" fmla="*/ 2726159 w 6514506"/>
              <a:gd name="connsiteY1175" fmla="*/ 2920269 h 3658174"/>
              <a:gd name="connsiteX1176" fmla="*/ 2721682 w 6514506"/>
              <a:gd name="connsiteY1176" fmla="*/ 2916649 h 3658174"/>
              <a:gd name="connsiteX1177" fmla="*/ 2712062 w 6514506"/>
              <a:gd name="connsiteY1177" fmla="*/ 2921126 h 3658174"/>
              <a:gd name="connsiteX1178" fmla="*/ 2707299 w 6514506"/>
              <a:gd name="connsiteY1178" fmla="*/ 2919316 h 3658174"/>
              <a:gd name="connsiteX1179" fmla="*/ 2697965 w 6514506"/>
              <a:gd name="connsiteY1179" fmla="*/ 2919888 h 3658174"/>
              <a:gd name="connsiteX1180" fmla="*/ 2689011 w 6514506"/>
              <a:gd name="connsiteY1180" fmla="*/ 2920459 h 3658174"/>
              <a:gd name="connsiteX1181" fmla="*/ 2676724 w 6514506"/>
              <a:gd name="connsiteY1181" fmla="*/ 2921031 h 3658174"/>
              <a:gd name="connsiteX1182" fmla="*/ 2671295 w 6514506"/>
              <a:gd name="connsiteY1182" fmla="*/ 2922555 h 3658174"/>
              <a:gd name="connsiteX1183" fmla="*/ 2661674 w 6514506"/>
              <a:gd name="connsiteY1183" fmla="*/ 2930080 h 3658174"/>
              <a:gd name="connsiteX1184" fmla="*/ 2656245 w 6514506"/>
              <a:gd name="connsiteY1184" fmla="*/ 2934557 h 3658174"/>
              <a:gd name="connsiteX1185" fmla="*/ 2648720 w 6514506"/>
              <a:gd name="connsiteY1185" fmla="*/ 2936081 h 3658174"/>
              <a:gd name="connsiteX1186" fmla="*/ 2643577 w 6514506"/>
              <a:gd name="connsiteY1186" fmla="*/ 2941510 h 3658174"/>
              <a:gd name="connsiteX1187" fmla="*/ 2640910 w 6514506"/>
              <a:gd name="connsiteY1187" fmla="*/ 2945987 h 3658174"/>
              <a:gd name="connsiteX1188" fmla="*/ 2639100 w 6514506"/>
              <a:gd name="connsiteY1188" fmla="*/ 2948368 h 3658174"/>
              <a:gd name="connsiteX1189" fmla="*/ 2631004 w 6514506"/>
              <a:gd name="connsiteY1189" fmla="*/ 2950749 h 3658174"/>
              <a:gd name="connsiteX1190" fmla="*/ 2620812 w 6514506"/>
              <a:gd name="connsiteY1190" fmla="*/ 2950178 h 3658174"/>
              <a:gd name="connsiteX1191" fmla="*/ 2613954 w 6514506"/>
              <a:gd name="connsiteY1191" fmla="*/ 2948654 h 3658174"/>
              <a:gd name="connsiteX1192" fmla="*/ 2609763 w 6514506"/>
              <a:gd name="connsiteY1192" fmla="*/ 2949225 h 3658174"/>
              <a:gd name="connsiteX1193" fmla="*/ 2603477 w 6514506"/>
              <a:gd name="connsiteY1193" fmla="*/ 2947701 h 3658174"/>
              <a:gd name="connsiteX1194" fmla="*/ 2598333 w 6514506"/>
              <a:gd name="connsiteY1194" fmla="*/ 2945034 h 3658174"/>
              <a:gd name="connsiteX1195" fmla="*/ 2585474 w 6514506"/>
              <a:gd name="connsiteY1195" fmla="*/ 2937509 h 3658174"/>
              <a:gd name="connsiteX1196" fmla="*/ 2579474 w 6514506"/>
              <a:gd name="connsiteY1196" fmla="*/ 2935890 h 3658174"/>
              <a:gd name="connsiteX1197" fmla="*/ 2575283 w 6514506"/>
              <a:gd name="connsiteY1197" fmla="*/ 2929127 h 3658174"/>
              <a:gd name="connsiteX1198" fmla="*/ 2574997 w 6514506"/>
              <a:gd name="connsiteY1198" fmla="*/ 2918650 h 3658174"/>
              <a:gd name="connsiteX1199" fmla="*/ 2577950 w 6514506"/>
              <a:gd name="connsiteY1199" fmla="*/ 2917792 h 3658174"/>
              <a:gd name="connsiteX1200" fmla="*/ 2583950 w 6514506"/>
              <a:gd name="connsiteY1200" fmla="*/ 2913887 h 3658174"/>
              <a:gd name="connsiteX1201" fmla="*/ 2583665 w 6514506"/>
              <a:gd name="connsiteY1201" fmla="*/ 2899219 h 3658174"/>
              <a:gd name="connsiteX1202" fmla="*/ 2583950 w 6514506"/>
              <a:gd name="connsiteY1202" fmla="*/ 2894742 h 3658174"/>
              <a:gd name="connsiteX1203" fmla="*/ 2584522 w 6514506"/>
              <a:gd name="connsiteY1203" fmla="*/ 2892932 h 3658174"/>
              <a:gd name="connsiteX1204" fmla="*/ 2582998 w 6514506"/>
              <a:gd name="connsiteY1204" fmla="*/ 2887503 h 3658174"/>
              <a:gd name="connsiteX1205" fmla="*/ 2580045 w 6514506"/>
              <a:gd name="connsiteY1205" fmla="*/ 2874644 h 3658174"/>
              <a:gd name="connsiteX1206" fmla="*/ 2571663 w 6514506"/>
              <a:gd name="connsiteY1206" fmla="*/ 2859404 h 3658174"/>
              <a:gd name="connsiteX1207" fmla="*/ 2561757 w 6514506"/>
              <a:gd name="connsiteY1207" fmla="*/ 2833973 h 3658174"/>
              <a:gd name="connsiteX1208" fmla="*/ 2553375 w 6514506"/>
              <a:gd name="connsiteY1208" fmla="*/ 2815399 h 3658174"/>
              <a:gd name="connsiteX1209" fmla="*/ 2545850 w 6514506"/>
              <a:gd name="connsiteY1209" fmla="*/ 2805493 h 3658174"/>
              <a:gd name="connsiteX1210" fmla="*/ 2543755 w 6514506"/>
              <a:gd name="connsiteY1210" fmla="*/ 2796158 h 3658174"/>
              <a:gd name="connsiteX1211" fmla="*/ 2539564 w 6514506"/>
              <a:gd name="connsiteY1211" fmla="*/ 2784728 h 3658174"/>
              <a:gd name="connsiteX1212" fmla="*/ 2535659 w 6514506"/>
              <a:gd name="connsiteY1212" fmla="*/ 2771584 h 3658174"/>
              <a:gd name="connsiteX1213" fmla="*/ 2524895 w 6514506"/>
              <a:gd name="connsiteY1213" fmla="*/ 2757487 h 3658174"/>
              <a:gd name="connsiteX1214" fmla="*/ 2518323 w 6514506"/>
              <a:gd name="connsiteY1214" fmla="*/ 2747866 h 3658174"/>
              <a:gd name="connsiteX1215" fmla="*/ 2518323 w 6514506"/>
              <a:gd name="connsiteY1215" fmla="*/ 2744247 h 3658174"/>
              <a:gd name="connsiteX1216" fmla="*/ 2521943 w 6514506"/>
              <a:gd name="connsiteY1216" fmla="*/ 2746628 h 3658174"/>
              <a:gd name="connsiteX1217" fmla="*/ 2527943 w 6514506"/>
              <a:gd name="connsiteY1217" fmla="*/ 2752629 h 3658174"/>
              <a:gd name="connsiteX1218" fmla="*/ 2526419 w 6514506"/>
              <a:gd name="connsiteY1218" fmla="*/ 2745771 h 3658174"/>
              <a:gd name="connsiteX1219" fmla="*/ 2520419 w 6514506"/>
              <a:gd name="connsiteY1219" fmla="*/ 2735008 h 3658174"/>
              <a:gd name="connsiteX1220" fmla="*/ 2518609 w 6514506"/>
              <a:gd name="connsiteY1220" fmla="*/ 2729007 h 3658174"/>
              <a:gd name="connsiteX1221" fmla="*/ 2524610 w 6514506"/>
              <a:gd name="connsiteY1221" fmla="*/ 2738341 h 3658174"/>
              <a:gd name="connsiteX1222" fmla="*/ 2527277 w 6514506"/>
              <a:gd name="connsiteY1222" fmla="*/ 2740723 h 3658174"/>
              <a:gd name="connsiteX1223" fmla="*/ 2531182 w 6514506"/>
              <a:gd name="connsiteY1223" fmla="*/ 2742532 h 3658174"/>
              <a:gd name="connsiteX1224" fmla="*/ 2534135 w 6514506"/>
              <a:gd name="connsiteY1224" fmla="*/ 2746152 h 3658174"/>
              <a:gd name="connsiteX1225" fmla="*/ 2532611 w 6514506"/>
              <a:gd name="connsiteY1225" fmla="*/ 2736817 h 3658174"/>
              <a:gd name="connsiteX1226" fmla="*/ 2525086 w 6514506"/>
              <a:gd name="connsiteY1226" fmla="*/ 2728721 h 3658174"/>
              <a:gd name="connsiteX1227" fmla="*/ 2522990 w 6514506"/>
              <a:gd name="connsiteY1227" fmla="*/ 2725102 h 3658174"/>
              <a:gd name="connsiteX1228" fmla="*/ 2520609 w 6514506"/>
              <a:gd name="connsiteY1228" fmla="*/ 2720911 h 3658174"/>
              <a:gd name="connsiteX1229" fmla="*/ 2517942 w 6514506"/>
              <a:gd name="connsiteY1229" fmla="*/ 2715767 h 3658174"/>
              <a:gd name="connsiteX1230" fmla="*/ 2514894 w 6514506"/>
              <a:gd name="connsiteY1230" fmla="*/ 2706814 h 3658174"/>
              <a:gd name="connsiteX1231" fmla="*/ 2515180 w 6514506"/>
              <a:gd name="connsiteY1231" fmla="*/ 2689764 h 3658174"/>
              <a:gd name="connsiteX1232" fmla="*/ 2517847 w 6514506"/>
              <a:gd name="connsiteY1232" fmla="*/ 2674810 h 3658174"/>
              <a:gd name="connsiteX1233" fmla="*/ 2515751 w 6514506"/>
              <a:gd name="connsiteY1233" fmla="*/ 2663094 h 3658174"/>
              <a:gd name="connsiteX1234" fmla="*/ 2514513 w 6514506"/>
              <a:gd name="connsiteY1234" fmla="*/ 2653759 h 3658174"/>
              <a:gd name="connsiteX1235" fmla="*/ 2515085 w 6514506"/>
              <a:gd name="connsiteY1235" fmla="*/ 2641187 h 3658174"/>
              <a:gd name="connsiteX1236" fmla="*/ 2518037 w 6514506"/>
              <a:gd name="connsiteY1236" fmla="*/ 2645378 h 3658174"/>
              <a:gd name="connsiteX1237" fmla="*/ 2519561 w 6514506"/>
              <a:gd name="connsiteY1237" fmla="*/ 2654331 h 3658174"/>
              <a:gd name="connsiteX1238" fmla="*/ 2523181 w 6514506"/>
              <a:gd name="connsiteY1238" fmla="*/ 2659094 h 3658174"/>
              <a:gd name="connsiteX1239" fmla="*/ 2525276 w 6514506"/>
              <a:gd name="connsiteY1239" fmla="*/ 2647664 h 3658174"/>
              <a:gd name="connsiteX1240" fmla="*/ 2535182 w 6514506"/>
              <a:gd name="connsiteY1240" fmla="*/ 2638710 h 3658174"/>
              <a:gd name="connsiteX1241" fmla="*/ 2544136 w 6514506"/>
              <a:gd name="connsiteY1241" fmla="*/ 2634233 h 3658174"/>
              <a:gd name="connsiteX1242" fmla="*/ 2548613 w 6514506"/>
              <a:gd name="connsiteY1242" fmla="*/ 2629471 h 3658174"/>
              <a:gd name="connsiteX1243" fmla="*/ 2550708 w 6514506"/>
              <a:gd name="connsiteY1243" fmla="*/ 2624708 h 3658174"/>
              <a:gd name="connsiteX1244" fmla="*/ 2556423 w 6514506"/>
              <a:gd name="connsiteY1244" fmla="*/ 2619565 h 3658174"/>
              <a:gd name="connsiteX1245" fmla="*/ 2566329 w 6514506"/>
              <a:gd name="connsiteY1245" fmla="*/ 2612992 h 3658174"/>
              <a:gd name="connsiteX1246" fmla="*/ 2571758 w 6514506"/>
              <a:gd name="connsiteY1246" fmla="*/ 2611754 h 3658174"/>
              <a:gd name="connsiteX1247" fmla="*/ 2577188 w 6514506"/>
              <a:gd name="connsiteY1247" fmla="*/ 2613850 h 3658174"/>
              <a:gd name="connsiteX1248" fmla="*/ 2580807 w 6514506"/>
              <a:gd name="connsiteY1248" fmla="*/ 2615088 h 3658174"/>
              <a:gd name="connsiteX1249" fmla="*/ 2586522 w 6514506"/>
              <a:gd name="connsiteY1249" fmla="*/ 2615088 h 3658174"/>
              <a:gd name="connsiteX1250" fmla="*/ 2593094 w 6514506"/>
              <a:gd name="connsiteY1250" fmla="*/ 2611469 h 3658174"/>
              <a:gd name="connsiteX1251" fmla="*/ 2601476 w 6514506"/>
              <a:gd name="connsiteY1251" fmla="*/ 2607563 h 3658174"/>
              <a:gd name="connsiteX1252" fmla="*/ 2611382 w 6514506"/>
              <a:gd name="connsiteY1252" fmla="*/ 2601563 h 3658174"/>
              <a:gd name="connsiteX1253" fmla="*/ 2620050 w 6514506"/>
              <a:gd name="connsiteY1253" fmla="*/ 2597086 h 3658174"/>
              <a:gd name="connsiteX1254" fmla="*/ 2632623 w 6514506"/>
              <a:gd name="connsiteY1254" fmla="*/ 2594990 h 3658174"/>
              <a:gd name="connsiteX1255" fmla="*/ 2650340 w 6514506"/>
              <a:gd name="connsiteY1255" fmla="*/ 2585084 h 3658174"/>
              <a:gd name="connsiteX1256" fmla="*/ 2660817 w 6514506"/>
              <a:gd name="connsiteY1256" fmla="*/ 2564987 h 3658174"/>
              <a:gd name="connsiteX1257" fmla="*/ 2666247 w 6514506"/>
              <a:gd name="connsiteY1257" fmla="*/ 2556319 h 3658174"/>
              <a:gd name="connsiteX1258" fmla="*/ 2671676 w 6514506"/>
              <a:gd name="connsiteY1258" fmla="*/ 2551842 h 3658174"/>
              <a:gd name="connsiteX1259" fmla="*/ 2671676 w 6514506"/>
              <a:gd name="connsiteY1259" fmla="*/ 2547365 h 3658174"/>
              <a:gd name="connsiteX1260" fmla="*/ 2669866 w 6514506"/>
              <a:gd name="connsiteY1260" fmla="*/ 2544413 h 3658174"/>
              <a:gd name="connsiteX1261" fmla="*/ 2669580 w 6514506"/>
              <a:gd name="connsiteY1261" fmla="*/ 2538126 h 3658174"/>
              <a:gd name="connsiteX1262" fmla="*/ 2670437 w 6514506"/>
              <a:gd name="connsiteY1262" fmla="*/ 2529173 h 3658174"/>
              <a:gd name="connsiteX1263" fmla="*/ 2677010 w 6514506"/>
              <a:gd name="connsiteY1263" fmla="*/ 2522315 h 3658174"/>
              <a:gd name="connsiteX1264" fmla="*/ 2681201 w 6514506"/>
              <a:gd name="connsiteY1264" fmla="*/ 2515742 h 3658174"/>
              <a:gd name="connsiteX1265" fmla="*/ 2685773 w 6514506"/>
              <a:gd name="connsiteY1265" fmla="*/ 2518123 h 3658174"/>
              <a:gd name="connsiteX1266" fmla="*/ 2696250 w 6514506"/>
              <a:gd name="connsiteY1266" fmla="*/ 2531935 h 3658174"/>
              <a:gd name="connsiteX1267" fmla="*/ 2698346 w 6514506"/>
              <a:gd name="connsiteY1267" fmla="*/ 2530411 h 3658174"/>
              <a:gd name="connsiteX1268" fmla="*/ 2701013 w 6514506"/>
              <a:gd name="connsiteY1268" fmla="*/ 2528601 h 3658174"/>
              <a:gd name="connsiteX1269" fmla="*/ 2703680 w 6514506"/>
              <a:gd name="connsiteY1269" fmla="*/ 2526791 h 3658174"/>
              <a:gd name="connsiteX1270" fmla="*/ 2698250 w 6514506"/>
              <a:gd name="connsiteY1270" fmla="*/ 2519933 h 3658174"/>
              <a:gd name="connsiteX1271" fmla="*/ 2696155 w 6514506"/>
              <a:gd name="connsiteY1271" fmla="*/ 2514504 h 3658174"/>
              <a:gd name="connsiteX1272" fmla="*/ 2696441 w 6514506"/>
              <a:gd name="connsiteY1272" fmla="*/ 2512408 h 3658174"/>
              <a:gd name="connsiteX1273" fmla="*/ 2696726 w 6514506"/>
              <a:gd name="connsiteY1273" fmla="*/ 2507932 h 3658174"/>
              <a:gd name="connsiteX1274" fmla="*/ 2700632 w 6514506"/>
              <a:gd name="connsiteY1274" fmla="*/ 2511837 h 3658174"/>
              <a:gd name="connsiteX1275" fmla="*/ 2703965 w 6514506"/>
              <a:gd name="connsiteY1275" fmla="*/ 2514885 h 3658174"/>
              <a:gd name="connsiteX1276" fmla="*/ 2709681 w 6514506"/>
              <a:gd name="connsiteY1276" fmla="*/ 2516409 h 3658174"/>
              <a:gd name="connsiteX1277" fmla="*/ 2715110 w 6514506"/>
              <a:gd name="connsiteY1277" fmla="*/ 2516695 h 3658174"/>
              <a:gd name="connsiteX1278" fmla="*/ 2718729 w 6514506"/>
              <a:gd name="connsiteY1278" fmla="*/ 2514885 h 3658174"/>
              <a:gd name="connsiteX1279" fmla="*/ 2722349 w 6514506"/>
              <a:gd name="connsiteY1279" fmla="*/ 2513361 h 3658174"/>
              <a:gd name="connsiteX1280" fmla="*/ 2716634 w 6514506"/>
              <a:gd name="connsiteY1280" fmla="*/ 2512123 h 3658174"/>
              <a:gd name="connsiteX1281" fmla="*/ 2712443 w 6514506"/>
              <a:gd name="connsiteY1281" fmla="*/ 2509456 h 3658174"/>
              <a:gd name="connsiteX1282" fmla="*/ 2716348 w 6514506"/>
              <a:gd name="connsiteY1282" fmla="*/ 2505265 h 3658174"/>
              <a:gd name="connsiteX1283" fmla="*/ 2715776 w 6514506"/>
              <a:gd name="connsiteY1283" fmla="*/ 2502598 h 3658174"/>
              <a:gd name="connsiteX1284" fmla="*/ 2717015 w 6514506"/>
              <a:gd name="connsiteY1284" fmla="*/ 2494787 h 3658174"/>
              <a:gd name="connsiteX1285" fmla="*/ 2722730 w 6514506"/>
              <a:gd name="connsiteY1285" fmla="*/ 2494216 h 3658174"/>
              <a:gd name="connsiteX1286" fmla="*/ 2725397 w 6514506"/>
              <a:gd name="connsiteY1286" fmla="*/ 2492406 h 3658174"/>
              <a:gd name="connsiteX1287" fmla="*/ 2723873 w 6514506"/>
              <a:gd name="connsiteY1287" fmla="*/ 2489739 h 3658174"/>
              <a:gd name="connsiteX1288" fmla="*/ 2719682 w 6514506"/>
              <a:gd name="connsiteY1288" fmla="*/ 2487358 h 3658174"/>
              <a:gd name="connsiteX1289" fmla="*/ 2725397 w 6514506"/>
              <a:gd name="connsiteY1289" fmla="*/ 2485262 h 3658174"/>
              <a:gd name="connsiteX1290" fmla="*/ 2731398 w 6514506"/>
              <a:gd name="connsiteY1290" fmla="*/ 2484405 h 3658174"/>
              <a:gd name="connsiteX1291" fmla="*/ 2730540 w 6514506"/>
              <a:gd name="connsiteY1291" fmla="*/ 2481738 h 3658174"/>
              <a:gd name="connsiteX1292" fmla="*/ 2724254 w 6514506"/>
              <a:gd name="connsiteY1292" fmla="*/ 2479071 h 3658174"/>
              <a:gd name="connsiteX1293" fmla="*/ 2725778 w 6514506"/>
              <a:gd name="connsiteY1293" fmla="*/ 2471546 h 3658174"/>
              <a:gd name="connsiteX1294" fmla="*/ 2729397 w 6514506"/>
              <a:gd name="connsiteY1294" fmla="*/ 2467927 h 3658174"/>
              <a:gd name="connsiteX1295" fmla="*/ 2731778 w 6514506"/>
              <a:gd name="connsiteY1295" fmla="*/ 2467355 h 3658174"/>
              <a:gd name="connsiteX1296" fmla="*/ 2733588 w 6514506"/>
              <a:gd name="connsiteY1296" fmla="*/ 2469165 h 3658174"/>
              <a:gd name="connsiteX1297" fmla="*/ 2735969 w 6514506"/>
              <a:gd name="connsiteY1297" fmla="*/ 2465546 h 3658174"/>
              <a:gd name="connsiteX1298" fmla="*/ 2738636 w 6514506"/>
              <a:gd name="connsiteY1298" fmla="*/ 2461069 h 3658174"/>
              <a:gd name="connsiteX1299" fmla="*/ 2741684 w 6514506"/>
              <a:gd name="connsiteY1299" fmla="*/ 2455640 h 3658174"/>
              <a:gd name="connsiteX1300" fmla="*/ 2743780 w 6514506"/>
              <a:gd name="connsiteY1300" fmla="*/ 2457449 h 3658174"/>
              <a:gd name="connsiteX1301" fmla="*/ 2742923 w 6514506"/>
              <a:gd name="connsiteY1301" fmla="*/ 2460783 h 3658174"/>
              <a:gd name="connsiteX1302" fmla="*/ 2745018 w 6514506"/>
              <a:gd name="connsiteY1302" fmla="*/ 2463450 h 3658174"/>
              <a:gd name="connsiteX1303" fmla="*/ 2746828 w 6514506"/>
              <a:gd name="connsiteY1303" fmla="*/ 2458973 h 3658174"/>
              <a:gd name="connsiteX1304" fmla="*/ 2751019 w 6514506"/>
              <a:gd name="connsiteY1304" fmla="*/ 2459831 h 3658174"/>
              <a:gd name="connsiteX1305" fmla="*/ 2754924 w 6514506"/>
              <a:gd name="connsiteY1305" fmla="*/ 2460116 h 3658174"/>
              <a:gd name="connsiteX1306" fmla="*/ 2757306 w 6514506"/>
              <a:gd name="connsiteY1306" fmla="*/ 2457164 h 3658174"/>
              <a:gd name="connsiteX1307" fmla="*/ 2757591 w 6514506"/>
              <a:gd name="connsiteY1307" fmla="*/ 2454211 h 3658174"/>
              <a:gd name="connsiteX1308" fmla="*/ 2764735 w 6514506"/>
              <a:gd name="connsiteY1308" fmla="*/ 2457164 h 3658174"/>
              <a:gd name="connsiteX1309" fmla="*/ 2777308 w 6514506"/>
              <a:gd name="connsiteY1309" fmla="*/ 2468879 h 3658174"/>
              <a:gd name="connsiteX1310" fmla="*/ 2782070 w 6514506"/>
              <a:gd name="connsiteY1310" fmla="*/ 2479642 h 3658174"/>
              <a:gd name="connsiteX1311" fmla="*/ 2783309 w 6514506"/>
              <a:gd name="connsiteY1311" fmla="*/ 2488977 h 3658174"/>
              <a:gd name="connsiteX1312" fmla="*/ 2787785 w 6514506"/>
              <a:gd name="connsiteY1312" fmla="*/ 2484215 h 3658174"/>
              <a:gd name="connsiteX1313" fmla="*/ 2791310 w 6514506"/>
              <a:gd name="connsiteY1313" fmla="*/ 2478785 h 3658174"/>
              <a:gd name="connsiteX1314" fmla="*/ 2803978 w 6514506"/>
              <a:gd name="connsiteY1314" fmla="*/ 2481452 h 3658174"/>
              <a:gd name="connsiteX1315" fmla="*/ 2807312 w 6514506"/>
              <a:gd name="connsiteY1315" fmla="*/ 2480595 h 3658174"/>
              <a:gd name="connsiteX1316" fmla="*/ 2813027 w 6514506"/>
              <a:gd name="connsiteY1316" fmla="*/ 2480595 h 3658174"/>
              <a:gd name="connsiteX1317" fmla="*/ 2815694 w 6514506"/>
              <a:gd name="connsiteY1317" fmla="*/ 2480881 h 3658174"/>
              <a:gd name="connsiteX1318" fmla="*/ 2818647 w 6514506"/>
              <a:gd name="connsiteY1318" fmla="*/ 2476690 h 3658174"/>
              <a:gd name="connsiteX1319" fmla="*/ 2818932 w 6514506"/>
              <a:gd name="connsiteY1319" fmla="*/ 2473737 h 3658174"/>
              <a:gd name="connsiteX1320" fmla="*/ 2815027 w 6514506"/>
              <a:gd name="connsiteY1320" fmla="*/ 2471070 h 3658174"/>
              <a:gd name="connsiteX1321" fmla="*/ 2811407 w 6514506"/>
              <a:gd name="connsiteY1321" fmla="*/ 2467736 h 3658174"/>
              <a:gd name="connsiteX1322" fmla="*/ 2812646 w 6514506"/>
              <a:gd name="connsiteY1322" fmla="*/ 2457259 h 3658174"/>
              <a:gd name="connsiteX1323" fmla="*/ 2815598 w 6514506"/>
              <a:gd name="connsiteY1323" fmla="*/ 2450972 h 3658174"/>
              <a:gd name="connsiteX1324" fmla="*/ 2818551 w 6514506"/>
              <a:gd name="connsiteY1324" fmla="*/ 2444114 h 3658174"/>
              <a:gd name="connsiteX1325" fmla="*/ 2823981 w 6514506"/>
              <a:gd name="connsiteY1325" fmla="*/ 2441733 h 3658174"/>
              <a:gd name="connsiteX1326" fmla="*/ 2823981 w 6514506"/>
              <a:gd name="connsiteY1326" fmla="*/ 2438399 h 3658174"/>
              <a:gd name="connsiteX1327" fmla="*/ 2822171 w 6514506"/>
              <a:gd name="connsiteY1327" fmla="*/ 2430589 h 3658174"/>
              <a:gd name="connsiteX1328" fmla="*/ 2827219 w 6514506"/>
              <a:gd name="connsiteY1328" fmla="*/ 2425445 h 3658174"/>
              <a:gd name="connsiteX1329" fmla="*/ 2829315 w 6514506"/>
              <a:gd name="connsiteY1329" fmla="*/ 2423350 h 3658174"/>
              <a:gd name="connsiteX1330" fmla="*/ 2831124 w 6514506"/>
              <a:gd name="connsiteY1330" fmla="*/ 2417063 h 3658174"/>
              <a:gd name="connsiteX1331" fmla="*/ 2831696 w 6514506"/>
              <a:gd name="connsiteY1331" fmla="*/ 2420969 h 3658174"/>
              <a:gd name="connsiteX1332" fmla="*/ 2834648 w 6514506"/>
              <a:gd name="connsiteY1332" fmla="*/ 2419730 h 3658174"/>
              <a:gd name="connsiteX1333" fmla="*/ 2840649 w 6514506"/>
              <a:gd name="connsiteY1333" fmla="*/ 2414301 h 3658174"/>
              <a:gd name="connsiteX1334" fmla="*/ 2842745 w 6514506"/>
              <a:gd name="connsiteY1334" fmla="*/ 2413444 h 3658174"/>
              <a:gd name="connsiteX1335" fmla="*/ 2845412 w 6514506"/>
              <a:gd name="connsiteY1335" fmla="*/ 2412586 h 3658174"/>
              <a:gd name="connsiteX1336" fmla="*/ 2857413 w 6514506"/>
              <a:gd name="connsiteY1336" fmla="*/ 2414396 h 3658174"/>
              <a:gd name="connsiteX1337" fmla="*/ 2867605 w 6514506"/>
              <a:gd name="connsiteY1337" fmla="*/ 2418016 h 3658174"/>
              <a:gd name="connsiteX1338" fmla="*/ 2870939 w 6514506"/>
              <a:gd name="connsiteY1338" fmla="*/ 2418302 h 3658174"/>
              <a:gd name="connsiteX1339" fmla="*/ 2873320 w 6514506"/>
              <a:gd name="connsiteY1339" fmla="*/ 2415349 h 3658174"/>
              <a:gd name="connsiteX1340" fmla="*/ 2874177 w 6514506"/>
              <a:gd name="connsiteY1340" fmla="*/ 2412015 h 3658174"/>
              <a:gd name="connsiteX1341" fmla="*/ 2871224 w 6514506"/>
              <a:gd name="connsiteY1341" fmla="*/ 2402395 h 3658174"/>
              <a:gd name="connsiteX1342" fmla="*/ 2866748 w 6514506"/>
              <a:gd name="connsiteY1342" fmla="*/ 2396680 h 3658174"/>
              <a:gd name="connsiteX1343" fmla="*/ 2856842 w 6514506"/>
              <a:gd name="connsiteY1343" fmla="*/ 2394298 h 3658174"/>
              <a:gd name="connsiteX1344" fmla="*/ 2860747 w 6514506"/>
              <a:gd name="connsiteY1344" fmla="*/ 2392203 h 3658174"/>
              <a:gd name="connsiteX1345" fmla="*/ 2863128 w 6514506"/>
              <a:gd name="connsiteY1345" fmla="*/ 2391631 h 3658174"/>
              <a:gd name="connsiteX1346" fmla="*/ 2868843 w 6514506"/>
              <a:gd name="connsiteY1346" fmla="*/ 2391060 h 3658174"/>
              <a:gd name="connsiteX1347" fmla="*/ 2875701 w 6514506"/>
              <a:gd name="connsiteY1347" fmla="*/ 2394680 h 3658174"/>
              <a:gd name="connsiteX1348" fmla="*/ 2882273 w 6514506"/>
              <a:gd name="connsiteY1348" fmla="*/ 2398871 h 3658174"/>
              <a:gd name="connsiteX1349" fmla="*/ 2896085 w 6514506"/>
              <a:gd name="connsiteY1349" fmla="*/ 2406681 h 3658174"/>
              <a:gd name="connsiteX1350" fmla="*/ 2902657 w 6514506"/>
              <a:gd name="connsiteY1350" fmla="*/ 2410301 h 3658174"/>
              <a:gd name="connsiteX1351" fmla="*/ 2910182 w 6514506"/>
              <a:gd name="connsiteY1351" fmla="*/ 2411539 h 3658174"/>
              <a:gd name="connsiteX1352" fmla="*/ 2915897 w 6514506"/>
              <a:gd name="connsiteY1352" fmla="*/ 2411539 h 3658174"/>
              <a:gd name="connsiteX1353" fmla="*/ 2929041 w 6514506"/>
              <a:gd name="connsiteY1353" fmla="*/ 2412110 h 3658174"/>
              <a:gd name="connsiteX1354" fmla="*/ 2932375 w 6514506"/>
              <a:gd name="connsiteY1354" fmla="*/ 2412682 h 3658174"/>
              <a:gd name="connsiteX1355" fmla="*/ 2930851 w 6514506"/>
              <a:gd name="connsiteY1355" fmla="*/ 2416015 h 3658174"/>
              <a:gd name="connsiteX1356" fmla="*/ 2935614 w 6514506"/>
              <a:gd name="connsiteY1356" fmla="*/ 2411539 h 3658174"/>
              <a:gd name="connsiteX1357" fmla="*/ 2935899 w 6514506"/>
              <a:gd name="connsiteY1357" fmla="*/ 2415444 h 3658174"/>
              <a:gd name="connsiteX1358" fmla="*/ 2936471 w 6514506"/>
              <a:gd name="connsiteY1358" fmla="*/ 2418778 h 3658174"/>
              <a:gd name="connsiteX1359" fmla="*/ 2940948 w 6514506"/>
              <a:gd name="connsiteY1359" fmla="*/ 2420588 h 3658174"/>
              <a:gd name="connsiteX1360" fmla="*/ 2943900 w 6514506"/>
              <a:gd name="connsiteY1360" fmla="*/ 2419064 h 3658174"/>
              <a:gd name="connsiteX1361" fmla="*/ 2943329 w 6514506"/>
              <a:gd name="connsiteY1361" fmla="*/ 2414301 h 3658174"/>
              <a:gd name="connsiteX1362" fmla="*/ 2945139 w 6514506"/>
              <a:gd name="connsiteY1362" fmla="*/ 2409824 h 3658174"/>
              <a:gd name="connsiteX1363" fmla="*/ 2949901 w 6514506"/>
              <a:gd name="connsiteY1363" fmla="*/ 2410110 h 3658174"/>
              <a:gd name="connsiteX1364" fmla="*/ 2954092 w 6514506"/>
              <a:gd name="connsiteY1364" fmla="*/ 2413444 h 3658174"/>
              <a:gd name="connsiteX1365" fmla="*/ 2954092 w 6514506"/>
              <a:gd name="connsiteY1365" fmla="*/ 2416111 h 3658174"/>
              <a:gd name="connsiteX1366" fmla="*/ 2949901 w 6514506"/>
              <a:gd name="connsiteY1366" fmla="*/ 2420016 h 3658174"/>
              <a:gd name="connsiteX1367" fmla="*/ 2949330 w 6514506"/>
              <a:gd name="connsiteY1367" fmla="*/ 2424588 h 3658174"/>
              <a:gd name="connsiteX1368" fmla="*/ 2951711 w 6514506"/>
              <a:gd name="connsiteY1368" fmla="*/ 2431446 h 3658174"/>
              <a:gd name="connsiteX1369" fmla="*/ 2949044 w 6514506"/>
              <a:gd name="connsiteY1369" fmla="*/ 2435637 h 3658174"/>
              <a:gd name="connsiteX1370" fmla="*/ 2946377 w 6514506"/>
              <a:gd name="connsiteY1370" fmla="*/ 2436494 h 3658174"/>
              <a:gd name="connsiteX1371" fmla="*/ 2943995 w 6514506"/>
              <a:gd name="connsiteY1371" fmla="*/ 2435637 h 3658174"/>
              <a:gd name="connsiteX1372" fmla="*/ 2939233 w 6514506"/>
              <a:gd name="connsiteY1372" fmla="*/ 2437732 h 3658174"/>
              <a:gd name="connsiteX1373" fmla="*/ 2934470 w 6514506"/>
              <a:gd name="connsiteY1373" fmla="*/ 2444590 h 3658174"/>
              <a:gd name="connsiteX1374" fmla="*/ 2938090 w 6514506"/>
              <a:gd name="connsiteY1374" fmla="*/ 2447924 h 3658174"/>
              <a:gd name="connsiteX1375" fmla="*/ 2940471 w 6514506"/>
              <a:gd name="connsiteY1375" fmla="*/ 2449448 h 3658174"/>
              <a:gd name="connsiteX1376" fmla="*/ 2937137 w 6514506"/>
              <a:gd name="connsiteY1376" fmla="*/ 2456592 h 3658174"/>
              <a:gd name="connsiteX1377" fmla="*/ 2932661 w 6514506"/>
              <a:gd name="connsiteY1377" fmla="*/ 2464688 h 3658174"/>
              <a:gd name="connsiteX1378" fmla="*/ 2931137 w 6514506"/>
              <a:gd name="connsiteY1378" fmla="*/ 2472213 h 3658174"/>
              <a:gd name="connsiteX1379" fmla="*/ 2934470 w 6514506"/>
              <a:gd name="connsiteY1379" fmla="*/ 2475832 h 3658174"/>
              <a:gd name="connsiteX1380" fmla="*/ 2933899 w 6514506"/>
              <a:gd name="connsiteY1380" fmla="*/ 2481548 h 3658174"/>
              <a:gd name="connsiteX1381" fmla="*/ 2935709 w 6514506"/>
              <a:gd name="connsiteY1381" fmla="*/ 2484500 h 3658174"/>
              <a:gd name="connsiteX1382" fmla="*/ 2941995 w 6514506"/>
              <a:gd name="connsiteY1382" fmla="*/ 2486881 h 3658174"/>
              <a:gd name="connsiteX1383" fmla="*/ 2948567 w 6514506"/>
              <a:gd name="connsiteY1383" fmla="*/ 2493168 h 3658174"/>
              <a:gd name="connsiteX1384" fmla="*/ 2953330 w 6514506"/>
              <a:gd name="connsiteY1384" fmla="*/ 2497359 h 3658174"/>
              <a:gd name="connsiteX1385" fmla="*/ 2957235 w 6514506"/>
              <a:gd name="connsiteY1385" fmla="*/ 2498597 h 3658174"/>
              <a:gd name="connsiteX1386" fmla="*/ 2961426 w 6514506"/>
              <a:gd name="connsiteY1386" fmla="*/ 2498597 h 3658174"/>
              <a:gd name="connsiteX1387" fmla="*/ 2965617 w 6514506"/>
              <a:gd name="connsiteY1387" fmla="*/ 2499455 h 3658174"/>
              <a:gd name="connsiteX1388" fmla="*/ 2968951 w 6514506"/>
              <a:gd name="connsiteY1388" fmla="*/ 2501264 h 3658174"/>
              <a:gd name="connsiteX1389" fmla="*/ 2973428 w 6514506"/>
              <a:gd name="connsiteY1389" fmla="*/ 2503074 h 3658174"/>
              <a:gd name="connsiteX1390" fmla="*/ 2979428 w 6514506"/>
              <a:gd name="connsiteY1390" fmla="*/ 2508122 h 3658174"/>
              <a:gd name="connsiteX1391" fmla="*/ 2990192 w 6514506"/>
              <a:gd name="connsiteY1391" fmla="*/ 2513266 h 3658174"/>
              <a:gd name="connsiteX1392" fmla="*/ 2997431 w 6514506"/>
              <a:gd name="connsiteY1392" fmla="*/ 2515933 h 3658174"/>
              <a:gd name="connsiteX1393" fmla="*/ 3003146 w 6514506"/>
              <a:gd name="connsiteY1393" fmla="*/ 2518028 h 3658174"/>
              <a:gd name="connsiteX1394" fmla="*/ 3007623 w 6514506"/>
              <a:gd name="connsiteY1394" fmla="*/ 2523457 h 3658174"/>
              <a:gd name="connsiteX1395" fmla="*/ 3018100 w 6514506"/>
              <a:gd name="connsiteY1395" fmla="*/ 2534888 h 3658174"/>
              <a:gd name="connsiteX1396" fmla="*/ 3024958 w 6514506"/>
              <a:gd name="connsiteY1396" fmla="*/ 2537269 h 3658174"/>
              <a:gd name="connsiteX1397" fmla="*/ 3036388 w 6514506"/>
              <a:gd name="connsiteY1397" fmla="*/ 2536031 h 3658174"/>
              <a:gd name="connsiteX1398" fmla="*/ 3041436 w 6514506"/>
              <a:gd name="connsiteY1398" fmla="*/ 2525267 h 3658174"/>
              <a:gd name="connsiteX1399" fmla="*/ 3044389 w 6514506"/>
              <a:gd name="connsiteY1399" fmla="*/ 2515075 h 3658174"/>
              <a:gd name="connsiteX1400" fmla="*/ 3047342 w 6514506"/>
              <a:gd name="connsiteY1400" fmla="*/ 2509361 h 3658174"/>
              <a:gd name="connsiteX1401" fmla="*/ 3050961 w 6514506"/>
              <a:gd name="connsiteY1401" fmla="*/ 2501264 h 3658174"/>
              <a:gd name="connsiteX1402" fmla="*/ 3049437 w 6514506"/>
              <a:gd name="connsiteY1402" fmla="*/ 2493740 h 3658174"/>
              <a:gd name="connsiteX1403" fmla="*/ 3050675 w 6514506"/>
              <a:gd name="connsiteY1403" fmla="*/ 2483833 h 3658174"/>
              <a:gd name="connsiteX1404" fmla="*/ 3051533 w 6514506"/>
              <a:gd name="connsiteY1404" fmla="*/ 2474880 h 3658174"/>
              <a:gd name="connsiteX1405" fmla="*/ 3050961 w 6514506"/>
              <a:gd name="connsiteY1405" fmla="*/ 2462593 h 3658174"/>
              <a:gd name="connsiteX1406" fmla="*/ 3049723 w 6514506"/>
              <a:gd name="connsiteY1406" fmla="*/ 2453354 h 3658174"/>
              <a:gd name="connsiteX1407" fmla="*/ 3050294 w 6514506"/>
              <a:gd name="connsiteY1407" fmla="*/ 2443733 h 3658174"/>
              <a:gd name="connsiteX1408" fmla="*/ 3053628 w 6514506"/>
              <a:gd name="connsiteY1408" fmla="*/ 2442876 h 3658174"/>
              <a:gd name="connsiteX1409" fmla="*/ 3054485 w 6514506"/>
              <a:gd name="connsiteY1409" fmla="*/ 2439256 h 3658174"/>
              <a:gd name="connsiteX1410" fmla="*/ 3050866 w 6514506"/>
              <a:gd name="connsiteY1410" fmla="*/ 2430303 h 3658174"/>
              <a:gd name="connsiteX1411" fmla="*/ 3055914 w 6514506"/>
              <a:gd name="connsiteY1411" fmla="*/ 2425826 h 3658174"/>
              <a:gd name="connsiteX1412" fmla="*/ 3057152 w 6514506"/>
              <a:gd name="connsiteY1412" fmla="*/ 2422873 h 3658174"/>
              <a:gd name="connsiteX1413" fmla="*/ 3052390 w 6514506"/>
              <a:gd name="connsiteY1413" fmla="*/ 2416587 h 3658174"/>
              <a:gd name="connsiteX1414" fmla="*/ 3056581 w 6514506"/>
              <a:gd name="connsiteY1414" fmla="*/ 2409062 h 3658174"/>
              <a:gd name="connsiteX1415" fmla="*/ 3057819 w 6514506"/>
              <a:gd name="connsiteY1415" fmla="*/ 2404871 h 3658174"/>
              <a:gd name="connsiteX1416" fmla="*/ 3059915 w 6514506"/>
              <a:gd name="connsiteY1416" fmla="*/ 2398585 h 3658174"/>
              <a:gd name="connsiteX1417" fmla="*/ 3062010 w 6514506"/>
              <a:gd name="connsiteY1417" fmla="*/ 2390774 h 3658174"/>
              <a:gd name="connsiteX1418" fmla="*/ 3064106 w 6514506"/>
              <a:gd name="connsiteY1418" fmla="*/ 2383535 h 3658174"/>
              <a:gd name="connsiteX1419" fmla="*/ 2684499 w 6514506"/>
              <a:gd name="connsiteY1419" fmla="*/ 2379976 h 3658174"/>
              <a:gd name="connsiteX1420" fmla="*/ 2683582 w 6514506"/>
              <a:gd name="connsiteY1420" fmla="*/ 2383060 h 3658174"/>
              <a:gd name="connsiteX1421" fmla="*/ 2676724 w 6514506"/>
              <a:gd name="connsiteY1421" fmla="*/ 2387251 h 3658174"/>
              <a:gd name="connsiteX1422" fmla="*/ 2675485 w 6514506"/>
              <a:gd name="connsiteY1422" fmla="*/ 2384298 h 3658174"/>
              <a:gd name="connsiteX1423" fmla="*/ 2681772 w 6514506"/>
              <a:gd name="connsiteY1423" fmla="*/ 2380107 h 3658174"/>
              <a:gd name="connsiteX1424" fmla="*/ 2684499 w 6514506"/>
              <a:gd name="connsiteY1424" fmla="*/ 2379976 h 3658174"/>
              <a:gd name="connsiteX1425" fmla="*/ 2655388 w 6514506"/>
              <a:gd name="connsiteY1425" fmla="*/ 2374010 h 3658174"/>
              <a:gd name="connsiteX1426" fmla="*/ 2652340 w 6514506"/>
              <a:gd name="connsiteY1426" fmla="*/ 2376963 h 3658174"/>
              <a:gd name="connsiteX1427" fmla="*/ 2655388 w 6514506"/>
              <a:gd name="connsiteY1427" fmla="*/ 2374010 h 3658174"/>
              <a:gd name="connsiteX1428" fmla="*/ 3279561 w 6514506"/>
              <a:gd name="connsiteY1428" fmla="*/ 2373153 h 3658174"/>
              <a:gd name="connsiteX1429" fmla="*/ 3278323 w 6514506"/>
              <a:gd name="connsiteY1429" fmla="*/ 2375534 h 3658174"/>
              <a:gd name="connsiteX1430" fmla="*/ 3274132 w 6514506"/>
              <a:gd name="connsiteY1430" fmla="*/ 2374010 h 3658174"/>
              <a:gd name="connsiteX1431" fmla="*/ 3279561 w 6514506"/>
              <a:gd name="connsiteY1431" fmla="*/ 2373153 h 3658174"/>
              <a:gd name="connsiteX1432" fmla="*/ 3457869 w 6514506"/>
              <a:gd name="connsiteY1432" fmla="*/ 2370391 h 3658174"/>
              <a:gd name="connsiteX1433" fmla="*/ 3467871 w 6514506"/>
              <a:gd name="connsiteY1433" fmla="*/ 2374296 h 3658174"/>
              <a:gd name="connsiteX1434" fmla="*/ 3474729 w 6514506"/>
              <a:gd name="connsiteY1434" fmla="*/ 2379440 h 3658174"/>
              <a:gd name="connsiteX1435" fmla="*/ 3468442 w 6514506"/>
              <a:gd name="connsiteY1435" fmla="*/ 2380964 h 3658174"/>
              <a:gd name="connsiteX1436" fmla="*/ 3458536 w 6514506"/>
              <a:gd name="connsiteY1436" fmla="*/ 2377630 h 3658174"/>
              <a:gd name="connsiteX1437" fmla="*/ 3453393 w 6514506"/>
              <a:gd name="connsiteY1437" fmla="*/ 2371629 h 3658174"/>
              <a:gd name="connsiteX1438" fmla="*/ 3457869 w 6514506"/>
              <a:gd name="connsiteY1438" fmla="*/ 2370391 h 3658174"/>
              <a:gd name="connsiteX1439" fmla="*/ 3239747 w 6514506"/>
              <a:gd name="connsiteY1439" fmla="*/ 2357246 h 3658174"/>
              <a:gd name="connsiteX1440" fmla="*/ 3241842 w 6514506"/>
              <a:gd name="connsiteY1440" fmla="*/ 2359342 h 3658174"/>
              <a:gd name="connsiteX1441" fmla="*/ 3246891 w 6514506"/>
              <a:gd name="connsiteY1441" fmla="*/ 2359056 h 3658174"/>
              <a:gd name="connsiteX1442" fmla="*/ 3248129 w 6514506"/>
              <a:gd name="connsiteY1442" fmla="*/ 2361152 h 3658174"/>
              <a:gd name="connsiteX1443" fmla="*/ 3243652 w 6514506"/>
              <a:gd name="connsiteY1443" fmla="*/ 2364104 h 3658174"/>
              <a:gd name="connsiteX1444" fmla="*/ 3237080 w 6514506"/>
              <a:gd name="connsiteY1444" fmla="*/ 2358104 h 3658174"/>
              <a:gd name="connsiteX1445" fmla="*/ 3239747 w 6514506"/>
              <a:gd name="connsiteY1445" fmla="*/ 2357246 h 3658174"/>
              <a:gd name="connsiteX1446" fmla="*/ 2616335 w 6514506"/>
              <a:gd name="connsiteY1446" fmla="*/ 2351151 h 3658174"/>
              <a:gd name="connsiteX1447" fmla="*/ 2623860 w 6514506"/>
              <a:gd name="connsiteY1447" fmla="*/ 2354770 h 3658174"/>
              <a:gd name="connsiteX1448" fmla="*/ 2629290 w 6514506"/>
              <a:gd name="connsiteY1448" fmla="*/ 2357818 h 3658174"/>
              <a:gd name="connsiteX1449" fmla="*/ 2631957 w 6514506"/>
              <a:gd name="connsiteY1449" fmla="*/ 2362009 h 3658174"/>
              <a:gd name="connsiteX1450" fmla="*/ 2630432 w 6514506"/>
              <a:gd name="connsiteY1450" fmla="*/ 2368581 h 3658174"/>
              <a:gd name="connsiteX1451" fmla="*/ 2622336 w 6514506"/>
              <a:gd name="connsiteY1451" fmla="*/ 2369153 h 3658174"/>
              <a:gd name="connsiteX1452" fmla="*/ 2613954 w 6514506"/>
              <a:gd name="connsiteY1452" fmla="*/ 2363152 h 3658174"/>
              <a:gd name="connsiteX1453" fmla="*/ 2607382 w 6514506"/>
              <a:gd name="connsiteY1453" fmla="*/ 2359818 h 3658174"/>
              <a:gd name="connsiteX1454" fmla="*/ 2599000 w 6514506"/>
              <a:gd name="connsiteY1454" fmla="*/ 2358961 h 3658174"/>
              <a:gd name="connsiteX1455" fmla="*/ 2599000 w 6514506"/>
              <a:gd name="connsiteY1455" fmla="*/ 2354484 h 3658174"/>
              <a:gd name="connsiteX1456" fmla="*/ 2607382 w 6514506"/>
              <a:gd name="connsiteY1456" fmla="*/ 2351436 h 3658174"/>
              <a:gd name="connsiteX1457" fmla="*/ 2616335 w 6514506"/>
              <a:gd name="connsiteY1457" fmla="*/ 2351151 h 3658174"/>
              <a:gd name="connsiteX1458" fmla="*/ 1077953 w 6514506"/>
              <a:gd name="connsiteY1458" fmla="*/ 2349627 h 3658174"/>
              <a:gd name="connsiteX1459" fmla="*/ 1080334 w 6514506"/>
              <a:gd name="connsiteY1459" fmla="*/ 2349913 h 3658174"/>
              <a:gd name="connsiteX1460" fmla="*/ 1077953 w 6514506"/>
              <a:gd name="connsiteY1460" fmla="*/ 2351722 h 3658174"/>
              <a:gd name="connsiteX1461" fmla="*/ 1077953 w 6514506"/>
              <a:gd name="connsiteY1461" fmla="*/ 2349627 h 3658174"/>
              <a:gd name="connsiteX1462" fmla="*/ 3452631 w 6514506"/>
              <a:gd name="connsiteY1462" fmla="*/ 2349389 h 3658174"/>
              <a:gd name="connsiteX1463" fmla="*/ 3453678 w 6514506"/>
              <a:gd name="connsiteY1463" fmla="*/ 2351532 h 3658174"/>
              <a:gd name="connsiteX1464" fmla="*/ 3454059 w 6514506"/>
              <a:gd name="connsiteY1464" fmla="*/ 2353627 h 3658174"/>
              <a:gd name="connsiteX1465" fmla="*/ 3452821 w 6514506"/>
              <a:gd name="connsiteY1465" fmla="*/ 2356294 h 3658174"/>
              <a:gd name="connsiteX1466" fmla="*/ 3451583 w 6514506"/>
              <a:gd name="connsiteY1466" fmla="*/ 2352389 h 3658174"/>
              <a:gd name="connsiteX1467" fmla="*/ 3452631 w 6514506"/>
              <a:gd name="connsiteY1467" fmla="*/ 2349389 h 3658174"/>
              <a:gd name="connsiteX1468" fmla="*/ 3232508 w 6514506"/>
              <a:gd name="connsiteY1468" fmla="*/ 2345912 h 3658174"/>
              <a:gd name="connsiteX1469" fmla="*/ 3236985 w 6514506"/>
              <a:gd name="connsiteY1469" fmla="*/ 2346769 h 3658174"/>
              <a:gd name="connsiteX1470" fmla="*/ 3238794 w 6514506"/>
              <a:gd name="connsiteY1470" fmla="*/ 2349436 h 3658174"/>
              <a:gd name="connsiteX1471" fmla="*/ 3234318 w 6514506"/>
              <a:gd name="connsiteY1471" fmla="*/ 2351341 h 3658174"/>
              <a:gd name="connsiteX1472" fmla="*/ 3232508 w 6514506"/>
              <a:gd name="connsiteY1472" fmla="*/ 2345912 h 3658174"/>
              <a:gd name="connsiteX1473" fmla="*/ 3417281 w 6514506"/>
              <a:gd name="connsiteY1473" fmla="*/ 2345614 h 3658174"/>
              <a:gd name="connsiteX1474" fmla="*/ 3424342 w 6514506"/>
              <a:gd name="connsiteY1474" fmla="*/ 2346483 h 3658174"/>
              <a:gd name="connsiteX1475" fmla="*/ 3434438 w 6514506"/>
              <a:gd name="connsiteY1475" fmla="*/ 2349531 h 3658174"/>
              <a:gd name="connsiteX1476" fmla="*/ 3440153 w 6514506"/>
              <a:gd name="connsiteY1476" fmla="*/ 2357913 h 3658174"/>
              <a:gd name="connsiteX1477" fmla="*/ 3432057 w 6514506"/>
              <a:gd name="connsiteY1477" fmla="*/ 2358485 h 3658174"/>
              <a:gd name="connsiteX1478" fmla="*/ 3423103 w 6514506"/>
              <a:gd name="connsiteY1478" fmla="*/ 2354580 h 3658174"/>
              <a:gd name="connsiteX1479" fmla="*/ 3414436 w 6514506"/>
              <a:gd name="connsiteY1479" fmla="*/ 2350389 h 3658174"/>
              <a:gd name="connsiteX1480" fmla="*/ 3417281 w 6514506"/>
              <a:gd name="connsiteY1480" fmla="*/ 2345614 h 3658174"/>
              <a:gd name="connsiteX1481" fmla="*/ 3227258 w 6514506"/>
              <a:gd name="connsiteY1481" fmla="*/ 2342161 h 3658174"/>
              <a:gd name="connsiteX1482" fmla="*/ 3228317 w 6514506"/>
              <a:gd name="connsiteY1482" fmla="*/ 2344673 h 3658174"/>
              <a:gd name="connsiteX1483" fmla="*/ 3226793 w 6514506"/>
              <a:gd name="connsiteY1483" fmla="*/ 2347626 h 3658174"/>
              <a:gd name="connsiteX1484" fmla="*/ 3225269 w 6514506"/>
              <a:gd name="connsiteY1484" fmla="*/ 2343435 h 3658174"/>
              <a:gd name="connsiteX1485" fmla="*/ 3227258 w 6514506"/>
              <a:gd name="connsiteY1485" fmla="*/ 2342161 h 3658174"/>
              <a:gd name="connsiteX1486" fmla="*/ 3270893 w 6514506"/>
              <a:gd name="connsiteY1486" fmla="*/ 2336863 h 3658174"/>
              <a:gd name="connsiteX1487" fmla="*/ 3279275 w 6514506"/>
              <a:gd name="connsiteY1487" fmla="*/ 2336863 h 3658174"/>
              <a:gd name="connsiteX1488" fmla="*/ 3283847 w 6514506"/>
              <a:gd name="connsiteY1488" fmla="*/ 2339815 h 3658174"/>
              <a:gd name="connsiteX1489" fmla="*/ 3278132 w 6514506"/>
              <a:gd name="connsiteY1489" fmla="*/ 2339815 h 3658174"/>
              <a:gd name="connsiteX1490" fmla="*/ 3272417 w 6514506"/>
              <a:gd name="connsiteY1490" fmla="*/ 2339244 h 3658174"/>
              <a:gd name="connsiteX1491" fmla="*/ 3270893 w 6514506"/>
              <a:gd name="connsiteY1491" fmla="*/ 2336863 h 3658174"/>
              <a:gd name="connsiteX1492" fmla="*/ 2563662 w 6514506"/>
              <a:gd name="connsiteY1492" fmla="*/ 2332100 h 3658174"/>
              <a:gd name="connsiteX1493" fmla="*/ 2567187 w 6514506"/>
              <a:gd name="connsiteY1493" fmla="*/ 2333338 h 3658174"/>
              <a:gd name="connsiteX1494" fmla="*/ 2574711 w 6514506"/>
              <a:gd name="connsiteY1494" fmla="*/ 2336005 h 3658174"/>
              <a:gd name="connsiteX1495" fmla="*/ 2573473 w 6514506"/>
              <a:gd name="connsiteY1495" fmla="*/ 2339625 h 3658174"/>
              <a:gd name="connsiteX1496" fmla="*/ 2562424 w 6514506"/>
              <a:gd name="connsiteY1496" fmla="*/ 2344673 h 3658174"/>
              <a:gd name="connsiteX1497" fmla="*/ 2551947 w 6514506"/>
              <a:gd name="connsiteY1497" fmla="*/ 2345530 h 3658174"/>
              <a:gd name="connsiteX1498" fmla="*/ 2553185 w 6514506"/>
              <a:gd name="connsiteY1498" fmla="*/ 2336863 h 3658174"/>
              <a:gd name="connsiteX1499" fmla="*/ 2563662 w 6514506"/>
              <a:gd name="connsiteY1499" fmla="*/ 2332100 h 3658174"/>
              <a:gd name="connsiteX1500" fmla="*/ 2674819 w 6514506"/>
              <a:gd name="connsiteY1500" fmla="*/ 2331148 h 3658174"/>
              <a:gd name="connsiteX1501" fmla="*/ 2675105 w 6514506"/>
              <a:gd name="connsiteY1501" fmla="*/ 2333244 h 3658174"/>
              <a:gd name="connsiteX1502" fmla="*/ 2672438 w 6514506"/>
              <a:gd name="connsiteY1502" fmla="*/ 2335053 h 3658174"/>
              <a:gd name="connsiteX1503" fmla="*/ 2674819 w 6514506"/>
              <a:gd name="connsiteY1503" fmla="*/ 2331148 h 3658174"/>
              <a:gd name="connsiteX1504" fmla="*/ 3369477 w 6514506"/>
              <a:gd name="connsiteY1504" fmla="*/ 2328100 h 3658174"/>
              <a:gd name="connsiteX1505" fmla="*/ 3371858 w 6514506"/>
              <a:gd name="connsiteY1505" fmla="*/ 2329339 h 3658174"/>
              <a:gd name="connsiteX1506" fmla="*/ 3368620 w 6514506"/>
              <a:gd name="connsiteY1506" fmla="*/ 2331434 h 3658174"/>
              <a:gd name="connsiteX1507" fmla="*/ 3369477 w 6514506"/>
              <a:gd name="connsiteY1507" fmla="*/ 2328100 h 3658174"/>
              <a:gd name="connsiteX1508" fmla="*/ 2701299 w 6514506"/>
              <a:gd name="connsiteY1508" fmla="*/ 2327528 h 3658174"/>
              <a:gd name="connsiteX1509" fmla="*/ 2702537 w 6514506"/>
              <a:gd name="connsiteY1509" fmla="*/ 2328481 h 3658174"/>
              <a:gd name="connsiteX1510" fmla="*/ 2698251 w 6514506"/>
              <a:gd name="connsiteY1510" fmla="*/ 2331434 h 3658174"/>
              <a:gd name="connsiteX1511" fmla="*/ 2698822 w 6514506"/>
              <a:gd name="connsiteY1511" fmla="*/ 2328481 h 3658174"/>
              <a:gd name="connsiteX1512" fmla="*/ 2701299 w 6514506"/>
              <a:gd name="connsiteY1512" fmla="*/ 2327528 h 3658174"/>
              <a:gd name="connsiteX1513" fmla="*/ 2757020 w 6514506"/>
              <a:gd name="connsiteY1513" fmla="*/ 2326671 h 3658174"/>
              <a:gd name="connsiteX1514" fmla="*/ 2756975 w 6514506"/>
              <a:gd name="connsiteY1514" fmla="*/ 2326787 h 3658174"/>
              <a:gd name="connsiteX1515" fmla="*/ 2757115 w 6514506"/>
              <a:gd name="connsiteY1515" fmla="*/ 2326766 h 3658174"/>
              <a:gd name="connsiteX1516" fmla="*/ 2759211 w 6514506"/>
              <a:gd name="connsiteY1516" fmla="*/ 2328195 h 3658174"/>
              <a:gd name="connsiteX1517" fmla="*/ 2752585 w 6514506"/>
              <a:gd name="connsiteY1517" fmla="*/ 2332981 h 3658174"/>
              <a:gd name="connsiteX1518" fmla="*/ 2751648 w 6514506"/>
              <a:gd name="connsiteY1518" fmla="*/ 2333755 h 3658174"/>
              <a:gd name="connsiteX1519" fmla="*/ 2742828 w 6514506"/>
              <a:gd name="connsiteY1519" fmla="*/ 2341339 h 3658174"/>
              <a:gd name="connsiteX1520" fmla="*/ 2741516 w 6514506"/>
              <a:gd name="connsiteY1520" fmla="*/ 2341780 h 3658174"/>
              <a:gd name="connsiteX1521" fmla="*/ 2741470 w 6514506"/>
              <a:gd name="connsiteY1521" fmla="*/ 2341816 h 3658174"/>
              <a:gd name="connsiteX1522" fmla="*/ 2732445 w 6514506"/>
              <a:gd name="connsiteY1522" fmla="*/ 2345340 h 3658174"/>
              <a:gd name="connsiteX1523" fmla="*/ 2728408 w 6514506"/>
              <a:gd name="connsiteY1523" fmla="*/ 2346890 h 3658174"/>
              <a:gd name="connsiteX1524" fmla="*/ 2724456 w 6514506"/>
              <a:gd name="connsiteY1524" fmla="*/ 2349470 h 3658174"/>
              <a:gd name="connsiteX1525" fmla="*/ 2718920 w 6514506"/>
              <a:gd name="connsiteY1525" fmla="*/ 2356389 h 3658174"/>
              <a:gd name="connsiteX1526" fmla="*/ 2701870 w 6514506"/>
              <a:gd name="connsiteY1526" fmla="*/ 2369248 h 3658174"/>
              <a:gd name="connsiteX1527" fmla="*/ 2690154 w 6514506"/>
              <a:gd name="connsiteY1527" fmla="*/ 2372581 h 3658174"/>
              <a:gd name="connsiteX1528" fmla="*/ 2689297 w 6514506"/>
              <a:gd name="connsiteY1528" fmla="*/ 2368962 h 3658174"/>
              <a:gd name="connsiteX1529" fmla="*/ 2689583 w 6514506"/>
              <a:gd name="connsiteY1529" fmla="*/ 2365342 h 3658174"/>
              <a:gd name="connsiteX1530" fmla="*/ 2686630 w 6514506"/>
              <a:gd name="connsiteY1530" fmla="*/ 2363818 h 3658174"/>
              <a:gd name="connsiteX1531" fmla="*/ 2693488 w 6514506"/>
              <a:gd name="connsiteY1531" fmla="*/ 2355722 h 3658174"/>
              <a:gd name="connsiteX1532" fmla="*/ 2696657 w 6514506"/>
              <a:gd name="connsiteY1532" fmla="*/ 2352867 h 3658174"/>
              <a:gd name="connsiteX1533" fmla="*/ 2694631 w 6514506"/>
              <a:gd name="connsiteY1533" fmla="*/ 2352675 h 3658174"/>
              <a:gd name="connsiteX1534" fmla="*/ 2701394 w 6514506"/>
              <a:gd name="connsiteY1534" fmla="*/ 2348579 h 3658174"/>
              <a:gd name="connsiteX1535" fmla="*/ 2701443 w 6514506"/>
              <a:gd name="connsiteY1535" fmla="*/ 2348555 h 3658174"/>
              <a:gd name="connsiteX1536" fmla="*/ 2703108 w 6514506"/>
              <a:gd name="connsiteY1536" fmla="*/ 2347054 h 3658174"/>
              <a:gd name="connsiteX1537" fmla="*/ 2714538 w 6514506"/>
              <a:gd name="connsiteY1537" fmla="*/ 2340196 h 3658174"/>
              <a:gd name="connsiteX1538" fmla="*/ 2716219 w 6514506"/>
              <a:gd name="connsiteY1538" fmla="*/ 2338976 h 3658174"/>
              <a:gd name="connsiteX1539" fmla="*/ 2717777 w 6514506"/>
              <a:gd name="connsiteY1539" fmla="*/ 2336958 h 3658174"/>
              <a:gd name="connsiteX1540" fmla="*/ 2723971 w 6514506"/>
              <a:gd name="connsiteY1540" fmla="*/ 2333351 h 3658174"/>
              <a:gd name="connsiteX1541" fmla="*/ 2725301 w 6514506"/>
              <a:gd name="connsiteY1541" fmla="*/ 2332386 h 3658174"/>
              <a:gd name="connsiteX1542" fmla="*/ 2730064 w 6514506"/>
              <a:gd name="connsiteY1542" fmla="*/ 2330862 h 3658174"/>
              <a:gd name="connsiteX1543" fmla="*/ 2731118 w 6514506"/>
              <a:gd name="connsiteY1543" fmla="*/ 2330528 h 3658174"/>
              <a:gd name="connsiteX1544" fmla="*/ 2732826 w 6514506"/>
              <a:gd name="connsiteY1544" fmla="*/ 2329433 h 3658174"/>
              <a:gd name="connsiteX1545" fmla="*/ 2734218 w 6514506"/>
              <a:gd name="connsiteY1545" fmla="*/ 2329547 h 3658174"/>
              <a:gd name="connsiteX1546" fmla="*/ 2735779 w 6514506"/>
              <a:gd name="connsiteY1546" fmla="*/ 2329052 h 3658174"/>
              <a:gd name="connsiteX1547" fmla="*/ 2740933 w 6514506"/>
              <a:gd name="connsiteY1547" fmla="*/ 2329258 h 3658174"/>
              <a:gd name="connsiteX1548" fmla="*/ 2746924 w 6514506"/>
              <a:gd name="connsiteY1548" fmla="*/ 2328290 h 3658174"/>
              <a:gd name="connsiteX1549" fmla="*/ 2754266 w 6514506"/>
              <a:gd name="connsiteY1549" fmla="*/ 2327192 h 3658174"/>
              <a:gd name="connsiteX1550" fmla="*/ 2677010 w 6514506"/>
              <a:gd name="connsiteY1550" fmla="*/ 2326385 h 3658174"/>
              <a:gd name="connsiteX1551" fmla="*/ 2677581 w 6514506"/>
              <a:gd name="connsiteY1551" fmla="*/ 2328481 h 3658174"/>
              <a:gd name="connsiteX1552" fmla="*/ 2674628 w 6514506"/>
              <a:gd name="connsiteY1552" fmla="*/ 2328195 h 3658174"/>
              <a:gd name="connsiteX1553" fmla="*/ 2677010 w 6514506"/>
              <a:gd name="connsiteY1553" fmla="*/ 2326385 h 3658174"/>
              <a:gd name="connsiteX1554" fmla="*/ 2691964 w 6514506"/>
              <a:gd name="connsiteY1554" fmla="*/ 2325814 h 3658174"/>
              <a:gd name="connsiteX1555" fmla="*/ 2692536 w 6514506"/>
              <a:gd name="connsiteY1555" fmla="*/ 2327909 h 3658174"/>
              <a:gd name="connsiteX1556" fmla="*/ 2687773 w 6514506"/>
              <a:gd name="connsiteY1556" fmla="*/ 2331815 h 3658174"/>
              <a:gd name="connsiteX1557" fmla="*/ 2682058 w 6514506"/>
              <a:gd name="connsiteY1557" fmla="*/ 2333910 h 3658174"/>
              <a:gd name="connsiteX1558" fmla="*/ 2681487 w 6514506"/>
              <a:gd name="connsiteY1558" fmla="*/ 2328195 h 3658174"/>
              <a:gd name="connsiteX1559" fmla="*/ 2687488 w 6514506"/>
              <a:gd name="connsiteY1559" fmla="*/ 2326671 h 3658174"/>
              <a:gd name="connsiteX1560" fmla="*/ 2691964 w 6514506"/>
              <a:gd name="connsiteY1560" fmla="*/ 2325814 h 3658174"/>
              <a:gd name="connsiteX1561" fmla="*/ 2547470 w 6514506"/>
              <a:gd name="connsiteY1561" fmla="*/ 2325814 h 3658174"/>
              <a:gd name="connsiteX1562" fmla="*/ 2549756 w 6514506"/>
              <a:gd name="connsiteY1562" fmla="*/ 2327910 h 3658174"/>
              <a:gd name="connsiteX1563" fmla="*/ 2550041 w 6514506"/>
              <a:gd name="connsiteY1563" fmla="*/ 2335053 h 3658174"/>
              <a:gd name="connsiteX1564" fmla="*/ 2543755 w 6514506"/>
              <a:gd name="connsiteY1564" fmla="*/ 2340768 h 3658174"/>
              <a:gd name="connsiteX1565" fmla="*/ 2534801 w 6514506"/>
              <a:gd name="connsiteY1565" fmla="*/ 2341340 h 3658174"/>
              <a:gd name="connsiteX1566" fmla="*/ 2538135 w 6514506"/>
              <a:gd name="connsiteY1566" fmla="*/ 2332386 h 3658174"/>
              <a:gd name="connsiteX1567" fmla="*/ 2547470 w 6514506"/>
              <a:gd name="connsiteY1567" fmla="*/ 2325814 h 3658174"/>
              <a:gd name="connsiteX1568" fmla="*/ 3083632 w 6514506"/>
              <a:gd name="connsiteY1568" fmla="*/ 2324005 h 3658174"/>
              <a:gd name="connsiteX1569" fmla="*/ 3092014 w 6514506"/>
              <a:gd name="connsiteY1569" fmla="*/ 2330863 h 3658174"/>
              <a:gd name="connsiteX1570" fmla="*/ 3090204 w 6514506"/>
              <a:gd name="connsiteY1570" fmla="*/ 2331434 h 3658174"/>
              <a:gd name="connsiteX1571" fmla="*/ 3083346 w 6514506"/>
              <a:gd name="connsiteY1571" fmla="*/ 2326100 h 3658174"/>
              <a:gd name="connsiteX1572" fmla="*/ 3083632 w 6514506"/>
              <a:gd name="connsiteY1572" fmla="*/ 2324005 h 3658174"/>
              <a:gd name="connsiteX1573" fmla="*/ 2571592 w 6514506"/>
              <a:gd name="connsiteY1573" fmla="*/ 2323266 h 3658174"/>
              <a:gd name="connsiteX1574" fmla="*/ 2576235 w 6514506"/>
              <a:gd name="connsiteY1574" fmla="*/ 2324576 h 3658174"/>
              <a:gd name="connsiteX1575" fmla="*/ 2581283 w 6514506"/>
              <a:gd name="connsiteY1575" fmla="*/ 2327433 h 3658174"/>
              <a:gd name="connsiteX1576" fmla="*/ 2585474 w 6514506"/>
              <a:gd name="connsiteY1576" fmla="*/ 2328671 h 3658174"/>
              <a:gd name="connsiteX1577" fmla="*/ 2588141 w 6514506"/>
              <a:gd name="connsiteY1577" fmla="*/ 2330481 h 3658174"/>
              <a:gd name="connsiteX1578" fmla="*/ 2592332 w 6514506"/>
              <a:gd name="connsiteY1578" fmla="*/ 2327147 h 3658174"/>
              <a:gd name="connsiteX1579" fmla="*/ 2595952 w 6514506"/>
              <a:gd name="connsiteY1579" fmla="*/ 2332577 h 3658174"/>
              <a:gd name="connsiteX1580" fmla="*/ 2595666 w 6514506"/>
              <a:gd name="connsiteY1580" fmla="*/ 2336482 h 3658174"/>
              <a:gd name="connsiteX1581" fmla="*/ 2592999 w 6514506"/>
              <a:gd name="connsiteY1581" fmla="*/ 2338577 h 3658174"/>
              <a:gd name="connsiteX1582" fmla="*/ 2587284 w 6514506"/>
              <a:gd name="connsiteY1582" fmla="*/ 2340101 h 3658174"/>
              <a:gd name="connsiteX1583" fmla="*/ 2580426 w 6514506"/>
              <a:gd name="connsiteY1583" fmla="*/ 2338292 h 3658174"/>
              <a:gd name="connsiteX1584" fmla="*/ 2570806 w 6514506"/>
              <a:gd name="connsiteY1584" fmla="*/ 2327528 h 3658174"/>
              <a:gd name="connsiteX1585" fmla="*/ 2571592 w 6514506"/>
              <a:gd name="connsiteY1585" fmla="*/ 2323266 h 3658174"/>
              <a:gd name="connsiteX1586" fmla="*/ 3240319 w 6514506"/>
              <a:gd name="connsiteY1586" fmla="*/ 2323147 h 3658174"/>
              <a:gd name="connsiteX1587" fmla="*/ 3244224 w 6514506"/>
              <a:gd name="connsiteY1587" fmla="*/ 2324004 h 3658174"/>
              <a:gd name="connsiteX1588" fmla="*/ 3245748 w 6514506"/>
              <a:gd name="connsiteY1588" fmla="*/ 2329719 h 3658174"/>
              <a:gd name="connsiteX1589" fmla="*/ 3244224 w 6514506"/>
              <a:gd name="connsiteY1589" fmla="*/ 2331243 h 3658174"/>
              <a:gd name="connsiteX1590" fmla="*/ 3243557 w 6514506"/>
              <a:gd name="connsiteY1590" fmla="*/ 2328195 h 3658174"/>
              <a:gd name="connsiteX1591" fmla="*/ 3240319 w 6514506"/>
              <a:gd name="connsiteY1591" fmla="*/ 2323147 h 3658174"/>
              <a:gd name="connsiteX1592" fmla="*/ 3435104 w 6514506"/>
              <a:gd name="connsiteY1592" fmla="*/ 2323052 h 3658174"/>
              <a:gd name="connsiteX1593" fmla="*/ 3441105 w 6514506"/>
              <a:gd name="connsiteY1593" fmla="*/ 2324576 h 3658174"/>
              <a:gd name="connsiteX1594" fmla="*/ 3444439 w 6514506"/>
              <a:gd name="connsiteY1594" fmla="*/ 2331434 h 3658174"/>
              <a:gd name="connsiteX1595" fmla="*/ 3446248 w 6514506"/>
              <a:gd name="connsiteY1595" fmla="*/ 2340102 h 3658174"/>
              <a:gd name="connsiteX1596" fmla="*/ 3450439 w 6514506"/>
              <a:gd name="connsiteY1596" fmla="*/ 2350008 h 3658174"/>
              <a:gd name="connsiteX1597" fmla="*/ 3448058 w 6514506"/>
              <a:gd name="connsiteY1597" fmla="*/ 2350865 h 3658174"/>
              <a:gd name="connsiteX1598" fmla="*/ 3444439 w 6514506"/>
              <a:gd name="connsiteY1598" fmla="*/ 2346103 h 3658174"/>
              <a:gd name="connsiteX1599" fmla="*/ 3440819 w 6514506"/>
              <a:gd name="connsiteY1599" fmla="*/ 2339530 h 3658174"/>
              <a:gd name="connsiteX1600" fmla="*/ 3439295 w 6514506"/>
              <a:gd name="connsiteY1600" fmla="*/ 2333244 h 3658174"/>
              <a:gd name="connsiteX1601" fmla="*/ 3437486 w 6514506"/>
              <a:gd name="connsiteY1601" fmla="*/ 2328100 h 3658174"/>
              <a:gd name="connsiteX1602" fmla="*/ 3435676 w 6514506"/>
              <a:gd name="connsiteY1602" fmla="*/ 2325148 h 3658174"/>
              <a:gd name="connsiteX1603" fmla="*/ 3435104 w 6514506"/>
              <a:gd name="connsiteY1603" fmla="*/ 2323052 h 3658174"/>
              <a:gd name="connsiteX1604" fmla="*/ 2991335 w 6514506"/>
              <a:gd name="connsiteY1604" fmla="*/ 2323052 h 3658174"/>
              <a:gd name="connsiteX1605" fmla="*/ 2989811 w 6514506"/>
              <a:gd name="connsiteY1605" fmla="*/ 2326386 h 3658174"/>
              <a:gd name="connsiteX1606" fmla="*/ 2986858 w 6514506"/>
              <a:gd name="connsiteY1606" fmla="*/ 2324290 h 3658174"/>
              <a:gd name="connsiteX1607" fmla="*/ 2991335 w 6514506"/>
              <a:gd name="connsiteY1607" fmla="*/ 2323052 h 3658174"/>
              <a:gd name="connsiteX1608" fmla="*/ 2709776 w 6514506"/>
              <a:gd name="connsiteY1608" fmla="*/ 2323028 h 3658174"/>
              <a:gd name="connsiteX1609" fmla="*/ 2716443 w 6514506"/>
              <a:gd name="connsiteY1609" fmla="*/ 2323051 h 3658174"/>
              <a:gd name="connsiteX1610" fmla="*/ 2716157 w 6514506"/>
              <a:gd name="connsiteY1610" fmla="*/ 2327242 h 3658174"/>
              <a:gd name="connsiteX1611" fmla="*/ 2708632 w 6514506"/>
              <a:gd name="connsiteY1611" fmla="*/ 2329433 h 3658174"/>
              <a:gd name="connsiteX1612" fmla="*/ 2706251 w 6514506"/>
              <a:gd name="connsiteY1612" fmla="*/ 2324575 h 3658174"/>
              <a:gd name="connsiteX1613" fmla="*/ 2709776 w 6514506"/>
              <a:gd name="connsiteY1613" fmla="*/ 2323028 h 3658174"/>
              <a:gd name="connsiteX1614" fmla="*/ 2520514 w 6514506"/>
              <a:gd name="connsiteY1614" fmla="*/ 2322575 h 3658174"/>
              <a:gd name="connsiteX1615" fmla="*/ 2528039 w 6514506"/>
              <a:gd name="connsiteY1615" fmla="*/ 2327338 h 3658174"/>
              <a:gd name="connsiteX1616" fmla="*/ 2524705 w 6514506"/>
              <a:gd name="connsiteY1616" fmla="*/ 2334482 h 3658174"/>
              <a:gd name="connsiteX1617" fmla="*/ 2516609 w 6514506"/>
              <a:gd name="connsiteY1617" fmla="*/ 2334767 h 3658174"/>
              <a:gd name="connsiteX1618" fmla="*/ 2508799 w 6514506"/>
              <a:gd name="connsiteY1618" fmla="*/ 2328481 h 3658174"/>
              <a:gd name="connsiteX1619" fmla="*/ 2510608 w 6514506"/>
              <a:gd name="connsiteY1619" fmla="*/ 2324004 h 3658174"/>
              <a:gd name="connsiteX1620" fmla="*/ 2520514 w 6514506"/>
              <a:gd name="connsiteY1620" fmla="*/ 2322575 h 3658174"/>
              <a:gd name="connsiteX1621" fmla="*/ 2668913 w 6514506"/>
              <a:gd name="connsiteY1621" fmla="*/ 2322481 h 3658174"/>
              <a:gd name="connsiteX1622" fmla="*/ 2671294 w 6514506"/>
              <a:gd name="connsiteY1622" fmla="*/ 2327624 h 3658174"/>
              <a:gd name="connsiteX1623" fmla="*/ 2670437 w 6514506"/>
              <a:gd name="connsiteY1623" fmla="*/ 2330767 h 3658174"/>
              <a:gd name="connsiteX1624" fmla="*/ 2664722 w 6514506"/>
              <a:gd name="connsiteY1624" fmla="*/ 2335816 h 3658174"/>
              <a:gd name="connsiteX1625" fmla="*/ 2648815 w 6514506"/>
              <a:gd name="connsiteY1625" fmla="*/ 2339149 h 3658174"/>
              <a:gd name="connsiteX1626" fmla="*/ 2641290 w 6514506"/>
              <a:gd name="connsiteY1626" fmla="*/ 2339435 h 3658174"/>
              <a:gd name="connsiteX1627" fmla="*/ 2631670 w 6514506"/>
              <a:gd name="connsiteY1627" fmla="*/ 2339435 h 3658174"/>
              <a:gd name="connsiteX1628" fmla="*/ 2625670 w 6514506"/>
              <a:gd name="connsiteY1628" fmla="*/ 2339149 h 3658174"/>
              <a:gd name="connsiteX1629" fmla="*/ 2615764 w 6514506"/>
              <a:gd name="connsiteY1629" fmla="*/ 2340674 h 3658174"/>
              <a:gd name="connsiteX1630" fmla="*/ 2611001 w 6514506"/>
              <a:gd name="connsiteY1630" fmla="*/ 2335625 h 3658174"/>
              <a:gd name="connsiteX1631" fmla="*/ 2614335 w 6514506"/>
              <a:gd name="connsiteY1631" fmla="*/ 2332006 h 3658174"/>
              <a:gd name="connsiteX1632" fmla="*/ 2620050 w 6514506"/>
              <a:gd name="connsiteY1632" fmla="*/ 2332006 h 3658174"/>
              <a:gd name="connsiteX1633" fmla="*/ 2634718 w 6514506"/>
              <a:gd name="connsiteY1633" fmla="*/ 2329910 h 3658174"/>
              <a:gd name="connsiteX1634" fmla="*/ 2641290 w 6514506"/>
              <a:gd name="connsiteY1634" fmla="*/ 2331149 h 3658174"/>
              <a:gd name="connsiteX1635" fmla="*/ 2644624 w 6514506"/>
              <a:gd name="connsiteY1635" fmla="*/ 2332958 h 3658174"/>
              <a:gd name="connsiteX1636" fmla="*/ 2652149 w 6514506"/>
              <a:gd name="connsiteY1636" fmla="*/ 2331149 h 3658174"/>
              <a:gd name="connsiteX1637" fmla="*/ 2656340 w 6514506"/>
              <a:gd name="connsiteY1637" fmla="*/ 2332006 h 3658174"/>
              <a:gd name="connsiteX1638" fmla="*/ 2663484 w 6514506"/>
              <a:gd name="connsiteY1638" fmla="*/ 2331720 h 3658174"/>
              <a:gd name="connsiteX1639" fmla="*/ 2667675 w 6514506"/>
              <a:gd name="connsiteY1639" fmla="*/ 2325148 h 3658174"/>
              <a:gd name="connsiteX1640" fmla="*/ 2668913 w 6514506"/>
              <a:gd name="connsiteY1640" fmla="*/ 2322481 h 3658174"/>
              <a:gd name="connsiteX1641" fmla="*/ 2834839 w 6514506"/>
              <a:gd name="connsiteY1641" fmla="*/ 2318003 h 3658174"/>
              <a:gd name="connsiteX1642" fmla="*/ 2835124 w 6514506"/>
              <a:gd name="connsiteY1642" fmla="*/ 2320385 h 3658174"/>
              <a:gd name="connsiteX1643" fmla="*/ 2832743 w 6514506"/>
              <a:gd name="connsiteY1643" fmla="*/ 2322766 h 3658174"/>
              <a:gd name="connsiteX1644" fmla="*/ 2830933 w 6514506"/>
              <a:gd name="connsiteY1644" fmla="*/ 2321909 h 3658174"/>
              <a:gd name="connsiteX1645" fmla="*/ 2834839 w 6514506"/>
              <a:gd name="connsiteY1645" fmla="*/ 2318003 h 3658174"/>
              <a:gd name="connsiteX1646" fmla="*/ 3371858 w 6514506"/>
              <a:gd name="connsiteY1646" fmla="*/ 2316861 h 3658174"/>
              <a:gd name="connsiteX1647" fmla="*/ 3377859 w 6514506"/>
              <a:gd name="connsiteY1647" fmla="*/ 2319528 h 3658174"/>
              <a:gd name="connsiteX1648" fmla="*/ 3379954 w 6514506"/>
              <a:gd name="connsiteY1648" fmla="*/ 2324385 h 3658174"/>
              <a:gd name="connsiteX1649" fmla="*/ 3377859 w 6514506"/>
              <a:gd name="connsiteY1649" fmla="*/ 2328576 h 3658174"/>
              <a:gd name="connsiteX1650" fmla="*/ 3373382 w 6514506"/>
              <a:gd name="connsiteY1650" fmla="*/ 2322290 h 3658174"/>
              <a:gd name="connsiteX1651" fmla="*/ 3371858 w 6514506"/>
              <a:gd name="connsiteY1651" fmla="*/ 2316861 h 3658174"/>
              <a:gd name="connsiteX1652" fmla="*/ 3367096 w 6514506"/>
              <a:gd name="connsiteY1652" fmla="*/ 2313812 h 3658174"/>
              <a:gd name="connsiteX1653" fmla="*/ 3369192 w 6514506"/>
              <a:gd name="connsiteY1653" fmla="*/ 2316194 h 3658174"/>
              <a:gd name="connsiteX1654" fmla="*/ 3367096 w 6514506"/>
              <a:gd name="connsiteY1654" fmla="*/ 2313812 h 3658174"/>
              <a:gd name="connsiteX1655" fmla="*/ 2748924 w 6514506"/>
              <a:gd name="connsiteY1655" fmla="*/ 2311146 h 3658174"/>
              <a:gd name="connsiteX1656" fmla="*/ 2749210 w 6514506"/>
              <a:gd name="connsiteY1656" fmla="*/ 2314099 h 3658174"/>
              <a:gd name="connsiteX1657" fmla="*/ 2745304 w 6514506"/>
              <a:gd name="connsiteY1657" fmla="*/ 2316575 h 3658174"/>
              <a:gd name="connsiteX1658" fmla="*/ 2741685 w 6514506"/>
              <a:gd name="connsiteY1658" fmla="*/ 2318099 h 3658174"/>
              <a:gd name="connsiteX1659" fmla="*/ 2735398 w 6514506"/>
              <a:gd name="connsiteY1659" fmla="*/ 2316861 h 3658174"/>
              <a:gd name="connsiteX1660" fmla="*/ 2732064 w 6514506"/>
              <a:gd name="connsiteY1660" fmla="*/ 2315623 h 3658174"/>
              <a:gd name="connsiteX1661" fmla="*/ 2737208 w 6514506"/>
              <a:gd name="connsiteY1661" fmla="*/ 2312289 h 3658174"/>
              <a:gd name="connsiteX1662" fmla="*/ 2743209 w 6514506"/>
              <a:gd name="connsiteY1662" fmla="*/ 2311717 h 3658174"/>
              <a:gd name="connsiteX1663" fmla="*/ 2748924 w 6514506"/>
              <a:gd name="connsiteY1663" fmla="*/ 2311146 h 3658174"/>
              <a:gd name="connsiteX1664" fmla="*/ 3361096 w 6514506"/>
              <a:gd name="connsiteY1664" fmla="*/ 2309050 h 3658174"/>
              <a:gd name="connsiteX1665" fmla="*/ 3362048 w 6514506"/>
              <a:gd name="connsiteY1665" fmla="*/ 2312574 h 3658174"/>
              <a:gd name="connsiteX1666" fmla="*/ 3358429 w 6514506"/>
              <a:gd name="connsiteY1666" fmla="*/ 2310574 h 3658174"/>
              <a:gd name="connsiteX1667" fmla="*/ 3361096 w 6514506"/>
              <a:gd name="connsiteY1667" fmla="*/ 2309050 h 3658174"/>
              <a:gd name="connsiteX1668" fmla="*/ 3397767 w 6514506"/>
              <a:gd name="connsiteY1668" fmla="*/ 2304085 h 3658174"/>
              <a:gd name="connsiteX1669" fmla="*/ 3402148 w 6514506"/>
              <a:gd name="connsiteY1669" fmla="*/ 2306288 h 3658174"/>
              <a:gd name="connsiteX1670" fmla="*/ 3406339 w 6514506"/>
              <a:gd name="connsiteY1670" fmla="*/ 2310860 h 3658174"/>
              <a:gd name="connsiteX1671" fmla="*/ 3415293 w 6514506"/>
              <a:gd name="connsiteY1671" fmla="*/ 2317146 h 3658174"/>
              <a:gd name="connsiteX1672" fmla="*/ 3421294 w 6514506"/>
              <a:gd name="connsiteY1672" fmla="*/ 2321337 h 3658174"/>
              <a:gd name="connsiteX1673" fmla="*/ 3422818 w 6514506"/>
              <a:gd name="connsiteY1673" fmla="*/ 2324004 h 3658174"/>
              <a:gd name="connsiteX1674" fmla="*/ 3422246 w 6514506"/>
              <a:gd name="connsiteY1674" fmla="*/ 2326671 h 3658174"/>
              <a:gd name="connsiteX1675" fmla="*/ 3418627 w 6514506"/>
              <a:gd name="connsiteY1675" fmla="*/ 2326100 h 3658174"/>
              <a:gd name="connsiteX1676" fmla="*/ 3408721 w 6514506"/>
              <a:gd name="connsiteY1676" fmla="*/ 2318575 h 3658174"/>
              <a:gd name="connsiteX1677" fmla="*/ 3397672 w 6514506"/>
              <a:gd name="connsiteY1677" fmla="*/ 2307526 h 3658174"/>
              <a:gd name="connsiteX1678" fmla="*/ 3397767 w 6514506"/>
              <a:gd name="connsiteY1678" fmla="*/ 2304085 h 3658174"/>
              <a:gd name="connsiteX1679" fmla="*/ 2988573 w 6514506"/>
              <a:gd name="connsiteY1679" fmla="*/ 2302669 h 3658174"/>
              <a:gd name="connsiteX1680" fmla="*/ 2993716 w 6514506"/>
              <a:gd name="connsiteY1680" fmla="*/ 2308384 h 3658174"/>
              <a:gd name="connsiteX1681" fmla="*/ 2990478 w 6514506"/>
              <a:gd name="connsiteY1681" fmla="*/ 2318004 h 3658174"/>
              <a:gd name="connsiteX1682" fmla="*/ 2984763 w 6514506"/>
              <a:gd name="connsiteY1682" fmla="*/ 2321338 h 3658174"/>
              <a:gd name="connsiteX1683" fmla="*/ 2980000 w 6514506"/>
              <a:gd name="connsiteY1683" fmla="*/ 2323719 h 3658174"/>
              <a:gd name="connsiteX1684" fmla="*/ 2970380 w 6514506"/>
              <a:gd name="connsiteY1684" fmla="*/ 2324576 h 3658174"/>
              <a:gd name="connsiteX1685" fmla="*/ 2967999 w 6514506"/>
              <a:gd name="connsiteY1685" fmla="*/ 2321909 h 3658174"/>
              <a:gd name="connsiteX1686" fmla="*/ 2970952 w 6514506"/>
              <a:gd name="connsiteY1686" fmla="*/ 2316480 h 3658174"/>
              <a:gd name="connsiteX1687" fmla="*/ 2975428 w 6514506"/>
              <a:gd name="connsiteY1687" fmla="*/ 2307145 h 3658174"/>
              <a:gd name="connsiteX1688" fmla="*/ 2988573 w 6514506"/>
              <a:gd name="connsiteY1688" fmla="*/ 2302669 h 3658174"/>
              <a:gd name="connsiteX1689" fmla="*/ 2845984 w 6514506"/>
              <a:gd name="connsiteY1689" fmla="*/ 2299429 h 3658174"/>
              <a:gd name="connsiteX1690" fmla="*/ 2848936 w 6514506"/>
              <a:gd name="connsiteY1690" fmla="*/ 2303620 h 3658174"/>
              <a:gd name="connsiteX1691" fmla="*/ 2841507 w 6514506"/>
              <a:gd name="connsiteY1691" fmla="*/ 2313241 h 3658174"/>
              <a:gd name="connsiteX1692" fmla="*/ 2837316 w 6514506"/>
              <a:gd name="connsiteY1692" fmla="*/ 2309335 h 3658174"/>
              <a:gd name="connsiteX1693" fmla="*/ 2845984 w 6514506"/>
              <a:gd name="connsiteY1693" fmla="*/ 2299429 h 3658174"/>
              <a:gd name="connsiteX1694" fmla="*/ 1065618 w 6514506"/>
              <a:gd name="connsiteY1694" fmla="*/ 2298775 h 3658174"/>
              <a:gd name="connsiteX1695" fmla="*/ 1067666 w 6514506"/>
              <a:gd name="connsiteY1695" fmla="*/ 2301335 h 3658174"/>
              <a:gd name="connsiteX1696" fmla="*/ 1069762 w 6514506"/>
              <a:gd name="connsiteY1696" fmla="*/ 2312193 h 3658174"/>
              <a:gd name="connsiteX1697" fmla="*/ 1067666 w 6514506"/>
              <a:gd name="connsiteY1697" fmla="*/ 2316384 h 3658174"/>
              <a:gd name="connsiteX1698" fmla="*/ 1064428 w 6514506"/>
              <a:gd name="connsiteY1698" fmla="*/ 2303716 h 3658174"/>
              <a:gd name="connsiteX1699" fmla="*/ 1065618 w 6514506"/>
              <a:gd name="connsiteY1699" fmla="*/ 2298775 h 3658174"/>
              <a:gd name="connsiteX1700" fmla="*/ 2481271 w 6514506"/>
              <a:gd name="connsiteY1700" fmla="*/ 2294287 h 3658174"/>
              <a:gd name="connsiteX1701" fmla="*/ 2497464 w 6514506"/>
              <a:gd name="connsiteY1701" fmla="*/ 2294572 h 3658174"/>
              <a:gd name="connsiteX1702" fmla="*/ 2494130 w 6514506"/>
              <a:gd name="connsiteY1702" fmla="*/ 2298478 h 3658174"/>
              <a:gd name="connsiteX1703" fmla="*/ 2488129 w 6514506"/>
              <a:gd name="connsiteY1703" fmla="*/ 2301811 h 3658174"/>
              <a:gd name="connsiteX1704" fmla="*/ 2479461 w 6514506"/>
              <a:gd name="connsiteY1704" fmla="*/ 2302383 h 3658174"/>
              <a:gd name="connsiteX1705" fmla="*/ 2473461 w 6514506"/>
              <a:gd name="connsiteY1705" fmla="*/ 2300002 h 3658174"/>
              <a:gd name="connsiteX1706" fmla="*/ 2471079 w 6514506"/>
              <a:gd name="connsiteY1706" fmla="*/ 2296096 h 3658174"/>
              <a:gd name="connsiteX1707" fmla="*/ 2481271 w 6514506"/>
              <a:gd name="connsiteY1707" fmla="*/ 2294287 h 3658174"/>
              <a:gd name="connsiteX1708" fmla="*/ 2522895 w 6514506"/>
              <a:gd name="connsiteY1708" fmla="*/ 2293715 h 3658174"/>
              <a:gd name="connsiteX1709" fmla="*/ 2524991 w 6514506"/>
              <a:gd name="connsiteY1709" fmla="*/ 2294286 h 3658174"/>
              <a:gd name="connsiteX1710" fmla="*/ 2521657 w 6514506"/>
              <a:gd name="connsiteY1710" fmla="*/ 2295810 h 3658174"/>
              <a:gd name="connsiteX1711" fmla="*/ 2522895 w 6514506"/>
              <a:gd name="connsiteY1711" fmla="*/ 2293715 h 3658174"/>
              <a:gd name="connsiteX1712" fmla="*/ 3340711 w 6514506"/>
              <a:gd name="connsiteY1712" fmla="*/ 2292572 h 3658174"/>
              <a:gd name="connsiteX1713" fmla="*/ 3342426 w 6514506"/>
              <a:gd name="connsiteY1713" fmla="*/ 2295524 h 3658174"/>
              <a:gd name="connsiteX1714" fmla="*/ 3339473 w 6514506"/>
              <a:gd name="connsiteY1714" fmla="*/ 2294953 h 3658174"/>
              <a:gd name="connsiteX1715" fmla="*/ 3340711 w 6514506"/>
              <a:gd name="connsiteY1715" fmla="*/ 2292572 h 3658174"/>
              <a:gd name="connsiteX1716" fmla="*/ 3357762 w 6514506"/>
              <a:gd name="connsiteY1716" fmla="*/ 2285619 h 3658174"/>
              <a:gd name="connsiteX1717" fmla="*/ 3364905 w 6514506"/>
              <a:gd name="connsiteY1717" fmla="*/ 2288381 h 3658174"/>
              <a:gd name="connsiteX1718" fmla="*/ 3370906 w 6514506"/>
              <a:gd name="connsiteY1718" fmla="*/ 2295525 h 3658174"/>
              <a:gd name="connsiteX1719" fmla="*/ 3371478 w 6514506"/>
              <a:gd name="connsiteY1719" fmla="*/ 2299430 h 3658174"/>
              <a:gd name="connsiteX1720" fmla="*/ 3360714 w 6514506"/>
              <a:gd name="connsiteY1720" fmla="*/ 2293715 h 3658174"/>
              <a:gd name="connsiteX1721" fmla="*/ 3354142 w 6514506"/>
              <a:gd name="connsiteY1721" fmla="*/ 2286476 h 3658174"/>
              <a:gd name="connsiteX1722" fmla="*/ 3357762 w 6514506"/>
              <a:gd name="connsiteY1722" fmla="*/ 2285619 h 3658174"/>
              <a:gd name="connsiteX1723" fmla="*/ 2897799 w 6514506"/>
              <a:gd name="connsiteY1723" fmla="*/ 2276380 h 3658174"/>
              <a:gd name="connsiteX1724" fmla="*/ 2901705 w 6514506"/>
              <a:gd name="connsiteY1724" fmla="*/ 2277237 h 3658174"/>
              <a:gd name="connsiteX1725" fmla="*/ 2903514 w 6514506"/>
              <a:gd name="connsiteY1725" fmla="*/ 2280857 h 3658174"/>
              <a:gd name="connsiteX1726" fmla="*/ 2901705 w 6514506"/>
              <a:gd name="connsiteY1726" fmla="*/ 2286286 h 3658174"/>
              <a:gd name="connsiteX1727" fmla="*/ 2899895 w 6514506"/>
              <a:gd name="connsiteY1727" fmla="*/ 2282666 h 3658174"/>
              <a:gd name="connsiteX1728" fmla="*/ 2897799 w 6514506"/>
              <a:gd name="connsiteY1728" fmla="*/ 2276380 h 3658174"/>
              <a:gd name="connsiteX1729" fmla="*/ 2905895 w 6514506"/>
              <a:gd name="connsiteY1729" fmla="*/ 2276379 h 3658174"/>
              <a:gd name="connsiteX1730" fmla="*/ 2906467 w 6514506"/>
              <a:gd name="connsiteY1730" fmla="*/ 2281237 h 3658174"/>
              <a:gd name="connsiteX1731" fmla="*/ 2903799 w 6514506"/>
              <a:gd name="connsiteY1731" fmla="*/ 2277618 h 3658174"/>
              <a:gd name="connsiteX1732" fmla="*/ 2905895 w 6514506"/>
              <a:gd name="connsiteY1732" fmla="*/ 2276379 h 3658174"/>
              <a:gd name="connsiteX1733" fmla="*/ 1070416 w 6514506"/>
              <a:gd name="connsiteY1733" fmla="*/ 2276189 h 3658174"/>
              <a:gd name="connsiteX1734" fmla="*/ 1071857 w 6514506"/>
              <a:gd name="connsiteY1734" fmla="*/ 2280190 h 3658174"/>
              <a:gd name="connsiteX1735" fmla="*/ 1069761 w 6514506"/>
              <a:gd name="connsiteY1735" fmla="*/ 2289238 h 3658174"/>
              <a:gd name="connsiteX1736" fmla="*/ 1069190 w 6514506"/>
              <a:gd name="connsiteY1736" fmla="*/ 2279904 h 3658174"/>
              <a:gd name="connsiteX1737" fmla="*/ 1070416 w 6514506"/>
              <a:gd name="connsiteY1737" fmla="*/ 2276189 h 3658174"/>
              <a:gd name="connsiteX1738" fmla="*/ 2336777 w 6514506"/>
              <a:gd name="connsiteY1738" fmla="*/ 2273903 h 3658174"/>
              <a:gd name="connsiteX1739" fmla="*/ 2348207 w 6514506"/>
              <a:gd name="connsiteY1739" fmla="*/ 2274189 h 3658174"/>
              <a:gd name="connsiteX1740" fmla="*/ 2364114 w 6514506"/>
              <a:gd name="connsiteY1740" fmla="*/ 2275427 h 3658174"/>
              <a:gd name="connsiteX1741" fmla="*/ 2371257 w 6514506"/>
              <a:gd name="connsiteY1741" fmla="*/ 2279332 h 3658174"/>
              <a:gd name="connsiteX1742" fmla="*/ 2376687 w 6514506"/>
              <a:gd name="connsiteY1742" fmla="*/ 2283238 h 3658174"/>
              <a:gd name="connsiteX1743" fmla="*/ 2379354 w 6514506"/>
              <a:gd name="connsiteY1743" fmla="*/ 2281714 h 3658174"/>
              <a:gd name="connsiteX1744" fmla="*/ 2381735 w 6514506"/>
              <a:gd name="connsiteY1744" fmla="*/ 2280475 h 3658174"/>
              <a:gd name="connsiteX1745" fmla="*/ 2387164 w 6514506"/>
              <a:gd name="connsiteY1745" fmla="*/ 2287619 h 3658174"/>
              <a:gd name="connsiteX1746" fmla="*/ 2397356 w 6514506"/>
              <a:gd name="connsiteY1746" fmla="*/ 2293334 h 3658174"/>
              <a:gd name="connsiteX1747" fmla="*/ 2408119 w 6514506"/>
              <a:gd name="connsiteY1747" fmla="*/ 2294572 h 3658174"/>
              <a:gd name="connsiteX1748" fmla="*/ 2416787 w 6514506"/>
              <a:gd name="connsiteY1748" fmla="*/ 2293334 h 3658174"/>
              <a:gd name="connsiteX1749" fmla="*/ 2422788 w 6514506"/>
              <a:gd name="connsiteY1749" fmla="*/ 2292477 h 3658174"/>
              <a:gd name="connsiteX1750" fmla="*/ 2426693 w 6514506"/>
              <a:gd name="connsiteY1750" fmla="*/ 2287714 h 3658174"/>
              <a:gd name="connsiteX1751" fmla="*/ 2437742 w 6514506"/>
              <a:gd name="connsiteY1751" fmla="*/ 2286857 h 3658174"/>
              <a:gd name="connsiteX1752" fmla="*/ 2444886 w 6514506"/>
              <a:gd name="connsiteY1752" fmla="*/ 2289524 h 3658174"/>
              <a:gd name="connsiteX1753" fmla="*/ 2451744 w 6514506"/>
              <a:gd name="connsiteY1753" fmla="*/ 2290381 h 3658174"/>
              <a:gd name="connsiteX1754" fmla="*/ 2465269 w 6514506"/>
              <a:gd name="connsiteY1754" fmla="*/ 2295810 h 3658174"/>
              <a:gd name="connsiteX1755" fmla="*/ 2468984 w 6514506"/>
              <a:gd name="connsiteY1755" fmla="*/ 2303621 h 3658174"/>
              <a:gd name="connsiteX1756" fmla="*/ 2469270 w 6514506"/>
              <a:gd name="connsiteY1756" fmla="*/ 2311146 h 3658174"/>
              <a:gd name="connsiteX1757" fmla="*/ 2479176 w 6514506"/>
              <a:gd name="connsiteY1757" fmla="*/ 2313527 h 3658174"/>
              <a:gd name="connsiteX1758" fmla="*/ 2485748 w 6514506"/>
              <a:gd name="connsiteY1758" fmla="*/ 2315337 h 3658174"/>
              <a:gd name="connsiteX1759" fmla="*/ 2495654 w 6514506"/>
              <a:gd name="connsiteY1759" fmla="*/ 2315051 h 3658174"/>
              <a:gd name="connsiteX1760" fmla="*/ 2504608 w 6514506"/>
              <a:gd name="connsiteY1760" fmla="*/ 2322861 h 3658174"/>
              <a:gd name="connsiteX1761" fmla="*/ 2506131 w 6514506"/>
              <a:gd name="connsiteY1761" fmla="*/ 2335149 h 3658174"/>
              <a:gd name="connsiteX1762" fmla="*/ 2504608 w 6514506"/>
              <a:gd name="connsiteY1762" fmla="*/ 2340864 h 3658174"/>
              <a:gd name="connsiteX1763" fmla="*/ 2486605 w 6514506"/>
              <a:gd name="connsiteY1763" fmla="*/ 2331243 h 3658174"/>
              <a:gd name="connsiteX1764" fmla="*/ 2474604 w 6514506"/>
              <a:gd name="connsiteY1764" fmla="*/ 2330005 h 3658174"/>
              <a:gd name="connsiteX1765" fmla="*/ 2468793 w 6514506"/>
              <a:gd name="connsiteY1765" fmla="*/ 2332101 h 3658174"/>
              <a:gd name="connsiteX1766" fmla="*/ 2451934 w 6514506"/>
              <a:gd name="connsiteY1766" fmla="*/ 2329719 h 3658174"/>
              <a:gd name="connsiteX1767" fmla="*/ 2437837 w 6514506"/>
              <a:gd name="connsiteY1767" fmla="*/ 2327624 h 3658174"/>
              <a:gd name="connsiteX1768" fmla="*/ 2428217 w 6514506"/>
              <a:gd name="connsiteY1768" fmla="*/ 2324290 h 3658174"/>
              <a:gd name="connsiteX1769" fmla="*/ 2415072 w 6514506"/>
              <a:gd name="connsiteY1769" fmla="*/ 2319528 h 3658174"/>
              <a:gd name="connsiteX1770" fmla="*/ 2404023 w 6514506"/>
              <a:gd name="connsiteY1770" fmla="*/ 2315908 h 3658174"/>
              <a:gd name="connsiteX1771" fmla="*/ 2396880 w 6514506"/>
              <a:gd name="connsiteY1771" fmla="*/ 2314670 h 3658174"/>
              <a:gd name="connsiteX1772" fmla="*/ 2390307 w 6514506"/>
              <a:gd name="connsiteY1772" fmla="*/ 2315908 h 3658174"/>
              <a:gd name="connsiteX1773" fmla="*/ 2385259 w 6514506"/>
              <a:gd name="connsiteY1773" fmla="*/ 2317432 h 3658174"/>
              <a:gd name="connsiteX1774" fmla="*/ 2377449 w 6514506"/>
              <a:gd name="connsiteY1774" fmla="*/ 2317147 h 3658174"/>
              <a:gd name="connsiteX1775" fmla="*/ 2366400 w 6514506"/>
              <a:gd name="connsiteY1775" fmla="*/ 2311146 h 3658174"/>
              <a:gd name="connsiteX1776" fmla="*/ 2356494 w 6514506"/>
              <a:gd name="connsiteY1776" fmla="*/ 2309622 h 3658174"/>
              <a:gd name="connsiteX1777" fmla="*/ 2344492 w 6514506"/>
              <a:gd name="connsiteY1777" fmla="*/ 2303907 h 3658174"/>
              <a:gd name="connsiteX1778" fmla="*/ 2343254 w 6514506"/>
              <a:gd name="connsiteY1778" fmla="*/ 2298192 h 3658174"/>
              <a:gd name="connsiteX1779" fmla="*/ 2328014 w 6514506"/>
              <a:gd name="connsiteY1779" fmla="*/ 2297906 h 3658174"/>
              <a:gd name="connsiteX1780" fmla="*/ 2319060 w 6514506"/>
              <a:gd name="connsiteY1780" fmla="*/ 2296382 h 3658174"/>
              <a:gd name="connsiteX1781" fmla="*/ 2322680 w 6514506"/>
              <a:gd name="connsiteY1781" fmla="*/ 2294858 h 3658174"/>
              <a:gd name="connsiteX1782" fmla="*/ 2331062 w 6514506"/>
              <a:gd name="connsiteY1782" fmla="*/ 2287047 h 3658174"/>
              <a:gd name="connsiteX1783" fmla="*/ 2336777 w 6514506"/>
              <a:gd name="connsiteY1783" fmla="*/ 2273903 h 3658174"/>
              <a:gd name="connsiteX1784" fmla="*/ 2621194 w 6514506"/>
              <a:gd name="connsiteY1784" fmla="*/ 2268414 h 3658174"/>
              <a:gd name="connsiteX1785" fmla="*/ 2622717 w 6514506"/>
              <a:gd name="connsiteY1785" fmla="*/ 2271236 h 3658174"/>
              <a:gd name="connsiteX1786" fmla="*/ 2621479 w 6514506"/>
              <a:gd name="connsiteY1786" fmla="*/ 2276951 h 3658174"/>
              <a:gd name="connsiteX1787" fmla="*/ 2619384 w 6514506"/>
              <a:gd name="connsiteY1787" fmla="*/ 2270950 h 3658174"/>
              <a:gd name="connsiteX1788" fmla="*/ 2621194 w 6514506"/>
              <a:gd name="connsiteY1788" fmla="*/ 2268414 h 3658174"/>
              <a:gd name="connsiteX1789" fmla="*/ 2906467 w 6514506"/>
              <a:gd name="connsiteY1789" fmla="*/ 2267044 h 3658174"/>
              <a:gd name="connsiteX1790" fmla="*/ 2910658 w 6514506"/>
              <a:gd name="connsiteY1790" fmla="*/ 2270950 h 3658174"/>
              <a:gd name="connsiteX1791" fmla="*/ 2904658 w 6514506"/>
              <a:gd name="connsiteY1791" fmla="*/ 2272093 h 3658174"/>
              <a:gd name="connsiteX1792" fmla="*/ 2906467 w 6514506"/>
              <a:gd name="connsiteY1792" fmla="*/ 2267044 h 3658174"/>
              <a:gd name="connsiteX1793" fmla="*/ 2257243 w 6514506"/>
              <a:gd name="connsiteY1793" fmla="*/ 2260854 h 3658174"/>
              <a:gd name="connsiteX1794" fmla="*/ 2260577 w 6514506"/>
              <a:gd name="connsiteY1794" fmla="*/ 2262949 h 3658174"/>
              <a:gd name="connsiteX1795" fmla="*/ 2257243 w 6514506"/>
              <a:gd name="connsiteY1795" fmla="*/ 2260854 h 3658174"/>
              <a:gd name="connsiteX1796" fmla="*/ 2868176 w 6514506"/>
              <a:gd name="connsiteY1796" fmla="*/ 2259901 h 3658174"/>
              <a:gd name="connsiteX1797" fmla="*/ 2867319 w 6514506"/>
              <a:gd name="connsiteY1797" fmla="*/ 2263807 h 3658174"/>
              <a:gd name="connsiteX1798" fmla="*/ 2868176 w 6514506"/>
              <a:gd name="connsiteY1798" fmla="*/ 2259901 h 3658174"/>
              <a:gd name="connsiteX1799" fmla="*/ 2904753 w 6514506"/>
              <a:gd name="connsiteY1799" fmla="*/ 2256948 h 3658174"/>
              <a:gd name="connsiteX1800" fmla="*/ 2910468 w 6514506"/>
              <a:gd name="connsiteY1800" fmla="*/ 2259615 h 3658174"/>
              <a:gd name="connsiteX1801" fmla="*/ 2905039 w 6514506"/>
              <a:gd name="connsiteY1801" fmla="*/ 2265616 h 3658174"/>
              <a:gd name="connsiteX1802" fmla="*/ 2901133 w 6514506"/>
              <a:gd name="connsiteY1802" fmla="*/ 2264949 h 3658174"/>
              <a:gd name="connsiteX1803" fmla="*/ 2899895 w 6514506"/>
              <a:gd name="connsiteY1803" fmla="*/ 2261330 h 3658174"/>
              <a:gd name="connsiteX1804" fmla="*/ 2902562 w 6514506"/>
              <a:gd name="connsiteY1804" fmla="*/ 2258377 h 3658174"/>
              <a:gd name="connsiteX1805" fmla="*/ 2904753 w 6514506"/>
              <a:gd name="connsiteY1805" fmla="*/ 2256948 h 3658174"/>
              <a:gd name="connsiteX1806" fmla="*/ 2877701 w 6514506"/>
              <a:gd name="connsiteY1806" fmla="*/ 2255996 h 3658174"/>
              <a:gd name="connsiteX1807" fmla="*/ 2877701 w 6514506"/>
              <a:gd name="connsiteY1807" fmla="*/ 2257520 h 3658174"/>
              <a:gd name="connsiteX1808" fmla="*/ 2873225 w 6514506"/>
              <a:gd name="connsiteY1808" fmla="*/ 2263521 h 3658174"/>
              <a:gd name="connsiteX1809" fmla="*/ 2871129 w 6514506"/>
              <a:gd name="connsiteY1809" fmla="*/ 2264378 h 3658174"/>
              <a:gd name="connsiteX1810" fmla="*/ 2873510 w 6514506"/>
              <a:gd name="connsiteY1810" fmla="*/ 2256568 h 3658174"/>
              <a:gd name="connsiteX1811" fmla="*/ 2877701 w 6514506"/>
              <a:gd name="connsiteY1811" fmla="*/ 2255996 h 3658174"/>
              <a:gd name="connsiteX1812" fmla="*/ 2649959 w 6514506"/>
              <a:gd name="connsiteY1812" fmla="*/ 2255614 h 3658174"/>
              <a:gd name="connsiteX1813" fmla="*/ 2651197 w 6514506"/>
              <a:gd name="connsiteY1813" fmla="*/ 2260186 h 3658174"/>
              <a:gd name="connsiteX1814" fmla="*/ 2647006 w 6514506"/>
              <a:gd name="connsiteY1814" fmla="*/ 2258948 h 3658174"/>
              <a:gd name="connsiteX1815" fmla="*/ 2649959 w 6514506"/>
              <a:gd name="connsiteY1815" fmla="*/ 2255614 h 3658174"/>
              <a:gd name="connsiteX1816" fmla="*/ 3318102 w 6514506"/>
              <a:gd name="connsiteY1816" fmla="*/ 2254936 h 3658174"/>
              <a:gd name="connsiteX1817" fmla="*/ 3322138 w 6514506"/>
              <a:gd name="connsiteY1817" fmla="*/ 2256567 h 3658174"/>
              <a:gd name="connsiteX1818" fmla="*/ 3332330 w 6514506"/>
              <a:gd name="connsiteY1818" fmla="*/ 2266092 h 3658174"/>
              <a:gd name="connsiteX1819" fmla="*/ 3341283 w 6514506"/>
              <a:gd name="connsiteY1819" fmla="*/ 2276284 h 3658174"/>
              <a:gd name="connsiteX1820" fmla="*/ 3337949 w 6514506"/>
              <a:gd name="connsiteY1820" fmla="*/ 2283428 h 3658174"/>
              <a:gd name="connsiteX1821" fmla="*/ 3328996 w 6514506"/>
              <a:gd name="connsiteY1821" fmla="*/ 2278951 h 3658174"/>
              <a:gd name="connsiteX1822" fmla="*/ 3327186 w 6514506"/>
              <a:gd name="connsiteY1822" fmla="*/ 2273522 h 3658174"/>
              <a:gd name="connsiteX1823" fmla="*/ 3324519 w 6514506"/>
              <a:gd name="connsiteY1823" fmla="*/ 2270188 h 3658174"/>
              <a:gd name="connsiteX1824" fmla="*/ 3322138 w 6514506"/>
              <a:gd name="connsiteY1824" fmla="*/ 2266854 h 3658174"/>
              <a:gd name="connsiteX1825" fmla="*/ 3318518 w 6514506"/>
              <a:gd name="connsiteY1825" fmla="*/ 2263521 h 3658174"/>
              <a:gd name="connsiteX1826" fmla="*/ 3316709 w 6514506"/>
              <a:gd name="connsiteY1826" fmla="*/ 2257805 h 3658174"/>
              <a:gd name="connsiteX1827" fmla="*/ 3318102 w 6514506"/>
              <a:gd name="connsiteY1827" fmla="*/ 2254936 h 3658174"/>
              <a:gd name="connsiteX1828" fmla="*/ 3178025 w 6514506"/>
              <a:gd name="connsiteY1828" fmla="*/ 2252947 h 3658174"/>
              <a:gd name="connsiteX1829" fmla="*/ 3183073 w 6514506"/>
              <a:gd name="connsiteY1829" fmla="*/ 2256853 h 3658174"/>
              <a:gd name="connsiteX1830" fmla="*/ 3178025 w 6514506"/>
              <a:gd name="connsiteY1830" fmla="*/ 2257424 h 3658174"/>
              <a:gd name="connsiteX1831" fmla="*/ 3178025 w 6514506"/>
              <a:gd name="connsiteY1831" fmla="*/ 2252947 h 3658174"/>
              <a:gd name="connsiteX1832" fmla="*/ 3314042 w 6514506"/>
              <a:gd name="connsiteY1832" fmla="*/ 2247804 h 3658174"/>
              <a:gd name="connsiteX1833" fmla="*/ 3316995 w 6514506"/>
              <a:gd name="connsiteY1833" fmla="*/ 2249042 h 3658174"/>
              <a:gd name="connsiteX1834" fmla="*/ 3315280 w 6514506"/>
              <a:gd name="connsiteY1834" fmla="*/ 2253519 h 3658174"/>
              <a:gd name="connsiteX1835" fmla="*/ 3314042 w 6514506"/>
              <a:gd name="connsiteY1835" fmla="*/ 2247804 h 3658174"/>
              <a:gd name="connsiteX1836" fmla="*/ 2661008 w 6514506"/>
              <a:gd name="connsiteY1836" fmla="*/ 2240089 h 3658174"/>
              <a:gd name="connsiteX1837" fmla="*/ 2664913 w 6514506"/>
              <a:gd name="connsiteY1837" fmla="*/ 2242470 h 3658174"/>
              <a:gd name="connsiteX1838" fmla="*/ 2663675 w 6514506"/>
              <a:gd name="connsiteY1838" fmla="*/ 2246757 h 3658174"/>
              <a:gd name="connsiteX1839" fmla="*/ 2663960 w 6514506"/>
              <a:gd name="connsiteY1839" fmla="*/ 2253329 h 3658174"/>
              <a:gd name="connsiteX1840" fmla="*/ 2659484 w 6514506"/>
              <a:gd name="connsiteY1840" fmla="*/ 2257805 h 3658174"/>
              <a:gd name="connsiteX1841" fmla="*/ 2657102 w 6514506"/>
              <a:gd name="connsiteY1841" fmla="*/ 2253900 h 3658174"/>
              <a:gd name="connsiteX1842" fmla="*/ 2657674 w 6514506"/>
              <a:gd name="connsiteY1842" fmla="*/ 2247899 h 3658174"/>
              <a:gd name="connsiteX1843" fmla="*/ 2661008 w 6514506"/>
              <a:gd name="connsiteY1843" fmla="*/ 2240089 h 3658174"/>
              <a:gd name="connsiteX1844" fmla="*/ 2670593 w 6514506"/>
              <a:gd name="connsiteY1844" fmla="*/ 2235386 h 3658174"/>
              <a:gd name="connsiteX1845" fmla="*/ 2672438 w 6514506"/>
              <a:gd name="connsiteY1845" fmla="*/ 2238279 h 3658174"/>
              <a:gd name="connsiteX1846" fmla="*/ 2671009 w 6514506"/>
              <a:gd name="connsiteY1846" fmla="*/ 2241327 h 3658174"/>
              <a:gd name="connsiteX1847" fmla="*/ 2670152 w 6514506"/>
              <a:gd name="connsiteY1847" fmla="*/ 2250566 h 3658174"/>
              <a:gd name="connsiteX1848" fmla="*/ 2672247 w 6514506"/>
              <a:gd name="connsiteY1848" fmla="*/ 2257805 h 3658174"/>
              <a:gd name="connsiteX1849" fmla="*/ 2668628 w 6514506"/>
              <a:gd name="connsiteY1849" fmla="*/ 2262282 h 3658174"/>
              <a:gd name="connsiteX1850" fmla="*/ 2665009 w 6514506"/>
              <a:gd name="connsiteY1850" fmla="*/ 2264949 h 3658174"/>
              <a:gd name="connsiteX1851" fmla="*/ 2665580 w 6514506"/>
              <a:gd name="connsiteY1851" fmla="*/ 2258663 h 3658174"/>
              <a:gd name="connsiteX1852" fmla="*/ 2667390 w 6514506"/>
              <a:gd name="connsiteY1852" fmla="*/ 2248757 h 3658174"/>
              <a:gd name="connsiteX1853" fmla="*/ 2667676 w 6514506"/>
              <a:gd name="connsiteY1853" fmla="*/ 2237708 h 3658174"/>
              <a:gd name="connsiteX1854" fmla="*/ 2670593 w 6514506"/>
              <a:gd name="connsiteY1854" fmla="*/ 2235386 h 3658174"/>
              <a:gd name="connsiteX1855" fmla="*/ 2671010 w 6514506"/>
              <a:gd name="connsiteY1855" fmla="*/ 2228659 h 3658174"/>
              <a:gd name="connsiteX1856" fmla="*/ 2673677 w 6514506"/>
              <a:gd name="connsiteY1856" fmla="*/ 2230469 h 3658174"/>
              <a:gd name="connsiteX1857" fmla="*/ 2671867 w 6514506"/>
              <a:gd name="connsiteY1857" fmla="*/ 2231993 h 3658174"/>
              <a:gd name="connsiteX1858" fmla="*/ 2671010 w 6514506"/>
              <a:gd name="connsiteY1858" fmla="*/ 2228659 h 3658174"/>
              <a:gd name="connsiteX1859" fmla="*/ 3266512 w 6514506"/>
              <a:gd name="connsiteY1859" fmla="*/ 2225325 h 3658174"/>
              <a:gd name="connsiteX1860" fmla="*/ 3268893 w 6514506"/>
              <a:gd name="connsiteY1860" fmla="*/ 2234946 h 3658174"/>
              <a:gd name="connsiteX1861" fmla="*/ 3264035 w 6514506"/>
              <a:gd name="connsiteY1861" fmla="*/ 2245137 h 3658174"/>
              <a:gd name="connsiteX1862" fmla="*/ 3264607 w 6514506"/>
              <a:gd name="connsiteY1862" fmla="*/ 2253234 h 3658174"/>
              <a:gd name="connsiteX1863" fmla="*/ 3266131 w 6514506"/>
              <a:gd name="connsiteY1863" fmla="*/ 2256567 h 3658174"/>
              <a:gd name="connsiteX1864" fmla="*/ 3257463 w 6514506"/>
              <a:gd name="connsiteY1864" fmla="*/ 2258949 h 3658174"/>
              <a:gd name="connsiteX1865" fmla="*/ 3255653 w 6514506"/>
              <a:gd name="connsiteY1865" fmla="*/ 2261616 h 3658174"/>
              <a:gd name="connsiteX1866" fmla="*/ 3252605 w 6514506"/>
              <a:gd name="connsiteY1866" fmla="*/ 2265235 h 3658174"/>
              <a:gd name="connsiteX1867" fmla="*/ 3240032 w 6514506"/>
              <a:gd name="connsiteY1867" fmla="*/ 2270283 h 3658174"/>
              <a:gd name="connsiteX1868" fmla="*/ 3228983 w 6514506"/>
              <a:gd name="connsiteY1868" fmla="*/ 2272379 h 3658174"/>
              <a:gd name="connsiteX1869" fmla="*/ 3221840 w 6514506"/>
              <a:gd name="connsiteY1869" fmla="*/ 2271807 h 3658174"/>
              <a:gd name="connsiteX1870" fmla="*/ 3212886 w 6514506"/>
              <a:gd name="connsiteY1870" fmla="*/ 2271236 h 3658174"/>
              <a:gd name="connsiteX1871" fmla="*/ 3206028 w 6514506"/>
              <a:gd name="connsiteY1871" fmla="*/ 2269712 h 3658174"/>
              <a:gd name="connsiteX1872" fmla="*/ 3197360 w 6514506"/>
              <a:gd name="connsiteY1872" fmla="*/ 2267331 h 3658174"/>
              <a:gd name="connsiteX1873" fmla="*/ 3192312 w 6514506"/>
              <a:gd name="connsiteY1873" fmla="*/ 2262854 h 3658174"/>
              <a:gd name="connsiteX1874" fmla="*/ 3186597 w 6514506"/>
              <a:gd name="connsiteY1874" fmla="*/ 2256282 h 3658174"/>
              <a:gd name="connsiteX1875" fmla="*/ 3192026 w 6514506"/>
              <a:gd name="connsiteY1875" fmla="*/ 2252948 h 3658174"/>
              <a:gd name="connsiteX1876" fmla="*/ 3211648 w 6514506"/>
              <a:gd name="connsiteY1876" fmla="*/ 2255996 h 3658174"/>
              <a:gd name="connsiteX1877" fmla="*/ 3220601 w 6514506"/>
              <a:gd name="connsiteY1877" fmla="*/ 2247328 h 3658174"/>
              <a:gd name="connsiteX1878" fmla="*/ 3222125 w 6514506"/>
              <a:gd name="connsiteY1878" fmla="*/ 2252091 h 3658174"/>
              <a:gd name="connsiteX1879" fmla="*/ 3228126 w 6514506"/>
              <a:gd name="connsiteY1879" fmla="*/ 2257139 h 3658174"/>
              <a:gd name="connsiteX1880" fmla="*/ 3232603 w 6514506"/>
              <a:gd name="connsiteY1880" fmla="*/ 2256853 h 3658174"/>
              <a:gd name="connsiteX1881" fmla="*/ 3235651 w 6514506"/>
              <a:gd name="connsiteY1881" fmla="*/ 2256853 h 3658174"/>
              <a:gd name="connsiteX1882" fmla="*/ 3240413 w 6514506"/>
              <a:gd name="connsiteY1882" fmla="*/ 2254186 h 3658174"/>
              <a:gd name="connsiteX1883" fmla="*/ 3246414 w 6514506"/>
              <a:gd name="connsiteY1883" fmla="*/ 2250567 h 3658174"/>
              <a:gd name="connsiteX1884" fmla="*/ 3250319 w 6514506"/>
              <a:gd name="connsiteY1884" fmla="*/ 2245137 h 3658174"/>
              <a:gd name="connsiteX1885" fmla="*/ 3253653 w 6514506"/>
              <a:gd name="connsiteY1885" fmla="*/ 2235517 h 3658174"/>
              <a:gd name="connsiteX1886" fmla="*/ 3258701 w 6514506"/>
              <a:gd name="connsiteY1886" fmla="*/ 2229516 h 3658174"/>
              <a:gd name="connsiteX1887" fmla="*/ 3262321 w 6514506"/>
              <a:gd name="connsiteY1887" fmla="*/ 2227707 h 3658174"/>
              <a:gd name="connsiteX1888" fmla="*/ 3266512 w 6514506"/>
              <a:gd name="connsiteY1888" fmla="*/ 2225325 h 3658174"/>
              <a:gd name="connsiteX1889" fmla="*/ 2536219 w 6514506"/>
              <a:gd name="connsiteY1889" fmla="*/ 2209966 h 3658174"/>
              <a:gd name="connsiteX1890" fmla="*/ 2537564 w 6514506"/>
              <a:gd name="connsiteY1890" fmla="*/ 2212466 h 3658174"/>
              <a:gd name="connsiteX1891" fmla="*/ 2537469 w 6514506"/>
              <a:gd name="connsiteY1891" fmla="*/ 2216371 h 3658174"/>
              <a:gd name="connsiteX1892" fmla="*/ 2535373 w 6514506"/>
              <a:gd name="connsiteY1892" fmla="*/ 2224468 h 3658174"/>
              <a:gd name="connsiteX1893" fmla="*/ 2532421 w 6514506"/>
              <a:gd name="connsiteY1893" fmla="*/ 2221515 h 3658174"/>
              <a:gd name="connsiteX1894" fmla="*/ 2533945 w 6514506"/>
              <a:gd name="connsiteY1894" fmla="*/ 2212180 h 3658174"/>
              <a:gd name="connsiteX1895" fmla="*/ 2536219 w 6514506"/>
              <a:gd name="connsiteY1895" fmla="*/ 2209966 h 3658174"/>
              <a:gd name="connsiteX1896" fmla="*/ 2220381 w 6514506"/>
              <a:gd name="connsiteY1896" fmla="*/ 2205990 h 3658174"/>
              <a:gd name="connsiteX1897" fmla="*/ 2220953 w 6514506"/>
              <a:gd name="connsiteY1897" fmla="*/ 2214372 h 3658174"/>
              <a:gd name="connsiteX1898" fmla="*/ 2218286 w 6514506"/>
              <a:gd name="connsiteY1898" fmla="*/ 2210181 h 3658174"/>
              <a:gd name="connsiteX1899" fmla="*/ 2220381 w 6514506"/>
              <a:gd name="connsiteY1899" fmla="*/ 2205990 h 3658174"/>
              <a:gd name="connsiteX1900" fmla="*/ 2746161 w 6514506"/>
              <a:gd name="connsiteY1900" fmla="*/ 2205895 h 3658174"/>
              <a:gd name="connsiteX1901" fmla="*/ 2750924 w 6514506"/>
              <a:gd name="connsiteY1901" fmla="*/ 2207419 h 3658174"/>
              <a:gd name="connsiteX1902" fmla="*/ 2754639 w 6514506"/>
              <a:gd name="connsiteY1902" fmla="*/ 2209228 h 3658174"/>
              <a:gd name="connsiteX1903" fmla="*/ 2755496 w 6514506"/>
              <a:gd name="connsiteY1903" fmla="*/ 2215801 h 3658174"/>
              <a:gd name="connsiteX1904" fmla="*/ 2748257 w 6514506"/>
              <a:gd name="connsiteY1904" fmla="*/ 2220563 h 3658174"/>
              <a:gd name="connsiteX1905" fmla="*/ 2738065 w 6514506"/>
              <a:gd name="connsiteY1905" fmla="*/ 2217896 h 3658174"/>
              <a:gd name="connsiteX1906" fmla="*/ 2732350 w 6514506"/>
              <a:gd name="connsiteY1906" fmla="*/ 2209705 h 3658174"/>
              <a:gd name="connsiteX1907" fmla="*/ 2738637 w 6514506"/>
              <a:gd name="connsiteY1907" fmla="*/ 2206752 h 3658174"/>
              <a:gd name="connsiteX1908" fmla="*/ 2746161 w 6514506"/>
              <a:gd name="connsiteY1908" fmla="*/ 2205895 h 3658174"/>
              <a:gd name="connsiteX1909" fmla="*/ 5733583 w 6514506"/>
              <a:gd name="connsiteY1909" fmla="*/ 2203989 h 3658174"/>
              <a:gd name="connsiteX1910" fmla="*/ 5734154 w 6514506"/>
              <a:gd name="connsiteY1910" fmla="*/ 2206085 h 3658174"/>
              <a:gd name="connsiteX1911" fmla="*/ 5730534 w 6514506"/>
              <a:gd name="connsiteY1911" fmla="*/ 2208466 h 3658174"/>
              <a:gd name="connsiteX1912" fmla="*/ 5729106 w 6514506"/>
              <a:gd name="connsiteY1912" fmla="*/ 2210561 h 3658174"/>
              <a:gd name="connsiteX1913" fmla="*/ 5727582 w 6514506"/>
              <a:gd name="connsiteY1913" fmla="*/ 2206656 h 3658174"/>
              <a:gd name="connsiteX1914" fmla="*/ 5733583 w 6514506"/>
              <a:gd name="connsiteY1914" fmla="*/ 2203989 h 3658174"/>
              <a:gd name="connsiteX1915" fmla="*/ 2213428 w 6514506"/>
              <a:gd name="connsiteY1915" fmla="*/ 2198750 h 3658174"/>
              <a:gd name="connsiteX1916" fmla="*/ 2214666 w 6514506"/>
              <a:gd name="connsiteY1916" fmla="*/ 2205037 h 3658174"/>
              <a:gd name="connsiteX1917" fmla="*/ 2213428 w 6514506"/>
              <a:gd name="connsiteY1917" fmla="*/ 2198750 h 3658174"/>
              <a:gd name="connsiteX1918" fmla="*/ 2368972 w 6514506"/>
              <a:gd name="connsiteY1918" fmla="*/ 2197893 h 3658174"/>
              <a:gd name="connsiteX1919" fmla="*/ 2376115 w 6514506"/>
              <a:gd name="connsiteY1919" fmla="*/ 2202942 h 3658174"/>
              <a:gd name="connsiteX1920" fmla="*/ 2371924 w 6514506"/>
              <a:gd name="connsiteY1920" fmla="*/ 2211609 h 3658174"/>
              <a:gd name="connsiteX1921" fmla="*/ 2364781 w 6514506"/>
              <a:gd name="connsiteY1921" fmla="*/ 2211324 h 3658174"/>
              <a:gd name="connsiteX1922" fmla="*/ 2364209 w 6514506"/>
              <a:gd name="connsiteY1922" fmla="*/ 2204751 h 3658174"/>
              <a:gd name="connsiteX1923" fmla="*/ 2368972 w 6514506"/>
              <a:gd name="connsiteY1923" fmla="*/ 2197893 h 3658174"/>
              <a:gd name="connsiteX1924" fmla="*/ 2792929 w 6514506"/>
              <a:gd name="connsiteY1924" fmla="*/ 2197227 h 3658174"/>
              <a:gd name="connsiteX1925" fmla="*/ 2796549 w 6514506"/>
              <a:gd name="connsiteY1925" fmla="*/ 2198084 h 3658174"/>
              <a:gd name="connsiteX1926" fmla="*/ 2804740 w 6514506"/>
              <a:gd name="connsiteY1926" fmla="*/ 2198465 h 3658174"/>
              <a:gd name="connsiteX1927" fmla="*/ 2819980 w 6514506"/>
              <a:gd name="connsiteY1927" fmla="*/ 2201799 h 3658174"/>
              <a:gd name="connsiteX1928" fmla="*/ 2826552 w 6514506"/>
              <a:gd name="connsiteY1928" fmla="*/ 2211419 h 3658174"/>
              <a:gd name="connsiteX1929" fmla="*/ 2823218 w 6514506"/>
              <a:gd name="connsiteY1929" fmla="*/ 2216563 h 3658174"/>
              <a:gd name="connsiteX1930" fmla="*/ 2813027 w 6514506"/>
              <a:gd name="connsiteY1930" fmla="*/ 2210276 h 3658174"/>
              <a:gd name="connsiteX1931" fmla="*/ 2805216 w 6514506"/>
              <a:gd name="connsiteY1931" fmla="*/ 2208181 h 3658174"/>
              <a:gd name="connsiteX1932" fmla="*/ 2799501 w 6514506"/>
              <a:gd name="connsiteY1932" fmla="*/ 2209419 h 3658174"/>
              <a:gd name="connsiteX1933" fmla="*/ 2793215 w 6514506"/>
              <a:gd name="connsiteY1933" fmla="*/ 2209133 h 3658174"/>
              <a:gd name="connsiteX1934" fmla="*/ 2788452 w 6514506"/>
              <a:gd name="connsiteY1934" fmla="*/ 2210657 h 3658174"/>
              <a:gd name="connsiteX1935" fmla="*/ 2780356 w 6514506"/>
              <a:gd name="connsiteY1935" fmla="*/ 2208847 h 3658174"/>
              <a:gd name="connsiteX1936" fmla="*/ 2776451 w 6514506"/>
              <a:gd name="connsiteY1936" fmla="*/ 2212467 h 3658174"/>
              <a:gd name="connsiteX1937" fmla="*/ 2774355 w 6514506"/>
              <a:gd name="connsiteY1937" fmla="*/ 2212181 h 3658174"/>
              <a:gd name="connsiteX1938" fmla="*/ 2775212 w 6514506"/>
              <a:gd name="connsiteY1938" fmla="*/ 2208276 h 3658174"/>
              <a:gd name="connsiteX1939" fmla="*/ 2777022 w 6514506"/>
              <a:gd name="connsiteY1939" fmla="*/ 2202275 h 3658174"/>
              <a:gd name="connsiteX1940" fmla="*/ 2783023 w 6514506"/>
              <a:gd name="connsiteY1940" fmla="*/ 2198084 h 3658174"/>
              <a:gd name="connsiteX1941" fmla="*/ 2792929 w 6514506"/>
              <a:gd name="connsiteY1941" fmla="*/ 2197227 h 3658174"/>
              <a:gd name="connsiteX1942" fmla="*/ 3247843 w 6514506"/>
              <a:gd name="connsiteY1942" fmla="*/ 2195417 h 3658174"/>
              <a:gd name="connsiteX1943" fmla="*/ 3253177 w 6514506"/>
              <a:gd name="connsiteY1943" fmla="*/ 2198465 h 3658174"/>
              <a:gd name="connsiteX1944" fmla="*/ 3263940 w 6514506"/>
              <a:gd name="connsiteY1944" fmla="*/ 2205037 h 3658174"/>
              <a:gd name="connsiteX1945" fmla="*/ 3272608 w 6514506"/>
              <a:gd name="connsiteY1945" fmla="*/ 2212848 h 3658174"/>
              <a:gd name="connsiteX1946" fmla="*/ 3279180 w 6514506"/>
              <a:gd name="connsiteY1946" fmla="*/ 2218562 h 3658174"/>
              <a:gd name="connsiteX1947" fmla="*/ 3285467 w 6514506"/>
              <a:gd name="connsiteY1947" fmla="*/ 2223611 h 3658174"/>
              <a:gd name="connsiteX1948" fmla="*/ 3286705 w 6514506"/>
              <a:gd name="connsiteY1948" fmla="*/ 2231993 h 3658174"/>
              <a:gd name="connsiteX1949" fmla="*/ 3283752 w 6514506"/>
              <a:gd name="connsiteY1949" fmla="*/ 2238565 h 3658174"/>
              <a:gd name="connsiteX1950" fmla="*/ 3278704 w 6514506"/>
              <a:gd name="connsiteY1950" fmla="*/ 2238565 h 3658174"/>
              <a:gd name="connsiteX1951" fmla="*/ 3276037 w 6514506"/>
              <a:gd name="connsiteY1951" fmla="*/ 2227802 h 3658174"/>
              <a:gd name="connsiteX1952" fmla="*/ 3260797 w 6514506"/>
              <a:gd name="connsiteY1952" fmla="*/ 2209799 h 3658174"/>
              <a:gd name="connsiteX1953" fmla="*/ 3244890 w 6514506"/>
              <a:gd name="connsiteY1953" fmla="*/ 2196941 h 3658174"/>
              <a:gd name="connsiteX1954" fmla="*/ 3247843 w 6514506"/>
              <a:gd name="connsiteY1954" fmla="*/ 2195417 h 3658174"/>
              <a:gd name="connsiteX1955" fmla="*/ 2204189 w 6514506"/>
              <a:gd name="connsiteY1955" fmla="*/ 2189226 h 3658174"/>
              <a:gd name="connsiteX1956" fmla="*/ 2208951 w 6514506"/>
              <a:gd name="connsiteY1956" fmla="*/ 2193131 h 3658174"/>
              <a:gd name="connsiteX1957" fmla="*/ 2204189 w 6514506"/>
              <a:gd name="connsiteY1957" fmla="*/ 2189226 h 3658174"/>
              <a:gd name="connsiteX1958" fmla="*/ 3226792 w 6514506"/>
              <a:gd name="connsiteY1958" fmla="*/ 2184939 h 3658174"/>
              <a:gd name="connsiteX1959" fmla="*/ 3229173 w 6514506"/>
              <a:gd name="connsiteY1959" fmla="*/ 2188464 h 3658174"/>
              <a:gd name="connsiteX1960" fmla="*/ 3224411 w 6514506"/>
              <a:gd name="connsiteY1960" fmla="*/ 2187892 h 3658174"/>
              <a:gd name="connsiteX1961" fmla="*/ 3226792 w 6514506"/>
              <a:gd name="connsiteY1961" fmla="*/ 2184939 h 3658174"/>
              <a:gd name="connsiteX1962" fmla="*/ 2729683 w 6514506"/>
              <a:gd name="connsiteY1962" fmla="*/ 2182843 h 3658174"/>
              <a:gd name="connsiteX1963" fmla="*/ 2730540 w 6514506"/>
              <a:gd name="connsiteY1963" fmla="*/ 2187987 h 3658174"/>
              <a:gd name="connsiteX1964" fmla="*/ 2728445 w 6514506"/>
              <a:gd name="connsiteY1964" fmla="*/ 2189797 h 3658174"/>
              <a:gd name="connsiteX1965" fmla="*/ 2727873 w 6514506"/>
              <a:gd name="connsiteY1965" fmla="*/ 2184653 h 3658174"/>
              <a:gd name="connsiteX1966" fmla="*/ 2729683 w 6514506"/>
              <a:gd name="connsiteY1966" fmla="*/ 2182843 h 3658174"/>
              <a:gd name="connsiteX1967" fmla="*/ 2330871 w 6514506"/>
              <a:gd name="connsiteY1967" fmla="*/ 2178082 h 3658174"/>
              <a:gd name="connsiteX1968" fmla="*/ 2335919 w 6514506"/>
              <a:gd name="connsiteY1968" fmla="*/ 2184368 h 3658174"/>
              <a:gd name="connsiteX1969" fmla="*/ 2343444 w 6514506"/>
              <a:gd name="connsiteY1969" fmla="*/ 2193988 h 3658174"/>
              <a:gd name="connsiteX1970" fmla="*/ 2346778 w 6514506"/>
              <a:gd name="connsiteY1970" fmla="*/ 2199037 h 3658174"/>
              <a:gd name="connsiteX1971" fmla="*/ 2345920 w 6514506"/>
              <a:gd name="connsiteY1971" fmla="*/ 2204466 h 3658174"/>
              <a:gd name="connsiteX1972" fmla="*/ 2342968 w 6514506"/>
              <a:gd name="connsiteY1972" fmla="*/ 2207419 h 3658174"/>
              <a:gd name="connsiteX1973" fmla="*/ 2333633 w 6514506"/>
              <a:gd name="connsiteY1973" fmla="*/ 2199894 h 3658174"/>
              <a:gd name="connsiteX1974" fmla="*/ 2330680 w 6514506"/>
              <a:gd name="connsiteY1974" fmla="*/ 2193893 h 3658174"/>
              <a:gd name="connsiteX1975" fmla="*/ 2325537 w 6514506"/>
              <a:gd name="connsiteY1975" fmla="*/ 2185511 h 3658174"/>
              <a:gd name="connsiteX1976" fmla="*/ 2318298 w 6514506"/>
              <a:gd name="connsiteY1976" fmla="*/ 2185321 h 3658174"/>
              <a:gd name="connsiteX1977" fmla="*/ 2315345 w 6514506"/>
              <a:gd name="connsiteY1977" fmla="*/ 2181415 h 3658174"/>
              <a:gd name="connsiteX1978" fmla="*/ 2322203 w 6514506"/>
              <a:gd name="connsiteY1978" fmla="*/ 2179320 h 3658174"/>
              <a:gd name="connsiteX1979" fmla="*/ 2326108 w 6514506"/>
              <a:gd name="connsiteY1979" fmla="*/ 2179606 h 3658174"/>
              <a:gd name="connsiteX1980" fmla="*/ 2330871 w 6514506"/>
              <a:gd name="connsiteY1980" fmla="*/ 2178082 h 3658174"/>
              <a:gd name="connsiteX1981" fmla="*/ 2720420 w 6514506"/>
              <a:gd name="connsiteY1981" fmla="*/ 2174938 h 3658174"/>
              <a:gd name="connsiteX1982" fmla="*/ 2723968 w 6514506"/>
              <a:gd name="connsiteY1982" fmla="*/ 2175034 h 3658174"/>
              <a:gd name="connsiteX1983" fmla="*/ 2731398 w 6514506"/>
              <a:gd name="connsiteY1983" fmla="*/ 2175129 h 3658174"/>
              <a:gd name="connsiteX1984" fmla="*/ 2732922 w 6514506"/>
              <a:gd name="connsiteY1984" fmla="*/ 2177510 h 3658174"/>
              <a:gd name="connsiteX1985" fmla="*/ 2728159 w 6514506"/>
              <a:gd name="connsiteY1985" fmla="*/ 2178082 h 3658174"/>
              <a:gd name="connsiteX1986" fmla="*/ 2721587 w 6514506"/>
              <a:gd name="connsiteY1986" fmla="*/ 2176843 h 3658174"/>
              <a:gd name="connsiteX1987" fmla="*/ 2720420 w 6514506"/>
              <a:gd name="connsiteY1987" fmla="*/ 2174938 h 3658174"/>
              <a:gd name="connsiteX1988" fmla="*/ 2702442 w 6514506"/>
              <a:gd name="connsiteY1988" fmla="*/ 2174461 h 3658174"/>
              <a:gd name="connsiteX1989" fmla="*/ 2714158 w 6514506"/>
              <a:gd name="connsiteY1989" fmla="*/ 2174747 h 3658174"/>
              <a:gd name="connsiteX1990" fmla="*/ 2714729 w 6514506"/>
              <a:gd name="connsiteY1990" fmla="*/ 2178367 h 3658174"/>
              <a:gd name="connsiteX1991" fmla="*/ 2709014 w 6514506"/>
              <a:gd name="connsiteY1991" fmla="*/ 2179033 h 3658174"/>
              <a:gd name="connsiteX1992" fmla="*/ 2702442 w 6514506"/>
              <a:gd name="connsiteY1992" fmla="*/ 2178748 h 3658174"/>
              <a:gd name="connsiteX1993" fmla="*/ 2697679 w 6514506"/>
              <a:gd name="connsiteY1993" fmla="*/ 2179605 h 3658174"/>
              <a:gd name="connsiteX1994" fmla="*/ 2702442 w 6514506"/>
              <a:gd name="connsiteY1994" fmla="*/ 2174461 h 3658174"/>
              <a:gd name="connsiteX1995" fmla="*/ 3157641 w 6514506"/>
              <a:gd name="connsiteY1995" fmla="*/ 2172748 h 3658174"/>
              <a:gd name="connsiteX1996" fmla="*/ 3163928 w 6514506"/>
              <a:gd name="connsiteY1996" fmla="*/ 2173605 h 3658174"/>
              <a:gd name="connsiteX1997" fmla="*/ 3166024 w 6514506"/>
              <a:gd name="connsiteY1997" fmla="*/ 2176272 h 3658174"/>
              <a:gd name="connsiteX1998" fmla="*/ 3164309 w 6514506"/>
              <a:gd name="connsiteY1998" fmla="*/ 2178367 h 3658174"/>
              <a:gd name="connsiteX1999" fmla="*/ 3154974 w 6514506"/>
              <a:gd name="connsiteY1999" fmla="*/ 2179606 h 3658174"/>
              <a:gd name="connsiteX2000" fmla="*/ 3151355 w 6514506"/>
              <a:gd name="connsiteY2000" fmla="*/ 2177224 h 3658174"/>
              <a:gd name="connsiteX2001" fmla="*/ 3157641 w 6514506"/>
              <a:gd name="connsiteY2001" fmla="*/ 2172748 h 3658174"/>
              <a:gd name="connsiteX2002" fmla="*/ 2811502 w 6514506"/>
              <a:gd name="connsiteY2002" fmla="*/ 2171223 h 3658174"/>
              <a:gd name="connsiteX2003" fmla="*/ 2818741 w 6514506"/>
              <a:gd name="connsiteY2003" fmla="*/ 2171223 h 3658174"/>
              <a:gd name="connsiteX2004" fmla="*/ 2821408 w 6514506"/>
              <a:gd name="connsiteY2004" fmla="*/ 2174843 h 3658174"/>
              <a:gd name="connsiteX2005" fmla="*/ 2819313 w 6514506"/>
              <a:gd name="connsiteY2005" fmla="*/ 2177795 h 3658174"/>
              <a:gd name="connsiteX2006" fmla="*/ 2813312 w 6514506"/>
              <a:gd name="connsiteY2006" fmla="*/ 2176557 h 3658174"/>
              <a:gd name="connsiteX2007" fmla="*/ 2809693 w 6514506"/>
              <a:gd name="connsiteY2007" fmla="*/ 2173890 h 3658174"/>
              <a:gd name="connsiteX2008" fmla="*/ 2811502 w 6514506"/>
              <a:gd name="connsiteY2008" fmla="*/ 2171223 h 3658174"/>
              <a:gd name="connsiteX2009" fmla="*/ 2770165 w 6514506"/>
              <a:gd name="connsiteY2009" fmla="*/ 2167604 h 3658174"/>
              <a:gd name="connsiteX2010" fmla="*/ 2776451 w 6514506"/>
              <a:gd name="connsiteY2010" fmla="*/ 2170556 h 3658174"/>
              <a:gd name="connsiteX2011" fmla="*/ 2774641 w 6514506"/>
              <a:gd name="connsiteY2011" fmla="*/ 2173223 h 3658174"/>
              <a:gd name="connsiteX2012" fmla="*/ 2769307 w 6514506"/>
              <a:gd name="connsiteY2012" fmla="*/ 2173890 h 3658174"/>
              <a:gd name="connsiteX2013" fmla="*/ 2763593 w 6514506"/>
              <a:gd name="connsiteY2013" fmla="*/ 2171223 h 3658174"/>
              <a:gd name="connsiteX2014" fmla="*/ 2770165 w 6514506"/>
              <a:gd name="connsiteY2014" fmla="*/ 2167604 h 3658174"/>
              <a:gd name="connsiteX2015" fmla="*/ 2926565 w 6514506"/>
              <a:gd name="connsiteY2015" fmla="*/ 2167223 h 3658174"/>
              <a:gd name="connsiteX2016" fmla="*/ 2933423 w 6514506"/>
              <a:gd name="connsiteY2016" fmla="*/ 2167413 h 3658174"/>
              <a:gd name="connsiteX2017" fmla="*/ 2944186 w 6514506"/>
              <a:gd name="connsiteY2017" fmla="*/ 2168651 h 3658174"/>
              <a:gd name="connsiteX2018" fmla="*/ 2947520 w 6514506"/>
              <a:gd name="connsiteY2018" fmla="*/ 2172271 h 3658174"/>
              <a:gd name="connsiteX2019" fmla="*/ 2934947 w 6514506"/>
              <a:gd name="connsiteY2019" fmla="*/ 2172557 h 3658174"/>
              <a:gd name="connsiteX2020" fmla="*/ 2929232 w 6514506"/>
              <a:gd name="connsiteY2020" fmla="*/ 2170175 h 3658174"/>
              <a:gd name="connsiteX2021" fmla="*/ 2922945 w 6514506"/>
              <a:gd name="connsiteY2021" fmla="*/ 2168080 h 3658174"/>
              <a:gd name="connsiteX2022" fmla="*/ 2926565 w 6514506"/>
              <a:gd name="connsiteY2022" fmla="*/ 2167223 h 3658174"/>
              <a:gd name="connsiteX2023" fmla="*/ 2671295 w 6514506"/>
              <a:gd name="connsiteY2023" fmla="*/ 2160079 h 3658174"/>
              <a:gd name="connsiteX2024" fmla="*/ 2676343 w 6514506"/>
              <a:gd name="connsiteY2024" fmla="*/ 2161317 h 3658174"/>
              <a:gd name="connsiteX2025" fmla="*/ 2680248 w 6514506"/>
              <a:gd name="connsiteY2025" fmla="*/ 2163984 h 3658174"/>
              <a:gd name="connsiteX2026" fmla="*/ 2677009 w 6514506"/>
              <a:gd name="connsiteY2026" fmla="*/ 2166651 h 3658174"/>
              <a:gd name="connsiteX2027" fmla="*/ 2673104 w 6514506"/>
              <a:gd name="connsiteY2027" fmla="*/ 2165794 h 3658174"/>
              <a:gd name="connsiteX2028" fmla="*/ 2670723 w 6514506"/>
              <a:gd name="connsiteY2028" fmla="*/ 2165794 h 3658174"/>
              <a:gd name="connsiteX2029" fmla="*/ 2667389 w 6514506"/>
              <a:gd name="connsiteY2029" fmla="*/ 2163984 h 3658174"/>
              <a:gd name="connsiteX2030" fmla="*/ 2671295 w 6514506"/>
              <a:gd name="connsiteY2030" fmla="*/ 2160079 h 3658174"/>
              <a:gd name="connsiteX2031" fmla="*/ 2400403 w 6514506"/>
              <a:gd name="connsiteY2031" fmla="*/ 2159221 h 3658174"/>
              <a:gd name="connsiteX2032" fmla="*/ 2403737 w 6514506"/>
              <a:gd name="connsiteY2032" fmla="*/ 2162841 h 3658174"/>
              <a:gd name="connsiteX2033" fmla="*/ 2398022 w 6514506"/>
              <a:gd name="connsiteY2033" fmla="*/ 2162841 h 3658174"/>
              <a:gd name="connsiteX2034" fmla="*/ 2400403 w 6514506"/>
              <a:gd name="connsiteY2034" fmla="*/ 2159221 h 3658174"/>
              <a:gd name="connsiteX2035" fmla="*/ 2183424 w 6514506"/>
              <a:gd name="connsiteY2035" fmla="*/ 2156555 h 3658174"/>
              <a:gd name="connsiteX2036" fmla="*/ 2188187 w 6514506"/>
              <a:gd name="connsiteY2036" fmla="*/ 2159888 h 3658174"/>
              <a:gd name="connsiteX2037" fmla="*/ 2191806 w 6514506"/>
              <a:gd name="connsiteY2037" fmla="*/ 2163222 h 3658174"/>
              <a:gd name="connsiteX2038" fmla="*/ 2195140 w 6514506"/>
              <a:gd name="connsiteY2038" fmla="*/ 2171033 h 3658174"/>
              <a:gd name="connsiteX2039" fmla="*/ 2197521 w 6514506"/>
              <a:gd name="connsiteY2039" fmla="*/ 2174366 h 3658174"/>
              <a:gd name="connsiteX2040" fmla="*/ 2196664 w 6514506"/>
              <a:gd name="connsiteY2040" fmla="*/ 2177319 h 3658174"/>
              <a:gd name="connsiteX2041" fmla="*/ 2187996 w 6514506"/>
              <a:gd name="connsiteY2041" fmla="*/ 2174652 h 3658174"/>
              <a:gd name="connsiteX2042" fmla="*/ 2184091 w 6514506"/>
              <a:gd name="connsiteY2042" fmla="*/ 2168937 h 3658174"/>
              <a:gd name="connsiteX2043" fmla="*/ 2182567 w 6514506"/>
              <a:gd name="connsiteY2043" fmla="*/ 2162555 h 3658174"/>
              <a:gd name="connsiteX2044" fmla="*/ 2183424 w 6514506"/>
              <a:gd name="connsiteY2044" fmla="*/ 2156555 h 3658174"/>
              <a:gd name="connsiteX2045" fmla="*/ 2830934 w 6514506"/>
              <a:gd name="connsiteY2045" fmla="*/ 2154364 h 3658174"/>
              <a:gd name="connsiteX2046" fmla="*/ 2833029 w 6514506"/>
              <a:gd name="connsiteY2046" fmla="*/ 2157412 h 3658174"/>
              <a:gd name="connsiteX2047" fmla="*/ 2832743 w 6514506"/>
              <a:gd name="connsiteY2047" fmla="*/ 2160079 h 3658174"/>
              <a:gd name="connsiteX2048" fmla="*/ 2829124 w 6514506"/>
              <a:gd name="connsiteY2048" fmla="*/ 2160079 h 3658174"/>
              <a:gd name="connsiteX2049" fmla="*/ 2830934 w 6514506"/>
              <a:gd name="connsiteY2049" fmla="*/ 2154364 h 3658174"/>
              <a:gd name="connsiteX2050" fmla="*/ 2910943 w 6514506"/>
              <a:gd name="connsiteY2050" fmla="*/ 2153792 h 3658174"/>
              <a:gd name="connsiteX2051" fmla="*/ 2910372 w 6514506"/>
              <a:gd name="connsiteY2051" fmla="*/ 2156745 h 3658174"/>
              <a:gd name="connsiteX2052" fmla="*/ 2910943 w 6514506"/>
              <a:gd name="connsiteY2052" fmla="*/ 2153792 h 3658174"/>
              <a:gd name="connsiteX2053" fmla="*/ 2393546 w 6514506"/>
              <a:gd name="connsiteY2053" fmla="*/ 2152078 h 3658174"/>
              <a:gd name="connsiteX2054" fmla="*/ 2399546 w 6514506"/>
              <a:gd name="connsiteY2054" fmla="*/ 2155983 h 3658174"/>
              <a:gd name="connsiteX2055" fmla="*/ 2393546 w 6514506"/>
              <a:gd name="connsiteY2055" fmla="*/ 2152078 h 3658174"/>
              <a:gd name="connsiteX2056" fmla="*/ 2830077 w 6514506"/>
              <a:gd name="connsiteY2056" fmla="*/ 2150459 h 3658174"/>
              <a:gd name="connsiteX2057" fmla="*/ 2830077 w 6514506"/>
              <a:gd name="connsiteY2057" fmla="*/ 2152554 h 3658174"/>
              <a:gd name="connsiteX2058" fmla="*/ 2824743 w 6514506"/>
              <a:gd name="connsiteY2058" fmla="*/ 2154650 h 3658174"/>
              <a:gd name="connsiteX2059" fmla="*/ 2823505 w 6514506"/>
              <a:gd name="connsiteY2059" fmla="*/ 2151982 h 3658174"/>
              <a:gd name="connsiteX2060" fmla="*/ 2830077 w 6514506"/>
              <a:gd name="connsiteY2060" fmla="*/ 2150459 h 3658174"/>
              <a:gd name="connsiteX2061" fmla="*/ 2926029 w 6514506"/>
              <a:gd name="connsiteY2061" fmla="*/ 2145423 h 3658174"/>
              <a:gd name="connsiteX2062" fmla="*/ 2929518 w 6514506"/>
              <a:gd name="connsiteY2062" fmla="*/ 2145983 h 3658174"/>
              <a:gd name="connsiteX2063" fmla="*/ 2934376 w 6514506"/>
              <a:gd name="connsiteY2063" fmla="*/ 2147411 h 3658174"/>
              <a:gd name="connsiteX2064" fmla="*/ 2939138 w 6514506"/>
              <a:gd name="connsiteY2064" fmla="*/ 2152555 h 3658174"/>
              <a:gd name="connsiteX2065" fmla="*/ 2935233 w 6514506"/>
              <a:gd name="connsiteY2065" fmla="*/ 2154936 h 3658174"/>
              <a:gd name="connsiteX2066" fmla="*/ 2925898 w 6514506"/>
              <a:gd name="connsiteY2066" fmla="*/ 2147792 h 3658174"/>
              <a:gd name="connsiteX2067" fmla="*/ 2926029 w 6514506"/>
              <a:gd name="connsiteY2067" fmla="*/ 2145423 h 3658174"/>
              <a:gd name="connsiteX2068" fmla="*/ 2758735 w 6514506"/>
              <a:gd name="connsiteY2068" fmla="*/ 2143886 h 3658174"/>
              <a:gd name="connsiteX2069" fmla="*/ 2757877 w 6514506"/>
              <a:gd name="connsiteY2069" fmla="*/ 2146553 h 3658174"/>
              <a:gd name="connsiteX2070" fmla="*/ 2756353 w 6514506"/>
              <a:gd name="connsiteY2070" fmla="*/ 2144172 h 3658174"/>
              <a:gd name="connsiteX2071" fmla="*/ 2758735 w 6514506"/>
              <a:gd name="connsiteY2071" fmla="*/ 2143886 h 3658174"/>
              <a:gd name="connsiteX2072" fmla="*/ 2295819 w 6514506"/>
              <a:gd name="connsiteY2072" fmla="*/ 2143030 h 3658174"/>
              <a:gd name="connsiteX2073" fmla="*/ 2297915 w 6514506"/>
              <a:gd name="connsiteY2073" fmla="*/ 2146649 h 3658174"/>
              <a:gd name="connsiteX2074" fmla="*/ 2295819 w 6514506"/>
              <a:gd name="connsiteY2074" fmla="*/ 2143030 h 3658174"/>
              <a:gd name="connsiteX2075" fmla="*/ 5565752 w 6514506"/>
              <a:gd name="connsiteY2075" fmla="*/ 2142172 h 3658174"/>
              <a:gd name="connsiteX2076" fmla="*/ 5564513 w 6514506"/>
              <a:gd name="connsiteY2076" fmla="*/ 2148173 h 3658174"/>
              <a:gd name="connsiteX2077" fmla="*/ 5561846 w 6514506"/>
              <a:gd name="connsiteY2077" fmla="*/ 2147316 h 3658174"/>
              <a:gd name="connsiteX2078" fmla="*/ 5565752 w 6514506"/>
              <a:gd name="connsiteY2078" fmla="*/ 2142172 h 3658174"/>
              <a:gd name="connsiteX2079" fmla="*/ 2766545 w 6514506"/>
              <a:gd name="connsiteY2079" fmla="*/ 2141791 h 3658174"/>
              <a:gd name="connsiteX2080" fmla="*/ 2768069 w 6514506"/>
              <a:gd name="connsiteY2080" fmla="*/ 2145696 h 3658174"/>
              <a:gd name="connsiteX2081" fmla="*/ 2768735 w 6514506"/>
              <a:gd name="connsiteY2081" fmla="*/ 2148744 h 3658174"/>
              <a:gd name="connsiteX2082" fmla="*/ 2772926 w 6514506"/>
              <a:gd name="connsiteY2082" fmla="*/ 2151125 h 3658174"/>
              <a:gd name="connsiteX2083" fmla="*/ 2767211 w 6514506"/>
              <a:gd name="connsiteY2083" fmla="*/ 2153221 h 3658174"/>
              <a:gd name="connsiteX2084" fmla="*/ 2761782 w 6514506"/>
              <a:gd name="connsiteY2084" fmla="*/ 2146934 h 3658174"/>
              <a:gd name="connsiteX2085" fmla="*/ 2766545 w 6514506"/>
              <a:gd name="connsiteY2085" fmla="*/ 2141791 h 3658174"/>
              <a:gd name="connsiteX2086" fmla="*/ 2865891 w 6514506"/>
              <a:gd name="connsiteY2086" fmla="*/ 2139886 h 3658174"/>
              <a:gd name="connsiteX2087" fmla="*/ 2881798 w 6514506"/>
              <a:gd name="connsiteY2087" fmla="*/ 2145030 h 3658174"/>
              <a:gd name="connsiteX2088" fmla="*/ 2892847 w 6514506"/>
              <a:gd name="connsiteY2088" fmla="*/ 2150459 h 3658174"/>
              <a:gd name="connsiteX2089" fmla="*/ 2896180 w 6514506"/>
              <a:gd name="connsiteY2089" fmla="*/ 2165699 h 3658174"/>
              <a:gd name="connsiteX2090" fmla="*/ 2897990 w 6514506"/>
              <a:gd name="connsiteY2090" fmla="*/ 2180082 h 3658174"/>
              <a:gd name="connsiteX2091" fmla="*/ 2900943 w 6514506"/>
              <a:gd name="connsiteY2091" fmla="*/ 2191798 h 3658174"/>
              <a:gd name="connsiteX2092" fmla="*/ 2903324 w 6514506"/>
              <a:gd name="connsiteY2092" fmla="*/ 2187321 h 3658174"/>
              <a:gd name="connsiteX2093" fmla="*/ 2906658 w 6514506"/>
              <a:gd name="connsiteY2093" fmla="*/ 2188845 h 3658174"/>
              <a:gd name="connsiteX2094" fmla="*/ 2907896 w 6514506"/>
              <a:gd name="connsiteY2094" fmla="*/ 2195703 h 3658174"/>
              <a:gd name="connsiteX2095" fmla="*/ 2908754 w 6514506"/>
              <a:gd name="connsiteY2095" fmla="*/ 2199037 h 3658174"/>
              <a:gd name="connsiteX2096" fmla="*/ 2911421 w 6514506"/>
              <a:gd name="connsiteY2096" fmla="*/ 2205037 h 3658174"/>
              <a:gd name="connsiteX2097" fmla="*/ 2925232 w 6514506"/>
              <a:gd name="connsiteY2097" fmla="*/ 2202942 h 3658174"/>
              <a:gd name="connsiteX2098" fmla="*/ 2932756 w 6514506"/>
              <a:gd name="connsiteY2098" fmla="*/ 2191893 h 3658174"/>
              <a:gd name="connsiteX2099" fmla="*/ 2941710 w 6514506"/>
              <a:gd name="connsiteY2099" fmla="*/ 2182654 h 3658174"/>
              <a:gd name="connsiteX2100" fmla="*/ 2946472 w 6514506"/>
              <a:gd name="connsiteY2100" fmla="*/ 2181796 h 3658174"/>
              <a:gd name="connsiteX2101" fmla="*/ 2953330 w 6514506"/>
              <a:gd name="connsiteY2101" fmla="*/ 2179987 h 3658174"/>
              <a:gd name="connsiteX2102" fmla="*/ 2958093 w 6514506"/>
              <a:gd name="connsiteY2102" fmla="*/ 2173700 h 3658174"/>
              <a:gd name="connsiteX2103" fmla="*/ 2965332 w 6514506"/>
              <a:gd name="connsiteY2103" fmla="*/ 2165318 h 3658174"/>
              <a:gd name="connsiteX2104" fmla="*/ 2974000 w 6514506"/>
              <a:gd name="connsiteY2104" fmla="*/ 2164747 h 3658174"/>
              <a:gd name="connsiteX2105" fmla="*/ 2978762 w 6514506"/>
              <a:gd name="connsiteY2105" fmla="*/ 2165318 h 3658174"/>
              <a:gd name="connsiteX2106" fmla="*/ 2992573 w 6514506"/>
              <a:gd name="connsiteY2106" fmla="*/ 2172843 h 3658174"/>
              <a:gd name="connsiteX2107" fmla="*/ 3017148 w 6514506"/>
              <a:gd name="connsiteY2107" fmla="*/ 2182082 h 3658174"/>
              <a:gd name="connsiteX2108" fmla="*/ 3025244 w 6514506"/>
              <a:gd name="connsiteY2108" fmla="*/ 2183320 h 3658174"/>
              <a:gd name="connsiteX2109" fmla="*/ 3030293 w 6514506"/>
              <a:gd name="connsiteY2109" fmla="*/ 2186368 h 3658174"/>
              <a:gd name="connsiteX2110" fmla="*/ 3036007 w 6514506"/>
              <a:gd name="connsiteY2110" fmla="*/ 2188464 h 3658174"/>
              <a:gd name="connsiteX2111" fmla="*/ 3036201 w 6514506"/>
              <a:gd name="connsiteY2111" fmla="*/ 2189385 h 3658174"/>
              <a:gd name="connsiteX2112" fmla="*/ 3036198 w 6514506"/>
              <a:gd name="connsiteY2112" fmla="*/ 2189131 h 3658174"/>
              <a:gd name="connsiteX2113" fmla="*/ 3046390 w 6514506"/>
              <a:gd name="connsiteY2113" fmla="*/ 2192464 h 3658174"/>
              <a:gd name="connsiteX2114" fmla="*/ 3056581 w 6514506"/>
              <a:gd name="connsiteY2114" fmla="*/ 2196941 h 3658174"/>
              <a:gd name="connsiteX2115" fmla="*/ 3063725 w 6514506"/>
              <a:gd name="connsiteY2115" fmla="*/ 2201418 h 3658174"/>
              <a:gd name="connsiteX2116" fmla="*/ 3082299 w 6514506"/>
              <a:gd name="connsiteY2116" fmla="*/ 2207419 h 3658174"/>
              <a:gd name="connsiteX2117" fmla="*/ 3094872 w 6514506"/>
              <a:gd name="connsiteY2117" fmla="*/ 2211324 h 3658174"/>
              <a:gd name="connsiteX2118" fmla="*/ 3104206 w 6514506"/>
              <a:gd name="connsiteY2118" fmla="*/ 2213134 h 3658174"/>
              <a:gd name="connsiteX2119" fmla="*/ 3114970 w 6514506"/>
              <a:gd name="connsiteY2119" fmla="*/ 2222087 h 3658174"/>
              <a:gd name="connsiteX2120" fmla="*/ 3122113 w 6514506"/>
              <a:gd name="connsiteY2120" fmla="*/ 2230469 h 3658174"/>
              <a:gd name="connsiteX2121" fmla="*/ 3130496 w 6514506"/>
              <a:gd name="connsiteY2121" fmla="*/ 2239137 h 3658174"/>
              <a:gd name="connsiteX2122" fmla="*/ 3132877 w 6514506"/>
              <a:gd name="connsiteY2122" fmla="*/ 2247519 h 3658174"/>
              <a:gd name="connsiteX2123" fmla="*/ 3137354 w 6514506"/>
              <a:gd name="connsiteY2123" fmla="*/ 2254663 h 3658174"/>
              <a:gd name="connsiteX2124" fmla="*/ 3145450 w 6514506"/>
              <a:gd name="connsiteY2124" fmla="*/ 2257996 h 3658174"/>
              <a:gd name="connsiteX2125" fmla="*/ 3156213 w 6514506"/>
              <a:gd name="connsiteY2125" fmla="*/ 2264283 h 3658174"/>
              <a:gd name="connsiteX2126" fmla="*/ 3165833 w 6514506"/>
              <a:gd name="connsiteY2126" fmla="*/ 2264854 h 3658174"/>
              <a:gd name="connsiteX2127" fmla="*/ 3173644 w 6514506"/>
              <a:gd name="connsiteY2127" fmla="*/ 2270855 h 3658174"/>
              <a:gd name="connsiteX2128" fmla="*/ 3175454 w 6514506"/>
              <a:gd name="connsiteY2128" fmla="*/ 2283714 h 3658174"/>
              <a:gd name="connsiteX2129" fmla="*/ 3164405 w 6514506"/>
              <a:gd name="connsiteY2129" fmla="*/ 2286667 h 3658174"/>
              <a:gd name="connsiteX2130" fmla="*/ 3158689 w 6514506"/>
              <a:gd name="connsiteY2130" fmla="*/ 2288762 h 3658174"/>
              <a:gd name="connsiteX2131" fmla="*/ 3166786 w 6514506"/>
              <a:gd name="connsiteY2131" fmla="*/ 2301621 h 3658174"/>
              <a:gd name="connsiteX2132" fmla="*/ 3179930 w 6514506"/>
              <a:gd name="connsiteY2132" fmla="*/ 2315432 h 3658174"/>
              <a:gd name="connsiteX2133" fmla="*/ 3183836 w 6514506"/>
              <a:gd name="connsiteY2133" fmla="*/ 2321719 h 3658174"/>
              <a:gd name="connsiteX2134" fmla="*/ 3187455 w 6514506"/>
              <a:gd name="connsiteY2134" fmla="*/ 2327148 h 3658174"/>
              <a:gd name="connsiteX2135" fmla="*/ 3191074 w 6514506"/>
              <a:gd name="connsiteY2135" fmla="*/ 2334673 h 3658174"/>
              <a:gd name="connsiteX2136" fmla="*/ 3198218 w 6514506"/>
              <a:gd name="connsiteY2136" fmla="*/ 2338864 h 3658174"/>
              <a:gd name="connsiteX2137" fmla="*/ 3204505 w 6514506"/>
              <a:gd name="connsiteY2137" fmla="*/ 2336768 h 3658174"/>
              <a:gd name="connsiteX2138" fmla="*/ 3207457 w 6514506"/>
              <a:gd name="connsiteY2138" fmla="*/ 2341245 h 3658174"/>
              <a:gd name="connsiteX2139" fmla="*/ 3211934 w 6514506"/>
              <a:gd name="connsiteY2139" fmla="*/ 2350484 h 3658174"/>
              <a:gd name="connsiteX2140" fmla="*/ 3223364 w 6514506"/>
              <a:gd name="connsiteY2140" fmla="*/ 2352294 h 3658174"/>
              <a:gd name="connsiteX2141" fmla="*/ 3220030 w 6514506"/>
              <a:gd name="connsiteY2141" fmla="*/ 2355247 h 3658174"/>
              <a:gd name="connsiteX2142" fmla="*/ 3222412 w 6514506"/>
              <a:gd name="connsiteY2142" fmla="*/ 2362771 h 3658174"/>
              <a:gd name="connsiteX2143" fmla="*/ 3236223 w 6514506"/>
              <a:gd name="connsiteY2143" fmla="*/ 2367248 h 3658174"/>
              <a:gd name="connsiteX2144" fmla="*/ 3237461 w 6514506"/>
              <a:gd name="connsiteY2144" fmla="*/ 2369629 h 3658174"/>
              <a:gd name="connsiteX2145" fmla="*/ 3230889 w 6514506"/>
              <a:gd name="connsiteY2145" fmla="*/ 2369344 h 3658174"/>
              <a:gd name="connsiteX2146" fmla="*/ 3229079 w 6514506"/>
              <a:gd name="connsiteY2146" fmla="*/ 2372011 h 3658174"/>
              <a:gd name="connsiteX2147" fmla="*/ 3228222 w 6514506"/>
              <a:gd name="connsiteY2147" fmla="*/ 2378583 h 3658174"/>
              <a:gd name="connsiteX2148" fmla="*/ 3221650 w 6514506"/>
              <a:gd name="connsiteY2148" fmla="*/ 2375916 h 3658174"/>
              <a:gd name="connsiteX2149" fmla="*/ 3220412 w 6514506"/>
              <a:gd name="connsiteY2149" fmla="*/ 2373154 h 3658174"/>
              <a:gd name="connsiteX2150" fmla="*/ 3213839 w 6514506"/>
              <a:gd name="connsiteY2150" fmla="*/ 2370106 h 3658174"/>
              <a:gd name="connsiteX2151" fmla="*/ 3211172 w 6514506"/>
              <a:gd name="connsiteY2151" fmla="*/ 2368867 h 3658174"/>
              <a:gd name="connsiteX2152" fmla="*/ 3207267 w 6514506"/>
              <a:gd name="connsiteY2152" fmla="*/ 2367058 h 3658174"/>
              <a:gd name="connsiteX2153" fmla="*/ 3196218 w 6514506"/>
              <a:gd name="connsiteY2153" fmla="*/ 2366200 h 3658174"/>
              <a:gd name="connsiteX2154" fmla="*/ 3188693 w 6514506"/>
              <a:gd name="connsiteY2154" fmla="*/ 2365343 h 3658174"/>
              <a:gd name="connsiteX2155" fmla="*/ 3180597 w 6514506"/>
              <a:gd name="connsiteY2155" fmla="*/ 2363248 h 3658174"/>
              <a:gd name="connsiteX2156" fmla="*/ 3176406 w 6514506"/>
              <a:gd name="connsiteY2156" fmla="*/ 2363248 h 3658174"/>
              <a:gd name="connsiteX2157" fmla="*/ 3172215 w 6514506"/>
              <a:gd name="connsiteY2157" fmla="*/ 2359628 h 3658174"/>
              <a:gd name="connsiteX2158" fmla="*/ 3166500 w 6514506"/>
              <a:gd name="connsiteY2158" fmla="*/ 2350294 h 3658174"/>
              <a:gd name="connsiteX2159" fmla="*/ 3162595 w 6514506"/>
              <a:gd name="connsiteY2159" fmla="*/ 2348484 h 3658174"/>
              <a:gd name="connsiteX2160" fmla="*/ 3161738 w 6514506"/>
              <a:gd name="connsiteY2160" fmla="*/ 2342197 h 3658174"/>
              <a:gd name="connsiteX2161" fmla="*/ 3158118 w 6514506"/>
              <a:gd name="connsiteY2161" fmla="*/ 2338864 h 3658174"/>
              <a:gd name="connsiteX2162" fmla="*/ 3153355 w 6514506"/>
              <a:gd name="connsiteY2162" fmla="*/ 2335244 h 3658174"/>
              <a:gd name="connsiteX2163" fmla="*/ 3151260 w 6514506"/>
              <a:gd name="connsiteY2163" fmla="*/ 2331053 h 3658174"/>
              <a:gd name="connsiteX2164" fmla="*/ 3136306 w 6514506"/>
              <a:gd name="connsiteY2164" fmla="*/ 2315813 h 3658174"/>
              <a:gd name="connsiteX2165" fmla="*/ 3125543 w 6514506"/>
              <a:gd name="connsiteY2165" fmla="*/ 2311622 h 3658174"/>
              <a:gd name="connsiteX2166" fmla="*/ 3115922 w 6514506"/>
              <a:gd name="connsiteY2166" fmla="*/ 2305907 h 3658174"/>
              <a:gd name="connsiteX2167" fmla="*/ 3107255 w 6514506"/>
              <a:gd name="connsiteY2167" fmla="*/ 2300859 h 3658174"/>
              <a:gd name="connsiteX2168" fmla="*/ 3103349 w 6514506"/>
              <a:gd name="connsiteY2168" fmla="*/ 2299621 h 3658174"/>
              <a:gd name="connsiteX2169" fmla="*/ 3103921 w 6514506"/>
              <a:gd name="connsiteY2169" fmla="*/ 2303812 h 3658174"/>
              <a:gd name="connsiteX2170" fmla="*/ 3097920 w 6514506"/>
              <a:gd name="connsiteY2170" fmla="*/ 2305050 h 3658174"/>
              <a:gd name="connsiteX2171" fmla="*/ 3089252 w 6514506"/>
              <a:gd name="connsiteY2171" fmla="*/ 2300287 h 3658174"/>
              <a:gd name="connsiteX2172" fmla="*/ 3096396 w 6514506"/>
              <a:gd name="connsiteY2172" fmla="*/ 2311337 h 3658174"/>
              <a:gd name="connsiteX2173" fmla="*/ 3090395 w 6514506"/>
              <a:gd name="connsiteY2173" fmla="*/ 2315528 h 3658174"/>
              <a:gd name="connsiteX2174" fmla="*/ 3088014 w 6514506"/>
              <a:gd name="connsiteY2174" fmla="*/ 2317623 h 3658174"/>
              <a:gd name="connsiteX2175" fmla="*/ 3086776 w 6514506"/>
              <a:gd name="connsiteY2175" fmla="*/ 2320576 h 3658174"/>
              <a:gd name="connsiteX2176" fmla="*/ 3075346 w 6514506"/>
              <a:gd name="connsiteY2176" fmla="*/ 2322386 h 3658174"/>
              <a:gd name="connsiteX2177" fmla="*/ 3065154 w 6514506"/>
              <a:gd name="connsiteY2177" fmla="*/ 2324481 h 3658174"/>
              <a:gd name="connsiteX2178" fmla="*/ 3073822 w 6514506"/>
              <a:gd name="connsiteY2178" fmla="*/ 2324767 h 3658174"/>
              <a:gd name="connsiteX2179" fmla="*/ 3079537 w 6514506"/>
              <a:gd name="connsiteY2179" fmla="*/ 2328005 h 3658174"/>
              <a:gd name="connsiteX2180" fmla="*/ 3086680 w 6514506"/>
              <a:gd name="connsiteY2180" fmla="*/ 2332768 h 3658174"/>
              <a:gd name="connsiteX2181" fmla="*/ 3084299 w 6514506"/>
              <a:gd name="connsiteY2181" fmla="*/ 2340864 h 3658174"/>
              <a:gd name="connsiteX2182" fmla="*/ 3072583 w 6514506"/>
              <a:gd name="connsiteY2182" fmla="*/ 2343817 h 3658174"/>
              <a:gd name="connsiteX2183" fmla="*/ 3064202 w 6514506"/>
              <a:gd name="connsiteY2183" fmla="*/ 2342293 h 3658174"/>
              <a:gd name="connsiteX2184" fmla="*/ 3060868 w 6514506"/>
              <a:gd name="connsiteY2184" fmla="*/ 2341054 h 3658174"/>
              <a:gd name="connsiteX2185" fmla="*/ 3048009 w 6514506"/>
              <a:gd name="connsiteY2185" fmla="*/ 2340769 h 3658174"/>
              <a:gd name="connsiteX2186" fmla="*/ 3040308 w 6514506"/>
              <a:gd name="connsiteY2186" fmla="*/ 2340497 h 3658174"/>
              <a:gd name="connsiteX2187" fmla="*/ 3040294 w 6514506"/>
              <a:gd name="connsiteY2187" fmla="*/ 2340578 h 3658174"/>
              <a:gd name="connsiteX2188" fmla="*/ 3040172 w 6514506"/>
              <a:gd name="connsiteY2188" fmla="*/ 2340492 h 3658174"/>
              <a:gd name="connsiteX2189" fmla="*/ 3039913 w 6514506"/>
              <a:gd name="connsiteY2189" fmla="*/ 2340483 h 3658174"/>
              <a:gd name="connsiteX2190" fmla="*/ 3039906 w 6514506"/>
              <a:gd name="connsiteY2190" fmla="*/ 2340306 h 3658174"/>
              <a:gd name="connsiteX2191" fmla="*/ 3035531 w 6514506"/>
              <a:gd name="connsiteY2191" fmla="*/ 2337244 h 3658174"/>
              <a:gd name="connsiteX2192" fmla="*/ 3027435 w 6514506"/>
              <a:gd name="connsiteY2192" fmla="*/ 2328005 h 3658174"/>
              <a:gd name="connsiteX2193" fmla="*/ 3019339 w 6514506"/>
              <a:gd name="connsiteY2193" fmla="*/ 2316956 h 3658174"/>
              <a:gd name="connsiteX2194" fmla="*/ 3016957 w 6514506"/>
              <a:gd name="connsiteY2194" fmla="*/ 2315718 h 3658174"/>
              <a:gd name="connsiteX2195" fmla="*/ 3011814 w 6514506"/>
              <a:gd name="connsiteY2195" fmla="*/ 2317242 h 3658174"/>
              <a:gd name="connsiteX2196" fmla="*/ 3002479 w 6514506"/>
              <a:gd name="connsiteY2196" fmla="*/ 2317528 h 3658174"/>
              <a:gd name="connsiteX2197" fmla="*/ 2995336 w 6514506"/>
              <a:gd name="connsiteY2197" fmla="*/ 2321147 h 3658174"/>
              <a:gd name="connsiteX2198" fmla="*/ 2995050 w 6514506"/>
              <a:gd name="connsiteY2198" fmla="*/ 2313051 h 3658174"/>
              <a:gd name="connsiteX2199" fmla="*/ 2995336 w 6514506"/>
              <a:gd name="connsiteY2199" fmla="*/ 2302288 h 3658174"/>
              <a:gd name="connsiteX2200" fmla="*/ 2997431 w 6514506"/>
              <a:gd name="connsiteY2200" fmla="*/ 2297811 h 3658174"/>
              <a:gd name="connsiteX2201" fmla="*/ 2995336 w 6514506"/>
              <a:gd name="connsiteY2201" fmla="*/ 2295430 h 3658174"/>
              <a:gd name="connsiteX2202" fmla="*/ 2986954 w 6514506"/>
              <a:gd name="connsiteY2202" fmla="*/ 2291524 h 3658174"/>
              <a:gd name="connsiteX2203" fmla="*/ 2988763 w 6514506"/>
              <a:gd name="connsiteY2203" fmla="*/ 2286095 h 3658174"/>
              <a:gd name="connsiteX2204" fmla="*/ 2986382 w 6514506"/>
              <a:gd name="connsiteY2204" fmla="*/ 2278570 h 3658174"/>
              <a:gd name="connsiteX2205" fmla="*/ 2981334 w 6514506"/>
              <a:gd name="connsiteY2205" fmla="*/ 2264473 h 3658174"/>
              <a:gd name="connsiteX2206" fmla="*/ 2985811 w 6514506"/>
              <a:gd name="connsiteY2206" fmla="*/ 2260282 h 3658174"/>
              <a:gd name="connsiteX2207" fmla="*/ 2981905 w 6514506"/>
              <a:gd name="connsiteY2207" fmla="*/ 2258473 h 3658174"/>
              <a:gd name="connsiteX2208" fmla="*/ 2976190 w 6514506"/>
              <a:gd name="connsiteY2208" fmla="*/ 2258758 h 3658174"/>
              <a:gd name="connsiteX2209" fmla="*/ 2970475 w 6514506"/>
              <a:gd name="connsiteY2209" fmla="*/ 2253996 h 3658174"/>
              <a:gd name="connsiteX2210" fmla="*/ 2964189 w 6514506"/>
              <a:gd name="connsiteY2210" fmla="*/ 2249805 h 3658174"/>
              <a:gd name="connsiteX2211" fmla="*/ 2945615 w 6514506"/>
              <a:gd name="connsiteY2211" fmla="*/ 2237232 h 3658174"/>
              <a:gd name="connsiteX2212" fmla="*/ 2923708 w 6514506"/>
              <a:gd name="connsiteY2212" fmla="*/ 2231231 h 3658174"/>
              <a:gd name="connsiteX2213" fmla="*/ 2914088 w 6514506"/>
              <a:gd name="connsiteY2213" fmla="*/ 2229421 h 3658174"/>
              <a:gd name="connsiteX2214" fmla="*/ 2908944 w 6514506"/>
              <a:gd name="connsiteY2214" fmla="*/ 2223992 h 3658174"/>
              <a:gd name="connsiteX2215" fmla="*/ 2907134 w 6514506"/>
              <a:gd name="connsiteY2215" fmla="*/ 2222468 h 3658174"/>
              <a:gd name="connsiteX2216" fmla="*/ 2904753 w 6514506"/>
              <a:gd name="connsiteY2216" fmla="*/ 2220944 h 3658174"/>
              <a:gd name="connsiteX2217" fmla="*/ 2901133 w 6514506"/>
              <a:gd name="connsiteY2217" fmla="*/ 2221230 h 3658174"/>
              <a:gd name="connsiteX2218" fmla="*/ 2896657 w 6514506"/>
              <a:gd name="connsiteY2218" fmla="*/ 2219706 h 3658174"/>
              <a:gd name="connsiteX2219" fmla="*/ 2893895 w 6514506"/>
              <a:gd name="connsiteY2219" fmla="*/ 2217039 h 3658174"/>
              <a:gd name="connsiteX2220" fmla="*/ 2890561 w 6514506"/>
              <a:gd name="connsiteY2220" fmla="*/ 2212276 h 3658174"/>
              <a:gd name="connsiteX2221" fmla="*/ 2889989 w 6514506"/>
              <a:gd name="connsiteY2221" fmla="*/ 2201799 h 3658174"/>
              <a:gd name="connsiteX2222" fmla="*/ 2888465 w 6514506"/>
              <a:gd name="connsiteY2222" fmla="*/ 2198846 h 3658174"/>
              <a:gd name="connsiteX2223" fmla="*/ 2886941 w 6514506"/>
              <a:gd name="connsiteY2223" fmla="*/ 2205990 h 3658174"/>
              <a:gd name="connsiteX2224" fmla="*/ 2881798 w 6514506"/>
              <a:gd name="connsiteY2224" fmla="*/ 2211038 h 3658174"/>
              <a:gd name="connsiteX2225" fmla="*/ 2881798 w 6514506"/>
              <a:gd name="connsiteY2225" fmla="*/ 2215515 h 3658174"/>
              <a:gd name="connsiteX2226" fmla="*/ 2873416 w 6514506"/>
              <a:gd name="connsiteY2226" fmla="*/ 2227231 h 3658174"/>
              <a:gd name="connsiteX2227" fmla="*/ 2870654 w 6514506"/>
              <a:gd name="connsiteY2227" fmla="*/ 2218277 h 3658174"/>
              <a:gd name="connsiteX2228" fmla="*/ 2870368 w 6514506"/>
              <a:gd name="connsiteY2228" fmla="*/ 2209609 h 3658174"/>
              <a:gd name="connsiteX2229" fmla="*/ 2869129 w 6514506"/>
              <a:gd name="connsiteY2229" fmla="*/ 2203323 h 3658174"/>
              <a:gd name="connsiteX2230" fmla="*/ 2864367 w 6514506"/>
              <a:gd name="connsiteY2230" fmla="*/ 2200656 h 3658174"/>
              <a:gd name="connsiteX2231" fmla="*/ 2855985 w 6514506"/>
              <a:gd name="connsiteY2231" fmla="*/ 2196179 h 3658174"/>
              <a:gd name="connsiteX2232" fmla="*/ 2851794 w 6514506"/>
              <a:gd name="connsiteY2232" fmla="*/ 2193226 h 3658174"/>
              <a:gd name="connsiteX2233" fmla="*/ 2861414 w 6514506"/>
              <a:gd name="connsiteY2233" fmla="*/ 2189321 h 3658174"/>
              <a:gd name="connsiteX2234" fmla="*/ 2872178 w 6514506"/>
              <a:gd name="connsiteY2234" fmla="*/ 2187511 h 3658174"/>
              <a:gd name="connsiteX2235" fmla="*/ 2884179 w 6514506"/>
              <a:gd name="connsiteY2235" fmla="*/ 2190845 h 3658174"/>
              <a:gd name="connsiteX2236" fmla="*/ 2887132 w 6514506"/>
              <a:gd name="connsiteY2236" fmla="*/ 2190559 h 3658174"/>
              <a:gd name="connsiteX2237" fmla="*/ 2890465 w 6514506"/>
              <a:gd name="connsiteY2237" fmla="*/ 2186654 h 3658174"/>
              <a:gd name="connsiteX2238" fmla="*/ 2891989 w 6514506"/>
              <a:gd name="connsiteY2238" fmla="*/ 2183035 h 3658174"/>
              <a:gd name="connsiteX2239" fmla="*/ 2892275 w 6514506"/>
              <a:gd name="connsiteY2239" fmla="*/ 2179129 h 3658174"/>
              <a:gd name="connsiteX2240" fmla="*/ 2888084 w 6514506"/>
              <a:gd name="connsiteY2240" fmla="*/ 2177320 h 3658174"/>
              <a:gd name="connsiteX2241" fmla="*/ 2882941 w 6514506"/>
              <a:gd name="connsiteY2241" fmla="*/ 2179987 h 3658174"/>
              <a:gd name="connsiteX2242" fmla="*/ 2876654 w 6514506"/>
              <a:gd name="connsiteY2242" fmla="*/ 2180558 h 3658174"/>
              <a:gd name="connsiteX2243" fmla="*/ 2866748 w 6514506"/>
              <a:gd name="connsiteY2243" fmla="*/ 2180558 h 3658174"/>
              <a:gd name="connsiteX2244" fmla="*/ 2858652 w 6514506"/>
              <a:gd name="connsiteY2244" fmla="*/ 2180272 h 3658174"/>
              <a:gd name="connsiteX2245" fmla="*/ 2852937 w 6514506"/>
              <a:gd name="connsiteY2245" fmla="*/ 2167414 h 3658174"/>
              <a:gd name="connsiteX2246" fmla="*/ 2852080 w 6514506"/>
              <a:gd name="connsiteY2246" fmla="*/ 2164747 h 3658174"/>
              <a:gd name="connsiteX2247" fmla="*/ 2844269 w 6514506"/>
              <a:gd name="connsiteY2247" fmla="*/ 2162651 h 3658174"/>
              <a:gd name="connsiteX2248" fmla="*/ 2839793 w 6514506"/>
              <a:gd name="connsiteY2248" fmla="*/ 2164747 h 3658174"/>
              <a:gd name="connsiteX2249" fmla="*/ 2835316 w 6514506"/>
              <a:gd name="connsiteY2249" fmla="*/ 2166842 h 3658174"/>
              <a:gd name="connsiteX2250" fmla="*/ 2835316 w 6514506"/>
              <a:gd name="connsiteY2250" fmla="*/ 2160841 h 3658174"/>
              <a:gd name="connsiteX2251" fmla="*/ 2837125 w 6514506"/>
              <a:gd name="connsiteY2251" fmla="*/ 2155412 h 3658174"/>
              <a:gd name="connsiteX2252" fmla="*/ 2842840 w 6514506"/>
              <a:gd name="connsiteY2252" fmla="*/ 2146459 h 3658174"/>
              <a:gd name="connsiteX2253" fmla="*/ 2853889 w 6514506"/>
              <a:gd name="connsiteY2253" fmla="*/ 2141982 h 3658174"/>
              <a:gd name="connsiteX2254" fmla="*/ 2865891 w 6514506"/>
              <a:gd name="connsiteY2254" fmla="*/ 2139886 h 3658174"/>
              <a:gd name="connsiteX2255" fmla="*/ 2300391 w 6514506"/>
              <a:gd name="connsiteY2255" fmla="*/ 2137981 h 3658174"/>
              <a:gd name="connsiteX2256" fmla="*/ 2305439 w 6514506"/>
              <a:gd name="connsiteY2256" fmla="*/ 2139790 h 3658174"/>
              <a:gd name="connsiteX2257" fmla="*/ 2306297 w 6514506"/>
              <a:gd name="connsiteY2257" fmla="*/ 2142457 h 3658174"/>
              <a:gd name="connsiteX2258" fmla="*/ 2300963 w 6514506"/>
              <a:gd name="connsiteY2258" fmla="*/ 2140362 h 3658174"/>
              <a:gd name="connsiteX2259" fmla="*/ 2300391 w 6514506"/>
              <a:gd name="connsiteY2259" fmla="*/ 2137981 h 3658174"/>
              <a:gd name="connsiteX2260" fmla="*/ 463304 w 6514506"/>
              <a:gd name="connsiteY2260" fmla="*/ 2136076 h 3658174"/>
              <a:gd name="connsiteX2261" fmla="*/ 466258 w 6514506"/>
              <a:gd name="connsiteY2261" fmla="*/ 2137886 h 3658174"/>
              <a:gd name="connsiteX2262" fmla="*/ 464161 w 6514506"/>
              <a:gd name="connsiteY2262" fmla="*/ 2140267 h 3658174"/>
              <a:gd name="connsiteX2263" fmla="*/ 463304 w 6514506"/>
              <a:gd name="connsiteY2263" fmla="*/ 2136076 h 3658174"/>
              <a:gd name="connsiteX2264" fmla="*/ 5543939 w 6514506"/>
              <a:gd name="connsiteY2264" fmla="*/ 2135980 h 3658174"/>
              <a:gd name="connsiteX2265" fmla="*/ 5549368 w 6514506"/>
              <a:gd name="connsiteY2265" fmla="*/ 2138362 h 3658174"/>
              <a:gd name="connsiteX2266" fmla="*/ 5546987 w 6514506"/>
              <a:gd name="connsiteY2266" fmla="*/ 2141314 h 3658174"/>
              <a:gd name="connsiteX2267" fmla="*/ 5542701 w 6514506"/>
              <a:gd name="connsiteY2267" fmla="*/ 2140743 h 3658174"/>
              <a:gd name="connsiteX2268" fmla="*/ 5543939 w 6514506"/>
              <a:gd name="connsiteY2268" fmla="*/ 2135980 h 3658174"/>
              <a:gd name="connsiteX2269" fmla="*/ 2802740 w 6514506"/>
              <a:gd name="connsiteY2269" fmla="*/ 2133695 h 3658174"/>
              <a:gd name="connsiteX2270" fmla="*/ 2804549 w 6514506"/>
              <a:gd name="connsiteY2270" fmla="*/ 2137219 h 3658174"/>
              <a:gd name="connsiteX2271" fmla="*/ 2800073 w 6514506"/>
              <a:gd name="connsiteY2271" fmla="*/ 2134267 h 3658174"/>
              <a:gd name="connsiteX2272" fmla="*/ 2802740 w 6514506"/>
              <a:gd name="connsiteY2272" fmla="*/ 2133695 h 3658174"/>
              <a:gd name="connsiteX2273" fmla="*/ 5522889 w 6514506"/>
              <a:gd name="connsiteY2273" fmla="*/ 2133599 h 3658174"/>
              <a:gd name="connsiteX2274" fmla="*/ 5527652 w 6514506"/>
              <a:gd name="connsiteY2274" fmla="*/ 2136647 h 3658174"/>
              <a:gd name="connsiteX2275" fmla="*/ 5522032 w 6514506"/>
              <a:gd name="connsiteY2275" fmla="*/ 2136266 h 3658174"/>
              <a:gd name="connsiteX2276" fmla="*/ 5522889 w 6514506"/>
              <a:gd name="connsiteY2276" fmla="*/ 2133599 h 3658174"/>
              <a:gd name="connsiteX2277" fmla="*/ 2833696 w 6514506"/>
              <a:gd name="connsiteY2277" fmla="*/ 2133409 h 3658174"/>
              <a:gd name="connsiteX2278" fmla="*/ 2842840 w 6514506"/>
              <a:gd name="connsiteY2278" fmla="*/ 2135885 h 3658174"/>
              <a:gd name="connsiteX2279" fmla="*/ 2841315 w 6514506"/>
              <a:gd name="connsiteY2279" fmla="*/ 2141315 h 3658174"/>
              <a:gd name="connsiteX2280" fmla="*/ 2832648 w 6514506"/>
              <a:gd name="connsiteY2280" fmla="*/ 2138362 h 3658174"/>
              <a:gd name="connsiteX2281" fmla="*/ 2831124 w 6514506"/>
              <a:gd name="connsiteY2281" fmla="*/ 2139791 h 3658174"/>
              <a:gd name="connsiteX2282" fmla="*/ 2829028 w 6514506"/>
              <a:gd name="connsiteY2282" fmla="*/ 2142553 h 3658174"/>
              <a:gd name="connsiteX2283" fmla="*/ 2825695 w 6514506"/>
              <a:gd name="connsiteY2283" fmla="*/ 2141315 h 3658174"/>
              <a:gd name="connsiteX2284" fmla="*/ 2819980 w 6514506"/>
              <a:gd name="connsiteY2284" fmla="*/ 2140076 h 3658174"/>
              <a:gd name="connsiteX2285" fmla="*/ 2822075 w 6514506"/>
              <a:gd name="connsiteY2285" fmla="*/ 2136171 h 3658174"/>
              <a:gd name="connsiteX2286" fmla="*/ 2826838 w 6514506"/>
              <a:gd name="connsiteY2286" fmla="*/ 2134933 h 3658174"/>
              <a:gd name="connsiteX2287" fmla="*/ 2833696 w 6514506"/>
              <a:gd name="connsiteY2287" fmla="*/ 2133409 h 3658174"/>
              <a:gd name="connsiteX2288" fmla="*/ 5540320 w 6514506"/>
              <a:gd name="connsiteY2288" fmla="*/ 2130266 h 3658174"/>
              <a:gd name="connsiteX2289" fmla="*/ 5542701 w 6514506"/>
              <a:gd name="connsiteY2289" fmla="*/ 2132933 h 3658174"/>
              <a:gd name="connsiteX2290" fmla="*/ 5539463 w 6514506"/>
              <a:gd name="connsiteY2290" fmla="*/ 2132362 h 3658174"/>
              <a:gd name="connsiteX2291" fmla="*/ 5540320 w 6514506"/>
              <a:gd name="connsiteY2291" fmla="*/ 2130266 h 3658174"/>
              <a:gd name="connsiteX2292" fmla="*/ 6246313 w 6514506"/>
              <a:gd name="connsiteY2292" fmla="*/ 2126646 h 3658174"/>
              <a:gd name="connsiteX2293" fmla="*/ 6248408 w 6514506"/>
              <a:gd name="connsiteY2293" fmla="*/ 2128456 h 3658174"/>
              <a:gd name="connsiteX2294" fmla="*/ 6245741 w 6514506"/>
              <a:gd name="connsiteY2294" fmla="*/ 2132361 h 3658174"/>
              <a:gd name="connsiteX2295" fmla="*/ 6244503 w 6514506"/>
              <a:gd name="connsiteY2295" fmla="*/ 2131504 h 3658174"/>
              <a:gd name="connsiteX2296" fmla="*/ 6246313 w 6514506"/>
              <a:gd name="connsiteY2296" fmla="*/ 2126646 h 3658174"/>
              <a:gd name="connsiteX2297" fmla="*/ 5522890 w 6514506"/>
              <a:gd name="connsiteY2297" fmla="*/ 2121598 h 3658174"/>
              <a:gd name="connsiteX2298" fmla="*/ 5534320 w 6514506"/>
              <a:gd name="connsiteY2298" fmla="*/ 2130838 h 3658174"/>
              <a:gd name="connsiteX2299" fmla="*/ 5536701 w 6514506"/>
              <a:gd name="connsiteY2299" fmla="*/ 2147030 h 3658174"/>
              <a:gd name="connsiteX2300" fmla="*/ 5527748 w 6514506"/>
              <a:gd name="connsiteY2300" fmla="*/ 2151221 h 3658174"/>
              <a:gd name="connsiteX2301" fmla="*/ 5528319 w 6514506"/>
              <a:gd name="connsiteY2301" fmla="*/ 2143410 h 3658174"/>
              <a:gd name="connsiteX2302" fmla="*/ 5530700 w 6514506"/>
              <a:gd name="connsiteY2302" fmla="*/ 2134743 h 3658174"/>
              <a:gd name="connsiteX2303" fmla="*/ 5526795 w 6514506"/>
              <a:gd name="connsiteY2303" fmla="*/ 2128456 h 3658174"/>
              <a:gd name="connsiteX2304" fmla="*/ 5522890 w 6514506"/>
              <a:gd name="connsiteY2304" fmla="*/ 2125218 h 3658174"/>
              <a:gd name="connsiteX2305" fmla="*/ 5522890 w 6514506"/>
              <a:gd name="connsiteY2305" fmla="*/ 2121598 h 3658174"/>
              <a:gd name="connsiteX2306" fmla="*/ 6254410 w 6514506"/>
              <a:gd name="connsiteY2306" fmla="*/ 2121312 h 3658174"/>
              <a:gd name="connsiteX2307" fmla="*/ 6251076 w 6514506"/>
              <a:gd name="connsiteY2307" fmla="*/ 2124931 h 3658174"/>
              <a:gd name="connsiteX2308" fmla="*/ 6250219 w 6514506"/>
              <a:gd name="connsiteY2308" fmla="*/ 2123407 h 3658174"/>
              <a:gd name="connsiteX2309" fmla="*/ 6254410 w 6514506"/>
              <a:gd name="connsiteY2309" fmla="*/ 2121312 h 3658174"/>
              <a:gd name="connsiteX2310" fmla="*/ 6275079 w 6514506"/>
              <a:gd name="connsiteY2310" fmla="*/ 2117693 h 3658174"/>
              <a:gd name="connsiteX2311" fmla="*/ 6279556 w 6514506"/>
              <a:gd name="connsiteY2311" fmla="*/ 2117693 h 3658174"/>
              <a:gd name="connsiteX2312" fmla="*/ 6281079 w 6514506"/>
              <a:gd name="connsiteY2312" fmla="*/ 2121027 h 3658174"/>
              <a:gd name="connsiteX2313" fmla="*/ 6275365 w 6514506"/>
              <a:gd name="connsiteY2313" fmla="*/ 2121598 h 3658174"/>
              <a:gd name="connsiteX2314" fmla="*/ 6275079 w 6514506"/>
              <a:gd name="connsiteY2314" fmla="*/ 2117693 h 3658174"/>
              <a:gd name="connsiteX2315" fmla="*/ 6262887 w 6514506"/>
              <a:gd name="connsiteY2315" fmla="*/ 2115217 h 3658174"/>
              <a:gd name="connsiteX2316" fmla="*/ 6272507 w 6514506"/>
              <a:gd name="connsiteY2316" fmla="*/ 2117884 h 3658174"/>
              <a:gd name="connsiteX2317" fmla="*/ 6267078 w 6514506"/>
              <a:gd name="connsiteY2317" fmla="*/ 2121217 h 3658174"/>
              <a:gd name="connsiteX2318" fmla="*/ 6261648 w 6514506"/>
              <a:gd name="connsiteY2318" fmla="*/ 2118550 h 3658174"/>
              <a:gd name="connsiteX2319" fmla="*/ 6262887 w 6514506"/>
              <a:gd name="connsiteY2319" fmla="*/ 2115217 h 3658174"/>
              <a:gd name="connsiteX2320" fmla="*/ 6258601 w 6514506"/>
              <a:gd name="connsiteY2320" fmla="*/ 2111406 h 3658174"/>
              <a:gd name="connsiteX2321" fmla="*/ 6259744 w 6514506"/>
              <a:gd name="connsiteY2321" fmla="*/ 2113502 h 3658174"/>
              <a:gd name="connsiteX2322" fmla="*/ 6256791 w 6514506"/>
              <a:gd name="connsiteY2322" fmla="*/ 2114359 h 3658174"/>
              <a:gd name="connsiteX2323" fmla="*/ 6258601 w 6514506"/>
              <a:gd name="connsiteY2323" fmla="*/ 2111406 h 3658174"/>
              <a:gd name="connsiteX2324" fmla="*/ 2264101 w 6514506"/>
              <a:gd name="connsiteY2324" fmla="*/ 2109787 h 3658174"/>
              <a:gd name="connsiteX2325" fmla="*/ 2271626 w 6514506"/>
              <a:gd name="connsiteY2325" fmla="*/ 2111025 h 3658174"/>
              <a:gd name="connsiteX2326" fmla="*/ 2271626 w 6514506"/>
              <a:gd name="connsiteY2326" fmla="*/ 2114645 h 3658174"/>
              <a:gd name="connsiteX2327" fmla="*/ 2269530 w 6514506"/>
              <a:gd name="connsiteY2327" fmla="*/ 2116740 h 3658174"/>
              <a:gd name="connsiteX2328" fmla="*/ 2265053 w 6514506"/>
              <a:gd name="connsiteY2328" fmla="*/ 2117026 h 3658174"/>
              <a:gd name="connsiteX2329" fmla="*/ 2259624 w 6514506"/>
              <a:gd name="connsiteY2329" fmla="*/ 2114835 h 3658174"/>
              <a:gd name="connsiteX2330" fmla="*/ 2258100 w 6514506"/>
              <a:gd name="connsiteY2330" fmla="*/ 2110930 h 3658174"/>
              <a:gd name="connsiteX2331" fmla="*/ 2260481 w 6514506"/>
              <a:gd name="connsiteY2331" fmla="*/ 2110073 h 3658174"/>
              <a:gd name="connsiteX2332" fmla="*/ 2264101 w 6514506"/>
              <a:gd name="connsiteY2332" fmla="*/ 2109787 h 3658174"/>
              <a:gd name="connsiteX2333" fmla="*/ 2158945 w 6514506"/>
              <a:gd name="connsiteY2333" fmla="*/ 2103501 h 3658174"/>
              <a:gd name="connsiteX2334" fmla="*/ 2164946 w 6514506"/>
              <a:gd name="connsiteY2334" fmla="*/ 2104739 h 3658174"/>
              <a:gd name="connsiteX2335" fmla="*/ 2167994 w 6514506"/>
              <a:gd name="connsiteY2335" fmla="*/ 2110168 h 3658174"/>
              <a:gd name="connsiteX2336" fmla="*/ 2169804 w 6514506"/>
              <a:gd name="connsiteY2336" fmla="*/ 2117693 h 3658174"/>
              <a:gd name="connsiteX2337" fmla="*/ 2164089 w 6514506"/>
              <a:gd name="connsiteY2337" fmla="*/ 2119217 h 3658174"/>
              <a:gd name="connsiteX2338" fmla="*/ 2161993 w 6514506"/>
              <a:gd name="connsiteY2338" fmla="*/ 2113788 h 3658174"/>
              <a:gd name="connsiteX2339" fmla="*/ 2158945 w 6514506"/>
              <a:gd name="connsiteY2339" fmla="*/ 2107977 h 3658174"/>
              <a:gd name="connsiteX2340" fmla="*/ 2158945 w 6514506"/>
              <a:gd name="connsiteY2340" fmla="*/ 2103501 h 3658174"/>
              <a:gd name="connsiteX2341" fmla="*/ 2255719 w 6514506"/>
              <a:gd name="connsiteY2341" fmla="*/ 2102834 h 3658174"/>
              <a:gd name="connsiteX2342" fmla="*/ 2257815 w 6514506"/>
              <a:gd name="connsiteY2342" fmla="*/ 2105882 h 3658174"/>
              <a:gd name="connsiteX2343" fmla="*/ 2256576 w 6514506"/>
              <a:gd name="connsiteY2343" fmla="*/ 2108835 h 3658174"/>
              <a:gd name="connsiteX2344" fmla="*/ 2255719 w 6514506"/>
              <a:gd name="connsiteY2344" fmla="*/ 2102834 h 3658174"/>
              <a:gd name="connsiteX2345" fmla="*/ 2284794 w 6514506"/>
              <a:gd name="connsiteY2345" fmla="*/ 2101845 h 3658174"/>
              <a:gd name="connsiteX2346" fmla="*/ 2290104 w 6514506"/>
              <a:gd name="connsiteY2346" fmla="*/ 2102071 h 3658174"/>
              <a:gd name="connsiteX2347" fmla="*/ 2283913 w 6514506"/>
              <a:gd name="connsiteY2347" fmla="*/ 2105119 h 3658174"/>
              <a:gd name="connsiteX2348" fmla="*/ 2284794 w 6514506"/>
              <a:gd name="connsiteY2348" fmla="*/ 2101845 h 3658174"/>
              <a:gd name="connsiteX2349" fmla="*/ 2711395 w 6514506"/>
              <a:gd name="connsiteY2349" fmla="*/ 2092642 h 3658174"/>
              <a:gd name="connsiteX2350" fmla="*/ 2715586 w 6514506"/>
              <a:gd name="connsiteY2350" fmla="*/ 2095023 h 3658174"/>
              <a:gd name="connsiteX2351" fmla="*/ 2715300 w 6514506"/>
              <a:gd name="connsiteY2351" fmla="*/ 2099786 h 3658174"/>
              <a:gd name="connsiteX2352" fmla="*/ 2712633 w 6514506"/>
              <a:gd name="connsiteY2352" fmla="*/ 2105215 h 3658174"/>
              <a:gd name="connsiteX2353" fmla="*/ 2701203 w 6514506"/>
              <a:gd name="connsiteY2353" fmla="*/ 2115597 h 3658174"/>
              <a:gd name="connsiteX2354" fmla="*/ 2684725 w 6514506"/>
              <a:gd name="connsiteY2354" fmla="*/ 2124265 h 3658174"/>
              <a:gd name="connsiteX2355" fmla="*/ 2671866 w 6514506"/>
              <a:gd name="connsiteY2355" fmla="*/ 2121598 h 3658174"/>
              <a:gd name="connsiteX2356" fmla="*/ 2665294 w 6514506"/>
              <a:gd name="connsiteY2356" fmla="*/ 2118645 h 3658174"/>
              <a:gd name="connsiteX2357" fmla="*/ 2644053 w 6514506"/>
              <a:gd name="connsiteY2357" fmla="*/ 2117407 h 3658174"/>
              <a:gd name="connsiteX2358" fmla="*/ 2626717 w 6514506"/>
              <a:gd name="connsiteY2358" fmla="*/ 2119217 h 3658174"/>
              <a:gd name="connsiteX2359" fmla="*/ 2614430 w 6514506"/>
              <a:gd name="connsiteY2359" fmla="*/ 2124932 h 3658174"/>
              <a:gd name="connsiteX2360" fmla="*/ 2611097 w 6514506"/>
              <a:gd name="connsiteY2360" fmla="*/ 2135981 h 3658174"/>
              <a:gd name="connsiteX2361" fmla="*/ 2610811 w 6514506"/>
              <a:gd name="connsiteY2361" fmla="*/ 2140743 h 3658174"/>
              <a:gd name="connsiteX2362" fmla="*/ 2615288 w 6514506"/>
              <a:gd name="connsiteY2362" fmla="*/ 2155126 h 3658174"/>
              <a:gd name="connsiteX2363" fmla="*/ 2621574 w 6514506"/>
              <a:gd name="connsiteY2363" fmla="*/ 2164461 h 3658174"/>
              <a:gd name="connsiteX2364" fmla="*/ 2631766 w 6514506"/>
              <a:gd name="connsiteY2364" fmla="*/ 2168080 h 3658174"/>
              <a:gd name="connsiteX2365" fmla="*/ 2641100 w 6514506"/>
              <a:gd name="connsiteY2365" fmla="*/ 2158746 h 3658174"/>
              <a:gd name="connsiteX2366" fmla="*/ 2644053 w 6514506"/>
              <a:gd name="connsiteY2366" fmla="*/ 2156079 h 3658174"/>
              <a:gd name="connsiteX2367" fmla="*/ 2648816 w 6514506"/>
              <a:gd name="connsiteY2367" fmla="*/ 2156079 h 3658174"/>
              <a:gd name="connsiteX2368" fmla="*/ 2654531 w 6514506"/>
              <a:gd name="connsiteY2368" fmla="*/ 2153697 h 3658174"/>
              <a:gd name="connsiteX2369" fmla="*/ 2659579 w 6514506"/>
              <a:gd name="connsiteY2369" fmla="*/ 2151316 h 3658174"/>
              <a:gd name="connsiteX2370" fmla="*/ 2665008 w 6514506"/>
              <a:gd name="connsiteY2370" fmla="*/ 2149221 h 3658174"/>
              <a:gd name="connsiteX2371" fmla="*/ 2672533 w 6514506"/>
              <a:gd name="connsiteY2371" fmla="*/ 2147411 h 3658174"/>
              <a:gd name="connsiteX2372" fmla="*/ 2677676 w 6514506"/>
              <a:gd name="connsiteY2372" fmla="*/ 2154936 h 3658174"/>
              <a:gd name="connsiteX2373" fmla="*/ 2672247 w 6514506"/>
              <a:gd name="connsiteY2373" fmla="*/ 2154364 h 3658174"/>
              <a:gd name="connsiteX2374" fmla="*/ 2665389 w 6514506"/>
              <a:gd name="connsiteY2374" fmla="*/ 2158269 h 3658174"/>
              <a:gd name="connsiteX2375" fmla="*/ 2657864 w 6514506"/>
              <a:gd name="connsiteY2375" fmla="*/ 2169318 h 3658174"/>
              <a:gd name="connsiteX2376" fmla="*/ 2646434 w 6514506"/>
              <a:gd name="connsiteY2376" fmla="*/ 2176843 h 3658174"/>
              <a:gd name="connsiteX2377" fmla="*/ 2639291 w 6514506"/>
              <a:gd name="connsiteY2377" fmla="*/ 2179224 h 3658174"/>
              <a:gd name="connsiteX2378" fmla="*/ 2634814 w 6514506"/>
              <a:gd name="connsiteY2378" fmla="*/ 2177701 h 3658174"/>
              <a:gd name="connsiteX2379" fmla="*/ 2638433 w 6514506"/>
              <a:gd name="connsiteY2379" fmla="*/ 2184939 h 3658174"/>
              <a:gd name="connsiteX2380" fmla="*/ 2646244 w 6514506"/>
              <a:gd name="connsiteY2380" fmla="*/ 2190940 h 3658174"/>
              <a:gd name="connsiteX2381" fmla="*/ 2651673 w 6514506"/>
              <a:gd name="connsiteY2381" fmla="*/ 2194845 h 3658174"/>
              <a:gd name="connsiteX2382" fmla="*/ 2655292 w 6514506"/>
              <a:gd name="connsiteY2382" fmla="*/ 2197513 h 3658174"/>
              <a:gd name="connsiteX2383" fmla="*/ 2657388 w 6514506"/>
              <a:gd name="connsiteY2383" fmla="*/ 2202656 h 3658174"/>
              <a:gd name="connsiteX2384" fmla="*/ 2657674 w 6514506"/>
              <a:gd name="connsiteY2384" fmla="*/ 2206276 h 3658174"/>
              <a:gd name="connsiteX2385" fmla="*/ 2654054 w 6514506"/>
              <a:gd name="connsiteY2385" fmla="*/ 2215896 h 3658174"/>
              <a:gd name="connsiteX2386" fmla="*/ 2665484 w 6514506"/>
              <a:gd name="connsiteY2386" fmla="*/ 2229040 h 3658174"/>
              <a:gd name="connsiteX2387" fmla="*/ 2661579 w 6514506"/>
              <a:gd name="connsiteY2387" fmla="*/ 2233231 h 3658174"/>
              <a:gd name="connsiteX2388" fmla="*/ 2654054 w 6514506"/>
              <a:gd name="connsiteY2388" fmla="*/ 2243423 h 3658174"/>
              <a:gd name="connsiteX2389" fmla="*/ 2654054 w 6514506"/>
              <a:gd name="connsiteY2389" fmla="*/ 2248567 h 3658174"/>
              <a:gd name="connsiteX2390" fmla="*/ 2644720 w 6514506"/>
              <a:gd name="connsiteY2390" fmla="*/ 2245614 h 3658174"/>
              <a:gd name="connsiteX2391" fmla="*/ 2641386 w 6514506"/>
              <a:gd name="connsiteY2391" fmla="*/ 2239327 h 3658174"/>
              <a:gd name="connsiteX2392" fmla="*/ 2642243 w 6514506"/>
              <a:gd name="connsiteY2392" fmla="*/ 2233898 h 3658174"/>
              <a:gd name="connsiteX2393" fmla="*/ 2640719 w 6514506"/>
              <a:gd name="connsiteY2393" fmla="*/ 2228469 h 3658174"/>
              <a:gd name="connsiteX2394" fmla="*/ 2630813 w 6514506"/>
              <a:gd name="connsiteY2394" fmla="*/ 2213514 h 3658174"/>
              <a:gd name="connsiteX2395" fmla="*/ 2632909 w 6514506"/>
              <a:gd name="connsiteY2395" fmla="*/ 2197608 h 3658174"/>
              <a:gd name="connsiteX2396" fmla="*/ 2615859 w 6514506"/>
              <a:gd name="connsiteY2396" fmla="*/ 2199132 h 3658174"/>
              <a:gd name="connsiteX2397" fmla="*/ 2617097 w 6514506"/>
              <a:gd name="connsiteY2397" fmla="*/ 2212276 h 3658174"/>
              <a:gd name="connsiteX2398" fmla="*/ 2617669 w 6514506"/>
              <a:gd name="connsiteY2398" fmla="*/ 2221897 h 3658174"/>
              <a:gd name="connsiteX2399" fmla="*/ 2616812 w 6514506"/>
              <a:gd name="connsiteY2399" fmla="*/ 2233612 h 3658174"/>
              <a:gd name="connsiteX2400" fmla="*/ 2618050 w 6514506"/>
              <a:gd name="connsiteY2400" fmla="*/ 2245614 h 3658174"/>
              <a:gd name="connsiteX2401" fmla="*/ 2618621 w 6514506"/>
              <a:gd name="connsiteY2401" fmla="*/ 2257901 h 3658174"/>
              <a:gd name="connsiteX2402" fmla="*/ 2617383 w 6514506"/>
              <a:gd name="connsiteY2402" fmla="*/ 2262949 h 3658174"/>
              <a:gd name="connsiteX2403" fmla="*/ 2609001 w 6514506"/>
              <a:gd name="connsiteY2403" fmla="*/ 2264759 h 3658174"/>
              <a:gd name="connsiteX2404" fmla="*/ 2600905 w 6514506"/>
              <a:gd name="connsiteY2404" fmla="*/ 2265616 h 3658174"/>
              <a:gd name="connsiteX2405" fmla="*/ 2598238 w 6514506"/>
              <a:gd name="connsiteY2405" fmla="*/ 2255996 h 3658174"/>
              <a:gd name="connsiteX2406" fmla="*/ 2600048 w 6514506"/>
              <a:gd name="connsiteY2406" fmla="*/ 2246376 h 3658174"/>
              <a:gd name="connsiteX2407" fmla="*/ 2600905 w 6514506"/>
              <a:gd name="connsiteY2407" fmla="*/ 2234946 h 3658174"/>
              <a:gd name="connsiteX2408" fmla="*/ 2600048 w 6514506"/>
              <a:gd name="connsiteY2408" fmla="*/ 2228088 h 3658174"/>
              <a:gd name="connsiteX2409" fmla="*/ 2597666 w 6514506"/>
              <a:gd name="connsiteY2409" fmla="*/ 2214276 h 3658174"/>
              <a:gd name="connsiteX2410" fmla="*/ 2592237 w 6514506"/>
              <a:gd name="connsiteY2410" fmla="*/ 2213991 h 3658174"/>
              <a:gd name="connsiteX2411" fmla="*/ 2588046 w 6514506"/>
              <a:gd name="connsiteY2411" fmla="*/ 2213134 h 3658174"/>
              <a:gd name="connsiteX2412" fmla="*/ 2587475 w 6514506"/>
              <a:gd name="connsiteY2412" fmla="*/ 2207418 h 3658174"/>
              <a:gd name="connsiteX2413" fmla="*/ 2587760 w 6514506"/>
              <a:gd name="connsiteY2413" fmla="*/ 2201418 h 3658174"/>
              <a:gd name="connsiteX2414" fmla="*/ 2589284 w 6514506"/>
              <a:gd name="connsiteY2414" fmla="*/ 2195131 h 3658174"/>
              <a:gd name="connsiteX2415" fmla="*/ 2591951 w 6514506"/>
              <a:gd name="connsiteY2415" fmla="*/ 2187321 h 3658174"/>
              <a:gd name="connsiteX2416" fmla="*/ 2594333 w 6514506"/>
              <a:gd name="connsiteY2416" fmla="*/ 2182844 h 3658174"/>
              <a:gd name="connsiteX2417" fmla="*/ 2595190 w 6514506"/>
              <a:gd name="connsiteY2417" fmla="*/ 2177701 h 3658174"/>
              <a:gd name="connsiteX2418" fmla="*/ 2595476 w 6514506"/>
              <a:gd name="connsiteY2418" fmla="*/ 2166937 h 3658174"/>
              <a:gd name="connsiteX2419" fmla="*/ 2600619 w 6514506"/>
              <a:gd name="connsiteY2419" fmla="*/ 2155507 h 3658174"/>
              <a:gd name="connsiteX2420" fmla="*/ 2604810 w 6514506"/>
              <a:gd name="connsiteY2420" fmla="*/ 2152555 h 3658174"/>
              <a:gd name="connsiteX2421" fmla="*/ 2606048 w 6514506"/>
              <a:gd name="connsiteY2421" fmla="*/ 2148649 h 3658174"/>
              <a:gd name="connsiteX2422" fmla="*/ 2604524 w 6514506"/>
              <a:gd name="connsiteY2422" fmla="*/ 2142648 h 3658174"/>
              <a:gd name="connsiteX2423" fmla="*/ 2601572 w 6514506"/>
              <a:gd name="connsiteY2423" fmla="*/ 2136934 h 3658174"/>
              <a:gd name="connsiteX2424" fmla="*/ 2603953 w 6514506"/>
              <a:gd name="connsiteY2424" fmla="*/ 2133314 h 3658174"/>
              <a:gd name="connsiteX2425" fmla="*/ 2606906 w 6514506"/>
              <a:gd name="connsiteY2425" fmla="*/ 2128266 h 3658174"/>
              <a:gd name="connsiteX2426" fmla="*/ 2606906 w 6514506"/>
              <a:gd name="connsiteY2426" fmla="*/ 2125313 h 3658174"/>
              <a:gd name="connsiteX2427" fmla="*/ 2608715 w 6514506"/>
              <a:gd name="connsiteY2427" fmla="*/ 2119598 h 3658174"/>
              <a:gd name="connsiteX2428" fmla="*/ 2615002 w 6514506"/>
              <a:gd name="connsiteY2428" fmla="*/ 2109406 h 3658174"/>
              <a:gd name="connsiteX2429" fmla="*/ 2619193 w 6514506"/>
              <a:gd name="connsiteY2429" fmla="*/ 2110644 h 3658174"/>
              <a:gd name="connsiteX2430" fmla="*/ 2625860 w 6514506"/>
              <a:gd name="connsiteY2430" fmla="*/ 2107025 h 3658174"/>
              <a:gd name="connsiteX2431" fmla="*/ 2636624 w 6514506"/>
              <a:gd name="connsiteY2431" fmla="*/ 2103406 h 3658174"/>
              <a:gd name="connsiteX2432" fmla="*/ 2641386 w 6514506"/>
              <a:gd name="connsiteY2432" fmla="*/ 2104263 h 3658174"/>
              <a:gd name="connsiteX2433" fmla="*/ 2656340 w 6514506"/>
              <a:gd name="connsiteY2433" fmla="*/ 2108454 h 3658174"/>
              <a:gd name="connsiteX2434" fmla="*/ 2665008 w 6514506"/>
              <a:gd name="connsiteY2434" fmla="*/ 2111406 h 3658174"/>
              <a:gd name="connsiteX2435" fmla="*/ 2669485 w 6514506"/>
              <a:gd name="connsiteY2435" fmla="*/ 2112645 h 3658174"/>
              <a:gd name="connsiteX2436" fmla="*/ 2685677 w 6514506"/>
              <a:gd name="connsiteY2436" fmla="*/ 2111788 h 3658174"/>
              <a:gd name="connsiteX2437" fmla="*/ 2694631 w 6514506"/>
              <a:gd name="connsiteY2437" fmla="*/ 2108835 h 3658174"/>
              <a:gd name="connsiteX2438" fmla="*/ 2703299 w 6514506"/>
              <a:gd name="connsiteY2438" fmla="*/ 2101310 h 3658174"/>
              <a:gd name="connsiteX2439" fmla="*/ 2711395 w 6514506"/>
              <a:gd name="connsiteY2439" fmla="*/ 2092642 h 3658174"/>
              <a:gd name="connsiteX2440" fmla="*/ 2774308 w 6514506"/>
              <a:gd name="connsiteY2440" fmla="*/ 2083236 h 3658174"/>
              <a:gd name="connsiteX2441" fmla="*/ 2773783 w 6514506"/>
              <a:gd name="connsiteY2441" fmla="*/ 2086927 h 3658174"/>
              <a:gd name="connsiteX2442" fmla="*/ 2776165 w 6514506"/>
              <a:gd name="connsiteY2442" fmla="*/ 2093690 h 3658174"/>
              <a:gd name="connsiteX2443" fmla="*/ 2775308 w 6514506"/>
              <a:gd name="connsiteY2443" fmla="*/ 2101500 h 3658174"/>
              <a:gd name="connsiteX2444" fmla="*/ 2770545 w 6514506"/>
              <a:gd name="connsiteY2444" fmla="*/ 2110168 h 3658174"/>
              <a:gd name="connsiteX2445" fmla="*/ 2775022 w 6514506"/>
              <a:gd name="connsiteY2445" fmla="*/ 2108072 h 3658174"/>
              <a:gd name="connsiteX2446" fmla="*/ 2778927 w 6514506"/>
              <a:gd name="connsiteY2446" fmla="*/ 2102643 h 3658174"/>
              <a:gd name="connsiteX2447" fmla="*/ 2785785 w 6514506"/>
              <a:gd name="connsiteY2447" fmla="*/ 2101786 h 3658174"/>
              <a:gd name="connsiteX2448" fmla="*/ 2789024 w 6514506"/>
              <a:gd name="connsiteY2448" fmla="*/ 2103215 h 3658174"/>
              <a:gd name="connsiteX2449" fmla="*/ 2785118 w 6514506"/>
              <a:gd name="connsiteY2449" fmla="*/ 2110073 h 3658174"/>
              <a:gd name="connsiteX2450" fmla="*/ 2780356 w 6514506"/>
              <a:gd name="connsiteY2450" fmla="*/ 2116359 h 3658174"/>
              <a:gd name="connsiteX2451" fmla="*/ 2789976 w 6514506"/>
              <a:gd name="connsiteY2451" fmla="*/ 2123598 h 3658174"/>
              <a:gd name="connsiteX2452" fmla="*/ 2788452 w 6514506"/>
              <a:gd name="connsiteY2452" fmla="*/ 2126932 h 3658174"/>
              <a:gd name="connsiteX2453" fmla="*/ 2775308 w 6514506"/>
              <a:gd name="connsiteY2453" fmla="*/ 2121503 h 3658174"/>
              <a:gd name="connsiteX2454" fmla="*/ 2774069 w 6514506"/>
              <a:gd name="connsiteY2454" fmla="*/ 2133218 h 3658174"/>
              <a:gd name="connsiteX2455" fmla="*/ 2776165 w 6514506"/>
              <a:gd name="connsiteY2455" fmla="*/ 2140743 h 3658174"/>
              <a:gd name="connsiteX2456" fmla="*/ 2782451 w 6514506"/>
              <a:gd name="connsiteY2456" fmla="*/ 2150649 h 3658174"/>
              <a:gd name="connsiteX2457" fmla="*/ 2779784 w 6514506"/>
              <a:gd name="connsiteY2457" fmla="*/ 2152745 h 3658174"/>
              <a:gd name="connsiteX2458" fmla="*/ 2770164 w 6514506"/>
              <a:gd name="connsiteY2458" fmla="*/ 2139886 h 3658174"/>
              <a:gd name="connsiteX2459" fmla="*/ 2767783 w 6514506"/>
              <a:gd name="connsiteY2459" fmla="*/ 2122836 h 3658174"/>
              <a:gd name="connsiteX2460" fmla="*/ 2765973 w 6514506"/>
              <a:gd name="connsiteY2460" fmla="*/ 2110263 h 3658174"/>
              <a:gd name="connsiteX2461" fmla="*/ 2771688 w 6514506"/>
              <a:gd name="connsiteY2461" fmla="*/ 2085117 h 3658174"/>
              <a:gd name="connsiteX2462" fmla="*/ 2774308 w 6514506"/>
              <a:gd name="connsiteY2462" fmla="*/ 2083236 h 3658174"/>
              <a:gd name="connsiteX2463" fmla="*/ 525612 w 6514506"/>
              <a:gd name="connsiteY2463" fmla="*/ 2074204 h 3658174"/>
              <a:gd name="connsiteX2464" fmla="*/ 526907 w 6514506"/>
              <a:gd name="connsiteY2464" fmla="*/ 2074997 h 3658174"/>
              <a:gd name="connsiteX2465" fmla="*/ 527971 w 6514506"/>
              <a:gd name="connsiteY2465" fmla="*/ 2075207 h 3658174"/>
              <a:gd name="connsiteX2466" fmla="*/ 527217 w 6514506"/>
              <a:gd name="connsiteY2466" fmla="*/ 2074830 h 3658174"/>
              <a:gd name="connsiteX2467" fmla="*/ 2788322 w 6514506"/>
              <a:gd name="connsiteY2467" fmla="*/ 2073640 h 3658174"/>
              <a:gd name="connsiteX2468" fmla="*/ 2789310 w 6514506"/>
              <a:gd name="connsiteY2468" fmla="*/ 2077688 h 3658174"/>
              <a:gd name="connsiteX2469" fmla="*/ 2786071 w 6514506"/>
              <a:gd name="connsiteY2469" fmla="*/ 2084927 h 3658174"/>
              <a:gd name="connsiteX2470" fmla="*/ 2781880 w 6514506"/>
              <a:gd name="connsiteY2470" fmla="*/ 2083689 h 3658174"/>
              <a:gd name="connsiteX2471" fmla="*/ 2785119 w 6514506"/>
              <a:gd name="connsiteY2471" fmla="*/ 2074736 h 3658174"/>
              <a:gd name="connsiteX2472" fmla="*/ 2788322 w 6514506"/>
              <a:gd name="connsiteY2472" fmla="*/ 2073640 h 3658174"/>
              <a:gd name="connsiteX2473" fmla="*/ 2127418 w 6514506"/>
              <a:gd name="connsiteY2473" fmla="*/ 2073211 h 3658174"/>
              <a:gd name="connsiteX2474" fmla="*/ 2134657 w 6514506"/>
              <a:gd name="connsiteY2474" fmla="*/ 2075021 h 3658174"/>
              <a:gd name="connsiteX2475" fmla="*/ 2140943 w 6514506"/>
              <a:gd name="connsiteY2475" fmla="*/ 2082831 h 3658174"/>
              <a:gd name="connsiteX2476" fmla="*/ 2136466 w 6514506"/>
              <a:gd name="connsiteY2476" fmla="*/ 2082260 h 3658174"/>
              <a:gd name="connsiteX2477" fmla="*/ 2128656 w 6514506"/>
              <a:gd name="connsiteY2477" fmla="*/ 2076545 h 3658174"/>
              <a:gd name="connsiteX2478" fmla="*/ 2127418 w 6514506"/>
              <a:gd name="connsiteY2478" fmla="*/ 2073211 h 3658174"/>
              <a:gd name="connsiteX2479" fmla="*/ 971620 w 6514506"/>
              <a:gd name="connsiteY2479" fmla="*/ 2055209 h 3658174"/>
              <a:gd name="connsiteX2480" fmla="*/ 972035 w 6514506"/>
              <a:gd name="connsiteY2480" fmla="*/ 2056352 h 3658174"/>
              <a:gd name="connsiteX2481" fmla="*/ 973002 w 6514506"/>
              <a:gd name="connsiteY2481" fmla="*/ 2060440 h 3658174"/>
              <a:gd name="connsiteX2482" fmla="*/ 972035 w 6514506"/>
              <a:gd name="connsiteY2482" fmla="*/ 2056352 h 3658174"/>
              <a:gd name="connsiteX2483" fmla="*/ 2719349 w 6514506"/>
              <a:gd name="connsiteY2483" fmla="*/ 2050648 h 3658174"/>
              <a:gd name="connsiteX2484" fmla="*/ 2721968 w 6514506"/>
              <a:gd name="connsiteY2484" fmla="*/ 2053970 h 3658174"/>
              <a:gd name="connsiteX2485" fmla="*/ 2719301 w 6514506"/>
              <a:gd name="connsiteY2485" fmla="*/ 2058447 h 3658174"/>
              <a:gd name="connsiteX2486" fmla="*/ 2719587 w 6514506"/>
              <a:gd name="connsiteY2486" fmla="*/ 2053970 h 3658174"/>
              <a:gd name="connsiteX2487" fmla="*/ 2719349 w 6514506"/>
              <a:gd name="connsiteY2487" fmla="*/ 2050648 h 3658174"/>
              <a:gd name="connsiteX2488" fmla="*/ 6258315 w 6514506"/>
              <a:gd name="connsiteY2488" fmla="*/ 2047493 h 3658174"/>
              <a:gd name="connsiteX2489" fmla="*/ 6260982 w 6514506"/>
              <a:gd name="connsiteY2489" fmla="*/ 2050446 h 3658174"/>
              <a:gd name="connsiteX2490" fmla="*/ 6260410 w 6514506"/>
              <a:gd name="connsiteY2490" fmla="*/ 2056447 h 3658174"/>
              <a:gd name="connsiteX2491" fmla="*/ 6257458 w 6514506"/>
              <a:gd name="connsiteY2491" fmla="*/ 2055209 h 3658174"/>
              <a:gd name="connsiteX2492" fmla="*/ 6256219 w 6514506"/>
              <a:gd name="connsiteY2492" fmla="*/ 2050827 h 3658174"/>
              <a:gd name="connsiteX2493" fmla="*/ 6258315 w 6514506"/>
              <a:gd name="connsiteY2493" fmla="*/ 2047493 h 3658174"/>
              <a:gd name="connsiteX2494" fmla="*/ 2374877 w 6514506"/>
              <a:gd name="connsiteY2494" fmla="*/ 2036636 h 3658174"/>
              <a:gd name="connsiteX2495" fmla="*/ 2379353 w 6514506"/>
              <a:gd name="connsiteY2495" fmla="*/ 2041112 h 3658174"/>
              <a:gd name="connsiteX2496" fmla="*/ 2375448 w 6514506"/>
              <a:gd name="connsiteY2496" fmla="*/ 2043779 h 3658174"/>
              <a:gd name="connsiteX2497" fmla="*/ 2374019 w 6514506"/>
              <a:gd name="connsiteY2497" fmla="*/ 2041112 h 3658174"/>
              <a:gd name="connsiteX2498" fmla="*/ 2374877 w 6514506"/>
              <a:gd name="connsiteY2498" fmla="*/ 2036636 h 3658174"/>
              <a:gd name="connsiteX2499" fmla="*/ 2748542 w 6514506"/>
              <a:gd name="connsiteY2499" fmla="*/ 2034825 h 3658174"/>
              <a:gd name="connsiteX2500" fmla="*/ 2750638 w 6514506"/>
              <a:gd name="connsiteY2500" fmla="*/ 2038159 h 3658174"/>
              <a:gd name="connsiteX2501" fmla="*/ 2749685 w 6514506"/>
              <a:gd name="connsiteY2501" fmla="*/ 2041683 h 3658174"/>
              <a:gd name="connsiteX2502" fmla="*/ 2746732 w 6514506"/>
              <a:gd name="connsiteY2502" fmla="*/ 2046160 h 3658174"/>
              <a:gd name="connsiteX2503" fmla="*/ 2746732 w 6514506"/>
              <a:gd name="connsiteY2503" fmla="*/ 2039587 h 3658174"/>
              <a:gd name="connsiteX2504" fmla="*/ 2748542 w 6514506"/>
              <a:gd name="connsiteY2504" fmla="*/ 2034825 h 3658174"/>
              <a:gd name="connsiteX2505" fmla="*/ 511882 w 6514506"/>
              <a:gd name="connsiteY2505" fmla="*/ 2032730 h 3658174"/>
              <a:gd name="connsiteX2506" fmla="*/ 510358 w 6514506"/>
              <a:gd name="connsiteY2506" fmla="*/ 2040541 h 3658174"/>
              <a:gd name="connsiteX2507" fmla="*/ 506453 w 6514506"/>
              <a:gd name="connsiteY2507" fmla="*/ 2043493 h 3658174"/>
              <a:gd name="connsiteX2508" fmla="*/ 503500 w 6514506"/>
              <a:gd name="connsiteY2508" fmla="*/ 2039874 h 3658174"/>
              <a:gd name="connsiteX2509" fmla="*/ 505881 w 6514506"/>
              <a:gd name="connsiteY2509" fmla="*/ 2033302 h 3658174"/>
              <a:gd name="connsiteX2510" fmla="*/ 511882 w 6514506"/>
              <a:gd name="connsiteY2510" fmla="*/ 2032730 h 3658174"/>
              <a:gd name="connsiteX2511" fmla="*/ 1115841 w 6514506"/>
              <a:gd name="connsiteY2511" fmla="*/ 2023558 h 3658174"/>
              <a:gd name="connsiteX2512" fmla="*/ 1115163 w 6514506"/>
              <a:gd name="connsiteY2512" fmla="*/ 2023629 h 3658174"/>
              <a:gd name="connsiteX2513" fmla="*/ 1114931 w 6514506"/>
              <a:gd name="connsiteY2513" fmla="*/ 2025983 h 3658174"/>
              <a:gd name="connsiteX2514" fmla="*/ 1115578 w 6514506"/>
              <a:gd name="connsiteY2514" fmla="*/ 2025014 h 3658174"/>
              <a:gd name="connsiteX2515" fmla="*/ 962791 w 6514506"/>
              <a:gd name="connsiteY2515" fmla="*/ 2022444 h 3658174"/>
              <a:gd name="connsiteX2516" fmla="*/ 962662 w 6514506"/>
              <a:gd name="connsiteY2516" fmla="*/ 2022621 h 3658174"/>
              <a:gd name="connsiteX2517" fmla="*/ 966415 w 6514506"/>
              <a:gd name="connsiteY2517" fmla="*/ 2029682 h 3658174"/>
              <a:gd name="connsiteX2518" fmla="*/ 962795 w 6514506"/>
              <a:gd name="connsiteY2518" fmla="*/ 2022824 h 3658174"/>
              <a:gd name="connsiteX2519" fmla="*/ 2612526 w 6514506"/>
              <a:gd name="connsiteY2519" fmla="*/ 2013584 h 3658174"/>
              <a:gd name="connsiteX2520" fmla="*/ 2610430 w 6514506"/>
              <a:gd name="connsiteY2520" fmla="*/ 2017489 h 3658174"/>
              <a:gd name="connsiteX2521" fmla="*/ 2605287 w 6514506"/>
              <a:gd name="connsiteY2521" fmla="*/ 2019299 h 3658174"/>
              <a:gd name="connsiteX2522" fmla="*/ 2612526 w 6514506"/>
              <a:gd name="connsiteY2522" fmla="*/ 2013584 h 3658174"/>
              <a:gd name="connsiteX2523" fmla="*/ 2121988 w 6514506"/>
              <a:gd name="connsiteY2523" fmla="*/ 2001678 h 3658174"/>
              <a:gd name="connsiteX2524" fmla="*/ 2132179 w 6514506"/>
              <a:gd name="connsiteY2524" fmla="*/ 2001964 h 3658174"/>
              <a:gd name="connsiteX2525" fmla="*/ 2153134 w 6514506"/>
              <a:gd name="connsiteY2525" fmla="*/ 2009489 h 3658174"/>
              <a:gd name="connsiteX2526" fmla="*/ 2162088 w 6514506"/>
              <a:gd name="connsiteY2526" fmla="*/ 2011298 h 3658174"/>
              <a:gd name="connsiteX2527" fmla="*/ 2170184 w 6514506"/>
              <a:gd name="connsiteY2527" fmla="*/ 2015489 h 3658174"/>
              <a:gd name="connsiteX2528" fmla="*/ 2174375 w 6514506"/>
              <a:gd name="connsiteY2528" fmla="*/ 2023014 h 3658174"/>
              <a:gd name="connsiteX2529" fmla="*/ 2176756 w 6514506"/>
              <a:gd name="connsiteY2529" fmla="*/ 2028157 h 3658174"/>
              <a:gd name="connsiteX2530" fmla="*/ 2179423 w 6514506"/>
              <a:gd name="connsiteY2530" fmla="*/ 2031110 h 3658174"/>
              <a:gd name="connsiteX2531" fmla="*/ 2180662 w 6514506"/>
              <a:gd name="connsiteY2531" fmla="*/ 2038254 h 3658174"/>
              <a:gd name="connsiteX2532" fmla="*/ 2189996 w 6514506"/>
              <a:gd name="connsiteY2532" fmla="*/ 2044540 h 3658174"/>
              <a:gd name="connsiteX2533" fmla="*/ 2199616 w 6514506"/>
              <a:gd name="connsiteY2533" fmla="*/ 2055971 h 3658174"/>
              <a:gd name="connsiteX2534" fmla="*/ 2207998 w 6514506"/>
              <a:gd name="connsiteY2534" fmla="*/ 2064067 h 3658174"/>
              <a:gd name="connsiteX2535" fmla="*/ 2210951 w 6514506"/>
              <a:gd name="connsiteY2535" fmla="*/ 2068544 h 3658174"/>
              <a:gd name="connsiteX2536" fmla="*/ 2214285 w 6514506"/>
              <a:gd name="connsiteY2536" fmla="*/ 2070639 h 3658174"/>
              <a:gd name="connsiteX2537" fmla="*/ 2217904 w 6514506"/>
              <a:gd name="connsiteY2537" fmla="*/ 2074830 h 3658174"/>
              <a:gd name="connsiteX2538" fmla="*/ 2224476 w 6514506"/>
              <a:gd name="connsiteY2538" fmla="*/ 2086546 h 3658174"/>
              <a:gd name="connsiteX2539" fmla="*/ 2228382 w 6514506"/>
              <a:gd name="connsiteY2539" fmla="*/ 2085307 h 3658174"/>
              <a:gd name="connsiteX2540" fmla="*/ 2232573 w 6514506"/>
              <a:gd name="connsiteY2540" fmla="*/ 2081402 h 3658174"/>
              <a:gd name="connsiteX2541" fmla="*/ 2235526 w 6514506"/>
              <a:gd name="connsiteY2541" fmla="*/ 2090356 h 3658174"/>
              <a:gd name="connsiteX2542" fmla="*/ 2241526 w 6514506"/>
              <a:gd name="connsiteY2542" fmla="*/ 2096356 h 3658174"/>
              <a:gd name="connsiteX2543" fmla="*/ 2252956 w 6514506"/>
              <a:gd name="connsiteY2543" fmla="*/ 2107120 h 3658174"/>
              <a:gd name="connsiteX2544" fmla="*/ 2261053 w 6514506"/>
              <a:gd name="connsiteY2544" fmla="*/ 2118550 h 3658174"/>
              <a:gd name="connsiteX2545" fmla="*/ 2266482 w 6514506"/>
              <a:gd name="connsiteY2545" fmla="*/ 2125694 h 3658174"/>
              <a:gd name="connsiteX2546" fmla="*/ 2260481 w 6514506"/>
              <a:gd name="connsiteY2546" fmla="*/ 2129885 h 3658174"/>
              <a:gd name="connsiteX2547" fmla="*/ 2272483 w 6514506"/>
              <a:gd name="connsiteY2547" fmla="*/ 2126265 h 3658174"/>
              <a:gd name="connsiteX2548" fmla="*/ 2283532 w 6514506"/>
              <a:gd name="connsiteY2548" fmla="*/ 2125979 h 3658174"/>
              <a:gd name="connsiteX2549" fmla="*/ 2283817 w 6514506"/>
              <a:gd name="connsiteY2549" fmla="*/ 2137409 h 3658174"/>
              <a:gd name="connsiteX2550" fmla="*/ 2276959 w 6514506"/>
              <a:gd name="connsiteY2550" fmla="*/ 2141600 h 3658174"/>
              <a:gd name="connsiteX2551" fmla="*/ 2274864 w 6514506"/>
              <a:gd name="connsiteY2551" fmla="*/ 2144934 h 3658174"/>
              <a:gd name="connsiteX2552" fmla="*/ 2274864 w 6514506"/>
              <a:gd name="connsiteY2552" fmla="*/ 2150077 h 3658174"/>
              <a:gd name="connsiteX2553" fmla="*/ 2276674 w 6514506"/>
              <a:gd name="connsiteY2553" fmla="*/ 2153030 h 3658174"/>
              <a:gd name="connsiteX2554" fmla="*/ 2284198 w 6514506"/>
              <a:gd name="connsiteY2554" fmla="*/ 2157221 h 3658174"/>
              <a:gd name="connsiteX2555" fmla="*/ 2287818 w 6514506"/>
              <a:gd name="connsiteY2555" fmla="*/ 2158745 h 3658174"/>
              <a:gd name="connsiteX2556" fmla="*/ 2293247 w 6514506"/>
              <a:gd name="connsiteY2556" fmla="*/ 2161127 h 3658174"/>
              <a:gd name="connsiteX2557" fmla="*/ 2297438 w 6514506"/>
              <a:gd name="connsiteY2557" fmla="*/ 2165603 h 3658174"/>
              <a:gd name="connsiteX2558" fmla="*/ 2298676 w 6514506"/>
              <a:gd name="connsiteY2558" fmla="*/ 2172461 h 3658174"/>
              <a:gd name="connsiteX2559" fmla="*/ 2298391 w 6514506"/>
              <a:gd name="connsiteY2559" fmla="*/ 2176081 h 3658174"/>
              <a:gd name="connsiteX2560" fmla="*/ 2300200 w 6514506"/>
              <a:gd name="connsiteY2560" fmla="*/ 2181129 h 3658174"/>
              <a:gd name="connsiteX2561" fmla="*/ 2304105 w 6514506"/>
              <a:gd name="connsiteY2561" fmla="*/ 2186273 h 3658174"/>
              <a:gd name="connsiteX2562" fmla="*/ 2302867 w 6514506"/>
              <a:gd name="connsiteY2562" fmla="*/ 2193797 h 3658174"/>
              <a:gd name="connsiteX2563" fmla="*/ 2305534 w 6514506"/>
              <a:gd name="connsiteY2563" fmla="*/ 2191416 h 3658174"/>
              <a:gd name="connsiteX2564" fmla="*/ 2309154 w 6514506"/>
              <a:gd name="connsiteY2564" fmla="*/ 2189321 h 3658174"/>
              <a:gd name="connsiteX2565" fmla="*/ 2322013 w 6514506"/>
              <a:gd name="connsiteY2565" fmla="*/ 2191416 h 3658174"/>
              <a:gd name="connsiteX2566" fmla="*/ 2325346 w 6514506"/>
              <a:gd name="connsiteY2566" fmla="*/ 2195607 h 3658174"/>
              <a:gd name="connsiteX2567" fmla="*/ 2328299 w 6514506"/>
              <a:gd name="connsiteY2567" fmla="*/ 2201036 h 3658174"/>
              <a:gd name="connsiteX2568" fmla="*/ 2331919 w 6514506"/>
              <a:gd name="connsiteY2568" fmla="*/ 2205513 h 3658174"/>
              <a:gd name="connsiteX2569" fmla="*/ 2335538 w 6514506"/>
              <a:gd name="connsiteY2569" fmla="*/ 2208847 h 3658174"/>
              <a:gd name="connsiteX2570" fmla="*/ 2332585 w 6514506"/>
              <a:gd name="connsiteY2570" fmla="*/ 2212466 h 3658174"/>
              <a:gd name="connsiteX2571" fmla="*/ 2330490 w 6514506"/>
              <a:gd name="connsiteY2571" fmla="*/ 2219991 h 3658174"/>
              <a:gd name="connsiteX2572" fmla="*/ 2330490 w 6514506"/>
              <a:gd name="connsiteY2572" fmla="*/ 2230183 h 3658174"/>
              <a:gd name="connsiteX2573" fmla="*/ 2331061 w 6514506"/>
              <a:gd name="connsiteY2573" fmla="*/ 2237707 h 3658174"/>
              <a:gd name="connsiteX2574" fmla="*/ 2332300 w 6514506"/>
              <a:gd name="connsiteY2574" fmla="*/ 2250281 h 3658174"/>
              <a:gd name="connsiteX2575" fmla="*/ 2330014 w 6514506"/>
              <a:gd name="connsiteY2575" fmla="*/ 2267711 h 3658174"/>
              <a:gd name="connsiteX2576" fmla="*/ 2322489 w 6514506"/>
              <a:gd name="connsiteY2576" fmla="*/ 2266187 h 3658174"/>
              <a:gd name="connsiteX2577" fmla="*/ 2317726 w 6514506"/>
              <a:gd name="connsiteY2577" fmla="*/ 2266473 h 3658174"/>
              <a:gd name="connsiteX2578" fmla="*/ 2308773 w 6514506"/>
              <a:gd name="connsiteY2578" fmla="*/ 2267330 h 3658174"/>
              <a:gd name="connsiteX2579" fmla="*/ 2305153 w 6514506"/>
              <a:gd name="connsiteY2579" fmla="*/ 2271807 h 3658174"/>
              <a:gd name="connsiteX2580" fmla="*/ 2295247 w 6514506"/>
              <a:gd name="connsiteY2580" fmla="*/ 2263711 h 3658174"/>
              <a:gd name="connsiteX2581" fmla="*/ 2286294 w 6514506"/>
              <a:gd name="connsiteY2581" fmla="*/ 2254376 h 3658174"/>
              <a:gd name="connsiteX2582" fmla="*/ 2274578 w 6514506"/>
              <a:gd name="connsiteY2582" fmla="*/ 2246280 h 3658174"/>
              <a:gd name="connsiteX2583" fmla="*/ 2266482 w 6514506"/>
              <a:gd name="connsiteY2583" fmla="*/ 2239994 h 3658174"/>
              <a:gd name="connsiteX2584" fmla="*/ 2258957 w 6514506"/>
              <a:gd name="connsiteY2584" fmla="*/ 2234279 h 3658174"/>
              <a:gd name="connsiteX2585" fmla="*/ 2256004 w 6514506"/>
              <a:gd name="connsiteY2585" fmla="*/ 2227706 h 3658174"/>
              <a:gd name="connsiteX2586" fmla="*/ 2251813 w 6514506"/>
              <a:gd name="connsiteY2586" fmla="*/ 2219610 h 3658174"/>
              <a:gd name="connsiteX2587" fmla="*/ 2249146 w 6514506"/>
              <a:gd name="connsiteY2587" fmla="*/ 2216943 h 3658174"/>
              <a:gd name="connsiteX2588" fmla="*/ 2244955 w 6514506"/>
              <a:gd name="connsiteY2588" fmla="*/ 2213990 h 3658174"/>
              <a:gd name="connsiteX2589" fmla="*/ 2238669 w 6514506"/>
              <a:gd name="connsiteY2589" fmla="*/ 2203227 h 3658174"/>
              <a:gd name="connsiteX2590" fmla="*/ 2230858 w 6514506"/>
              <a:gd name="connsiteY2590" fmla="*/ 2194273 h 3658174"/>
              <a:gd name="connsiteX2591" fmla="*/ 2227905 w 6514506"/>
              <a:gd name="connsiteY2591" fmla="*/ 2184368 h 3658174"/>
              <a:gd name="connsiteX2592" fmla="*/ 2224572 w 6514506"/>
              <a:gd name="connsiteY2592" fmla="*/ 2175033 h 3658174"/>
              <a:gd name="connsiteX2593" fmla="*/ 2220095 w 6514506"/>
              <a:gd name="connsiteY2593" fmla="*/ 2168175 h 3658174"/>
              <a:gd name="connsiteX2594" fmla="*/ 2218571 w 6514506"/>
              <a:gd name="connsiteY2594" fmla="*/ 2156459 h 3658174"/>
              <a:gd name="connsiteX2595" fmla="*/ 2213142 w 6514506"/>
              <a:gd name="connsiteY2595" fmla="*/ 2144458 h 3658174"/>
              <a:gd name="connsiteX2596" fmla="*/ 2208951 w 6514506"/>
              <a:gd name="connsiteY2596" fmla="*/ 2137314 h 3658174"/>
              <a:gd name="connsiteX2597" fmla="*/ 2204474 w 6514506"/>
              <a:gd name="connsiteY2597" fmla="*/ 2131313 h 3658174"/>
              <a:gd name="connsiteX2598" fmla="*/ 2198473 w 6514506"/>
              <a:gd name="connsiteY2598" fmla="*/ 2128360 h 3658174"/>
              <a:gd name="connsiteX2599" fmla="*/ 2193997 w 6514506"/>
              <a:gd name="connsiteY2599" fmla="*/ 2122646 h 3658174"/>
              <a:gd name="connsiteX2600" fmla="*/ 2190663 w 6514506"/>
              <a:gd name="connsiteY2600" fmla="*/ 2110073 h 3658174"/>
              <a:gd name="connsiteX2601" fmla="*/ 2188567 w 6514506"/>
              <a:gd name="connsiteY2601" fmla="*/ 2097500 h 3658174"/>
              <a:gd name="connsiteX2602" fmla="*/ 2176280 w 6514506"/>
              <a:gd name="connsiteY2602" fmla="*/ 2084355 h 3658174"/>
              <a:gd name="connsiteX2603" fmla="*/ 2170565 w 6514506"/>
              <a:gd name="connsiteY2603" fmla="*/ 2081402 h 3658174"/>
              <a:gd name="connsiteX2604" fmla="*/ 2166946 w 6514506"/>
              <a:gd name="connsiteY2604" fmla="*/ 2078735 h 3658174"/>
              <a:gd name="connsiteX2605" fmla="*/ 2160945 w 6514506"/>
              <a:gd name="connsiteY2605" fmla="*/ 2060733 h 3658174"/>
              <a:gd name="connsiteX2606" fmla="*/ 2155230 w 6514506"/>
              <a:gd name="connsiteY2606" fmla="*/ 2051398 h 3658174"/>
              <a:gd name="connsiteX2607" fmla="*/ 2148658 w 6514506"/>
              <a:gd name="connsiteY2607" fmla="*/ 2046350 h 3658174"/>
              <a:gd name="connsiteX2608" fmla="*/ 2142657 w 6514506"/>
              <a:gd name="connsiteY2608" fmla="*/ 2041588 h 3658174"/>
              <a:gd name="connsiteX2609" fmla="*/ 2135132 w 6514506"/>
              <a:gd name="connsiteY2609" fmla="*/ 2031968 h 3658174"/>
              <a:gd name="connsiteX2610" fmla="*/ 2125226 w 6514506"/>
              <a:gd name="connsiteY2610" fmla="*/ 2017871 h 3658174"/>
              <a:gd name="connsiteX2611" fmla="*/ 2122273 w 6514506"/>
              <a:gd name="connsiteY2611" fmla="*/ 2010060 h 3658174"/>
              <a:gd name="connsiteX2612" fmla="*/ 2121988 w 6514506"/>
              <a:gd name="connsiteY2612" fmla="*/ 2001678 h 3658174"/>
              <a:gd name="connsiteX2613" fmla="*/ 2633480 w 6514506"/>
              <a:gd name="connsiteY2613" fmla="*/ 1993391 h 3658174"/>
              <a:gd name="connsiteX2614" fmla="*/ 2632909 w 6514506"/>
              <a:gd name="connsiteY2614" fmla="*/ 1996725 h 3658174"/>
              <a:gd name="connsiteX2615" fmla="*/ 2628718 w 6514506"/>
              <a:gd name="connsiteY2615" fmla="*/ 1997297 h 3658174"/>
              <a:gd name="connsiteX2616" fmla="*/ 2633480 w 6514506"/>
              <a:gd name="connsiteY2616" fmla="*/ 1993391 h 3658174"/>
              <a:gd name="connsiteX2617" fmla="*/ 2653579 w 6514506"/>
              <a:gd name="connsiteY2617" fmla="*/ 1980247 h 3658174"/>
              <a:gd name="connsiteX2618" fmla="*/ 2654436 w 6514506"/>
              <a:gd name="connsiteY2618" fmla="*/ 1984153 h 3658174"/>
              <a:gd name="connsiteX2619" fmla="*/ 2648530 w 6514506"/>
              <a:gd name="connsiteY2619" fmla="*/ 1984153 h 3658174"/>
              <a:gd name="connsiteX2620" fmla="*/ 2653579 w 6514506"/>
              <a:gd name="connsiteY2620" fmla="*/ 1980247 h 3658174"/>
              <a:gd name="connsiteX2621" fmla="*/ 2554971 w 6514506"/>
              <a:gd name="connsiteY2621" fmla="*/ 1973234 h 3658174"/>
              <a:gd name="connsiteX2622" fmla="*/ 2556423 w 6514506"/>
              <a:gd name="connsiteY2622" fmla="*/ 1975008 h 3658174"/>
              <a:gd name="connsiteX2623" fmla="*/ 2561186 w 6514506"/>
              <a:gd name="connsiteY2623" fmla="*/ 1980056 h 3658174"/>
              <a:gd name="connsiteX2624" fmla="*/ 2564805 w 6514506"/>
              <a:gd name="connsiteY2624" fmla="*/ 1987581 h 3658174"/>
              <a:gd name="connsiteX2625" fmla="*/ 2563948 w 6514506"/>
              <a:gd name="connsiteY2625" fmla="*/ 1990915 h 3658174"/>
              <a:gd name="connsiteX2626" fmla="*/ 2562710 w 6514506"/>
              <a:gd name="connsiteY2626" fmla="*/ 1995106 h 3658174"/>
              <a:gd name="connsiteX2627" fmla="*/ 2565662 w 6514506"/>
              <a:gd name="connsiteY2627" fmla="*/ 1998439 h 3658174"/>
              <a:gd name="connsiteX2628" fmla="*/ 2584808 w 6514506"/>
              <a:gd name="connsiteY2628" fmla="*/ 2004726 h 3658174"/>
              <a:gd name="connsiteX2629" fmla="*/ 2595000 w 6514506"/>
              <a:gd name="connsiteY2629" fmla="*/ 2008060 h 3658174"/>
              <a:gd name="connsiteX2630" fmla="*/ 2598905 w 6514506"/>
              <a:gd name="connsiteY2630" fmla="*/ 2011679 h 3658174"/>
              <a:gd name="connsiteX2631" fmla="*/ 2590523 w 6514506"/>
              <a:gd name="connsiteY2631" fmla="*/ 2018823 h 3658174"/>
              <a:gd name="connsiteX2632" fmla="*/ 2582426 w 6514506"/>
              <a:gd name="connsiteY2632" fmla="*/ 2020061 h 3658174"/>
              <a:gd name="connsiteX2633" fmla="*/ 2574330 w 6514506"/>
              <a:gd name="connsiteY2633" fmla="*/ 2020347 h 3658174"/>
              <a:gd name="connsiteX2634" fmla="*/ 2575854 w 6514506"/>
              <a:gd name="connsiteY2634" fmla="*/ 2025490 h 3658174"/>
              <a:gd name="connsiteX2635" fmla="*/ 2580045 w 6514506"/>
              <a:gd name="connsiteY2635" fmla="*/ 2026348 h 3658174"/>
              <a:gd name="connsiteX2636" fmla="*/ 2583665 w 6514506"/>
              <a:gd name="connsiteY2636" fmla="*/ 2028729 h 3658174"/>
              <a:gd name="connsiteX2637" fmla="*/ 2580998 w 6514506"/>
              <a:gd name="connsiteY2637" fmla="*/ 2031396 h 3658174"/>
              <a:gd name="connsiteX2638" fmla="*/ 2574140 w 6514506"/>
              <a:gd name="connsiteY2638" fmla="*/ 2034730 h 3658174"/>
              <a:gd name="connsiteX2639" fmla="*/ 2565758 w 6514506"/>
              <a:gd name="connsiteY2639" fmla="*/ 2034158 h 3658174"/>
              <a:gd name="connsiteX2640" fmla="*/ 2561281 w 6514506"/>
              <a:gd name="connsiteY2640" fmla="*/ 2033301 h 3658174"/>
              <a:gd name="connsiteX2641" fmla="*/ 2560088 w 6514506"/>
              <a:gd name="connsiteY2641" fmla="*/ 2037618 h 3658174"/>
              <a:gd name="connsiteX2642" fmla="*/ 2560328 w 6514506"/>
              <a:gd name="connsiteY2642" fmla="*/ 2037778 h 3658174"/>
              <a:gd name="connsiteX2643" fmla="*/ 2562138 w 6514506"/>
              <a:gd name="connsiteY2643" fmla="*/ 2042826 h 3658174"/>
              <a:gd name="connsiteX2644" fmla="*/ 2562138 w 6514506"/>
              <a:gd name="connsiteY2644" fmla="*/ 2048827 h 3658174"/>
              <a:gd name="connsiteX2645" fmla="*/ 2556709 w 6514506"/>
              <a:gd name="connsiteY2645" fmla="*/ 2050065 h 3658174"/>
              <a:gd name="connsiteX2646" fmla="*/ 2557566 w 6514506"/>
              <a:gd name="connsiteY2646" fmla="*/ 2055495 h 3658174"/>
              <a:gd name="connsiteX2647" fmla="*/ 2559376 w 6514506"/>
              <a:gd name="connsiteY2647" fmla="*/ 2059114 h 3658174"/>
              <a:gd name="connsiteX2648" fmla="*/ 2557852 w 6514506"/>
              <a:gd name="connsiteY2648" fmla="*/ 2061495 h 3658174"/>
              <a:gd name="connsiteX2649" fmla="*/ 2557852 w 6514506"/>
              <a:gd name="connsiteY2649" fmla="*/ 2065972 h 3658174"/>
              <a:gd name="connsiteX2650" fmla="*/ 2559662 w 6514506"/>
              <a:gd name="connsiteY2650" fmla="*/ 2069306 h 3658174"/>
              <a:gd name="connsiteX2651" fmla="*/ 2567472 w 6514506"/>
              <a:gd name="connsiteY2651" fmla="*/ 2071401 h 3658174"/>
              <a:gd name="connsiteX2652" fmla="*/ 2574044 w 6514506"/>
              <a:gd name="connsiteY2652" fmla="*/ 2076450 h 3658174"/>
              <a:gd name="connsiteX2653" fmla="*/ 2568615 w 6514506"/>
              <a:gd name="connsiteY2653" fmla="*/ 2079117 h 3658174"/>
              <a:gd name="connsiteX2654" fmla="*/ 2557852 w 6514506"/>
              <a:gd name="connsiteY2654" fmla="*/ 2077878 h 3658174"/>
              <a:gd name="connsiteX2655" fmla="*/ 2559090 w 6514506"/>
              <a:gd name="connsiteY2655" fmla="*/ 2082451 h 3658174"/>
              <a:gd name="connsiteX2656" fmla="*/ 2566900 w 6514506"/>
              <a:gd name="connsiteY2656" fmla="*/ 2088451 h 3658174"/>
              <a:gd name="connsiteX2657" fmla="*/ 2575282 w 6514506"/>
              <a:gd name="connsiteY2657" fmla="*/ 2095309 h 3658174"/>
              <a:gd name="connsiteX2658" fmla="*/ 2579759 w 6514506"/>
              <a:gd name="connsiteY2658" fmla="*/ 2097690 h 3658174"/>
              <a:gd name="connsiteX2659" fmla="*/ 2582426 w 6514506"/>
              <a:gd name="connsiteY2659" fmla="*/ 2102167 h 3658174"/>
              <a:gd name="connsiteX2660" fmla="*/ 2588998 w 6514506"/>
              <a:gd name="connsiteY2660" fmla="*/ 2107597 h 3658174"/>
              <a:gd name="connsiteX2661" fmla="*/ 2588713 w 6514506"/>
              <a:gd name="connsiteY2661" fmla="*/ 2110930 h 3658174"/>
              <a:gd name="connsiteX2662" fmla="*/ 2585665 w 6514506"/>
              <a:gd name="connsiteY2662" fmla="*/ 2113978 h 3658174"/>
              <a:gd name="connsiteX2663" fmla="*/ 2581188 w 6514506"/>
              <a:gd name="connsiteY2663" fmla="*/ 2113978 h 3658174"/>
              <a:gd name="connsiteX2664" fmla="*/ 2574901 w 6514506"/>
              <a:gd name="connsiteY2664" fmla="*/ 2113121 h 3658174"/>
              <a:gd name="connsiteX2665" fmla="*/ 2569472 w 6514506"/>
              <a:gd name="connsiteY2665" fmla="*/ 2107977 h 3658174"/>
              <a:gd name="connsiteX2666" fmla="*/ 2566520 w 6514506"/>
              <a:gd name="connsiteY2666" fmla="*/ 2108263 h 3658174"/>
              <a:gd name="connsiteX2667" fmla="*/ 2565948 w 6514506"/>
              <a:gd name="connsiteY2667" fmla="*/ 2112168 h 3658174"/>
              <a:gd name="connsiteX2668" fmla="*/ 2558804 w 6514506"/>
              <a:gd name="connsiteY2668" fmla="*/ 2117884 h 3658174"/>
              <a:gd name="connsiteX2669" fmla="*/ 2556423 w 6514506"/>
              <a:gd name="connsiteY2669" fmla="*/ 2136457 h 3658174"/>
              <a:gd name="connsiteX2670" fmla="*/ 2555185 w 6514506"/>
              <a:gd name="connsiteY2670" fmla="*/ 2143982 h 3658174"/>
              <a:gd name="connsiteX2671" fmla="*/ 2553375 w 6514506"/>
              <a:gd name="connsiteY2671" fmla="*/ 2150268 h 3658174"/>
              <a:gd name="connsiteX2672" fmla="*/ 2540802 w 6514506"/>
              <a:gd name="connsiteY2672" fmla="*/ 2163413 h 3658174"/>
              <a:gd name="connsiteX2673" fmla="*/ 2537182 w 6514506"/>
              <a:gd name="connsiteY2673" fmla="*/ 2171509 h 3658174"/>
              <a:gd name="connsiteX2674" fmla="*/ 2537182 w 6514506"/>
              <a:gd name="connsiteY2674" fmla="*/ 2175700 h 3658174"/>
              <a:gd name="connsiteX2675" fmla="*/ 2536897 w 6514506"/>
              <a:gd name="connsiteY2675" fmla="*/ 2181415 h 3658174"/>
              <a:gd name="connsiteX2676" fmla="*/ 2538421 w 6514506"/>
              <a:gd name="connsiteY2676" fmla="*/ 2183797 h 3658174"/>
              <a:gd name="connsiteX2677" fmla="*/ 2542897 w 6514506"/>
              <a:gd name="connsiteY2677" fmla="*/ 2185035 h 3658174"/>
              <a:gd name="connsiteX2678" fmla="*/ 2538992 w 6514506"/>
              <a:gd name="connsiteY2678" fmla="*/ 2192178 h 3658174"/>
              <a:gd name="connsiteX2679" fmla="*/ 2537182 w 6514506"/>
              <a:gd name="connsiteY2679" fmla="*/ 2195226 h 3658174"/>
              <a:gd name="connsiteX2680" fmla="*/ 2535373 w 6514506"/>
              <a:gd name="connsiteY2680" fmla="*/ 2201513 h 3658174"/>
              <a:gd name="connsiteX2681" fmla="*/ 2533563 w 6514506"/>
              <a:gd name="connsiteY2681" fmla="*/ 2203894 h 3658174"/>
              <a:gd name="connsiteX2682" fmla="*/ 2530229 w 6514506"/>
              <a:gd name="connsiteY2682" fmla="*/ 2212562 h 3658174"/>
              <a:gd name="connsiteX2683" fmla="*/ 2524229 w 6514506"/>
              <a:gd name="connsiteY2683" fmla="*/ 2219134 h 3658174"/>
              <a:gd name="connsiteX2684" fmla="*/ 2507750 w 6514506"/>
              <a:gd name="connsiteY2684" fmla="*/ 2227231 h 3658174"/>
              <a:gd name="connsiteX2685" fmla="*/ 2503559 w 6514506"/>
              <a:gd name="connsiteY2685" fmla="*/ 2223897 h 3658174"/>
              <a:gd name="connsiteX2686" fmla="*/ 2505083 w 6514506"/>
              <a:gd name="connsiteY2686" fmla="*/ 2212848 h 3658174"/>
              <a:gd name="connsiteX2687" fmla="*/ 2501749 w 6514506"/>
              <a:gd name="connsiteY2687" fmla="*/ 2211324 h 3658174"/>
              <a:gd name="connsiteX2688" fmla="*/ 2491272 w 6514506"/>
              <a:gd name="connsiteY2688" fmla="*/ 2211895 h 3658174"/>
              <a:gd name="connsiteX2689" fmla="*/ 2483462 w 6514506"/>
              <a:gd name="connsiteY2689" fmla="*/ 2209228 h 3658174"/>
              <a:gd name="connsiteX2690" fmla="*/ 2480128 w 6514506"/>
              <a:gd name="connsiteY2690" fmla="*/ 2207133 h 3658174"/>
              <a:gd name="connsiteX2691" fmla="*/ 2474413 w 6514506"/>
              <a:gd name="connsiteY2691" fmla="*/ 2207418 h 3658174"/>
              <a:gd name="connsiteX2692" fmla="*/ 2471460 w 6514506"/>
              <a:gd name="connsiteY2692" fmla="*/ 2207990 h 3658174"/>
              <a:gd name="connsiteX2693" fmla="*/ 2469174 w 6514506"/>
              <a:gd name="connsiteY2693" fmla="*/ 2211324 h 3658174"/>
              <a:gd name="connsiteX2694" fmla="*/ 2468983 w 6514506"/>
              <a:gd name="connsiteY2694" fmla="*/ 2212848 h 3658174"/>
              <a:gd name="connsiteX2695" fmla="*/ 2459935 w 6514506"/>
              <a:gd name="connsiteY2695" fmla="*/ 2215515 h 3658174"/>
              <a:gd name="connsiteX2696" fmla="*/ 2447933 w 6514506"/>
              <a:gd name="connsiteY2696" fmla="*/ 2221230 h 3658174"/>
              <a:gd name="connsiteX2697" fmla="*/ 2447362 w 6514506"/>
              <a:gd name="connsiteY2697" fmla="*/ 2209514 h 3658174"/>
              <a:gd name="connsiteX2698" fmla="*/ 2446505 w 6514506"/>
              <a:gd name="connsiteY2698" fmla="*/ 2195989 h 3658174"/>
              <a:gd name="connsiteX2699" fmla="*/ 2444409 w 6514506"/>
              <a:gd name="connsiteY2699" fmla="*/ 2201418 h 3658174"/>
              <a:gd name="connsiteX2700" fmla="*/ 2442599 w 6514506"/>
              <a:gd name="connsiteY2700" fmla="*/ 2205609 h 3658174"/>
              <a:gd name="connsiteX2701" fmla="*/ 2431169 w 6514506"/>
              <a:gd name="connsiteY2701" fmla="*/ 2206466 h 3658174"/>
              <a:gd name="connsiteX2702" fmla="*/ 2424026 w 6514506"/>
              <a:gd name="connsiteY2702" fmla="*/ 2205609 h 3658174"/>
              <a:gd name="connsiteX2703" fmla="*/ 2417453 w 6514506"/>
              <a:gd name="connsiteY2703" fmla="*/ 2203513 h 3658174"/>
              <a:gd name="connsiteX2704" fmla="*/ 2413548 w 6514506"/>
              <a:gd name="connsiteY2704" fmla="*/ 2189416 h 3658174"/>
              <a:gd name="connsiteX2705" fmla="*/ 2413262 w 6514506"/>
              <a:gd name="connsiteY2705" fmla="*/ 2184654 h 3658174"/>
              <a:gd name="connsiteX2706" fmla="*/ 2411738 w 6514506"/>
              <a:gd name="connsiteY2706" fmla="*/ 2181987 h 3658174"/>
              <a:gd name="connsiteX2707" fmla="*/ 2410500 w 6514506"/>
              <a:gd name="connsiteY2707" fmla="*/ 2177796 h 3658174"/>
              <a:gd name="connsiteX2708" fmla="*/ 2410214 w 6514506"/>
              <a:gd name="connsiteY2708" fmla="*/ 2173605 h 3658174"/>
              <a:gd name="connsiteX2709" fmla="*/ 2412024 w 6514506"/>
              <a:gd name="connsiteY2709" fmla="*/ 2167890 h 3658174"/>
              <a:gd name="connsiteX2710" fmla="*/ 2405452 w 6514506"/>
              <a:gd name="connsiteY2710" fmla="*/ 2156841 h 3658174"/>
              <a:gd name="connsiteX2711" fmla="*/ 2394688 w 6514506"/>
              <a:gd name="connsiteY2711" fmla="*/ 2148744 h 3658174"/>
              <a:gd name="connsiteX2712" fmla="*/ 2392593 w 6514506"/>
              <a:gd name="connsiteY2712" fmla="*/ 2143696 h 3658174"/>
              <a:gd name="connsiteX2713" fmla="*/ 2393450 w 6514506"/>
              <a:gd name="connsiteY2713" fmla="*/ 2138934 h 3658174"/>
              <a:gd name="connsiteX2714" fmla="*/ 2391355 w 6514506"/>
              <a:gd name="connsiteY2714" fmla="*/ 2130838 h 3658174"/>
              <a:gd name="connsiteX2715" fmla="*/ 2387735 w 6514506"/>
              <a:gd name="connsiteY2715" fmla="*/ 2123313 h 3658174"/>
              <a:gd name="connsiteX2716" fmla="*/ 2388021 w 6514506"/>
              <a:gd name="connsiteY2716" fmla="*/ 2116740 h 3658174"/>
              <a:gd name="connsiteX2717" fmla="*/ 2389545 w 6514506"/>
              <a:gd name="connsiteY2717" fmla="*/ 2103882 h 3658174"/>
              <a:gd name="connsiteX2718" fmla="*/ 2392498 w 6514506"/>
              <a:gd name="connsiteY2718" fmla="*/ 2096357 h 3658174"/>
              <a:gd name="connsiteX2719" fmla="*/ 2395450 w 6514506"/>
              <a:gd name="connsiteY2719" fmla="*/ 2092452 h 3658174"/>
              <a:gd name="connsiteX2720" fmla="*/ 2403547 w 6514506"/>
              <a:gd name="connsiteY2720" fmla="*/ 2083784 h 3658174"/>
              <a:gd name="connsiteX2721" fmla="*/ 2403566 w 6514506"/>
              <a:gd name="connsiteY2721" fmla="*/ 2083830 h 3658174"/>
              <a:gd name="connsiteX2722" fmla="*/ 2403547 w 6514506"/>
              <a:gd name="connsiteY2722" fmla="*/ 2083688 h 3658174"/>
              <a:gd name="connsiteX2723" fmla="*/ 2406500 w 6514506"/>
              <a:gd name="connsiteY2723" fmla="*/ 2089403 h 3658174"/>
              <a:gd name="connsiteX2724" fmla="*/ 2412786 w 6514506"/>
              <a:gd name="connsiteY2724" fmla="*/ 2091499 h 3658174"/>
              <a:gd name="connsiteX2725" fmla="*/ 2417549 w 6514506"/>
              <a:gd name="connsiteY2725" fmla="*/ 2091499 h 3658174"/>
              <a:gd name="connsiteX2726" fmla="*/ 2423550 w 6514506"/>
              <a:gd name="connsiteY2726" fmla="*/ 2094166 h 3658174"/>
              <a:gd name="connsiteX2727" fmla="*/ 2428979 w 6514506"/>
              <a:gd name="connsiteY2727" fmla="*/ 2097785 h 3658174"/>
              <a:gd name="connsiteX2728" fmla="*/ 2431646 w 6514506"/>
              <a:gd name="connsiteY2728" fmla="*/ 2095976 h 3658174"/>
              <a:gd name="connsiteX2729" fmla="*/ 2431074 w 6514506"/>
              <a:gd name="connsiteY2729" fmla="*/ 2091213 h 3658174"/>
              <a:gd name="connsiteX2730" fmla="*/ 2434027 w 6514506"/>
              <a:gd name="connsiteY2730" fmla="*/ 2085784 h 3658174"/>
              <a:gd name="connsiteX2731" fmla="*/ 2436694 w 6514506"/>
              <a:gd name="connsiteY2731" fmla="*/ 2080355 h 3658174"/>
              <a:gd name="connsiteX2732" fmla="*/ 2440885 w 6514506"/>
              <a:gd name="connsiteY2732" fmla="*/ 2077402 h 3658174"/>
              <a:gd name="connsiteX2733" fmla="*/ 2445362 w 6514506"/>
              <a:gd name="connsiteY2733" fmla="*/ 2070258 h 3658174"/>
              <a:gd name="connsiteX2734" fmla="*/ 2459744 w 6514506"/>
              <a:gd name="connsiteY2734" fmla="*/ 2065781 h 3658174"/>
              <a:gd name="connsiteX2735" fmla="*/ 2468793 w 6514506"/>
              <a:gd name="connsiteY2735" fmla="*/ 2062162 h 3658174"/>
              <a:gd name="connsiteX2736" fmla="*/ 2475556 w 6514506"/>
              <a:gd name="connsiteY2736" fmla="*/ 2050446 h 3658174"/>
              <a:gd name="connsiteX2737" fmla="*/ 2484891 w 6514506"/>
              <a:gd name="connsiteY2737" fmla="*/ 2040540 h 3658174"/>
              <a:gd name="connsiteX2738" fmla="*/ 2491749 w 6514506"/>
              <a:gd name="connsiteY2738" fmla="*/ 2029777 h 3658174"/>
              <a:gd name="connsiteX2739" fmla="*/ 2491894 w 6514506"/>
              <a:gd name="connsiteY2739" fmla="*/ 2029734 h 3658174"/>
              <a:gd name="connsiteX2740" fmla="*/ 2491749 w 6514506"/>
              <a:gd name="connsiteY2740" fmla="*/ 2029586 h 3658174"/>
              <a:gd name="connsiteX2741" fmla="*/ 2501083 w 6514506"/>
              <a:gd name="connsiteY2741" fmla="*/ 2023300 h 3658174"/>
              <a:gd name="connsiteX2742" fmla="*/ 2510989 w 6514506"/>
              <a:gd name="connsiteY2742" fmla="*/ 2017013 h 3658174"/>
              <a:gd name="connsiteX2743" fmla="*/ 2516704 w 6514506"/>
              <a:gd name="connsiteY2743" fmla="*/ 2016442 h 3658174"/>
              <a:gd name="connsiteX2744" fmla="*/ 2516594 w 6514506"/>
              <a:gd name="connsiteY2744" fmla="*/ 2017651 h 3658174"/>
              <a:gd name="connsiteX2745" fmla="*/ 2519466 w 6514506"/>
              <a:gd name="connsiteY2745" fmla="*/ 2017013 h 3658174"/>
              <a:gd name="connsiteX2746" fmla="*/ 2521276 w 6514506"/>
              <a:gd name="connsiteY2746" fmla="*/ 2011870 h 3658174"/>
              <a:gd name="connsiteX2747" fmla="*/ 2523086 w 6514506"/>
              <a:gd name="connsiteY2747" fmla="*/ 2007393 h 3658174"/>
              <a:gd name="connsiteX2748" fmla="*/ 2530325 w 6514506"/>
              <a:gd name="connsiteY2748" fmla="*/ 1999011 h 3658174"/>
              <a:gd name="connsiteX2749" fmla="*/ 2537468 w 6514506"/>
              <a:gd name="connsiteY2749" fmla="*/ 1984914 h 3658174"/>
              <a:gd name="connsiteX2750" fmla="*/ 2542898 w 6514506"/>
              <a:gd name="connsiteY2750" fmla="*/ 1976532 h 3658174"/>
              <a:gd name="connsiteX2751" fmla="*/ 2546517 w 6514506"/>
              <a:gd name="connsiteY2751" fmla="*/ 1977104 h 3658174"/>
              <a:gd name="connsiteX2752" fmla="*/ 2551947 w 6514506"/>
              <a:gd name="connsiteY2752" fmla="*/ 1977104 h 3658174"/>
              <a:gd name="connsiteX2753" fmla="*/ 2554971 w 6514506"/>
              <a:gd name="connsiteY2753" fmla="*/ 1973234 h 3658174"/>
              <a:gd name="connsiteX2754" fmla="*/ 2095985 w 6514506"/>
              <a:gd name="connsiteY2754" fmla="*/ 1962912 h 3658174"/>
              <a:gd name="connsiteX2755" fmla="*/ 2097509 w 6514506"/>
              <a:gd name="connsiteY2755" fmla="*/ 1967103 h 3658174"/>
              <a:gd name="connsiteX2756" fmla="*/ 2094461 w 6514506"/>
              <a:gd name="connsiteY2756" fmla="*/ 1965293 h 3658174"/>
              <a:gd name="connsiteX2757" fmla="*/ 2095985 w 6514506"/>
              <a:gd name="connsiteY2757" fmla="*/ 1962912 h 3658174"/>
              <a:gd name="connsiteX2758" fmla="*/ 2908206 w 6514506"/>
              <a:gd name="connsiteY2758" fmla="*/ 1957875 h 3658174"/>
              <a:gd name="connsiteX2759" fmla="*/ 2909991 w 6514506"/>
              <a:gd name="connsiteY2759" fmla="*/ 1960721 h 3658174"/>
              <a:gd name="connsiteX2760" fmla="*/ 2907991 w 6514506"/>
              <a:gd name="connsiteY2760" fmla="*/ 1963578 h 3658174"/>
              <a:gd name="connsiteX2761" fmla="*/ 2905419 w 6514506"/>
              <a:gd name="connsiteY2761" fmla="*/ 1959387 h 3658174"/>
              <a:gd name="connsiteX2762" fmla="*/ 2908206 w 6514506"/>
              <a:gd name="connsiteY2762" fmla="*/ 1957875 h 3658174"/>
              <a:gd name="connsiteX2763" fmla="*/ 2553470 w 6514506"/>
              <a:gd name="connsiteY2763" fmla="*/ 1946719 h 3658174"/>
              <a:gd name="connsiteX2764" fmla="*/ 2554042 w 6514506"/>
              <a:gd name="connsiteY2764" fmla="*/ 1950244 h 3658174"/>
              <a:gd name="connsiteX2765" fmla="*/ 2551375 w 6514506"/>
              <a:gd name="connsiteY2765" fmla="*/ 1949386 h 3658174"/>
              <a:gd name="connsiteX2766" fmla="*/ 2553470 w 6514506"/>
              <a:gd name="connsiteY2766" fmla="*/ 1946719 h 3658174"/>
              <a:gd name="connsiteX2767" fmla="*/ 2185519 w 6514506"/>
              <a:gd name="connsiteY2767" fmla="*/ 1942052 h 3658174"/>
              <a:gd name="connsiteX2768" fmla="*/ 2188186 w 6514506"/>
              <a:gd name="connsiteY2768" fmla="*/ 1946814 h 3658174"/>
              <a:gd name="connsiteX2769" fmla="*/ 2182567 w 6514506"/>
              <a:gd name="connsiteY2769" fmla="*/ 1948338 h 3658174"/>
              <a:gd name="connsiteX2770" fmla="*/ 2185519 w 6514506"/>
              <a:gd name="connsiteY2770" fmla="*/ 1942052 h 3658174"/>
              <a:gd name="connsiteX2771" fmla="*/ 2688226 w 6514506"/>
              <a:gd name="connsiteY2771" fmla="*/ 1919084 h 3658174"/>
              <a:gd name="connsiteX2772" fmla="*/ 2691011 w 6514506"/>
              <a:gd name="connsiteY2772" fmla="*/ 1920906 h 3658174"/>
              <a:gd name="connsiteX2773" fmla="*/ 2685582 w 6514506"/>
              <a:gd name="connsiteY2773" fmla="*/ 1920906 h 3658174"/>
              <a:gd name="connsiteX2774" fmla="*/ 2688226 w 6514506"/>
              <a:gd name="connsiteY2774" fmla="*/ 1919084 h 3658174"/>
              <a:gd name="connsiteX2775" fmla="*/ 956568 w 6514506"/>
              <a:gd name="connsiteY2775" fmla="*/ 1912330 h 3658174"/>
              <a:gd name="connsiteX2776" fmla="*/ 954937 w 6514506"/>
              <a:gd name="connsiteY2776" fmla="*/ 1914310 h 3658174"/>
              <a:gd name="connsiteX2777" fmla="*/ 954874 w 6514506"/>
              <a:gd name="connsiteY2777" fmla="*/ 1915148 h 3658174"/>
              <a:gd name="connsiteX2778" fmla="*/ 2723219 w 6514506"/>
              <a:gd name="connsiteY2778" fmla="*/ 1911416 h 3658174"/>
              <a:gd name="connsiteX2779" fmla="*/ 2726350 w 6514506"/>
              <a:gd name="connsiteY2779" fmla="*/ 1913191 h 3658174"/>
              <a:gd name="connsiteX2780" fmla="*/ 2733017 w 6514506"/>
              <a:gd name="connsiteY2780" fmla="*/ 1917572 h 3658174"/>
              <a:gd name="connsiteX2781" fmla="*/ 2735684 w 6514506"/>
              <a:gd name="connsiteY2781" fmla="*/ 1920239 h 3658174"/>
              <a:gd name="connsiteX2782" fmla="*/ 2738351 w 6514506"/>
              <a:gd name="connsiteY2782" fmla="*/ 1924716 h 3658174"/>
              <a:gd name="connsiteX2783" fmla="*/ 2738351 w 6514506"/>
              <a:gd name="connsiteY2783" fmla="*/ 1931574 h 3658174"/>
              <a:gd name="connsiteX2784" fmla="*/ 2739589 w 6514506"/>
              <a:gd name="connsiteY2784" fmla="*/ 1936717 h 3658174"/>
              <a:gd name="connsiteX2785" fmla="*/ 2743209 w 6514506"/>
              <a:gd name="connsiteY2785" fmla="*/ 1942147 h 3658174"/>
              <a:gd name="connsiteX2786" fmla="*/ 2742637 w 6514506"/>
              <a:gd name="connsiteY2786" fmla="*/ 1950529 h 3658174"/>
              <a:gd name="connsiteX2787" fmla="*/ 2742637 w 6514506"/>
              <a:gd name="connsiteY2787" fmla="*/ 1955291 h 3658174"/>
              <a:gd name="connsiteX2788" fmla="*/ 2744733 w 6514506"/>
              <a:gd name="connsiteY2788" fmla="*/ 1961006 h 3658174"/>
              <a:gd name="connsiteX2789" fmla="*/ 2742637 w 6514506"/>
              <a:gd name="connsiteY2789" fmla="*/ 1972722 h 3658174"/>
              <a:gd name="connsiteX2790" fmla="*/ 2738161 w 6514506"/>
              <a:gd name="connsiteY2790" fmla="*/ 1976913 h 3658174"/>
              <a:gd name="connsiteX2791" fmla="*/ 2737589 w 6514506"/>
              <a:gd name="connsiteY2791" fmla="*/ 1984057 h 3658174"/>
              <a:gd name="connsiteX2792" fmla="*/ 2734637 w 6514506"/>
              <a:gd name="connsiteY2792" fmla="*/ 1983199 h 3658174"/>
              <a:gd name="connsiteX2793" fmla="*/ 2732541 w 6514506"/>
              <a:gd name="connsiteY2793" fmla="*/ 1975675 h 3658174"/>
              <a:gd name="connsiteX2794" fmla="*/ 2729588 w 6514506"/>
              <a:gd name="connsiteY2794" fmla="*/ 1968817 h 3658174"/>
              <a:gd name="connsiteX2795" fmla="*/ 2727207 w 6514506"/>
              <a:gd name="connsiteY2795" fmla="*/ 1967293 h 3658174"/>
              <a:gd name="connsiteX2796" fmla="*/ 2723873 w 6514506"/>
              <a:gd name="connsiteY2796" fmla="*/ 1976246 h 3658174"/>
              <a:gd name="connsiteX2797" fmla="*/ 2724730 w 6514506"/>
              <a:gd name="connsiteY2797" fmla="*/ 1984914 h 3658174"/>
              <a:gd name="connsiteX2798" fmla="*/ 2728921 w 6514506"/>
              <a:gd name="connsiteY2798" fmla="*/ 1993010 h 3658174"/>
              <a:gd name="connsiteX2799" fmla="*/ 2724159 w 6514506"/>
              <a:gd name="connsiteY2799" fmla="*/ 2002630 h 3658174"/>
              <a:gd name="connsiteX2800" fmla="*/ 2719396 w 6514506"/>
              <a:gd name="connsiteY2800" fmla="*/ 1998439 h 3658174"/>
              <a:gd name="connsiteX2801" fmla="*/ 2716063 w 6514506"/>
              <a:gd name="connsiteY2801" fmla="*/ 1996630 h 3658174"/>
              <a:gd name="connsiteX2802" fmla="*/ 2710062 w 6514506"/>
              <a:gd name="connsiteY2802" fmla="*/ 1998439 h 3658174"/>
              <a:gd name="connsiteX2803" fmla="*/ 2702252 w 6514506"/>
              <a:gd name="connsiteY2803" fmla="*/ 1996058 h 3658174"/>
              <a:gd name="connsiteX2804" fmla="*/ 2694155 w 6514506"/>
              <a:gd name="connsiteY2804" fmla="*/ 1988248 h 3658174"/>
              <a:gd name="connsiteX2805" fmla="*/ 2692345 w 6514506"/>
              <a:gd name="connsiteY2805" fmla="*/ 1984057 h 3658174"/>
              <a:gd name="connsiteX2806" fmla="*/ 2692345 w 6514506"/>
              <a:gd name="connsiteY2806" fmla="*/ 1978056 h 3658174"/>
              <a:gd name="connsiteX2807" fmla="*/ 2693203 w 6514506"/>
              <a:gd name="connsiteY2807" fmla="*/ 1968150 h 3658174"/>
              <a:gd name="connsiteX2808" fmla="*/ 2696537 w 6514506"/>
              <a:gd name="connsiteY2808" fmla="*/ 1961578 h 3658174"/>
              <a:gd name="connsiteX2809" fmla="*/ 2690821 w 6514506"/>
              <a:gd name="connsiteY2809" fmla="*/ 1955577 h 3658174"/>
              <a:gd name="connsiteX2810" fmla="*/ 2683963 w 6514506"/>
              <a:gd name="connsiteY2810" fmla="*/ 1954339 h 3658174"/>
              <a:gd name="connsiteX2811" fmla="*/ 2683106 w 6514506"/>
              <a:gd name="connsiteY2811" fmla="*/ 1959768 h 3658174"/>
              <a:gd name="connsiteX2812" fmla="*/ 2681868 w 6514506"/>
              <a:gd name="connsiteY2812" fmla="*/ 1963102 h 3658174"/>
              <a:gd name="connsiteX2813" fmla="*/ 2676724 w 6514506"/>
              <a:gd name="connsiteY2813" fmla="*/ 1958911 h 3658174"/>
              <a:gd name="connsiteX2814" fmla="*/ 2673391 w 6514506"/>
              <a:gd name="connsiteY2814" fmla="*/ 1957101 h 3658174"/>
              <a:gd name="connsiteX2815" fmla="*/ 2669200 w 6514506"/>
              <a:gd name="connsiteY2815" fmla="*/ 1957958 h 3658174"/>
              <a:gd name="connsiteX2816" fmla="*/ 2663199 w 6514506"/>
              <a:gd name="connsiteY2816" fmla="*/ 1956720 h 3658174"/>
              <a:gd name="connsiteX2817" fmla="*/ 2660151 w 6514506"/>
              <a:gd name="connsiteY2817" fmla="*/ 1962435 h 3658174"/>
              <a:gd name="connsiteX2818" fmla="*/ 2658055 w 6514506"/>
              <a:gd name="connsiteY2818" fmla="*/ 1966626 h 3658174"/>
              <a:gd name="connsiteX2819" fmla="*/ 2655674 w 6514506"/>
              <a:gd name="connsiteY2819" fmla="*/ 1968150 h 3658174"/>
              <a:gd name="connsiteX2820" fmla="*/ 2652721 w 6514506"/>
              <a:gd name="connsiteY2820" fmla="*/ 1965197 h 3658174"/>
              <a:gd name="connsiteX2821" fmla="*/ 2654245 w 6514506"/>
              <a:gd name="connsiteY2821" fmla="*/ 1958625 h 3658174"/>
              <a:gd name="connsiteX2822" fmla="*/ 2658722 w 6514506"/>
              <a:gd name="connsiteY2822" fmla="*/ 1950814 h 3658174"/>
              <a:gd name="connsiteX2823" fmla="*/ 2668343 w 6514506"/>
              <a:gd name="connsiteY2823" fmla="*/ 1946338 h 3658174"/>
              <a:gd name="connsiteX2824" fmla="*/ 2672819 w 6514506"/>
              <a:gd name="connsiteY2824" fmla="*/ 1941194 h 3658174"/>
              <a:gd name="connsiteX2825" fmla="*/ 2679391 w 6514506"/>
              <a:gd name="connsiteY2825" fmla="*/ 1935765 h 3658174"/>
              <a:gd name="connsiteX2826" fmla="*/ 2685106 w 6514506"/>
              <a:gd name="connsiteY2826" fmla="*/ 1935479 h 3658174"/>
              <a:gd name="connsiteX2827" fmla="*/ 2689583 w 6514506"/>
              <a:gd name="connsiteY2827" fmla="*/ 1939956 h 3658174"/>
              <a:gd name="connsiteX2828" fmla="*/ 2687488 w 6514506"/>
              <a:gd name="connsiteY2828" fmla="*/ 1946242 h 3658174"/>
              <a:gd name="connsiteX2829" fmla="*/ 2690155 w 6514506"/>
              <a:gd name="connsiteY2829" fmla="*/ 1946814 h 3658174"/>
              <a:gd name="connsiteX2830" fmla="*/ 2693774 w 6514506"/>
              <a:gd name="connsiteY2830" fmla="*/ 1942337 h 3658174"/>
              <a:gd name="connsiteX2831" fmla="*/ 2699394 w 6514506"/>
              <a:gd name="connsiteY2831" fmla="*/ 1935479 h 3658174"/>
              <a:gd name="connsiteX2832" fmla="*/ 2704823 w 6514506"/>
              <a:gd name="connsiteY2832" fmla="*/ 1933669 h 3658174"/>
              <a:gd name="connsiteX2833" fmla="*/ 2708729 w 6514506"/>
              <a:gd name="connsiteY2833" fmla="*/ 1929193 h 3658174"/>
              <a:gd name="connsiteX2834" fmla="*/ 2712634 w 6514506"/>
              <a:gd name="connsiteY2834" fmla="*/ 1925859 h 3658174"/>
              <a:gd name="connsiteX2835" fmla="*/ 2717682 w 6514506"/>
              <a:gd name="connsiteY2835" fmla="*/ 1925573 h 3658174"/>
              <a:gd name="connsiteX2836" fmla="*/ 2720349 w 6514506"/>
              <a:gd name="connsiteY2836" fmla="*/ 1923763 h 3658174"/>
              <a:gd name="connsiteX2837" fmla="*/ 2724540 w 6514506"/>
              <a:gd name="connsiteY2837" fmla="*/ 1922239 h 3658174"/>
              <a:gd name="connsiteX2838" fmla="*/ 2722730 w 6514506"/>
              <a:gd name="connsiteY2838" fmla="*/ 1914429 h 3658174"/>
              <a:gd name="connsiteX2839" fmla="*/ 2723219 w 6514506"/>
              <a:gd name="connsiteY2839" fmla="*/ 1911416 h 3658174"/>
              <a:gd name="connsiteX2840" fmla="*/ 5689577 w 6514506"/>
              <a:gd name="connsiteY2840" fmla="*/ 1910905 h 3658174"/>
              <a:gd name="connsiteX2841" fmla="*/ 5692910 w 6514506"/>
              <a:gd name="connsiteY2841" fmla="*/ 1913286 h 3658174"/>
              <a:gd name="connsiteX2842" fmla="*/ 5688719 w 6514506"/>
              <a:gd name="connsiteY2842" fmla="*/ 1914810 h 3658174"/>
              <a:gd name="connsiteX2843" fmla="*/ 5687481 w 6514506"/>
              <a:gd name="connsiteY2843" fmla="*/ 1912143 h 3658174"/>
              <a:gd name="connsiteX2844" fmla="*/ 5689577 w 6514506"/>
              <a:gd name="connsiteY2844" fmla="*/ 1910905 h 3658174"/>
              <a:gd name="connsiteX2845" fmla="*/ 5761331 w 6514506"/>
              <a:gd name="connsiteY2845" fmla="*/ 1909524 h 3658174"/>
              <a:gd name="connsiteX2846" fmla="*/ 5761014 w 6514506"/>
              <a:gd name="connsiteY2846" fmla="*/ 1910143 h 3658174"/>
              <a:gd name="connsiteX2847" fmla="*/ 5760982 w 6514506"/>
              <a:gd name="connsiteY2847" fmla="*/ 1912432 h 3658174"/>
              <a:gd name="connsiteX2848" fmla="*/ 2697393 w 6514506"/>
              <a:gd name="connsiteY2848" fmla="*/ 1900808 h 3658174"/>
              <a:gd name="connsiteX2849" fmla="*/ 2706347 w 6514506"/>
              <a:gd name="connsiteY2849" fmla="*/ 1902046 h 3658174"/>
              <a:gd name="connsiteX2850" fmla="*/ 2704918 w 6514506"/>
              <a:gd name="connsiteY2850" fmla="*/ 1908047 h 3658174"/>
              <a:gd name="connsiteX2851" fmla="*/ 2693488 w 6514506"/>
              <a:gd name="connsiteY2851" fmla="*/ 1906809 h 3658174"/>
              <a:gd name="connsiteX2852" fmla="*/ 2697393 w 6514506"/>
              <a:gd name="connsiteY2852" fmla="*/ 1900808 h 3658174"/>
              <a:gd name="connsiteX2853" fmla="*/ 975845 w 6514506"/>
              <a:gd name="connsiteY2853" fmla="*/ 1899817 h 3658174"/>
              <a:gd name="connsiteX2854" fmla="*/ 971670 w 6514506"/>
              <a:gd name="connsiteY2854" fmla="*/ 1905795 h 3658174"/>
              <a:gd name="connsiteX2855" fmla="*/ 970594 w 6514506"/>
              <a:gd name="connsiteY2855" fmla="*/ 1906654 h 3658174"/>
              <a:gd name="connsiteX2856" fmla="*/ 970589 w 6514506"/>
              <a:gd name="connsiteY2856" fmla="*/ 1906654 h 3658174"/>
              <a:gd name="connsiteX2857" fmla="*/ 972357 w 6514506"/>
              <a:gd name="connsiteY2857" fmla="*/ 1907274 h 3658174"/>
              <a:gd name="connsiteX2858" fmla="*/ 2737232 w 6514506"/>
              <a:gd name="connsiteY2858" fmla="*/ 1899297 h 3658174"/>
              <a:gd name="connsiteX2859" fmla="*/ 2737779 w 6514506"/>
              <a:gd name="connsiteY2859" fmla="*/ 1902047 h 3658174"/>
              <a:gd name="connsiteX2860" fmla="*/ 2738065 w 6514506"/>
              <a:gd name="connsiteY2860" fmla="*/ 1905095 h 3658174"/>
              <a:gd name="connsiteX2861" fmla="*/ 2736255 w 6514506"/>
              <a:gd name="connsiteY2861" fmla="*/ 1906905 h 3658174"/>
              <a:gd name="connsiteX2862" fmla="*/ 2735398 w 6514506"/>
              <a:gd name="connsiteY2862" fmla="*/ 1901761 h 3658174"/>
              <a:gd name="connsiteX2863" fmla="*/ 2737232 w 6514506"/>
              <a:gd name="connsiteY2863" fmla="*/ 1899297 h 3658174"/>
              <a:gd name="connsiteX2864" fmla="*/ 2729111 w 6514506"/>
              <a:gd name="connsiteY2864" fmla="*/ 1895475 h 3658174"/>
              <a:gd name="connsiteX2865" fmla="*/ 2731778 w 6514506"/>
              <a:gd name="connsiteY2865" fmla="*/ 1897570 h 3658174"/>
              <a:gd name="connsiteX2866" fmla="*/ 2732064 w 6514506"/>
              <a:gd name="connsiteY2866" fmla="*/ 1902047 h 3658174"/>
              <a:gd name="connsiteX2867" fmla="*/ 2729397 w 6514506"/>
              <a:gd name="connsiteY2867" fmla="*/ 1903857 h 3658174"/>
              <a:gd name="connsiteX2868" fmla="*/ 2729111 w 6514506"/>
              <a:gd name="connsiteY2868" fmla="*/ 1895475 h 3658174"/>
              <a:gd name="connsiteX2869" fmla="*/ 1833666 w 6514506"/>
              <a:gd name="connsiteY2869" fmla="*/ 1889759 h 3658174"/>
              <a:gd name="connsiteX2870" fmla="*/ 1840905 w 6514506"/>
              <a:gd name="connsiteY2870" fmla="*/ 1893093 h 3658174"/>
              <a:gd name="connsiteX2871" fmla="*/ 1843001 w 6514506"/>
              <a:gd name="connsiteY2871" fmla="*/ 1898141 h 3658174"/>
              <a:gd name="connsiteX2872" fmla="*/ 1845191 w 6514506"/>
              <a:gd name="connsiteY2872" fmla="*/ 1902713 h 3658174"/>
              <a:gd name="connsiteX2873" fmla="*/ 1847573 w 6514506"/>
              <a:gd name="connsiteY2873" fmla="*/ 1912334 h 3658174"/>
              <a:gd name="connsiteX2874" fmla="*/ 1852049 w 6514506"/>
              <a:gd name="connsiteY2874" fmla="*/ 1922811 h 3658174"/>
              <a:gd name="connsiteX2875" fmla="*/ 1855002 w 6514506"/>
              <a:gd name="connsiteY2875" fmla="*/ 1929669 h 3658174"/>
              <a:gd name="connsiteX2876" fmla="*/ 1857383 w 6514506"/>
              <a:gd name="connsiteY2876" fmla="*/ 1936813 h 3658174"/>
              <a:gd name="connsiteX2877" fmla="*/ 1860050 w 6514506"/>
              <a:gd name="connsiteY2877" fmla="*/ 1951482 h 3658174"/>
              <a:gd name="connsiteX2878" fmla="*/ 1860336 w 6514506"/>
              <a:gd name="connsiteY2878" fmla="*/ 1966150 h 3658174"/>
              <a:gd name="connsiteX2879" fmla="*/ 1857288 w 6514506"/>
              <a:gd name="connsiteY2879" fmla="*/ 1978723 h 3658174"/>
              <a:gd name="connsiteX2880" fmla="*/ 1832142 w 6514506"/>
              <a:gd name="connsiteY2880" fmla="*/ 1988343 h 3658174"/>
              <a:gd name="connsiteX2881" fmla="*/ 1823760 w 6514506"/>
              <a:gd name="connsiteY2881" fmla="*/ 1977580 h 3658174"/>
              <a:gd name="connsiteX2882" fmla="*/ 1820426 w 6514506"/>
              <a:gd name="connsiteY2882" fmla="*/ 1957482 h 3658174"/>
              <a:gd name="connsiteX2883" fmla="*/ 1820998 w 6514506"/>
              <a:gd name="connsiteY2883" fmla="*/ 1938908 h 3658174"/>
              <a:gd name="connsiteX2884" fmla="*/ 1820426 w 6514506"/>
              <a:gd name="connsiteY2884" fmla="*/ 1930241 h 3658174"/>
              <a:gd name="connsiteX2885" fmla="*/ 1822522 w 6514506"/>
              <a:gd name="connsiteY2885" fmla="*/ 1932336 h 3658174"/>
              <a:gd name="connsiteX2886" fmla="*/ 1825189 w 6514506"/>
              <a:gd name="connsiteY2886" fmla="*/ 1932050 h 3658174"/>
              <a:gd name="connsiteX2887" fmla="*/ 1826427 w 6514506"/>
              <a:gd name="connsiteY2887" fmla="*/ 1922145 h 3658174"/>
              <a:gd name="connsiteX2888" fmla="*/ 1826999 w 6514506"/>
              <a:gd name="connsiteY2888" fmla="*/ 1913191 h 3658174"/>
              <a:gd name="connsiteX2889" fmla="*/ 1829380 w 6514506"/>
              <a:gd name="connsiteY2889" fmla="*/ 1911953 h 3658174"/>
              <a:gd name="connsiteX2890" fmla="*/ 1833285 w 6514506"/>
              <a:gd name="connsiteY2890" fmla="*/ 1910715 h 3658174"/>
              <a:gd name="connsiteX2891" fmla="*/ 1834809 w 6514506"/>
              <a:gd name="connsiteY2891" fmla="*/ 1904428 h 3658174"/>
              <a:gd name="connsiteX2892" fmla="*/ 1830332 w 6514506"/>
              <a:gd name="connsiteY2892" fmla="*/ 1898141 h 3658174"/>
              <a:gd name="connsiteX2893" fmla="*/ 1833666 w 6514506"/>
              <a:gd name="connsiteY2893" fmla="*/ 1889759 h 3658174"/>
              <a:gd name="connsiteX2894" fmla="*/ 2297343 w 6514506"/>
              <a:gd name="connsiteY2894" fmla="*/ 1889474 h 3658174"/>
              <a:gd name="connsiteX2895" fmla="*/ 2299153 w 6514506"/>
              <a:gd name="connsiteY2895" fmla="*/ 1893379 h 3658174"/>
              <a:gd name="connsiteX2896" fmla="*/ 2295819 w 6514506"/>
              <a:gd name="connsiteY2896" fmla="*/ 1895189 h 3658174"/>
              <a:gd name="connsiteX2897" fmla="*/ 2297343 w 6514506"/>
              <a:gd name="connsiteY2897" fmla="*/ 1889474 h 3658174"/>
              <a:gd name="connsiteX2898" fmla="*/ 2670914 w 6514506"/>
              <a:gd name="connsiteY2898" fmla="*/ 1887092 h 3658174"/>
              <a:gd name="connsiteX2899" fmla="*/ 2667961 w 6514506"/>
              <a:gd name="connsiteY2899" fmla="*/ 1891855 h 3658174"/>
              <a:gd name="connsiteX2900" fmla="*/ 2670914 w 6514506"/>
              <a:gd name="connsiteY2900" fmla="*/ 1887092 h 3658174"/>
              <a:gd name="connsiteX2901" fmla="*/ 207721 w 6514506"/>
              <a:gd name="connsiteY2901" fmla="*/ 1885620 h 3658174"/>
              <a:gd name="connsiteX2902" fmla="*/ 205273 w 6514506"/>
              <a:gd name="connsiteY2902" fmla="*/ 1890045 h 3658174"/>
              <a:gd name="connsiteX2903" fmla="*/ 202606 w 6514506"/>
              <a:gd name="connsiteY2903" fmla="*/ 1900808 h 3658174"/>
              <a:gd name="connsiteX2904" fmla="*/ 202626 w 6514506"/>
              <a:gd name="connsiteY2904" fmla="*/ 1900824 h 3658174"/>
              <a:gd name="connsiteX2905" fmla="*/ 205273 w 6514506"/>
              <a:gd name="connsiteY2905" fmla="*/ 1890141 h 3658174"/>
              <a:gd name="connsiteX2906" fmla="*/ 207748 w 6514506"/>
              <a:gd name="connsiteY2906" fmla="*/ 1885664 h 3658174"/>
              <a:gd name="connsiteX2907" fmla="*/ 2681486 w 6514506"/>
              <a:gd name="connsiteY2907" fmla="*/ 1882616 h 3658174"/>
              <a:gd name="connsiteX2908" fmla="*/ 2685296 w 6514506"/>
              <a:gd name="connsiteY2908" fmla="*/ 1887283 h 3658174"/>
              <a:gd name="connsiteX2909" fmla="*/ 2681391 w 6514506"/>
              <a:gd name="connsiteY2909" fmla="*/ 1901380 h 3658174"/>
              <a:gd name="connsiteX2910" fmla="*/ 2680534 w 6514506"/>
              <a:gd name="connsiteY2910" fmla="*/ 1915192 h 3658174"/>
              <a:gd name="connsiteX2911" fmla="*/ 2677867 w 6514506"/>
              <a:gd name="connsiteY2911" fmla="*/ 1921478 h 3658174"/>
              <a:gd name="connsiteX2912" fmla="*/ 2665579 w 6514506"/>
              <a:gd name="connsiteY2912" fmla="*/ 1911286 h 3658174"/>
              <a:gd name="connsiteX2913" fmla="*/ 2670342 w 6514506"/>
              <a:gd name="connsiteY2913" fmla="*/ 1898428 h 3658174"/>
              <a:gd name="connsiteX2914" fmla="*/ 2674533 w 6514506"/>
              <a:gd name="connsiteY2914" fmla="*/ 1893379 h 3658174"/>
              <a:gd name="connsiteX2915" fmla="*/ 2675771 w 6514506"/>
              <a:gd name="connsiteY2915" fmla="*/ 1887379 h 3658174"/>
              <a:gd name="connsiteX2916" fmla="*/ 2681486 w 6514506"/>
              <a:gd name="connsiteY2916" fmla="*/ 1882616 h 3658174"/>
              <a:gd name="connsiteX2917" fmla="*/ 207076 w 6514506"/>
              <a:gd name="connsiteY2917" fmla="*/ 1881430 h 3658174"/>
              <a:gd name="connsiteX2918" fmla="*/ 206797 w 6514506"/>
              <a:gd name="connsiteY2918" fmla="*/ 1884044 h 3658174"/>
              <a:gd name="connsiteX2919" fmla="*/ 206805 w 6514506"/>
              <a:gd name="connsiteY2919" fmla="*/ 1884057 h 3658174"/>
              <a:gd name="connsiteX2920" fmla="*/ 207082 w 6514506"/>
              <a:gd name="connsiteY2920" fmla="*/ 1881473 h 3658174"/>
              <a:gd name="connsiteX2921" fmla="*/ 2183138 w 6514506"/>
              <a:gd name="connsiteY2921" fmla="*/ 1874519 h 3658174"/>
              <a:gd name="connsiteX2922" fmla="*/ 2187043 w 6514506"/>
              <a:gd name="connsiteY2922" fmla="*/ 1876329 h 3658174"/>
              <a:gd name="connsiteX2923" fmla="*/ 2185234 w 6514506"/>
              <a:gd name="connsiteY2923" fmla="*/ 1878139 h 3658174"/>
              <a:gd name="connsiteX2924" fmla="*/ 2183138 w 6514506"/>
              <a:gd name="connsiteY2924" fmla="*/ 1874519 h 3658174"/>
              <a:gd name="connsiteX2925" fmla="*/ 2700394 w 6514506"/>
              <a:gd name="connsiteY2925" fmla="*/ 1874281 h 3658174"/>
              <a:gd name="connsiteX2926" fmla="*/ 2700918 w 6514506"/>
              <a:gd name="connsiteY2926" fmla="*/ 1877758 h 3658174"/>
              <a:gd name="connsiteX2927" fmla="*/ 2700346 w 6514506"/>
              <a:gd name="connsiteY2927" fmla="*/ 1888807 h 3658174"/>
              <a:gd name="connsiteX2928" fmla="*/ 2700061 w 6514506"/>
              <a:gd name="connsiteY2928" fmla="*/ 1892998 h 3658174"/>
              <a:gd name="connsiteX2929" fmla="*/ 2692250 w 6514506"/>
              <a:gd name="connsiteY2929" fmla="*/ 1896617 h 3658174"/>
              <a:gd name="connsiteX2930" fmla="*/ 2686821 w 6514506"/>
              <a:gd name="connsiteY2930" fmla="*/ 1908333 h 3658174"/>
              <a:gd name="connsiteX2931" fmla="*/ 2682630 w 6514506"/>
              <a:gd name="connsiteY2931" fmla="*/ 1909190 h 3658174"/>
              <a:gd name="connsiteX2932" fmla="*/ 2690726 w 6514506"/>
              <a:gd name="connsiteY2932" fmla="*/ 1890617 h 3658174"/>
              <a:gd name="connsiteX2933" fmla="*/ 2697584 w 6514506"/>
              <a:gd name="connsiteY2933" fmla="*/ 1875948 h 3658174"/>
              <a:gd name="connsiteX2934" fmla="*/ 2700394 w 6514506"/>
              <a:gd name="connsiteY2934" fmla="*/ 1874281 h 3658174"/>
              <a:gd name="connsiteX2935" fmla="*/ 2073220 w 6514506"/>
              <a:gd name="connsiteY2935" fmla="*/ 1872138 h 3658174"/>
              <a:gd name="connsiteX2936" fmla="*/ 2075316 w 6514506"/>
              <a:gd name="connsiteY2936" fmla="*/ 1874805 h 3658174"/>
              <a:gd name="connsiteX2937" fmla="*/ 2071696 w 6514506"/>
              <a:gd name="connsiteY2937" fmla="*/ 1875758 h 3658174"/>
              <a:gd name="connsiteX2938" fmla="*/ 2073220 w 6514506"/>
              <a:gd name="connsiteY2938" fmla="*/ 1872138 h 3658174"/>
              <a:gd name="connsiteX2939" fmla="*/ 2605953 w 6514506"/>
              <a:gd name="connsiteY2939" fmla="*/ 1871758 h 3658174"/>
              <a:gd name="connsiteX2940" fmla="*/ 2608048 w 6514506"/>
              <a:gd name="connsiteY2940" fmla="*/ 1873567 h 3658174"/>
              <a:gd name="connsiteX2941" fmla="*/ 2607382 w 6514506"/>
              <a:gd name="connsiteY2941" fmla="*/ 1877758 h 3658174"/>
              <a:gd name="connsiteX2942" fmla="*/ 2607763 w 6514506"/>
              <a:gd name="connsiteY2942" fmla="*/ 1886426 h 3658174"/>
              <a:gd name="connsiteX2943" fmla="*/ 2607096 w 6514506"/>
              <a:gd name="connsiteY2943" fmla="*/ 1890617 h 3658174"/>
              <a:gd name="connsiteX2944" fmla="*/ 2602048 w 6514506"/>
              <a:gd name="connsiteY2944" fmla="*/ 1894522 h 3658174"/>
              <a:gd name="connsiteX2945" fmla="*/ 2595761 w 6514506"/>
              <a:gd name="connsiteY2945" fmla="*/ 1900809 h 3658174"/>
              <a:gd name="connsiteX2946" fmla="*/ 2590332 w 6514506"/>
              <a:gd name="connsiteY2946" fmla="*/ 1907667 h 3658174"/>
              <a:gd name="connsiteX2947" fmla="*/ 2582236 w 6514506"/>
              <a:gd name="connsiteY2947" fmla="*/ 1917001 h 3658174"/>
              <a:gd name="connsiteX2948" fmla="*/ 2575663 w 6514506"/>
              <a:gd name="connsiteY2948" fmla="*/ 1922431 h 3658174"/>
              <a:gd name="connsiteX2949" fmla="*/ 2568520 w 6514506"/>
              <a:gd name="connsiteY2949" fmla="*/ 1929955 h 3658174"/>
              <a:gd name="connsiteX2950" fmla="*/ 2560138 w 6514506"/>
              <a:gd name="connsiteY2950" fmla="*/ 1938052 h 3658174"/>
              <a:gd name="connsiteX2951" fmla="*/ 2560138 w 6514506"/>
              <a:gd name="connsiteY2951" fmla="*/ 1930527 h 3658174"/>
              <a:gd name="connsiteX2952" fmla="*/ 2574235 w 6514506"/>
              <a:gd name="connsiteY2952" fmla="*/ 1915287 h 3658174"/>
              <a:gd name="connsiteX2953" fmla="*/ 2588617 w 6514506"/>
              <a:gd name="connsiteY2953" fmla="*/ 1901476 h 3658174"/>
              <a:gd name="connsiteX2954" fmla="*/ 2591284 w 6514506"/>
              <a:gd name="connsiteY2954" fmla="*/ 1898142 h 3658174"/>
              <a:gd name="connsiteX2955" fmla="*/ 2594904 w 6514506"/>
              <a:gd name="connsiteY2955" fmla="*/ 1891284 h 3658174"/>
              <a:gd name="connsiteX2956" fmla="*/ 2597285 w 6514506"/>
              <a:gd name="connsiteY2956" fmla="*/ 1888331 h 3658174"/>
              <a:gd name="connsiteX2957" fmla="*/ 2601476 w 6514506"/>
              <a:gd name="connsiteY2957" fmla="*/ 1884712 h 3658174"/>
              <a:gd name="connsiteX2958" fmla="*/ 2603000 w 6514506"/>
              <a:gd name="connsiteY2958" fmla="*/ 1879568 h 3658174"/>
              <a:gd name="connsiteX2959" fmla="*/ 2605953 w 6514506"/>
              <a:gd name="connsiteY2959" fmla="*/ 1871758 h 3658174"/>
              <a:gd name="connsiteX2960" fmla="*/ 2709585 w 6514506"/>
              <a:gd name="connsiteY2960" fmla="*/ 1871757 h 3658174"/>
              <a:gd name="connsiteX2961" fmla="*/ 2712252 w 6514506"/>
              <a:gd name="connsiteY2961" fmla="*/ 1871757 h 3658174"/>
              <a:gd name="connsiteX2962" fmla="*/ 2717110 w 6514506"/>
              <a:gd name="connsiteY2962" fmla="*/ 1875377 h 3658174"/>
              <a:gd name="connsiteX2963" fmla="*/ 2717586 w 6514506"/>
              <a:gd name="connsiteY2963" fmla="*/ 1880997 h 3658174"/>
              <a:gd name="connsiteX2964" fmla="*/ 2721206 w 6514506"/>
              <a:gd name="connsiteY2964" fmla="*/ 1890807 h 3658174"/>
              <a:gd name="connsiteX2965" fmla="*/ 2719396 w 6514506"/>
              <a:gd name="connsiteY2965" fmla="*/ 1895665 h 3658174"/>
              <a:gd name="connsiteX2966" fmla="*/ 2717586 w 6514506"/>
              <a:gd name="connsiteY2966" fmla="*/ 1896903 h 3658174"/>
              <a:gd name="connsiteX2967" fmla="*/ 2714919 w 6514506"/>
              <a:gd name="connsiteY2967" fmla="*/ 1897761 h 3658174"/>
              <a:gd name="connsiteX2968" fmla="*/ 2712538 w 6514506"/>
              <a:gd name="connsiteY2968" fmla="*/ 1891474 h 3658174"/>
              <a:gd name="connsiteX2969" fmla="*/ 2711967 w 6514506"/>
              <a:gd name="connsiteY2969" fmla="*/ 1886712 h 3658174"/>
              <a:gd name="connsiteX2970" fmla="*/ 2707490 w 6514506"/>
              <a:gd name="connsiteY2970" fmla="*/ 1874424 h 3658174"/>
              <a:gd name="connsiteX2971" fmla="*/ 2709585 w 6514506"/>
              <a:gd name="connsiteY2971" fmla="*/ 1871757 h 3658174"/>
              <a:gd name="connsiteX2972" fmla="*/ 2660436 w 6514506"/>
              <a:gd name="connsiteY2972" fmla="*/ 1860422 h 3658174"/>
              <a:gd name="connsiteX2973" fmla="*/ 2669961 w 6514506"/>
              <a:gd name="connsiteY2973" fmla="*/ 1864137 h 3658174"/>
              <a:gd name="connsiteX2974" fmla="*/ 2677771 w 6514506"/>
              <a:gd name="connsiteY2974" fmla="*/ 1861756 h 3658174"/>
              <a:gd name="connsiteX2975" fmla="*/ 2680153 w 6514506"/>
              <a:gd name="connsiteY2975" fmla="*/ 1865375 h 3658174"/>
              <a:gd name="connsiteX2976" fmla="*/ 2675390 w 6514506"/>
              <a:gd name="connsiteY2976" fmla="*/ 1873471 h 3658174"/>
              <a:gd name="connsiteX2977" fmla="*/ 2669961 w 6514506"/>
              <a:gd name="connsiteY2977" fmla="*/ 1879472 h 3658174"/>
              <a:gd name="connsiteX2978" fmla="*/ 2665484 w 6514506"/>
              <a:gd name="connsiteY2978" fmla="*/ 1886997 h 3658174"/>
              <a:gd name="connsiteX2979" fmla="*/ 2657959 w 6514506"/>
              <a:gd name="connsiteY2979" fmla="*/ 1894807 h 3658174"/>
              <a:gd name="connsiteX2980" fmla="*/ 2653483 w 6514506"/>
              <a:gd name="connsiteY2980" fmla="*/ 1893569 h 3658174"/>
              <a:gd name="connsiteX2981" fmla="*/ 2655578 w 6514506"/>
              <a:gd name="connsiteY2981" fmla="*/ 1886711 h 3658174"/>
              <a:gd name="connsiteX2982" fmla="*/ 2656816 w 6514506"/>
              <a:gd name="connsiteY2982" fmla="*/ 1875662 h 3658174"/>
              <a:gd name="connsiteX2983" fmla="*/ 2658340 w 6514506"/>
              <a:gd name="connsiteY2983" fmla="*/ 1867566 h 3658174"/>
              <a:gd name="connsiteX2984" fmla="*/ 2655673 w 6514506"/>
              <a:gd name="connsiteY2984" fmla="*/ 1861279 h 3658174"/>
              <a:gd name="connsiteX2985" fmla="*/ 2660436 w 6514506"/>
              <a:gd name="connsiteY2985" fmla="*/ 1860422 h 3658174"/>
              <a:gd name="connsiteX2986" fmla="*/ 2190378 w 6514506"/>
              <a:gd name="connsiteY2986" fmla="*/ 1854231 h 3658174"/>
              <a:gd name="connsiteX2987" fmla="*/ 2190663 w 6514506"/>
              <a:gd name="connsiteY2987" fmla="*/ 1857851 h 3658174"/>
              <a:gd name="connsiteX2988" fmla="*/ 2188282 w 6514506"/>
              <a:gd name="connsiteY2988" fmla="*/ 1859280 h 3658174"/>
              <a:gd name="connsiteX2989" fmla="*/ 2190378 w 6514506"/>
              <a:gd name="connsiteY2989" fmla="*/ 1854231 h 3658174"/>
              <a:gd name="connsiteX2990" fmla="*/ 2617252 w 6514506"/>
              <a:gd name="connsiteY2990" fmla="*/ 1850791 h 3658174"/>
              <a:gd name="connsiteX2991" fmla="*/ 2619478 w 6514506"/>
              <a:gd name="connsiteY2991" fmla="*/ 1851755 h 3658174"/>
              <a:gd name="connsiteX2992" fmla="*/ 2622145 w 6514506"/>
              <a:gd name="connsiteY2992" fmla="*/ 1853851 h 3658174"/>
              <a:gd name="connsiteX2993" fmla="*/ 2616811 w 6514506"/>
              <a:gd name="connsiteY2993" fmla="*/ 1852041 h 3658174"/>
              <a:gd name="connsiteX2994" fmla="*/ 2617252 w 6514506"/>
              <a:gd name="connsiteY2994" fmla="*/ 1850791 h 3658174"/>
              <a:gd name="connsiteX2995" fmla="*/ 2659579 w 6514506"/>
              <a:gd name="connsiteY2995" fmla="*/ 1848421 h 3658174"/>
              <a:gd name="connsiteX2996" fmla="*/ 2659007 w 6514506"/>
              <a:gd name="connsiteY2996" fmla="*/ 1854993 h 3658174"/>
              <a:gd name="connsiteX2997" fmla="*/ 2656912 w 6514506"/>
              <a:gd name="connsiteY2997" fmla="*/ 1849278 h 3658174"/>
              <a:gd name="connsiteX2998" fmla="*/ 2659579 w 6514506"/>
              <a:gd name="connsiteY2998" fmla="*/ 1848421 h 3658174"/>
              <a:gd name="connsiteX2999" fmla="*/ 2707348 w 6514506"/>
              <a:gd name="connsiteY2999" fmla="*/ 1844123 h 3658174"/>
              <a:gd name="connsiteX3000" fmla="*/ 2710538 w 6514506"/>
              <a:gd name="connsiteY3000" fmla="*/ 1845754 h 3658174"/>
              <a:gd name="connsiteX3001" fmla="*/ 2718349 w 6514506"/>
              <a:gd name="connsiteY3001" fmla="*/ 1845088 h 3658174"/>
              <a:gd name="connsiteX3002" fmla="*/ 2724921 w 6514506"/>
              <a:gd name="connsiteY3002" fmla="*/ 1848707 h 3658174"/>
              <a:gd name="connsiteX3003" fmla="*/ 2727016 w 6514506"/>
              <a:gd name="connsiteY3003" fmla="*/ 1858042 h 3658174"/>
              <a:gd name="connsiteX3004" fmla="*/ 2727588 w 6514506"/>
              <a:gd name="connsiteY3004" fmla="*/ 1870329 h 3658174"/>
              <a:gd name="connsiteX3005" fmla="*/ 2729112 w 6514506"/>
              <a:gd name="connsiteY3005" fmla="*/ 1874520 h 3658174"/>
              <a:gd name="connsiteX3006" fmla="*/ 2730636 w 6514506"/>
              <a:gd name="connsiteY3006" fmla="*/ 1877854 h 3658174"/>
              <a:gd name="connsiteX3007" fmla="*/ 2729112 w 6514506"/>
              <a:gd name="connsiteY3007" fmla="*/ 1880235 h 3658174"/>
              <a:gd name="connsiteX3008" fmla="*/ 2722825 w 6514506"/>
              <a:gd name="connsiteY3008" fmla="*/ 1879663 h 3658174"/>
              <a:gd name="connsiteX3009" fmla="*/ 2718063 w 6514506"/>
              <a:gd name="connsiteY3009" fmla="*/ 1872139 h 3658174"/>
              <a:gd name="connsiteX3010" fmla="*/ 2716539 w 6514506"/>
              <a:gd name="connsiteY3010" fmla="*/ 1865566 h 3658174"/>
              <a:gd name="connsiteX3011" fmla="*/ 2712634 w 6514506"/>
              <a:gd name="connsiteY3011" fmla="*/ 1858994 h 3658174"/>
              <a:gd name="connsiteX3012" fmla="*/ 2707586 w 6514506"/>
              <a:gd name="connsiteY3012" fmla="*/ 1847278 h 3658174"/>
              <a:gd name="connsiteX3013" fmla="*/ 2707348 w 6514506"/>
              <a:gd name="connsiteY3013" fmla="*/ 1844123 h 3658174"/>
              <a:gd name="connsiteX3014" fmla="*/ 2685570 w 6514506"/>
              <a:gd name="connsiteY3014" fmla="*/ 1842908 h 3658174"/>
              <a:gd name="connsiteX3015" fmla="*/ 2689201 w 6514506"/>
              <a:gd name="connsiteY3015" fmla="*/ 1844801 h 3658174"/>
              <a:gd name="connsiteX3016" fmla="*/ 2691582 w 6514506"/>
              <a:gd name="connsiteY3016" fmla="*/ 1847278 h 3658174"/>
              <a:gd name="connsiteX3017" fmla="*/ 2695202 w 6514506"/>
              <a:gd name="connsiteY3017" fmla="*/ 1852040 h 3658174"/>
              <a:gd name="connsiteX3018" fmla="*/ 2700631 w 6514506"/>
              <a:gd name="connsiteY3018" fmla="*/ 1858327 h 3658174"/>
              <a:gd name="connsiteX3019" fmla="*/ 2697964 w 6514506"/>
              <a:gd name="connsiteY3019" fmla="*/ 1860708 h 3658174"/>
              <a:gd name="connsiteX3020" fmla="*/ 2692249 w 6514506"/>
              <a:gd name="connsiteY3020" fmla="*/ 1854421 h 3658174"/>
              <a:gd name="connsiteX3021" fmla="*/ 2689296 w 6514506"/>
              <a:gd name="connsiteY3021" fmla="*/ 1853564 h 3658174"/>
              <a:gd name="connsiteX3022" fmla="*/ 2685677 w 6514506"/>
              <a:gd name="connsiteY3022" fmla="*/ 1856231 h 3658174"/>
              <a:gd name="connsiteX3023" fmla="*/ 2686534 w 6514506"/>
              <a:gd name="connsiteY3023" fmla="*/ 1851659 h 3658174"/>
              <a:gd name="connsiteX3024" fmla="*/ 2685296 w 6514506"/>
              <a:gd name="connsiteY3024" fmla="*/ 1845944 h 3658174"/>
              <a:gd name="connsiteX3025" fmla="*/ 2685570 w 6514506"/>
              <a:gd name="connsiteY3025" fmla="*/ 1842908 h 3658174"/>
              <a:gd name="connsiteX3026" fmla="*/ 2083031 w 6514506"/>
              <a:gd name="connsiteY3026" fmla="*/ 1842135 h 3658174"/>
              <a:gd name="connsiteX3027" fmla="*/ 2081793 w 6514506"/>
              <a:gd name="connsiteY3027" fmla="*/ 1852327 h 3658174"/>
              <a:gd name="connsiteX3028" fmla="*/ 2077030 w 6514506"/>
              <a:gd name="connsiteY3028" fmla="*/ 1853565 h 3658174"/>
              <a:gd name="connsiteX3029" fmla="*/ 2078269 w 6514506"/>
              <a:gd name="connsiteY3029" fmla="*/ 1847564 h 3658174"/>
              <a:gd name="connsiteX3030" fmla="*/ 2080936 w 6514506"/>
              <a:gd name="connsiteY3030" fmla="*/ 1843659 h 3658174"/>
              <a:gd name="connsiteX3031" fmla="*/ 2083031 w 6514506"/>
              <a:gd name="connsiteY3031" fmla="*/ 1842135 h 3658174"/>
              <a:gd name="connsiteX3032" fmla="*/ 330027 w 6514506"/>
              <a:gd name="connsiteY3032" fmla="*/ 1837970 h 3658174"/>
              <a:gd name="connsiteX3033" fmla="*/ 329394 w 6514506"/>
              <a:gd name="connsiteY3033" fmla="*/ 1838505 h 3658174"/>
              <a:gd name="connsiteX3034" fmla="*/ 329764 w 6514506"/>
              <a:gd name="connsiteY3034" fmla="*/ 1839087 h 3658174"/>
              <a:gd name="connsiteX3035" fmla="*/ 2678152 w 6514506"/>
              <a:gd name="connsiteY3035" fmla="*/ 1833086 h 3658174"/>
              <a:gd name="connsiteX3036" fmla="*/ 2682343 w 6514506"/>
              <a:gd name="connsiteY3036" fmla="*/ 1836705 h 3658174"/>
              <a:gd name="connsiteX3037" fmla="*/ 2678152 w 6514506"/>
              <a:gd name="connsiteY3037" fmla="*/ 1833086 h 3658174"/>
              <a:gd name="connsiteX3038" fmla="*/ 321001 w 6514506"/>
              <a:gd name="connsiteY3038" fmla="*/ 1831943 h 3658174"/>
              <a:gd name="connsiteX3039" fmla="*/ 313476 w 6514506"/>
              <a:gd name="connsiteY3039" fmla="*/ 1832228 h 3658174"/>
              <a:gd name="connsiteX3040" fmla="*/ 307761 w 6514506"/>
              <a:gd name="connsiteY3040" fmla="*/ 1833086 h 3658174"/>
              <a:gd name="connsiteX3041" fmla="*/ 307673 w 6514506"/>
              <a:gd name="connsiteY3041" fmla="*/ 1833166 h 3658174"/>
              <a:gd name="connsiteX3042" fmla="*/ 313285 w 6514506"/>
              <a:gd name="connsiteY3042" fmla="*/ 1832324 h 3658174"/>
              <a:gd name="connsiteX3043" fmla="*/ 320810 w 6514506"/>
              <a:gd name="connsiteY3043" fmla="*/ 1832038 h 3658174"/>
              <a:gd name="connsiteX3044" fmla="*/ 323751 w 6514506"/>
              <a:gd name="connsiteY3044" fmla="*/ 1835110 h 3658174"/>
              <a:gd name="connsiteX3045" fmla="*/ 329032 w 6514506"/>
              <a:gd name="connsiteY3045" fmla="*/ 1838507 h 3658174"/>
              <a:gd name="connsiteX3046" fmla="*/ 329060 w 6514506"/>
              <a:gd name="connsiteY3046" fmla="*/ 1838307 h 3658174"/>
              <a:gd name="connsiteX3047" fmla="*/ 323942 w 6514506"/>
              <a:gd name="connsiteY3047" fmla="*/ 1835015 h 3658174"/>
              <a:gd name="connsiteX3048" fmla="*/ 321001 w 6514506"/>
              <a:gd name="connsiteY3048" fmla="*/ 1831943 h 3658174"/>
              <a:gd name="connsiteX3049" fmla="*/ 2084555 w 6514506"/>
              <a:gd name="connsiteY3049" fmla="*/ 1826228 h 3658174"/>
              <a:gd name="connsiteX3050" fmla="*/ 2086079 w 6514506"/>
              <a:gd name="connsiteY3050" fmla="*/ 1832229 h 3658174"/>
              <a:gd name="connsiteX3051" fmla="*/ 2082174 w 6514506"/>
              <a:gd name="connsiteY3051" fmla="*/ 1834610 h 3658174"/>
              <a:gd name="connsiteX3052" fmla="*/ 2082460 w 6514506"/>
              <a:gd name="connsiteY3052" fmla="*/ 1831657 h 3658174"/>
              <a:gd name="connsiteX3053" fmla="*/ 2084555 w 6514506"/>
              <a:gd name="connsiteY3053" fmla="*/ 1826228 h 3658174"/>
              <a:gd name="connsiteX3054" fmla="*/ 2628432 w 6514506"/>
              <a:gd name="connsiteY3054" fmla="*/ 1823275 h 3658174"/>
              <a:gd name="connsiteX3055" fmla="*/ 2631480 w 6514506"/>
              <a:gd name="connsiteY3055" fmla="*/ 1823846 h 3658174"/>
              <a:gd name="connsiteX3056" fmla="*/ 2638719 w 6514506"/>
              <a:gd name="connsiteY3056" fmla="*/ 1824132 h 3658174"/>
              <a:gd name="connsiteX3057" fmla="*/ 2643482 w 6514506"/>
              <a:gd name="connsiteY3057" fmla="*/ 1825370 h 3658174"/>
              <a:gd name="connsiteX3058" fmla="*/ 2649197 w 6514506"/>
              <a:gd name="connsiteY3058" fmla="*/ 1829561 h 3658174"/>
              <a:gd name="connsiteX3059" fmla="*/ 2651007 w 6514506"/>
              <a:gd name="connsiteY3059" fmla="*/ 1835276 h 3658174"/>
              <a:gd name="connsiteX3060" fmla="*/ 2649483 w 6514506"/>
              <a:gd name="connsiteY3060" fmla="*/ 1842801 h 3658174"/>
              <a:gd name="connsiteX3061" fmla="*/ 2645863 w 6514506"/>
              <a:gd name="connsiteY3061" fmla="*/ 1850897 h 3658174"/>
              <a:gd name="connsiteX3062" fmla="*/ 2639291 w 6514506"/>
              <a:gd name="connsiteY3062" fmla="*/ 1846897 h 3658174"/>
              <a:gd name="connsiteX3063" fmla="*/ 2636243 w 6514506"/>
              <a:gd name="connsiteY3063" fmla="*/ 1838515 h 3658174"/>
              <a:gd name="connsiteX3064" fmla="*/ 2632052 w 6514506"/>
              <a:gd name="connsiteY3064" fmla="*/ 1830419 h 3658174"/>
              <a:gd name="connsiteX3065" fmla="*/ 2627861 w 6514506"/>
              <a:gd name="connsiteY3065" fmla="*/ 1826513 h 3658174"/>
              <a:gd name="connsiteX3066" fmla="*/ 2628432 w 6514506"/>
              <a:gd name="connsiteY3066" fmla="*/ 1823275 h 3658174"/>
              <a:gd name="connsiteX3067" fmla="*/ 2660436 w 6514506"/>
              <a:gd name="connsiteY3067" fmla="*/ 1821179 h 3658174"/>
              <a:gd name="connsiteX3068" fmla="*/ 2661674 w 6514506"/>
              <a:gd name="connsiteY3068" fmla="*/ 1823560 h 3658174"/>
              <a:gd name="connsiteX3069" fmla="*/ 2658341 w 6514506"/>
              <a:gd name="connsiteY3069" fmla="*/ 1823275 h 3658174"/>
              <a:gd name="connsiteX3070" fmla="*/ 2660436 w 6514506"/>
              <a:gd name="connsiteY3070" fmla="*/ 1821179 h 3658174"/>
              <a:gd name="connsiteX3071" fmla="*/ 447596 w 6514506"/>
              <a:gd name="connsiteY3071" fmla="*/ 1819962 h 3658174"/>
              <a:gd name="connsiteX3072" fmla="*/ 442159 w 6514506"/>
              <a:gd name="connsiteY3072" fmla="*/ 1822227 h 3658174"/>
              <a:gd name="connsiteX3073" fmla="*/ 441976 w 6514506"/>
              <a:gd name="connsiteY3073" fmla="*/ 1822565 h 3658174"/>
              <a:gd name="connsiteX3074" fmla="*/ 447588 w 6514506"/>
              <a:gd name="connsiteY3074" fmla="*/ 1820227 h 3658174"/>
              <a:gd name="connsiteX3075" fmla="*/ 3110742 w 6514506"/>
              <a:gd name="connsiteY3075" fmla="*/ 1818537 h 3658174"/>
              <a:gd name="connsiteX3076" fmla="*/ 3113064 w 6514506"/>
              <a:gd name="connsiteY3076" fmla="*/ 1820894 h 3658174"/>
              <a:gd name="connsiteX3077" fmla="*/ 3113064 w 6514506"/>
              <a:gd name="connsiteY3077" fmla="*/ 1825371 h 3658174"/>
              <a:gd name="connsiteX3078" fmla="*/ 3107920 w 6514506"/>
              <a:gd name="connsiteY3078" fmla="*/ 1823466 h 3658174"/>
              <a:gd name="connsiteX3079" fmla="*/ 3110742 w 6514506"/>
              <a:gd name="connsiteY3079" fmla="*/ 1818537 h 3658174"/>
              <a:gd name="connsiteX3080" fmla="*/ 281581 w 6514506"/>
              <a:gd name="connsiteY3080" fmla="*/ 1816889 h 3658174"/>
              <a:gd name="connsiteX3081" fmla="*/ 281377 w 6514506"/>
              <a:gd name="connsiteY3081" fmla="*/ 1816893 h 3658174"/>
              <a:gd name="connsiteX3082" fmla="*/ 279282 w 6514506"/>
              <a:gd name="connsiteY3082" fmla="*/ 1818417 h 3658174"/>
              <a:gd name="connsiteX3083" fmla="*/ 279299 w 6514506"/>
              <a:gd name="connsiteY3083" fmla="*/ 1818431 h 3658174"/>
              <a:gd name="connsiteX3084" fmla="*/ 281281 w 6514506"/>
              <a:gd name="connsiteY3084" fmla="*/ 1816989 h 3658174"/>
              <a:gd name="connsiteX3085" fmla="*/ 289838 w 6514506"/>
              <a:gd name="connsiteY3085" fmla="*/ 1816730 h 3658174"/>
              <a:gd name="connsiteX3086" fmla="*/ 289752 w 6514506"/>
              <a:gd name="connsiteY3086" fmla="*/ 1816732 h 3658174"/>
              <a:gd name="connsiteX3087" fmla="*/ 290307 w 6514506"/>
              <a:gd name="connsiteY3087" fmla="*/ 1817620 h 3658174"/>
              <a:gd name="connsiteX3088" fmla="*/ 292616 w 6514506"/>
              <a:gd name="connsiteY3088" fmla="*/ 1823275 h 3658174"/>
              <a:gd name="connsiteX3089" fmla="*/ 296236 w 6514506"/>
              <a:gd name="connsiteY3089" fmla="*/ 1835562 h 3658174"/>
              <a:gd name="connsiteX3090" fmla="*/ 296808 w 6514506"/>
              <a:gd name="connsiteY3090" fmla="*/ 1837086 h 3658174"/>
              <a:gd name="connsiteX3091" fmla="*/ 301570 w 6514506"/>
              <a:gd name="connsiteY3091" fmla="*/ 1838610 h 3658174"/>
              <a:gd name="connsiteX3092" fmla="*/ 301698 w 6514506"/>
              <a:gd name="connsiteY3092" fmla="*/ 1838495 h 3658174"/>
              <a:gd name="connsiteX3093" fmla="*/ 296998 w 6514506"/>
              <a:gd name="connsiteY3093" fmla="*/ 1836991 h 3658174"/>
              <a:gd name="connsiteX3094" fmla="*/ 296426 w 6514506"/>
              <a:gd name="connsiteY3094" fmla="*/ 1835467 h 3658174"/>
              <a:gd name="connsiteX3095" fmla="*/ 292807 w 6514506"/>
              <a:gd name="connsiteY3095" fmla="*/ 1823180 h 3658174"/>
              <a:gd name="connsiteX3096" fmla="*/ 290355 w 6514506"/>
              <a:gd name="connsiteY3096" fmla="*/ 1817489 h 3658174"/>
              <a:gd name="connsiteX3097" fmla="*/ 2623015 w 6514506"/>
              <a:gd name="connsiteY3097" fmla="*/ 1815691 h 3658174"/>
              <a:gd name="connsiteX3098" fmla="*/ 2625099 w 6514506"/>
              <a:gd name="connsiteY3098" fmla="*/ 1817465 h 3658174"/>
              <a:gd name="connsiteX3099" fmla="*/ 2629004 w 6514506"/>
              <a:gd name="connsiteY3099" fmla="*/ 1820037 h 3658174"/>
              <a:gd name="connsiteX3100" fmla="*/ 2622432 w 6514506"/>
              <a:gd name="connsiteY3100" fmla="*/ 1816988 h 3658174"/>
              <a:gd name="connsiteX3101" fmla="*/ 2623015 w 6514506"/>
              <a:gd name="connsiteY3101" fmla="*/ 1815691 h 3658174"/>
              <a:gd name="connsiteX3102" fmla="*/ 288771 w 6514506"/>
              <a:gd name="connsiteY3102" fmla="*/ 1815160 h 3658174"/>
              <a:gd name="connsiteX3103" fmla="*/ 288983 w 6514506"/>
              <a:gd name="connsiteY3103" fmla="*/ 1815500 h 3658174"/>
              <a:gd name="connsiteX3104" fmla="*/ 289026 w 6514506"/>
              <a:gd name="connsiteY3104" fmla="*/ 1815535 h 3658174"/>
              <a:gd name="connsiteX3105" fmla="*/ 288462 w 6514506"/>
              <a:gd name="connsiteY3105" fmla="*/ 1814125 h 3658174"/>
              <a:gd name="connsiteX3106" fmla="*/ 287665 w 6514506"/>
              <a:gd name="connsiteY3106" fmla="*/ 1814417 h 3658174"/>
              <a:gd name="connsiteX3107" fmla="*/ 288048 w 6514506"/>
              <a:gd name="connsiteY3107" fmla="*/ 1814733 h 3658174"/>
              <a:gd name="connsiteX3108" fmla="*/ 288400 w 6514506"/>
              <a:gd name="connsiteY3108" fmla="*/ 1814615 h 3658174"/>
              <a:gd name="connsiteX3109" fmla="*/ 288330 w 6514506"/>
              <a:gd name="connsiteY3109" fmla="*/ 1814512 h 3658174"/>
              <a:gd name="connsiteX3110" fmla="*/ 2706074 w 6514506"/>
              <a:gd name="connsiteY3110" fmla="*/ 1812000 h 3658174"/>
              <a:gd name="connsiteX3111" fmla="*/ 2706919 w 6514506"/>
              <a:gd name="connsiteY3111" fmla="*/ 1814893 h 3658174"/>
              <a:gd name="connsiteX3112" fmla="*/ 2705395 w 6514506"/>
              <a:gd name="connsiteY3112" fmla="*/ 1819084 h 3658174"/>
              <a:gd name="connsiteX3113" fmla="*/ 2703871 w 6514506"/>
              <a:gd name="connsiteY3113" fmla="*/ 1814036 h 3658174"/>
              <a:gd name="connsiteX3114" fmla="*/ 2706074 w 6514506"/>
              <a:gd name="connsiteY3114" fmla="*/ 1812000 h 3658174"/>
              <a:gd name="connsiteX3115" fmla="*/ 2088746 w 6514506"/>
              <a:gd name="connsiteY3115" fmla="*/ 1811654 h 3658174"/>
              <a:gd name="connsiteX3116" fmla="*/ 2090270 w 6514506"/>
              <a:gd name="connsiteY3116" fmla="*/ 1816131 h 3658174"/>
              <a:gd name="connsiteX3117" fmla="*/ 2089698 w 6514506"/>
              <a:gd name="connsiteY3117" fmla="*/ 1820608 h 3658174"/>
              <a:gd name="connsiteX3118" fmla="*/ 2086650 w 6514506"/>
              <a:gd name="connsiteY3118" fmla="*/ 1818512 h 3658174"/>
              <a:gd name="connsiteX3119" fmla="*/ 2088746 w 6514506"/>
              <a:gd name="connsiteY3119" fmla="*/ 1811654 h 3658174"/>
              <a:gd name="connsiteX3120" fmla="*/ 242835 w 6514506"/>
              <a:gd name="connsiteY3120" fmla="*/ 1811324 h 3658174"/>
              <a:gd name="connsiteX3121" fmla="*/ 236990 w 6514506"/>
              <a:gd name="connsiteY3121" fmla="*/ 1827371 h 3658174"/>
              <a:gd name="connsiteX3122" fmla="*/ 238514 w 6514506"/>
              <a:gd name="connsiteY3122" fmla="*/ 1841468 h 3658174"/>
              <a:gd name="connsiteX3123" fmla="*/ 240324 w 6514506"/>
              <a:gd name="connsiteY3123" fmla="*/ 1847183 h 3658174"/>
              <a:gd name="connsiteX3124" fmla="*/ 239467 w 6514506"/>
              <a:gd name="connsiteY3124" fmla="*/ 1854422 h 3658174"/>
              <a:gd name="connsiteX3125" fmla="*/ 235847 w 6514506"/>
              <a:gd name="connsiteY3125" fmla="*/ 1861566 h 3658174"/>
              <a:gd name="connsiteX3126" fmla="*/ 235847 w 6514506"/>
              <a:gd name="connsiteY3126" fmla="*/ 1872615 h 3658174"/>
              <a:gd name="connsiteX3127" fmla="*/ 227884 w 6514506"/>
              <a:gd name="connsiteY3127" fmla="*/ 1875175 h 3658174"/>
              <a:gd name="connsiteX3128" fmla="*/ 235942 w 6514506"/>
              <a:gd name="connsiteY3128" fmla="*/ 1872805 h 3658174"/>
              <a:gd name="connsiteX3129" fmla="*/ 235942 w 6514506"/>
              <a:gd name="connsiteY3129" fmla="*/ 1861756 h 3658174"/>
              <a:gd name="connsiteX3130" fmla="*/ 239562 w 6514506"/>
              <a:gd name="connsiteY3130" fmla="*/ 1854612 h 3658174"/>
              <a:gd name="connsiteX3131" fmla="*/ 240419 w 6514506"/>
              <a:gd name="connsiteY3131" fmla="*/ 1847373 h 3658174"/>
              <a:gd name="connsiteX3132" fmla="*/ 238609 w 6514506"/>
              <a:gd name="connsiteY3132" fmla="*/ 1841658 h 3658174"/>
              <a:gd name="connsiteX3133" fmla="*/ 237085 w 6514506"/>
              <a:gd name="connsiteY3133" fmla="*/ 1827561 h 3658174"/>
              <a:gd name="connsiteX3134" fmla="*/ 242134 w 6514506"/>
              <a:gd name="connsiteY3134" fmla="*/ 1817084 h 3658174"/>
              <a:gd name="connsiteX3135" fmla="*/ 252325 w 6514506"/>
              <a:gd name="connsiteY3135" fmla="*/ 1817084 h 3658174"/>
              <a:gd name="connsiteX3136" fmla="*/ 255279 w 6514506"/>
              <a:gd name="connsiteY3136" fmla="*/ 1818703 h 3658174"/>
              <a:gd name="connsiteX3137" fmla="*/ 257511 w 6514506"/>
              <a:gd name="connsiteY3137" fmla="*/ 1818789 h 3658174"/>
              <a:gd name="connsiteX3138" fmla="*/ 256422 w 6514506"/>
              <a:gd name="connsiteY3138" fmla="*/ 1818417 h 3658174"/>
              <a:gd name="connsiteX3139" fmla="*/ 252231 w 6514506"/>
              <a:gd name="connsiteY3139" fmla="*/ 1816893 h 3658174"/>
              <a:gd name="connsiteX3140" fmla="*/ 242039 w 6514506"/>
              <a:gd name="connsiteY3140" fmla="*/ 1816893 h 3658174"/>
              <a:gd name="connsiteX3141" fmla="*/ 270423 w 6514506"/>
              <a:gd name="connsiteY3141" fmla="*/ 1809475 h 3658174"/>
              <a:gd name="connsiteX3142" fmla="*/ 268138 w 6514506"/>
              <a:gd name="connsiteY3142" fmla="*/ 1812131 h 3658174"/>
              <a:gd name="connsiteX3143" fmla="*/ 263661 w 6514506"/>
              <a:gd name="connsiteY3143" fmla="*/ 1817846 h 3658174"/>
              <a:gd name="connsiteX3144" fmla="*/ 263234 w 6514506"/>
              <a:gd name="connsiteY3144" fmla="*/ 1818060 h 3658174"/>
              <a:gd name="connsiteX3145" fmla="*/ 263660 w 6514506"/>
              <a:gd name="connsiteY3145" fmla="*/ 1817941 h 3658174"/>
              <a:gd name="connsiteX3146" fmla="*/ 268137 w 6514506"/>
              <a:gd name="connsiteY3146" fmla="*/ 1812226 h 3658174"/>
              <a:gd name="connsiteX3147" fmla="*/ 273567 w 6514506"/>
              <a:gd name="connsiteY3147" fmla="*/ 1809845 h 3658174"/>
              <a:gd name="connsiteX3148" fmla="*/ 274138 w 6514506"/>
              <a:gd name="connsiteY3148" fmla="*/ 1818227 h 3658174"/>
              <a:gd name="connsiteX3149" fmla="*/ 276805 w 6514506"/>
              <a:gd name="connsiteY3149" fmla="*/ 1818513 h 3658174"/>
              <a:gd name="connsiteX3150" fmla="*/ 277031 w 6514506"/>
              <a:gd name="connsiteY3150" fmla="*/ 1818513 h 3658174"/>
              <a:gd name="connsiteX3151" fmla="*/ 276805 w 6514506"/>
              <a:gd name="connsiteY3151" fmla="*/ 1818417 h 3658174"/>
              <a:gd name="connsiteX3152" fmla="*/ 274138 w 6514506"/>
              <a:gd name="connsiteY3152" fmla="*/ 1818131 h 3658174"/>
              <a:gd name="connsiteX3153" fmla="*/ 273567 w 6514506"/>
              <a:gd name="connsiteY3153" fmla="*/ 1809749 h 3658174"/>
              <a:gd name="connsiteX3154" fmla="*/ 270423 w 6514506"/>
              <a:gd name="connsiteY3154" fmla="*/ 1809475 h 3658174"/>
              <a:gd name="connsiteX3155" fmla="*/ 2338594 w 6514506"/>
              <a:gd name="connsiteY3155" fmla="*/ 1806762 h 3658174"/>
              <a:gd name="connsiteX3156" fmla="*/ 2340004 w 6514506"/>
              <a:gd name="connsiteY3156" fmla="*/ 1808428 h 3658174"/>
              <a:gd name="connsiteX3157" fmla="*/ 2340881 w 6514506"/>
              <a:gd name="connsiteY3157" fmla="*/ 1807734 h 3658174"/>
              <a:gd name="connsiteX3158" fmla="*/ 1348654 w 6514506"/>
              <a:gd name="connsiteY3158" fmla="*/ 1805368 h 3658174"/>
              <a:gd name="connsiteX3159" fmla="*/ 1359417 w 6514506"/>
              <a:gd name="connsiteY3159" fmla="*/ 1805654 h 3658174"/>
              <a:gd name="connsiteX3160" fmla="*/ 1359131 w 6514506"/>
              <a:gd name="connsiteY3160" fmla="*/ 1808987 h 3658174"/>
              <a:gd name="connsiteX3161" fmla="*/ 1352845 w 6514506"/>
              <a:gd name="connsiteY3161" fmla="*/ 1810797 h 3658174"/>
              <a:gd name="connsiteX3162" fmla="*/ 1344463 w 6514506"/>
              <a:gd name="connsiteY3162" fmla="*/ 1809845 h 3658174"/>
              <a:gd name="connsiteX3163" fmla="*/ 1342367 w 6514506"/>
              <a:gd name="connsiteY3163" fmla="*/ 1806892 h 3658174"/>
              <a:gd name="connsiteX3164" fmla="*/ 1348654 w 6514506"/>
              <a:gd name="connsiteY3164" fmla="*/ 1805368 h 3658174"/>
              <a:gd name="connsiteX3165" fmla="*/ 1143247 w 6514506"/>
              <a:gd name="connsiteY3165" fmla="*/ 1798966 h 3658174"/>
              <a:gd name="connsiteX3166" fmla="*/ 1143390 w 6514506"/>
              <a:gd name="connsiteY3166" fmla="*/ 1799367 h 3658174"/>
              <a:gd name="connsiteX3167" fmla="*/ 1143145 w 6514506"/>
              <a:gd name="connsiteY3167" fmla="*/ 1800045 h 3658174"/>
              <a:gd name="connsiteX3168" fmla="*/ 1147771 w 6514506"/>
              <a:gd name="connsiteY3168" fmla="*/ 1799844 h 3658174"/>
              <a:gd name="connsiteX3169" fmla="*/ 1147898 w 6514506"/>
              <a:gd name="connsiteY3169" fmla="*/ 1799833 h 3658174"/>
              <a:gd name="connsiteX3170" fmla="*/ 1147676 w 6514506"/>
              <a:gd name="connsiteY3170" fmla="*/ 1799843 h 3658174"/>
              <a:gd name="connsiteX3171" fmla="*/ 1143485 w 6514506"/>
              <a:gd name="connsiteY3171" fmla="*/ 1799272 h 3658174"/>
              <a:gd name="connsiteX3172" fmla="*/ 378228 w 6514506"/>
              <a:gd name="connsiteY3172" fmla="*/ 1796335 h 3658174"/>
              <a:gd name="connsiteX3173" fmla="*/ 378139 w 6514506"/>
              <a:gd name="connsiteY3173" fmla="*/ 1796416 h 3658174"/>
              <a:gd name="connsiteX3174" fmla="*/ 378208 w 6514506"/>
              <a:gd name="connsiteY3174" fmla="*/ 1796575 h 3658174"/>
              <a:gd name="connsiteX3175" fmla="*/ 2661103 w 6514506"/>
              <a:gd name="connsiteY3175" fmla="*/ 1786413 h 3658174"/>
              <a:gd name="connsiteX3176" fmla="*/ 2662341 w 6514506"/>
              <a:gd name="connsiteY3176" fmla="*/ 1789461 h 3658174"/>
              <a:gd name="connsiteX3177" fmla="*/ 2660246 w 6514506"/>
              <a:gd name="connsiteY3177" fmla="*/ 1791842 h 3658174"/>
              <a:gd name="connsiteX3178" fmla="*/ 2661103 w 6514506"/>
              <a:gd name="connsiteY3178" fmla="*/ 1786413 h 3658174"/>
              <a:gd name="connsiteX3179" fmla="*/ 6039525 w 6514506"/>
              <a:gd name="connsiteY3179" fmla="*/ 1785651 h 3658174"/>
              <a:gd name="connsiteX3180" fmla="*/ 6041621 w 6514506"/>
              <a:gd name="connsiteY3180" fmla="*/ 1788985 h 3658174"/>
              <a:gd name="connsiteX3181" fmla="*/ 6041907 w 6514506"/>
              <a:gd name="connsiteY3181" fmla="*/ 1799177 h 3658174"/>
              <a:gd name="connsiteX3182" fmla="*/ 6041621 w 6514506"/>
              <a:gd name="connsiteY3182" fmla="*/ 1809369 h 3658174"/>
              <a:gd name="connsiteX3183" fmla="*/ 6034096 w 6514506"/>
              <a:gd name="connsiteY3183" fmla="*/ 1811464 h 3658174"/>
              <a:gd name="connsiteX3184" fmla="*/ 6029905 w 6514506"/>
              <a:gd name="connsiteY3184" fmla="*/ 1809369 h 3658174"/>
              <a:gd name="connsiteX3185" fmla="*/ 6034382 w 6514506"/>
              <a:gd name="connsiteY3185" fmla="*/ 1800701 h 3658174"/>
              <a:gd name="connsiteX3186" fmla="*/ 6029334 w 6514506"/>
              <a:gd name="connsiteY3186" fmla="*/ 1793176 h 3658174"/>
              <a:gd name="connsiteX3187" fmla="*/ 6029620 w 6514506"/>
              <a:gd name="connsiteY3187" fmla="*/ 1787461 h 3658174"/>
              <a:gd name="connsiteX3188" fmla="*/ 6039525 w 6514506"/>
              <a:gd name="connsiteY3188" fmla="*/ 1785651 h 3658174"/>
              <a:gd name="connsiteX3189" fmla="*/ 5985614 w 6514506"/>
              <a:gd name="connsiteY3189" fmla="*/ 1783175 h 3658174"/>
              <a:gd name="connsiteX3190" fmla="*/ 5988281 w 6514506"/>
              <a:gd name="connsiteY3190" fmla="*/ 1787080 h 3658174"/>
              <a:gd name="connsiteX3191" fmla="*/ 5979327 w 6514506"/>
              <a:gd name="connsiteY3191" fmla="*/ 1790699 h 3658174"/>
              <a:gd name="connsiteX3192" fmla="*/ 5976660 w 6514506"/>
              <a:gd name="connsiteY3192" fmla="*/ 1788032 h 3658174"/>
              <a:gd name="connsiteX3193" fmla="*/ 5978375 w 6514506"/>
              <a:gd name="connsiteY3193" fmla="*/ 1786794 h 3658174"/>
              <a:gd name="connsiteX3194" fmla="*/ 5982566 w 6514506"/>
              <a:gd name="connsiteY3194" fmla="*/ 1788032 h 3658174"/>
              <a:gd name="connsiteX3195" fmla="*/ 5984376 w 6514506"/>
              <a:gd name="connsiteY3195" fmla="*/ 1786508 h 3658174"/>
              <a:gd name="connsiteX3196" fmla="*/ 5985614 w 6514506"/>
              <a:gd name="connsiteY3196" fmla="*/ 1783175 h 3658174"/>
              <a:gd name="connsiteX3197" fmla="*/ 104593 w 6514506"/>
              <a:gd name="connsiteY3197" fmla="*/ 1782222 h 3658174"/>
              <a:gd name="connsiteX3198" fmla="*/ 108498 w 6514506"/>
              <a:gd name="connsiteY3198" fmla="*/ 1782794 h 3658174"/>
              <a:gd name="connsiteX3199" fmla="*/ 107927 w 6514506"/>
              <a:gd name="connsiteY3199" fmla="*/ 1785175 h 3658174"/>
              <a:gd name="connsiteX3200" fmla="*/ 104593 w 6514506"/>
              <a:gd name="connsiteY3200" fmla="*/ 1782222 h 3658174"/>
              <a:gd name="connsiteX3201" fmla="*/ 114213 w 6514506"/>
              <a:gd name="connsiteY3201" fmla="*/ 1777079 h 3658174"/>
              <a:gd name="connsiteX3202" fmla="*/ 116023 w 6514506"/>
              <a:gd name="connsiteY3202" fmla="*/ 1778603 h 3658174"/>
              <a:gd name="connsiteX3203" fmla="*/ 114784 w 6514506"/>
              <a:gd name="connsiteY3203" fmla="*/ 1781270 h 3658174"/>
              <a:gd name="connsiteX3204" fmla="*/ 114213 w 6514506"/>
              <a:gd name="connsiteY3204" fmla="*/ 1777079 h 3658174"/>
              <a:gd name="connsiteX3205" fmla="*/ 5886744 w 6514506"/>
              <a:gd name="connsiteY3205" fmla="*/ 1754790 h 3658174"/>
              <a:gd name="connsiteX3206" fmla="*/ 5890363 w 6514506"/>
              <a:gd name="connsiteY3206" fmla="*/ 1758124 h 3658174"/>
              <a:gd name="connsiteX3207" fmla="*/ 5888268 w 6514506"/>
              <a:gd name="connsiteY3207" fmla="*/ 1759838 h 3658174"/>
              <a:gd name="connsiteX3208" fmla="*/ 5886744 w 6514506"/>
              <a:gd name="connsiteY3208" fmla="*/ 1754790 h 3658174"/>
              <a:gd name="connsiteX3209" fmla="*/ 790592 w 6514506"/>
              <a:gd name="connsiteY3209" fmla="*/ 1752546 h 3658174"/>
              <a:gd name="connsiteX3210" fmla="*/ 783154 w 6514506"/>
              <a:gd name="connsiteY3210" fmla="*/ 1764125 h 3658174"/>
              <a:gd name="connsiteX3211" fmla="*/ 778226 w 6514506"/>
              <a:gd name="connsiteY3211" fmla="*/ 1769650 h 3658174"/>
              <a:gd name="connsiteX3212" fmla="*/ 778251 w 6514506"/>
              <a:gd name="connsiteY3212" fmla="*/ 1769670 h 3658174"/>
              <a:gd name="connsiteX3213" fmla="*/ 783059 w 6514506"/>
              <a:gd name="connsiteY3213" fmla="*/ 1764315 h 3658174"/>
              <a:gd name="connsiteX3214" fmla="*/ 790584 w 6514506"/>
              <a:gd name="connsiteY3214" fmla="*/ 1752600 h 3658174"/>
              <a:gd name="connsiteX3215" fmla="*/ 232681 w 6514506"/>
              <a:gd name="connsiteY3215" fmla="*/ 1750183 h 3658174"/>
              <a:gd name="connsiteX3216" fmla="*/ 229561 w 6514506"/>
              <a:gd name="connsiteY3216" fmla="*/ 1752790 h 3658174"/>
              <a:gd name="connsiteX3217" fmla="*/ 223354 w 6514506"/>
              <a:gd name="connsiteY3217" fmla="*/ 1753693 h 3658174"/>
              <a:gd name="connsiteX3218" fmla="*/ 225310 w 6514506"/>
              <a:gd name="connsiteY3218" fmla="*/ 1754767 h 3658174"/>
              <a:gd name="connsiteX3219" fmla="*/ 229656 w 6514506"/>
              <a:gd name="connsiteY3219" fmla="*/ 1752790 h 3658174"/>
              <a:gd name="connsiteX3220" fmla="*/ 232741 w 6514506"/>
              <a:gd name="connsiteY3220" fmla="*/ 1750212 h 3658174"/>
              <a:gd name="connsiteX3221" fmla="*/ 464634 w 6514506"/>
              <a:gd name="connsiteY3221" fmla="*/ 1749359 h 3658174"/>
              <a:gd name="connsiteX3222" fmla="*/ 462637 w 6514506"/>
              <a:gd name="connsiteY3222" fmla="*/ 1751361 h 3658174"/>
              <a:gd name="connsiteX3223" fmla="*/ 462637 w 6514506"/>
              <a:gd name="connsiteY3223" fmla="*/ 1751362 h 3658174"/>
              <a:gd name="connsiteX3224" fmla="*/ 6017999 w 6514506"/>
              <a:gd name="connsiteY3224" fmla="*/ 1746027 h 3658174"/>
              <a:gd name="connsiteX3225" fmla="*/ 6022190 w 6514506"/>
              <a:gd name="connsiteY3225" fmla="*/ 1748123 h 3658174"/>
              <a:gd name="connsiteX3226" fmla="*/ 6020380 w 6514506"/>
              <a:gd name="connsiteY3226" fmla="*/ 1752600 h 3658174"/>
              <a:gd name="connsiteX3227" fmla="*/ 6016475 w 6514506"/>
              <a:gd name="connsiteY3227" fmla="*/ 1751457 h 3658174"/>
              <a:gd name="connsiteX3228" fmla="*/ 6017999 w 6514506"/>
              <a:gd name="connsiteY3228" fmla="*/ 1746027 h 3658174"/>
              <a:gd name="connsiteX3229" fmla="*/ 585416 w 6514506"/>
              <a:gd name="connsiteY3229" fmla="*/ 1742884 h 3658174"/>
              <a:gd name="connsiteX3230" fmla="*/ 567698 w 6514506"/>
              <a:gd name="connsiteY3230" fmla="*/ 1749456 h 3658174"/>
              <a:gd name="connsiteX3231" fmla="*/ 567555 w 6514506"/>
              <a:gd name="connsiteY3231" fmla="*/ 1749630 h 3658174"/>
              <a:gd name="connsiteX3232" fmla="*/ 585224 w 6514506"/>
              <a:gd name="connsiteY3232" fmla="*/ 1743074 h 3658174"/>
              <a:gd name="connsiteX3233" fmla="*/ 607989 w 6514506"/>
              <a:gd name="connsiteY3233" fmla="*/ 1749361 h 3658174"/>
              <a:gd name="connsiteX3234" fmla="*/ 612740 w 6514506"/>
              <a:gd name="connsiteY3234" fmla="*/ 1750218 h 3658174"/>
              <a:gd name="connsiteX3235" fmla="*/ 613085 w 6514506"/>
              <a:gd name="connsiteY3235" fmla="*/ 1749864 h 3658174"/>
              <a:gd name="connsiteX3236" fmla="*/ 608179 w 6514506"/>
              <a:gd name="connsiteY3236" fmla="*/ 1749171 h 3658174"/>
              <a:gd name="connsiteX3237" fmla="*/ 585416 w 6514506"/>
              <a:gd name="connsiteY3237" fmla="*/ 1742884 h 3658174"/>
              <a:gd name="connsiteX3238" fmla="*/ 195514 w 6514506"/>
              <a:gd name="connsiteY3238" fmla="*/ 1742366 h 3658174"/>
              <a:gd name="connsiteX3239" fmla="*/ 195937 w 6514506"/>
              <a:gd name="connsiteY3239" fmla="*/ 1742503 h 3658174"/>
              <a:gd name="connsiteX3240" fmla="*/ 197653 w 6514506"/>
              <a:gd name="connsiteY3240" fmla="*/ 1742503 h 3658174"/>
              <a:gd name="connsiteX3241" fmla="*/ 197683 w 6514506"/>
              <a:gd name="connsiteY3241" fmla="*/ 1742404 h 3658174"/>
              <a:gd name="connsiteX3242" fmla="*/ 628386 w 6514506"/>
              <a:gd name="connsiteY3242" fmla="*/ 1738369 h 3658174"/>
              <a:gd name="connsiteX3243" fmla="*/ 629611 w 6514506"/>
              <a:gd name="connsiteY3243" fmla="*/ 1738979 h 3658174"/>
              <a:gd name="connsiteX3244" fmla="*/ 629611 w 6514506"/>
              <a:gd name="connsiteY3244" fmla="*/ 1738762 h 3658174"/>
              <a:gd name="connsiteX3245" fmla="*/ 167590 w 6514506"/>
              <a:gd name="connsiteY3245" fmla="*/ 1734815 h 3658174"/>
              <a:gd name="connsiteX3246" fmla="*/ 168213 w 6514506"/>
              <a:gd name="connsiteY3246" fmla="*/ 1734964 h 3658174"/>
              <a:gd name="connsiteX3247" fmla="*/ 168149 w 6514506"/>
              <a:gd name="connsiteY3247" fmla="*/ 1734836 h 3658174"/>
              <a:gd name="connsiteX3248" fmla="*/ 146123 w 6514506"/>
              <a:gd name="connsiteY3248" fmla="*/ 1732645 h 3658174"/>
              <a:gd name="connsiteX3249" fmla="*/ 161839 w 6514506"/>
              <a:gd name="connsiteY3249" fmla="*/ 1734788 h 3658174"/>
              <a:gd name="connsiteX3250" fmla="*/ 161761 w 6514506"/>
              <a:gd name="connsiteY3250" fmla="*/ 1734996 h 3658174"/>
              <a:gd name="connsiteX3251" fmla="*/ 164062 w 6514506"/>
              <a:gd name="connsiteY3251" fmla="*/ 1734684 h 3658174"/>
              <a:gd name="connsiteX3252" fmla="*/ 161743 w 6514506"/>
              <a:gd name="connsiteY3252" fmla="*/ 1734598 h 3658174"/>
              <a:gd name="connsiteX3253" fmla="*/ 133549 w 6514506"/>
              <a:gd name="connsiteY3253" fmla="*/ 1732217 h 3658174"/>
              <a:gd name="connsiteX3254" fmla="*/ 126976 w 6514506"/>
              <a:gd name="connsiteY3254" fmla="*/ 1736122 h 3658174"/>
              <a:gd name="connsiteX3255" fmla="*/ 114416 w 6514506"/>
              <a:gd name="connsiteY3255" fmla="*/ 1739738 h 3658174"/>
              <a:gd name="connsiteX3256" fmla="*/ 114499 w 6514506"/>
              <a:gd name="connsiteY3256" fmla="*/ 1739741 h 3658174"/>
              <a:gd name="connsiteX3257" fmla="*/ 127072 w 6514506"/>
              <a:gd name="connsiteY3257" fmla="*/ 1736121 h 3658174"/>
              <a:gd name="connsiteX3258" fmla="*/ 133639 w 6514506"/>
              <a:gd name="connsiteY3258" fmla="*/ 1732219 h 3658174"/>
              <a:gd name="connsiteX3259" fmla="*/ 801758 w 6514506"/>
              <a:gd name="connsiteY3259" fmla="*/ 1726813 h 3658174"/>
              <a:gd name="connsiteX3260" fmla="*/ 796394 w 6514506"/>
              <a:gd name="connsiteY3260" fmla="*/ 1736884 h 3658174"/>
              <a:gd name="connsiteX3261" fmla="*/ 790393 w 6514506"/>
              <a:gd name="connsiteY3261" fmla="*/ 1741361 h 3658174"/>
              <a:gd name="connsiteX3262" fmla="*/ 790427 w 6514506"/>
              <a:gd name="connsiteY3262" fmla="*/ 1741456 h 3658174"/>
              <a:gd name="connsiteX3263" fmla="*/ 796300 w 6514506"/>
              <a:gd name="connsiteY3263" fmla="*/ 1737074 h 3658174"/>
              <a:gd name="connsiteX3264" fmla="*/ 801728 w 6514506"/>
              <a:gd name="connsiteY3264" fmla="*/ 1726882 h 3658174"/>
              <a:gd name="connsiteX3265" fmla="*/ 505309 w 6514506"/>
              <a:gd name="connsiteY3265" fmla="*/ 1724882 h 3658174"/>
              <a:gd name="connsiteX3266" fmla="*/ 493879 w 6514506"/>
              <a:gd name="connsiteY3266" fmla="*/ 1726120 h 3658174"/>
              <a:gd name="connsiteX3267" fmla="*/ 483688 w 6514506"/>
              <a:gd name="connsiteY3267" fmla="*/ 1725263 h 3658174"/>
              <a:gd name="connsiteX3268" fmla="*/ 474067 w 6514506"/>
              <a:gd name="connsiteY3268" fmla="*/ 1731549 h 3658174"/>
              <a:gd name="connsiteX3269" fmla="*/ 474036 w 6514506"/>
              <a:gd name="connsiteY3269" fmla="*/ 1731636 h 3658174"/>
              <a:gd name="connsiteX3270" fmla="*/ 483498 w 6514506"/>
              <a:gd name="connsiteY3270" fmla="*/ 1725453 h 3658174"/>
              <a:gd name="connsiteX3271" fmla="*/ 493689 w 6514506"/>
              <a:gd name="connsiteY3271" fmla="*/ 1726310 h 3658174"/>
              <a:gd name="connsiteX3272" fmla="*/ 505119 w 6514506"/>
              <a:gd name="connsiteY3272" fmla="*/ 1725072 h 3658174"/>
              <a:gd name="connsiteX3273" fmla="*/ 514454 w 6514506"/>
              <a:gd name="connsiteY3273" fmla="*/ 1737359 h 3658174"/>
              <a:gd name="connsiteX3274" fmla="*/ 524074 w 6514506"/>
              <a:gd name="connsiteY3274" fmla="*/ 1746980 h 3658174"/>
              <a:gd name="connsiteX3275" fmla="*/ 535123 w 6514506"/>
              <a:gd name="connsiteY3275" fmla="*/ 1744027 h 3658174"/>
              <a:gd name="connsiteX3276" fmla="*/ 551317 w 6514506"/>
              <a:gd name="connsiteY3276" fmla="*/ 1755076 h 3658174"/>
              <a:gd name="connsiteX3277" fmla="*/ 561091 w 6514506"/>
              <a:gd name="connsiteY3277" fmla="*/ 1757434 h 3658174"/>
              <a:gd name="connsiteX3278" fmla="*/ 561253 w 6514506"/>
              <a:gd name="connsiteY3278" fmla="*/ 1757237 h 3658174"/>
              <a:gd name="connsiteX3279" fmla="*/ 551506 w 6514506"/>
              <a:gd name="connsiteY3279" fmla="*/ 1754886 h 3658174"/>
              <a:gd name="connsiteX3280" fmla="*/ 535313 w 6514506"/>
              <a:gd name="connsiteY3280" fmla="*/ 1743837 h 3658174"/>
              <a:gd name="connsiteX3281" fmla="*/ 524264 w 6514506"/>
              <a:gd name="connsiteY3281" fmla="*/ 1746790 h 3658174"/>
              <a:gd name="connsiteX3282" fmla="*/ 514644 w 6514506"/>
              <a:gd name="connsiteY3282" fmla="*/ 1737169 h 3658174"/>
              <a:gd name="connsiteX3283" fmla="*/ 505309 w 6514506"/>
              <a:gd name="connsiteY3283" fmla="*/ 1724882 h 3658174"/>
              <a:gd name="connsiteX3284" fmla="*/ 6047050 w 6514506"/>
              <a:gd name="connsiteY3284" fmla="*/ 1709261 h 3658174"/>
              <a:gd name="connsiteX3285" fmla="*/ 6050098 w 6514506"/>
              <a:gd name="connsiteY3285" fmla="*/ 1712595 h 3658174"/>
              <a:gd name="connsiteX3286" fmla="*/ 6046764 w 6514506"/>
              <a:gd name="connsiteY3286" fmla="*/ 1713452 h 3658174"/>
              <a:gd name="connsiteX3287" fmla="*/ 6047050 w 6514506"/>
              <a:gd name="connsiteY3287" fmla="*/ 1709261 h 3658174"/>
              <a:gd name="connsiteX3288" fmla="*/ 1118434 w 6514506"/>
              <a:gd name="connsiteY3288" fmla="*/ 1708213 h 3658174"/>
              <a:gd name="connsiteX3289" fmla="*/ 1123483 w 6514506"/>
              <a:gd name="connsiteY3289" fmla="*/ 1710594 h 3658174"/>
              <a:gd name="connsiteX3290" fmla="*/ 1121672 w 6514506"/>
              <a:gd name="connsiteY3290" fmla="*/ 1713261 h 3658174"/>
              <a:gd name="connsiteX3291" fmla="*/ 1115767 w 6514506"/>
              <a:gd name="connsiteY3291" fmla="*/ 1712404 h 3658174"/>
              <a:gd name="connsiteX3292" fmla="*/ 1116338 w 6514506"/>
              <a:gd name="connsiteY3292" fmla="*/ 1709737 h 3658174"/>
              <a:gd name="connsiteX3293" fmla="*/ 1118434 w 6514506"/>
              <a:gd name="connsiteY3293" fmla="*/ 1708213 h 3658174"/>
              <a:gd name="connsiteX3294" fmla="*/ 812958 w 6514506"/>
              <a:gd name="connsiteY3294" fmla="*/ 1705272 h 3658174"/>
              <a:gd name="connsiteX3295" fmla="*/ 807253 w 6514506"/>
              <a:gd name="connsiteY3295" fmla="*/ 1714405 h 3658174"/>
              <a:gd name="connsiteX3296" fmla="*/ 807198 w 6514506"/>
              <a:gd name="connsiteY3296" fmla="*/ 1714529 h 3658174"/>
              <a:gd name="connsiteX3297" fmla="*/ 812944 w 6514506"/>
              <a:gd name="connsiteY3297" fmla="*/ 1705332 h 3658174"/>
              <a:gd name="connsiteX3298" fmla="*/ 2647316 w 6514506"/>
              <a:gd name="connsiteY3298" fmla="*/ 1698319 h 3658174"/>
              <a:gd name="connsiteX3299" fmla="*/ 2651768 w 6514506"/>
              <a:gd name="connsiteY3299" fmla="*/ 1700974 h 3658174"/>
              <a:gd name="connsiteX3300" fmla="*/ 2659007 w 6514506"/>
              <a:gd name="connsiteY3300" fmla="*/ 1706403 h 3658174"/>
              <a:gd name="connsiteX3301" fmla="*/ 2667103 w 6514506"/>
              <a:gd name="connsiteY3301" fmla="*/ 1704594 h 3658174"/>
              <a:gd name="connsiteX3302" fmla="*/ 2671009 w 6514506"/>
              <a:gd name="connsiteY3302" fmla="*/ 1702498 h 3658174"/>
              <a:gd name="connsiteX3303" fmla="*/ 2671294 w 6514506"/>
              <a:gd name="connsiteY3303" fmla="*/ 1708213 h 3658174"/>
              <a:gd name="connsiteX3304" fmla="*/ 2670247 w 6514506"/>
              <a:gd name="connsiteY3304" fmla="*/ 1723167 h 3658174"/>
              <a:gd name="connsiteX3305" fmla="*/ 2672628 w 6514506"/>
              <a:gd name="connsiteY3305" fmla="*/ 1725834 h 3658174"/>
              <a:gd name="connsiteX3306" fmla="*/ 2672628 w 6514506"/>
              <a:gd name="connsiteY3306" fmla="*/ 1730311 h 3658174"/>
              <a:gd name="connsiteX3307" fmla="*/ 2671771 w 6514506"/>
              <a:gd name="connsiteY3307" fmla="*/ 1738693 h 3658174"/>
              <a:gd name="connsiteX3308" fmla="*/ 2669389 w 6514506"/>
              <a:gd name="connsiteY3308" fmla="*/ 1749742 h 3658174"/>
              <a:gd name="connsiteX3309" fmla="*/ 2667865 w 6514506"/>
              <a:gd name="connsiteY3309" fmla="*/ 1756314 h 3658174"/>
              <a:gd name="connsiteX3310" fmla="*/ 2664246 w 6514506"/>
              <a:gd name="connsiteY3310" fmla="*/ 1759267 h 3658174"/>
              <a:gd name="connsiteX3311" fmla="*/ 2658531 w 6514506"/>
              <a:gd name="connsiteY3311" fmla="*/ 1760124 h 3658174"/>
              <a:gd name="connsiteX3312" fmla="*/ 2656721 w 6514506"/>
              <a:gd name="connsiteY3312" fmla="*/ 1766411 h 3658174"/>
              <a:gd name="connsiteX3313" fmla="*/ 2659388 w 6514506"/>
              <a:gd name="connsiteY3313" fmla="*/ 1768506 h 3658174"/>
              <a:gd name="connsiteX3314" fmla="*/ 2655197 w 6514506"/>
              <a:gd name="connsiteY3314" fmla="*/ 1772412 h 3658174"/>
              <a:gd name="connsiteX3315" fmla="*/ 2650435 w 6514506"/>
              <a:gd name="connsiteY3315" fmla="*/ 1783175 h 3658174"/>
              <a:gd name="connsiteX3316" fmla="*/ 2653768 w 6514506"/>
              <a:gd name="connsiteY3316" fmla="*/ 1797558 h 3658174"/>
              <a:gd name="connsiteX3317" fmla="*/ 2656435 w 6514506"/>
              <a:gd name="connsiteY3317" fmla="*/ 1807464 h 3658174"/>
              <a:gd name="connsiteX3318" fmla="*/ 2661865 w 6514506"/>
              <a:gd name="connsiteY3318" fmla="*/ 1809273 h 3658174"/>
              <a:gd name="connsiteX3319" fmla="*/ 2664532 w 6514506"/>
              <a:gd name="connsiteY3319" fmla="*/ 1806321 h 3658174"/>
              <a:gd name="connsiteX3320" fmla="*/ 2666913 w 6514506"/>
              <a:gd name="connsiteY3320" fmla="*/ 1802415 h 3658174"/>
              <a:gd name="connsiteX3321" fmla="*/ 2670247 w 6514506"/>
              <a:gd name="connsiteY3321" fmla="*/ 1801844 h 3658174"/>
              <a:gd name="connsiteX3322" fmla="*/ 2676819 w 6514506"/>
              <a:gd name="connsiteY3322" fmla="*/ 1801558 h 3658174"/>
              <a:gd name="connsiteX3323" fmla="*/ 2684629 w 6514506"/>
              <a:gd name="connsiteY3323" fmla="*/ 1809940 h 3658174"/>
              <a:gd name="connsiteX3324" fmla="*/ 2688535 w 6514506"/>
              <a:gd name="connsiteY3324" fmla="*/ 1812321 h 3658174"/>
              <a:gd name="connsiteX3325" fmla="*/ 2691487 w 6514506"/>
              <a:gd name="connsiteY3325" fmla="*/ 1811464 h 3658174"/>
              <a:gd name="connsiteX3326" fmla="*/ 2698060 w 6514506"/>
              <a:gd name="connsiteY3326" fmla="*/ 1815369 h 3658174"/>
              <a:gd name="connsiteX3327" fmla="*/ 2693869 w 6514506"/>
              <a:gd name="connsiteY3327" fmla="*/ 1817751 h 3658174"/>
              <a:gd name="connsiteX3328" fmla="*/ 2692630 w 6514506"/>
              <a:gd name="connsiteY3328" fmla="*/ 1821084 h 3658174"/>
              <a:gd name="connsiteX3329" fmla="*/ 2695964 w 6514506"/>
              <a:gd name="connsiteY3329" fmla="*/ 1825561 h 3658174"/>
              <a:gd name="connsiteX3330" fmla="*/ 2701965 w 6514506"/>
              <a:gd name="connsiteY3330" fmla="*/ 1835181 h 3658174"/>
              <a:gd name="connsiteX3331" fmla="*/ 2703774 w 6514506"/>
              <a:gd name="connsiteY3331" fmla="*/ 1839087 h 3658174"/>
              <a:gd name="connsiteX3332" fmla="*/ 2702536 w 6514506"/>
              <a:gd name="connsiteY3332" fmla="*/ 1842992 h 3658174"/>
              <a:gd name="connsiteX3333" fmla="*/ 2696536 w 6514506"/>
              <a:gd name="connsiteY3333" fmla="*/ 1839658 h 3658174"/>
              <a:gd name="connsiteX3334" fmla="*/ 2692345 w 6514506"/>
              <a:gd name="connsiteY3334" fmla="*/ 1836991 h 3658174"/>
              <a:gd name="connsiteX3335" fmla="*/ 2683677 w 6514506"/>
              <a:gd name="connsiteY3335" fmla="*/ 1830705 h 3658174"/>
              <a:gd name="connsiteX3336" fmla="*/ 2683391 w 6514506"/>
              <a:gd name="connsiteY3336" fmla="*/ 1825561 h 3658174"/>
              <a:gd name="connsiteX3337" fmla="*/ 2677962 w 6514506"/>
              <a:gd name="connsiteY3337" fmla="*/ 1818703 h 3658174"/>
              <a:gd name="connsiteX3338" fmla="*/ 2671675 w 6514506"/>
              <a:gd name="connsiteY3338" fmla="*/ 1816893 h 3658174"/>
              <a:gd name="connsiteX3339" fmla="*/ 2673199 w 6514506"/>
              <a:gd name="connsiteY3339" fmla="*/ 1823466 h 3658174"/>
              <a:gd name="connsiteX3340" fmla="*/ 2668723 w 6514506"/>
              <a:gd name="connsiteY3340" fmla="*/ 1825275 h 3658174"/>
              <a:gd name="connsiteX3341" fmla="*/ 2661579 w 6514506"/>
              <a:gd name="connsiteY3341" fmla="*/ 1816322 h 3658174"/>
              <a:gd name="connsiteX3342" fmla="*/ 2649577 w 6514506"/>
              <a:gd name="connsiteY3342" fmla="*/ 1816608 h 3658174"/>
              <a:gd name="connsiteX3343" fmla="*/ 2642338 w 6514506"/>
              <a:gd name="connsiteY3343" fmla="*/ 1817179 h 3658174"/>
              <a:gd name="connsiteX3344" fmla="*/ 2639386 w 6514506"/>
              <a:gd name="connsiteY3344" fmla="*/ 1815369 h 3658174"/>
              <a:gd name="connsiteX3345" fmla="*/ 2637004 w 6514506"/>
              <a:gd name="connsiteY3345" fmla="*/ 1814131 h 3658174"/>
              <a:gd name="connsiteX3346" fmla="*/ 2636147 w 6514506"/>
              <a:gd name="connsiteY3346" fmla="*/ 1812607 h 3658174"/>
              <a:gd name="connsiteX3347" fmla="*/ 2632813 w 6514506"/>
              <a:gd name="connsiteY3347" fmla="*/ 1813464 h 3658174"/>
              <a:gd name="connsiteX3348" fmla="*/ 2634623 w 6514506"/>
              <a:gd name="connsiteY3348" fmla="*/ 1807464 h 3658174"/>
              <a:gd name="connsiteX3349" fmla="*/ 2636433 w 6514506"/>
              <a:gd name="connsiteY3349" fmla="*/ 1801749 h 3658174"/>
              <a:gd name="connsiteX3350" fmla="*/ 2635576 w 6514506"/>
              <a:gd name="connsiteY3350" fmla="*/ 1793081 h 3658174"/>
              <a:gd name="connsiteX3351" fmla="*/ 2632242 w 6514506"/>
              <a:gd name="connsiteY3351" fmla="*/ 1796034 h 3658174"/>
              <a:gd name="connsiteX3352" fmla="*/ 2627098 w 6514506"/>
              <a:gd name="connsiteY3352" fmla="*/ 1795462 h 3658174"/>
              <a:gd name="connsiteX3353" fmla="*/ 2624717 w 6514506"/>
              <a:gd name="connsiteY3353" fmla="*/ 1781651 h 3658174"/>
              <a:gd name="connsiteX3354" fmla="*/ 2621764 w 6514506"/>
              <a:gd name="connsiteY3354" fmla="*/ 1771459 h 3658174"/>
              <a:gd name="connsiteX3355" fmla="*/ 2619669 w 6514506"/>
              <a:gd name="connsiteY3355" fmla="*/ 1764601 h 3658174"/>
              <a:gd name="connsiteX3356" fmla="*/ 2618431 w 6514506"/>
              <a:gd name="connsiteY3356" fmla="*/ 1759172 h 3658174"/>
              <a:gd name="connsiteX3357" fmla="*/ 2623193 w 6514506"/>
              <a:gd name="connsiteY3357" fmla="*/ 1759458 h 3658174"/>
              <a:gd name="connsiteX3358" fmla="*/ 2629765 w 6514506"/>
              <a:gd name="connsiteY3358" fmla="*/ 1756124 h 3658174"/>
              <a:gd name="connsiteX3359" fmla="*/ 2629765 w 6514506"/>
              <a:gd name="connsiteY3359" fmla="*/ 1746504 h 3658174"/>
              <a:gd name="connsiteX3360" fmla="*/ 2633671 w 6514506"/>
              <a:gd name="connsiteY3360" fmla="*/ 1736026 h 3658174"/>
              <a:gd name="connsiteX3361" fmla="*/ 2634909 w 6514506"/>
              <a:gd name="connsiteY3361" fmla="*/ 1723739 h 3658174"/>
              <a:gd name="connsiteX3362" fmla="*/ 2636433 w 6514506"/>
              <a:gd name="connsiteY3362" fmla="*/ 1715928 h 3658174"/>
              <a:gd name="connsiteX3363" fmla="*/ 2636433 w 6514506"/>
              <a:gd name="connsiteY3363" fmla="*/ 1709928 h 3658174"/>
              <a:gd name="connsiteX3364" fmla="*/ 2642148 w 6514506"/>
              <a:gd name="connsiteY3364" fmla="*/ 1699736 h 3658174"/>
              <a:gd name="connsiteX3365" fmla="*/ 2647316 w 6514506"/>
              <a:gd name="connsiteY3365" fmla="*/ 1698319 h 3658174"/>
              <a:gd name="connsiteX3366" fmla="*/ 6013522 w 6514506"/>
              <a:gd name="connsiteY3366" fmla="*/ 1694306 h 3658174"/>
              <a:gd name="connsiteX3367" fmla="*/ 6017141 w 6514506"/>
              <a:gd name="connsiteY3367" fmla="*/ 1695544 h 3658174"/>
              <a:gd name="connsiteX3368" fmla="*/ 6013522 w 6514506"/>
              <a:gd name="connsiteY3368" fmla="*/ 1698211 h 3658174"/>
              <a:gd name="connsiteX3369" fmla="*/ 6013522 w 6514506"/>
              <a:gd name="connsiteY3369" fmla="*/ 1694306 h 3658174"/>
              <a:gd name="connsiteX3370" fmla="*/ 835033 w 6514506"/>
              <a:gd name="connsiteY3370" fmla="*/ 1688881 h 3658174"/>
              <a:gd name="connsiteX3371" fmla="*/ 825243 w 6514506"/>
              <a:gd name="connsiteY3371" fmla="*/ 1689640 h 3658174"/>
              <a:gd name="connsiteX3372" fmla="*/ 816492 w 6514506"/>
              <a:gd name="connsiteY3372" fmla="*/ 1694117 h 3658174"/>
              <a:gd name="connsiteX3373" fmla="*/ 816428 w 6514506"/>
              <a:gd name="connsiteY3373" fmla="*/ 1694291 h 3658174"/>
              <a:gd name="connsiteX3374" fmla="*/ 825148 w 6514506"/>
              <a:gd name="connsiteY3374" fmla="*/ 1689830 h 3658174"/>
              <a:gd name="connsiteX3375" fmla="*/ 834970 w 6514506"/>
              <a:gd name="connsiteY3375" fmla="*/ 1689068 h 3658174"/>
              <a:gd name="connsiteX3376" fmla="*/ 414382 w 6514506"/>
              <a:gd name="connsiteY3376" fmla="*/ 1683567 h 3658174"/>
              <a:gd name="connsiteX3377" fmla="*/ 414251 w 6514506"/>
              <a:gd name="connsiteY3377" fmla="*/ 1685924 h 3658174"/>
              <a:gd name="connsiteX3378" fmla="*/ 412060 w 6514506"/>
              <a:gd name="connsiteY3378" fmla="*/ 1689925 h 3658174"/>
              <a:gd name="connsiteX3379" fmla="*/ 411488 w 6514506"/>
              <a:gd name="connsiteY3379" fmla="*/ 1704022 h 3658174"/>
              <a:gd name="connsiteX3380" fmla="*/ 413870 w 6514506"/>
              <a:gd name="connsiteY3380" fmla="*/ 1721738 h 3658174"/>
              <a:gd name="connsiteX3381" fmla="*/ 422252 w 6514506"/>
              <a:gd name="connsiteY3381" fmla="*/ 1731359 h 3658174"/>
              <a:gd name="connsiteX3382" fmla="*/ 420442 w 6514506"/>
              <a:gd name="connsiteY3382" fmla="*/ 1734312 h 3658174"/>
              <a:gd name="connsiteX3383" fmla="*/ 419203 w 6514506"/>
              <a:gd name="connsiteY3383" fmla="*/ 1745741 h 3658174"/>
              <a:gd name="connsiteX3384" fmla="*/ 428538 w 6514506"/>
              <a:gd name="connsiteY3384" fmla="*/ 1750218 h 3658174"/>
              <a:gd name="connsiteX3385" fmla="*/ 430348 w 6514506"/>
              <a:gd name="connsiteY3385" fmla="*/ 1759172 h 3658174"/>
              <a:gd name="connsiteX3386" fmla="*/ 426728 w 6514506"/>
              <a:gd name="connsiteY3386" fmla="*/ 1768125 h 3658174"/>
              <a:gd name="connsiteX3387" fmla="*/ 426989 w 6514506"/>
              <a:gd name="connsiteY3387" fmla="*/ 1769045 h 3658174"/>
              <a:gd name="connsiteX3388" fmla="*/ 426823 w 6514506"/>
              <a:gd name="connsiteY3388" fmla="*/ 1768030 h 3658174"/>
              <a:gd name="connsiteX3389" fmla="*/ 430443 w 6514506"/>
              <a:gd name="connsiteY3389" fmla="*/ 1759077 h 3658174"/>
              <a:gd name="connsiteX3390" fmla="*/ 428634 w 6514506"/>
              <a:gd name="connsiteY3390" fmla="*/ 1750123 h 3658174"/>
              <a:gd name="connsiteX3391" fmla="*/ 419299 w 6514506"/>
              <a:gd name="connsiteY3391" fmla="*/ 1745647 h 3658174"/>
              <a:gd name="connsiteX3392" fmla="*/ 420537 w 6514506"/>
              <a:gd name="connsiteY3392" fmla="*/ 1734217 h 3658174"/>
              <a:gd name="connsiteX3393" fmla="*/ 422347 w 6514506"/>
              <a:gd name="connsiteY3393" fmla="*/ 1731264 h 3658174"/>
              <a:gd name="connsiteX3394" fmla="*/ 413965 w 6514506"/>
              <a:gd name="connsiteY3394" fmla="*/ 1721644 h 3658174"/>
              <a:gd name="connsiteX3395" fmla="*/ 411583 w 6514506"/>
              <a:gd name="connsiteY3395" fmla="*/ 1703927 h 3658174"/>
              <a:gd name="connsiteX3396" fmla="*/ 412155 w 6514506"/>
              <a:gd name="connsiteY3396" fmla="*/ 1689830 h 3658174"/>
              <a:gd name="connsiteX3397" fmla="*/ 414346 w 6514506"/>
              <a:gd name="connsiteY3397" fmla="*/ 1685830 h 3658174"/>
              <a:gd name="connsiteX3398" fmla="*/ 414469 w 6514506"/>
              <a:gd name="connsiteY3398" fmla="*/ 1683605 h 3658174"/>
              <a:gd name="connsiteX3399" fmla="*/ 2120559 w 6514506"/>
              <a:gd name="connsiteY3399" fmla="*/ 1672304 h 3658174"/>
              <a:gd name="connsiteX3400" fmla="*/ 2122655 w 6514506"/>
              <a:gd name="connsiteY3400" fmla="*/ 1672304 h 3658174"/>
              <a:gd name="connsiteX3401" fmla="*/ 2128084 w 6514506"/>
              <a:gd name="connsiteY3401" fmla="*/ 1678876 h 3658174"/>
              <a:gd name="connsiteX3402" fmla="*/ 2124465 w 6514506"/>
              <a:gd name="connsiteY3402" fmla="*/ 1682210 h 3658174"/>
              <a:gd name="connsiteX3403" fmla="*/ 2122083 w 6514506"/>
              <a:gd name="connsiteY3403" fmla="*/ 1675923 h 3658174"/>
              <a:gd name="connsiteX3404" fmla="*/ 2120559 w 6514506"/>
              <a:gd name="connsiteY3404" fmla="*/ 1672304 h 3658174"/>
              <a:gd name="connsiteX3405" fmla="*/ 209668 w 6514506"/>
              <a:gd name="connsiteY3405" fmla="*/ 1668130 h 3658174"/>
              <a:gd name="connsiteX3406" fmla="*/ 207368 w 6514506"/>
              <a:gd name="connsiteY3406" fmla="*/ 1668589 h 3658174"/>
              <a:gd name="connsiteX3407" fmla="*/ 207353 w 6514506"/>
              <a:gd name="connsiteY3407" fmla="*/ 1668567 h 3658174"/>
              <a:gd name="connsiteX3408" fmla="*/ 207367 w 6514506"/>
              <a:gd name="connsiteY3408" fmla="*/ 1668685 h 3658174"/>
              <a:gd name="connsiteX3409" fmla="*/ 207338 w 6514506"/>
              <a:gd name="connsiteY3409" fmla="*/ 1668728 h 3658174"/>
              <a:gd name="connsiteX3410" fmla="*/ 209464 w 6514506"/>
              <a:gd name="connsiteY3410" fmla="*/ 1668303 h 3658174"/>
              <a:gd name="connsiteX3411" fmla="*/ 2452244 w 6514506"/>
              <a:gd name="connsiteY3411" fmla="*/ 1664851 h 3658174"/>
              <a:gd name="connsiteX3412" fmla="*/ 2454982 w 6514506"/>
              <a:gd name="connsiteY3412" fmla="*/ 1667542 h 3658174"/>
              <a:gd name="connsiteX3413" fmla="*/ 2452887 w 6514506"/>
              <a:gd name="connsiteY3413" fmla="*/ 1676209 h 3658174"/>
              <a:gd name="connsiteX3414" fmla="*/ 2446600 w 6514506"/>
              <a:gd name="connsiteY3414" fmla="*/ 1683734 h 3658174"/>
              <a:gd name="connsiteX3415" fmla="*/ 2442981 w 6514506"/>
              <a:gd name="connsiteY3415" fmla="*/ 1689449 h 3658174"/>
              <a:gd name="connsiteX3416" fmla="*/ 2442695 w 6514506"/>
              <a:gd name="connsiteY3416" fmla="*/ 1692402 h 3658174"/>
              <a:gd name="connsiteX3417" fmla="*/ 2439742 w 6514506"/>
              <a:gd name="connsiteY3417" fmla="*/ 1696307 h 3658174"/>
              <a:gd name="connsiteX3418" fmla="*/ 2426217 w 6514506"/>
              <a:gd name="connsiteY3418" fmla="*/ 1702593 h 3658174"/>
              <a:gd name="connsiteX3419" fmla="*/ 2418120 w 6514506"/>
              <a:gd name="connsiteY3419" fmla="*/ 1702022 h 3658174"/>
              <a:gd name="connsiteX3420" fmla="*/ 2408786 w 6514506"/>
              <a:gd name="connsiteY3420" fmla="*/ 1698688 h 3658174"/>
              <a:gd name="connsiteX3421" fmla="*/ 2407262 w 6514506"/>
              <a:gd name="connsiteY3421" fmla="*/ 1689068 h 3658174"/>
              <a:gd name="connsiteX3422" fmla="*/ 2410596 w 6514506"/>
              <a:gd name="connsiteY3422" fmla="*/ 1680114 h 3658174"/>
              <a:gd name="connsiteX3423" fmla="*/ 2415739 w 6514506"/>
              <a:gd name="connsiteY3423" fmla="*/ 1675543 h 3658174"/>
              <a:gd name="connsiteX3424" fmla="*/ 2419359 w 6514506"/>
              <a:gd name="connsiteY3424" fmla="*/ 1672590 h 3658174"/>
              <a:gd name="connsiteX3425" fmla="*/ 2422693 w 6514506"/>
              <a:gd name="connsiteY3425" fmla="*/ 1670209 h 3658174"/>
              <a:gd name="connsiteX3426" fmla="*/ 2427455 w 6514506"/>
              <a:gd name="connsiteY3426" fmla="*/ 1669351 h 3658174"/>
              <a:gd name="connsiteX3427" fmla="*/ 2439742 w 6514506"/>
              <a:gd name="connsiteY3427" fmla="*/ 1667827 h 3658174"/>
              <a:gd name="connsiteX3428" fmla="*/ 2448696 w 6514506"/>
              <a:gd name="connsiteY3428" fmla="*/ 1667542 h 3658174"/>
              <a:gd name="connsiteX3429" fmla="*/ 2451077 w 6514506"/>
              <a:gd name="connsiteY3429" fmla="*/ 1666018 h 3658174"/>
              <a:gd name="connsiteX3430" fmla="*/ 2452244 w 6514506"/>
              <a:gd name="connsiteY3430" fmla="*/ 1664851 h 3658174"/>
              <a:gd name="connsiteX3431" fmla="*/ 6009617 w 6514506"/>
              <a:gd name="connsiteY3431" fmla="*/ 1664303 h 3658174"/>
              <a:gd name="connsiteX3432" fmla="*/ 6012570 w 6514506"/>
              <a:gd name="connsiteY3432" fmla="*/ 1667637 h 3658174"/>
              <a:gd name="connsiteX3433" fmla="*/ 6007807 w 6514506"/>
              <a:gd name="connsiteY3433" fmla="*/ 1667256 h 3658174"/>
              <a:gd name="connsiteX3434" fmla="*/ 6009617 w 6514506"/>
              <a:gd name="connsiteY3434" fmla="*/ 1664303 h 3658174"/>
              <a:gd name="connsiteX3435" fmla="*/ 490953 w 6514506"/>
              <a:gd name="connsiteY3435" fmla="*/ 1654336 h 3658174"/>
              <a:gd name="connsiteX3436" fmla="*/ 488641 w 6514506"/>
              <a:gd name="connsiteY3436" fmla="*/ 1661921 h 3658174"/>
              <a:gd name="connsiteX3437" fmla="*/ 482355 w 6514506"/>
              <a:gd name="connsiteY3437" fmla="*/ 1669065 h 3658174"/>
              <a:gd name="connsiteX3438" fmla="*/ 473020 w 6514506"/>
              <a:gd name="connsiteY3438" fmla="*/ 1675637 h 3658174"/>
              <a:gd name="connsiteX3439" fmla="*/ 471676 w 6514506"/>
              <a:gd name="connsiteY3439" fmla="*/ 1675880 h 3658174"/>
              <a:gd name="connsiteX3440" fmla="*/ 473686 w 6514506"/>
              <a:gd name="connsiteY3440" fmla="*/ 1675733 h 3658174"/>
              <a:gd name="connsiteX3441" fmla="*/ 483021 w 6514506"/>
              <a:gd name="connsiteY3441" fmla="*/ 1669161 h 3658174"/>
              <a:gd name="connsiteX3442" fmla="*/ 489307 w 6514506"/>
              <a:gd name="connsiteY3442" fmla="*/ 1662017 h 3658174"/>
              <a:gd name="connsiteX3443" fmla="*/ 1102073 w 6514506"/>
              <a:gd name="connsiteY3443" fmla="*/ 1651905 h 3658174"/>
              <a:gd name="connsiteX3444" fmla="*/ 1101861 w 6514506"/>
              <a:gd name="connsiteY3444" fmla="*/ 1652587 h 3658174"/>
              <a:gd name="connsiteX3445" fmla="*/ 1085764 w 6514506"/>
              <a:gd name="connsiteY3445" fmla="*/ 1662207 h 3658174"/>
              <a:gd name="connsiteX3446" fmla="*/ 1073667 w 6514506"/>
              <a:gd name="connsiteY3446" fmla="*/ 1670304 h 3658174"/>
              <a:gd name="connsiteX3447" fmla="*/ 1068238 w 6514506"/>
              <a:gd name="connsiteY3447" fmla="*/ 1677448 h 3658174"/>
              <a:gd name="connsiteX3448" fmla="*/ 1066142 w 6514506"/>
              <a:gd name="connsiteY3448" fmla="*/ 1684972 h 3658174"/>
              <a:gd name="connsiteX3449" fmla="*/ 1063762 w 6514506"/>
              <a:gd name="connsiteY3449" fmla="*/ 1697260 h 3658174"/>
              <a:gd name="connsiteX3450" fmla="*/ 1059285 w 6514506"/>
              <a:gd name="connsiteY3450" fmla="*/ 1707165 h 3658174"/>
              <a:gd name="connsiteX3451" fmla="*/ 1056331 w 6514506"/>
              <a:gd name="connsiteY3451" fmla="*/ 1716786 h 3658174"/>
              <a:gd name="connsiteX3452" fmla="*/ 1050331 w 6514506"/>
              <a:gd name="connsiteY3452" fmla="*/ 1725168 h 3658174"/>
              <a:gd name="connsiteX3453" fmla="*/ 1047950 w 6514506"/>
              <a:gd name="connsiteY3453" fmla="*/ 1735645 h 3658174"/>
              <a:gd name="connsiteX3454" fmla="*/ 1046140 w 6514506"/>
              <a:gd name="connsiteY3454" fmla="*/ 1751552 h 3658174"/>
              <a:gd name="connsiteX3455" fmla="*/ 1044997 w 6514506"/>
              <a:gd name="connsiteY3455" fmla="*/ 1754028 h 3658174"/>
              <a:gd name="connsiteX3456" fmla="*/ 1041282 w 6514506"/>
              <a:gd name="connsiteY3456" fmla="*/ 1763553 h 3658174"/>
              <a:gd name="connsiteX3457" fmla="*/ 1036805 w 6514506"/>
              <a:gd name="connsiteY3457" fmla="*/ 1776698 h 3658174"/>
              <a:gd name="connsiteX3458" fmla="*/ 1033757 w 6514506"/>
              <a:gd name="connsiteY3458" fmla="*/ 1784794 h 3658174"/>
              <a:gd name="connsiteX3459" fmla="*/ 1027756 w 6514506"/>
              <a:gd name="connsiteY3459" fmla="*/ 1788128 h 3658174"/>
              <a:gd name="connsiteX3460" fmla="*/ 1019947 w 6514506"/>
              <a:gd name="connsiteY3460" fmla="*/ 1794700 h 3658174"/>
              <a:gd name="connsiteX3461" fmla="*/ 1016804 w 6514506"/>
              <a:gd name="connsiteY3461" fmla="*/ 1804035 h 3658174"/>
              <a:gd name="connsiteX3462" fmla="*/ 1015755 w 6514506"/>
              <a:gd name="connsiteY3462" fmla="*/ 1806035 h 3658174"/>
              <a:gd name="connsiteX3463" fmla="*/ 1009754 w 6514506"/>
              <a:gd name="connsiteY3463" fmla="*/ 1814703 h 3658174"/>
              <a:gd name="connsiteX3464" fmla="*/ 1004611 w 6514506"/>
              <a:gd name="connsiteY3464" fmla="*/ 1825752 h 3658174"/>
              <a:gd name="connsiteX3465" fmla="*/ 1001658 w 6514506"/>
              <a:gd name="connsiteY3465" fmla="*/ 1836229 h 3658174"/>
              <a:gd name="connsiteX3466" fmla="*/ 998038 w 6514506"/>
              <a:gd name="connsiteY3466" fmla="*/ 1845849 h 3658174"/>
              <a:gd name="connsiteX3467" fmla="*/ 989656 w 6514506"/>
              <a:gd name="connsiteY3467" fmla="*/ 1845849 h 3658174"/>
              <a:gd name="connsiteX3468" fmla="*/ 988514 w 6514506"/>
              <a:gd name="connsiteY3468" fmla="*/ 1849945 h 3658174"/>
              <a:gd name="connsiteX3469" fmla="*/ 986608 w 6514506"/>
              <a:gd name="connsiteY3469" fmla="*/ 1858423 h 3658174"/>
              <a:gd name="connsiteX3470" fmla="*/ 981846 w 6514506"/>
              <a:gd name="connsiteY3470" fmla="*/ 1868900 h 3658174"/>
              <a:gd name="connsiteX3471" fmla="*/ 980238 w 6514506"/>
              <a:gd name="connsiteY3471" fmla="*/ 1873967 h 3658174"/>
              <a:gd name="connsiteX3472" fmla="*/ 980265 w 6514506"/>
              <a:gd name="connsiteY3472" fmla="*/ 1873978 h 3658174"/>
              <a:gd name="connsiteX3473" fmla="*/ 981846 w 6514506"/>
              <a:gd name="connsiteY3473" fmla="*/ 1868995 h 3658174"/>
              <a:gd name="connsiteX3474" fmla="*/ 986608 w 6514506"/>
              <a:gd name="connsiteY3474" fmla="*/ 1858517 h 3658174"/>
              <a:gd name="connsiteX3475" fmla="*/ 988514 w 6514506"/>
              <a:gd name="connsiteY3475" fmla="*/ 1850040 h 3658174"/>
              <a:gd name="connsiteX3476" fmla="*/ 989656 w 6514506"/>
              <a:gd name="connsiteY3476" fmla="*/ 1845944 h 3658174"/>
              <a:gd name="connsiteX3477" fmla="*/ 998038 w 6514506"/>
              <a:gd name="connsiteY3477" fmla="*/ 1845944 h 3658174"/>
              <a:gd name="connsiteX3478" fmla="*/ 1001658 w 6514506"/>
              <a:gd name="connsiteY3478" fmla="*/ 1836324 h 3658174"/>
              <a:gd name="connsiteX3479" fmla="*/ 1004610 w 6514506"/>
              <a:gd name="connsiteY3479" fmla="*/ 1825847 h 3658174"/>
              <a:gd name="connsiteX3480" fmla="*/ 1009754 w 6514506"/>
              <a:gd name="connsiteY3480" fmla="*/ 1814798 h 3658174"/>
              <a:gd name="connsiteX3481" fmla="*/ 1015755 w 6514506"/>
              <a:gd name="connsiteY3481" fmla="*/ 1806130 h 3658174"/>
              <a:gd name="connsiteX3482" fmla="*/ 1016802 w 6514506"/>
              <a:gd name="connsiteY3482" fmla="*/ 1804130 h 3658174"/>
              <a:gd name="connsiteX3483" fmla="*/ 1019947 w 6514506"/>
              <a:gd name="connsiteY3483" fmla="*/ 1794795 h 3658174"/>
              <a:gd name="connsiteX3484" fmla="*/ 1027756 w 6514506"/>
              <a:gd name="connsiteY3484" fmla="*/ 1788223 h 3658174"/>
              <a:gd name="connsiteX3485" fmla="*/ 1033757 w 6514506"/>
              <a:gd name="connsiteY3485" fmla="*/ 1784889 h 3658174"/>
              <a:gd name="connsiteX3486" fmla="*/ 1036805 w 6514506"/>
              <a:gd name="connsiteY3486" fmla="*/ 1776793 h 3658174"/>
              <a:gd name="connsiteX3487" fmla="*/ 1041282 w 6514506"/>
              <a:gd name="connsiteY3487" fmla="*/ 1763648 h 3658174"/>
              <a:gd name="connsiteX3488" fmla="*/ 1044996 w 6514506"/>
              <a:gd name="connsiteY3488" fmla="*/ 1754123 h 3658174"/>
              <a:gd name="connsiteX3489" fmla="*/ 1046139 w 6514506"/>
              <a:gd name="connsiteY3489" fmla="*/ 1751647 h 3658174"/>
              <a:gd name="connsiteX3490" fmla="*/ 1047473 w 6514506"/>
              <a:gd name="connsiteY3490" fmla="*/ 1746122 h 3658174"/>
              <a:gd name="connsiteX3491" fmla="*/ 1047482 w 6514506"/>
              <a:gd name="connsiteY3491" fmla="*/ 1746122 h 3658174"/>
              <a:gd name="connsiteX3492" fmla="*/ 1047950 w 6514506"/>
              <a:gd name="connsiteY3492" fmla="*/ 1735931 h 3658174"/>
              <a:gd name="connsiteX3493" fmla="*/ 1050330 w 6514506"/>
              <a:gd name="connsiteY3493" fmla="*/ 1725453 h 3658174"/>
              <a:gd name="connsiteX3494" fmla="*/ 1056331 w 6514506"/>
              <a:gd name="connsiteY3494" fmla="*/ 1717071 h 3658174"/>
              <a:gd name="connsiteX3495" fmla="*/ 1059285 w 6514506"/>
              <a:gd name="connsiteY3495" fmla="*/ 1707451 h 3658174"/>
              <a:gd name="connsiteX3496" fmla="*/ 1063762 w 6514506"/>
              <a:gd name="connsiteY3496" fmla="*/ 1697545 h 3658174"/>
              <a:gd name="connsiteX3497" fmla="*/ 1066143 w 6514506"/>
              <a:gd name="connsiteY3497" fmla="*/ 1685257 h 3658174"/>
              <a:gd name="connsiteX3498" fmla="*/ 1068238 w 6514506"/>
              <a:gd name="connsiteY3498" fmla="*/ 1677733 h 3658174"/>
              <a:gd name="connsiteX3499" fmla="*/ 1073667 w 6514506"/>
              <a:gd name="connsiteY3499" fmla="*/ 1670589 h 3658174"/>
              <a:gd name="connsiteX3500" fmla="*/ 1085764 w 6514506"/>
              <a:gd name="connsiteY3500" fmla="*/ 1662493 h 3658174"/>
              <a:gd name="connsiteX3501" fmla="*/ 1101861 w 6514506"/>
              <a:gd name="connsiteY3501" fmla="*/ 1652873 h 3658174"/>
              <a:gd name="connsiteX3502" fmla="*/ 25441 w 6514506"/>
              <a:gd name="connsiteY3502" fmla="*/ 1646110 h 3658174"/>
              <a:gd name="connsiteX3503" fmla="*/ 22774 w 6514506"/>
              <a:gd name="connsiteY3503" fmla="*/ 1649443 h 3658174"/>
              <a:gd name="connsiteX3504" fmla="*/ 22488 w 6514506"/>
              <a:gd name="connsiteY3504" fmla="*/ 1646396 h 3658174"/>
              <a:gd name="connsiteX3505" fmla="*/ 25441 w 6514506"/>
              <a:gd name="connsiteY3505" fmla="*/ 1646110 h 3658174"/>
              <a:gd name="connsiteX3506" fmla="*/ 3032 w 6514506"/>
              <a:gd name="connsiteY3506" fmla="*/ 1645861 h 3658174"/>
              <a:gd name="connsiteX3507" fmla="*/ 4485 w 6514506"/>
              <a:gd name="connsiteY3507" fmla="*/ 1647253 h 3658174"/>
              <a:gd name="connsiteX3508" fmla="*/ 2104 w 6514506"/>
              <a:gd name="connsiteY3508" fmla="*/ 1649063 h 3658174"/>
              <a:gd name="connsiteX3509" fmla="*/ 8 w 6514506"/>
              <a:gd name="connsiteY3509" fmla="*/ 1646968 h 3658174"/>
              <a:gd name="connsiteX3510" fmla="*/ 3032 w 6514506"/>
              <a:gd name="connsiteY3510" fmla="*/ 1645861 h 3658174"/>
              <a:gd name="connsiteX3511" fmla="*/ 5995234 w 6514506"/>
              <a:gd name="connsiteY3511" fmla="*/ 1644395 h 3658174"/>
              <a:gd name="connsiteX3512" fmla="*/ 5998854 w 6514506"/>
              <a:gd name="connsiteY3512" fmla="*/ 1646205 h 3658174"/>
              <a:gd name="connsiteX3513" fmla="*/ 6000663 w 6514506"/>
              <a:gd name="connsiteY3513" fmla="*/ 1653635 h 3658174"/>
              <a:gd name="connsiteX3514" fmla="*/ 5995615 w 6514506"/>
              <a:gd name="connsiteY3514" fmla="*/ 1648015 h 3658174"/>
              <a:gd name="connsiteX3515" fmla="*/ 5995234 w 6514506"/>
              <a:gd name="connsiteY3515" fmla="*/ 1644395 h 3658174"/>
              <a:gd name="connsiteX3516" fmla="*/ 14772 w 6514506"/>
              <a:gd name="connsiteY3516" fmla="*/ 1643157 h 3658174"/>
              <a:gd name="connsiteX3517" fmla="*/ 16868 w 6514506"/>
              <a:gd name="connsiteY3517" fmla="*/ 1644681 h 3658174"/>
              <a:gd name="connsiteX3518" fmla="*/ 15630 w 6514506"/>
              <a:gd name="connsiteY3518" fmla="*/ 1647348 h 3658174"/>
              <a:gd name="connsiteX3519" fmla="*/ 14772 w 6514506"/>
              <a:gd name="connsiteY3519" fmla="*/ 1643157 h 3658174"/>
              <a:gd name="connsiteX3520" fmla="*/ 222037 w 6514506"/>
              <a:gd name="connsiteY3520" fmla="*/ 1637252 h 3658174"/>
              <a:gd name="connsiteX3521" fmla="*/ 221907 w 6514506"/>
              <a:gd name="connsiteY3521" fmla="*/ 1637495 h 3658174"/>
              <a:gd name="connsiteX3522" fmla="*/ 226228 w 6514506"/>
              <a:gd name="connsiteY3522" fmla="*/ 1638966 h 3658174"/>
              <a:gd name="connsiteX3523" fmla="*/ 229848 w 6514506"/>
              <a:gd name="connsiteY3523" fmla="*/ 1652492 h 3658174"/>
              <a:gd name="connsiteX3524" fmla="*/ 240325 w 6514506"/>
              <a:gd name="connsiteY3524" fmla="*/ 1653063 h 3658174"/>
              <a:gd name="connsiteX3525" fmla="*/ 252040 w 6514506"/>
              <a:gd name="connsiteY3525" fmla="*/ 1650682 h 3658174"/>
              <a:gd name="connsiteX3526" fmla="*/ 258898 w 6514506"/>
              <a:gd name="connsiteY3526" fmla="*/ 1649158 h 3658174"/>
              <a:gd name="connsiteX3527" fmla="*/ 275091 w 6514506"/>
              <a:gd name="connsiteY3527" fmla="*/ 1651539 h 3658174"/>
              <a:gd name="connsiteX3528" fmla="*/ 291855 w 6514506"/>
              <a:gd name="connsiteY3528" fmla="*/ 1653349 h 3658174"/>
              <a:gd name="connsiteX3529" fmla="*/ 311668 w 6514506"/>
              <a:gd name="connsiteY3529" fmla="*/ 1653635 h 3658174"/>
              <a:gd name="connsiteX3530" fmla="*/ 319538 w 6514506"/>
              <a:gd name="connsiteY3530" fmla="*/ 1655218 h 3658174"/>
              <a:gd name="connsiteX3531" fmla="*/ 319797 w 6514506"/>
              <a:gd name="connsiteY3531" fmla="*/ 1655023 h 3658174"/>
              <a:gd name="connsiteX3532" fmla="*/ 311953 w 6514506"/>
              <a:gd name="connsiteY3532" fmla="*/ 1653445 h 3658174"/>
              <a:gd name="connsiteX3533" fmla="*/ 292141 w 6514506"/>
              <a:gd name="connsiteY3533" fmla="*/ 1653159 h 3658174"/>
              <a:gd name="connsiteX3534" fmla="*/ 275377 w 6514506"/>
              <a:gd name="connsiteY3534" fmla="*/ 1651349 h 3658174"/>
              <a:gd name="connsiteX3535" fmla="*/ 259184 w 6514506"/>
              <a:gd name="connsiteY3535" fmla="*/ 1648968 h 3658174"/>
              <a:gd name="connsiteX3536" fmla="*/ 252326 w 6514506"/>
              <a:gd name="connsiteY3536" fmla="*/ 1650492 h 3658174"/>
              <a:gd name="connsiteX3537" fmla="*/ 240610 w 6514506"/>
              <a:gd name="connsiteY3537" fmla="*/ 1652873 h 3658174"/>
              <a:gd name="connsiteX3538" fmla="*/ 230133 w 6514506"/>
              <a:gd name="connsiteY3538" fmla="*/ 1652302 h 3658174"/>
              <a:gd name="connsiteX3539" fmla="*/ 226513 w 6514506"/>
              <a:gd name="connsiteY3539" fmla="*/ 1638776 h 3658174"/>
              <a:gd name="connsiteX3540" fmla="*/ 222037 w 6514506"/>
              <a:gd name="connsiteY3540" fmla="*/ 1637252 h 3658174"/>
              <a:gd name="connsiteX3541" fmla="*/ 5987423 w 6514506"/>
              <a:gd name="connsiteY3541" fmla="*/ 1619345 h 3658174"/>
              <a:gd name="connsiteX3542" fmla="*/ 5993139 w 6514506"/>
              <a:gd name="connsiteY3542" fmla="*/ 1621726 h 3658174"/>
              <a:gd name="connsiteX3543" fmla="*/ 5993139 w 6514506"/>
              <a:gd name="connsiteY3543" fmla="*/ 1627727 h 3658174"/>
              <a:gd name="connsiteX3544" fmla="*/ 5988376 w 6514506"/>
              <a:gd name="connsiteY3544" fmla="*/ 1628012 h 3658174"/>
              <a:gd name="connsiteX3545" fmla="*/ 5987423 w 6514506"/>
              <a:gd name="connsiteY3545" fmla="*/ 1623536 h 3658174"/>
              <a:gd name="connsiteX3546" fmla="*/ 5987423 w 6514506"/>
              <a:gd name="connsiteY3546" fmla="*/ 1619345 h 3658174"/>
              <a:gd name="connsiteX3547" fmla="*/ 5518818 w 6514506"/>
              <a:gd name="connsiteY3547" fmla="*/ 1614476 h 3658174"/>
              <a:gd name="connsiteX3548" fmla="*/ 5520222 w 6514506"/>
              <a:gd name="connsiteY3548" fmla="*/ 1615726 h 3658174"/>
              <a:gd name="connsiteX3549" fmla="*/ 5520222 w 6514506"/>
              <a:gd name="connsiteY3549" fmla="*/ 1620488 h 3658174"/>
              <a:gd name="connsiteX3550" fmla="*/ 5518127 w 6514506"/>
              <a:gd name="connsiteY3550" fmla="*/ 1618107 h 3658174"/>
              <a:gd name="connsiteX3551" fmla="*/ 5517841 w 6514506"/>
              <a:gd name="connsiteY3551" fmla="*/ 1615726 h 3658174"/>
              <a:gd name="connsiteX3552" fmla="*/ 5518818 w 6514506"/>
              <a:gd name="connsiteY3552" fmla="*/ 1614476 h 3658174"/>
              <a:gd name="connsiteX3553" fmla="*/ 37537 w 6514506"/>
              <a:gd name="connsiteY3553" fmla="*/ 1608677 h 3658174"/>
              <a:gd name="connsiteX3554" fmla="*/ 40490 w 6514506"/>
              <a:gd name="connsiteY3554" fmla="*/ 1609534 h 3658174"/>
              <a:gd name="connsiteX3555" fmla="*/ 38394 w 6514506"/>
              <a:gd name="connsiteY3555" fmla="*/ 1612582 h 3658174"/>
              <a:gd name="connsiteX3556" fmla="*/ 37537 w 6514506"/>
              <a:gd name="connsiteY3556" fmla="*/ 1608677 h 3658174"/>
              <a:gd name="connsiteX3557" fmla="*/ 1485241 w 6514506"/>
              <a:gd name="connsiteY3557" fmla="*/ 1604010 h 3658174"/>
              <a:gd name="connsiteX3558" fmla="*/ 1485527 w 6514506"/>
              <a:gd name="connsiteY3558" fmla="*/ 1607629 h 3658174"/>
              <a:gd name="connsiteX3559" fmla="*/ 1482194 w 6514506"/>
              <a:gd name="connsiteY3559" fmla="*/ 1614487 h 3658174"/>
              <a:gd name="connsiteX3560" fmla="*/ 1480765 w 6514506"/>
              <a:gd name="connsiteY3560" fmla="*/ 1611820 h 3658174"/>
              <a:gd name="connsiteX3561" fmla="*/ 1483432 w 6514506"/>
              <a:gd name="connsiteY3561" fmla="*/ 1607629 h 3658174"/>
              <a:gd name="connsiteX3562" fmla="*/ 1485241 w 6514506"/>
              <a:gd name="connsiteY3562" fmla="*/ 1604010 h 3658174"/>
              <a:gd name="connsiteX3563" fmla="*/ 5958277 w 6514506"/>
              <a:gd name="connsiteY3563" fmla="*/ 1592960 h 3658174"/>
              <a:gd name="connsiteX3564" fmla="*/ 5958277 w 6514506"/>
              <a:gd name="connsiteY3564" fmla="*/ 1595342 h 3658174"/>
              <a:gd name="connsiteX3565" fmla="*/ 5955610 w 6514506"/>
              <a:gd name="connsiteY3565" fmla="*/ 1593818 h 3658174"/>
              <a:gd name="connsiteX3566" fmla="*/ 5958277 w 6514506"/>
              <a:gd name="connsiteY3566" fmla="*/ 1592960 h 3658174"/>
              <a:gd name="connsiteX3567" fmla="*/ 5700435 w 6514506"/>
              <a:gd name="connsiteY3567" fmla="*/ 1588579 h 3658174"/>
              <a:gd name="connsiteX3568" fmla="*/ 5710056 w 6514506"/>
              <a:gd name="connsiteY3568" fmla="*/ 1590389 h 3658174"/>
              <a:gd name="connsiteX3569" fmla="*/ 5720533 w 6514506"/>
              <a:gd name="connsiteY3569" fmla="*/ 1597628 h 3658174"/>
              <a:gd name="connsiteX3570" fmla="*/ 5723581 w 6514506"/>
              <a:gd name="connsiteY3570" fmla="*/ 1602676 h 3658174"/>
              <a:gd name="connsiteX3571" fmla="*/ 5721772 w 6514506"/>
              <a:gd name="connsiteY3571" fmla="*/ 1606010 h 3658174"/>
              <a:gd name="connsiteX3572" fmla="*/ 5715771 w 6514506"/>
              <a:gd name="connsiteY3572" fmla="*/ 1603057 h 3658174"/>
              <a:gd name="connsiteX3573" fmla="*/ 5710342 w 6514506"/>
              <a:gd name="connsiteY3573" fmla="*/ 1600676 h 3658174"/>
              <a:gd name="connsiteX3574" fmla="*/ 5709103 w 6514506"/>
              <a:gd name="connsiteY3574" fmla="*/ 1606677 h 3658174"/>
              <a:gd name="connsiteX3575" fmla="*/ 5705770 w 6514506"/>
              <a:gd name="connsiteY3575" fmla="*/ 1606105 h 3658174"/>
              <a:gd name="connsiteX3576" fmla="*/ 5701007 w 6514506"/>
              <a:gd name="connsiteY3576" fmla="*/ 1605819 h 3658174"/>
              <a:gd name="connsiteX3577" fmla="*/ 5696530 w 6514506"/>
              <a:gd name="connsiteY3577" fmla="*/ 1602867 h 3658174"/>
              <a:gd name="connsiteX3578" fmla="*/ 5691768 w 6514506"/>
              <a:gd name="connsiteY3578" fmla="*/ 1598390 h 3658174"/>
              <a:gd name="connsiteX3579" fmla="*/ 5687767 w 6514506"/>
              <a:gd name="connsiteY3579" fmla="*/ 1598390 h 3658174"/>
              <a:gd name="connsiteX3580" fmla="*/ 5686910 w 6514506"/>
              <a:gd name="connsiteY3580" fmla="*/ 1593627 h 3658174"/>
              <a:gd name="connsiteX3581" fmla="*/ 5700435 w 6514506"/>
              <a:gd name="connsiteY3581" fmla="*/ 1588579 h 3658174"/>
              <a:gd name="connsiteX3582" fmla="*/ 2079792 w 6514506"/>
              <a:gd name="connsiteY3582" fmla="*/ 1587436 h 3658174"/>
              <a:gd name="connsiteX3583" fmla="*/ 2083031 w 6514506"/>
              <a:gd name="connsiteY3583" fmla="*/ 1594675 h 3658174"/>
              <a:gd name="connsiteX3584" fmla="*/ 2080650 w 6514506"/>
              <a:gd name="connsiteY3584" fmla="*/ 1593151 h 3658174"/>
              <a:gd name="connsiteX3585" fmla="*/ 2079792 w 6514506"/>
              <a:gd name="connsiteY3585" fmla="*/ 1587436 h 3658174"/>
              <a:gd name="connsiteX3586" fmla="*/ 21250 w 6514506"/>
              <a:gd name="connsiteY3586" fmla="*/ 1587151 h 3658174"/>
              <a:gd name="connsiteX3587" fmla="*/ 25726 w 6514506"/>
              <a:gd name="connsiteY3587" fmla="*/ 1588389 h 3658174"/>
              <a:gd name="connsiteX3588" fmla="*/ 26679 w 6514506"/>
              <a:gd name="connsiteY3588" fmla="*/ 1592485 h 3658174"/>
              <a:gd name="connsiteX3589" fmla="*/ 23059 w 6514506"/>
              <a:gd name="connsiteY3589" fmla="*/ 1589818 h 3658174"/>
              <a:gd name="connsiteX3590" fmla="*/ 21250 w 6514506"/>
              <a:gd name="connsiteY3590" fmla="*/ 1587151 h 3658174"/>
              <a:gd name="connsiteX3591" fmla="*/ 48574 w 6514506"/>
              <a:gd name="connsiteY3591" fmla="*/ 1583233 h 3658174"/>
              <a:gd name="connsiteX3592" fmla="*/ 48586 w 6514506"/>
              <a:gd name="connsiteY3592" fmla="*/ 1585912 h 3658174"/>
              <a:gd name="connsiteX3593" fmla="*/ 47348 w 6514506"/>
              <a:gd name="connsiteY3593" fmla="*/ 1590103 h 3658174"/>
              <a:gd name="connsiteX3594" fmla="*/ 46490 w 6514506"/>
              <a:gd name="connsiteY3594" fmla="*/ 1585912 h 3658174"/>
              <a:gd name="connsiteX3595" fmla="*/ 48574 w 6514506"/>
              <a:gd name="connsiteY3595" fmla="*/ 1583233 h 3658174"/>
              <a:gd name="connsiteX3596" fmla="*/ 12677 w 6514506"/>
              <a:gd name="connsiteY3596" fmla="*/ 1579340 h 3658174"/>
              <a:gd name="connsiteX3597" fmla="*/ 15915 w 6514506"/>
              <a:gd name="connsiteY3597" fmla="*/ 1581055 h 3658174"/>
              <a:gd name="connsiteX3598" fmla="*/ 12677 w 6514506"/>
              <a:gd name="connsiteY3598" fmla="*/ 1582769 h 3658174"/>
              <a:gd name="connsiteX3599" fmla="*/ 9438 w 6514506"/>
              <a:gd name="connsiteY3599" fmla="*/ 1581055 h 3658174"/>
              <a:gd name="connsiteX3600" fmla="*/ 12677 w 6514506"/>
              <a:gd name="connsiteY3600" fmla="*/ 1579340 h 3658174"/>
              <a:gd name="connsiteX3601" fmla="*/ 857355 w 6514506"/>
              <a:gd name="connsiteY3601" fmla="*/ 1578504 h 3658174"/>
              <a:gd name="connsiteX3602" fmla="*/ 862477 w 6514506"/>
              <a:gd name="connsiteY3602" fmla="*/ 1584596 h 3658174"/>
              <a:gd name="connsiteX3603" fmla="*/ 862486 w 6514506"/>
              <a:gd name="connsiteY3603" fmla="*/ 1584532 h 3658174"/>
              <a:gd name="connsiteX3604" fmla="*/ 13820 w 6514506"/>
              <a:gd name="connsiteY3604" fmla="*/ 1570862 h 3658174"/>
              <a:gd name="connsiteX3605" fmla="*/ 14105 w 6514506"/>
              <a:gd name="connsiteY3605" fmla="*/ 1574196 h 3658174"/>
              <a:gd name="connsiteX3606" fmla="*/ 7533 w 6514506"/>
              <a:gd name="connsiteY3606" fmla="*/ 1575720 h 3658174"/>
              <a:gd name="connsiteX3607" fmla="*/ 7247 w 6514506"/>
              <a:gd name="connsiteY3607" fmla="*/ 1572958 h 3658174"/>
              <a:gd name="connsiteX3608" fmla="*/ 13820 w 6514506"/>
              <a:gd name="connsiteY3608" fmla="*/ 1570862 h 3658174"/>
              <a:gd name="connsiteX3609" fmla="*/ 866498 w 6514506"/>
              <a:gd name="connsiteY3609" fmla="*/ 1569338 h 3658174"/>
              <a:gd name="connsiteX3610" fmla="*/ 866472 w 6514506"/>
              <a:gd name="connsiteY3610" fmla="*/ 1569443 h 3658174"/>
              <a:gd name="connsiteX3611" fmla="*/ 884978 w 6514506"/>
              <a:gd name="connsiteY3611" fmla="*/ 1571815 h 3658174"/>
              <a:gd name="connsiteX3612" fmla="*/ 884994 w 6514506"/>
              <a:gd name="connsiteY3612" fmla="*/ 1571709 h 3658174"/>
              <a:gd name="connsiteX3613" fmla="*/ 5892460 w 6514506"/>
              <a:gd name="connsiteY3613" fmla="*/ 1566576 h 3658174"/>
              <a:gd name="connsiteX3614" fmla="*/ 5900556 w 6514506"/>
              <a:gd name="connsiteY3614" fmla="*/ 1568386 h 3658174"/>
              <a:gd name="connsiteX3615" fmla="*/ 5900842 w 6514506"/>
              <a:gd name="connsiteY3615" fmla="*/ 1574101 h 3658174"/>
              <a:gd name="connsiteX3616" fmla="*/ 5899984 w 6514506"/>
              <a:gd name="connsiteY3616" fmla="*/ 1577435 h 3658174"/>
              <a:gd name="connsiteX3617" fmla="*/ 5897889 w 6514506"/>
              <a:gd name="connsiteY3617" fmla="*/ 1581626 h 3658174"/>
              <a:gd name="connsiteX3618" fmla="*/ 5892174 w 6514506"/>
              <a:gd name="connsiteY3618" fmla="*/ 1582483 h 3658174"/>
              <a:gd name="connsiteX3619" fmla="*/ 5884649 w 6514506"/>
              <a:gd name="connsiteY3619" fmla="*/ 1582769 h 3658174"/>
              <a:gd name="connsiteX3620" fmla="*/ 5877125 w 6514506"/>
              <a:gd name="connsiteY3620" fmla="*/ 1584007 h 3658174"/>
              <a:gd name="connsiteX3621" fmla="*/ 5874743 w 6514506"/>
              <a:gd name="connsiteY3621" fmla="*/ 1579816 h 3658174"/>
              <a:gd name="connsiteX3622" fmla="*/ 5874172 w 6514506"/>
              <a:gd name="connsiteY3622" fmla="*/ 1574387 h 3658174"/>
              <a:gd name="connsiteX3623" fmla="*/ 5875696 w 6514506"/>
              <a:gd name="connsiteY3623" fmla="*/ 1569338 h 3658174"/>
              <a:gd name="connsiteX3624" fmla="*/ 5883792 w 6514506"/>
              <a:gd name="connsiteY3624" fmla="*/ 1567815 h 3658174"/>
              <a:gd name="connsiteX3625" fmla="*/ 5892460 w 6514506"/>
              <a:gd name="connsiteY3625" fmla="*/ 1566576 h 3658174"/>
              <a:gd name="connsiteX3626" fmla="*/ 5766824 w 6514506"/>
              <a:gd name="connsiteY3626" fmla="*/ 1565909 h 3658174"/>
              <a:gd name="connsiteX3627" fmla="*/ 5775492 w 6514506"/>
              <a:gd name="connsiteY3627" fmla="*/ 1570386 h 3658174"/>
              <a:gd name="connsiteX3628" fmla="*/ 5772825 w 6514506"/>
              <a:gd name="connsiteY3628" fmla="*/ 1571243 h 3658174"/>
              <a:gd name="connsiteX3629" fmla="*/ 5765967 w 6514506"/>
              <a:gd name="connsiteY3629" fmla="*/ 1568957 h 3658174"/>
              <a:gd name="connsiteX3630" fmla="*/ 5766824 w 6514506"/>
              <a:gd name="connsiteY3630" fmla="*/ 1565909 h 3658174"/>
              <a:gd name="connsiteX3631" fmla="*/ 2718920 w 6514506"/>
              <a:gd name="connsiteY3631" fmla="*/ 1565243 h 3658174"/>
              <a:gd name="connsiteX3632" fmla="*/ 2720730 w 6514506"/>
              <a:gd name="connsiteY3632" fmla="*/ 1566100 h 3658174"/>
              <a:gd name="connsiteX3633" fmla="*/ 2716539 w 6514506"/>
              <a:gd name="connsiteY3633" fmla="*/ 1568863 h 3658174"/>
              <a:gd name="connsiteX3634" fmla="*/ 2718920 w 6514506"/>
              <a:gd name="connsiteY3634" fmla="*/ 1565243 h 3658174"/>
              <a:gd name="connsiteX3635" fmla="*/ 5622235 w 6514506"/>
              <a:gd name="connsiteY3635" fmla="*/ 1562671 h 3658174"/>
              <a:gd name="connsiteX3636" fmla="*/ 5626712 w 6514506"/>
              <a:gd name="connsiteY3636" fmla="*/ 1564195 h 3658174"/>
              <a:gd name="connsiteX3637" fmla="*/ 5626998 w 6514506"/>
              <a:gd name="connsiteY3637" fmla="*/ 1567528 h 3658174"/>
              <a:gd name="connsiteX3638" fmla="*/ 5621568 w 6514506"/>
              <a:gd name="connsiteY3638" fmla="*/ 1569338 h 3658174"/>
              <a:gd name="connsiteX3639" fmla="*/ 5619473 w 6514506"/>
              <a:gd name="connsiteY3639" fmla="*/ 1566004 h 3658174"/>
              <a:gd name="connsiteX3640" fmla="*/ 5622235 w 6514506"/>
              <a:gd name="connsiteY3640" fmla="*/ 1562671 h 3658174"/>
              <a:gd name="connsiteX3641" fmla="*/ 5518983 w 6514506"/>
              <a:gd name="connsiteY3641" fmla="*/ 1545241 h 3658174"/>
              <a:gd name="connsiteX3642" fmla="*/ 5518698 w 6514506"/>
              <a:gd name="connsiteY3642" fmla="*/ 1551241 h 3658174"/>
              <a:gd name="connsiteX3643" fmla="*/ 5516031 w 6514506"/>
              <a:gd name="connsiteY3643" fmla="*/ 1550670 h 3658174"/>
              <a:gd name="connsiteX3644" fmla="*/ 5516888 w 6514506"/>
              <a:gd name="connsiteY3644" fmla="*/ 1546479 h 3658174"/>
              <a:gd name="connsiteX3645" fmla="*/ 5518983 w 6514506"/>
              <a:gd name="connsiteY3645" fmla="*/ 1545241 h 3658174"/>
              <a:gd name="connsiteX3646" fmla="*/ 2669497 w 6514506"/>
              <a:gd name="connsiteY3646" fmla="*/ 1545241 h 3658174"/>
              <a:gd name="connsiteX3647" fmla="*/ 2673581 w 6514506"/>
              <a:gd name="connsiteY3647" fmla="*/ 1546669 h 3658174"/>
              <a:gd name="connsiteX3648" fmla="*/ 2676629 w 6514506"/>
              <a:gd name="connsiteY3648" fmla="*/ 1552098 h 3658174"/>
              <a:gd name="connsiteX3649" fmla="*/ 2675390 w 6514506"/>
              <a:gd name="connsiteY3649" fmla="*/ 1558480 h 3658174"/>
              <a:gd name="connsiteX3650" fmla="*/ 2672342 w 6514506"/>
              <a:gd name="connsiteY3650" fmla="*/ 1568100 h 3658174"/>
              <a:gd name="connsiteX3651" fmla="*/ 2666913 w 6514506"/>
              <a:gd name="connsiteY3651" fmla="*/ 1581626 h 3658174"/>
              <a:gd name="connsiteX3652" fmla="*/ 2664532 w 6514506"/>
              <a:gd name="connsiteY3652" fmla="*/ 1592103 h 3658174"/>
              <a:gd name="connsiteX3653" fmla="*/ 2653483 w 6514506"/>
              <a:gd name="connsiteY3653" fmla="*/ 1607343 h 3658174"/>
              <a:gd name="connsiteX3654" fmla="*/ 2648434 w 6514506"/>
              <a:gd name="connsiteY3654" fmla="*/ 1622964 h 3658174"/>
              <a:gd name="connsiteX3655" fmla="*/ 2646339 w 6514506"/>
              <a:gd name="connsiteY3655" fmla="*/ 1626298 h 3658174"/>
              <a:gd name="connsiteX3656" fmla="*/ 2644529 w 6514506"/>
              <a:gd name="connsiteY3656" fmla="*/ 1621536 h 3658174"/>
              <a:gd name="connsiteX3657" fmla="*/ 2642434 w 6514506"/>
              <a:gd name="connsiteY3657" fmla="*/ 1617345 h 3658174"/>
              <a:gd name="connsiteX3658" fmla="*/ 2636147 w 6514506"/>
              <a:gd name="connsiteY3658" fmla="*/ 1606867 h 3658174"/>
              <a:gd name="connsiteX3659" fmla="*/ 2637671 w 6514506"/>
              <a:gd name="connsiteY3659" fmla="*/ 1594294 h 3658174"/>
              <a:gd name="connsiteX3660" fmla="*/ 2638529 w 6514506"/>
              <a:gd name="connsiteY3660" fmla="*/ 1586484 h 3658174"/>
              <a:gd name="connsiteX3661" fmla="*/ 2650816 w 6514506"/>
              <a:gd name="connsiteY3661" fmla="*/ 1561338 h 3658174"/>
              <a:gd name="connsiteX3662" fmla="*/ 2665198 w 6514506"/>
              <a:gd name="connsiteY3662" fmla="*/ 1546098 h 3658174"/>
              <a:gd name="connsiteX3663" fmla="*/ 2669497 w 6514506"/>
              <a:gd name="connsiteY3663" fmla="*/ 1545241 h 3658174"/>
              <a:gd name="connsiteX3664" fmla="*/ 5786852 w 6514506"/>
              <a:gd name="connsiteY3664" fmla="*/ 1541511 h 3658174"/>
              <a:gd name="connsiteX3665" fmla="*/ 5787910 w 6514506"/>
              <a:gd name="connsiteY3665" fmla="*/ 1542465 h 3658174"/>
              <a:gd name="connsiteX3666" fmla="*/ 5787780 w 6514506"/>
              <a:gd name="connsiteY3666" fmla="*/ 1542002 h 3658174"/>
              <a:gd name="connsiteX3667" fmla="*/ 5805401 w 6514506"/>
              <a:gd name="connsiteY3667" fmla="*/ 1536096 h 3658174"/>
              <a:gd name="connsiteX3668" fmla="*/ 5815879 w 6514506"/>
              <a:gd name="connsiteY3668" fmla="*/ 1536953 h 3658174"/>
              <a:gd name="connsiteX3669" fmla="*/ 5819498 w 6514506"/>
              <a:gd name="connsiteY3669" fmla="*/ 1546288 h 3658174"/>
              <a:gd name="connsiteX3670" fmla="*/ 5827594 w 6514506"/>
              <a:gd name="connsiteY3670" fmla="*/ 1548098 h 3658174"/>
              <a:gd name="connsiteX3671" fmla="*/ 5831785 w 6514506"/>
              <a:gd name="connsiteY3671" fmla="*/ 1549336 h 3658174"/>
              <a:gd name="connsiteX3672" fmla="*/ 5826356 w 6514506"/>
              <a:gd name="connsiteY3672" fmla="*/ 1552289 h 3658174"/>
              <a:gd name="connsiteX3673" fmla="*/ 5823403 w 6514506"/>
              <a:gd name="connsiteY3673" fmla="*/ 1553813 h 3658174"/>
              <a:gd name="connsiteX3674" fmla="*/ 5829975 w 6514506"/>
              <a:gd name="connsiteY3674" fmla="*/ 1555051 h 3658174"/>
              <a:gd name="connsiteX3675" fmla="*/ 5839881 w 6514506"/>
              <a:gd name="connsiteY3675" fmla="*/ 1555908 h 3658174"/>
              <a:gd name="connsiteX3676" fmla="*/ 5847120 w 6514506"/>
              <a:gd name="connsiteY3676" fmla="*/ 1558004 h 3658174"/>
              <a:gd name="connsiteX3677" fmla="*/ 5851883 w 6514506"/>
              <a:gd name="connsiteY3677" fmla="*/ 1564004 h 3658174"/>
              <a:gd name="connsiteX3678" fmla="*/ 5852169 w 6514506"/>
              <a:gd name="connsiteY3678" fmla="*/ 1569434 h 3658174"/>
              <a:gd name="connsiteX3679" fmla="*/ 5853407 w 6514506"/>
              <a:gd name="connsiteY3679" fmla="*/ 1572387 h 3658174"/>
              <a:gd name="connsiteX3680" fmla="*/ 5851597 w 6514506"/>
              <a:gd name="connsiteY3680" fmla="*/ 1578101 h 3658174"/>
              <a:gd name="connsiteX3681" fmla="*/ 5848930 w 6514506"/>
              <a:gd name="connsiteY3681" fmla="*/ 1578959 h 3658174"/>
              <a:gd name="connsiteX3682" fmla="*/ 5843787 w 6514506"/>
              <a:gd name="connsiteY3682" fmla="*/ 1572387 h 3658174"/>
              <a:gd name="connsiteX3683" fmla="*/ 5832737 w 6514506"/>
              <a:gd name="connsiteY3683" fmla="*/ 1574196 h 3658174"/>
              <a:gd name="connsiteX3684" fmla="*/ 5826451 w 6514506"/>
              <a:gd name="connsiteY3684" fmla="*/ 1578959 h 3658174"/>
              <a:gd name="connsiteX3685" fmla="*/ 5822546 w 6514506"/>
              <a:gd name="connsiteY3685" fmla="*/ 1585245 h 3658174"/>
              <a:gd name="connsiteX3686" fmla="*/ 5819212 w 6514506"/>
              <a:gd name="connsiteY3686" fmla="*/ 1586769 h 3658174"/>
              <a:gd name="connsiteX3687" fmla="*/ 5817974 w 6514506"/>
              <a:gd name="connsiteY3687" fmla="*/ 1582292 h 3658174"/>
              <a:gd name="connsiteX3688" fmla="*/ 5814069 w 6514506"/>
              <a:gd name="connsiteY3688" fmla="*/ 1581054 h 3658174"/>
              <a:gd name="connsiteX3689" fmla="*/ 5811401 w 6514506"/>
              <a:gd name="connsiteY3689" fmla="*/ 1584007 h 3658174"/>
              <a:gd name="connsiteX3690" fmla="*/ 5810830 w 6514506"/>
              <a:gd name="connsiteY3690" fmla="*/ 1587341 h 3658174"/>
              <a:gd name="connsiteX3691" fmla="*/ 5808735 w 6514506"/>
              <a:gd name="connsiteY3691" fmla="*/ 1600485 h 3658174"/>
              <a:gd name="connsiteX3692" fmla="*/ 5802353 w 6514506"/>
              <a:gd name="connsiteY3692" fmla="*/ 1593913 h 3658174"/>
              <a:gd name="connsiteX3693" fmla="*/ 5799971 w 6514506"/>
              <a:gd name="connsiteY3693" fmla="*/ 1589817 h 3658174"/>
              <a:gd name="connsiteX3694" fmla="*/ 5799982 w 6514506"/>
              <a:gd name="connsiteY3694" fmla="*/ 1589670 h 3658174"/>
              <a:gd name="connsiteX3695" fmla="*/ 5794352 w 6514506"/>
              <a:gd name="connsiteY3695" fmla="*/ 1586674 h 3658174"/>
              <a:gd name="connsiteX3696" fmla="*/ 5776350 w 6514506"/>
              <a:gd name="connsiteY3696" fmla="*/ 1586103 h 3658174"/>
              <a:gd name="connsiteX3697" fmla="*/ 5764348 w 6514506"/>
              <a:gd name="connsiteY3697" fmla="*/ 1589151 h 3658174"/>
              <a:gd name="connsiteX3698" fmla="*/ 5757776 w 6514506"/>
              <a:gd name="connsiteY3698" fmla="*/ 1589151 h 3658174"/>
              <a:gd name="connsiteX3699" fmla="*/ 5751490 w 6514506"/>
              <a:gd name="connsiteY3699" fmla="*/ 1587341 h 3658174"/>
              <a:gd name="connsiteX3700" fmla="*/ 5750251 w 6514506"/>
              <a:gd name="connsiteY3700" fmla="*/ 1581626 h 3658174"/>
              <a:gd name="connsiteX3701" fmla="*/ 5755299 w 6514506"/>
              <a:gd name="connsiteY3701" fmla="*/ 1578959 h 3658174"/>
              <a:gd name="connsiteX3702" fmla="*/ 5762158 w 6514506"/>
              <a:gd name="connsiteY3702" fmla="*/ 1578102 h 3658174"/>
              <a:gd name="connsiteX3703" fmla="*/ 5764539 w 6514506"/>
              <a:gd name="connsiteY3703" fmla="*/ 1578959 h 3658174"/>
              <a:gd name="connsiteX3704" fmla="*/ 5765396 w 6514506"/>
              <a:gd name="connsiteY3704" fmla="*/ 1581340 h 3658174"/>
              <a:gd name="connsiteX3705" fmla="*/ 5769873 w 6514506"/>
              <a:gd name="connsiteY3705" fmla="*/ 1579816 h 3658174"/>
              <a:gd name="connsiteX3706" fmla="*/ 5781303 w 6514506"/>
              <a:gd name="connsiteY3706" fmla="*/ 1578292 h 3658174"/>
              <a:gd name="connsiteX3707" fmla="*/ 5784256 w 6514506"/>
              <a:gd name="connsiteY3707" fmla="*/ 1572863 h 3658174"/>
              <a:gd name="connsiteX3708" fmla="*/ 5778540 w 6514506"/>
              <a:gd name="connsiteY3708" fmla="*/ 1568100 h 3658174"/>
              <a:gd name="connsiteX3709" fmla="*/ 5773778 w 6514506"/>
              <a:gd name="connsiteY3709" fmla="*/ 1558480 h 3658174"/>
              <a:gd name="connsiteX3710" fmla="*/ 5773492 w 6514506"/>
              <a:gd name="connsiteY3710" fmla="*/ 1551336 h 3658174"/>
              <a:gd name="connsiteX3711" fmla="*/ 5760633 w 6514506"/>
              <a:gd name="connsiteY3711" fmla="*/ 1548955 h 3658174"/>
              <a:gd name="connsiteX3712" fmla="*/ 5757681 w 6514506"/>
              <a:gd name="connsiteY3712" fmla="*/ 1546860 h 3658174"/>
              <a:gd name="connsiteX3713" fmla="*/ 5757681 w 6514506"/>
              <a:gd name="connsiteY3713" fmla="*/ 1543526 h 3658174"/>
              <a:gd name="connsiteX3714" fmla="*/ 5760062 w 6514506"/>
              <a:gd name="connsiteY3714" fmla="*/ 1540573 h 3658174"/>
              <a:gd name="connsiteX3715" fmla="*/ 5773873 w 6514506"/>
              <a:gd name="connsiteY3715" fmla="*/ 1539049 h 3658174"/>
              <a:gd name="connsiteX3716" fmla="*/ 5786206 w 6514506"/>
              <a:gd name="connsiteY3716" fmla="*/ 1541105 h 3658174"/>
              <a:gd name="connsiteX3717" fmla="*/ 5791304 w 6514506"/>
              <a:gd name="connsiteY3717" fmla="*/ 1536668 h 3658174"/>
              <a:gd name="connsiteX3718" fmla="*/ 5805401 w 6514506"/>
              <a:gd name="connsiteY3718" fmla="*/ 1536096 h 3658174"/>
              <a:gd name="connsiteX3719" fmla="*/ 1057323 w 6514506"/>
              <a:gd name="connsiteY3719" fmla="*/ 1535294 h 3658174"/>
              <a:gd name="connsiteX3720" fmla="*/ 1052994 w 6514506"/>
              <a:gd name="connsiteY3720" fmla="*/ 1539566 h 3658174"/>
              <a:gd name="connsiteX3721" fmla="*/ 1053034 w 6514506"/>
              <a:gd name="connsiteY3721" fmla="*/ 1539561 h 3658174"/>
              <a:gd name="connsiteX3722" fmla="*/ 1058313 w 6514506"/>
              <a:gd name="connsiteY3722" fmla="*/ 1532948 h 3658174"/>
              <a:gd name="connsiteX3723" fmla="*/ 1057379 w 6514506"/>
              <a:gd name="connsiteY3723" fmla="*/ 1535238 h 3658174"/>
              <a:gd name="connsiteX3724" fmla="*/ 1057474 w 6514506"/>
              <a:gd name="connsiteY3724" fmla="*/ 1535144 h 3658174"/>
              <a:gd name="connsiteX3725" fmla="*/ 2797977 w 6514506"/>
              <a:gd name="connsiteY3725" fmla="*/ 1514284 h 3658174"/>
              <a:gd name="connsiteX3726" fmla="*/ 2801311 w 6514506"/>
              <a:gd name="connsiteY3726" fmla="*/ 1514570 h 3658174"/>
              <a:gd name="connsiteX3727" fmla="*/ 2800168 w 6514506"/>
              <a:gd name="connsiteY3727" fmla="*/ 1517332 h 3658174"/>
              <a:gd name="connsiteX3728" fmla="*/ 2796549 w 6514506"/>
              <a:gd name="connsiteY3728" fmla="*/ 1520952 h 3658174"/>
              <a:gd name="connsiteX3729" fmla="*/ 2792929 w 6514506"/>
              <a:gd name="connsiteY3729" fmla="*/ 1519714 h 3658174"/>
              <a:gd name="connsiteX3730" fmla="*/ 2797977 w 6514506"/>
              <a:gd name="connsiteY3730" fmla="*/ 1514284 h 3658174"/>
              <a:gd name="connsiteX3731" fmla="*/ 5573086 w 6514506"/>
              <a:gd name="connsiteY3731" fmla="*/ 1499009 h 3658174"/>
              <a:gd name="connsiteX3732" fmla="*/ 5576038 w 6514506"/>
              <a:gd name="connsiteY3732" fmla="*/ 1499140 h 3658174"/>
              <a:gd name="connsiteX3733" fmla="*/ 5582611 w 6514506"/>
              <a:gd name="connsiteY3733" fmla="*/ 1503902 h 3658174"/>
              <a:gd name="connsiteX3734" fmla="*/ 5584706 w 6514506"/>
              <a:gd name="connsiteY3734" fmla="*/ 1510189 h 3658174"/>
              <a:gd name="connsiteX3735" fmla="*/ 5577848 w 6514506"/>
              <a:gd name="connsiteY3735" fmla="*/ 1514665 h 3658174"/>
              <a:gd name="connsiteX3736" fmla="*/ 5571276 w 6514506"/>
              <a:gd name="connsiteY3736" fmla="*/ 1511998 h 3658174"/>
              <a:gd name="connsiteX3737" fmla="*/ 5573372 w 6514506"/>
              <a:gd name="connsiteY3737" fmla="*/ 1510760 h 3658174"/>
              <a:gd name="connsiteX3738" fmla="*/ 5578420 w 6514506"/>
              <a:gd name="connsiteY3738" fmla="*/ 1509236 h 3658174"/>
              <a:gd name="connsiteX3739" fmla="*/ 5576324 w 6514506"/>
              <a:gd name="connsiteY3739" fmla="*/ 1507426 h 3658174"/>
              <a:gd name="connsiteX3740" fmla="*/ 5572705 w 6514506"/>
              <a:gd name="connsiteY3740" fmla="*/ 1504759 h 3658174"/>
              <a:gd name="connsiteX3741" fmla="*/ 5572419 w 6514506"/>
              <a:gd name="connsiteY3741" fmla="*/ 1500664 h 3658174"/>
              <a:gd name="connsiteX3742" fmla="*/ 5573086 w 6514506"/>
              <a:gd name="connsiteY3742" fmla="*/ 1499009 h 3658174"/>
              <a:gd name="connsiteX3743" fmla="*/ 5750061 w 6514506"/>
              <a:gd name="connsiteY3743" fmla="*/ 1494663 h 3658174"/>
              <a:gd name="connsiteX3744" fmla="*/ 5752442 w 6514506"/>
              <a:gd name="connsiteY3744" fmla="*/ 1500949 h 3658174"/>
              <a:gd name="connsiteX3745" fmla="*/ 5745298 w 6514506"/>
              <a:gd name="connsiteY3745" fmla="*/ 1511427 h 3658174"/>
              <a:gd name="connsiteX3746" fmla="*/ 5739012 w 6514506"/>
              <a:gd name="connsiteY3746" fmla="*/ 1506664 h 3658174"/>
              <a:gd name="connsiteX3747" fmla="*/ 5741012 w 6514506"/>
              <a:gd name="connsiteY3747" fmla="*/ 1502473 h 3658174"/>
              <a:gd name="connsiteX3748" fmla="*/ 5746156 w 6514506"/>
              <a:gd name="connsiteY3748" fmla="*/ 1499140 h 3658174"/>
              <a:gd name="connsiteX3749" fmla="*/ 5747679 w 6514506"/>
              <a:gd name="connsiteY3749" fmla="*/ 1496473 h 3658174"/>
              <a:gd name="connsiteX3750" fmla="*/ 5750061 w 6514506"/>
              <a:gd name="connsiteY3750" fmla="*/ 1494663 h 3658174"/>
              <a:gd name="connsiteX3751" fmla="*/ 5047687 w 6514506"/>
              <a:gd name="connsiteY3751" fmla="*/ 1482375 h 3658174"/>
              <a:gd name="connsiteX3752" fmla="*/ 5050640 w 6514506"/>
              <a:gd name="connsiteY3752" fmla="*/ 1487423 h 3658174"/>
              <a:gd name="connsiteX3753" fmla="*/ 5047401 w 6514506"/>
              <a:gd name="connsiteY3753" fmla="*/ 1484756 h 3658174"/>
              <a:gd name="connsiteX3754" fmla="*/ 5047687 w 6514506"/>
              <a:gd name="connsiteY3754" fmla="*/ 1482375 h 3658174"/>
              <a:gd name="connsiteX3755" fmla="*/ 5650334 w 6514506"/>
              <a:gd name="connsiteY3755" fmla="*/ 1476089 h 3658174"/>
              <a:gd name="connsiteX3756" fmla="*/ 5657858 w 6514506"/>
              <a:gd name="connsiteY3756" fmla="*/ 1478756 h 3658174"/>
              <a:gd name="connsiteX3757" fmla="*/ 5661478 w 6514506"/>
              <a:gd name="connsiteY3757" fmla="*/ 1480851 h 3658174"/>
              <a:gd name="connsiteX3758" fmla="*/ 5665097 w 6514506"/>
              <a:gd name="connsiteY3758" fmla="*/ 1483804 h 3658174"/>
              <a:gd name="connsiteX3759" fmla="*/ 5663002 w 6514506"/>
              <a:gd name="connsiteY3759" fmla="*/ 1487424 h 3658174"/>
              <a:gd name="connsiteX3760" fmla="*/ 5657287 w 6514506"/>
              <a:gd name="connsiteY3760" fmla="*/ 1484090 h 3658174"/>
              <a:gd name="connsiteX3761" fmla="*/ 5653953 w 6514506"/>
              <a:gd name="connsiteY3761" fmla="*/ 1479899 h 3658174"/>
              <a:gd name="connsiteX3762" fmla="*/ 5650334 w 6514506"/>
              <a:gd name="connsiteY3762" fmla="*/ 1477899 h 3658174"/>
              <a:gd name="connsiteX3763" fmla="*/ 5650334 w 6514506"/>
              <a:gd name="connsiteY3763" fmla="*/ 1476089 h 3658174"/>
              <a:gd name="connsiteX3764" fmla="*/ 2827123 w 6514506"/>
              <a:gd name="connsiteY3764" fmla="*/ 1472946 h 3658174"/>
              <a:gd name="connsiteX3765" fmla="*/ 2829219 w 6514506"/>
              <a:gd name="connsiteY3765" fmla="*/ 1473231 h 3658174"/>
              <a:gd name="connsiteX3766" fmla="*/ 2826838 w 6514506"/>
              <a:gd name="connsiteY3766" fmla="*/ 1476279 h 3658174"/>
              <a:gd name="connsiteX3767" fmla="*/ 2823504 w 6514506"/>
              <a:gd name="connsiteY3767" fmla="*/ 1478661 h 3658174"/>
              <a:gd name="connsiteX3768" fmla="*/ 2823504 w 6514506"/>
              <a:gd name="connsiteY3768" fmla="*/ 1475327 h 3658174"/>
              <a:gd name="connsiteX3769" fmla="*/ 2827123 w 6514506"/>
              <a:gd name="connsiteY3769" fmla="*/ 1472946 h 3658174"/>
              <a:gd name="connsiteX3770" fmla="*/ 5642809 w 6514506"/>
              <a:gd name="connsiteY3770" fmla="*/ 1470659 h 3658174"/>
              <a:gd name="connsiteX3771" fmla="*/ 5647286 w 6514506"/>
              <a:gd name="connsiteY3771" fmla="*/ 1471231 h 3658174"/>
              <a:gd name="connsiteX3772" fmla="*/ 5642809 w 6514506"/>
              <a:gd name="connsiteY3772" fmla="*/ 1472755 h 3658174"/>
              <a:gd name="connsiteX3773" fmla="*/ 5642809 w 6514506"/>
              <a:gd name="connsiteY3773" fmla="*/ 1470659 h 3658174"/>
              <a:gd name="connsiteX3774" fmla="*/ 5736915 w 6514506"/>
              <a:gd name="connsiteY3774" fmla="*/ 1462944 h 3658174"/>
              <a:gd name="connsiteX3775" fmla="*/ 5742345 w 6514506"/>
              <a:gd name="connsiteY3775" fmla="*/ 1463801 h 3658174"/>
              <a:gd name="connsiteX3776" fmla="*/ 5745297 w 6514506"/>
              <a:gd name="connsiteY3776" fmla="*/ 1465611 h 3658174"/>
              <a:gd name="connsiteX3777" fmla="*/ 5737487 w 6514506"/>
              <a:gd name="connsiteY3777" fmla="*/ 1467707 h 3658174"/>
              <a:gd name="connsiteX3778" fmla="*/ 5736915 w 6514506"/>
              <a:gd name="connsiteY3778" fmla="*/ 1462944 h 3658174"/>
              <a:gd name="connsiteX3779" fmla="*/ 5580992 w 6514506"/>
              <a:gd name="connsiteY3779" fmla="*/ 1461611 h 3658174"/>
              <a:gd name="connsiteX3780" fmla="*/ 5586135 w 6514506"/>
              <a:gd name="connsiteY3780" fmla="*/ 1464278 h 3658174"/>
              <a:gd name="connsiteX3781" fmla="*/ 5589754 w 6514506"/>
              <a:gd name="connsiteY3781" fmla="*/ 1464278 h 3658174"/>
              <a:gd name="connsiteX3782" fmla="*/ 5591279 w 6514506"/>
              <a:gd name="connsiteY3782" fmla="*/ 1465516 h 3658174"/>
              <a:gd name="connsiteX3783" fmla="*/ 5597280 w 6514506"/>
              <a:gd name="connsiteY3783" fmla="*/ 1462182 h 3658174"/>
              <a:gd name="connsiteX3784" fmla="*/ 5599946 w 6514506"/>
              <a:gd name="connsiteY3784" fmla="*/ 1464278 h 3658174"/>
              <a:gd name="connsiteX3785" fmla="*/ 5604137 w 6514506"/>
              <a:gd name="connsiteY3785" fmla="*/ 1463706 h 3658174"/>
              <a:gd name="connsiteX3786" fmla="*/ 5610138 w 6514506"/>
              <a:gd name="connsiteY3786" fmla="*/ 1465802 h 3658174"/>
              <a:gd name="connsiteX3787" fmla="*/ 5615853 w 6514506"/>
              <a:gd name="connsiteY3787" fmla="*/ 1468183 h 3658174"/>
              <a:gd name="connsiteX3788" fmla="*/ 5620044 w 6514506"/>
              <a:gd name="connsiteY3788" fmla="*/ 1466373 h 3658174"/>
              <a:gd name="connsiteX3789" fmla="*/ 5623663 w 6514506"/>
              <a:gd name="connsiteY3789" fmla="*/ 1466659 h 3658174"/>
              <a:gd name="connsiteX3790" fmla="*/ 5625188 w 6514506"/>
              <a:gd name="connsiteY3790" fmla="*/ 1469993 h 3658174"/>
              <a:gd name="connsiteX3791" fmla="*/ 5629950 w 6514506"/>
              <a:gd name="connsiteY3791" fmla="*/ 1474469 h 3658174"/>
              <a:gd name="connsiteX3792" fmla="*/ 5638046 w 6514506"/>
              <a:gd name="connsiteY3792" fmla="*/ 1476851 h 3658174"/>
              <a:gd name="connsiteX3793" fmla="*/ 5650334 w 6514506"/>
              <a:gd name="connsiteY3793" fmla="*/ 1481994 h 3658174"/>
              <a:gd name="connsiteX3794" fmla="*/ 5660526 w 6514506"/>
              <a:gd name="connsiteY3794" fmla="*/ 1489519 h 3658174"/>
              <a:gd name="connsiteX3795" fmla="*/ 5666241 w 6514506"/>
              <a:gd name="connsiteY3795" fmla="*/ 1491329 h 3658174"/>
              <a:gd name="connsiteX3796" fmla="*/ 5670432 w 6514506"/>
              <a:gd name="connsiteY3796" fmla="*/ 1491043 h 3658174"/>
              <a:gd name="connsiteX3797" fmla="*/ 5670146 w 6514506"/>
              <a:gd name="connsiteY3797" fmla="*/ 1494377 h 3658174"/>
              <a:gd name="connsiteX3798" fmla="*/ 5671955 w 6514506"/>
              <a:gd name="connsiteY3798" fmla="*/ 1497996 h 3658174"/>
              <a:gd name="connsiteX3799" fmla="*/ 5676146 w 6514506"/>
              <a:gd name="connsiteY3799" fmla="*/ 1496472 h 3658174"/>
              <a:gd name="connsiteX3800" fmla="*/ 5680623 w 6514506"/>
              <a:gd name="connsiteY3800" fmla="*/ 1499425 h 3658174"/>
              <a:gd name="connsiteX3801" fmla="*/ 5684814 w 6514506"/>
              <a:gd name="connsiteY3801" fmla="*/ 1499711 h 3658174"/>
              <a:gd name="connsiteX3802" fmla="*/ 5687481 w 6514506"/>
              <a:gd name="connsiteY3802" fmla="*/ 1502759 h 3658174"/>
              <a:gd name="connsiteX3803" fmla="*/ 5689577 w 6514506"/>
              <a:gd name="connsiteY3803" fmla="*/ 1504568 h 3658174"/>
              <a:gd name="connsiteX3804" fmla="*/ 5691387 w 6514506"/>
              <a:gd name="connsiteY3804" fmla="*/ 1500949 h 3658174"/>
              <a:gd name="connsiteX3805" fmla="*/ 5696816 w 6514506"/>
              <a:gd name="connsiteY3805" fmla="*/ 1504282 h 3658174"/>
              <a:gd name="connsiteX3806" fmla="*/ 5702531 w 6514506"/>
              <a:gd name="connsiteY3806" fmla="*/ 1507902 h 3658174"/>
              <a:gd name="connsiteX3807" fmla="*/ 5708532 w 6514506"/>
              <a:gd name="connsiteY3807" fmla="*/ 1510283 h 3658174"/>
              <a:gd name="connsiteX3808" fmla="*/ 5707293 w 6514506"/>
              <a:gd name="connsiteY3808" fmla="*/ 1513236 h 3658174"/>
              <a:gd name="connsiteX3809" fmla="*/ 5710913 w 6514506"/>
              <a:gd name="connsiteY3809" fmla="*/ 1516570 h 3658174"/>
              <a:gd name="connsiteX3810" fmla="*/ 5714246 w 6514506"/>
              <a:gd name="connsiteY3810" fmla="*/ 1514760 h 3658174"/>
              <a:gd name="connsiteX3811" fmla="*/ 5722057 w 6514506"/>
              <a:gd name="connsiteY3811" fmla="*/ 1516856 h 3658174"/>
              <a:gd name="connsiteX3812" fmla="*/ 5728629 w 6514506"/>
              <a:gd name="connsiteY3812" fmla="*/ 1523999 h 3658174"/>
              <a:gd name="connsiteX3813" fmla="*/ 5737963 w 6514506"/>
              <a:gd name="connsiteY3813" fmla="*/ 1526666 h 3658174"/>
              <a:gd name="connsiteX3814" fmla="*/ 5740631 w 6514506"/>
              <a:gd name="connsiteY3814" fmla="*/ 1531810 h 3658174"/>
              <a:gd name="connsiteX3815" fmla="*/ 5736154 w 6514506"/>
              <a:gd name="connsiteY3815" fmla="*/ 1535144 h 3658174"/>
              <a:gd name="connsiteX3816" fmla="*/ 5727772 w 6514506"/>
              <a:gd name="connsiteY3816" fmla="*/ 1540573 h 3658174"/>
              <a:gd name="connsiteX3817" fmla="*/ 5724724 w 6514506"/>
              <a:gd name="connsiteY3817" fmla="*/ 1538477 h 3658174"/>
              <a:gd name="connsiteX3818" fmla="*/ 5722914 w 6514506"/>
              <a:gd name="connsiteY3818" fmla="*/ 1535810 h 3658174"/>
              <a:gd name="connsiteX3819" fmla="*/ 5721390 w 6514506"/>
              <a:gd name="connsiteY3819" fmla="*/ 1539715 h 3658174"/>
              <a:gd name="connsiteX3820" fmla="*/ 5713294 w 6514506"/>
              <a:gd name="connsiteY3820" fmla="*/ 1540287 h 3658174"/>
              <a:gd name="connsiteX3821" fmla="*/ 5710913 w 6514506"/>
              <a:gd name="connsiteY3821" fmla="*/ 1539715 h 3658174"/>
              <a:gd name="connsiteX3822" fmla="*/ 5704341 w 6514506"/>
              <a:gd name="connsiteY3822" fmla="*/ 1543335 h 3658174"/>
              <a:gd name="connsiteX3823" fmla="*/ 5681862 w 6514506"/>
              <a:gd name="connsiteY3823" fmla="*/ 1546002 h 3658174"/>
              <a:gd name="connsiteX3824" fmla="*/ 5681290 w 6514506"/>
              <a:gd name="connsiteY3824" fmla="*/ 1539715 h 3658174"/>
              <a:gd name="connsiteX3825" fmla="*/ 5685481 w 6514506"/>
              <a:gd name="connsiteY3825" fmla="*/ 1537334 h 3658174"/>
              <a:gd name="connsiteX3826" fmla="*/ 5687862 w 6514506"/>
              <a:gd name="connsiteY3826" fmla="*/ 1532857 h 3658174"/>
              <a:gd name="connsiteX3827" fmla="*/ 5687005 w 6514506"/>
              <a:gd name="connsiteY3827" fmla="*/ 1528952 h 3658174"/>
              <a:gd name="connsiteX3828" fmla="*/ 5684624 w 6514506"/>
              <a:gd name="connsiteY3828" fmla="*/ 1523904 h 3658174"/>
              <a:gd name="connsiteX3829" fmla="*/ 5675003 w 6514506"/>
              <a:gd name="connsiteY3829" fmla="*/ 1520285 h 3658174"/>
              <a:gd name="connsiteX3830" fmla="*/ 5665383 w 6514506"/>
              <a:gd name="connsiteY3830" fmla="*/ 1517903 h 3658174"/>
              <a:gd name="connsiteX3831" fmla="*/ 5659382 w 6514506"/>
              <a:gd name="connsiteY3831" fmla="*/ 1508950 h 3658174"/>
              <a:gd name="connsiteX3832" fmla="*/ 5653667 w 6514506"/>
              <a:gd name="connsiteY3832" fmla="*/ 1502663 h 3658174"/>
              <a:gd name="connsiteX3833" fmla="*/ 5650048 w 6514506"/>
              <a:gd name="connsiteY3833" fmla="*/ 1501806 h 3658174"/>
              <a:gd name="connsiteX3834" fmla="*/ 5641666 w 6514506"/>
              <a:gd name="connsiteY3834" fmla="*/ 1502092 h 3658174"/>
              <a:gd name="connsiteX3835" fmla="*/ 5634522 w 6514506"/>
              <a:gd name="connsiteY3835" fmla="*/ 1499425 h 3658174"/>
              <a:gd name="connsiteX3836" fmla="*/ 5629379 w 6514506"/>
              <a:gd name="connsiteY3836" fmla="*/ 1498853 h 3658174"/>
              <a:gd name="connsiteX3837" fmla="*/ 5623092 w 6514506"/>
              <a:gd name="connsiteY3837" fmla="*/ 1496186 h 3658174"/>
              <a:gd name="connsiteX3838" fmla="*/ 5617377 w 6514506"/>
              <a:gd name="connsiteY3838" fmla="*/ 1489900 h 3658174"/>
              <a:gd name="connsiteX3839" fmla="*/ 5613186 w 6514506"/>
              <a:gd name="connsiteY3839" fmla="*/ 1485137 h 3658174"/>
              <a:gd name="connsiteX3840" fmla="*/ 5613472 w 6514506"/>
              <a:gd name="connsiteY3840" fmla="*/ 1489328 h 3658174"/>
              <a:gd name="connsiteX3841" fmla="*/ 5608710 w 6514506"/>
              <a:gd name="connsiteY3841" fmla="*/ 1491424 h 3658174"/>
              <a:gd name="connsiteX3842" fmla="*/ 5602137 w 6514506"/>
              <a:gd name="connsiteY3842" fmla="*/ 1487233 h 3658174"/>
              <a:gd name="connsiteX3843" fmla="*/ 5598803 w 6514506"/>
              <a:gd name="connsiteY3843" fmla="*/ 1488090 h 3658174"/>
              <a:gd name="connsiteX3844" fmla="*/ 5596708 w 6514506"/>
              <a:gd name="connsiteY3844" fmla="*/ 1489900 h 3658174"/>
              <a:gd name="connsiteX3845" fmla="*/ 5591660 w 6514506"/>
              <a:gd name="connsiteY3845" fmla="*/ 1487804 h 3658174"/>
              <a:gd name="connsiteX3846" fmla="*/ 5586516 w 6514506"/>
              <a:gd name="connsiteY3846" fmla="*/ 1486280 h 3658174"/>
              <a:gd name="connsiteX3847" fmla="*/ 5582611 w 6514506"/>
              <a:gd name="connsiteY3847" fmla="*/ 1482661 h 3658174"/>
              <a:gd name="connsiteX3848" fmla="*/ 5589469 w 6514506"/>
              <a:gd name="connsiteY3848" fmla="*/ 1482089 h 3658174"/>
              <a:gd name="connsiteX3849" fmla="*/ 5585563 w 6514506"/>
              <a:gd name="connsiteY3849" fmla="*/ 1476660 h 3658174"/>
              <a:gd name="connsiteX3850" fmla="*/ 5574134 w 6514506"/>
              <a:gd name="connsiteY3850" fmla="*/ 1478470 h 3658174"/>
              <a:gd name="connsiteX3851" fmla="*/ 5566609 w 6514506"/>
              <a:gd name="connsiteY3851" fmla="*/ 1486852 h 3658174"/>
              <a:gd name="connsiteX3852" fmla="*/ 5564228 w 6514506"/>
              <a:gd name="connsiteY3852" fmla="*/ 1492853 h 3658174"/>
              <a:gd name="connsiteX3853" fmla="*/ 5558227 w 6514506"/>
              <a:gd name="connsiteY3853" fmla="*/ 1494377 h 3658174"/>
              <a:gd name="connsiteX3854" fmla="*/ 5556417 w 6514506"/>
              <a:gd name="connsiteY3854" fmla="*/ 1501520 h 3658174"/>
              <a:gd name="connsiteX3855" fmla="*/ 5551941 w 6514506"/>
              <a:gd name="connsiteY3855" fmla="*/ 1506664 h 3658174"/>
              <a:gd name="connsiteX3856" fmla="*/ 5548988 w 6514506"/>
              <a:gd name="connsiteY3856" fmla="*/ 1506950 h 3658174"/>
              <a:gd name="connsiteX3857" fmla="*/ 5546892 w 6514506"/>
              <a:gd name="connsiteY3857" fmla="*/ 1504854 h 3658174"/>
              <a:gd name="connsiteX3858" fmla="*/ 5541177 w 6514506"/>
              <a:gd name="connsiteY3858" fmla="*/ 1506950 h 3658174"/>
              <a:gd name="connsiteX3859" fmla="*/ 5539082 w 6514506"/>
              <a:gd name="connsiteY3859" fmla="*/ 1504568 h 3658174"/>
              <a:gd name="connsiteX3860" fmla="*/ 5542035 w 6514506"/>
              <a:gd name="connsiteY3860" fmla="*/ 1501044 h 3658174"/>
              <a:gd name="connsiteX3861" fmla="*/ 5547178 w 6514506"/>
              <a:gd name="connsiteY3861" fmla="*/ 1498663 h 3658174"/>
              <a:gd name="connsiteX3862" fmla="*/ 5547749 w 6514506"/>
              <a:gd name="connsiteY3862" fmla="*/ 1495710 h 3658174"/>
              <a:gd name="connsiteX3863" fmla="*/ 5545654 w 6514506"/>
              <a:gd name="connsiteY3863" fmla="*/ 1489995 h 3658174"/>
              <a:gd name="connsiteX3864" fmla="*/ 5548607 w 6514506"/>
              <a:gd name="connsiteY3864" fmla="*/ 1483423 h 3658174"/>
              <a:gd name="connsiteX3865" fmla="*/ 5557846 w 6514506"/>
              <a:gd name="connsiteY3865" fmla="*/ 1474755 h 3658174"/>
              <a:gd name="connsiteX3866" fmla="*/ 5561179 w 6514506"/>
              <a:gd name="connsiteY3866" fmla="*/ 1472088 h 3658174"/>
              <a:gd name="connsiteX3867" fmla="*/ 5566895 w 6514506"/>
              <a:gd name="connsiteY3867" fmla="*/ 1468469 h 3658174"/>
              <a:gd name="connsiteX3868" fmla="*/ 5580992 w 6514506"/>
              <a:gd name="connsiteY3868" fmla="*/ 1461611 h 3658174"/>
              <a:gd name="connsiteX3869" fmla="*/ 5722533 w 6514506"/>
              <a:gd name="connsiteY3869" fmla="*/ 1459896 h 3658174"/>
              <a:gd name="connsiteX3870" fmla="*/ 5725486 w 6514506"/>
              <a:gd name="connsiteY3870" fmla="*/ 1463516 h 3658174"/>
              <a:gd name="connsiteX3871" fmla="*/ 5721867 w 6514506"/>
              <a:gd name="connsiteY3871" fmla="*/ 1470755 h 3658174"/>
              <a:gd name="connsiteX3872" fmla="*/ 5720057 w 6514506"/>
              <a:gd name="connsiteY3872" fmla="*/ 1469231 h 3658174"/>
              <a:gd name="connsiteX3873" fmla="*/ 5719200 w 6514506"/>
              <a:gd name="connsiteY3873" fmla="*/ 1464468 h 3658174"/>
              <a:gd name="connsiteX3874" fmla="*/ 5718628 w 6514506"/>
              <a:gd name="connsiteY3874" fmla="*/ 1461135 h 3658174"/>
              <a:gd name="connsiteX3875" fmla="*/ 5722533 w 6514506"/>
              <a:gd name="connsiteY3875" fmla="*/ 1459896 h 3658174"/>
              <a:gd name="connsiteX3876" fmla="*/ 198129 w 6514506"/>
              <a:gd name="connsiteY3876" fmla="*/ 1458944 h 3658174"/>
              <a:gd name="connsiteX3877" fmla="*/ 198105 w 6514506"/>
              <a:gd name="connsiteY3877" fmla="*/ 1458949 h 3658174"/>
              <a:gd name="connsiteX3878" fmla="*/ 198416 w 6514506"/>
              <a:gd name="connsiteY3878" fmla="*/ 1458971 h 3658174"/>
              <a:gd name="connsiteX3879" fmla="*/ 1378956 w 6514506"/>
              <a:gd name="connsiteY3879" fmla="*/ 1450062 h 3658174"/>
              <a:gd name="connsiteX3880" fmla="*/ 1379419 w 6514506"/>
              <a:gd name="connsiteY3880" fmla="*/ 1454277 h 3658174"/>
              <a:gd name="connsiteX3881" fmla="*/ 1376276 w 6514506"/>
              <a:gd name="connsiteY3881" fmla="*/ 1451991 h 3658174"/>
              <a:gd name="connsiteX3882" fmla="*/ 1378956 w 6514506"/>
              <a:gd name="connsiteY3882" fmla="*/ 1450062 h 3658174"/>
              <a:gd name="connsiteX3883" fmla="*/ 1479241 w 6514506"/>
              <a:gd name="connsiteY3883" fmla="*/ 1440656 h 3658174"/>
              <a:gd name="connsiteX3884" fmla="*/ 1479527 w 6514506"/>
              <a:gd name="connsiteY3884" fmla="*/ 1444561 h 3658174"/>
              <a:gd name="connsiteX3885" fmla="*/ 1467621 w 6514506"/>
              <a:gd name="connsiteY3885" fmla="*/ 1447609 h 3658174"/>
              <a:gd name="connsiteX3886" fmla="*/ 1465525 w 6514506"/>
              <a:gd name="connsiteY3886" fmla="*/ 1445514 h 3658174"/>
              <a:gd name="connsiteX3887" fmla="*/ 1474479 w 6514506"/>
              <a:gd name="connsiteY3887" fmla="*/ 1442180 h 3658174"/>
              <a:gd name="connsiteX3888" fmla="*/ 1479241 w 6514506"/>
              <a:gd name="connsiteY3888" fmla="*/ 1440656 h 3658174"/>
              <a:gd name="connsiteX3889" fmla="*/ 5686243 w 6514506"/>
              <a:gd name="connsiteY3889" fmla="*/ 1438560 h 3658174"/>
              <a:gd name="connsiteX3890" fmla="*/ 5694340 w 6514506"/>
              <a:gd name="connsiteY3890" fmla="*/ 1448752 h 3658174"/>
              <a:gd name="connsiteX3891" fmla="*/ 5699769 w 6514506"/>
              <a:gd name="connsiteY3891" fmla="*/ 1455324 h 3658174"/>
              <a:gd name="connsiteX3892" fmla="*/ 5705198 w 6514506"/>
              <a:gd name="connsiteY3892" fmla="*/ 1457705 h 3658174"/>
              <a:gd name="connsiteX3893" fmla="*/ 5696530 w 6514506"/>
              <a:gd name="connsiteY3893" fmla="*/ 1456181 h 3658174"/>
              <a:gd name="connsiteX3894" fmla="*/ 5691101 w 6514506"/>
              <a:gd name="connsiteY3894" fmla="*/ 1452848 h 3658174"/>
              <a:gd name="connsiteX3895" fmla="*/ 5691672 w 6514506"/>
              <a:gd name="connsiteY3895" fmla="*/ 1447132 h 3658174"/>
              <a:gd name="connsiteX3896" fmla="*/ 5686814 w 6514506"/>
              <a:gd name="connsiteY3896" fmla="*/ 1441894 h 3658174"/>
              <a:gd name="connsiteX3897" fmla="*/ 5686243 w 6514506"/>
              <a:gd name="connsiteY3897" fmla="*/ 1438560 h 3658174"/>
              <a:gd name="connsiteX3898" fmla="*/ 5673670 w 6514506"/>
              <a:gd name="connsiteY3898" fmla="*/ 1435608 h 3658174"/>
              <a:gd name="connsiteX3899" fmla="*/ 5679957 w 6514506"/>
              <a:gd name="connsiteY3899" fmla="*/ 1440085 h 3658174"/>
              <a:gd name="connsiteX3900" fmla="*/ 5674528 w 6514506"/>
              <a:gd name="connsiteY3900" fmla="*/ 1440371 h 3658174"/>
              <a:gd name="connsiteX3901" fmla="*/ 5673670 w 6514506"/>
              <a:gd name="connsiteY3901" fmla="*/ 1435608 h 3658174"/>
              <a:gd name="connsiteX3902" fmla="*/ 2688059 w 6514506"/>
              <a:gd name="connsiteY3902" fmla="*/ 1433702 h 3658174"/>
              <a:gd name="connsiteX3903" fmla="*/ 2694917 w 6514506"/>
              <a:gd name="connsiteY3903" fmla="*/ 1435512 h 3658174"/>
              <a:gd name="connsiteX3904" fmla="*/ 2688059 w 6514506"/>
              <a:gd name="connsiteY3904" fmla="*/ 1433702 h 3658174"/>
              <a:gd name="connsiteX3905" fmla="*/ 2848079 w 6514506"/>
              <a:gd name="connsiteY3905" fmla="*/ 1432560 h 3658174"/>
              <a:gd name="connsiteX3906" fmla="*/ 2853222 w 6514506"/>
              <a:gd name="connsiteY3906" fmla="*/ 1433417 h 3658174"/>
              <a:gd name="connsiteX3907" fmla="*/ 2849317 w 6514506"/>
              <a:gd name="connsiteY3907" fmla="*/ 1434941 h 3658174"/>
              <a:gd name="connsiteX3908" fmla="*/ 2848079 w 6514506"/>
              <a:gd name="connsiteY3908" fmla="*/ 1432560 h 3658174"/>
              <a:gd name="connsiteX3909" fmla="*/ 5697006 w 6514506"/>
              <a:gd name="connsiteY3909" fmla="*/ 1432369 h 3658174"/>
              <a:gd name="connsiteX3910" fmla="*/ 5700340 w 6514506"/>
              <a:gd name="connsiteY3910" fmla="*/ 1434750 h 3658174"/>
              <a:gd name="connsiteX3911" fmla="*/ 5694053 w 6514506"/>
              <a:gd name="connsiteY3911" fmla="*/ 1434750 h 3658174"/>
              <a:gd name="connsiteX3912" fmla="*/ 5645035 w 6514506"/>
              <a:gd name="connsiteY3912" fmla="*/ 1426261 h 3658174"/>
              <a:gd name="connsiteX3913" fmla="*/ 5647857 w 6514506"/>
              <a:gd name="connsiteY3913" fmla="*/ 1430274 h 3658174"/>
              <a:gd name="connsiteX3914" fmla="*/ 5648429 w 6514506"/>
              <a:gd name="connsiteY3914" fmla="*/ 1437418 h 3658174"/>
              <a:gd name="connsiteX3915" fmla="*/ 5642523 w 6514506"/>
              <a:gd name="connsiteY3915" fmla="*/ 1433893 h 3658174"/>
              <a:gd name="connsiteX3916" fmla="*/ 5641285 w 6514506"/>
              <a:gd name="connsiteY3916" fmla="*/ 1427607 h 3658174"/>
              <a:gd name="connsiteX3917" fmla="*/ 5645035 w 6514506"/>
              <a:gd name="connsiteY3917" fmla="*/ 1426261 h 3658174"/>
              <a:gd name="connsiteX3918" fmla="*/ 2859413 w 6514506"/>
              <a:gd name="connsiteY3918" fmla="*/ 1422558 h 3658174"/>
              <a:gd name="connsiteX3919" fmla="*/ 2856461 w 6514506"/>
              <a:gd name="connsiteY3919" fmla="*/ 1430940 h 3658174"/>
              <a:gd name="connsiteX3920" fmla="*/ 2859413 w 6514506"/>
              <a:gd name="connsiteY3920" fmla="*/ 1422558 h 3658174"/>
              <a:gd name="connsiteX3921" fmla="*/ 5699483 w 6514506"/>
              <a:gd name="connsiteY3921" fmla="*/ 1421225 h 3658174"/>
              <a:gd name="connsiteX3922" fmla="*/ 5701579 w 6514506"/>
              <a:gd name="connsiteY3922" fmla="*/ 1424559 h 3658174"/>
              <a:gd name="connsiteX3923" fmla="*/ 5699198 w 6514506"/>
              <a:gd name="connsiteY3923" fmla="*/ 1426940 h 3658174"/>
              <a:gd name="connsiteX3924" fmla="*/ 5699483 w 6514506"/>
              <a:gd name="connsiteY3924" fmla="*/ 1421225 h 3658174"/>
              <a:gd name="connsiteX3925" fmla="*/ 5674241 w 6514506"/>
              <a:gd name="connsiteY3925" fmla="*/ 1411986 h 3658174"/>
              <a:gd name="connsiteX3926" fmla="*/ 5682338 w 6514506"/>
              <a:gd name="connsiteY3926" fmla="*/ 1423035 h 3658174"/>
              <a:gd name="connsiteX3927" fmla="*/ 5682338 w 6514506"/>
              <a:gd name="connsiteY3927" fmla="*/ 1426940 h 3658174"/>
              <a:gd name="connsiteX3928" fmla="*/ 5676051 w 6514506"/>
              <a:gd name="connsiteY3928" fmla="*/ 1424845 h 3658174"/>
              <a:gd name="connsiteX3929" fmla="*/ 5679385 w 6514506"/>
              <a:gd name="connsiteY3929" fmla="*/ 1422463 h 3658174"/>
              <a:gd name="connsiteX3930" fmla="*/ 5672432 w 6514506"/>
              <a:gd name="connsiteY3930" fmla="*/ 1414653 h 3658174"/>
              <a:gd name="connsiteX3931" fmla="*/ 5674241 w 6514506"/>
              <a:gd name="connsiteY3931" fmla="*/ 1411986 h 3658174"/>
              <a:gd name="connsiteX3932" fmla="*/ 5624521 w 6514506"/>
              <a:gd name="connsiteY3932" fmla="*/ 1401223 h 3658174"/>
              <a:gd name="connsiteX3933" fmla="*/ 5633474 w 6514506"/>
              <a:gd name="connsiteY3933" fmla="*/ 1405699 h 3658174"/>
              <a:gd name="connsiteX3934" fmla="*/ 5642142 w 6514506"/>
              <a:gd name="connsiteY3934" fmla="*/ 1415320 h 3658174"/>
              <a:gd name="connsiteX3935" fmla="*/ 5638237 w 6514506"/>
              <a:gd name="connsiteY3935" fmla="*/ 1422463 h 3658174"/>
              <a:gd name="connsiteX3936" fmla="*/ 5632522 w 6514506"/>
              <a:gd name="connsiteY3936" fmla="*/ 1420939 h 3658174"/>
              <a:gd name="connsiteX3937" fmla="*/ 5626521 w 6514506"/>
              <a:gd name="connsiteY3937" fmla="*/ 1418844 h 3658174"/>
              <a:gd name="connsiteX3938" fmla="*/ 5626807 w 6514506"/>
              <a:gd name="connsiteY3938" fmla="*/ 1413129 h 3658174"/>
              <a:gd name="connsiteX3939" fmla="*/ 5623949 w 6514506"/>
              <a:gd name="connsiteY3939" fmla="*/ 1405699 h 3658174"/>
              <a:gd name="connsiteX3940" fmla="*/ 5624521 w 6514506"/>
              <a:gd name="connsiteY3940" fmla="*/ 1401223 h 3658174"/>
              <a:gd name="connsiteX3941" fmla="*/ 5657239 w 6514506"/>
              <a:gd name="connsiteY3941" fmla="*/ 1397805 h 3658174"/>
              <a:gd name="connsiteX3942" fmla="*/ 5659287 w 6514506"/>
              <a:gd name="connsiteY3942" fmla="*/ 1399984 h 3658174"/>
              <a:gd name="connsiteX3943" fmla="*/ 5660811 w 6514506"/>
              <a:gd name="connsiteY3943" fmla="*/ 1408366 h 3658174"/>
              <a:gd name="connsiteX3944" fmla="*/ 5656334 w 6514506"/>
              <a:gd name="connsiteY3944" fmla="*/ 1406271 h 3658174"/>
              <a:gd name="connsiteX3945" fmla="*/ 5656334 w 6514506"/>
              <a:gd name="connsiteY3945" fmla="*/ 1404175 h 3658174"/>
              <a:gd name="connsiteX3946" fmla="*/ 5657191 w 6514506"/>
              <a:gd name="connsiteY3946" fmla="*/ 1399413 h 3658174"/>
              <a:gd name="connsiteX3947" fmla="*/ 5657239 w 6514506"/>
              <a:gd name="connsiteY3947" fmla="*/ 1397805 h 3658174"/>
              <a:gd name="connsiteX3948" fmla="*/ 2678511 w 6514506"/>
              <a:gd name="connsiteY3948" fmla="*/ 1396317 h 3658174"/>
              <a:gd name="connsiteX3949" fmla="*/ 2682916 w 6514506"/>
              <a:gd name="connsiteY3949" fmla="*/ 1397127 h 3658174"/>
              <a:gd name="connsiteX3950" fmla="*/ 2687106 w 6514506"/>
              <a:gd name="connsiteY3950" fmla="*/ 1400079 h 3658174"/>
              <a:gd name="connsiteX3951" fmla="*/ 2680249 w 6514506"/>
              <a:gd name="connsiteY3951" fmla="*/ 1398936 h 3658174"/>
              <a:gd name="connsiteX3952" fmla="*/ 2678511 w 6514506"/>
              <a:gd name="connsiteY3952" fmla="*/ 1396317 h 3658174"/>
              <a:gd name="connsiteX3953" fmla="*/ 4958604 w 6514506"/>
              <a:gd name="connsiteY3953" fmla="*/ 1389387 h 3658174"/>
              <a:gd name="connsiteX3954" fmla="*/ 4960438 w 6514506"/>
              <a:gd name="connsiteY3954" fmla="*/ 1390459 h 3658174"/>
              <a:gd name="connsiteX3955" fmla="*/ 4961009 w 6514506"/>
              <a:gd name="connsiteY3955" fmla="*/ 1395888 h 3658174"/>
              <a:gd name="connsiteX3956" fmla="*/ 4958913 w 6514506"/>
              <a:gd name="connsiteY3956" fmla="*/ 1394650 h 3658174"/>
              <a:gd name="connsiteX3957" fmla="*/ 4958342 w 6514506"/>
              <a:gd name="connsiteY3957" fmla="*/ 1391030 h 3658174"/>
              <a:gd name="connsiteX3958" fmla="*/ 4958604 w 6514506"/>
              <a:gd name="connsiteY3958" fmla="*/ 1389387 h 3658174"/>
              <a:gd name="connsiteX3959" fmla="*/ 1681086 w 6514506"/>
              <a:gd name="connsiteY3959" fmla="*/ 1384021 h 3658174"/>
              <a:gd name="connsiteX3960" fmla="*/ 1678028 w 6514506"/>
              <a:gd name="connsiteY3960" fmla="*/ 1386649 h 3658174"/>
              <a:gd name="connsiteX3961" fmla="*/ 1660311 w 6514506"/>
              <a:gd name="connsiteY3961" fmla="*/ 1386934 h 3658174"/>
              <a:gd name="connsiteX3962" fmla="*/ 1636594 w 6514506"/>
              <a:gd name="connsiteY3962" fmla="*/ 1389316 h 3658174"/>
              <a:gd name="connsiteX3963" fmla="*/ 1623042 w 6514506"/>
              <a:gd name="connsiteY3963" fmla="*/ 1388718 h 3658174"/>
              <a:gd name="connsiteX3964" fmla="*/ 1623037 w 6514506"/>
              <a:gd name="connsiteY3964" fmla="*/ 1388912 h 3658174"/>
              <a:gd name="connsiteX3965" fmla="*/ 1636499 w 6514506"/>
              <a:gd name="connsiteY3965" fmla="*/ 1389507 h 3658174"/>
              <a:gd name="connsiteX3966" fmla="*/ 1660216 w 6514506"/>
              <a:gd name="connsiteY3966" fmla="*/ 1387125 h 3658174"/>
              <a:gd name="connsiteX3967" fmla="*/ 1677933 w 6514506"/>
              <a:gd name="connsiteY3967" fmla="*/ 1386840 h 3658174"/>
              <a:gd name="connsiteX3968" fmla="*/ 1681064 w 6514506"/>
              <a:gd name="connsiteY3968" fmla="*/ 1384149 h 3658174"/>
              <a:gd name="connsiteX3969" fmla="*/ 5641512 w 6514506"/>
              <a:gd name="connsiteY3969" fmla="*/ 1383815 h 3658174"/>
              <a:gd name="connsiteX3970" fmla="*/ 5643952 w 6514506"/>
              <a:gd name="connsiteY3970" fmla="*/ 1384172 h 3658174"/>
              <a:gd name="connsiteX3971" fmla="*/ 5646905 w 6514506"/>
              <a:gd name="connsiteY3971" fmla="*/ 1388078 h 3658174"/>
              <a:gd name="connsiteX3972" fmla="*/ 5642142 w 6514506"/>
              <a:gd name="connsiteY3972" fmla="*/ 1388363 h 3658174"/>
              <a:gd name="connsiteX3973" fmla="*/ 5641286 w 6514506"/>
              <a:gd name="connsiteY3973" fmla="*/ 1385030 h 3658174"/>
              <a:gd name="connsiteX3974" fmla="*/ 5641512 w 6514506"/>
              <a:gd name="connsiteY3974" fmla="*/ 1383815 h 3658174"/>
              <a:gd name="connsiteX3975" fmla="*/ 2822837 w 6514506"/>
              <a:gd name="connsiteY3975" fmla="*/ 1378838 h 3658174"/>
              <a:gd name="connsiteX3976" fmla="*/ 2821313 w 6514506"/>
              <a:gd name="connsiteY3976" fmla="*/ 1383029 h 3658174"/>
              <a:gd name="connsiteX3977" fmla="*/ 2822837 w 6514506"/>
              <a:gd name="connsiteY3977" fmla="*/ 1378838 h 3658174"/>
              <a:gd name="connsiteX3978" fmla="*/ 4900062 w 6514506"/>
              <a:gd name="connsiteY3978" fmla="*/ 1376541 h 3658174"/>
              <a:gd name="connsiteX3979" fmla="*/ 4902336 w 6514506"/>
              <a:gd name="connsiteY3979" fmla="*/ 1378648 h 3658174"/>
              <a:gd name="connsiteX3980" fmla="*/ 4900812 w 6514506"/>
              <a:gd name="connsiteY3980" fmla="*/ 1381601 h 3658174"/>
              <a:gd name="connsiteX3981" fmla="*/ 4898716 w 6514506"/>
              <a:gd name="connsiteY3981" fmla="*/ 1377791 h 3658174"/>
              <a:gd name="connsiteX3982" fmla="*/ 4900062 w 6514506"/>
              <a:gd name="connsiteY3982" fmla="*/ 1376541 h 3658174"/>
              <a:gd name="connsiteX3983" fmla="*/ 430370 w 6514506"/>
              <a:gd name="connsiteY3983" fmla="*/ 1375087 h 3658174"/>
              <a:gd name="connsiteX3984" fmla="*/ 436254 w 6514506"/>
              <a:gd name="connsiteY3984" fmla="*/ 1388268 h 3658174"/>
              <a:gd name="connsiteX3985" fmla="*/ 471877 w 6514506"/>
              <a:gd name="connsiteY3985" fmla="*/ 1478470 h 3658174"/>
              <a:gd name="connsiteX3986" fmla="*/ 480831 w 6514506"/>
              <a:gd name="connsiteY3986" fmla="*/ 1502473 h 3658174"/>
              <a:gd name="connsiteX3987" fmla="*/ 483784 w 6514506"/>
              <a:gd name="connsiteY3987" fmla="*/ 1512664 h 3658174"/>
              <a:gd name="connsiteX3988" fmla="*/ 487404 w 6514506"/>
              <a:gd name="connsiteY3988" fmla="*/ 1524380 h 3658174"/>
              <a:gd name="connsiteX3989" fmla="*/ 497882 w 6514506"/>
              <a:gd name="connsiteY3989" fmla="*/ 1531238 h 3658174"/>
              <a:gd name="connsiteX3990" fmla="*/ 503881 w 6514506"/>
              <a:gd name="connsiteY3990" fmla="*/ 1547431 h 3658174"/>
              <a:gd name="connsiteX3991" fmla="*/ 500262 w 6514506"/>
              <a:gd name="connsiteY3991" fmla="*/ 1562385 h 3658174"/>
              <a:gd name="connsiteX3992" fmla="*/ 500644 w 6514506"/>
              <a:gd name="connsiteY3992" fmla="*/ 1562571 h 3658174"/>
              <a:gd name="connsiteX3993" fmla="*/ 504262 w 6514506"/>
              <a:gd name="connsiteY3993" fmla="*/ 1547621 h 3658174"/>
              <a:gd name="connsiteX3994" fmla="*/ 498261 w 6514506"/>
              <a:gd name="connsiteY3994" fmla="*/ 1531429 h 3658174"/>
              <a:gd name="connsiteX3995" fmla="*/ 487785 w 6514506"/>
              <a:gd name="connsiteY3995" fmla="*/ 1524571 h 3658174"/>
              <a:gd name="connsiteX3996" fmla="*/ 484165 w 6514506"/>
              <a:gd name="connsiteY3996" fmla="*/ 1512855 h 3658174"/>
              <a:gd name="connsiteX3997" fmla="*/ 481212 w 6514506"/>
              <a:gd name="connsiteY3997" fmla="*/ 1502663 h 3658174"/>
              <a:gd name="connsiteX3998" fmla="*/ 472258 w 6514506"/>
              <a:gd name="connsiteY3998" fmla="*/ 1478660 h 3658174"/>
              <a:gd name="connsiteX3999" fmla="*/ 436635 w 6514506"/>
              <a:gd name="connsiteY3999" fmla="*/ 1388458 h 3658174"/>
              <a:gd name="connsiteX4000" fmla="*/ 5629569 w 6514506"/>
              <a:gd name="connsiteY4000" fmla="*/ 1372361 h 3658174"/>
              <a:gd name="connsiteX4001" fmla="*/ 5630141 w 6514506"/>
              <a:gd name="connsiteY4001" fmla="*/ 1375981 h 3658174"/>
              <a:gd name="connsiteX4002" fmla="*/ 5625092 w 6514506"/>
              <a:gd name="connsiteY4002" fmla="*/ 1376266 h 3658174"/>
              <a:gd name="connsiteX4003" fmla="*/ 5625950 w 6514506"/>
              <a:gd name="connsiteY4003" fmla="*/ 1373599 h 3658174"/>
              <a:gd name="connsiteX4004" fmla="*/ 5629569 w 6514506"/>
              <a:gd name="connsiteY4004" fmla="*/ 1372361 h 3658174"/>
              <a:gd name="connsiteX4005" fmla="*/ 674429 w 6514506"/>
              <a:gd name="connsiteY4005" fmla="*/ 1370661 h 3658174"/>
              <a:gd name="connsiteX4006" fmla="*/ 674224 w 6514506"/>
              <a:gd name="connsiteY4006" fmla="*/ 1370837 h 3658174"/>
              <a:gd name="connsiteX4007" fmla="*/ 675332 w 6514506"/>
              <a:gd name="connsiteY4007" fmla="*/ 1379600 h 3658174"/>
              <a:gd name="connsiteX4008" fmla="*/ 675332 w 6514506"/>
              <a:gd name="connsiteY4008" fmla="*/ 1407127 h 3658174"/>
              <a:gd name="connsiteX4009" fmla="*/ 680475 w 6514506"/>
              <a:gd name="connsiteY4009" fmla="*/ 1420272 h 3658174"/>
              <a:gd name="connsiteX4010" fmla="*/ 688285 w 6514506"/>
              <a:gd name="connsiteY4010" fmla="*/ 1433416 h 3658174"/>
              <a:gd name="connsiteX4011" fmla="*/ 690667 w 6514506"/>
              <a:gd name="connsiteY4011" fmla="*/ 1450180 h 3658174"/>
              <a:gd name="connsiteX4012" fmla="*/ 621610 w 6514506"/>
              <a:gd name="connsiteY4012" fmla="*/ 1497901 h 3658174"/>
              <a:gd name="connsiteX4013" fmla="*/ 614561 w 6514506"/>
              <a:gd name="connsiteY4013" fmla="*/ 1502568 h 3658174"/>
              <a:gd name="connsiteX4014" fmla="*/ 574080 w 6514506"/>
              <a:gd name="connsiteY4014" fmla="*/ 1530476 h 3658174"/>
              <a:gd name="connsiteX4015" fmla="*/ 552459 w 6514506"/>
              <a:gd name="connsiteY4015" fmla="*/ 1552384 h 3658174"/>
              <a:gd name="connsiteX4016" fmla="*/ 536934 w 6514506"/>
              <a:gd name="connsiteY4016" fmla="*/ 1559658 h 3658174"/>
              <a:gd name="connsiteX4017" fmla="*/ 520191 w 6514506"/>
              <a:gd name="connsiteY4017" fmla="*/ 1562848 h 3658174"/>
              <a:gd name="connsiteX4018" fmla="*/ 520163 w 6514506"/>
              <a:gd name="connsiteY4018" fmla="*/ 1562917 h 3658174"/>
              <a:gd name="connsiteX4019" fmla="*/ 519397 w 6514506"/>
              <a:gd name="connsiteY4019" fmla="*/ 1563060 h 3658174"/>
              <a:gd name="connsiteX4020" fmla="*/ 517779 w 6514506"/>
              <a:gd name="connsiteY4020" fmla="*/ 1567704 h 3658174"/>
              <a:gd name="connsiteX4021" fmla="*/ 515700 w 6514506"/>
              <a:gd name="connsiteY4021" fmla="*/ 1573873 h 3658174"/>
              <a:gd name="connsiteX4022" fmla="*/ 518163 w 6514506"/>
              <a:gd name="connsiteY4022" fmla="*/ 1567760 h 3658174"/>
              <a:gd name="connsiteX4023" fmla="*/ 520163 w 6514506"/>
              <a:gd name="connsiteY4023" fmla="*/ 1562917 h 3658174"/>
              <a:gd name="connsiteX4024" fmla="*/ 537183 w 6514506"/>
              <a:gd name="connsiteY4024" fmla="*/ 1559730 h 3658174"/>
              <a:gd name="connsiteX4025" fmla="*/ 552744 w 6514506"/>
              <a:gd name="connsiteY4025" fmla="*/ 1552384 h 3658174"/>
              <a:gd name="connsiteX4026" fmla="*/ 574366 w 6514506"/>
              <a:gd name="connsiteY4026" fmla="*/ 1530477 h 3658174"/>
              <a:gd name="connsiteX4027" fmla="*/ 614847 w 6514506"/>
              <a:gd name="connsiteY4027" fmla="*/ 1502569 h 3658174"/>
              <a:gd name="connsiteX4028" fmla="*/ 621896 w 6514506"/>
              <a:gd name="connsiteY4028" fmla="*/ 1497901 h 3658174"/>
              <a:gd name="connsiteX4029" fmla="*/ 690952 w 6514506"/>
              <a:gd name="connsiteY4029" fmla="*/ 1450181 h 3658174"/>
              <a:gd name="connsiteX4030" fmla="*/ 702382 w 6514506"/>
              <a:gd name="connsiteY4030" fmla="*/ 1454944 h 3658174"/>
              <a:gd name="connsiteX4031" fmla="*/ 715907 w 6514506"/>
              <a:gd name="connsiteY4031" fmla="*/ 1467517 h 3658174"/>
              <a:gd name="connsiteX4032" fmla="*/ 719336 w 6514506"/>
              <a:gd name="connsiteY4032" fmla="*/ 1473136 h 3658174"/>
              <a:gd name="connsiteX4033" fmla="*/ 723622 w 6514506"/>
              <a:gd name="connsiteY4033" fmla="*/ 1479137 h 3658174"/>
              <a:gd name="connsiteX4034" fmla="*/ 737838 w 6514506"/>
              <a:gd name="connsiteY4034" fmla="*/ 1471840 h 3658174"/>
              <a:gd name="connsiteX4035" fmla="*/ 737912 w 6514506"/>
              <a:gd name="connsiteY4035" fmla="*/ 1471612 h 3658174"/>
              <a:gd name="connsiteX4036" fmla="*/ 758961 w 6514506"/>
              <a:gd name="connsiteY4036" fmla="*/ 1460754 h 3658174"/>
              <a:gd name="connsiteX4037" fmla="*/ 769438 w 6514506"/>
              <a:gd name="connsiteY4037" fmla="*/ 1473327 h 3658174"/>
              <a:gd name="connsiteX4038" fmla="*/ 772027 w 6514506"/>
              <a:gd name="connsiteY4038" fmla="*/ 1476428 h 3658174"/>
              <a:gd name="connsiteX4039" fmla="*/ 769343 w 6514506"/>
              <a:gd name="connsiteY4039" fmla="*/ 1473136 h 3658174"/>
              <a:gd name="connsiteX4040" fmla="*/ 758866 w 6514506"/>
              <a:gd name="connsiteY4040" fmla="*/ 1460562 h 3658174"/>
              <a:gd name="connsiteX4041" fmla="*/ 723528 w 6514506"/>
              <a:gd name="connsiteY4041" fmla="*/ 1478850 h 3658174"/>
              <a:gd name="connsiteX4042" fmla="*/ 719242 w 6514506"/>
              <a:gd name="connsiteY4042" fmla="*/ 1472850 h 3658174"/>
              <a:gd name="connsiteX4043" fmla="*/ 715813 w 6514506"/>
              <a:gd name="connsiteY4043" fmla="*/ 1467230 h 3658174"/>
              <a:gd name="connsiteX4044" fmla="*/ 702287 w 6514506"/>
              <a:gd name="connsiteY4044" fmla="*/ 1454657 h 3658174"/>
              <a:gd name="connsiteX4045" fmla="*/ 690857 w 6514506"/>
              <a:gd name="connsiteY4045" fmla="*/ 1449895 h 3658174"/>
              <a:gd name="connsiteX4046" fmla="*/ 688476 w 6514506"/>
              <a:gd name="connsiteY4046" fmla="*/ 1433131 h 3658174"/>
              <a:gd name="connsiteX4047" fmla="*/ 680665 w 6514506"/>
              <a:gd name="connsiteY4047" fmla="*/ 1419986 h 3658174"/>
              <a:gd name="connsiteX4048" fmla="*/ 675522 w 6514506"/>
              <a:gd name="connsiteY4048" fmla="*/ 1406841 h 3658174"/>
              <a:gd name="connsiteX4049" fmla="*/ 675522 w 6514506"/>
              <a:gd name="connsiteY4049" fmla="*/ 1379314 h 3658174"/>
              <a:gd name="connsiteX4050" fmla="*/ 399679 w 6514506"/>
              <a:gd name="connsiteY4050" fmla="*/ 1369028 h 3658174"/>
              <a:gd name="connsiteX4051" fmla="*/ 399617 w 6514506"/>
              <a:gd name="connsiteY4051" fmla="*/ 1369249 h 3658174"/>
              <a:gd name="connsiteX4052" fmla="*/ 425872 w 6514506"/>
              <a:gd name="connsiteY4052" fmla="*/ 1372933 h 3658174"/>
              <a:gd name="connsiteX4053" fmla="*/ 427589 w 6514506"/>
              <a:gd name="connsiteY4053" fmla="*/ 1372579 h 3658174"/>
              <a:gd name="connsiteX4054" fmla="*/ 426157 w 6514506"/>
              <a:gd name="connsiteY4054" fmla="*/ 1372743 h 3658174"/>
              <a:gd name="connsiteX4055" fmla="*/ 2829505 w 6514506"/>
              <a:gd name="connsiteY4055" fmla="*/ 1367123 h 3658174"/>
              <a:gd name="connsiteX4056" fmla="*/ 2827695 w 6514506"/>
              <a:gd name="connsiteY4056" fmla="*/ 1373124 h 3658174"/>
              <a:gd name="connsiteX4057" fmla="*/ 2829505 w 6514506"/>
              <a:gd name="connsiteY4057" fmla="*/ 1367123 h 3658174"/>
              <a:gd name="connsiteX4058" fmla="*/ 5001944 w 6514506"/>
              <a:gd name="connsiteY4058" fmla="*/ 1363717 h 3658174"/>
              <a:gd name="connsiteX4059" fmla="*/ 5004825 w 6514506"/>
              <a:gd name="connsiteY4059" fmla="*/ 1365503 h 3658174"/>
              <a:gd name="connsiteX4060" fmla="*/ 5004825 w 6514506"/>
              <a:gd name="connsiteY4060" fmla="*/ 1374457 h 3658174"/>
              <a:gd name="connsiteX4061" fmla="*/ 5000347 w 6514506"/>
              <a:gd name="connsiteY4061" fmla="*/ 1369980 h 3658174"/>
              <a:gd name="connsiteX4062" fmla="*/ 5000634 w 6514506"/>
              <a:gd name="connsiteY4062" fmla="*/ 1365789 h 3658174"/>
              <a:gd name="connsiteX4063" fmla="*/ 5001944 w 6514506"/>
              <a:gd name="connsiteY4063" fmla="*/ 1363717 h 3658174"/>
              <a:gd name="connsiteX4064" fmla="*/ 2780928 w 6514506"/>
              <a:gd name="connsiteY4064" fmla="*/ 1358741 h 3658174"/>
              <a:gd name="connsiteX4065" fmla="*/ 2785976 w 6514506"/>
              <a:gd name="connsiteY4065" fmla="*/ 1362361 h 3658174"/>
              <a:gd name="connsiteX4066" fmla="*/ 2776165 w 6514506"/>
              <a:gd name="connsiteY4066" fmla="*/ 1366456 h 3658174"/>
              <a:gd name="connsiteX4067" fmla="*/ 2772545 w 6514506"/>
              <a:gd name="connsiteY4067" fmla="*/ 1363789 h 3658174"/>
              <a:gd name="connsiteX4068" fmla="*/ 2780928 w 6514506"/>
              <a:gd name="connsiteY4068" fmla="*/ 1358741 h 3658174"/>
              <a:gd name="connsiteX4069" fmla="*/ 5623949 w 6514506"/>
              <a:gd name="connsiteY4069" fmla="*/ 1358360 h 3658174"/>
              <a:gd name="connsiteX4070" fmla="*/ 5629093 w 6514506"/>
              <a:gd name="connsiteY4070" fmla="*/ 1363789 h 3658174"/>
              <a:gd name="connsiteX4071" fmla="*/ 5630331 w 6514506"/>
              <a:gd name="connsiteY4071" fmla="*/ 1367980 h 3658174"/>
              <a:gd name="connsiteX4072" fmla="*/ 5627950 w 6514506"/>
              <a:gd name="connsiteY4072" fmla="*/ 1369504 h 3658174"/>
              <a:gd name="connsiteX4073" fmla="*/ 5624902 w 6514506"/>
              <a:gd name="connsiteY4073" fmla="*/ 1365313 h 3658174"/>
              <a:gd name="connsiteX4074" fmla="*/ 5624902 w 6514506"/>
              <a:gd name="connsiteY4074" fmla="*/ 1362360 h 3658174"/>
              <a:gd name="connsiteX4075" fmla="*/ 5623663 w 6514506"/>
              <a:gd name="connsiteY4075" fmla="*/ 1360455 h 3658174"/>
              <a:gd name="connsiteX4076" fmla="*/ 5623949 w 6514506"/>
              <a:gd name="connsiteY4076" fmla="*/ 1358360 h 3658174"/>
              <a:gd name="connsiteX4077" fmla="*/ 5607090 w 6514506"/>
              <a:gd name="connsiteY4077" fmla="*/ 1353883 h 3658174"/>
              <a:gd name="connsiteX4078" fmla="*/ 5607376 w 6514506"/>
              <a:gd name="connsiteY4078" fmla="*/ 1355692 h 3658174"/>
              <a:gd name="connsiteX4079" fmla="*/ 5604042 w 6514506"/>
              <a:gd name="connsiteY4079" fmla="*/ 1358359 h 3658174"/>
              <a:gd name="connsiteX4080" fmla="*/ 5601661 w 6514506"/>
              <a:gd name="connsiteY4080" fmla="*/ 1361979 h 3658174"/>
              <a:gd name="connsiteX4081" fmla="*/ 5595470 w 6514506"/>
              <a:gd name="connsiteY4081" fmla="*/ 1360169 h 3658174"/>
              <a:gd name="connsiteX4082" fmla="*/ 5595755 w 6514506"/>
              <a:gd name="connsiteY4082" fmla="*/ 1357217 h 3658174"/>
              <a:gd name="connsiteX4083" fmla="*/ 5602614 w 6514506"/>
              <a:gd name="connsiteY4083" fmla="*/ 1355978 h 3658174"/>
              <a:gd name="connsiteX4084" fmla="*/ 5607090 w 6514506"/>
              <a:gd name="connsiteY4084" fmla="*/ 1353883 h 3658174"/>
              <a:gd name="connsiteX4085" fmla="*/ 1698982 w 6514506"/>
              <a:gd name="connsiteY4085" fmla="*/ 1348930 h 3658174"/>
              <a:gd name="connsiteX4086" fmla="*/ 1687934 w 6514506"/>
              <a:gd name="connsiteY4086" fmla="*/ 1357597 h 3658174"/>
              <a:gd name="connsiteX4087" fmla="*/ 1687892 w 6514506"/>
              <a:gd name="connsiteY4087" fmla="*/ 1357747 h 3658174"/>
              <a:gd name="connsiteX4088" fmla="*/ 1698888 w 6514506"/>
              <a:gd name="connsiteY4088" fmla="*/ 1349121 h 3658174"/>
              <a:gd name="connsiteX4089" fmla="*/ 1712413 w 6514506"/>
              <a:gd name="connsiteY4089" fmla="*/ 1350930 h 3658174"/>
              <a:gd name="connsiteX4090" fmla="*/ 1716318 w 6514506"/>
              <a:gd name="connsiteY4090" fmla="*/ 1349121 h 3658174"/>
              <a:gd name="connsiteX4091" fmla="*/ 1716177 w 6514506"/>
              <a:gd name="connsiteY4091" fmla="*/ 1349039 h 3658174"/>
              <a:gd name="connsiteX4092" fmla="*/ 1712508 w 6514506"/>
              <a:gd name="connsiteY4092" fmla="*/ 1350739 h 3658174"/>
              <a:gd name="connsiteX4093" fmla="*/ 1698982 w 6514506"/>
              <a:gd name="connsiteY4093" fmla="*/ 1348930 h 3658174"/>
              <a:gd name="connsiteX4094" fmla="*/ 2832744 w 6514506"/>
              <a:gd name="connsiteY4094" fmla="*/ 1340453 h 3658174"/>
              <a:gd name="connsiteX4095" fmla="*/ 2829124 w 6514506"/>
              <a:gd name="connsiteY4095" fmla="*/ 1346454 h 3658174"/>
              <a:gd name="connsiteX4096" fmla="*/ 2832744 w 6514506"/>
              <a:gd name="connsiteY4096" fmla="*/ 1340453 h 3658174"/>
              <a:gd name="connsiteX4097" fmla="*/ 2925898 w 6514506"/>
              <a:gd name="connsiteY4097" fmla="*/ 1338453 h 3658174"/>
              <a:gd name="connsiteX4098" fmla="*/ 2929517 w 6514506"/>
              <a:gd name="connsiteY4098" fmla="*/ 1345311 h 3658174"/>
              <a:gd name="connsiteX4099" fmla="*/ 2930946 w 6514506"/>
              <a:gd name="connsiteY4099" fmla="*/ 1350835 h 3658174"/>
              <a:gd name="connsiteX4100" fmla="*/ 2930946 w 6514506"/>
              <a:gd name="connsiteY4100" fmla="*/ 1354740 h 3658174"/>
              <a:gd name="connsiteX4101" fmla="*/ 2923707 w 6514506"/>
              <a:gd name="connsiteY4101" fmla="*/ 1362837 h 3658174"/>
              <a:gd name="connsiteX4102" fmla="*/ 2920755 w 6514506"/>
              <a:gd name="connsiteY4102" fmla="*/ 1365504 h 3658174"/>
              <a:gd name="connsiteX4103" fmla="*/ 2915706 w 6514506"/>
              <a:gd name="connsiteY4103" fmla="*/ 1360741 h 3658174"/>
              <a:gd name="connsiteX4104" fmla="*/ 2909991 w 6514506"/>
              <a:gd name="connsiteY4104" fmla="*/ 1361980 h 3658174"/>
              <a:gd name="connsiteX4105" fmla="*/ 2906658 w 6514506"/>
              <a:gd name="connsiteY4105" fmla="*/ 1363218 h 3658174"/>
              <a:gd name="connsiteX4106" fmla="*/ 2901609 w 6514506"/>
              <a:gd name="connsiteY4106" fmla="*/ 1371028 h 3658174"/>
              <a:gd name="connsiteX4107" fmla="*/ 2899514 w 6514506"/>
              <a:gd name="connsiteY4107" fmla="*/ 1377315 h 3658174"/>
              <a:gd name="connsiteX4108" fmla="*/ 2895037 w 6514506"/>
              <a:gd name="connsiteY4108" fmla="*/ 1378553 h 3658174"/>
              <a:gd name="connsiteX4109" fmla="*/ 2889608 w 6514506"/>
              <a:gd name="connsiteY4109" fmla="*/ 1376743 h 3658174"/>
              <a:gd name="connsiteX4110" fmla="*/ 2888750 w 6514506"/>
              <a:gd name="connsiteY4110" fmla="*/ 1370457 h 3658174"/>
              <a:gd name="connsiteX4111" fmla="*/ 2889989 w 6514506"/>
              <a:gd name="connsiteY4111" fmla="*/ 1363885 h 3658174"/>
              <a:gd name="connsiteX4112" fmla="*/ 2883416 w 6514506"/>
              <a:gd name="connsiteY4112" fmla="*/ 1363218 h 3658174"/>
              <a:gd name="connsiteX4113" fmla="*/ 2887322 w 6514506"/>
              <a:gd name="connsiteY4113" fmla="*/ 1358169 h 3658174"/>
              <a:gd name="connsiteX4114" fmla="*/ 2892084 w 6514506"/>
              <a:gd name="connsiteY4114" fmla="*/ 1353693 h 3658174"/>
              <a:gd name="connsiteX4115" fmla="*/ 2896561 w 6514506"/>
              <a:gd name="connsiteY4115" fmla="*/ 1347120 h 3658174"/>
              <a:gd name="connsiteX4116" fmla="*/ 2902848 w 6514506"/>
              <a:gd name="connsiteY4116" fmla="*/ 1346835 h 3658174"/>
              <a:gd name="connsiteX4117" fmla="*/ 2909420 w 6514506"/>
              <a:gd name="connsiteY4117" fmla="*/ 1344739 h 3658174"/>
              <a:gd name="connsiteX4118" fmla="*/ 2911230 w 6514506"/>
              <a:gd name="connsiteY4118" fmla="*/ 1341786 h 3658174"/>
              <a:gd name="connsiteX4119" fmla="*/ 2917802 w 6514506"/>
              <a:gd name="connsiteY4119" fmla="*/ 1340263 h 3658174"/>
              <a:gd name="connsiteX4120" fmla="*/ 2925898 w 6514506"/>
              <a:gd name="connsiteY4120" fmla="*/ 1338453 h 3658174"/>
              <a:gd name="connsiteX4121" fmla="*/ 1745391 w 6514506"/>
              <a:gd name="connsiteY4121" fmla="*/ 1332743 h 3658174"/>
              <a:gd name="connsiteX4122" fmla="*/ 1738607 w 6514506"/>
              <a:gd name="connsiteY4122" fmla="*/ 1341976 h 3658174"/>
              <a:gd name="connsiteX4123" fmla="*/ 1724510 w 6514506"/>
              <a:gd name="connsiteY4123" fmla="*/ 1339024 h 3658174"/>
              <a:gd name="connsiteX4124" fmla="*/ 1713461 w 6514506"/>
              <a:gd name="connsiteY4124" fmla="*/ 1343500 h 3658174"/>
              <a:gd name="connsiteX4125" fmla="*/ 1711794 w 6514506"/>
              <a:gd name="connsiteY4125" fmla="*/ 1346251 h 3658174"/>
              <a:gd name="connsiteX4126" fmla="*/ 1711809 w 6514506"/>
              <a:gd name="connsiteY4126" fmla="*/ 1346260 h 3658174"/>
              <a:gd name="connsiteX4127" fmla="*/ 1713366 w 6514506"/>
              <a:gd name="connsiteY4127" fmla="*/ 1343691 h 3658174"/>
              <a:gd name="connsiteX4128" fmla="*/ 1724415 w 6514506"/>
              <a:gd name="connsiteY4128" fmla="*/ 1339215 h 3658174"/>
              <a:gd name="connsiteX4129" fmla="*/ 1738512 w 6514506"/>
              <a:gd name="connsiteY4129" fmla="*/ 1342167 h 3658174"/>
              <a:gd name="connsiteX4130" fmla="*/ 1745370 w 6514506"/>
              <a:gd name="connsiteY4130" fmla="*/ 1332833 h 3658174"/>
              <a:gd name="connsiteX4131" fmla="*/ 2834934 w 6514506"/>
              <a:gd name="connsiteY4131" fmla="*/ 1331214 h 3658174"/>
              <a:gd name="connsiteX4132" fmla="*/ 2837601 w 6514506"/>
              <a:gd name="connsiteY4132" fmla="*/ 1333309 h 3658174"/>
              <a:gd name="connsiteX4133" fmla="*/ 2834649 w 6514506"/>
              <a:gd name="connsiteY4133" fmla="*/ 1339310 h 3658174"/>
              <a:gd name="connsiteX4134" fmla="*/ 2834934 w 6514506"/>
              <a:gd name="connsiteY4134" fmla="*/ 1331214 h 3658174"/>
              <a:gd name="connsiteX4135" fmla="*/ 1138962 w 6514506"/>
              <a:gd name="connsiteY4135" fmla="*/ 1330342 h 3658174"/>
              <a:gd name="connsiteX4136" fmla="*/ 1135645 w 6514506"/>
              <a:gd name="connsiteY4136" fmla="*/ 1333575 h 3658174"/>
              <a:gd name="connsiteX4137" fmla="*/ 1135593 w 6514506"/>
              <a:gd name="connsiteY4137" fmla="*/ 1334114 h 3658174"/>
              <a:gd name="connsiteX4138" fmla="*/ 1137043 w 6514506"/>
              <a:gd name="connsiteY4138" fmla="*/ 1333424 h 3658174"/>
              <a:gd name="connsiteX4139" fmla="*/ 378832 w 6514506"/>
              <a:gd name="connsiteY4139" fmla="*/ 1324230 h 3658174"/>
              <a:gd name="connsiteX4140" fmla="*/ 378818 w 6514506"/>
              <a:gd name="connsiteY4140" fmla="*/ 1324260 h 3658174"/>
              <a:gd name="connsiteX4141" fmla="*/ 373579 w 6514506"/>
              <a:gd name="connsiteY4141" fmla="*/ 1334928 h 3658174"/>
              <a:gd name="connsiteX4142" fmla="*/ 378819 w 6514506"/>
              <a:gd name="connsiteY4142" fmla="*/ 1324261 h 3658174"/>
              <a:gd name="connsiteX4143" fmla="*/ 702397 w 6514506"/>
              <a:gd name="connsiteY4143" fmla="*/ 1323707 h 3658174"/>
              <a:gd name="connsiteX4144" fmla="*/ 696334 w 6514506"/>
              <a:gd name="connsiteY4144" fmla="*/ 1332618 h 3658174"/>
              <a:gd name="connsiteX4145" fmla="*/ 694286 w 6514506"/>
              <a:gd name="connsiteY4145" fmla="*/ 1340643 h 3658174"/>
              <a:gd name="connsiteX4146" fmla="*/ 690680 w 6514506"/>
              <a:gd name="connsiteY4146" fmla="*/ 1354236 h 3658174"/>
              <a:gd name="connsiteX4147" fmla="*/ 690893 w 6514506"/>
              <a:gd name="connsiteY4147" fmla="*/ 1354002 h 3658174"/>
              <a:gd name="connsiteX4148" fmla="*/ 694477 w 6514506"/>
              <a:gd name="connsiteY4148" fmla="*/ 1340357 h 3658174"/>
              <a:gd name="connsiteX4149" fmla="*/ 696525 w 6514506"/>
              <a:gd name="connsiteY4149" fmla="*/ 1332404 h 3658174"/>
              <a:gd name="connsiteX4150" fmla="*/ 1771077 w 6514506"/>
              <a:gd name="connsiteY4150" fmla="*/ 1298306 h 3658174"/>
              <a:gd name="connsiteX4151" fmla="*/ 1766419 w 6514506"/>
              <a:gd name="connsiteY4151" fmla="*/ 1304734 h 3658174"/>
              <a:gd name="connsiteX4152" fmla="*/ 1756799 w 6514506"/>
              <a:gd name="connsiteY4152" fmla="*/ 1306543 h 3658174"/>
              <a:gd name="connsiteX4153" fmla="*/ 1750799 w 6514506"/>
              <a:gd name="connsiteY4153" fmla="*/ 1316164 h 3658174"/>
              <a:gd name="connsiteX4154" fmla="*/ 1748132 w 6514506"/>
              <a:gd name="connsiteY4154" fmla="*/ 1320926 h 3658174"/>
              <a:gd name="connsiteX4155" fmla="*/ 1748124 w 6514506"/>
              <a:gd name="connsiteY4155" fmla="*/ 1320962 h 3658174"/>
              <a:gd name="connsiteX4156" fmla="*/ 1750704 w 6514506"/>
              <a:gd name="connsiteY4156" fmla="*/ 1316355 h 3658174"/>
              <a:gd name="connsiteX4157" fmla="*/ 1756704 w 6514506"/>
              <a:gd name="connsiteY4157" fmla="*/ 1306734 h 3658174"/>
              <a:gd name="connsiteX4158" fmla="*/ 1766325 w 6514506"/>
              <a:gd name="connsiteY4158" fmla="*/ 1304925 h 3658174"/>
              <a:gd name="connsiteX4159" fmla="*/ 1771087 w 6514506"/>
              <a:gd name="connsiteY4159" fmla="*/ 1298352 h 3658174"/>
              <a:gd name="connsiteX4160" fmla="*/ 1793281 w 6514506"/>
              <a:gd name="connsiteY4160" fmla="*/ 1280915 h 3658174"/>
              <a:gd name="connsiteX4161" fmla="*/ 1785851 w 6514506"/>
              <a:gd name="connsiteY4161" fmla="*/ 1287970 h 3658174"/>
              <a:gd name="connsiteX4162" fmla="*/ 1771468 w 6514506"/>
              <a:gd name="connsiteY4162" fmla="*/ 1285588 h 3658174"/>
              <a:gd name="connsiteX4163" fmla="*/ 1771375 w 6514506"/>
              <a:gd name="connsiteY4163" fmla="*/ 1285779 h 3658174"/>
              <a:gd name="connsiteX4164" fmla="*/ 1785756 w 6514506"/>
              <a:gd name="connsiteY4164" fmla="*/ 1288161 h 3658174"/>
              <a:gd name="connsiteX4165" fmla="*/ 1793281 w 6514506"/>
              <a:gd name="connsiteY4165" fmla="*/ 1281017 h 3658174"/>
              <a:gd name="connsiteX4166" fmla="*/ 717234 w 6514506"/>
              <a:gd name="connsiteY4166" fmla="*/ 1269748 h 3658174"/>
              <a:gd name="connsiteX4167" fmla="*/ 717051 w 6514506"/>
              <a:gd name="connsiteY4167" fmla="*/ 1271206 h 3658174"/>
              <a:gd name="connsiteX4168" fmla="*/ 711336 w 6514506"/>
              <a:gd name="connsiteY4168" fmla="*/ 1296637 h 3658174"/>
              <a:gd name="connsiteX4169" fmla="*/ 702670 w 6514506"/>
              <a:gd name="connsiteY4169" fmla="*/ 1323301 h 3658174"/>
              <a:gd name="connsiteX4170" fmla="*/ 702859 w 6514506"/>
              <a:gd name="connsiteY4170" fmla="*/ 1323021 h 3658174"/>
              <a:gd name="connsiteX4171" fmla="*/ 711526 w 6514506"/>
              <a:gd name="connsiteY4171" fmla="*/ 1296352 h 3658174"/>
              <a:gd name="connsiteX4172" fmla="*/ 717242 w 6514506"/>
              <a:gd name="connsiteY4172" fmla="*/ 1270920 h 3658174"/>
              <a:gd name="connsiteX4173" fmla="*/ 1807664 w 6514506"/>
              <a:gd name="connsiteY4173" fmla="*/ 1258188 h 3658174"/>
              <a:gd name="connsiteX4174" fmla="*/ 1796709 w 6514506"/>
              <a:gd name="connsiteY4174" fmla="*/ 1273015 h 3658174"/>
              <a:gd name="connsiteX4175" fmla="*/ 1793364 w 6514506"/>
              <a:gd name="connsiteY4175" fmla="*/ 1275349 h 3658174"/>
              <a:gd name="connsiteX4176" fmla="*/ 1793364 w 6514506"/>
              <a:gd name="connsiteY4176" fmla="*/ 1275473 h 3658174"/>
              <a:gd name="connsiteX4177" fmla="*/ 1796614 w 6514506"/>
              <a:gd name="connsiteY4177" fmla="*/ 1273206 h 3658174"/>
              <a:gd name="connsiteX4178" fmla="*/ 1807663 w 6514506"/>
              <a:gd name="connsiteY4178" fmla="*/ 1258252 h 3658174"/>
              <a:gd name="connsiteX4179" fmla="*/ 3003336 w 6514506"/>
              <a:gd name="connsiteY4179" fmla="*/ 1256347 h 3658174"/>
              <a:gd name="connsiteX4180" fmla="*/ 3006289 w 6514506"/>
              <a:gd name="connsiteY4180" fmla="*/ 1261110 h 3658174"/>
              <a:gd name="connsiteX4181" fmla="*/ 3003050 w 6514506"/>
              <a:gd name="connsiteY4181" fmla="*/ 1263205 h 3658174"/>
              <a:gd name="connsiteX4182" fmla="*/ 3003336 w 6514506"/>
              <a:gd name="connsiteY4182" fmla="*/ 1256347 h 3658174"/>
              <a:gd name="connsiteX4183" fmla="*/ 252898 w 6514506"/>
              <a:gd name="connsiteY4183" fmla="*/ 1255966 h 3658174"/>
              <a:gd name="connsiteX4184" fmla="*/ 254992 w 6514506"/>
              <a:gd name="connsiteY4184" fmla="*/ 1259300 h 3658174"/>
              <a:gd name="connsiteX4185" fmla="*/ 252612 w 6514506"/>
              <a:gd name="connsiteY4185" fmla="*/ 1263777 h 3658174"/>
              <a:gd name="connsiteX4186" fmla="*/ 252898 w 6514506"/>
              <a:gd name="connsiteY4186" fmla="*/ 1255966 h 3658174"/>
              <a:gd name="connsiteX4187" fmla="*/ 725850 w 6514506"/>
              <a:gd name="connsiteY4187" fmla="*/ 1251104 h 3658174"/>
              <a:gd name="connsiteX4188" fmla="*/ 725838 w 6514506"/>
              <a:gd name="connsiteY4188" fmla="*/ 1251144 h 3658174"/>
              <a:gd name="connsiteX4189" fmla="*/ 725910 w 6514506"/>
              <a:gd name="connsiteY4189" fmla="*/ 1252537 h 3658174"/>
              <a:gd name="connsiteX4190" fmla="*/ 727874 w 6514506"/>
              <a:gd name="connsiteY4190" fmla="*/ 1254737 h 3658174"/>
              <a:gd name="connsiteX4191" fmla="*/ 728638 w 6514506"/>
              <a:gd name="connsiteY4191" fmla="*/ 1254370 h 3658174"/>
              <a:gd name="connsiteX4192" fmla="*/ 727672 w 6514506"/>
              <a:gd name="connsiteY4192" fmla="*/ 1254358 h 3658174"/>
              <a:gd name="connsiteX4193" fmla="*/ 725910 w 6514506"/>
              <a:gd name="connsiteY4193" fmla="*/ 1252251 h 3658174"/>
              <a:gd name="connsiteX4194" fmla="*/ 266137 w 6514506"/>
              <a:gd name="connsiteY4194" fmla="*/ 1250251 h 3658174"/>
              <a:gd name="connsiteX4195" fmla="*/ 268804 w 6514506"/>
              <a:gd name="connsiteY4195" fmla="*/ 1251775 h 3658174"/>
              <a:gd name="connsiteX4196" fmla="*/ 267662 w 6514506"/>
              <a:gd name="connsiteY4196" fmla="*/ 1254156 h 3658174"/>
              <a:gd name="connsiteX4197" fmla="*/ 266137 w 6514506"/>
              <a:gd name="connsiteY4197" fmla="*/ 1250251 h 3658174"/>
              <a:gd name="connsiteX4198" fmla="*/ 294331 w 6514506"/>
              <a:gd name="connsiteY4198" fmla="*/ 1249680 h 3658174"/>
              <a:gd name="connsiteX4199" fmla="*/ 301189 w 6514506"/>
              <a:gd name="connsiteY4199" fmla="*/ 1254728 h 3658174"/>
              <a:gd name="connsiteX4200" fmla="*/ 291855 w 6514506"/>
              <a:gd name="connsiteY4200" fmla="*/ 1263777 h 3658174"/>
              <a:gd name="connsiteX4201" fmla="*/ 289188 w 6514506"/>
              <a:gd name="connsiteY4201" fmla="*/ 1256252 h 3658174"/>
              <a:gd name="connsiteX4202" fmla="*/ 294331 w 6514506"/>
              <a:gd name="connsiteY4202" fmla="*/ 1249680 h 3658174"/>
              <a:gd name="connsiteX4203" fmla="*/ 1235009 w 6514506"/>
              <a:gd name="connsiteY4203" fmla="*/ 1245273 h 3658174"/>
              <a:gd name="connsiteX4204" fmla="*/ 1234535 w 6514506"/>
              <a:gd name="connsiteY4204" fmla="*/ 1245549 h 3658174"/>
              <a:gd name="connsiteX4205" fmla="*/ 1234825 w 6514506"/>
              <a:gd name="connsiteY4205" fmla="*/ 1245924 h 3658174"/>
              <a:gd name="connsiteX4206" fmla="*/ 1234829 w 6514506"/>
              <a:gd name="connsiteY4206" fmla="*/ 1245488 h 3658174"/>
              <a:gd name="connsiteX4207" fmla="*/ 283282 w 6514506"/>
              <a:gd name="connsiteY4207" fmla="*/ 1241202 h 3658174"/>
              <a:gd name="connsiteX4208" fmla="*/ 285663 w 6514506"/>
              <a:gd name="connsiteY4208" fmla="*/ 1246917 h 3658174"/>
              <a:gd name="connsiteX4209" fmla="*/ 279948 w 6514506"/>
              <a:gd name="connsiteY4209" fmla="*/ 1252918 h 3658174"/>
              <a:gd name="connsiteX4210" fmla="*/ 277568 w 6514506"/>
              <a:gd name="connsiteY4210" fmla="*/ 1247775 h 3658174"/>
              <a:gd name="connsiteX4211" fmla="*/ 283282 w 6514506"/>
              <a:gd name="connsiteY4211" fmla="*/ 1241202 h 3658174"/>
              <a:gd name="connsiteX4212" fmla="*/ 329276 w 6514506"/>
              <a:gd name="connsiteY4212" fmla="*/ 1240249 h 3658174"/>
              <a:gd name="connsiteX4213" fmla="*/ 330526 w 6514506"/>
              <a:gd name="connsiteY4213" fmla="*/ 1243393 h 3658174"/>
              <a:gd name="connsiteX4214" fmla="*/ 326620 w 6514506"/>
              <a:gd name="connsiteY4214" fmla="*/ 1250251 h 3658174"/>
              <a:gd name="connsiteX4215" fmla="*/ 323287 w 6514506"/>
              <a:gd name="connsiteY4215" fmla="*/ 1254442 h 3658174"/>
              <a:gd name="connsiteX4216" fmla="*/ 314619 w 6514506"/>
              <a:gd name="connsiteY4216" fmla="*/ 1258061 h 3658174"/>
              <a:gd name="connsiteX4217" fmla="*/ 311952 w 6514506"/>
              <a:gd name="connsiteY4217" fmla="*/ 1257490 h 3658174"/>
              <a:gd name="connsiteX4218" fmla="*/ 317000 w 6514506"/>
              <a:gd name="connsiteY4218" fmla="*/ 1252441 h 3658174"/>
              <a:gd name="connsiteX4219" fmla="*/ 325096 w 6514506"/>
              <a:gd name="connsiteY4219" fmla="*/ 1242535 h 3658174"/>
              <a:gd name="connsiteX4220" fmla="*/ 329276 w 6514506"/>
              <a:gd name="connsiteY4220" fmla="*/ 1240249 h 3658174"/>
              <a:gd name="connsiteX4221" fmla="*/ 343360 w 6514506"/>
              <a:gd name="connsiteY4221" fmla="*/ 1229796 h 3658174"/>
              <a:gd name="connsiteX4222" fmla="*/ 342813 w 6514506"/>
              <a:gd name="connsiteY4222" fmla="*/ 1233201 h 3658174"/>
              <a:gd name="connsiteX4223" fmla="*/ 336812 w 6514506"/>
              <a:gd name="connsiteY4223" fmla="*/ 1237392 h 3658174"/>
              <a:gd name="connsiteX4224" fmla="*/ 338336 w 6514506"/>
              <a:gd name="connsiteY4224" fmla="*/ 1230248 h 3658174"/>
              <a:gd name="connsiteX4225" fmla="*/ 343360 w 6514506"/>
              <a:gd name="connsiteY4225" fmla="*/ 1229796 h 3658174"/>
              <a:gd name="connsiteX4226" fmla="*/ 269257 w 6514506"/>
              <a:gd name="connsiteY4226" fmla="*/ 1223914 h 3658174"/>
              <a:gd name="connsiteX4227" fmla="*/ 271852 w 6514506"/>
              <a:gd name="connsiteY4227" fmla="*/ 1227486 h 3658174"/>
              <a:gd name="connsiteX4228" fmla="*/ 268233 w 6514506"/>
              <a:gd name="connsiteY4228" fmla="*/ 1233487 h 3658174"/>
              <a:gd name="connsiteX4229" fmla="*/ 267375 w 6514506"/>
              <a:gd name="connsiteY4229" fmla="*/ 1227772 h 3658174"/>
              <a:gd name="connsiteX4230" fmla="*/ 269257 w 6514506"/>
              <a:gd name="connsiteY4230" fmla="*/ 1223914 h 3658174"/>
              <a:gd name="connsiteX4231" fmla="*/ 1848715 w 6514506"/>
              <a:gd name="connsiteY4231" fmla="*/ 1221200 h 3658174"/>
              <a:gd name="connsiteX4232" fmla="*/ 1829285 w 6514506"/>
              <a:gd name="connsiteY4232" fmla="*/ 1226629 h 3658174"/>
              <a:gd name="connsiteX4233" fmla="*/ 1824991 w 6514506"/>
              <a:gd name="connsiteY4233" fmla="*/ 1228460 h 3658174"/>
              <a:gd name="connsiteX4234" fmla="*/ 1814787 w 6514506"/>
              <a:gd name="connsiteY4234" fmla="*/ 1232446 h 3658174"/>
              <a:gd name="connsiteX4235" fmla="*/ 1810997 w 6514506"/>
              <a:gd name="connsiteY4235" fmla="*/ 1233772 h 3658174"/>
              <a:gd name="connsiteX4236" fmla="*/ 1810932 w 6514506"/>
              <a:gd name="connsiteY4236" fmla="*/ 1233951 h 3658174"/>
              <a:gd name="connsiteX4237" fmla="*/ 1814787 w 6514506"/>
              <a:gd name="connsiteY4237" fmla="*/ 1232446 h 3658174"/>
              <a:gd name="connsiteX4238" fmla="*/ 1819570 w 6514506"/>
              <a:gd name="connsiteY4238" fmla="*/ 1230772 h 3658174"/>
              <a:gd name="connsiteX4239" fmla="*/ 1824991 w 6514506"/>
              <a:gd name="connsiteY4239" fmla="*/ 1228460 h 3658174"/>
              <a:gd name="connsiteX4240" fmla="*/ 1829190 w 6514506"/>
              <a:gd name="connsiteY4240" fmla="*/ 1226820 h 3658174"/>
              <a:gd name="connsiteX4241" fmla="*/ 1848621 w 6514506"/>
              <a:gd name="connsiteY4241" fmla="*/ 1221390 h 3658174"/>
              <a:gd name="connsiteX4242" fmla="*/ 1852999 w 6514506"/>
              <a:gd name="connsiteY4242" fmla="*/ 1222161 h 3658174"/>
              <a:gd name="connsiteX4243" fmla="*/ 1857062 w 6514506"/>
              <a:gd name="connsiteY4243" fmla="*/ 1209512 h 3658174"/>
              <a:gd name="connsiteX4244" fmla="*/ 1852430 w 6514506"/>
              <a:gd name="connsiteY4244" fmla="*/ 1210627 h 3658174"/>
              <a:gd name="connsiteX4245" fmla="*/ 1842524 w 6514506"/>
              <a:gd name="connsiteY4245" fmla="*/ 1214533 h 3658174"/>
              <a:gd name="connsiteX4246" fmla="*/ 1829032 w 6514506"/>
              <a:gd name="connsiteY4246" fmla="*/ 1220234 h 3658174"/>
              <a:gd name="connsiteX4247" fmla="*/ 1829094 w 6514506"/>
              <a:gd name="connsiteY4247" fmla="*/ 1220247 h 3658174"/>
              <a:gd name="connsiteX4248" fmla="*/ 1842619 w 6514506"/>
              <a:gd name="connsiteY4248" fmla="*/ 1214532 h 3658174"/>
              <a:gd name="connsiteX4249" fmla="*/ 1852526 w 6514506"/>
              <a:gd name="connsiteY4249" fmla="*/ 1210627 h 3658174"/>
              <a:gd name="connsiteX4250" fmla="*/ 1857067 w 6514506"/>
              <a:gd name="connsiteY4250" fmla="*/ 1209533 h 3658174"/>
              <a:gd name="connsiteX4251" fmla="*/ 1793661 w 6514506"/>
              <a:gd name="connsiteY4251" fmla="*/ 1199007 h 3658174"/>
              <a:gd name="connsiteX4252" fmla="*/ 1786136 w 6514506"/>
              <a:gd name="connsiteY4252" fmla="*/ 1203198 h 3658174"/>
              <a:gd name="connsiteX4253" fmla="*/ 1780421 w 6514506"/>
              <a:gd name="connsiteY4253" fmla="*/ 1206151 h 3658174"/>
              <a:gd name="connsiteX4254" fmla="*/ 1765196 w 6514506"/>
              <a:gd name="connsiteY4254" fmla="*/ 1209100 h 3658174"/>
              <a:gd name="connsiteX4255" fmla="*/ 1765277 w 6514506"/>
              <a:gd name="connsiteY4255" fmla="*/ 1209103 h 3658174"/>
              <a:gd name="connsiteX4256" fmla="*/ 1780516 w 6514506"/>
              <a:gd name="connsiteY4256" fmla="*/ 1206150 h 3658174"/>
              <a:gd name="connsiteX4257" fmla="*/ 1786232 w 6514506"/>
              <a:gd name="connsiteY4257" fmla="*/ 1203197 h 3658174"/>
              <a:gd name="connsiteX4258" fmla="*/ 1793749 w 6514506"/>
              <a:gd name="connsiteY4258" fmla="*/ 1199010 h 3658174"/>
              <a:gd name="connsiteX4259" fmla="*/ 735351 w 6514506"/>
              <a:gd name="connsiteY4259" fmla="*/ 1192797 h 3658174"/>
              <a:gd name="connsiteX4260" fmla="*/ 735338 w 6514506"/>
              <a:gd name="connsiteY4260" fmla="*/ 1193005 h 3658174"/>
              <a:gd name="connsiteX4261" fmla="*/ 737411 w 6514506"/>
              <a:gd name="connsiteY4261" fmla="*/ 1206665 h 3658174"/>
              <a:gd name="connsiteX4262" fmla="*/ 737435 w 6514506"/>
              <a:gd name="connsiteY4262" fmla="*/ 1206531 h 3658174"/>
              <a:gd name="connsiteX4263" fmla="*/ 1805017 w 6514506"/>
              <a:gd name="connsiteY4263" fmla="*/ 1188122 h 3658174"/>
              <a:gd name="connsiteX4264" fmla="*/ 1804925 w 6514506"/>
              <a:gd name="connsiteY4264" fmla="*/ 1188184 h 3658174"/>
              <a:gd name="connsiteX4265" fmla="*/ 1803567 w 6514506"/>
              <a:gd name="connsiteY4265" fmla="*/ 1194530 h 3658174"/>
              <a:gd name="connsiteX4266" fmla="*/ 1800546 w 6514506"/>
              <a:gd name="connsiteY4266" fmla="*/ 1199229 h 3658174"/>
              <a:gd name="connsiteX4267" fmla="*/ 1800638 w 6514506"/>
              <a:gd name="connsiteY4267" fmla="*/ 1199232 h 3658174"/>
              <a:gd name="connsiteX4268" fmla="*/ 1803662 w 6514506"/>
              <a:gd name="connsiteY4268" fmla="*/ 1194529 h 3658174"/>
              <a:gd name="connsiteX4269" fmla="*/ 1820902 w 6514506"/>
              <a:gd name="connsiteY4269" fmla="*/ 1182529 h 3658174"/>
              <a:gd name="connsiteX4270" fmla="*/ 1809853 w 6514506"/>
              <a:gd name="connsiteY4270" fmla="*/ 1184910 h 3658174"/>
              <a:gd name="connsiteX4271" fmla="*/ 1805642 w 6514506"/>
              <a:gd name="connsiteY4271" fmla="*/ 1187707 h 3658174"/>
              <a:gd name="connsiteX4272" fmla="*/ 1809949 w 6514506"/>
              <a:gd name="connsiteY4272" fmla="*/ 1184909 h 3658174"/>
              <a:gd name="connsiteX4273" fmla="*/ 1820909 w 6514506"/>
              <a:gd name="connsiteY4273" fmla="*/ 1182547 h 3658174"/>
              <a:gd name="connsiteX4274" fmla="*/ 1192277 w 6514506"/>
              <a:gd name="connsiteY4274" fmla="*/ 1178337 h 3658174"/>
              <a:gd name="connsiteX4275" fmla="*/ 1187967 w 6514506"/>
              <a:gd name="connsiteY4275" fmla="*/ 1181671 h 3658174"/>
              <a:gd name="connsiteX4276" fmla="*/ 1176252 w 6514506"/>
              <a:gd name="connsiteY4276" fmla="*/ 1191006 h 3658174"/>
              <a:gd name="connsiteX4277" fmla="*/ 1173298 w 6514506"/>
              <a:gd name="connsiteY4277" fmla="*/ 1195482 h 3658174"/>
              <a:gd name="connsiteX4278" fmla="*/ 1167012 w 6514506"/>
              <a:gd name="connsiteY4278" fmla="*/ 1194911 h 3658174"/>
              <a:gd name="connsiteX4279" fmla="*/ 1161964 w 6514506"/>
              <a:gd name="connsiteY4279" fmla="*/ 1196435 h 3658174"/>
              <a:gd name="connsiteX4280" fmla="*/ 1153867 w 6514506"/>
              <a:gd name="connsiteY4280" fmla="*/ 1198816 h 3658174"/>
              <a:gd name="connsiteX4281" fmla="*/ 1152248 w 6514506"/>
              <a:gd name="connsiteY4281" fmla="*/ 1196054 h 3658174"/>
              <a:gd name="connsiteX4282" fmla="*/ 1149867 w 6514506"/>
              <a:gd name="connsiteY4282" fmla="*/ 1189767 h 3658174"/>
              <a:gd name="connsiteX4283" fmla="*/ 1151391 w 6514506"/>
              <a:gd name="connsiteY4283" fmla="*/ 1184338 h 3658174"/>
              <a:gd name="connsiteX4284" fmla="*/ 1160059 w 6514506"/>
              <a:gd name="connsiteY4284" fmla="*/ 1179861 h 3658174"/>
              <a:gd name="connsiteX4285" fmla="*/ 1169679 w 6514506"/>
              <a:gd name="connsiteY4285" fmla="*/ 1179861 h 3658174"/>
              <a:gd name="connsiteX4286" fmla="*/ 1185300 w 6514506"/>
              <a:gd name="connsiteY4286" fmla="*/ 1179004 h 3658174"/>
              <a:gd name="connsiteX4287" fmla="*/ 1192277 w 6514506"/>
              <a:gd name="connsiteY4287" fmla="*/ 1178337 h 3658174"/>
              <a:gd name="connsiteX4288" fmla="*/ 3057356 w 6514506"/>
              <a:gd name="connsiteY4288" fmla="*/ 1174754 h 3658174"/>
              <a:gd name="connsiteX4289" fmla="*/ 3061439 w 6514506"/>
              <a:gd name="connsiteY4289" fmla="*/ 1175099 h 3658174"/>
              <a:gd name="connsiteX4290" fmla="*/ 3062296 w 6514506"/>
              <a:gd name="connsiteY4290" fmla="*/ 1180814 h 3658174"/>
              <a:gd name="connsiteX4291" fmla="*/ 3061343 w 6514506"/>
              <a:gd name="connsiteY4291" fmla="*/ 1186529 h 3658174"/>
              <a:gd name="connsiteX4292" fmla="*/ 3067344 w 6514506"/>
              <a:gd name="connsiteY4292" fmla="*/ 1201197 h 3658174"/>
              <a:gd name="connsiteX4293" fmla="*/ 3070964 w 6514506"/>
              <a:gd name="connsiteY4293" fmla="*/ 1212246 h 3658174"/>
              <a:gd name="connsiteX4294" fmla="*/ 3071821 w 6514506"/>
              <a:gd name="connsiteY4294" fmla="*/ 1217676 h 3658174"/>
              <a:gd name="connsiteX4295" fmla="*/ 3070964 w 6514506"/>
              <a:gd name="connsiteY4295" fmla="*/ 1224534 h 3658174"/>
              <a:gd name="connsiteX4296" fmla="*/ 3070392 w 6514506"/>
              <a:gd name="connsiteY4296" fmla="*/ 1228153 h 3658174"/>
              <a:gd name="connsiteX4297" fmla="*/ 3065915 w 6514506"/>
              <a:gd name="connsiteY4297" fmla="*/ 1241679 h 3658174"/>
              <a:gd name="connsiteX4298" fmla="*/ 3063820 w 6514506"/>
              <a:gd name="connsiteY4298" fmla="*/ 1250061 h 3658174"/>
              <a:gd name="connsiteX4299" fmla="*/ 3059915 w 6514506"/>
              <a:gd name="connsiteY4299" fmla="*/ 1254252 h 3658174"/>
              <a:gd name="connsiteX4300" fmla="*/ 3053057 w 6514506"/>
              <a:gd name="connsiteY4300" fmla="*/ 1265301 h 3658174"/>
              <a:gd name="connsiteX4301" fmla="*/ 3048294 w 6514506"/>
              <a:gd name="connsiteY4301" fmla="*/ 1287780 h 3658174"/>
              <a:gd name="connsiteX4302" fmla="*/ 3045913 w 6514506"/>
              <a:gd name="connsiteY4302" fmla="*/ 1306068 h 3658174"/>
              <a:gd name="connsiteX4303" fmla="*/ 3046770 w 6514506"/>
              <a:gd name="connsiteY4303" fmla="*/ 1312640 h 3658174"/>
              <a:gd name="connsiteX4304" fmla="*/ 3042579 w 6514506"/>
              <a:gd name="connsiteY4304" fmla="*/ 1316259 h 3658174"/>
              <a:gd name="connsiteX4305" fmla="*/ 3039245 w 6514506"/>
              <a:gd name="connsiteY4305" fmla="*/ 1322546 h 3658174"/>
              <a:gd name="connsiteX4306" fmla="*/ 3032102 w 6514506"/>
              <a:gd name="connsiteY4306" fmla="*/ 1329785 h 3658174"/>
              <a:gd name="connsiteX4307" fmla="*/ 3034197 w 6514506"/>
              <a:gd name="connsiteY4307" fmla="*/ 1317212 h 3658174"/>
              <a:gd name="connsiteX4308" fmla="*/ 3034769 w 6514506"/>
              <a:gd name="connsiteY4308" fmla="*/ 1310640 h 3658174"/>
              <a:gd name="connsiteX4309" fmla="*/ 3027530 w 6514506"/>
              <a:gd name="connsiteY4309" fmla="*/ 1317783 h 3658174"/>
              <a:gd name="connsiteX4310" fmla="*/ 3023624 w 6514506"/>
              <a:gd name="connsiteY4310" fmla="*/ 1322260 h 3658174"/>
              <a:gd name="connsiteX4311" fmla="*/ 3019148 w 6514506"/>
              <a:gd name="connsiteY4311" fmla="*/ 1330071 h 3658174"/>
              <a:gd name="connsiteX4312" fmla="*/ 3011337 w 6514506"/>
              <a:gd name="connsiteY4312" fmla="*/ 1338453 h 3658174"/>
              <a:gd name="connsiteX4313" fmla="*/ 3012194 w 6514506"/>
              <a:gd name="connsiteY4313" fmla="*/ 1332452 h 3658174"/>
              <a:gd name="connsiteX4314" fmla="*/ 3013718 w 6514506"/>
              <a:gd name="connsiteY4314" fmla="*/ 1322832 h 3658174"/>
              <a:gd name="connsiteX4315" fmla="*/ 3008289 w 6514506"/>
              <a:gd name="connsiteY4315" fmla="*/ 1324356 h 3658174"/>
              <a:gd name="connsiteX4316" fmla="*/ 3005908 w 6514506"/>
              <a:gd name="connsiteY4316" fmla="*/ 1328832 h 3658174"/>
              <a:gd name="connsiteX4317" fmla="*/ 3004098 w 6514506"/>
              <a:gd name="connsiteY4317" fmla="*/ 1332166 h 3658174"/>
              <a:gd name="connsiteX4318" fmla="*/ 2995431 w 6514506"/>
              <a:gd name="connsiteY4318" fmla="*/ 1333976 h 3658174"/>
              <a:gd name="connsiteX4319" fmla="*/ 2978381 w 6514506"/>
              <a:gd name="connsiteY4319" fmla="*/ 1334262 h 3658174"/>
              <a:gd name="connsiteX4320" fmla="*/ 2983429 w 6514506"/>
              <a:gd name="connsiteY4320" fmla="*/ 1331595 h 3658174"/>
              <a:gd name="connsiteX4321" fmla="*/ 2984000 w 6514506"/>
              <a:gd name="connsiteY4321" fmla="*/ 1328261 h 3658174"/>
              <a:gd name="connsiteX4322" fmla="*/ 2972285 w 6514506"/>
              <a:gd name="connsiteY4322" fmla="*/ 1327023 h 3658174"/>
              <a:gd name="connsiteX4323" fmla="*/ 2974380 w 6514506"/>
              <a:gd name="connsiteY4323" fmla="*/ 1336643 h 3658174"/>
              <a:gd name="connsiteX4324" fmla="*/ 2971713 w 6514506"/>
              <a:gd name="connsiteY4324" fmla="*/ 1339977 h 3658174"/>
              <a:gd name="connsiteX4325" fmla="*/ 2964189 w 6514506"/>
              <a:gd name="connsiteY4325" fmla="*/ 1341215 h 3658174"/>
              <a:gd name="connsiteX4326" fmla="*/ 2961522 w 6514506"/>
              <a:gd name="connsiteY4326" fmla="*/ 1345977 h 3658174"/>
              <a:gd name="connsiteX4327" fmla="*/ 2960283 w 6514506"/>
              <a:gd name="connsiteY4327" fmla="*/ 1348930 h 3658174"/>
              <a:gd name="connsiteX4328" fmla="*/ 2954282 w 6514506"/>
              <a:gd name="connsiteY4328" fmla="*/ 1360360 h 3658174"/>
              <a:gd name="connsiteX4329" fmla="*/ 2943519 w 6514506"/>
              <a:gd name="connsiteY4329" fmla="*/ 1355312 h 3658174"/>
              <a:gd name="connsiteX4330" fmla="*/ 2942281 w 6514506"/>
              <a:gd name="connsiteY4330" fmla="*/ 1347501 h 3658174"/>
              <a:gd name="connsiteX4331" fmla="*/ 2945615 w 6514506"/>
              <a:gd name="connsiteY4331" fmla="*/ 1340643 h 3658174"/>
              <a:gd name="connsiteX4332" fmla="*/ 2933899 w 6514506"/>
              <a:gd name="connsiteY4332" fmla="*/ 1329594 h 3658174"/>
              <a:gd name="connsiteX4333" fmla="*/ 2923422 w 6514506"/>
              <a:gd name="connsiteY4333" fmla="*/ 1331690 h 3658174"/>
              <a:gd name="connsiteX4334" fmla="*/ 2915897 w 6514506"/>
              <a:gd name="connsiteY4334" fmla="*/ 1333785 h 3658174"/>
              <a:gd name="connsiteX4335" fmla="*/ 2908753 w 6514506"/>
              <a:gd name="connsiteY4335" fmla="*/ 1335309 h 3658174"/>
              <a:gd name="connsiteX4336" fmla="*/ 2904848 w 6514506"/>
              <a:gd name="connsiteY4336" fmla="*/ 1337119 h 3658174"/>
              <a:gd name="connsiteX4337" fmla="*/ 2899418 w 6514506"/>
              <a:gd name="connsiteY4337" fmla="*/ 1338643 h 3658174"/>
              <a:gd name="connsiteX4338" fmla="*/ 2895513 w 6514506"/>
              <a:gd name="connsiteY4338" fmla="*/ 1341977 h 3658174"/>
              <a:gd name="connsiteX4339" fmla="*/ 2891608 w 6514506"/>
              <a:gd name="connsiteY4339" fmla="*/ 1346168 h 3658174"/>
              <a:gd name="connsiteX4340" fmla="*/ 2886179 w 6514506"/>
              <a:gd name="connsiteY4340" fmla="*/ 1348549 h 3658174"/>
              <a:gd name="connsiteX4341" fmla="*/ 2884083 w 6514506"/>
              <a:gd name="connsiteY4341" fmla="*/ 1349406 h 3658174"/>
              <a:gd name="connsiteX4342" fmla="*/ 2877225 w 6514506"/>
              <a:gd name="connsiteY4342" fmla="*/ 1349121 h 3658174"/>
              <a:gd name="connsiteX4343" fmla="*/ 2869415 w 6514506"/>
              <a:gd name="connsiteY4343" fmla="*/ 1349406 h 3658174"/>
              <a:gd name="connsiteX4344" fmla="*/ 2872748 w 6514506"/>
              <a:gd name="connsiteY4344" fmla="*/ 1354836 h 3658174"/>
              <a:gd name="connsiteX4345" fmla="*/ 2875415 w 6514506"/>
              <a:gd name="connsiteY4345" fmla="*/ 1360265 h 3658174"/>
              <a:gd name="connsiteX4346" fmla="*/ 2875415 w 6514506"/>
              <a:gd name="connsiteY4346" fmla="*/ 1362646 h 3658174"/>
              <a:gd name="connsiteX4347" fmla="*/ 2878082 w 6514506"/>
              <a:gd name="connsiteY4347" fmla="*/ 1365027 h 3658174"/>
              <a:gd name="connsiteX4348" fmla="*/ 2880464 w 6514506"/>
              <a:gd name="connsiteY4348" fmla="*/ 1367409 h 3658174"/>
              <a:gd name="connsiteX4349" fmla="*/ 2877797 w 6514506"/>
              <a:gd name="connsiteY4349" fmla="*/ 1374933 h 3658174"/>
              <a:gd name="connsiteX4350" fmla="*/ 2869700 w 6514506"/>
              <a:gd name="connsiteY4350" fmla="*/ 1393793 h 3658174"/>
              <a:gd name="connsiteX4351" fmla="*/ 2866367 w 6514506"/>
              <a:gd name="connsiteY4351" fmla="*/ 1402175 h 3658174"/>
              <a:gd name="connsiteX4352" fmla="*/ 2863033 w 6514506"/>
              <a:gd name="connsiteY4352" fmla="*/ 1409414 h 3658174"/>
              <a:gd name="connsiteX4353" fmla="*/ 2852841 w 6514506"/>
              <a:gd name="connsiteY4353" fmla="*/ 1418082 h 3658174"/>
              <a:gd name="connsiteX4354" fmla="*/ 2853413 w 6514506"/>
              <a:gd name="connsiteY4354" fmla="*/ 1414462 h 3658174"/>
              <a:gd name="connsiteX4355" fmla="*/ 2854270 w 6514506"/>
              <a:gd name="connsiteY4355" fmla="*/ 1409700 h 3658174"/>
              <a:gd name="connsiteX4356" fmla="*/ 2855508 w 6514506"/>
              <a:gd name="connsiteY4356" fmla="*/ 1404651 h 3658174"/>
              <a:gd name="connsiteX4357" fmla="*/ 2855794 w 6514506"/>
              <a:gd name="connsiteY4357" fmla="*/ 1401032 h 3658174"/>
              <a:gd name="connsiteX4358" fmla="*/ 2851032 w 6514506"/>
              <a:gd name="connsiteY4358" fmla="*/ 1404651 h 3658174"/>
              <a:gd name="connsiteX4359" fmla="*/ 2851603 w 6514506"/>
              <a:gd name="connsiteY4359" fmla="*/ 1411224 h 3658174"/>
              <a:gd name="connsiteX4360" fmla="*/ 2847412 w 6514506"/>
              <a:gd name="connsiteY4360" fmla="*/ 1413891 h 3658174"/>
              <a:gd name="connsiteX4361" fmla="*/ 2846840 w 6514506"/>
              <a:gd name="connsiteY4361" fmla="*/ 1409985 h 3658174"/>
              <a:gd name="connsiteX4362" fmla="*/ 2847698 w 6514506"/>
              <a:gd name="connsiteY4362" fmla="*/ 1404270 h 3658174"/>
              <a:gd name="connsiteX4363" fmla="*/ 2845602 w 6514506"/>
              <a:gd name="connsiteY4363" fmla="*/ 1395317 h 3658174"/>
              <a:gd name="connsiteX4364" fmla="*/ 2848936 w 6514506"/>
              <a:gd name="connsiteY4364" fmla="*/ 1390173 h 3658174"/>
              <a:gd name="connsiteX4365" fmla="*/ 2851032 w 6514506"/>
              <a:gd name="connsiteY4365" fmla="*/ 1384173 h 3658174"/>
              <a:gd name="connsiteX4366" fmla="*/ 2852556 w 6514506"/>
              <a:gd name="connsiteY4366" fmla="*/ 1379124 h 3658174"/>
              <a:gd name="connsiteX4367" fmla="*/ 2852270 w 6514506"/>
              <a:gd name="connsiteY4367" fmla="*/ 1376172 h 3658174"/>
              <a:gd name="connsiteX4368" fmla="*/ 2851032 w 6514506"/>
              <a:gd name="connsiteY4368" fmla="*/ 1369885 h 3658174"/>
              <a:gd name="connsiteX4369" fmla="*/ 2848365 w 6514506"/>
              <a:gd name="connsiteY4369" fmla="*/ 1375886 h 3658174"/>
              <a:gd name="connsiteX4370" fmla="*/ 2845031 w 6514506"/>
              <a:gd name="connsiteY4370" fmla="*/ 1376172 h 3658174"/>
              <a:gd name="connsiteX4371" fmla="*/ 2843507 w 6514506"/>
              <a:gd name="connsiteY4371" fmla="*/ 1370171 h 3658174"/>
              <a:gd name="connsiteX4372" fmla="*/ 2843792 w 6514506"/>
              <a:gd name="connsiteY4372" fmla="*/ 1360836 h 3658174"/>
              <a:gd name="connsiteX4373" fmla="*/ 2845888 w 6514506"/>
              <a:gd name="connsiteY4373" fmla="*/ 1356931 h 3658174"/>
              <a:gd name="connsiteX4374" fmla="*/ 2849984 w 6514506"/>
              <a:gd name="connsiteY4374" fmla="*/ 1353693 h 3658174"/>
              <a:gd name="connsiteX4375" fmla="*/ 2857604 w 6514506"/>
              <a:gd name="connsiteY4375" fmla="*/ 1350930 h 3658174"/>
              <a:gd name="connsiteX4376" fmla="*/ 2859414 w 6514506"/>
              <a:gd name="connsiteY4376" fmla="*/ 1348263 h 3658174"/>
              <a:gd name="connsiteX4377" fmla="*/ 2859699 w 6514506"/>
              <a:gd name="connsiteY4377" fmla="*/ 1341691 h 3658174"/>
              <a:gd name="connsiteX4378" fmla="*/ 2870462 w 6514506"/>
              <a:gd name="connsiteY4378" fmla="*/ 1333595 h 3658174"/>
              <a:gd name="connsiteX4379" fmla="*/ 2875225 w 6514506"/>
              <a:gd name="connsiteY4379" fmla="*/ 1328832 h 3658174"/>
              <a:gd name="connsiteX4380" fmla="*/ 2885417 w 6514506"/>
              <a:gd name="connsiteY4380" fmla="*/ 1325499 h 3658174"/>
              <a:gd name="connsiteX4381" fmla="*/ 2896180 w 6514506"/>
              <a:gd name="connsiteY4381" fmla="*/ 1316545 h 3658174"/>
              <a:gd name="connsiteX4382" fmla="*/ 2904562 w 6514506"/>
              <a:gd name="connsiteY4382" fmla="*/ 1313211 h 3658174"/>
              <a:gd name="connsiteX4383" fmla="*/ 2913706 w 6514506"/>
              <a:gd name="connsiteY4383" fmla="*/ 1312640 h 3658174"/>
              <a:gd name="connsiteX4384" fmla="*/ 2921326 w 6514506"/>
              <a:gd name="connsiteY4384" fmla="*/ 1312354 h 3658174"/>
              <a:gd name="connsiteX4385" fmla="*/ 2928184 w 6514506"/>
              <a:gd name="connsiteY4385" fmla="*/ 1310259 h 3658174"/>
              <a:gd name="connsiteX4386" fmla="*/ 2940757 w 6514506"/>
              <a:gd name="connsiteY4386" fmla="*/ 1309401 h 3658174"/>
              <a:gd name="connsiteX4387" fmla="*/ 2945329 w 6514506"/>
              <a:gd name="connsiteY4387" fmla="*/ 1310830 h 3658174"/>
              <a:gd name="connsiteX4388" fmla="*/ 2953711 w 6514506"/>
              <a:gd name="connsiteY4388" fmla="*/ 1311688 h 3658174"/>
              <a:gd name="connsiteX4389" fmla="*/ 2959426 w 6514506"/>
              <a:gd name="connsiteY4389" fmla="*/ 1306639 h 3658174"/>
              <a:gd name="connsiteX4390" fmla="*/ 2964855 w 6514506"/>
              <a:gd name="connsiteY4390" fmla="*/ 1294923 h 3658174"/>
              <a:gd name="connsiteX4391" fmla="*/ 2972951 w 6514506"/>
              <a:gd name="connsiteY4391" fmla="*/ 1281112 h 3658174"/>
              <a:gd name="connsiteX4392" fmla="*/ 2983429 w 6514506"/>
              <a:gd name="connsiteY4392" fmla="*/ 1270349 h 3658174"/>
              <a:gd name="connsiteX4393" fmla="*/ 2982857 w 6514506"/>
              <a:gd name="connsiteY4393" fmla="*/ 1275492 h 3658174"/>
              <a:gd name="connsiteX4394" fmla="*/ 2983143 w 6514506"/>
              <a:gd name="connsiteY4394" fmla="*/ 1281779 h 3658174"/>
              <a:gd name="connsiteX4395" fmla="*/ 2989715 w 6514506"/>
              <a:gd name="connsiteY4395" fmla="*/ 1281779 h 3658174"/>
              <a:gd name="connsiteX4396" fmla="*/ 2994764 w 6514506"/>
              <a:gd name="connsiteY4396" fmla="*/ 1278826 h 3658174"/>
              <a:gd name="connsiteX4397" fmla="*/ 3005527 w 6514506"/>
              <a:gd name="connsiteY4397" fmla="*/ 1271301 h 3658174"/>
              <a:gd name="connsiteX4398" fmla="*/ 3023243 w 6514506"/>
              <a:gd name="connsiteY4398" fmla="*/ 1252156 h 3658174"/>
              <a:gd name="connsiteX4399" fmla="*/ 3032197 w 6514506"/>
              <a:gd name="connsiteY4399" fmla="*/ 1238059 h 3658174"/>
              <a:gd name="connsiteX4400" fmla="*/ 3034292 w 6514506"/>
              <a:gd name="connsiteY4400" fmla="*/ 1228725 h 3658174"/>
              <a:gd name="connsiteX4401" fmla="*/ 3036959 w 6514506"/>
              <a:gd name="connsiteY4401" fmla="*/ 1217961 h 3658174"/>
              <a:gd name="connsiteX4402" fmla="*/ 3036959 w 6514506"/>
              <a:gd name="connsiteY4402" fmla="*/ 1211675 h 3658174"/>
              <a:gd name="connsiteX4403" fmla="*/ 3035435 w 6514506"/>
              <a:gd name="connsiteY4403" fmla="*/ 1209579 h 3658174"/>
              <a:gd name="connsiteX4404" fmla="*/ 3035150 w 6514506"/>
              <a:gd name="connsiteY4404" fmla="*/ 1203864 h 3658174"/>
              <a:gd name="connsiteX4405" fmla="*/ 3035150 w 6514506"/>
              <a:gd name="connsiteY4405" fmla="*/ 1195482 h 3658174"/>
              <a:gd name="connsiteX4406" fmla="*/ 3039055 w 6514506"/>
              <a:gd name="connsiteY4406" fmla="*/ 1192434 h 3658174"/>
              <a:gd name="connsiteX4407" fmla="*/ 3043246 w 6514506"/>
              <a:gd name="connsiteY4407" fmla="*/ 1186719 h 3658174"/>
              <a:gd name="connsiteX4408" fmla="*/ 3050390 w 6514506"/>
              <a:gd name="connsiteY4408" fmla="*/ 1188243 h 3658174"/>
              <a:gd name="connsiteX4409" fmla="*/ 3054866 w 6514506"/>
              <a:gd name="connsiteY4409" fmla="*/ 1190339 h 3658174"/>
              <a:gd name="connsiteX4410" fmla="*/ 3057819 w 6514506"/>
              <a:gd name="connsiteY4410" fmla="*/ 1185862 h 3658174"/>
              <a:gd name="connsiteX4411" fmla="*/ 3055724 w 6514506"/>
              <a:gd name="connsiteY4411" fmla="*/ 1181385 h 3658174"/>
              <a:gd name="connsiteX4412" fmla="*/ 3053914 w 6514506"/>
              <a:gd name="connsiteY4412" fmla="*/ 1177766 h 3658174"/>
              <a:gd name="connsiteX4413" fmla="*/ 3057356 w 6514506"/>
              <a:gd name="connsiteY4413" fmla="*/ 1174754 h 3658174"/>
              <a:gd name="connsiteX4414" fmla="*/ 732858 w 6514506"/>
              <a:gd name="connsiteY4414" fmla="*/ 1165529 h 3658174"/>
              <a:gd name="connsiteX4415" fmla="*/ 732827 w 6514506"/>
              <a:gd name="connsiteY4415" fmla="*/ 1165621 h 3658174"/>
              <a:gd name="connsiteX4416" fmla="*/ 733815 w 6514506"/>
              <a:gd name="connsiteY4416" fmla="*/ 1171669 h 3658174"/>
              <a:gd name="connsiteX4417" fmla="*/ 735898 w 6514506"/>
              <a:gd name="connsiteY4417" fmla="*/ 1183597 h 3658174"/>
              <a:gd name="connsiteX4418" fmla="*/ 735910 w 6514506"/>
              <a:gd name="connsiteY4418" fmla="*/ 1183385 h 3658174"/>
              <a:gd name="connsiteX4419" fmla="*/ 733815 w 6514506"/>
              <a:gd name="connsiteY4419" fmla="*/ 1171384 h 3658174"/>
              <a:gd name="connsiteX4420" fmla="*/ 789464 w 6514506"/>
              <a:gd name="connsiteY4420" fmla="*/ 1161990 h 3658174"/>
              <a:gd name="connsiteX4421" fmla="*/ 790583 w 6514506"/>
              <a:gd name="connsiteY4421" fmla="*/ 1165002 h 3658174"/>
              <a:gd name="connsiteX4422" fmla="*/ 790012 w 6514506"/>
              <a:gd name="connsiteY4422" fmla="*/ 1167098 h 3658174"/>
              <a:gd name="connsiteX4423" fmla="*/ 787631 w 6514506"/>
              <a:gd name="connsiteY4423" fmla="*/ 1163478 h 3658174"/>
              <a:gd name="connsiteX4424" fmla="*/ 789464 w 6514506"/>
              <a:gd name="connsiteY4424" fmla="*/ 1161990 h 3658174"/>
              <a:gd name="connsiteX4425" fmla="*/ 1069952 w 6514506"/>
              <a:gd name="connsiteY4425" fmla="*/ 1155192 h 3658174"/>
              <a:gd name="connsiteX4426" fmla="*/ 1071761 w 6514506"/>
              <a:gd name="connsiteY4426" fmla="*/ 1156716 h 3658174"/>
              <a:gd name="connsiteX4427" fmla="*/ 1069666 w 6514506"/>
              <a:gd name="connsiteY4427" fmla="*/ 1160240 h 3658174"/>
              <a:gd name="connsiteX4428" fmla="*/ 1069952 w 6514506"/>
              <a:gd name="connsiteY4428" fmla="*/ 1155192 h 3658174"/>
              <a:gd name="connsiteX4429" fmla="*/ 1017183 w 6514506"/>
              <a:gd name="connsiteY4429" fmla="*/ 1151572 h 3658174"/>
              <a:gd name="connsiteX4430" fmla="*/ 1019851 w 6514506"/>
              <a:gd name="connsiteY4430" fmla="*/ 1152810 h 3658174"/>
              <a:gd name="connsiteX4431" fmla="*/ 1021946 w 6514506"/>
              <a:gd name="connsiteY4431" fmla="*/ 1156144 h 3658174"/>
              <a:gd name="connsiteX4432" fmla="*/ 1026709 w 6514506"/>
              <a:gd name="connsiteY4432" fmla="*/ 1159478 h 3658174"/>
              <a:gd name="connsiteX4433" fmla="*/ 1037186 w 6514506"/>
              <a:gd name="connsiteY4433" fmla="*/ 1162145 h 3658174"/>
              <a:gd name="connsiteX4434" fmla="*/ 1043758 w 6514506"/>
              <a:gd name="connsiteY4434" fmla="*/ 1166336 h 3658174"/>
              <a:gd name="connsiteX4435" fmla="*/ 1044330 w 6514506"/>
              <a:gd name="connsiteY4435" fmla="*/ 1169670 h 3658174"/>
              <a:gd name="connsiteX4436" fmla="*/ 1049093 w 6514506"/>
              <a:gd name="connsiteY4436" fmla="*/ 1168812 h 3658174"/>
              <a:gd name="connsiteX4437" fmla="*/ 1052045 w 6514506"/>
              <a:gd name="connsiteY4437" fmla="*/ 1170336 h 3658174"/>
              <a:gd name="connsiteX4438" fmla="*/ 1045187 w 6514506"/>
              <a:gd name="connsiteY4438" fmla="*/ 1174813 h 3658174"/>
              <a:gd name="connsiteX4439" fmla="*/ 1038330 w 6514506"/>
              <a:gd name="connsiteY4439" fmla="*/ 1173575 h 3658174"/>
              <a:gd name="connsiteX4440" fmla="*/ 1033852 w 6514506"/>
              <a:gd name="connsiteY4440" fmla="*/ 1173575 h 3658174"/>
              <a:gd name="connsiteX4441" fmla="*/ 1027566 w 6514506"/>
              <a:gd name="connsiteY4441" fmla="*/ 1173289 h 3658174"/>
              <a:gd name="connsiteX4442" fmla="*/ 1025280 w 6514506"/>
              <a:gd name="connsiteY4442" fmla="*/ 1169860 h 3658174"/>
              <a:gd name="connsiteX4443" fmla="*/ 1022898 w 6514506"/>
              <a:gd name="connsiteY4443" fmla="*/ 1165955 h 3658174"/>
              <a:gd name="connsiteX4444" fmla="*/ 1013564 w 6514506"/>
              <a:gd name="connsiteY4444" fmla="*/ 1163002 h 3658174"/>
              <a:gd name="connsiteX4445" fmla="*/ 1009373 w 6514506"/>
              <a:gd name="connsiteY4445" fmla="*/ 1155858 h 3658174"/>
              <a:gd name="connsiteX4446" fmla="*/ 1012326 w 6514506"/>
              <a:gd name="connsiteY4446" fmla="*/ 1152524 h 3658174"/>
              <a:gd name="connsiteX4447" fmla="*/ 1014135 w 6514506"/>
              <a:gd name="connsiteY4447" fmla="*/ 1153096 h 3658174"/>
              <a:gd name="connsiteX4448" fmla="*/ 1017183 w 6514506"/>
              <a:gd name="connsiteY4448" fmla="*/ 1151572 h 3658174"/>
              <a:gd name="connsiteX4449" fmla="*/ 1801004 w 6514506"/>
              <a:gd name="connsiteY4449" fmla="*/ 1147300 h 3658174"/>
              <a:gd name="connsiteX4450" fmla="*/ 1800972 w 6514506"/>
              <a:gd name="connsiteY4450" fmla="*/ 1147310 h 3658174"/>
              <a:gd name="connsiteX4451" fmla="*/ 1802234 w 6514506"/>
              <a:gd name="connsiteY4451" fmla="*/ 1150620 h 3658174"/>
              <a:gd name="connsiteX4452" fmla="*/ 1818712 w 6514506"/>
              <a:gd name="connsiteY4452" fmla="*/ 1154811 h 3658174"/>
              <a:gd name="connsiteX4453" fmla="*/ 1828046 w 6514506"/>
              <a:gd name="connsiteY4453" fmla="*/ 1158430 h 3658174"/>
              <a:gd name="connsiteX4454" fmla="*/ 1836143 w 6514506"/>
              <a:gd name="connsiteY4454" fmla="*/ 1156906 h 3658174"/>
              <a:gd name="connsiteX4455" fmla="*/ 1841857 w 6514506"/>
              <a:gd name="connsiteY4455" fmla="*/ 1158145 h 3658174"/>
              <a:gd name="connsiteX4456" fmla="*/ 1850240 w 6514506"/>
              <a:gd name="connsiteY4456" fmla="*/ 1164145 h 3658174"/>
              <a:gd name="connsiteX4457" fmla="*/ 1862785 w 6514506"/>
              <a:gd name="connsiteY4457" fmla="*/ 1162393 h 3658174"/>
              <a:gd name="connsiteX4458" fmla="*/ 1862845 w 6514506"/>
              <a:gd name="connsiteY4458" fmla="*/ 1162289 h 3658174"/>
              <a:gd name="connsiteX4459" fmla="*/ 1850239 w 6514506"/>
              <a:gd name="connsiteY4459" fmla="*/ 1164050 h 3658174"/>
              <a:gd name="connsiteX4460" fmla="*/ 1841857 w 6514506"/>
              <a:gd name="connsiteY4460" fmla="*/ 1158049 h 3658174"/>
              <a:gd name="connsiteX4461" fmla="*/ 1836143 w 6514506"/>
              <a:gd name="connsiteY4461" fmla="*/ 1156811 h 3658174"/>
              <a:gd name="connsiteX4462" fmla="*/ 1828046 w 6514506"/>
              <a:gd name="connsiteY4462" fmla="*/ 1158335 h 3658174"/>
              <a:gd name="connsiteX4463" fmla="*/ 1818712 w 6514506"/>
              <a:gd name="connsiteY4463" fmla="*/ 1154715 h 3658174"/>
              <a:gd name="connsiteX4464" fmla="*/ 1802234 w 6514506"/>
              <a:gd name="connsiteY4464" fmla="*/ 1150524 h 3658174"/>
              <a:gd name="connsiteX4465" fmla="*/ 1829985 w 6514506"/>
              <a:gd name="connsiteY4465" fmla="*/ 1147140 h 3658174"/>
              <a:gd name="connsiteX4466" fmla="*/ 1828298 w 6514506"/>
              <a:gd name="connsiteY4466" fmla="*/ 1147724 h 3658174"/>
              <a:gd name="connsiteX4467" fmla="*/ 1829940 w 6514506"/>
              <a:gd name="connsiteY4467" fmla="*/ 1147262 h 3658174"/>
              <a:gd name="connsiteX4468" fmla="*/ 1789875 w 6514506"/>
              <a:gd name="connsiteY4468" fmla="*/ 1145386 h 3658174"/>
              <a:gd name="connsiteX4469" fmla="*/ 1774896 w 6514506"/>
              <a:gd name="connsiteY4469" fmla="*/ 1145666 h 3658174"/>
              <a:gd name="connsiteX4470" fmla="*/ 1774817 w 6514506"/>
              <a:gd name="connsiteY4470" fmla="*/ 1145756 h 3658174"/>
              <a:gd name="connsiteX4471" fmla="*/ 1789756 w 6514506"/>
              <a:gd name="connsiteY4471" fmla="*/ 1145476 h 3658174"/>
              <a:gd name="connsiteX4472" fmla="*/ 1088907 w 6514506"/>
              <a:gd name="connsiteY4472" fmla="*/ 1144809 h 3658174"/>
              <a:gd name="connsiteX4473" fmla="*/ 1090145 w 6514506"/>
              <a:gd name="connsiteY4473" fmla="*/ 1148143 h 3658174"/>
              <a:gd name="connsiteX4474" fmla="*/ 1085384 w 6514506"/>
              <a:gd name="connsiteY4474" fmla="*/ 1150810 h 3658174"/>
              <a:gd name="connsiteX4475" fmla="*/ 1083193 w 6514506"/>
              <a:gd name="connsiteY4475" fmla="*/ 1149286 h 3658174"/>
              <a:gd name="connsiteX4476" fmla="*/ 1088907 w 6514506"/>
              <a:gd name="connsiteY4476" fmla="*/ 1144809 h 3658174"/>
              <a:gd name="connsiteX4477" fmla="*/ 1806652 w 6514506"/>
              <a:gd name="connsiteY4477" fmla="*/ 1138198 h 3658174"/>
              <a:gd name="connsiteX4478" fmla="*/ 1797661 w 6514506"/>
              <a:gd name="connsiteY4478" fmla="*/ 1139666 h 3658174"/>
              <a:gd name="connsiteX4479" fmla="*/ 1797606 w 6514506"/>
              <a:gd name="connsiteY4479" fmla="*/ 1139708 h 3658174"/>
              <a:gd name="connsiteX4480" fmla="*/ 1806615 w 6514506"/>
              <a:gd name="connsiteY4480" fmla="*/ 1138237 h 3658174"/>
              <a:gd name="connsiteX4481" fmla="*/ 1008325 w 6514506"/>
              <a:gd name="connsiteY4481" fmla="*/ 1133761 h 3658174"/>
              <a:gd name="connsiteX4482" fmla="*/ 1010992 w 6514506"/>
              <a:gd name="connsiteY4482" fmla="*/ 1134332 h 3658174"/>
              <a:gd name="connsiteX4483" fmla="*/ 1009849 w 6514506"/>
              <a:gd name="connsiteY4483" fmla="*/ 1136713 h 3658174"/>
              <a:gd name="connsiteX4484" fmla="*/ 1008325 w 6514506"/>
              <a:gd name="connsiteY4484" fmla="*/ 1133761 h 3658174"/>
              <a:gd name="connsiteX4485" fmla="*/ 1060141 w 6514506"/>
              <a:gd name="connsiteY4485" fmla="*/ 1124998 h 3658174"/>
              <a:gd name="connsiteX4486" fmla="*/ 1061379 w 6514506"/>
              <a:gd name="connsiteY4486" fmla="*/ 1127950 h 3658174"/>
              <a:gd name="connsiteX4487" fmla="*/ 1060141 w 6514506"/>
              <a:gd name="connsiteY4487" fmla="*/ 1124998 h 3658174"/>
              <a:gd name="connsiteX4488" fmla="*/ 3158214 w 6514506"/>
              <a:gd name="connsiteY4488" fmla="*/ 1122807 h 3658174"/>
              <a:gd name="connsiteX4489" fmla="*/ 3160880 w 6514506"/>
              <a:gd name="connsiteY4489" fmla="*/ 1122902 h 3658174"/>
              <a:gd name="connsiteX4490" fmla="*/ 3156403 w 6514506"/>
              <a:gd name="connsiteY4490" fmla="*/ 1124712 h 3658174"/>
              <a:gd name="connsiteX4491" fmla="*/ 3158214 w 6514506"/>
              <a:gd name="connsiteY4491" fmla="*/ 1122807 h 3658174"/>
              <a:gd name="connsiteX4492" fmla="*/ 1827379 w 6514506"/>
              <a:gd name="connsiteY4492" fmla="*/ 1121378 h 3658174"/>
              <a:gd name="connsiteX4493" fmla="*/ 1817473 w 6514506"/>
              <a:gd name="connsiteY4493" fmla="*/ 1122902 h 3658174"/>
              <a:gd name="connsiteX4494" fmla="*/ 1817434 w 6514506"/>
              <a:gd name="connsiteY4494" fmla="*/ 1122945 h 3658174"/>
              <a:gd name="connsiteX4495" fmla="*/ 1826998 w 6514506"/>
              <a:gd name="connsiteY4495" fmla="*/ 1121473 h 3658174"/>
              <a:gd name="connsiteX4496" fmla="*/ 1833571 w 6514506"/>
              <a:gd name="connsiteY4496" fmla="*/ 1123283 h 3658174"/>
              <a:gd name="connsiteX4497" fmla="*/ 1830904 w 6514506"/>
              <a:gd name="connsiteY4497" fmla="*/ 1131951 h 3658174"/>
              <a:gd name="connsiteX4498" fmla="*/ 1830047 w 6514506"/>
              <a:gd name="connsiteY4498" fmla="*/ 1139476 h 3658174"/>
              <a:gd name="connsiteX4499" fmla="*/ 1832047 w 6514506"/>
              <a:gd name="connsiteY4499" fmla="*/ 1143095 h 3658174"/>
              <a:gd name="connsiteX4500" fmla="*/ 1831730 w 6514506"/>
              <a:gd name="connsiteY4500" fmla="*/ 1143818 h 3658174"/>
              <a:gd name="connsiteX4501" fmla="*/ 1834466 w 6514506"/>
              <a:gd name="connsiteY4501" fmla="*/ 1144754 h 3658174"/>
              <a:gd name="connsiteX4502" fmla="*/ 1832428 w 6514506"/>
              <a:gd name="connsiteY4502" fmla="*/ 1142999 h 3658174"/>
              <a:gd name="connsiteX4503" fmla="*/ 1830427 w 6514506"/>
              <a:gd name="connsiteY4503" fmla="*/ 1139380 h 3658174"/>
              <a:gd name="connsiteX4504" fmla="*/ 1831284 w 6514506"/>
              <a:gd name="connsiteY4504" fmla="*/ 1131855 h 3658174"/>
              <a:gd name="connsiteX4505" fmla="*/ 1833951 w 6514506"/>
              <a:gd name="connsiteY4505" fmla="*/ 1123187 h 3658174"/>
              <a:gd name="connsiteX4506" fmla="*/ 1827379 w 6514506"/>
              <a:gd name="connsiteY4506" fmla="*/ 1121378 h 3658174"/>
              <a:gd name="connsiteX4507" fmla="*/ 1056998 w 6514506"/>
              <a:gd name="connsiteY4507" fmla="*/ 1118044 h 3658174"/>
              <a:gd name="connsiteX4508" fmla="*/ 1059665 w 6514506"/>
              <a:gd name="connsiteY4508" fmla="*/ 1119568 h 3658174"/>
              <a:gd name="connsiteX4509" fmla="*/ 1057855 w 6514506"/>
              <a:gd name="connsiteY4509" fmla="*/ 1121378 h 3658174"/>
              <a:gd name="connsiteX4510" fmla="*/ 1056998 w 6514506"/>
              <a:gd name="connsiteY4510" fmla="*/ 1118044 h 3658174"/>
              <a:gd name="connsiteX4511" fmla="*/ 330157 w 6514506"/>
              <a:gd name="connsiteY4511" fmla="*/ 1116008 h 3658174"/>
              <a:gd name="connsiteX4512" fmla="*/ 336336 w 6514506"/>
              <a:gd name="connsiteY4512" fmla="*/ 1118997 h 3658174"/>
              <a:gd name="connsiteX4513" fmla="*/ 335099 w 6514506"/>
              <a:gd name="connsiteY4513" fmla="*/ 1123569 h 3658174"/>
              <a:gd name="connsiteX4514" fmla="*/ 331764 w 6514506"/>
              <a:gd name="connsiteY4514" fmla="*/ 1123569 h 3658174"/>
              <a:gd name="connsiteX4515" fmla="*/ 328906 w 6514506"/>
              <a:gd name="connsiteY4515" fmla="*/ 1118521 h 3658174"/>
              <a:gd name="connsiteX4516" fmla="*/ 330157 w 6514506"/>
              <a:gd name="connsiteY4516" fmla="*/ 1116008 h 3658174"/>
              <a:gd name="connsiteX4517" fmla="*/ 3151927 w 6514506"/>
              <a:gd name="connsiteY4517" fmla="*/ 1108900 h 3658174"/>
              <a:gd name="connsiteX4518" fmla="*/ 3157642 w 6514506"/>
              <a:gd name="connsiteY4518" fmla="*/ 1109471 h 3658174"/>
              <a:gd name="connsiteX4519" fmla="*/ 3158213 w 6514506"/>
              <a:gd name="connsiteY4519" fmla="*/ 1112424 h 3658174"/>
              <a:gd name="connsiteX4520" fmla="*/ 3151450 w 6514506"/>
              <a:gd name="connsiteY4520" fmla="*/ 1114424 h 3658174"/>
              <a:gd name="connsiteX4521" fmla="*/ 3143069 w 6514506"/>
              <a:gd name="connsiteY4521" fmla="*/ 1119853 h 3658174"/>
              <a:gd name="connsiteX4522" fmla="*/ 3135829 w 6514506"/>
              <a:gd name="connsiteY4522" fmla="*/ 1123187 h 3658174"/>
              <a:gd name="connsiteX4523" fmla="*/ 3139735 w 6514506"/>
              <a:gd name="connsiteY4523" fmla="*/ 1118139 h 3658174"/>
              <a:gd name="connsiteX4524" fmla="*/ 3142402 w 6514506"/>
              <a:gd name="connsiteY4524" fmla="*/ 1115472 h 3658174"/>
              <a:gd name="connsiteX4525" fmla="*/ 3147450 w 6514506"/>
              <a:gd name="connsiteY4525" fmla="*/ 1110709 h 3658174"/>
              <a:gd name="connsiteX4526" fmla="*/ 3151927 w 6514506"/>
              <a:gd name="connsiteY4526" fmla="*/ 1108900 h 3658174"/>
              <a:gd name="connsiteX4527" fmla="*/ 1428338 w 6514506"/>
              <a:gd name="connsiteY4527" fmla="*/ 1106637 h 3658174"/>
              <a:gd name="connsiteX4528" fmla="*/ 1427217 w 6514506"/>
              <a:gd name="connsiteY4528" fmla="*/ 1109998 h 3658174"/>
              <a:gd name="connsiteX4529" fmla="*/ 1427290 w 6514506"/>
              <a:gd name="connsiteY4529" fmla="*/ 1109973 h 3658174"/>
              <a:gd name="connsiteX4530" fmla="*/ 1428378 w 6514506"/>
              <a:gd name="connsiteY4530" fmla="*/ 1106710 h 3658174"/>
              <a:gd name="connsiteX4531" fmla="*/ 1084715 w 6514506"/>
              <a:gd name="connsiteY4531" fmla="*/ 1099566 h 3658174"/>
              <a:gd name="connsiteX4532" fmla="*/ 1083858 w 6514506"/>
              <a:gd name="connsiteY4532" fmla="*/ 1102233 h 3658174"/>
              <a:gd name="connsiteX4533" fmla="*/ 1081762 w 6514506"/>
              <a:gd name="connsiteY4533" fmla="*/ 1100423 h 3658174"/>
              <a:gd name="connsiteX4534" fmla="*/ 1084715 w 6514506"/>
              <a:gd name="connsiteY4534" fmla="*/ 1099566 h 3658174"/>
              <a:gd name="connsiteX4535" fmla="*/ 1055188 w 6514506"/>
              <a:gd name="connsiteY4535" fmla="*/ 1098328 h 3658174"/>
              <a:gd name="connsiteX4536" fmla="*/ 1057570 w 6514506"/>
              <a:gd name="connsiteY4536" fmla="*/ 1098613 h 3658174"/>
              <a:gd name="connsiteX4537" fmla="*/ 1057570 w 6514506"/>
              <a:gd name="connsiteY4537" fmla="*/ 1102233 h 3658174"/>
              <a:gd name="connsiteX4538" fmla="*/ 1055188 w 6514506"/>
              <a:gd name="connsiteY4538" fmla="*/ 1098328 h 3658174"/>
              <a:gd name="connsiteX4539" fmla="*/ 1425026 w 6514506"/>
              <a:gd name="connsiteY4539" fmla="*/ 1086824 h 3658174"/>
              <a:gd name="connsiteX4540" fmla="*/ 1424186 w 6514506"/>
              <a:gd name="connsiteY4540" fmla="*/ 1092707 h 3658174"/>
              <a:gd name="connsiteX4541" fmla="*/ 1422662 w 6514506"/>
              <a:gd name="connsiteY4541" fmla="*/ 1098708 h 3658174"/>
              <a:gd name="connsiteX4542" fmla="*/ 1422701 w 6514506"/>
              <a:gd name="connsiteY4542" fmla="*/ 1098752 h 3658174"/>
              <a:gd name="connsiteX4543" fmla="*/ 1424187 w 6514506"/>
              <a:gd name="connsiteY4543" fmla="*/ 1092898 h 3658174"/>
              <a:gd name="connsiteX4544" fmla="*/ 1425044 w 6514506"/>
              <a:gd name="connsiteY4544" fmla="*/ 1086898 h 3658174"/>
              <a:gd name="connsiteX4545" fmla="*/ 1599701 w 6514506"/>
              <a:gd name="connsiteY4545" fmla="*/ 1082051 h 3658174"/>
              <a:gd name="connsiteX4546" fmla="*/ 1594299 w 6514506"/>
              <a:gd name="connsiteY4546" fmla="*/ 1082320 h 3658174"/>
              <a:gd name="connsiteX4547" fmla="*/ 1594303 w 6514506"/>
              <a:gd name="connsiteY4547" fmla="*/ 1082326 h 3658174"/>
              <a:gd name="connsiteX4548" fmla="*/ 1599699 w 6514506"/>
              <a:gd name="connsiteY4548" fmla="*/ 1082056 h 3658174"/>
              <a:gd name="connsiteX4549" fmla="*/ 1613837 w 6514506"/>
              <a:gd name="connsiteY4549" fmla="*/ 1081392 h 3658174"/>
              <a:gd name="connsiteX4550" fmla="*/ 1599446 w 6514506"/>
              <a:gd name="connsiteY4550" fmla="*/ 1082897 h 3658174"/>
              <a:gd name="connsiteX4551" fmla="*/ 1599521 w 6514506"/>
              <a:gd name="connsiteY4551" fmla="*/ 1082648 h 3658174"/>
              <a:gd name="connsiteX4552" fmla="*/ 1599161 w 6514506"/>
              <a:gd name="connsiteY4552" fmla="*/ 1083088 h 3658174"/>
              <a:gd name="connsiteX4553" fmla="*/ 1613734 w 6514506"/>
              <a:gd name="connsiteY4553" fmla="*/ 1081564 h 3658174"/>
              <a:gd name="connsiteX4554" fmla="*/ 3075155 w 6514506"/>
              <a:gd name="connsiteY4554" fmla="*/ 1080051 h 3658174"/>
              <a:gd name="connsiteX4555" fmla="*/ 3077536 w 6514506"/>
              <a:gd name="connsiteY4555" fmla="*/ 1081849 h 3658174"/>
              <a:gd name="connsiteX4556" fmla="*/ 3084775 w 6514506"/>
              <a:gd name="connsiteY4556" fmla="*/ 1093565 h 3658174"/>
              <a:gd name="connsiteX4557" fmla="*/ 3094395 w 6514506"/>
              <a:gd name="connsiteY4557" fmla="*/ 1104614 h 3658174"/>
              <a:gd name="connsiteX4558" fmla="*/ 3103063 w 6514506"/>
              <a:gd name="connsiteY4558" fmla="*/ 1111186 h 3658174"/>
              <a:gd name="connsiteX4559" fmla="*/ 3112398 w 6514506"/>
              <a:gd name="connsiteY4559" fmla="*/ 1117187 h 3658174"/>
              <a:gd name="connsiteX4560" fmla="*/ 3114779 w 6514506"/>
              <a:gd name="connsiteY4560" fmla="*/ 1117758 h 3658174"/>
              <a:gd name="connsiteX4561" fmla="*/ 3118112 w 6514506"/>
              <a:gd name="connsiteY4561" fmla="*/ 1118616 h 3658174"/>
              <a:gd name="connsiteX4562" fmla="*/ 3121065 w 6514506"/>
              <a:gd name="connsiteY4562" fmla="*/ 1121949 h 3658174"/>
              <a:gd name="connsiteX4563" fmla="*/ 3131828 w 6514506"/>
              <a:gd name="connsiteY4563" fmla="*/ 1111758 h 3658174"/>
              <a:gd name="connsiteX4564" fmla="*/ 3133067 w 6514506"/>
              <a:gd name="connsiteY4564" fmla="*/ 1118044 h 3658174"/>
              <a:gd name="connsiteX4565" fmla="*/ 3137543 w 6514506"/>
              <a:gd name="connsiteY4565" fmla="*/ 1129760 h 3658174"/>
              <a:gd name="connsiteX4566" fmla="*/ 3135734 w 6514506"/>
              <a:gd name="connsiteY4566" fmla="*/ 1134522 h 3658174"/>
              <a:gd name="connsiteX4567" fmla="*/ 3126399 w 6514506"/>
              <a:gd name="connsiteY4567" fmla="*/ 1140809 h 3658174"/>
              <a:gd name="connsiteX4568" fmla="*/ 3122780 w 6514506"/>
              <a:gd name="connsiteY4568" fmla="*/ 1139952 h 3658174"/>
              <a:gd name="connsiteX4569" fmla="*/ 3122494 w 6514506"/>
              <a:gd name="connsiteY4569" fmla="*/ 1137570 h 3658174"/>
              <a:gd name="connsiteX4570" fmla="*/ 3119541 w 6514506"/>
              <a:gd name="connsiteY4570" fmla="*/ 1141190 h 3658174"/>
              <a:gd name="connsiteX4571" fmla="*/ 3115064 w 6514506"/>
              <a:gd name="connsiteY4571" fmla="*/ 1144238 h 3658174"/>
              <a:gd name="connsiteX4572" fmla="*/ 3103063 w 6514506"/>
              <a:gd name="connsiteY4572" fmla="*/ 1148429 h 3658174"/>
              <a:gd name="connsiteX4573" fmla="*/ 3098300 w 6514506"/>
              <a:gd name="connsiteY4573" fmla="*/ 1163383 h 3658174"/>
              <a:gd name="connsiteX4574" fmla="*/ 3092014 w 6514506"/>
              <a:gd name="connsiteY4574" fmla="*/ 1162145 h 3658174"/>
              <a:gd name="connsiteX4575" fmla="*/ 3072869 w 6514506"/>
              <a:gd name="connsiteY4575" fmla="*/ 1150429 h 3658174"/>
              <a:gd name="connsiteX4576" fmla="*/ 3058772 w 6514506"/>
              <a:gd name="connsiteY4576" fmla="*/ 1150143 h 3658174"/>
              <a:gd name="connsiteX4577" fmla="*/ 3050961 w 6514506"/>
              <a:gd name="connsiteY4577" fmla="*/ 1152525 h 3658174"/>
              <a:gd name="connsiteX4578" fmla="*/ 3044389 w 6514506"/>
              <a:gd name="connsiteY4578" fmla="*/ 1154049 h 3658174"/>
              <a:gd name="connsiteX4579" fmla="*/ 3048866 w 6514506"/>
              <a:gd name="connsiteY4579" fmla="*/ 1160049 h 3658174"/>
              <a:gd name="connsiteX4580" fmla="*/ 3056390 w 6514506"/>
              <a:gd name="connsiteY4580" fmla="*/ 1166336 h 3658174"/>
              <a:gd name="connsiteX4581" fmla="*/ 3047723 w 6514506"/>
              <a:gd name="connsiteY4581" fmla="*/ 1169955 h 3658174"/>
              <a:gd name="connsiteX4582" fmla="*/ 3042960 w 6514506"/>
              <a:gd name="connsiteY4582" fmla="*/ 1175956 h 3658174"/>
              <a:gd name="connsiteX4583" fmla="*/ 3038769 w 6514506"/>
              <a:gd name="connsiteY4583" fmla="*/ 1167860 h 3658174"/>
              <a:gd name="connsiteX4584" fmla="*/ 3038483 w 6514506"/>
              <a:gd name="connsiteY4584" fmla="*/ 1160049 h 3658174"/>
              <a:gd name="connsiteX4585" fmla="*/ 3036388 w 6514506"/>
              <a:gd name="connsiteY4585" fmla="*/ 1151953 h 3658174"/>
              <a:gd name="connsiteX4586" fmla="*/ 3042960 w 6514506"/>
              <a:gd name="connsiteY4586" fmla="*/ 1144428 h 3658174"/>
              <a:gd name="connsiteX4587" fmla="*/ 3047151 w 6514506"/>
              <a:gd name="connsiteY4587" fmla="*/ 1136618 h 3658174"/>
              <a:gd name="connsiteX4588" fmla="*/ 3044770 w 6514506"/>
              <a:gd name="connsiteY4588" fmla="*/ 1129093 h 3658174"/>
              <a:gd name="connsiteX4589" fmla="*/ 3050485 w 6514506"/>
              <a:gd name="connsiteY4589" fmla="*/ 1130331 h 3658174"/>
              <a:gd name="connsiteX4590" fmla="*/ 3060391 w 6514506"/>
              <a:gd name="connsiteY4590" fmla="*/ 1132141 h 3658174"/>
              <a:gd name="connsiteX4591" fmla="*/ 3064582 w 6514506"/>
              <a:gd name="connsiteY4591" fmla="*/ 1127950 h 3658174"/>
              <a:gd name="connsiteX4592" fmla="*/ 3067916 w 6514506"/>
              <a:gd name="connsiteY4592" fmla="*/ 1119282 h 3658174"/>
              <a:gd name="connsiteX4593" fmla="*/ 3069725 w 6514506"/>
              <a:gd name="connsiteY4593" fmla="*/ 1106138 h 3658174"/>
              <a:gd name="connsiteX4594" fmla="*/ 3073059 w 6514506"/>
              <a:gd name="connsiteY4594" fmla="*/ 1086326 h 3658174"/>
              <a:gd name="connsiteX4595" fmla="*/ 3075155 w 6514506"/>
              <a:gd name="connsiteY4595" fmla="*/ 1080051 h 3658174"/>
              <a:gd name="connsiteX4596" fmla="*/ 3195074 w 6514506"/>
              <a:gd name="connsiteY4596" fmla="*/ 1079468 h 3658174"/>
              <a:gd name="connsiteX4597" fmla="*/ 3197170 w 6514506"/>
              <a:gd name="connsiteY4597" fmla="*/ 1080992 h 3658174"/>
              <a:gd name="connsiteX4598" fmla="*/ 3193360 w 6514506"/>
              <a:gd name="connsiteY4598" fmla="*/ 1086230 h 3658174"/>
              <a:gd name="connsiteX4599" fmla="*/ 3185549 w 6514506"/>
              <a:gd name="connsiteY4599" fmla="*/ 1089850 h 3658174"/>
              <a:gd name="connsiteX4600" fmla="*/ 3177739 w 6514506"/>
              <a:gd name="connsiteY4600" fmla="*/ 1095279 h 3658174"/>
              <a:gd name="connsiteX4601" fmla="*/ 3173833 w 6514506"/>
              <a:gd name="connsiteY4601" fmla="*/ 1100327 h 3658174"/>
              <a:gd name="connsiteX4602" fmla="*/ 3169071 w 6514506"/>
              <a:gd name="connsiteY4602" fmla="*/ 1106900 h 3658174"/>
              <a:gd name="connsiteX4603" fmla="*/ 3165737 w 6514506"/>
              <a:gd name="connsiteY4603" fmla="*/ 1103947 h 3658174"/>
              <a:gd name="connsiteX4604" fmla="*/ 3166975 w 6514506"/>
              <a:gd name="connsiteY4604" fmla="*/ 1100613 h 3658174"/>
              <a:gd name="connsiteX4605" fmla="*/ 3169642 w 6514506"/>
              <a:gd name="connsiteY4605" fmla="*/ 1095565 h 3658174"/>
              <a:gd name="connsiteX4606" fmla="*/ 3172024 w 6514506"/>
              <a:gd name="connsiteY4606" fmla="*/ 1091374 h 3658174"/>
              <a:gd name="connsiteX4607" fmla="*/ 3175548 w 6514506"/>
              <a:gd name="connsiteY4607" fmla="*/ 1086611 h 3658174"/>
              <a:gd name="connsiteX4608" fmla="*/ 3180691 w 6514506"/>
              <a:gd name="connsiteY4608" fmla="*/ 1084802 h 3658174"/>
              <a:gd name="connsiteX4609" fmla="*/ 3186406 w 6514506"/>
              <a:gd name="connsiteY4609" fmla="*/ 1084230 h 3658174"/>
              <a:gd name="connsiteX4610" fmla="*/ 3195074 w 6514506"/>
              <a:gd name="connsiteY4610" fmla="*/ 1079468 h 3658174"/>
              <a:gd name="connsiteX4611" fmla="*/ 1079668 w 6514506"/>
              <a:gd name="connsiteY4611" fmla="*/ 1078229 h 3658174"/>
              <a:gd name="connsiteX4612" fmla="*/ 1083002 w 6514506"/>
              <a:gd name="connsiteY4612" fmla="*/ 1081563 h 3658174"/>
              <a:gd name="connsiteX4613" fmla="*/ 1081763 w 6514506"/>
              <a:gd name="connsiteY4613" fmla="*/ 1088135 h 3658174"/>
              <a:gd name="connsiteX4614" fmla="*/ 1079381 w 6514506"/>
              <a:gd name="connsiteY4614" fmla="*/ 1088992 h 3658174"/>
              <a:gd name="connsiteX4615" fmla="*/ 1079381 w 6514506"/>
              <a:gd name="connsiteY4615" fmla="*/ 1084516 h 3658174"/>
              <a:gd name="connsiteX4616" fmla="*/ 1079668 w 6514506"/>
              <a:gd name="connsiteY4616" fmla="*/ 1078229 h 3658174"/>
              <a:gd name="connsiteX4617" fmla="*/ 1665408 w 6514506"/>
              <a:gd name="connsiteY4617" fmla="*/ 1069993 h 3658174"/>
              <a:gd name="connsiteX4618" fmla="*/ 1665645 w 6514506"/>
              <a:gd name="connsiteY4618" fmla="*/ 1070896 h 3658174"/>
              <a:gd name="connsiteX4619" fmla="*/ 1667741 w 6514506"/>
              <a:gd name="connsiteY4619" fmla="*/ 1079563 h 3658174"/>
              <a:gd name="connsiteX4620" fmla="*/ 1667455 w 6514506"/>
              <a:gd name="connsiteY4620" fmla="*/ 1089469 h 3658174"/>
              <a:gd name="connsiteX4621" fmla="*/ 1680028 w 6514506"/>
              <a:gd name="connsiteY4621" fmla="*/ 1092803 h 3658174"/>
              <a:gd name="connsiteX4622" fmla="*/ 1684981 w 6514506"/>
              <a:gd name="connsiteY4622" fmla="*/ 1091755 h 3658174"/>
              <a:gd name="connsiteX4623" fmla="*/ 1685172 w 6514506"/>
              <a:gd name="connsiteY4623" fmla="*/ 1091755 h 3658174"/>
              <a:gd name="connsiteX4624" fmla="*/ 1690601 w 6514506"/>
              <a:gd name="connsiteY4624" fmla="*/ 1100423 h 3658174"/>
              <a:gd name="connsiteX4625" fmla="*/ 1692125 w 6514506"/>
              <a:gd name="connsiteY4625" fmla="*/ 1127093 h 3658174"/>
              <a:gd name="connsiteX4626" fmla="*/ 1693935 w 6514506"/>
              <a:gd name="connsiteY4626" fmla="*/ 1129189 h 3658174"/>
              <a:gd name="connsiteX4627" fmla="*/ 1702031 w 6514506"/>
              <a:gd name="connsiteY4627" fmla="*/ 1139952 h 3658174"/>
              <a:gd name="connsiteX4628" fmla="*/ 1710127 w 6514506"/>
              <a:gd name="connsiteY4628" fmla="*/ 1152525 h 3658174"/>
              <a:gd name="connsiteX4629" fmla="*/ 1718223 w 6514506"/>
              <a:gd name="connsiteY4629" fmla="*/ 1161193 h 3658174"/>
              <a:gd name="connsiteX4630" fmla="*/ 1723938 w 6514506"/>
              <a:gd name="connsiteY4630" fmla="*/ 1171099 h 3658174"/>
              <a:gd name="connsiteX4631" fmla="*/ 1732035 w 6514506"/>
              <a:gd name="connsiteY4631" fmla="*/ 1176814 h 3658174"/>
              <a:gd name="connsiteX4632" fmla="*/ 1742798 w 6514506"/>
              <a:gd name="connsiteY4632" fmla="*/ 1181576 h 3658174"/>
              <a:gd name="connsiteX4633" fmla="*/ 1743750 w 6514506"/>
              <a:gd name="connsiteY4633" fmla="*/ 1188625 h 3658174"/>
              <a:gd name="connsiteX4634" fmla="*/ 1740988 w 6514506"/>
              <a:gd name="connsiteY4634" fmla="*/ 1193482 h 3658174"/>
              <a:gd name="connsiteX4635" fmla="*/ 1738843 w 6514506"/>
              <a:gd name="connsiteY4635" fmla="*/ 1199265 h 3658174"/>
              <a:gd name="connsiteX4636" fmla="*/ 1742416 w 6514506"/>
              <a:gd name="connsiteY4636" fmla="*/ 1201006 h 3658174"/>
              <a:gd name="connsiteX4637" fmla="*/ 1748989 w 6514506"/>
              <a:gd name="connsiteY4637" fmla="*/ 1202245 h 3658174"/>
              <a:gd name="connsiteX4638" fmla="*/ 1754418 w 6514506"/>
              <a:gd name="connsiteY4638" fmla="*/ 1206150 h 3658174"/>
              <a:gd name="connsiteX4639" fmla="*/ 1759768 w 6514506"/>
              <a:gd name="connsiteY4639" fmla="*/ 1208872 h 3658174"/>
              <a:gd name="connsiteX4640" fmla="*/ 1759846 w 6514506"/>
              <a:gd name="connsiteY4640" fmla="*/ 1208671 h 3658174"/>
              <a:gd name="connsiteX4641" fmla="*/ 1754704 w 6514506"/>
              <a:gd name="connsiteY4641" fmla="*/ 1206055 h 3658174"/>
              <a:gd name="connsiteX4642" fmla="*/ 1749274 w 6514506"/>
              <a:gd name="connsiteY4642" fmla="*/ 1202150 h 3658174"/>
              <a:gd name="connsiteX4643" fmla="*/ 1742702 w 6514506"/>
              <a:gd name="connsiteY4643" fmla="*/ 1200911 h 3658174"/>
              <a:gd name="connsiteX4644" fmla="*/ 1738987 w 6514506"/>
              <a:gd name="connsiteY4644" fmla="*/ 1199102 h 3658174"/>
              <a:gd name="connsiteX4645" fmla="*/ 1741178 w 6514506"/>
              <a:gd name="connsiteY4645" fmla="*/ 1193196 h 3658174"/>
              <a:gd name="connsiteX4646" fmla="*/ 1743940 w 6514506"/>
              <a:gd name="connsiteY4646" fmla="*/ 1188339 h 3658174"/>
              <a:gd name="connsiteX4647" fmla="*/ 1742988 w 6514506"/>
              <a:gd name="connsiteY4647" fmla="*/ 1181290 h 3658174"/>
              <a:gd name="connsiteX4648" fmla="*/ 1732225 w 6514506"/>
              <a:gd name="connsiteY4648" fmla="*/ 1176527 h 3658174"/>
              <a:gd name="connsiteX4649" fmla="*/ 1724128 w 6514506"/>
              <a:gd name="connsiteY4649" fmla="*/ 1170812 h 3658174"/>
              <a:gd name="connsiteX4650" fmla="*/ 1718413 w 6514506"/>
              <a:gd name="connsiteY4650" fmla="*/ 1160906 h 3658174"/>
              <a:gd name="connsiteX4651" fmla="*/ 1710317 w 6514506"/>
              <a:gd name="connsiteY4651" fmla="*/ 1152239 h 3658174"/>
              <a:gd name="connsiteX4652" fmla="*/ 1702221 w 6514506"/>
              <a:gd name="connsiteY4652" fmla="*/ 1139666 h 3658174"/>
              <a:gd name="connsiteX4653" fmla="*/ 1694125 w 6514506"/>
              <a:gd name="connsiteY4653" fmla="*/ 1128902 h 3658174"/>
              <a:gd name="connsiteX4654" fmla="*/ 1692315 w 6514506"/>
              <a:gd name="connsiteY4654" fmla="*/ 1126807 h 3658174"/>
              <a:gd name="connsiteX4655" fmla="*/ 1690791 w 6514506"/>
              <a:gd name="connsiteY4655" fmla="*/ 1100137 h 3658174"/>
              <a:gd name="connsiteX4656" fmla="*/ 1685362 w 6514506"/>
              <a:gd name="connsiteY4656" fmla="*/ 1091469 h 3658174"/>
              <a:gd name="connsiteX4657" fmla="*/ 1685171 w 6514506"/>
              <a:gd name="connsiteY4657" fmla="*/ 1091469 h 3658174"/>
              <a:gd name="connsiteX4658" fmla="*/ 1680218 w 6514506"/>
              <a:gd name="connsiteY4658" fmla="*/ 1092517 h 3658174"/>
              <a:gd name="connsiteX4659" fmla="*/ 1667645 w 6514506"/>
              <a:gd name="connsiteY4659" fmla="*/ 1089183 h 3658174"/>
              <a:gd name="connsiteX4660" fmla="*/ 1667931 w 6514506"/>
              <a:gd name="connsiteY4660" fmla="*/ 1079277 h 3658174"/>
              <a:gd name="connsiteX4661" fmla="*/ 1665835 w 6514506"/>
              <a:gd name="connsiteY4661" fmla="*/ 1070609 h 3658174"/>
              <a:gd name="connsiteX4662" fmla="*/ 994895 w 6514506"/>
              <a:gd name="connsiteY4662" fmla="*/ 1069276 h 3658174"/>
              <a:gd name="connsiteX4663" fmla="*/ 996990 w 6514506"/>
              <a:gd name="connsiteY4663" fmla="*/ 1071657 h 3658174"/>
              <a:gd name="connsiteX4664" fmla="*/ 997562 w 6514506"/>
              <a:gd name="connsiteY4664" fmla="*/ 1077086 h 3658174"/>
              <a:gd name="connsiteX4665" fmla="*/ 993085 w 6514506"/>
              <a:gd name="connsiteY4665" fmla="*/ 1073467 h 3658174"/>
              <a:gd name="connsiteX4666" fmla="*/ 994895 w 6514506"/>
              <a:gd name="connsiteY4666" fmla="*/ 1069276 h 3658174"/>
              <a:gd name="connsiteX4667" fmla="*/ 3224412 w 6514506"/>
              <a:gd name="connsiteY4667" fmla="*/ 1066514 h 3658174"/>
              <a:gd name="connsiteX4668" fmla="*/ 3225936 w 6514506"/>
              <a:gd name="connsiteY4668" fmla="*/ 1069562 h 3658174"/>
              <a:gd name="connsiteX4669" fmla="*/ 3221078 w 6514506"/>
              <a:gd name="connsiteY4669" fmla="*/ 1073563 h 3658174"/>
              <a:gd name="connsiteX4670" fmla="*/ 3212982 w 6514506"/>
              <a:gd name="connsiteY4670" fmla="*/ 1077373 h 3658174"/>
              <a:gd name="connsiteX4671" fmla="*/ 3213268 w 6514506"/>
              <a:gd name="connsiteY4671" fmla="*/ 1073753 h 3658174"/>
              <a:gd name="connsiteX4672" fmla="*/ 3218983 w 6514506"/>
              <a:gd name="connsiteY4672" fmla="*/ 1068610 h 3658174"/>
              <a:gd name="connsiteX4673" fmla="*/ 3224412 w 6514506"/>
              <a:gd name="connsiteY4673" fmla="*/ 1066514 h 3658174"/>
              <a:gd name="connsiteX4674" fmla="*/ 1770525 w 6514506"/>
              <a:gd name="connsiteY4674" fmla="*/ 1065198 h 3658174"/>
              <a:gd name="connsiteX4675" fmla="*/ 1767753 w 6514506"/>
              <a:gd name="connsiteY4675" fmla="*/ 1079372 h 3658174"/>
              <a:gd name="connsiteX4676" fmla="*/ 1767762 w 6514506"/>
              <a:gd name="connsiteY4676" fmla="*/ 1079425 h 3658174"/>
              <a:gd name="connsiteX4677" fmla="*/ 1770541 w 6514506"/>
              <a:gd name="connsiteY4677" fmla="*/ 1065211 h 3658174"/>
              <a:gd name="connsiteX4678" fmla="*/ 1051569 w 6514506"/>
              <a:gd name="connsiteY4678" fmla="*/ 1064037 h 3658174"/>
              <a:gd name="connsiteX4679" fmla="*/ 1057855 w 6514506"/>
              <a:gd name="connsiteY4679" fmla="*/ 1070323 h 3658174"/>
              <a:gd name="connsiteX4680" fmla="*/ 1058426 w 6514506"/>
              <a:gd name="connsiteY4680" fmla="*/ 1074800 h 3658174"/>
              <a:gd name="connsiteX4681" fmla="*/ 1058140 w 6514506"/>
              <a:gd name="connsiteY4681" fmla="*/ 1084992 h 3658174"/>
              <a:gd name="connsiteX4682" fmla="*/ 1059283 w 6514506"/>
              <a:gd name="connsiteY4682" fmla="*/ 1091469 h 3658174"/>
              <a:gd name="connsiteX4683" fmla="*/ 1053854 w 6514506"/>
              <a:gd name="connsiteY4683" fmla="*/ 1086706 h 3658174"/>
              <a:gd name="connsiteX4684" fmla="*/ 1053283 w 6514506"/>
              <a:gd name="connsiteY4684" fmla="*/ 1076229 h 3658174"/>
              <a:gd name="connsiteX4685" fmla="*/ 1048235 w 6514506"/>
              <a:gd name="connsiteY4685" fmla="*/ 1069371 h 3658174"/>
              <a:gd name="connsiteX4686" fmla="*/ 1045283 w 6514506"/>
              <a:gd name="connsiteY4686" fmla="*/ 1064894 h 3658174"/>
              <a:gd name="connsiteX4687" fmla="*/ 1051569 w 6514506"/>
              <a:gd name="connsiteY4687" fmla="*/ 1064037 h 3658174"/>
              <a:gd name="connsiteX4688" fmla="*/ 1637894 w 6514506"/>
              <a:gd name="connsiteY4688" fmla="*/ 1059858 h 3658174"/>
              <a:gd name="connsiteX4689" fmla="*/ 1628688 w 6514506"/>
              <a:gd name="connsiteY4689" fmla="*/ 1060703 h 3658174"/>
              <a:gd name="connsiteX4690" fmla="*/ 1628420 w 6514506"/>
              <a:gd name="connsiteY4690" fmla="*/ 1060892 h 3658174"/>
              <a:gd name="connsiteX4691" fmla="*/ 1637737 w 6514506"/>
              <a:gd name="connsiteY4691" fmla="*/ 1060037 h 3658174"/>
              <a:gd name="connsiteX4692" fmla="*/ 1422377 w 6514506"/>
              <a:gd name="connsiteY4692" fmla="*/ 1057154 h 3658174"/>
              <a:gd name="connsiteX4693" fmla="*/ 1417642 w 6514506"/>
              <a:gd name="connsiteY4693" fmla="*/ 1058146 h 3658174"/>
              <a:gd name="connsiteX4694" fmla="*/ 1420281 w 6514506"/>
              <a:gd name="connsiteY4694" fmla="*/ 1057941 h 3658174"/>
              <a:gd name="connsiteX4695" fmla="*/ 1420103 w 6514506"/>
              <a:gd name="connsiteY4695" fmla="*/ 1061501 h 3658174"/>
              <a:gd name="connsiteX4696" fmla="*/ 1420109 w 6514506"/>
              <a:gd name="connsiteY4696" fmla="*/ 1061583 h 3658174"/>
              <a:gd name="connsiteX4697" fmla="*/ 1420282 w 6514506"/>
              <a:gd name="connsiteY4697" fmla="*/ 1058132 h 3658174"/>
              <a:gd name="connsiteX4698" fmla="*/ 1644023 w 6514506"/>
              <a:gd name="connsiteY4698" fmla="*/ 1055941 h 3658174"/>
              <a:gd name="connsiteX4699" fmla="*/ 1640916 w 6514506"/>
              <a:gd name="connsiteY4699" fmla="*/ 1056536 h 3658174"/>
              <a:gd name="connsiteX4700" fmla="*/ 1640773 w 6514506"/>
              <a:gd name="connsiteY4700" fmla="*/ 1056700 h 3658174"/>
              <a:gd name="connsiteX4701" fmla="*/ 1643738 w 6514506"/>
              <a:gd name="connsiteY4701" fmla="*/ 1056132 h 3658174"/>
              <a:gd name="connsiteX4702" fmla="*/ 1647489 w 6514506"/>
              <a:gd name="connsiteY4702" fmla="*/ 1058418 h 3658174"/>
              <a:gd name="connsiteX4703" fmla="*/ 1647637 w 6514506"/>
              <a:gd name="connsiteY4703" fmla="*/ 1058165 h 3658174"/>
              <a:gd name="connsiteX4704" fmla="*/ 875547 w 6514506"/>
              <a:gd name="connsiteY4704" fmla="*/ 1055560 h 3658174"/>
              <a:gd name="connsiteX4705" fmla="*/ 880023 w 6514506"/>
              <a:gd name="connsiteY4705" fmla="*/ 1055560 h 3658174"/>
              <a:gd name="connsiteX4706" fmla="*/ 886310 w 6514506"/>
              <a:gd name="connsiteY4706" fmla="*/ 1056131 h 3658174"/>
              <a:gd name="connsiteX4707" fmla="*/ 892025 w 6514506"/>
              <a:gd name="connsiteY4707" fmla="*/ 1060894 h 3658174"/>
              <a:gd name="connsiteX4708" fmla="*/ 909075 w 6514506"/>
              <a:gd name="connsiteY4708" fmla="*/ 1061465 h 3658174"/>
              <a:gd name="connsiteX4709" fmla="*/ 912694 w 6514506"/>
              <a:gd name="connsiteY4709" fmla="*/ 1067752 h 3658174"/>
              <a:gd name="connsiteX4710" fmla="*/ 903740 w 6514506"/>
              <a:gd name="connsiteY4710" fmla="*/ 1074895 h 3658174"/>
              <a:gd name="connsiteX4711" fmla="*/ 899550 w 6514506"/>
              <a:gd name="connsiteY4711" fmla="*/ 1085659 h 3658174"/>
              <a:gd name="connsiteX4712" fmla="*/ 896883 w 6514506"/>
              <a:gd name="connsiteY4712" fmla="*/ 1093183 h 3658174"/>
              <a:gd name="connsiteX4713" fmla="*/ 892120 w 6514506"/>
              <a:gd name="connsiteY4713" fmla="*/ 1096517 h 3658174"/>
              <a:gd name="connsiteX4714" fmla="*/ 890882 w 6514506"/>
              <a:gd name="connsiteY4714" fmla="*/ 1100994 h 3658174"/>
              <a:gd name="connsiteX4715" fmla="*/ 888024 w 6514506"/>
              <a:gd name="connsiteY4715" fmla="*/ 1099089 h 3658174"/>
              <a:gd name="connsiteX4716" fmla="*/ 883833 w 6514506"/>
              <a:gd name="connsiteY4716" fmla="*/ 1093660 h 3658174"/>
              <a:gd name="connsiteX4717" fmla="*/ 880881 w 6514506"/>
              <a:gd name="connsiteY4717" fmla="*/ 1086802 h 3658174"/>
              <a:gd name="connsiteX4718" fmla="*/ 873737 w 6514506"/>
              <a:gd name="connsiteY4718" fmla="*/ 1078705 h 3658174"/>
              <a:gd name="connsiteX4719" fmla="*/ 868593 w 6514506"/>
              <a:gd name="connsiteY4719" fmla="*/ 1071181 h 3658174"/>
              <a:gd name="connsiteX4720" fmla="*/ 867736 w 6514506"/>
              <a:gd name="connsiteY4720" fmla="*/ 1059751 h 3658174"/>
              <a:gd name="connsiteX4721" fmla="*/ 875547 w 6514506"/>
              <a:gd name="connsiteY4721" fmla="*/ 1055560 h 3658174"/>
              <a:gd name="connsiteX4722" fmla="*/ 3251678 w 6514506"/>
              <a:gd name="connsiteY4722" fmla="*/ 1047583 h 3658174"/>
              <a:gd name="connsiteX4723" fmla="*/ 3250796 w 6514506"/>
              <a:gd name="connsiteY4723" fmla="*/ 1051274 h 3658174"/>
              <a:gd name="connsiteX4724" fmla="*/ 3247462 w 6514506"/>
              <a:gd name="connsiteY4724" fmla="*/ 1053370 h 3658174"/>
              <a:gd name="connsiteX4725" fmla="*/ 3249558 w 6514506"/>
              <a:gd name="connsiteY4725" fmla="*/ 1048607 h 3658174"/>
              <a:gd name="connsiteX4726" fmla="*/ 3251678 w 6514506"/>
              <a:gd name="connsiteY4726" fmla="*/ 1047583 h 3658174"/>
              <a:gd name="connsiteX4727" fmla="*/ 1088716 w 6514506"/>
              <a:gd name="connsiteY4727" fmla="*/ 1040510 h 3658174"/>
              <a:gd name="connsiteX4728" fmla="*/ 1092336 w 6514506"/>
              <a:gd name="connsiteY4728" fmla="*/ 1044415 h 3658174"/>
              <a:gd name="connsiteX4729" fmla="*/ 1090526 w 6514506"/>
              <a:gd name="connsiteY4729" fmla="*/ 1045558 h 3658174"/>
              <a:gd name="connsiteX4730" fmla="*/ 1086621 w 6514506"/>
              <a:gd name="connsiteY4730" fmla="*/ 1043177 h 3658174"/>
              <a:gd name="connsiteX4731" fmla="*/ 1088716 w 6514506"/>
              <a:gd name="connsiteY4731" fmla="*/ 1040510 h 3658174"/>
              <a:gd name="connsiteX4732" fmla="*/ 1099575 w 6514506"/>
              <a:gd name="connsiteY4732" fmla="*/ 1037653 h 3658174"/>
              <a:gd name="connsiteX4733" fmla="*/ 1101385 w 6514506"/>
              <a:gd name="connsiteY4733" fmla="*/ 1039462 h 3658174"/>
              <a:gd name="connsiteX4734" fmla="*/ 1095860 w 6514506"/>
              <a:gd name="connsiteY4734" fmla="*/ 1037843 h 3658174"/>
              <a:gd name="connsiteX4735" fmla="*/ 1099575 w 6514506"/>
              <a:gd name="connsiteY4735" fmla="*/ 1037653 h 3658174"/>
              <a:gd name="connsiteX4736" fmla="*/ 999087 w 6514506"/>
              <a:gd name="connsiteY4736" fmla="*/ 1031176 h 3658174"/>
              <a:gd name="connsiteX4737" fmla="*/ 1004040 w 6514506"/>
              <a:gd name="connsiteY4737" fmla="*/ 1031938 h 3658174"/>
              <a:gd name="connsiteX4738" fmla="*/ 1003658 w 6514506"/>
              <a:gd name="connsiteY4738" fmla="*/ 1039272 h 3658174"/>
              <a:gd name="connsiteX4739" fmla="*/ 1000324 w 6514506"/>
              <a:gd name="connsiteY4739" fmla="*/ 1038034 h 3658174"/>
              <a:gd name="connsiteX4740" fmla="*/ 999087 w 6514506"/>
              <a:gd name="connsiteY4740" fmla="*/ 1031176 h 3658174"/>
              <a:gd name="connsiteX4741" fmla="*/ 1089002 w 6514506"/>
              <a:gd name="connsiteY4741" fmla="*/ 1022222 h 3658174"/>
              <a:gd name="connsiteX4742" fmla="*/ 1091955 w 6514506"/>
              <a:gd name="connsiteY4742" fmla="*/ 1022222 h 3658174"/>
              <a:gd name="connsiteX4743" fmla="*/ 1090526 w 6514506"/>
              <a:gd name="connsiteY4743" fmla="*/ 1024889 h 3658174"/>
              <a:gd name="connsiteX4744" fmla="*/ 1089002 w 6514506"/>
              <a:gd name="connsiteY4744" fmla="*/ 1022222 h 3658174"/>
              <a:gd name="connsiteX4745" fmla="*/ 1075276 w 6514506"/>
              <a:gd name="connsiteY4745" fmla="*/ 1000595 h 3658174"/>
              <a:gd name="connsiteX4746" fmla="*/ 1075381 w 6514506"/>
              <a:gd name="connsiteY4746" fmla="*/ 1000600 h 3658174"/>
              <a:gd name="connsiteX4747" fmla="*/ 1075439 w 6514506"/>
              <a:gd name="connsiteY4747" fmla="*/ 1000600 h 3658174"/>
              <a:gd name="connsiteX4748" fmla="*/ 1123067 w 6514506"/>
              <a:gd name="connsiteY4748" fmla="*/ 999742 h 3658174"/>
              <a:gd name="connsiteX4749" fmla="*/ 1121899 w 6514506"/>
              <a:gd name="connsiteY4749" fmla="*/ 1000148 h 3658174"/>
              <a:gd name="connsiteX4750" fmla="*/ 1119123 w 6514506"/>
              <a:gd name="connsiteY4750" fmla="*/ 1004842 h 3658174"/>
              <a:gd name="connsiteX4751" fmla="*/ 1097479 w 6514506"/>
              <a:gd name="connsiteY4751" fmla="*/ 999076 h 3658174"/>
              <a:gd name="connsiteX4752" fmla="*/ 1101956 w 6514506"/>
              <a:gd name="connsiteY4752" fmla="*/ 1004220 h 3658174"/>
              <a:gd name="connsiteX4753" fmla="*/ 1108242 w 6514506"/>
              <a:gd name="connsiteY4753" fmla="*/ 1007173 h 3658174"/>
              <a:gd name="connsiteX4754" fmla="*/ 1113291 w 6514506"/>
              <a:gd name="connsiteY4754" fmla="*/ 1008030 h 3658174"/>
              <a:gd name="connsiteX4755" fmla="*/ 1113316 w 6514506"/>
              <a:gd name="connsiteY4755" fmla="*/ 1008018 h 3658174"/>
              <a:gd name="connsiteX4756" fmla="*/ 1108337 w 6514506"/>
              <a:gd name="connsiteY4756" fmla="*/ 1007173 h 3658174"/>
              <a:gd name="connsiteX4757" fmla="*/ 1102051 w 6514506"/>
              <a:gd name="connsiteY4757" fmla="*/ 1004220 h 3658174"/>
              <a:gd name="connsiteX4758" fmla="*/ 1097574 w 6514506"/>
              <a:gd name="connsiteY4758" fmla="*/ 999076 h 3658174"/>
              <a:gd name="connsiteX4759" fmla="*/ 712860 w 6514506"/>
              <a:gd name="connsiteY4759" fmla="*/ 997458 h 3658174"/>
              <a:gd name="connsiteX4760" fmla="*/ 714098 w 6514506"/>
              <a:gd name="connsiteY4760" fmla="*/ 1000411 h 3658174"/>
              <a:gd name="connsiteX4761" fmla="*/ 709336 w 6514506"/>
              <a:gd name="connsiteY4761" fmla="*/ 1003363 h 3658174"/>
              <a:gd name="connsiteX4762" fmla="*/ 707146 w 6514506"/>
              <a:gd name="connsiteY4762" fmla="*/ 999839 h 3658174"/>
              <a:gd name="connsiteX4763" fmla="*/ 712860 w 6514506"/>
              <a:gd name="connsiteY4763" fmla="*/ 997458 h 3658174"/>
              <a:gd name="connsiteX4764" fmla="*/ 3294897 w 6514506"/>
              <a:gd name="connsiteY4764" fmla="*/ 988123 h 3658174"/>
              <a:gd name="connsiteX4765" fmla="*/ 3294897 w 6514506"/>
              <a:gd name="connsiteY4765" fmla="*/ 992314 h 3658174"/>
              <a:gd name="connsiteX4766" fmla="*/ 3290420 w 6514506"/>
              <a:gd name="connsiteY4766" fmla="*/ 994124 h 3658174"/>
              <a:gd name="connsiteX4767" fmla="*/ 3294897 w 6514506"/>
              <a:gd name="connsiteY4767" fmla="*/ 988123 h 3658174"/>
              <a:gd name="connsiteX4768" fmla="*/ 745626 w 6514506"/>
              <a:gd name="connsiteY4768" fmla="*/ 982693 h 3658174"/>
              <a:gd name="connsiteX4769" fmla="*/ 750388 w 6514506"/>
              <a:gd name="connsiteY4769" fmla="*/ 982693 h 3658174"/>
              <a:gd name="connsiteX4770" fmla="*/ 750102 w 6514506"/>
              <a:gd name="connsiteY4770" fmla="*/ 987456 h 3658174"/>
              <a:gd name="connsiteX4771" fmla="*/ 745911 w 6514506"/>
              <a:gd name="connsiteY4771" fmla="*/ 992885 h 3658174"/>
              <a:gd name="connsiteX4772" fmla="*/ 740482 w 6514506"/>
              <a:gd name="connsiteY4772" fmla="*/ 997076 h 3658174"/>
              <a:gd name="connsiteX4773" fmla="*/ 737529 w 6514506"/>
              <a:gd name="connsiteY4773" fmla="*/ 994981 h 3658174"/>
              <a:gd name="connsiteX4774" fmla="*/ 735434 w 6514506"/>
              <a:gd name="connsiteY4774" fmla="*/ 991361 h 3658174"/>
              <a:gd name="connsiteX4775" fmla="*/ 734863 w 6514506"/>
              <a:gd name="connsiteY4775" fmla="*/ 988027 h 3658174"/>
              <a:gd name="connsiteX4776" fmla="*/ 739339 w 6514506"/>
              <a:gd name="connsiteY4776" fmla="*/ 985360 h 3658174"/>
              <a:gd name="connsiteX4777" fmla="*/ 745626 w 6514506"/>
              <a:gd name="connsiteY4777" fmla="*/ 982693 h 3658174"/>
              <a:gd name="connsiteX4778" fmla="*/ 763914 w 6514506"/>
              <a:gd name="connsiteY4778" fmla="*/ 980598 h 3658174"/>
              <a:gd name="connsiteX4779" fmla="*/ 766296 w 6514506"/>
              <a:gd name="connsiteY4779" fmla="*/ 983932 h 3658174"/>
              <a:gd name="connsiteX4780" fmla="*/ 765343 w 6514506"/>
              <a:gd name="connsiteY4780" fmla="*/ 987742 h 3658174"/>
              <a:gd name="connsiteX4781" fmla="*/ 760581 w 6514506"/>
              <a:gd name="connsiteY4781" fmla="*/ 982979 h 3658174"/>
              <a:gd name="connsiteX4782" fmla="*/ 763914 w 6514506"/>
              <a:gd name="connsiteY4782" fmla="*/ 980598 h 3658174"/>
              <a:gd name="connsiteX4783" fmla="*/ 1044616 w 6514506"/>
              <a:gd name="connsiteY4783" fmla="*/ 974121 h 3658174"/>
              <a:gd name="connsiteX4784" fmla="*/ 1042357 w 6514506"/>
              <a:gd name="connsiteY4784" fmla="*/ 974671 h 3658174"/>
              <a:gd name="connsiteX4785" fmla="*/ 1041662 w 6514506"/>
              <a:gd name="connsiteY4785" fmla="*/ 982313 h 3658174"/>
              <a:gd name="connsiteX4786" fmla="*/ 1033852 w 6514506"/>
              <a:gd name="connsiteY4786" fmla="*/ 997934 h 3658174"/>
              <a:gd name="connsiteX4787" fmla="*/ 1034028 w 6514506"/>
              <a:gd name="connsiteY4787" fmla="*/ 1003271 h 3658174"/>
              <a:gd name="connsiteX4788" fmla="*/ 1034120 w 6514506"/>
              <a:gd name="connsiteY4788" fmla="*/ 1003263 h 3658174"/>
              <a:gd name="connsiteX4789" fmla="*/ 1033947 w 6514506"/>
              <a:gd name="connsiteY4789" fmla="*/ 998029 h 3658174"/>
              <a:gd name="connsiteX4790" fmla="*/ 1041758 w 6514506"/>
              <a:gd name="connsiteY4790" fmla="*/ 982408 h 3658174"/>
              <a:gd name="connsiteX4791" fmla="*/ 1044703 w 6514506"/>
              <a:gd name="connsiteY4791" fmla="*/ 974124 h 3658174"/>
              <a:gd name="connsiteX4792" fmla="*/ 856925 w 6514506"/>
              <a:gd name="connsiteY4792" fmla="*/ 966144 h 3658174"/>
              <a:gd name="connsiteX4793" fmla="*/ 861735 w 6514506"/>
              <a:gd name="connsiteY4793" fmla="*/ 968787 h 3658174"/>
              <a:gd name="connsiteX4794" fmla="*/ 860498 w 6514506"/>
              <a:gd name="connsiteY4794" fmla="*/ 979836 h 3658174"/>
              <a:gd name="connsiteX4795" fmla="*/ 856306 w 6514506"/>
              <a:gd name="connsiteY4795" fmla="*/ 988789 h 3658174"/>
              <a:gd name="connsiteX4796" fmla="*/ 850876 w 6514506"/>
              <a:gd name="connsiteY4796" fmla="*/ 997171 h 3658174"/>
              <a:gd name="connsiteX4797" fmla="*/ 846686 w 6514506"/>
              <a:gd name="connsiteY4797" fmla="*/ 1004982 h 3658174"/>
              <a:gd name="connsiteX4798" fmla="*/ 841923 w 6514506"/>
              <a:gd name="connsiteY4798" fmla="*/ 1015174 h 3658174"/>
              <a:gd name="connsiteX4799" fmla="*/ 837160 w 6514506"/>
              <a:gd name="connsiteY4799" fmla="*/ 1020603 h 3658174"/>
              <a:gd name="connsiteX4800" fmla="*/ 834208 w 6514506"/>
              <a:gd name="connsiteY4800" fmla="*/ 1017936 h 3658174"/>
              <a:gd name="connsiteX4801" fmla="*/ 827921 w 6514506"/>
              <a:gd name="connsiteY4801" fmla="*/ 1020603 h 3658174"/>
              <a:gd name="connsiteX4802" fmla="*/ 820682 w 6514506"/>
              <a:gd name="connsiteY4802" fmla="*/ 1020889 h 3658174"/>
              <a:gd name="connsiteX4803" fmla="*/ 820682 w 6514506"/>
              <a:gd name="connsiteY4803" fmla="*/ 1013364 h 3658174"/>
              <a:gd name="connsiteX4804" fmla="*/ 822587 w 6514506"/>
              <a:gd name="connsiteY4804" fmla="*/ 1006601 h 3658174"/>
              <a:gd name="connsiteX4805" fmla="*/ 827635 w 6514506"/>
              <a:gd name="connsiteY4805" fmla="*/ 1002982 h 3658174"/>
              <a:gd name="connsiteX4806" fmla="*/ 830017 w 6514506"/>
              <a:gd name="connsiteY4806" fmla="*/ 1000029 h 3658174"/>
              <a:gd name="connsiteX4807" fmla="*/ 830302 w 6514506"/>
              <a:gd name="connsiteY4807" fmla="*/ 994600 h 3658174"/>
              <a:gd name="connsiteX4808" fmla="*/ 836303 w 6514506"/>
              <a:gd name="connsiteY4808" fmla="*/ 984694 h 3658174"/>
              <a:gd name="connsiteX4809" fmla="*/ 836875 w 6514506"/>
              <a:gd name="connsiteY4809" fmla="*/ 975740 h 3658174"/>
              <a:gd name="connsiteX4810" fmla="*/ 841352 w 6514506"/>
              <a:gd name="connsiteY4810" fmla="*/ 972121 h 3658174"/>
              <a:gd name="connsiteX4811" fmla="*/ 850973 w 6514506"/>
              <a:gd name="connsiteY4811" fmla="*/ 969073 h 3658174"/>
              <a:gd name="connsiteX4812" fmla="*/ 856925 w 6514506"/>
              <a:gd name="connsiteY4812" fmla="*/ 966144 h 3658174"/>
              <a:gd name="connsiteX4813" fmla="*/ 3312804 w 6514506"/>
              <a:gd name="connsiteY4813" fmla="*/ 963168 h 3658174"/>
              <a:gd name="connsiteX4814" fmla="*/ 3316423 w 6514506"/>
              <a:gd name="connsiteY4814" fmla="*/ 964692 h 3658174"/>
              <a:gd name="connsiteX4815" fmla="*/ 3315471 w 6514506"/>
              <a:gd name="connsiteY4815" fmla="*/ 968883 h 3658174"/>
              <a:gd name="connsiteX4816" fmla="*/ 3308899 w 6514506"/>
              <a:gd name="connsiteY4816" fmla="*/ 974217 h 3658174"/>
              <a:gd name="connsiteX4817" fmla="*/ 3302898 w 6514506"/>
              <a:gd name="connsiteY4817" fmla="*/ 973645 h 3658174"/>
              <a:gd name="connsiteX4818" fmla="*/ 3307375 w 6514506"/>
              <a:gd name="connsiteY4818" fmla="*/ 968216 h 3658174"/>
              <a:gd name="connsiteX4819" fmla="*/ 3312804 w 6514506"/>
              <a:gd name="connsiteY4819" fmla="*/ 963168 h 3658174"/>
              <a:gd name="connsiteX4820" fmla="*/ 3325817 w 6514506"/>
              <a:gd name="connsiteY4820" fmla="*/ 956310 h 3658174"/>
              <a:gd name="connsiteX4821" fmla="*/ 3326043 w 6514506"/>
              <a:gd name="connsiteY4821" fmla="*/ 959644 h 3658174"/>
              <a:gd name="connsiteX4822" fmla="*/ 3320995 w 6514506"/>
              <a:gd name="connsiteY4822" fmla="*/ 963549 h 3658174"/>
              <a:gd name="connsiteX4823" fmla="*/ 3323376 w 6514506"/>
              <a:gd name="connsiteY4823" fmla="*/ 958120 h 3658174"/>
              <a:gd name="connsiteX4824" fmla="*/ 3325817 w 6514506"/>
              <a:gd name="connsiteY4824" fmla="*/ 956310 h 3658174"/>
              <a:gd name="connsiteX4825" fmla="*/ 1008135 w 6514506"/>
              <a:gd name="connsiteY4825" fmla="*/ 948118 h 3658174"/>
              <a:gd name="connsiteX4826" fmla="*/ 1010516 w 6514506"/>
              <a:gd name="connsiteY4826" fmla="*/ 948976 h 3658174"/>
              <a:gd name="connsiteX4827" fmla="*/ 1011754 w 6514506"/>
              <a:gd name="connsiteY4827" fmla="*/ 950785 h 3658174"/>
              <a:gd name="connsiteX4828" fmla="*/ 1008135 w 6514506"/>
              <a:gd name="connsiteY4828" fmla="*/ 948118 h 3658174"/>
              <a:gd name="connsiteX4829" fmla="*/ 5550798 w 6514506"/>
              <a:gd name="connsiteY4829" fmla="*/ 946975 h 3658174"/>
              <a:gd name="connsiteX4830" fmla="*/ 5547178 w 6514506"/>
              <a:gd name="connsiteY4830" fmla="*/ 952023 h 3658174"/>
              <a:gd name="connsiteX4831" fmla="*/ 5545082 w 6514506"/>
              <a:gd name="connsiteY4831" fmla="*/ 952023 h 3658174"/>
              <a:gd name="connsiteX4832" fmla="*/ 5545368 w 6514506"/>
              <a:gd name="connsiteY4832" fmla="*/ 949356 h 3658174"/>
              <a:gd name="connsiteX4833" fmla="*/ 5547464 w 6514506"/>
              <a:gd name="connsiteY4833" fmla="*/ 947547 h 3658174"/>
              <a:gd name="connsiteX4834" fmla="*/ 5550798 w 6514506"/>
              <a:gd name="connsiteY4834" fmla="*/ 946975 h 3658174"/>
              <a:gd name="connsiteX4835" fmla="*/ 1019098 w 6514506"/>
              <a:gd name="connsiteY4835" fmla="*/ 946838 h 3658174"/>
              <a:gd name="connsiteX4836" fmla="*/ 1020254 w 6514506"/>
              <a:gd name="connsiteY4836" fmla="*/ 953058 h 3658174"/>
              <a:gd name="connsiteX4837" fmla="*/ 1020355 w 6514506"/>
              <a:gd name="connsiteY4837" fmla="*/ 956633 h 3658174"/>
              <a:gd name="connsiteX4838" fmla="*/ 1020440 w 6514506"/>
              <a:gd name="connsiteY4838" fmla="*/ 956491 h 3658174"/>
              <a:gd name="connsiteX4839" fmla="*/ 1020350 w 6514506"/>
              <a:gd name="connsiteY4839" fmla="*/ 953345 h 3658174"/>
              <a:gd name="connsiteX4840" fmla="*/ 1019183 w 6514506"/>
              <a:gd name="connsiteY4840" fmla="*/ 947071 h 3658174"/>
              <a:gd name="connsiteX4841" fmla="*/ 280043 w 6514506"/>
              <a:gd name="connsiteY4841" fmla="*/ 946309 h 3658174"/>
              <a:gd name="connsiteX4842" fmla="*/ 285092 w 6514506"/>
              <a:gd name="connsiteY4842" fmla="*/ 948976 h 3658174"/>
              <a:gd name="connsiteX4843" fmla="*/ 283664 w 6514506"/>
              <a:gd name="connsiteY4843" fmla="*/ 951071 h 3658174"/>
              <a:gd name="connsiteX4844" fmla="*/ 280043 w 6514506"/>
              <a:gd name="connsiteY4844" fmla="*/ 946309 h 3658174"/>
              <a:gd name="connsiteX4845" fmla="*/ 5557370 w 6514506"/>
              <a:gd name="connsiteY4845" fmla="*/ 944785 h 3658174"/>
              <a:gd name="connsiteX4846" fmla="*/ 5559179 w 6514506"/>
              <a:gd name="connsiteY4846" fmla="*/ 945070 h 3658174"/>
              <a:gd name="connsiteX4847" fmla="*/ 5557084 w 6514506"/>
              <a:gd name="connsiteY4847" fmla="*/ 948690 h 3658174"/>
              <a:gd name="connsiteX4848" fmla="*/ 5555560 w 6514506"/>
              <a:gd name="connsiteY4848" fmla="*/ 947833 h 3658174"/>
              <a:gd name="connsiteX4849" fmla="*/ 5557370 w 6514506"/>
              <a:gd name="connsiteY4849" fmla="*/ 944785 h 3658174"/>
              <a:gd name="connsiteX4850" fmla="*/ 1540693 w 6514506"/>
              <a:gd name="connsiteY4850" fmla="*/ 944529 h 3658174"/>
              <a:gd name="connsiteX4851" fmla="*/ 1536391 w 6514506"/>
              <a:gd name="connsiteY4851" fmla="*/ 947260 h 3658174"/>
              <a:gd name="connsiteX4852" fmla="*/ 1529152 w 6514506"/>
              <a:gd name="connsiteY4852" fmla="*/ 955071 h 3658174"/>
              <a:gd name="connsiteX4853" fmla="*/ 1512674 w 6514506"/>
              <a:gd name="connsiteY4853" fmla="*/ 957738 h 3658174"/>
              <a:gd name="connsiteX4854" fmla="*/ 1498577 w 6514506"/>
              <a:gd name="connsiteY4854" fmla="*/ 970597 h 3658174"/>
              <a:gd name="connsiteX4855" fmla="*/ 1494957 w 6514506"/>
              <a:gd name="connsiteY4855" fmla="*/ 974788 h 3658174"/>
              <a:gd name="connsiteX4856" fmla="*/ 1491338 w 6514506"/>
              <a:gd name="connsiteY4856" fmla="*/ 974502 h 3658174"/>
              <a:gd name="connsiteX4857" fmla="*/ 1486861 w 6514506"/>
              <a:gd name="connsiteY4857" fmla="*/ 978979 h 3658174"/>
              <a:gd name="connsiteX4858" fmla="*/ 1483527 w 6514506"/>
              <a:gd name="connsiteY4858" fmla="*/ 990694 h 3658174"/>
              <a:gd name="connsiteX4859" fmla="*/ 1485623 w 6514506"/>
              <a:gd name="connsiteY4859" fmla="*/ 1002696 h 3658174"/>
              <a:gd name="connsiteX4860" fmla="*/ 1487718 w 6514506"/>
              <a:gd name="connsiteY4860" fmla="*/ 1004506 h 3658174"/>
              <a:gd name="connsiteX4861" fmla="*/ 1486194 w 6514506"/>
              <a:gd name="connsiteY4861" fmla="*/ 1009935 h 3658174"/>
              <a:gd name="connsiteX4862" fmla="*/ 1483527 w 6514506"/>
              <a:gd name="connsiteY4862" fmla="*/ 1031176 h 3658174"/>
              <a:gd name="connsiteX4863" fmla="*/ 1485337 w 6514506"/>
              <a:gd name="connsiteY4863" fmla="*/ 1049178 h 3658174"/>
              <a:gd name="connsiteX4864" fmla="*/ 1485432 w 6514506"/>
              <a:gd name="connsiteY4864" fmla="*/ 1054702 h 3658174"/>
              <a:gd name="connsiteX4865" fmla="*/ 1475812 w 6514506"/>
              <a:gd name="connsiteY4865" fmla="*/ 1064323 h 3658174"/>
              <a:gd name="connsiteX4866" fmla="*/ 1465049 w 6514506"/>
              <a:gd name="connsiteY4866" fmla="*/ 1068228 h 3658174"/>
              <a:gd name="connsiteX4867" fmla="*/ 1457319 w 6514506"/>
              <a:gd name="connsiteY4867" fmla="*/ 1062006 h 3658174"/>
              <a:gd name="connsiteX4868" fmla="*/ 1457334 w 6514506"/>
              <a:gd name="connsiteY4868" fmla="*/ 1062037 h 3658174"/>
              <a:gd name="connsiteX4869" fmla="*/ 1465144 w 6514506"/>
              <a:gd name="connsiteY4869" fmla="*/ 1068324 h 3658174"/>
              <a:gd name="connsiteX4870" fmla="*/ 1475908 w 6514506"/>
              <a:gd name="connsiteY4870" fmla="*/ 1064419 h 3658174"/>
              <a:gd name="connsiteX4871" fmla="*/ 1485242 w 6514506"/>
              <a:gd name="connsiteY4871" fmla="*/ 1055084 h 3658174"/>
              <a:gd name="connsiteX4872" fmla="*/ 1487052 w 6514506"/>
              <a:gd name="connsiteY4872" fmla="*/ 1080135 h 3658174"/>
              <a:gd name="connsiteX4873" fmla="*/ 1495434 w 6514506"/>
              <a:gd name="connsiteY4873" fmla="*/ 1091184 h 3658174"/>
              <a:gd name="connsiteX4874" fmla="*/ 1492481 w 6514506"/>
              <a:gd name="connsiteY4874" fmla="*/ 1094518 h 3658174"/>
              <a:gd name="connsiteX4875" fmla="*/ 1483813 w 6514506"/>
              <a:gd name="connsiteY4875" fmla="*/ 1095756 h 3658174"/>
              <a:gd name="connsiteX4876" fmla="*/ 1473050 w 6514506"/>
              <a:gd name="connsiteY4876" fmla="*/ 1109567 h 3658174"/>
              <a:gd name="connsiteX4877" fmla="*/ 1471526 w 6514506"/>
              <a:gd name="connsiteY4877" fmla="*/ 1115282 h 3658174"/>
              <a:gd name="connsiteX4878" fmla="*/ 1470002 w 6514506"/>
              <a:gd name="connsiteY4878" fmla="*/ 1118235 h 3658174"/>
              <a:gd name="connsiteX4879" fmla="*/ 1465811 w 6514506"/>
              <a:gd name="connsiteY4879" fmla="*/ 1121854 h 3658174"/>
              <a:gd name="connsiteX4880" fmla="*/ 1465810 w 6514506"/>
              <a:gd name="connsiteY4880" fmla="*/ 1121852 h 3658174"/>
              <a:gd name="connsiteX4881" fmla="*/ 1465810 w 6514506"/>
              <a:gd name="connsiteY4881" fmla="*/ 1121854 h 3658174"/>
              <a:gd name="connsiteX4882" fmla="*/ 1506704 w 6514506"/>
              <a:gd name="connsiteY4882" fmla="*/ 1171896 h 3658174"/>
              <a:gd name="connsiteX4883" fmla="*/ 1524549 w 6514506"/>
              <a:gd name="connsiteY4883" fmla="*/ 1169097 h 3658174"/>
              <a:gd name="connsiteX4884" fmla="*/ 1519925 w 6514506"/>
              <a:gd name="connsiteY4884" fmla="*/ 1162371 h 3658174"/>
              <a:gd name="connsiteX4885" fmla="*/ 1515912 w 6514506"/>
              <a:gd name="connsiteY4885" fmla="*/ 1128331 h 3658174"/>
              <a:gd name="connsiteX4886" fmla="*/ 1547250 w 6514506"/>
              <a:gd name="connsiteY4886" fmla="*/ 1057561 h 3658174"/>
              <a:gd name="connsiteX4887" fmla="*/ 1555346 w 6514506"/>
              <a:gd name="connsiteY4887" fmla="*/ 1056132 h 3658174"/>
              <a:gd name="connsiteX4888" fmla="*/ 1565252 w 6514506"/>
              <a:gd name="connsiteY4888" fmla="*/ 1051941 h 3658174"/>
              <a:gd name="connsiteX4889" fmla="*/ 1578305 w 6514506"/>
              <a:gd name="connsiteY4889" fmla="*/ 1051090 h 3658174"/>
              <a:gd name="connsiteX4890" fmla="*/ 1578301 w 6514506"/>
              <a:gd name="connsiteY4890" fmla="*/ 1051083 h 3658174"/>
              <a:gd name="connsiteX4891" fmla="*/ 1565157 w 6514506"/>
              <a:gd name="connsiteY4891" fmla="*/ 1051941 h 3658174"/>
              <a:gd name="connsiteX4892" fmla="*/ 1555251 w 6514506"/>
              <a:gd name="connsiteY4892" fmla="*/ 1056132 h 3658174"/>
              <a:gd name="connsiteX4893" fmla="*/ 1547154 w 6514506"/>
              <a:gd name="connsiteY4893" fmla="*/ 1057560 h 3658174"/>
              <a:gd name="connsiteX4894" fmla="*/ 1529724 w 6514506"/>
              <a:gd name="connsiteY4894" fmla="*/ 1034986 h 3658174"/>
              <a:gd name="connsiteX4895" fmla="*/ 1545535 w 6514506"/>
              <a:gd name="connsiteY4895" fmla="*/ 970883 h 3658174"/>
              <a:gd name="connsiteX4896" fmla="*/ 1542147 w 6514506"/>
              <a:gd name="connsiteY4896" fmla="*/ 947429 h 3658174"/>
              <a:gd name="connsiteX4897" fmla="*/ 1172801 w 6514506"/>
              <a:gd name="connsiteY4897" fmla="*/ 941631 h 3658174"/>
              <a:gd name="connsiteX4898" fmla="*/ 1172967 w 6514506"/>
              <a:gd name="connsiteY4898" fmla="*/ 941824 h 3658174"/>
              <a:gd name="connsiteX4899" fmla="*/ 1172917 w 6514506"/>
              <a:gd name="connsiteY4899" fmla="*/ 941641 h 3658174"/>
              <a:gd name="connsiteX4900" fmla="*/ 997372 w 6514506"/>
              <a:gd name="connsiteY4900" fmla="*/ 941165 h 3658174"/>
              <a:gd name="connsiteX4901" fmla="*/ 1001277 w 6514506"/>
              <a:gd name="connsiteY4901" fmla="*/ 941736 h 3658174"/>
              <a:gd name="connsiteX4902" fmla="*/ 1002801 w 6514506"/>
              <a:gd name="connsiteY4902" fmla="*/ 943832 h 3658174"/>
              <a:gd name="connsiteX4903" fmla="*/ 997372 w 6514506"/>
              <a:gd name="connsiteY4903" fmla="*/ 941165 h 3658174"/>
              <a:gd name="connsiteX4904" fmla="*/ 1015494 w 6514506"/>
              <a:gd name="connsiteY4904" fmla="*/ 937590 h 3658174"/>
              <a:gd name="connsiteX4905" fmla="*/ 1015564 w 6514506"/>
              <a:gd name="connsiteY4905" fmla="*/ 937747 h 3658174"/>
              <a:gd name="connsiteX4906" fmla="*/ 1016350 w 6514506"/>
              <a:gd name="connsiteY4906" fmla="*/ 939645 h 3658174"/>
              <a:gd name="connsiteX4907" fmla="*/ 1015695 w 6514506"/>
              <a:gd name="connsiteY4907" fmla="*/ 938034 h 3658174"/>
              <a:gd name="connsiteX4908" fmla="*/ 1000812 w 6514506"/>
              <a:gd name="connsiteY4908" fmla="*/ 934783 h 3658174"/>
              <a:gd name="connsiteX4909" fmla="*/ 1003753 w 6514506"/>
              <a:gd name="connsiteY4909" fmla="*/ 934878 h 3658174"/>
              <a:gd name="connsiteX4910" fmla="*/ 1005277 w 6514506"/>
              <a:gd name="connsiteY4910" fmla="*/ 937545 h 3658174"/>
              <a:gd name="connsiteX4911" fmla="*/ 1001943 w 6514506"/>
              <a:gd name="connsiteY4911" fmla="*/ 936688 h 3658174"/>
              <a:gd name="connsiteX4912" fmla="*/ 1000812 w 6514506"/>
              <a:gd name="connsiteY4912" fmla="*/ 934783 h 3658174"/>
              <a:gd name="connsiteX4913" fmla="*/ 1107543 w 6514506"/>
              <a:gd name="connsiteY4913" fmla="*/ 928320 h 3658174"/>
              <a:gd name="connsiteX4914" fmla="*/ 1107286 w 6514506"/>
              <a:gd name="connsiteY4914" fmla="*/ 928427 h 3658174"/>
              <a:gd name="connsiteX4915" fmla="*/ 1106432 w 6514506"/>
              <a:gd name="connsiteY4915" fmla="*/ 934973 h 3658174"/>
              <a:gd name="connsiteX4916" fmla="*/ 1110052 w 6514506"/>
              <a:gd name="connsiteY4916" fmla="*/ 940403 h 3658174"/>
              <a:gd name="connsiteX4917" fmla="*/ 1110241 w 6514506"/>
              <a:gd name="connsiteY4917" fmla="*/ 940493 h 3658174"/>
              <a:gd name="connsiteX4918" fmla="*/ 1106623 w 6514506"/>
              <a:gd name="connsiteY4918" fmla="*/ 935069 h 3658174"/>
              <a:gd name="connsiteX4919" fmla="*/ 1107481 w 6514506"/>
              <a:gd name="connsiteY4919" fmla="*/ 928497 h 3658174"/>
              <a:gd name="connsiteX4920" fmla="*/ 3700567 w 6514506"/>
              <a:gd name="connsiteY4920" fmla="*/ 927258 h 3658174"/>
              <a:gd name="connsiteX4921" fmla="*/ 3704758 w 6514506"/>
              <a:gd name="connsiteY4921" fmla="*/ 930020 h 3658174"/>
              <a:gd name="connsiteX4922" fmla="*/ 3706853 w 6514506"/>
              <a:gd name="connsiteY4922" fmla="*/ 932687 h 3658174"/>
              <a:gd name="connsiteX4923" fmla="*/ 3698186 w 6514506"/>
              <a:gd name="connsiteY4923" fmla="*/ 929068 h 3658174"/>
              <a:gd name="connsiteX4924" fmla="*/ 3700567 w 6514506"/>
              <a:gd name="connsiteY4924" fmla="*/ 927258 h 3658174"/>
              <a:gd name="connsiteX4925" fmla="*/ 1013376 w 6514506"/>
              <a:gd name="connsiteY4925" fmla="*/ 925484 h 3658174"/>
              <a:gd name="connsiteX4926" fmla="*/ 1014040 w 6514506"/>
              <a:gd name="connsiteY4926" fmla="*/ 934306 h 3658174"/>
              <a:gd name="connsiteX4927" fmla="*/ 1014129 w 6514506"/>
              <a:gd name="connsiteY4927" fmla="*/ 934506 h 3658174"/>
              <a:gd name="connsiteX4928" fmla="*/ 1013468 w 6514506"/>
              <a:gd name="connsiteY4928" fmla="*/ 925735 h 3658174"/>
              <a:gd name="connsiteX4929" fmla="*/ 887786 w 6514506"/>
              <a:gd name="connsiteY4929" fmla="*/ 921032 h 3658174"/>
              <a:gd name="connsiteX4930" fmla="*/ 888691 w 6514506"/>
              <a:gd name="connsiteY4930" fmla="*/ 923068 h 3658174"/>
              <a:gd name="connsiteX4931" fmla="*/ 886024 w 6514506"/>
              <a:gd name="connsiteY4931" fmla="*/ 933545 h 3658174"/>
              <a:gd name="connsiteX4932" fmla="*/ 877642 w 6514506"/>
              <a:gd name="connsiteY4932" fmla="*/ 945547 h 3658174"/>
              <a:gd name="connsiteX4933" fmla="*/ 866593 w 6514506"/>
              <a:gd name="connsiteY4933" fmla="*/ 959929 h 3658174"/>
              <a:gd name="connsiteX4934" fmla="*/ 863260 w 6514506"/>
              <a:gd name="connsiteY4934" fmla="*/ 958977 h 3658174"/>
              <a:gd name="connsiteX4935" fmla="*/ 861737 w 6514506"/>
              <a:gd name="connsiteY4935" fmla="*/ 951166 h 3658174"/>
              <a:gd name="connsiteX4936" fmla="*/ 862021 w 6514506"/>
              <a:gd name="connsiteY4936" fmla="*/ 943642 h 3658174"/>
              <a:gd name="connsiteX4937" fmla="*/ 864404 w 6514506"/>
              <a:gd name="connsiteY4937" fmla="*/ 939165 h 3658174"/>
              <a:gd name="connsiteX4938" fmla="*/ 869546 w 6514506"/>
              <a:gd name="connsiteY4938" fmla="*/ 930783 h 3658174"/>
              <a:gd name="connsiteX4939" fmla="*/ 882405 w 6514506"/>
              <a:gd name="connsiteY4939" fmla="*/ 925735 h 3658174"/>
              <a:gd name="connsiteX4940" fmla="*/ 886882 w 6514506"/>
              <a:gd name="connsiteY4940" fmla="*/ 923068 h 3658174"/>
              <a:gd name="connsiteX4941" fmla="*/ 887786 w 6514506"/>
              <a:gd name="connsiteY4941" fmla="*/ 921032 h 3658174"/>
              <a:gd name="connsiteX4942" fmla="*/ 4653828 w 6514506"/>
              <a:gd name="connsiteY4942" fmla="*/ 917638 h 3658174"/>
              <a:gd name="connsiteX4943" fmla="*/ 4658019 w 6514506"/>
              <a:gd name="connsiteY4943" fmla="*/ 923639 h 3658174"/>
              <a:gd name="connsiteX4944" fmla="*/ 4651447 w 6514506"/>
              <a:gd name="connsiteY4944" fmla="*/ 919162 h 3658174"/>
              <a:gd name="connsiteX4945" fmla="*/ 4653828 w 6514506"/>
              <a:gd name="connsiteY4945" fmla="*/ 917638 h 3658174"/>
              <a:gd name="connsiteX4946" fmla="*/ 259088 w 6514506"/>
              <a:gd name="connsiteY4946" fmla="*/ 915733 h 3658174"/>
              <a:gd name="connsiteX4947" fmla="*/ 262422 w 6514506"/>
              <a:gd name="connsiteY4947" fmla="*/ 916019 h 3658174"/>
              <a:gd name="connsiteX4948" fmla="*/ 263279 w 6514506"/>
              <a:gd name="connsiteY4948" fmla="*/ 919924 h 3658174"/>
              <a:gd name="connsiteX4949" fmla="*/ 259088 w 6514506"/>
              <a:gd name="connsiteY4949" fmla="*/ 915733 h 3658174"/>
              <a:gd name="connsiteX4950" fmla="*/ 254231 w 6514506"/>
              <a:gd name="connsiteY4950" fmla="*/ 915447 h 3658174"/>
              <a:gd name="connsiteX4951" fmla="*/ 256612 w 6514506"/>
              <a:gd name="connsiteY4951" fmla="*/ 920496 h 3658174"/>
              <a:gd name="connsiteX4952" fmla="*/ 254231 w 6514506"/>
              <a:gd name="connsiteY4952" fmla="*/ 915447 h 3658174"/>
              <a:gd name="connsiteX4953" fmla="*/ 3743715 w 6514506"/>
              <a:gd name="connsiteY4953" fmla="*/ 914400 h 3658174"/>
              <a:gd name="connsiteX4954" fmla="*/ 3744001 w 6514506"/>
              <a:gd name="connsiteY4954" fmla="*/ 917162 h 3658174"/>
              <a:gd name="connsiteX4955" fmla="*/ 3740095 w 6514506"/>
              <a:gd name="connsiteY4955" fmla="*/ 915638 h 3658174"/>
              <a:gd name="connsiteX4956" fmla="*/ 3743715 w 6514506"/>
              <a:gd name="connsiteY4956" fmla="*/ 914400 h 3658174"/>
              <a:gd name="connsiteX4957" fmla="*/ 3676933 w 6514506"/>
              <a:gd name="connsiteY4957" fmla="*/ 912363 h 3658174"/>
              <a:gd name="connsiteX4958" fmla="*/ 3677802 w 6514506"/>
              <a:gd name="connsiteY4958" fmla="*/ 914685 h 3658174"/>
              <a:gd name="connsiteX4959" fmla="*/ 3672087 w 6514506"/>
              <a:gd name="connsiteY4959" fmla="*/ 919543 h 3658174"/>
              <a:gd name="connsiteX4960" fmla="*/ 3675420 w 6514506"/>
              <a:gd name="connsiteY4960" fmla="*/ 914114 h 3658174"/>
              <a:gd name="connsiteX4961" fmla="*/ 3676933 w 6514506"/>
              <a:gd name="connsiteY4961" fmla="*/ 912363 h 3658174"/>
              <a:gd name="connsiteX4962" fmla="*/ 1207719 w 6514506"/>
              <a:gd name="connsiteY4962" fmla="*/ 911221 h 3658174"/>
              <a:gd name="connsiteX4963" fmla="*/ 1208255 w 6514506"/>
              <a:gd name="connsiteY4963" fmla="*/ 912209 h 3658174"/>
              <a:gd name="connsiteX4964" fmla="*/ 1214351 w 6514506"/>
              <a:gd name="connsiteY4964" fmla="*/ 914400 h 3658174"/>
              <a:gd name="connsiteX4965" fmla="*/ 1223148 w 6514506"/>
              <a:gd name="connsiteY4965" fmla="*/ 914459 h 3658174"/>
              <a:gd name="connsiteX4966" fmla="*/ 1221494 w 6514506"/>
              <a:gd name="connsiteY4966" fmla="*/ 914304 h 3658174"/>
              <a:gd name="connsiteX4967" fmla="*/ 1213684 w 6514506"/>
              <a:gd name="connsiteY4967" fmla="*/ 914113 h 3658174"/>
              <a:gd name="connsiteX4968" fmla="*/ 3765682 w 6514506"/>
              <a:gd name="connsiteY4968" fmla="*/ 910054 h 3658174"/>
              <a:gd name="connsiteX4969" fmla="*/ 3765907 w 6514506"/>
              <a:gd name="connsiteY4969" fmla="*/ 912304 h 3658174"/>
              <a:gd name="connsiteX4970" fmla="*/ 3763240 w 6514506"/>
              <a:gd name="connsiteY4970" fmla="*/ 916495 h 3658174"/>
              <a:gd name="connsiteX4971" fmla="*/ 3764098 w 6514506"/>
              <a:gd name="connsiteY4971" fmla="*/ 911447 h 3658174"/>
              <a:gd name="connsiteX4972" fmla="*/ 3765682 w 6514506"/>
              <a:gd name="connsiteY4972" fmla="*/ 910054 h 3658174"/>
              <a:gd name="connsiteX4973" fmla="*/ 1094269 w 6514506"/>
              <a:gd name="connsiteY4973" fmla="*/ 909943 h 3658174"/>
              <a:gd name="connsiteX4974" fmla="*/ 1093288 w 6514506"/>
              <a:gd name="connsiteY4974" fmla="*/ 911637 h 3658174"/>
              <a:gd name="connsiteX4975" fmla="*/ 1093300 w 6514506"/>
              <a:gd name="connsiteY4975" fmla="*/ 911643 h 3658174"/>
              <a:gd name="connsiteX4976" fmla="*/ 1094241 w 6514506"/>
              <a:gd name="connsiteY4976" fmla="*/ 910018 h 3658174"/>
              <a:gd name="connsiteX4977" fmla="*/ 1207882 w 6514506"/>
              <a:gd name="connsiteY4977" fmla="*/ 908703 h 3658174"/>
              <a:gd name="connsiteX4978" fmla="*/ 1206445 w 6514506"/>
              <a:gd name="connsiteY4978" fmla="*/ 908875 h 3658174"/>
              <a:gd name="connsiteX4979" fmla="*/ 1207462 w 6514506"/>
              <a:gd name="connsiteY4979" fmla="*/ 910748 h 3658174"/>
              <a:gd name="connsiteX4980" fmla="*/ 1216040 w 6514506"/>
              <a:gd name="connsiteY4980" fmla="*/ 906603 h 3658174"/>
              <a:gd name="connsiteX4981" fmla="*/ 1215872 w 6514506"/>
              <a:gd name="connsiteY4981" fmla="*/ 906649 h 3658174"/>
              <a:gd name="connsiteX4982" fmla="*/ 1215031 w 6514506"/>
              <a:gd name="connsiteY4982" fmla="*/ 907308 h 3658174"/>
              <a:gd name="connsiteX4983" fmla="*/ 1215208 w 6514506"/>
              <a:gd name="connsiteY4983" fmla="*/ 907255 h 3658174"/>
              <a:gd name="connsiteX4984" fmla="*/ 3802769 w 6514506"/>
              <a:gd name="connsiteY4984" fmla="*/ 902113 h 3658174"/>
              <a:gd name="connsiteX4985" fmla="*/ 3804579 w 6514506"/>
              <a:gd name="connsiteY4985" fmla="*/ 905065 h 3658174"/>
              <a:gd name="connsiteX4986" fmla="*/ 3797626 w 6514506"/>
              <a:gd name="connsiteY4986" fmla="*/ 911066 h 3658174"/>
              <a:gd name="connsiteX4987" fmla="*/ 3797340 w 6514506"/>
              <a:gd name="connsiteY4987" fmla="*/ 908399 h 3658174"/>
              <a:gd name="connsiteX4988" fmla="*/ 3802769 w 6514506"/>
              <a:gd name="connsiteY4988" fmla="*/ 902113 h 3658174"/>
              <a:gd name="connsiteX4989" fmla="*/ 4578867 w 6514506"/>
              <a:gd name="connsiteY4989" fmla="*/ 894301 h 3658174"/>
              <a:gd name="connsiteX4990" fmla="*/ 4576771 w 6514506"/>
              <a:gd name="connsiteY4990" fmla="*/ 896683 h 3658174"/>
              <a:gd name="connsiteX4991" fmla="*/ 4578867 w 6514506"/>
              <a:gd name="connsiteY4991" fmla="*/ 894301 h 3658174"/>
              <a:gd name="connsiteX4992" fmla="*/ 3858004 w 6514506"/>
              <a:gd name="connsiteY4992" fmla="*/ 893814 h 3658174"/>
              <a:gd name="connsiteX4993" fmla="*/ 3857253 w 6514506"/>
              <a:gd name="connsiteY4993" fmla="*/ 896683 h 3658174"/>
              <a:gd name="connsiteX4994" fmla="*/ 3855824 w 6514506"/>
              <a:gd name="connsiteY4994" fmla="*/ 894302 h 3658174"/>
              <a:gd name="connsiteX4995" fmla="*/ 3858004 w 6514506"/>
              <a:gd name="connsiteY4995" fmla="*/ 893814 h 3658174"/>
              <a:gd name="connsiteX4996" fmla="*/ 1232198 w 6514506"/>
              <a:gd name="connsiteY4996" fmla="*/ 893694 h 3658174"/>
              <a:gd name="connsiteX4997" fmla="*/ 1231686 w 6514506"/>
              <a:gd name="connsiteY4997" fmla="*/ 894302 h 3658174"/>
              <a:gd name="connsiteX4998" fmla="*/ 1231639 w 6514506"/>
              <a:gd name="connsiteY4998" fmla="*/ 894373 h 3658174"/>
              <a:gd name="connsiteX4999" fmla="*/ 1231972 w 6514506"/>
              <a:gd name="connsiteY4999" fmla="*/ 894111 h 3658174"/>
              <a:gd name="connsiteX5000" fmla="*/ 1249273 w 6514506"/>
              <a:gd name="connsiteY5000" fmla="*/ 886881 h 3658174"/>
              <a:gd name="connsiteX5001" fmla="*/ 1248695 w 6514506"/>
              <a:gd name="connsiteY5001" fmla="*/ 887504 h 3658174"/>
              <a:gd name="connsiteX5002" fmla="*/ 1247873 w 6514506"/>
              <a:gd name="connsiteY5002" fmla="*/ 890643 h 3658174"/>
              <a:gd name="connsiteX5003" fmla="*/ 1248285 w 6514506"/>
              <a:gd name="connsiteY5003" fmla="*/ 890706 h 3658174"/>
              <a:gd name="connsiteX5004" fmla="*/ 1034614 w 6514506"/>
              <a:gd name="connsiteY5004" fmla="*/ 886777 h 3658174"/>
              <a:gd name="connsiteX5005" fmla="*/ 1033090 w 6514506"/>
              <a:gd name="connsiteY5005" fmla="*/ 887158 h 3658174"/>
              <a:gd name="connsiteX5006" fmla="*/ 1029470 w 6514506"/>
              <a:gd name="connsiteY5006" fmla="*/ 889539 h 3658174"/>
              <a:gd name="connsiteX5007" fmla="*/ 1016611 w 6514506"/>
              <a:gd name="connsiteY5007" fmla="*/ 887729 h 3658174"/>
              <a:gd name="connsiteX5008" fmla="*/ 1012420 w 6514506"/>
              <a:gd name="connsiteY5008" fmla="*/ 891730 h 3658174"/>
              <a:gd name="connsiteX5009" fmla="*/ 1011468 w 6514506"/>
              <a:gd name="connsiteY5009" fmla="*/ 894016 h 3658174"/>
              <a:gd name="connsiteX5010" fmla="*/ 1010706 w 6514506"/>
              <a:gd name="connsiteY5010" fmla="*/ 895540 h 3658174"/>
              <a:gd name="connsiteX5011" fmla="*/ 1012039 w 6514506"/>
              <a:gd name="connsiteY5011" fmla="*/ 902683 h 3658174"/>
              <a:gd name="connsiteX5012" fmla="*/ 1013563 w 6514506"/>
              <a:gd name="connsiteY5012" fmla="*/ 912875 h 3658174"/>
              <a:gd name="connsiteX5013" fmla="*/ 1012706 w 6514506"/>
              <a:gd name="connsiteY5013" fmla="*/ 923639 h 3658174"/>
              <a:gd name="connsiteX5014" fmla="*/ 1012803 w 6514506"/>
              <a:gd name="connsiteY5014" fmla="*/ 923903 h 3658174"/>
              <a:gd name="connsiteX5015" fmla="*/ 1013659 w 6514506"/>
              <a:gd name="connsiteY5015" fmla="*/ 913162 h 3658174"/>
              <a:gd name="connsiteX5016" fmla="*/ 1012135 w 6514506"/>
              <a:gd name="connsiteY5016" fmla="*/ 902970 h 3658174"/>
              <a:gd name="connsiteX5017" fmla="*/ 1010801 w 6514506"/>
              <a:gd name="connsiteY5017" fmla="*/ 895826 h 3658174"/>
              <a:gd name="connsiteX5018" fmla="*/ 1011563 w 6514506"/>
              <a:gd name="connsiteY5018" fmla="*/ 894302 h 3658174"/>
              <a:gd name="connsiteX5019" fmla="*/ 1012516 w 6514506"/>
              <a:gd name="connsiteY5019" fmla="*/ 892016 h 3658174"/>
              <a:gd name="connsiteX5020" fmla="*/ 1016708 w 6514506"/>
              <a:gd name="connsiteY5020" fmla="*/ 888016 h 3658174"/>
              <a:gd name="connsiteX5021" fmla="*/ 1029565 w 6514506"/>
              <a:gd name="connsiteY5021" fmla="*/ 889825 h 3658174"/>
              <a:gd name="connsiteX5022" fmla="*/ 1033185 w 6514506"/>
              <a:gd name="connsiteY5022" fmla="*/ 887444 h 3658174"/>
              <a:gd name="connsiteX5023" fmla="*/ 1034709 w 6514506"/>
              <a:gd name="connsiteY5023" fmla="*/ 887063 h 3658174"/>
              <a:gd name="connsiteX5024" fmla="*/ 1040995 w 6514506"/>
              <a:gd name="connsiteY5024" fmla="*/ 890397 h 3658174"/>
              <a:gd name="connsiteX5025" fmla="*/ 1047854 w 6514506"/>
              <a:gd name="connsiteY5025" fmla="*/ 892207 h 3658174"/>
              <a:gd name="connsiteX5026" fmla="*/ 1049949 w 6514506"/>
              <a:gd name="connsiteY5026" fmla="*/ 894016 h 3658174"/>
              <a:gd name="connsiteX5027" fmla="*/ 1054325 w 6514506"/>
              <a:gd name="connsiteY5027" fmla="*/ 894663 h 3658174"/>
              <a:gd name="connsiteX5028" fmla="*/ 1054327 w 6514506"/>
              <a:gd name="connsiteY5028" fmla="*/ 894659 h 3658174"/>
              <a:gd name="connsiteX5029" fmla="*/ 1049854 w 6514506"/>
              <a:gd name="connsiteY5029" fmla="*/ 893730 h 3658174"/>
              <a:gd name="connsiteX5030" fmla="*/ 1047758 w 6514506"/>
              <a:gd name="connsiteY5030" fmla="*/ 891920 h 3658174"/>
              <a:gd name="connsiteX5031" fmla="*/ 1040900 w 6514506"/>
              <a:gd name="connsiteY5031" fmla="*/ 890110 h 3658174"/>
              <a:gd name="connsiteX5032" fmla="*/ 1034614 w 6514506"/>
              <a:gd name="connsiteY5032" fmla="*/ 886777 h 3658174"/>
              <a:gd name="connsiteX5033" fmla="*/ 991466 w 6514506"/>
              <a:gd name="connsiteY5033" fmla="*/ 886015 h 3658174"/>
              <a:gd name="connsiteX5034" fmla="*/ 993562 w 6514506"/>
              <a:gd name="connsiteY5034" fmla="*/ 886301 h 3658174"/>
              <a:gd name="connsiteX5035" fmla="*/ 991466 w 6514506"/>
              <a:gd name="connsiteY5035" fmla="*/ 889920 h 3658174"/>
              <a:gd name="connsiteX5036" fmla="*/ 991466 w 6514506"/>
              <a:gd name="connsiteY5036" fmla="*/ 886015 h 3658174"/>
              <a:gd name="connsiteX5037" fmla="*/ 997942 w 6514506"/>
              <a:gd name="connsiteY5037" fmla="*/ 884872 h 3658174"/>
              <a:gd name="connsiteX5038" fmla="*/ 997085 w 6514506"/>
              <a:gd name="connsiteY5038" fmla="*/ 887254 h 3658174"/>
              <a:gd name="connsiteX5039" fmla="*/ 995847 w 6514506"/>
              <a:gd name="connsiteY5039" fmla="*/ 885444 h 3658174"/>
              <a:gd name="connsiteX5040" fmla="*/ 997942 w 6514506"/>
              <a:gd name="connsiteY5040" fmla="*/ 884872 h 3658174"/>
              <a:gd name="connsiteX5041" fmla="*/ 983655 w 6514506"/>
              <a:gd name="connsiteY5041" fmla="*/ 873442 h 3658174"/>
              <a:gd name="connsiteX5042" fmla="*/ 983578 w 6514506"/>
              <a:gd name="connsiteY5042" fmla="*/ 875070 h 3658174"/>
              <a:gd name="connsiteX5043" fmla="*/ 983464 w 6514506"/>
              <a:gd name="connsiteY5043" fmla="*/ 875061 h 3658174"/>
              <a:gd name="connsiteX5044" fmla="*/ 1113437 w 6514506"/>
              <a:gd name="connsiteY5044" fmla="*/ 872306 h 3658174"/>
              <a:gd name="connsiteX5045" fmla="*/ 1109862 w 6514506"/>
              <a:gd name="connsiteY5045" fmla="*/ 872870 h 3658174"/>
              <a:gd name="connsiteX5046" fmla="*/ 1099956 w 6514506"/>
              <a:gd name="connsiteY5046" fmla="*/ 874108 h 3658174"/>
              <a:gd name="connsiteX5047" fmla="*/ 1097269 w 6514506"/>
              <a:gd name="connsiteY5047" fmla="*/ 875451 h 3658174"/>
              <a:gd name="connsiteX5048" fmla="*/ 1097255 w 6514506"/>
              <a:gd name="connsiteY5048" fmla="*/ 875655 h 3658174"/>
              <a:gd name="connsiteX5049" fmla="*/ 1099956 w 6514506"/>
              <a:gd name="connsiteY5049" fmla="*/ 874395 h 3658174"/>
              <a:gd name="connsiteX5050" fmla="*/ 1109862 w 6514506"/>
              <a:gd name="connsiteY5050" fmla="*/ 873157 h 3658174"/>
              <a:gd name="connsiteX5051" fmla="*/ 1113481 w 6514506"/>
              <a:gd name="connsiteY5051" fmla="*/ 872585 h 3658174"/>
              <a:gd name="connsiteX5052" fmla="*/ 3893543 w 6514506"/>
              <a:gd name="connsiteY5052" fmla="*/ 871822 h 3658174"/>
              <a:gd name="connsiteX5053" fmla="*/ 3897163 w 6514506"/>
              <a:gd name="connsiteY5053" fmla="*/ 875156 h 3658174"/>
              <a:gd name="connsiteX5054" fmla="*/ 3889543 w 6514506"/>
              <a:gd name="connsiteY5054" fmla="*/ 883443 h 3658174"/>
              <a:gd name="connsiteX5055" fmla="*/ 3880589 w 6514506"/>
              <a:gd name="connsiteY5055" fmla="*/ 889158 h 3658174"/>
              <a:gd name="connsiteX5056" fmla="*/ 3884780 w 6514506"/>
              <a:gd name="connsiteY5056" fmla="*/ 882300 h 3658174"/>
              <a:gd name="connsiteX5057" fmla="*/ 3890209 w 6514506"/>
              <a:gd name="connsiteY5057" fmla="*/ 876299 h 3658174"/>
              <a:gd name="connsiteX5058" fmla="*/ 3893543 w 6514506"/>
              <a:gd name="connsiteY5058" fmla="*/ 871822 h 3658174"/>
              <a:gd name="connsiteX5059" fmla="*/ 3092395 w 6514506"/>
              <a:gd name="connsiteY5059" fmla="*/ 870109 h 3658174"/>
              <a:gd name="connsiteX5060" fmla="*/ 3096015 w 6514506"/>
              <a:gd name="connsiteY5060" fmla="*/ 872204 h 3658174"/>
              <a:gd name="connsiteX5061" fmla="*/ 3096586 w 6514506"/>
              <a:gd name="connsiteY5061" fmla="*/ 877919 h 3658174"/>
              <a:gd name="connsiteX5062" fmla="*/ 3098110 w 6514506"/>
              <a:gd name="connsiteY5062" fmla="*/ 882396 h 3658174"/>
              <a:gd name="connsiteX5063" fmla="*/ 3099634 w 6514506"/>
              <a:gd name="connsiteY5063" fmla="*/ 890206 h 3658174"/>
              <a:gd name="connsiteX5064" fmla="*/ 3105063 w 6514506"/>
              <a:gd name="connsiteY5064" fmla="*/ 900684 h 3658174"/>
              <a:gd name="connsiteX5065" fmla="*/ 3102968 w 6514506"/>
              <a:gd name="connsiteY5065" fmla="*/ 901541 h 3658174"/>
              <a:gd name="connsiteX5066" fmla="*/ 3102968 w 6514506"/>
              <a:gd name="connsiteY5066" fmla="*/ 906589 h 3658174"/>
              <a:gd name="connsiteX5067" fmla="*/ 3104778 w 6514506"/>
              <a:gd name="connsiteY5067" fmla="*/ 917353 h 3658174"/>
              <a:gd name="connsiteX5068" fmla="*/ 3103254 w 6514506"/>
              <a:gd name="connsiteY5068" fmla="*/ 920686 h 3658174"/>
              <a:gd name="connsiteX5069" fmla="*/ 3102016 w 6514506"/>
              <a:gd name="connsiteY5069" fmla="*/ 925163 h 3658174"/>
              <a:gd name="connsiteX5070" fmla="*/ 3101444 w 6514506"/>
              <a:gd name="connsiteY5070" fmla="*/ 928497 h 3658174"/>
              <a:gd name="connsiteX5071" fmla="*/ 3101444 w 6514506"/>
              <a:gd name="connsiteY5071" fmla="*/ 934212 h 3658174"/>
              <a:gd name="connsiteX5072" fmla="*/ 3102301 w 6514506"/>
              <a:gd name="connsiteY5072" fmla="*/ 939927 h 3658174"/>
              <a:gd name="connsiteX5073" fmla="*/ 3102873 w 6514506"/>
              <a:gd name="connsiteY5073" fmla="*/ 943261 h 3658174"/>
              <a:gd name="connsiteX5074" fmla="*/ 3104968 w 6514506"/>
              <a:gd name="connsiteY5074" fmla="*/ 946594 h 3658174"/>
              <a:gd name="connsiteX5075" fmla="*/ 3108588 w 6514506"/>
              <a:gd name="connsiteY5075" fmla="*/ 965454 h 3658174"/>
              <a:gd name="connsiteX5076" fmla="*/ 3116684 w 6514506"/>
              <a:gd name="connsiteY5076" fmla="*/ 987361 h 3658174"/>
              <a:gd name="connsiteX5077" fmla="*/ 3126304 w 6514506"/>
              <a:gd name="connsiteY5077" fmla="*/ 1005364 h 3658174"/>
              <a:gd name="connsiteX5078" fmla="*/ 3123923 w 6514506"/>
              <a:gd name="connsiteY5078" fmla="*/ 1007173 h 3658174"/>
              <a:gd name="connsiteX5079" fmla="*/ 3111636 w 6514506"/>
              <a:gd name="connsiteY5079" fmla="*/ 995458 h 3658174"/>
              <a:gd name="connsiteX5080" fmla="*/ 3104111 w 6514506"/>
              <a:gd name="connsiteY5080" fmla="*/ 992791 h 3658174"/>
              <a:gd name="connsiteX5081" fmla="*/ 3099634 w 6514506"/>
              <a:gd name="connsiteY5081" fmla="*/ 995743 h 3658174"/>
              <a:gd name="connsiteX5082" fmla="*/ 3097539 w 6514506"/>
              <a:gd name="connsiteY5082" fmla="*/ 999363 h 3658174"/>
              <a:gd name="connsiteX5083" fmla="*/ 3091538 w 6514506"/>
              <a:gd name="connsiteY5083" fmla="*/ 1013460 h 3658174"/>
              <a:gd name="connsiteX5084" fmla="*/ 3089728 w 6514506"/>
              <a:gd name="connsiteY5084" fmla="*/ 1038892 h 3658174"/>
              <a:gd name="connsiteX5085" fmla="*/ 3095729 w 6514506"/>
              <a:gd name="connsiteY5085" fmla="*/ 1049083 h 3658174"/>
              <a:gd name="connsiteX5086" fmla="*/ 3099063 w 6514506"/>
              <a:gd name="connsiteY5086" fmla="*/ 1052989 h 3658174"/>
              <a:gd name="connsiteX5087" fmla="*/ 3105063 w 6514506"/>
              <a:gd name="connsiteY5087" fmla="*/ 1062609 h 3658174"/>
              <a:gd name="connsiteX5088" fmla="*/ 3100872 w 6514506"/>
              <a:gd name="connsiteY5088" fmla="*/ 1062323 h 3658174"/>
              <a:gd name="connsiteX5089" fmla="*/ 3093729 w 6514506"/>
              <a:gd name="connsiteY5089" fmla="*/ 1055465 h 3658174"/>
              <a:gd name="connsiteX5090" fmla="*/ 3080870 w 6514506"/>
              <a:gd name="connsiteY5090" fmla="*/ 1056989 h 3658174"/>
              <a:gd name="connsiteX5091" fmla="*/ 3077917 w 6514506"/>
              <a:gd name="connsiteY5091" fmla="*/ 1070800 h 3658174"/>
              <a:gd name="connsiteX5092" fmla="*/ 3074584 w 6514506"/>
              <a:gd name="connsiteY5092" fmla="*/ 1067181 h 3658174"/>
              <a:gd name="connsiteX5093" fmla="*/ 3074584 w 6514506"/>
              <a:gd name="connsiteY5093" fmla="*/ 1052798 h 3658174"/>
              <a:gd name="connsiteX5094" fmla="*/ 3076965 w 6514506"/>
              <a:gd name="connsiteY5094" fmla="*/ 1038701 h 3658174"/>
              <a:gd name="connsiteX5095" fmla="*/ 3078489 w 6514506"/>
              <a:gd name="connsiteY5095" fmla="*/ 1010221 h 3658174"/>
              <a:gd name="connsiteX5096" fmla="*/ 3080584 w 6514506"/>
              <a:gd name="connsiteY5096" fmla="*/ 993743 h 3658174"/>
              <a:gd name="connsiteX5097" fmla="*/ 3082870 w 6514506"/>
              <a:gd name="connsiteY5097" fmla="*/ 984028 h 3658174"/>
              <a:gd name="connsiteX5098" fmla="*/ 3083156 w 6514506"/>
              <a:gd name="connsiteY5098" fmla="*/ 975931 h 3658174"/>
              <a:gd name="connsiteX5099" fmla="*/ 3084013 w 6514506"/>
              <a:gd name="connsiteY5099" fmla="*/ 955548 h 3658174"/>
              <a:gd name="connsiteX5100" fmla="*/ 3080679 w 6514506"/>
              <a:gd name="connsiteY5100" fmla="*/ 938498 h 3658174"/>
              <a:gd name="connsiteX5101" fmla="*/ 3080679 w 6514506"/>
              <a:gd name="connsiteY5101" fmla="*/ 931926 h 3658174"/>
              <a:gd name="connsiteX5102" fmla="*/ 3078584 w 6514506"/>
              <a:gd name="connsiteY5102" fmla="*/ 919924 h 3658174"/>
              <a:gd name="connsiteX5103" fmla="*/ 3079822 w 6514506"/>
              <a:gd name="connsiteY5103" fmla="*/ 903732 h 3658174"/>
              <a:gd name="connsiteX5104" fmla="*/ 3084299 w 6514506"/>
              <a:gd name="connsiteY5104" fmla="*/ 895636 h 3658174"/>
              <a:gd name="connsiteX5105" fmla="*/ 3093253 w 6514506"/>
              <a:gd name="connsiteY5105" fmla="*/ 886015 h 3658174"/>
              <a:gd name="connsiteX5106" fmla="*/ 3090586 w 6514506"/>
              <a:gd name="connsiteY5106" fmla="*/ 875824 h 3658174"/>
              <a:gd name="connsiteX5107" fmla="*/ 3092395 w 6514506"/>
              <a:gd name="connsiteY5107" fmla="*/ 870109 h 3658174"/>
              <a:gd name="connsiteX5108" fmla="*/ 1055664 w 6514506"/>
              <a:gd name="connsiteY5108" fmla="*/ 866104 h 3658174"/>
              <a:gd name="connsiteX5109" fmla="*/ 1055664 w 6514506"/>
              <a:gd name="connsiteY5109" fmla="*/ 871251 h 3658174"/>
              <a:gd name="connsiteX5110" fmla="*/ 1055665 w 6514506"/>
              <a:gd name="connsiteY5110" fmla="*/ 871252 h 3658174"/>
              <a:gd name="connsiteX5111" fmla="*/ 1055665 w 6514506"/>
              <a:gd name="connsiteY5111" fmla="*/ 866107 h 3658174"/>
              <a:gd name="connsiteX5112" fmla="*/ 4543243 w 6514506"/>
              <a:gd name="connsiteY5112" fmla="*/ 865536 h 3658174"/>
              <a:gd name="connsiteX5113" fmla="*/ 4557054 w 6514506"/>
              <a:gd name="connsiteY5113" fmla="*/ 870013 h 3658174"/>
              <a:gd name="connsiteX5114" fmla="*/ 4572675 w 6514506"/>
              <a:gd name="connsiteY5114" fmla="*/ 874775 h 3658174"/>
              <a:gd name="connsiteX5115" fmla="*/ 4586486 w 6514506"/>
              <a:gd name="connsiteY5115" fmla="*/ 873251 h 3658174"/>
              <a:gd name="connsiteX5116" fmla="*/ 4594868 w 6514506"/>
              <a:gd name="connsiteY5116" fmla="*/ 875918 h 3658174"/>
              <a:gd name="connsiteX5117" fmla="*/ 4597249 w 6514506"/>
              <a:gd name="connsiteY5117" fmla="*/ 880681 h 3658174"/>
              <a:gd name="connsiteX5118" fmla="*/ 4601726 w 6514506"/>
              <a:gd name="connsiteY5118" fmla="*/ 884586 h 3658174"/>
              <a:gd name="connsiteX5119" fmla="*/ 4608013 w 6514506"/>
              <a:gd name="connsiteY5119" fmla="*/ 891444 h 3658174"/>
              <a:gd name="connsiteX5120" fmla="*/ 4618204 w 6514506"/>
              <a:gd name="connsiteY5120" fmla="*/ 895635 h 3658174"/>
              <a:gd name="connsiteX5121" fmla="*/ 4629920 w 6514506"/>
              <a:gd name="connsiteY5121" fmla="*/ 901922 h 3658174"/>
              <a:gd name="connsiteX5122" fmla="*/ 4638873 w 6514506"/>
              <a:gd name="connsiteY5122" fmla="*/ 915066 h 3658174"/>
              <a:gd name="connsiteX5123" fmla="*/ 4623634 w 6514506"/>
              <a:gd name="connsiteY5123" fmla="*/ 915352 h 3658174"/>
              <a:gd name="connsiteX5124" fmla="*/ 4614966 w 6514506"/>
              <a:gd name="connsiteY5124" fmla="*/ 910589 h 3658174"/>
              <a:gd name="connsiteX5125" fmla="*/ 4611346 w 6514506"/>
              <a:gd name="connsiteY5125" fmla="*/ 907256 h 3658174"/>
              <a:gd name="connsiteX5126" fmla="*/ 4602964 w 6514506"/>
              <a:gd name="connsiteY5126" fmla="*/ 907827 h 3658174"/>
              <a:gd name="connsiteX5127" fmla="*/ 4598202 w 6514506"/>
              <a:gd name="connsiteY5127" fmla="*/ 903065 h 3658174"/>
              <a:gd name="connsiteX5128" fmla="*/ 4593725 w 6514506"/>
              <a:gd name="connsiteY5128" fmla="*/ 898588 h 3658174"/>
              <a:gd name="connsiteX5129" fmla="*/ 4590772 w 6514506"/>
              <a:gd name="connsiteY5129" fmla="*/ 897350 h 3658174"/>
              <a:gd name="connsiteX5130" fmla="*/ 4586010 w 6514506"/>
              <a:gd name="connsiteY5130" fmla="*/ 900017 h 3658174"/>
              <a:gd name="connsiteX5131" fmla="*/ 4577056 w 6514506"/>
              <a:gd name="connsiteY5131" fmla="*/ 889253 h 3658174"/>
              <a:gd name="connsiteX5132" fmla="*/ 4569627 w 6514506"/>
              <a:gd name="connsiteY5132" fmla="*/ 882776 h 3658174"/>
              <a:gd name="connsiteX5133" fmla="*/ 4565340 w 6514506"/>
              <a:gd name="connsiteY5133" fmla="*/ 882395 h 3658174"/>
              <a:gd name="connsiteX5134" fmla="*/ 4558768 w 6514506"/>
              <a:gd name="connsiteY5134" fmla="*/ 885348 h 3658174"/>
              <a:gd name="connsiteX5135" fmla="*/ 4555720 w 6514506"/>
              <a:gd name="connsiteY5135" fmla="*/ 882014 h 3658174"/>
              <a:gd name="connsiteX5136" fmla="*/ 4558197 w 6514506"/>
              <a:gd name="connsiteY5136" fmla="*/ 878395 h 3658174"/>
              <a:gd name="connsiteX5137" fmla="*/ 4556959 w 6514506"/>
              <a:gd name="connsiteY5137" fmla="*/ 876014 h 3658174"/>
              <a:gd name="connsiteX5138" fmla="*/ 4551339 w 6514506"/>
              <a:gd name="connsiteY5138" fmla="*/ 876871 h 3658174"/>
              <a:gd name="connsiteX5139" fmla="*/ 4542385 w 6514506"/>
              <a:gd name="connsiteY5139" fmla="*/ 872680 h 3658174"/>
              <a:gd name="connsiteX5140" fmla="*/ 4543243 w 6514506"/>
              <a:gd name="connsiteY5140" fmla="*/ 865536 h 3658174"/>
              <a:gd name="connsiteX5141" fmla="*/ 1252401 w 6514506"/>
              <a:gd name="connsiteY5141" fmla="*/ 857279 h 3658174"/>
              <a:gd name="connsiteX5142" fmla="*/ 1252225 w 6514506"/>
              <a:gd name="connsiteY5142" fmla="*/ 858224 h 3658174"/>
              <a:gd name="connsiteX5143" fmla="*/ 1252987 w 6514506"/>
              <a:gd name="connsiteY5143" fmla="*/ 859893 h 3658174"/>
              <a:gd name="connsiteX5144" fmla="*/ 1250542 w 6514506"/>
              <a:gd name="connsiteY5144" fmla="*/ 867260 h 3658174"/>
              <a:gd name="connsiteX5145" fmla="*/ 1249212 w 6514506"/>
              <a:gd name="connsiteY5145" fmla="*/ 874395 h 3658174"/>
              <a:gd name="connsiteX5146" fmla="*/ 1250098 w 6514506"/>
              <a:gd name="connsiteY5146" fmla="*/ 883693 h 3658174"/>
              <a:gd name="connsiteX5147" fmla="*/ 1250261 w 6514506"/>
              <a:gd name="connsiteY5147" fmla="*/ 883062 h 3658174"/>
              <a:gd name="connsiteX5148" fmla="*/ 1250545 w 6514506"/>
              <a:gd name="connsiteY5148" fmla="*/ 868393 h 3658174"/>
              <a:gd name="connsiteX5149" fmla="*/ 1253463 w 6514506"/>
              <a:gd name="connsiteY5149" fmla="*/ 859606 h 3658174"/>
              <a:gd name="connsiteX5150" fmla="*/ 3474443 w 6514506"/>
              <a:gd name="connsiteY5150" fmla="*/ 854285 h 3658174"/>
              <a:gd name="connsiteX5151" fmla="*/ 3477681 w 6514506"/>
              <a:gd name="connsiteY5151" fmla="*/ 855916 h 3658174"/>
              <a:gd name="connsiteX5152" fmla="*/ 3480062 w 6514506"/>
              <a:gd name="connsiteY5152" fmla="*/ 859535 h 3658174"/>
              <a:gd name="connsiteX5153" fmla="*/ 3482157 w 6514506"/>
              <a:gd name="connsiteY5153" fmla="*/ 864298 h 3658174"/>
              <a:gd name="connsiteX5154" fmla="*/ 3474347 w 6514506"/>
              <a:gd name="connsiteY5154" fmla="*/ 858011 h 3658174"/>
              <a:gd name="connsiteX5155" fmla="*/ 3474443 w 6514506"/>
              <a:gd name="connsiteY5155" fmla="*/ 854285 h 3658174"/>
              <a:gd name="connsiteX5156" fmla="*/ 3913069 w 6514506"/>
              <a:gd name="connsiteY5156" fmla="*/ 853535 h 3658174"/>
              <a:gd name="connsiteX5157" fmla="*/ 3918784 w 6514506"/>
              <a:gd name="connsiteY5157" fmla="*/ 858297 h 3658174"/>
              <a:gd name="connsiteX5158" fmla="*/ 3920594 w 6514506"/>
              <a:gd name="connsiteY5158" fmla="*/ 861059 h 3658174"/>
              <a:gd name="connsiteX5159" fmla="*/ 3921166 w 6514506"/>
              <a:gd name="connsiteY5159" fmla="*/ 864965 h 3658174"/>
              <a:gd name="connsiteX5160" fmla="*/ 3911926 w 6514506"/>
              <a:gd name="connsiteY5160" fmla="*/ 872108 h 3658174"/>
              <a:gd name="connsiteX5161" fmla="*/ 3904402 w 6514506"/>
              <a:gd name="connsiteY5161" fmla="*/ 876585 h 3658174"/>
              <a:gd name="connsiteX5162" fmla="*/ 3902020 w 6514506"/>
              <a:gd name="connsiteY5162" fmla="*/ 872108 h 3658174"/>
              <a:gd name="connsiteX5163" fmla="*/ 3909831 w 6514506"/>
              <a:gd name="connsiteY5163" fmla="*/ 864965 h 3658174"/>
              <a:gd name="connsiteX5164" fmla="*/ 3908021 w 6514506"/>
              <a:gd name="connsiteY5164" fmla="*/ 859821 h 3658174"/>
              <a:gd name="connsiteX5165" fmla="*/ 3913069 w 6514506"/>
              <a:gd name="connsiteY5165" fmla="*/ 853535 h 3658174"/>
              <a:gd name="connsiteX5166" fmla="*/ 3002383 w 6514506"/>
              <a:gd name="connsiteY5166" fmla="*/ 852868 h 3658174"/>
              <a:gd name="connsiteX5167" fmla="*/ 3006003 w 6514506"/>
              <a:gd name="connsiteY5167" fmla="*/ 854106 h 3658174"/>
              <a:gd name="connsiteX5168" fmla="*/ 3001526 w 6514506"/>
              <a:gd name="connsiteY5168" fmla="*/ 858297 h 3658174"/>
              <a:gd name="connsiteX5169" fmla="*/ 3002383 w 6514506"/>
              <a:gd name="connsiteY5169" fmla="*/ 852868 h 3658174"/>
              <a:gd name="connsiteX5170" fmla="*/ 4538195 w 6514506"/>
              <a:gd name="connsiteY5170" fmla="*/ 849344 h 3658174"/>
              <a:gd name="connsiteX5171" fmla="*/ 4536100 w 6514506"/>
              <a:gd name="connsiteY5171" fmla="*/ 850582 h 3658174"/>
              <a:gd name="connsiteX5172" fmla="*/ 4538195 w 6514506"/>
              <a:gd name="connsiteY5172" fmla="*/ 849344 h 3658174"/>
              <a:gd name="connsiteX5173" fmla="*/ 3926952 w 6514506"/>
              <a:gd name="connsiteY5173" fmla="*/ 848855 h 3658174"/>
              <a:gd name="connsiteX5174" fmla="*/ 3926213 w 6514506"/>
              <a:gd name="connsiteY5174" fmla="*/ 851725 h 3658174"/>
              <a:gd name="connsiteX5175" fmla="*/ 3923546 w 6514506"/>
              <a:gd name="connsiteY5175" fmla="*/ 849343 h 3658174"/>
              <a:gd name="connsiteX5176" fmla="*/ 3926952 w 6514506"/>
              <a:gd name="connsiteY5176" fmla="*/ 848855 h 3658174"/>
              <a:gd name="connsiteX5177" fmla="*/ 3016576 w 6514506"/>
              <a:gd name="connsiteY5177" fmla="*/ 848594 h 3658174"/>
              <a:gd name="connsiteX5178" fmla="*/ 3018576 w 6514506"/>
              <a:gd name="connsiteY5178" fmla="*/ 850582 h 3658174"/>
              <a:gd name="connsiteX5179" fmla="*/ 3018671 w 6514506"/>
              <a:gd name="connsiteY5179" fmla="*/ 852964 h 3658174"/>
              <a:gd name="connsiteX5180" fmla="*/ 3018100 w 6514506"/>
              <a:gd name="connsiteY5180" fmla="*/ 860774 h 3658174"/>
              <a:gd name="connsiteX5181" fmla="*/ 3012956 w 6514506"/>
              <a:gd name="connsiteY5181" fmla="*/ 861631 h 3658174"/>
              <a:gd name="connsiteX5182" fmla="*/ 3010861 w 6514506"/>
              <a:gd name="connsiteY5182" fmla="*/ 858679 h 3658174"/>
              <a:gd name="connsiteX5183" fmla="*/ 3011718 w 6514506"/>
              <a:gd name="connsiteY5183" fmla="*/ 851821 h 3658174"/>
              <a:gd name="connsiteX5184" fmla="*/ 3016576 w 6514506"/>
              <a:gd name="connsiteY5184" fmla="*/ 848594 h 3658174"/>
              <a:gd name="connsiteX5185" fmla="*/ 1245684 w 6514506"/>
              <a:gd name="connsiteY5185" fmla="*/ 846796 h 3658174"/>
              <a:gd name="connsiteX5186" fmla="*/ 1247657 w 6514506"/>
              <a:gd name="connsiteY5186" fmla="*/ 849050 h 3658174"/>
              <a:gd name="connsiteX5187" fmla="*/ 1248260 w 6514506"/>
              <a:gd name="connsiteY5187" fmla="*/ 849535 h 3658174"/>
              <a:gd name="connsiteX5188" fmla="*/ 1248456 w 6514506"/>
              <a:gd name="connsiteY5188" fmla="*/ 849963 h 3658174"/>
              <a:gd name="connsiteX5189" fmla="*/ 1249723 w 6514506"/>
              <a:gd name="connsiteY5189" fmla="*/ 851412 h 3658174"/>
              <a:gd name="connsiteX5190" fmla="*/ 1248736 w 6514506"/>
              <a:gd name="connsiteY5190" fmla="*/ 849248 h 3658174"/>
              <a:gd name="connsiteX5191" fmla="*/ 1203301 w 6514506"/>
              <a:gd name="connsiteY5191" fmla="*/ 845057 h 3658174"/>
              <a:gd name="connsiteX5192" fmla="*/ 1195491 w 6514506"/>
              <a:gd name="connsiteY5192" fmla="*/ 846581 h 3658174"/>
              <a:gd name="connsiteX5193" fmla="*/ 1193395 w 6514506"/>
              <a:gd name="connsiteY5193" fmla="*/ 847438 h 3658174"/>
              <a:gd name="connsiteX5194" fmla="*/ 1193379 w 6514506"/>
              <a:gd name="connsiteY5194" fmla="*/ 847537 h 3658174"/>
              <a:gd name="connsiteX5195" fmla="*/ 1195015 w 6514506"/>
              <a:gd name="connsiteY5195" fmla="*/ 846868 h 3658174"/>
              <a:gd name="connsiteX5196" fmla="*/ 1202826 w 6514506"/>
              <a:gd name="connsiteY5196" fmla="*/ 845344 h 3658174"/>
              <a:gd name="connsiteX5197" fmla="*/ 1209684 w 6514506"/>
              <a:gd name="connsiteY5197" fmla="*/ 845153 h 3658174"/>
              <a:gd name="connsiteX5198" fmla="*/ 1209684 w 6514506"/>
              <a:gd name="connsiteY5198" fmla="*/ 845344 h 3658174"/>
              <a:gd name="connsiteX5199" fmla="*/ 1209887 w 6514506"/>
              <a:gd name="connsiteY5199" fmla="*/ 845057 h 3658174"/>
              <a:gd name="connsiteX5200" fmla="*/ 3929833 w 6514506"/>
              <a:gd name="connsiteY5200" fmla="*/ 844867 h 3658174"/>
              <a:gd name="connsiteX5201" fmla="*/ 3931643 w 6514506"/>
              <a:gd name="connsiteY5201" fmla="*/ 844867 h 3658174"/>
              <a:gd name="connsiteX5202" fmla="*/ 3933738 w 6514506"/>
              <a:gd name="connsiteY5202" fmla="*/ 848201 h 3658174"/>
              <a:gd name="connsiteX5203" fmla="*/ 3931643 w 6514506"/>
              <a:gd name="connsiteY5203" fmla="*/ 850868 h 3658174"/>
              <a:gd name="connsiteX5204" fmla="*/ 3928976 w 6514506"/>
              <a:gd name="connsiteY5204" fmla="*/ 846677 h 3658174"/>
              <a:gd name="connsiteX5205" fmla="*/ 3929833 w 6514506"/>
              <a:gd name="connsiteY5205" fmla="*/ 844867 h 3658174"/>
              <a:gd name="connsiteX5206" fmla="*/ 1233778 w 6514506"/>
              <a:gd name="connsiteY5206" fmla="*/ 841475 h 3658174"/>
              <a:gd name="connsiteX5207" fmla="*/ 1235108 w 6514506"/>
              <a:gd name="connsiteY5207" fmla="*/ 842040 h 3658174"/>
              <a:gd name="connsiteX5208" fmla="*/ 1239842 w 6514506"/>
              <a:gd name="connsiteY5208" fmla="*/ 842772 h 3658174"/>
              <a:gd name="connsiteX5209" fmla="*/ 1243225 w 6514506"/>
              <a:gd name="connsiteY5209" fmla="*/ 845490 h 3658174"/>
              <a:gd name="connsiteX5210" fmla="*/ 1244993 w 6514506"/>
              <a:gd name="connsiteY5210" fmla="*/ 846241 h 3658174"/>
              <a:gd name="connsiteX5211" fmla="*/ 1240318 w 6514506"/>
              <a:gd name="connsiteY5211" fmla="*/ 842485 h 3658174"/>
              <a:gd name="connsiteX5212" fmla="*/ 1231686 w 6514506"/>
              <a:gd name="connsiteY5212" fmla="*/ 841152 h 3658174"/>
              <a:gd name="connsiteX5213" fmla="*/ 1231533 w 6514506"/>
              <a:gd name="connsiteY5213" fmla="*/ 841156 h 3658174"/>
              <a:gd name="connsiteX5214" fmla="*/ 1231713 w 6514506"/>
              <a:gd name="connsiteY5214" fmla="*/ 841156 h 3658174"/>
              <a:gd name="connsiteX5215" fmla="*/ 1213112 w 6514506"/>
              <a:gd name="connsiteY5215" fmla="*/ 840866 h 3658174"/>
              <a:gd name="connsiteX5216" fmla="*/ 1213112 w 6514506"/>
              <a:gd name="connsiteY5216" fmla="*/ 841184 h 3658174"/>
              <a:gd name="connsiteX5217" fmla="*/ 1220689 w 6514506"/>
              <a:gd name="connsiteY5217" fmla="*/ 841683 h 3658174"/>
              <a:gd name="connsiteX5218" fmla="*/ 1221763 w 6514506"/>
              <a:gd name="connsiteY5218" fmla="*/ 841436 h 3658174"/>
              <a:gd name="connsiteX5219" fmla="*/ 1180554 w 6514506"/>
              <a:gd name="connsiteY5219" fmla="*/ 840866 h 3658174"/>
              <a:gd name="connsiteX5220" fmla="*/ 1182823 w 6514506"/>
              <a:gd name="connsiteY5220" fmla="*/ 841153 h 3658174"/>
              <a:gd name="connsiteX5221" fmla="*/ 1186729 w 6514506"/>
              <a:gd name="connsiteY5221" fmla="*/ 846201 h 3658174"/>
              <a:gd name="connsiteX5222" fmla="*/ 1189681 w 6514506"/>
              <a:gd name="connsiteY5222" fmla="*/ 849535 h 3658174"/>
              <a:gd name="connsiteX5223" fmla="*/ 1192634 w 6514506"/>
              <a:gd name="connsiteY5223" fmla="*/ 849535 h 3658174"/>
              <a:gd name="connsiteX5224" fmla="*/ 1192679 w 6514506"/>
              <a:gd name="connsiteY5224" fmla="*/ 849248 h 3658174"/>
              <a:gd name="connsiteX5225" fmla="*/ 1190157 w 6514506"/>
              <a:gd name="connsiteY5225" fmla="*/ 849248 h 3658174"/>
              <a:gd name="connsiteX5226" fmla="*/ 1187204 w 6514506"/>
              <a:gd name="connsiteY5226" fmla="*/ 845914 h 3658174"/>
              <a:gd name="connsiteX5227" fmla="*/ 1183299 w 6514506"/>
              <a:gd name="connsiteY5227" fmla="*/ 840866 h 3658174"/>
              <a:gd name="connsiteX5228" fmla="*/ 1162645 w 6514506"/>
              <a:gd name="connsiteY5228" fmla="*/ 836255 h 3658174"/>
              <a:gd name="connsiteX5229" fmla="*/ 1162448 w 6514506"/>
              <a:gd name="connsiteY5229" fmla="*/ 836282 h 3658174"/>
              <a:gd name="connsiteX5230" fmla="*/ 1161678 w 6514506"/>
              <a:gd name="connsiteY5230" fmla="*/ 836389 h 3658174"/>
              <a:gd name="connsiteX5231" fmla="*/ 1161673 w 6514506"/>
              <a:gd name="connsiteY5231" fmla="*/ 836368 h 3658174"/>
              <a:gd name="connsiteX5232" fmla="*/ 1152820 w 6514506"/>
              <a:gd name="connsiteY5232" fmla="*/ 840009 h 3658174"/>
              <a:gd name="connsiteX5233" fmla="*/ 1143485 w 6514506"/>
              <a:gd name="connsiteY5233" fmla="*/ 844200 h 3658174"/>
              <a:gd name="connsiteX5234" fmla="*/ 1133865 w 6514506"/>
              <a:gd name="connsiteY5234" fmla="*/ 853153 h 3658174"/>
              <a:gd name="connsiteX5235" fmla="*/ 1120340 w 6514506"/>
              <a:gd name="connsiteY5235" fmla="*/ 865441 h 3658174"/>
              <a:gd name="connsiteX5236" fmla="*/ 1115291 w 6514506"/>
              <a:gd name="connsiteY5236" fmla="*/ 869632 h 3658174"/>
              <a:gd name="connsiteX5237" fmla="*/ 1113196 w 6514506"/>
              <a:gd name="connsiteY5237" fmla="*/ 870489 h 3658174"/>
              <a:gd name="connsiteX5238" fmla="*/ 1113239 w 6514506"/>
              <a:gd name="connsiteY5238" fmla="*/ 870758 h 3658174"/>
              <a:gd name="connsiteX5239" fmla="*/ 1115291 w 6514506"/>
              <a:gd name="connsiteY5239" fmla="*/ 869918 h 3658174"/>
              <a:gd name="connsiteX5240" fmla="*/ 1120340 w 6514506"/>
              <a:gd name="connsiteY5240" fmla="*/ 865727 h 3658174"/>
              <a:gd name="connsiteX5241" fmla="*/ 1133865 w 6514506"/>
              <a:gd name="connsiteY5241" fmla="*/ 853440 h 3658174"/>
              <a:gd name="connsiteX5242" fmla="*/ 1143485 w 6514506"/>
              <a:gd name="connsiteY5242" fmla="*/ 844487 h 3658174"/>
              <a:gd name="connsiteX5243" fmla="*/ 1152820 w 6514506"/>
              <a:gd name="connsiteY5243" fmla="*/ 840295 h 3658174"/>
              <a:gd name="connsiteX5244" fmla="*/ 1165107 w 6514506"/>
              <a:gd name="connsiteY5244" fmla="*/ 835913 h 3658174"/>
              <a:gd name="connsiteX5245" fmla="*/ 1163362 w 6514506"/>
              <a:gd name="connsiteY5245" fmla="*/ 836155 h 3658174"/>
              <a:gd name="connsiteX5246" fmla="*/ 1168250 w 6514506"/>
              <a:gd name="connsiteY5246" fmla="*/ 836866 h 3658174"/>
              <a:gd name="connsiteX5247" fmla="*/ 1169774 w 6514506"/>
              <a:gd name="connsiteY5247" fmla="*/ 836581 h 3658174"/>
              <a:gd name="connsiteX5248" fmla="*/ 1174537 w 6514506"/>
              <a:gd name="connsiteY5248" fmla="*/ 840105 h 3658174"/>
              <a:gd name="connsiteX5249" fmla="*/ 1177774 w 6514506"/>
              <a:gd name="connsiteY5249" fmla="*/ 840514 h 3658174"/>
              <a:gd name="connsiteX5250" fmla="*/ 1174727 w 6514506"/>
              <a:gd name="connsiteY5250" fmla="*/ 839890 h 3658174"/>
              <a:gd name="connsiteX5251" fmla="*/ 1170250 w 6514506"/>
              <a:gd name="connsiteY5251" fmla="*/ 836199 h 3658174"/>
              <a:gd name="connsiteX5252" fmla="*/ 1168726 w 6514506"/>
              <a:gd name="connsiteY5252" fmla="*/ 836485 h 3658174"/>
              <a:gd name="connsiteX5253" fmla="*/ 1165107 w 6514506"/>
              <a:gd name="connsiteY5253" fmla="*/ 835913 h 3658174"/>
              <a:gd name="connsiteX5254" fmla="*/ 3957360 w 6514506"/>
              <a:gd name="connsiteY5254" fmla="*/ 830484 h 3658174"/>
              <a:gd name="connsiteX5255" fmla="*/ 3964885 w 6514506"/>
              <a:gd name="connsiteY5255" fmla="*/ 836104 h 3658174"/>
              <a:gd name="connsiteX5256" fmla="*/ 3966980 w 6514506"/>
              <a:gd name="connsiteY5256" fmla="*/ 839724 h 3658174"/>
              <a:gd name="connsiteX5257" fmla="*/ 3963361 w 6514506"/>
              <a:gd name="connsiteY5257" fmla="*/ 841248 h 3658174"/>
              <a:gd name="connsiteX5258" fmla="*/ 3954026 w 6514506"/>
              <a:gd name="connsiteY5258" fmla="*/ 842772 h 3658174"/>
              <a:gd name="connsiteX5259" fmla="*/ 3947168 w 6514506"/>
              <a:gd name="connsiteY5259" fmla="*/ 844296 h 3658174"/>
              <a:gd name="connsiteX5260" fmla="*/ 3939072 w 6514506"/>
              <a:gd name="connsiteY5260" fmla="*/ 841914 h 3658174"/>
              <a:gd name="connsiteX5261" fmla="*/ 3942120 w 6514506"/>
              <a:gd name="connsiteY5261" fmla="*/ 834104 h 3658174"/>
              <a:gd name="connsiteX5262" fmla="*/ 3944501 w 6514506"/>
              <a:gd name="connsiteY5262" fmla="*/ 832580 h 3658174"/>
              <a:gd name="connsiteX5263" fmla="*/ 3949263 w 6514506"/>
              <a:gd name="connsiteY5263" fmla="*/ 830770 h 3658174"/>
              <a:gd name="connsiteX5264" fmla="*/ 3957360 w 6514506"/>
              <a:gd name="connsiteY5264" fmla="*/ 830484 h 3658174"/>
              <a:gd name="connsiteX5265" fmla="*/ 4539862 w 6514506"/>
              <a:gd name="connsiteY5265" fmla="*/ 828746 h 3658174"/>
              <a:gd name="connsiteX5266" fmla="*/ 4539624 w 6514506"/>
              <a:gd name="connsiteY5266" fmla="*/ 832865 h 3658174"/>
              <a:gd name="connsiteX5267" fmla="*/ 4535719 w 6514506"/>
              <a:gd name="connsiteY5267" fmla="*/ 837342 h 3658174"/>
              <a:gd name="connsiteX5268" fmla="*/ 4537814 w 6514506"/>
              <a:gd name="connsiteY5268" fmla="*/ 831341 h 3658174"/>
              <a:gd name="connsiteX5269" fmla="*/ 4539862 w 6514506"/>
              <a:gd name="connsiteY5269" fmla="*/ 828746 h 3658174"/>
              <a:gd name="connsiteX5270" fmla="*/ 4507965 w 6514506"/>
              <a:gd name="connsiteY5270" fmla="*/ 828222 h 3658174"/>
              <a:gd name="connsiteX5271" fmla="*/ 4510572 w 6514506"/>
              <a:gd name="connsiteY5271" fmla="*/ 829246 h 3658174"/>
              <a:gd name="connsiteX5272" fmla="*/ 4510572 w 6514506"/>
              <a:gd name="connsiteY5272" fmla="*/ 831627 h 3658174"/>
              <a:gd name="connsiteX5273" fmla="*/ 4507965 w 6514506"/>
              <a:gd name="connsiteY5273" fmla="*/ 828222 h 3658174"/>
              <a:gd name="connsiteX5274" fmla="*/ 4520192 w 6514506"/>
              <a:gd name="connsiteY5274" fmla="*/ 822959 h 3658174"/>
              <a:gd name="connsiteX5275" fmla="*/ 4522288 w 6514506"/>
              <a:gd name="connsiteY5275" fmla="*/ 824483 h 3658174"/>
              <a:gd name="connsiteX5276" fmla="*/ 4520192 w 6514506"/>
              <a:gd name="connsiteY5276" fmla="*/ 822959 h 3658174"/>
              <a:gd name="connsiteX5277" fmla="*/ 4014106 w 6514506"/>
              <a:gd name="connsiteY5277" fmla="*/ 820911 h 3658174"/>
              <a:gd name="connsiteX5278" fmla="*/ 4016130 w 6514506"/>
              <a:gd name="connsiteY5278" fmla="*/ 821530 h 3658174"/>
              <a:gd name="connsiteX5279" fmla="*/ 4015844 w 6514506"/>
              <a:gd name="connsiteY5279" fmla="*/ 828388 h 3658174"/>
              <a:gd name="connsiteX5280" fmla="*/ 4012510 w 6514506"/>
              <a:gd name="connsiteY5280" fmla="*/ 824864 h 3658174"/>
              <a:gd name="connsiteX5281" fmla="*/ 4014106 w 6514506"/>
              <a:gd name="connsiteY5281" fmla="*/ 820911 h 3658174"/>
              <a:gd name="connsiteX5282" fmla="*/ 1148036 w 6514506"/>
              <a:gd name="connsiteY5282" fmla="*/ 819904 h 3658174"/>
              <a:gd name="connsiteX5283" fmla="*/ 1149391 w 6514506"/>
              <a:gd name="connsiteY5283" fmla="*/ 821530 h 3658174"/>
              <a:gd name="connsiteX5284" fmla="*/ 1149415 w 6514506"/>
              <a:gd name="connsiteY5284" fmla="*/ 821540 h 3658174"/>
              <a:gd name="connsiteX5285" fmla="*/ 1148058 w 6514506"/>
              <a:gd name="connsiteY5285" fmla="*/ 819912 h 3658174"/>
              <a:gd name="connsiteX5286" fmla="*/ 4462661 w 6514506"/>
              <a:gd name="connsiteY5286" fmla="*/ 818768 h 3658174"/>
              <a:gd name="connsiteX5287" fmla="*/ 4462280 w 6514506"/>
              <a:gd name="connsiteY5287" fmla="*/ 821912 h 3658174"/>
              <a:gd name="connsiteX5288" fmla="*/ 4464090 w 6514506"/>
              <a:gd name="connsiteY5288" fmla="*/ 825531 h 3658174"/>
              <a:gd name="connsiteX5289" fmla="*/ 4467995 w 6514506"/>
              <a:gd name="connsiteY5289" fmla="*/ 830008 h 3658174"/>
              <a:gd name="connsiteX5290" fmla="*/ 4475139 w 6514506"/>
              <a:gd name="connsiteY5290" fmla="*/ 836294 h 3658174"/>
              <a:gd name="connsiteX5291" fmla="*/ 4484093 w 6514506"/>
              <a:gd name="connsiteY5291" fmla="*/ 838676 h 3658174"/>
              <a:gd name="connsiteX5292" fmla="*/ 4479044 w 6514506"/>
              <a:gd name="connsiteY5292" fmla="*/ 842009 h 3658174"/>
              <a:gd name="connsiteX5293" fmla="*/ 4463804 w 6514506"/>
              <a:gd name="connsiteY5293" fmla="*/ 833627 h 3658174"/>
              <a:gd name="connsiteX5294" fmla="*/ 4461423 w 6514506"/>
              <a:gd name="connsiteY5294" fmla="*/ 830960 h 3658174"/>
              <a:gd name="connsiteX5295" fmla="*/ 4453898 w 6514506"/>
              <a:gd name="connsiteY5295" fmla="*/ 825912 h 3658174"/>
              <a:gd name="connsiteX5296" fmla="*/ 4457518 w 6514506"/>
              <a:gd name="connsiteY5296" fmla="*/ 819626 h 3658174"/>
              <a:gd name="connsiteX5297" fmla="*/ 4462661 w 6514506"/>
              <a:gd name="connsiteY5297" fmla="*/ 818768 h 3658174"/>
              <a:gd name="connsiteX5298" fmla="*/ 1075176 w 6514506"/>
              <a:gd name="connsiteY5298" fmla="*/ 817559 h 3658174"/>
              <a:gd name="connsiteX5299" fmla="*/ 1074619 w 6514506"/>
              <a:gd name="connsiteY5299" fmla="*/ 819245 h 3658174"/>
              <a:gd name="connsiteX5300" fmla="*/ 1070429 w 6514506"/>
              <a:gd name="connsiteY5300" fmla="*/ 826388 h 3658174"/>
              <a:gd name="connsiteX5301" fmla="*/ 1062618 w 6514506"/>
              <a:gd name="connsiteY5301" fmla="*/ 826388 h 3658174"/>
              <a:gd name="connsiteX5302" fmla="*/ 1061094 w 6514506"/>
              <a:gd name="connsiteY5302" fmla="*/ 831818 h 3658174"/>
              <a:gd name="connsiteX5303" fmla="*/ 1056331 w 6514506"/>
              <a:gd name="connsiteY5303" fmla="*/ 834199 h 3658174"/>
              <a:gd name="connsiteX5304" fmla="*/ 1049693 w 6514506"/>
              <a:gd name="connsiteY5304" fmla="*/ 842687 h 3658174"/>
              <a:gd name="connsiteX5305" fmla="*/ 1052332 w 6514506"/>
              <a:gd name="connsiteY5305" fmla="*/ 841497 h 3658174"/>
              <a:gd name="connsiteX5306" fmla="*/ 1056522 w 6514506"/>
              <a:gd name="connsiteY5306" fmla="*/ 834389 h 3658174"/>
              <a:gd name="connsiteX5307" fmla="*/ 1061284 w 6514506"/>
              <a:gd name="connsiteY5307" fmla="*/ 832008 h 3658174"/>
              <a:gd name="connsiteX5308" fmla="*/ 1062809 w 6514506"/>
              <a:gd name="connsiteY5308" fmla="*/ 826579 h 3658174"/>
              <a:gd name="connsiteX5309" fmla="*/ 1070619 w 6514506"/>
              <a:gd name="connsiteY5309" fmla="*/ 826579 h 3658174"/>
              <a:gd name="connsiteX5310" fmla="*/ 1074810 w 6514506"/>
              <a:gd name="connsiteY5310" fmla="*/ 819435 h 3658174"/>
              <a:gd name="connsiteX5311" fmla="*/ 1075303 w 6514506"/>
              <a:gd name="connsiteY5311" fmla="*/ 817675 h 3658174"/>
              <a:gd name="connsiteX5312" fmla="*/ 4507905 w 6514506"/>
              <a:gd name="connsiteY5312" fmla="*/ 815816 h 3658174"/>
              <a:gd name="connsiteX5313" fmla="*/ 4517144 w 6514506"/>
              <a:gd name="connsiteY5313" fmla="*/ 823246 h 3658174"/>
              <a:gd name="connsiteX5314" fmla="*/ 4514763 w 6514506"/>
              <a:gd name="connsiteY5314" fmla="*/ 823817 h 3658174"/>
              <a:gd name="connsiteX5315" fmla="*/ 4513239 w 6514506"/>
              <a:gd name="connsiteY5315" fmla="*/ 825056 h 3658174"/>
              <a:gd name="connsiteX5316" fmla="*/ 4506095 w 6514506"/>
              <a:gd name="connsiteY5316" fmla="*/ 823627 h 3658174"/>
              <a:gd name="connsiteX5317" fmla="*/ 4503428 w 6514506"/>
              <a:gd name="connsiteY5317" fmla="*/ 817912 h 3658174"/>
              <a:gd name="connsiteX5318" fmla="*/ 4507905 w 6514506"/>
              <a:gd name="connsiteY5318" fmla="*/ 815816 h 3658174"/>
              <a:gd name="connsiteX5319" fmla="*/ 1002318 w 6514506"/>
              <a:gd name="connsiteY5319" fmla="*/ 813125 h 3658174"/>
              <a:gd name="connsiteX5320" fmla="*/ 1008706 w 6514506"/>
              <a:gd name="connsiteY5320" fmla="*/ 818959 h 3658174"/>
              <a:gd name="connsiteX5321" fmla="*/ 1008761 w 6514506"/>
              <a:gd name="connsiteY5321" fmla="*/ 818937 h 3658174"/>
              <a:gd name="connsiteX5322" fmla="*/ 1002420 w 6514506"/>
              <a:gd name="connsiteY5322" fmla="*/ 813148 h 3658174"/>
              <a:gd name="connsiteX5323" fmla="*/ 4486284 w 6514506"/>
              <a:gd name="connsiteY5323" fmla="*/ 810100 h 3658174"/>
              <a:gd name="connsiteX5324" fmla="*/ 4492285 w 6514506"/>
              <a:gd name="connsiteY5324" fmla="*/ 815244 h 3658174"/>
              <a:gd name="connsiteX5325" fmla="*/ 4491713 w 6514506"/>
              <a:gd name="connsiteY5325" fmla="*/ 817339 h 3658174"/>
              <a:gd name="connsiteX5326" fmla="*/ 4485998 w 6514506"/>
              <a:gd name="connsiteY5326" fmla="*/ 813434 h 3658174"/>
              <a:gd name="connsiteX5327" fmla="*/ 4486284 w 6514506"/>
              <a:gd name="connsiteY5327" fmla="*/ 810100 h 3658174"/>
              <a:gd name="connsiteX5328" fmla="*/ 1170572 w 6514506"/>
              <a:gd name="connsiteY5328" fmla="*/ 809369 h 3658174"/>
              <a:gd name="connsiteX5329" fmla="*/ 1168726 w 6514506"/>
              <a:gd name="connsiteY5329" fmla="*/ 810006 h 3658174"/>
              <a:gd name="connsiteX5330" fmla="*/ 1159773 w 6514506"/>
              <a:gd name="connsiteY5330" fmla="*/ 820198 h 3658174"/>
              <a:gd name="connsiteX5331" fmla="*/ 1156912 w 6514506"/>
              <a:gd name="connsiteY5331" fmla="*/ 821951 h 3658174"/>
              <a:gd name="connsiteX5332" fmla="*/ 1158059 w 6514506"/>
              <a:gd name="connsiteY5332" fmla="*/ 822197 h 3658174"/>
              <a:gd name="connsiteX5333" fmla="*/ 1161202 w 6514506"/>
              <a:gd name="connsiteY5333" fmla="*/ 836389 h 3658174"/>
              <a:gd name="connsiteX5334" fmla="*/ 1161647 w 6514506"/>
              <a:gd name="connsiteY5334" fmla="*/ 836249 h 3658174"/>
              <a:gd name="connsiteX5335" fmla="*/ 1158534 w 6514506"/>
              <a:gd name="connsiteY5335" fmla="*/ 822197 h 3658174"/>
              <a:gd name="connsiteX5336" fmla="*/ 1157391 w 6514506"/>
              <a:gd name="connsiteY5336" fmla="*/ 821911 h 3658174"/>
              <a:gd name="connsiteX5337" fmla="*/ 1160248 w 6514506"/>
              <a:gd name="connsiteY5337" fmla="*/ 820197 h 3658174"/>
              <a:gd name="connsiteX5338" fmla="*/ 1169202 w 6514506"/>
              <a:gd name="connsiteY5338" fmla="*/ 810005 h 3658174"/>
              <a:gd name="connsiteX5339" fmla="*/ 1171552 w 6514506"/>
              <a:gd name="connsiteY5339" fmla="*/ 808915 h 3658174"/>
              <a:gd name="connsiteX5340" fmla="*/ 1171474 w 6514506"/>
              <a:gd name="connsiteY5340" fmla="*/ 808928 h 3658174"/>
              <a:gd name="connsiteX5341" fmla="*/ 1171476 w 6514506"/>
              <a:gd name="connsiteY5341" fmla="*/ 808950 h 3658174"/>
              <a:gd name="connsiteX5342" fmla="*/ 4481760 w 6514506"/>
              <a:gd name="connsiteY5342" fmla="*/ 800623 h 3658174"/>
              <a:gd name="connsiteX5343" fmla="*/ 4485998 w 6514506"/>
              <a:gd name="connsiteY5343" fmla="*/ 802290 h 3658174"/>
              <a:gd name="connsiteX5344" fmla="*/ 4493523 w 6514506"/>
              <a:gd name="connsiteY5344" fmla="*/ 808291 h 3658174"/>
              <a:gd name="connsiteX5345" fmla="*/ 4492285 w 6514506"/>
              <a:gd name="connsiteY5345" fmla="*/ 811910 h 3658174"/>
              <a:gd name="connsiteX5346" fmla="*/ 4482664 w 6514506"/>
              <a:gd name="connsiteY5346" fmla="*/ 804385 h 3658174"/>
              <a:gd name="connsiteX5347" fmla="*/ 4481760 w 6514506"/>
              <a:gd name="connsiteY5347" fmla="*/ 800623 h 3658174"/>
              <a:gd name="connsiteX5348" fmla="*/ 1146295 w 6514506"/>
              <a:gd name="connsiteY5348" fmla="*/ 794278 h 3658174"/>
              <a:gd name="connsiteX5349" fmla="*/ 1140723 w 6514506"/>
              <a:gd name="connsiteY5349" fmla="*/ 796385 h 3658174"/>
              <a:gd name="connsiteX5350" fmla="*/ 1136236 w 6514506"/>
              <a:gd name="connsiteY5350" fmla="*/ 798426 h 3658174"/>
              <a:gd name="connsiteX5351" fmla="*/ 1136306 w 6514506"/>
              <a:gd name="connsiteY5351" fmla="*/ 798576 h 3658174"/>
              <a:gd name="connsiteX5352" fmla="*/ 1140914 w 6514506"/>
              <a:gd name="connsiteY5352" fmla="*/ 796480 h 3658174"/>
              <a:gd name="connsiteX5353" fmla="*/ 1152916 w 6514506"/>
              <a:gd name="connsiteY5353" fmla="*/ 796766 h 3658174"/>
              <a:gd name="connsiteX5354" fmla="*/ 1160655 w 6514506"/>
              <a:gd name="connsiteY5354" fmla="*/ 797333 h 3658174"/>
              <a:gd name="connsiteX5355" fmla="*/ 1160534 w 6514506"/>
              <a:gd name="connsiteY5355" fmla="*/ 797242 h 3658174"/>
              <a:gd name="connsiteX5356" fmla="*/ 1152724 w 6514506"/>
              <a:gd name="connsiteY5356" fmla="*/ 796671 h 3658174"/>
              <a:gd name="connsiteX5357" fmla="*/ 1146295 w 6514506"/>
              <a:gd name="connsiteY5357" fmla="*/ 794278 h 3658174"/>
              <a:gd name="connsiteX5358" fmla="*/ 1039377 w 6514506"/>
              <a:gd name="connsiteY5358" fmla="*/ 793146 h 3658174"/>
              <a:gd name="connsiteX5359" fmla="*/ 1039012 w 6514506"/>
              <a:gd name="connsiteY5359" fmla="*/ 793209 h 3658174"/>
              <a:gd name="connsiteX5360" fmla="*/ 1038520 w 6514506"/>
              <a:gd name="connsiteY5360" fmla="*/ 794765 h 3658174"/>
              <a:gd name="connsiteX5361" fmla="*/ 1042425 w 6514506"/>
              <a:gd name="connsiteY5361" fmla="*/ 796289 h 3658174"/>
              <a:gd name="connsiteX5362" fmla="*/ 1042493 w 6514506"/>
              <a:gd name="connsiteY5362" fmla="*/ 796278 h 3658174"/>
              <a:gd name="connsiteX5363" fmla="*/ 1038615 w 6514506"/>
              <a:gd name="connsiteY5363" fmla="*/ 794765 h 3658174"/>
              <a:gd name="connsiteX5364" fmla="*/ 4461709 w 6514506"/>
              <a:gd name="connsiteY5364" fmla="*/ 790956 h 3658174"/>
              <a:gd name="connsiteX5365" fmla="*/ 4474567 w 6514506"/>
              <a:gd name="connsiteY5365" fmla="*/ 795718 h 3658174"/>
              <a:gd name="connsiteX5366" fmla="*/ 4474282 w 6514506"/>
              <a:gd name="connsiteY5366" fmla="*/ 800481 h 3658174"/>
              <a:gd name="connsiteX5367" fmla="*/ 4472281 w 6514506"/>
              <a:gd name="connsiteY5367" fmla="*/ 801052 h 3658174"/>
              <a:gd name="connsiteX5368" fmla="*/ 4470186 w 6514506"/>
              <a:gd name="connsiteY5368" fmla="*/ 801338 h 3658174"/>
              <a:gd name="connsiteX5369" fmla="*/ 4466852 w 6514506"/>
              <a:gd name="connsiteY5369" fmla="*/ 796861 h 3658174"/>
              <a:gd name="connsiteX5370" fmla="*/ 4455136 w 6514506"/>
              <a:gd name="connsiteY5370" fmla="*/ 800195 h 3658174"/>
              <a:gd name="connsiteX5371" fmla="*/ 4458756 w 6514506"/>
              <a:gd name="connsiteY5371" fmla="*/ 811911 h 3658174"/>
              <a:gd name="connsiteX5372" fmla="*/ 4452469 w 6514506"/>
              <a:gd name="connsiteY5372" fmla="*/ 818769 h 3658174"/>
              <a:gd name="connsiteX5373" fmla="*/ 4443135 w 6514506"/>
              <a:gd name="connsiteY5373" fmla="*/ 814292 h 3658174"/>
              <a:gd name="connsiteX5374" fmla="*/ 4435039 w 6514506"/>
              <a:gd name="connsiteY5374" fmla="*/ 799052 h 3658174"/>
              <a:gd name="connsiteX5375" fmla="*/ 4441039 w 6514506"/>
              <a:gd name="connsiteY5375" fmla="*/ 801719 h 3658174"/>
              <a:gd name="connsiteX5376" fmla="*/ 4449421 w 6514506"/>
              <a:gd name="connsiteY5376" fmla="*/ 805053 h 3658174"/>
              <a:gd name="connsiteX5377" fmla="*/ 4452755 w 6514506"/>
              <a:gd name="connsiteY5377" fmla="*/ 795147 h 3658174"/>
              <a:gd name="connsiteX5378" fmla="*/ 4461709 w 6514506"/>
              <a:gd name="connsiteY5378" fmla="*/ 790956 h 3658174"/>
              <a:gd name="connsiteX5379" fmla="*/ 1124010 w 6514506"/>
              <a:gd name="connsiteY5379" fmla="*/ 789430 h 3658174"/>
              <a:gd name="connsiteX5380" fmla="*/ 1123959 w 6514506"/>
              <a:gd name="connsiteY5380" fmla="*/ 789431 h 3658174"/>
              <a:gd name="connsiteX5381" fmla="*/ 1110148 w 6514506"/>
              <a:gd name="connsiteY5381" fmla="*/ 790004 h 3658174"/>
              <a:gd name="connsiteX5382" fmla="*/ 1099765 w 6514506"/>
              <a:gd name="connsiteY5382" fmla="*/ 797337 h 3658174"/>
              <a:gd name="connsiteX5383" fmla="*/ 1096051 w 6514506"/>
              <a:gd name="connsiteY5383" fmla="*/ 800195 h 3658174"/>
              <a:gd name="connsiteX5384" fmla="*/ 1086716 w 6514506"/>
              <a:gd name="connsiteY5384" fmla="*/ 802576 h 3658174"/>
              <a:gd name="connsiteX5385" fmla="*/ 1086572 w 6514506"/>
              <a:gd name="connsiteY5385" fmla="*/ 802512 h 3658174"/>
              <a:gd name="connsiteX5386" fmla="*/ 1086621 w 6514506"/>
              <a:gd name="connsiteY5386" fmla="*/ 802576 h 3658174"/>
              <a:gd name="connsiteX5387" fmla="*/ 1086524 w 6514506"/>
              <a:gd name="connsiteY5387" fmla="*/ 802533 h 3658174"/>
              <a:gd name="connsiteX5388" fmla="*/ 1086621 w 6514506"/>
              <a:gd name="connsiteY5388" fmla="*/ 802672 h 3658174"/>
              <a:gd name="connsiteX5389" fmla="*/ 1095955 w 6514506"/>
              <a:gd name="connsiteY5389" fmla="*/ 800290 h 3658174"/>
              <a:gd name="connsiteX5390" fmla="*/ 1099670 w 6514506"/>
              <a:gd name="connsiteY5390" fmla="*/ 797433 h 3658174"/>
              <a:gd name="connsiteX5391" fmla="*/ 1110053 w 6514506"/>
              <a:gd name="connsiteY5391" fmla="*/ 790099 h 3658174"/>
              <a:gd name="connsiteX5392" fmla="*/ 1123863 w 6514506"/>
              <a:gd name="connsiteY5392" fmla="*/ 789527 h 3658174"/>
              <a:gd name="connsiteX5393" fmla="*/ 1125167 w 6514506"/>
              <a:gd name="connsiteY5393" fmla="*/ 789491 h 3658174"/>
              <a:gd name="connsiteX5394" fmla="*/ 1061475 w 6514506"/>
              <a:gd name="connsiteY5394" fmla="*/ 789336 h 3658174"/>
              <a:gd name="connsiteX5395" fmla="*/ 1061438 w 6514506"/>
              <a:gd name="connsiteY5395" fmla="*/ 789358 h 3658174"/>
              <a:gd name="connsiteX5396" fmla="*/ 1066809 w 6514506"/>
              <a:gd name="connsiteY5396" fmla="*/ 791432 h 3658174"/>
              <a:gd name="connsiteX5397" fmla="*/ 1070714 w 6514506"/>
              <a:gd name="connsiteY5397" fmla="*/ 795051 h 3658174"/>
              <a:gd name="connsiteX5398" fmla="*/ 1079096 w 6514506"/>
              <a:gd name="connsiteY5398" fmla="*/ 799242 h 3658174"/>
              <a:gd name="connsiteX5399" fmla="*/ 1083090 w 6514506"/>
              <a:gd name="connsiteY5399" fmla="*/ 801012 h 3658174"/>
              <a:gd name="connsiteX5400" fmla="*/ 1079382 w 6514506"/>
              <a:gd name="connsiteY5400" fmla="*/ 805148 h 3658174"/>
              <a:gd name="connsiteX5401" fmla="*/ 1078525 w 6514506"/>
              <a:gd name="connsiteY5401" fmla="*/ 811434 h 3658174"/>
              <a:gd name="connsiteX5402" fmla="*/ 1076251 w 6514506"/>
              <a:gd name="connsiteY5402" fmla="*/ 814303 h 3658174"/>
              <a:gd name="connsiteX5403" fmla="*/ 1075347 w 6514506"/>
              <a:gd name="connsiteY5403" fmla="*/ 817041 h 3658174"/>
              <a:gd name="connsiteX5404" fmla="*/ 1075477 w 6514506"/>
              <a:gd name="connsiteY5404" fmla="*/ 817054 h 3658174"/>
              <a:gd name="connsiteX5405" fmla="*/ 1075432 w 6514506"/>
              <a:gd name="connsiteY5405" fmla="*/ 817217 h 3658174"/>
              <a:gd name="connsiteX5406" fmla="*/ 1075571 w 6514506"/>
              <a:gd name="connsiteY5406" fmla="*/ 817245 h 3658174"/>
              <a:gd name="connsiteX5407" fmla="*/ 1078811 w 6514506"/>
              <a:gd name="connsiteY5407" fmla="*/ 811625 h 3658174"/>
              <a:gd name="connsiteX5408" fmla="*/ 1079668 w 6514506"/>
              <a:gd name="connsiteY5408" fmla="*/ 805339 h 3658174"/>
              <a:gd name="connsiteX5409" fmla="*/ 1083417 w 6514506"/>
              <a:gd name="connsiteY5409" fmla="*/ 801157 h 3658174"/>
              <a:gd name="connsiteX5410" fmla="*/ 1083090 w 6514506"/>
              <a:gd name="connsiteY5410" fmla="*/ 801012 h 3658174"/>
              <a:gd name="connsiteX5411" fmla="*/ 1083118 w 6514506"/>
              <a:gd name="connsiteY5411" fmla="*/ 800982 h 3658174"/>
              <a:gd name="connsiteX5412" fmla="*/ 1079191 w 6514506"/>
              <a:gd name="connsiteY5412" fmla="*/ 799242 h 3658174"/>
              <a:gd name="connsiteX5413" fmla="*/ 1070809 w 6514506"/>
              <a:gd name="connsiteY5413" fmla="*/ 795051 h 3658174"/>
              <a:gd name="connsiteX5414" fmla="*/ 1066905 w 6514506"/>
              <a:gd name="connsiteY5414" fmla="*/ 791431 h 3658174"/>
              <a:gd name="connsiteX5415" fmla="*/ 1061475 w 6514506"/>
              <a:gd name="connsiteY5415" fmla="*/ 789336 h 3658174"/>
              <a:gd name="connsiteX5416" fmla="*/ 5558239 w 6514506"/>
              <a:gd name="connsiteY5416" fmla="*/ 789050 h 3658174"/>
              <a:gd name="connsiteX5417" fmla="*/ 5560608 w 6514506"/>
              <a:gd name="connsiteY5417" fmla="*/ 789908 h 3658174"/>
              <a:gd name="connsiteX5418" fmla="*/ 5565371 w 6514506"/>
              <a:gd name="connsiteY5418" fmla="*/ 793527 h 3658174"/>
              <a:gd name="connsiteX5419" fmla="*/ 5572229 w 6514506"/>
              <a:gd name="connsiteY5419" fmla="*/ 793813 h 3658174"/>
              <a:gd name="connsiteX5420" fmla="*/ 5578230 w 6514506"/>
              <a:gd name="connsiteY5420" fmla="*/ 793813 h 3658174"/>
              <a:gd name="connsiteX5421" fmla="*/ 5582706 w 6514506"/>
              <a:gd name="connsiteY5421" fmla="*/ 794670 h 3658174"/>
              <a:gd name="connsiteX5422" fmla="*/ 5592327 w 6514506"/>
              <a:gd name="connsiteY5422" fmla="*/ 792860 h 3658174"/>
              <a:gd name="connsiteX5423" fmla="*/ 5596232 w 6514506"/>
              <a:gd name="connsiteY5423" fmla="*/ 792575 h 3658174"/>
              <a:gd name="connsiteX5424" fmla="*/ 5594708 w 6514506"/>
              <a:gd name="connsiteY5424" fmla="*/ 797623 h 3658174"/>
              <a:gd name="connsiteX5425" fmla="*/ 5594708 w 6514506"/>
              <a:gd name="connsiteY5425" fmla="*/ 800956 h 3658174"/>
              <a:gd name="connsiteX5426" fmla="*/ 5595946 w 6514506"/>
              <a:gd name="connsiteY5426" fmla="*/ 804576 h 3658174"/>
              <a:gd name="connsiteX5427" fmla="*/ 5593279 w 6514506"/>
              <a:gd name="connsiteY5427" fmla="*/ 807910 h 3658174"/>
              <a:gd name="connsiteX5428" fmla="*/ 5589088 w 6514506"/>
              <a:gd name="connsiteY5428" fmla="*/ 807053 h 3658174"/>
              <a:gd name="connsiteX5429" fmla="*/ 5584611 w 6514506"/>
              <a:gd name="connsiteY5429" fmla="*/ 804385 h 3658174"/>
              <a:gd name="connsiteX5430" fmla="*/ 5577754 w 6514506"/>
              <a:gd name="connsiteY5430" fmla="*/ 802004 h 3658174"/>
              <a:gd name="connsiteX5431" fmla="*/ 5571181 w 6514506"/>
              <a:gd name="connsiteY5431" fmla="*/ 799909 h 3658174"/>
              <a:gd name="connsiteX5432" fmla="*/ 5565181 w 6514506"/>
              <a:gd name="connsiteY5432" fmla="*/ 799337 h 3658174"/>
              <a:gd name="connsiteX5433" fmla="*/ 5560037 w 6514506"/>
              <a:gd name="connsiteY5433" fmla="*/ 796670 h 3658174"/>
              <a:gd name="connsiteX5434" fmla="*/ 5557084 w 6514506"/>
              <a:gd name="connsiteY5434" fmla="*/ 794289 h 3658174"/>
              <a:gd name="connsiteX5435" fmla="*/ 5557655 w 6514506"/>
              <a:gd name="connsiteY5435" fmla="*/ 790193 h 3658174"/>
              <a:gd name="connsiteX5436" fmla="*/ 5558239 w 6514506"/>
              <a:gd name="connsiteY5436" fmla="*/ 789050 h 3658174"/>
              <a:gd name="connsiteX5437" fmla="*/ 1133294 w 6514506"/>
              <a:gd name="connsiteY5437" fmla="*/ 788289 h 3658174"/>
              <a:gd name="connsiteX5438" fmla="*/ 1130718 w 6514506"/>
              <a:gd name="connsiteY5438" fmla="*/ 789147 h 3658174"/>
              <a:gd name="connsiteX5439" fmla="*/ 1130722 w 6514506"/>
              <a:gd name="connsiteY5439" fmla="*/ 789241 h 3658174"/>
              <a:gd name="connsiteX5440" fmla="*/ 1130362 w 6514506"/>
              <a:gd name="connsiteY5440" fmla="*/ 789251 h 3658174"/>
              <a:gd name="connsiteX5441" fmla="*/ 1129512 w 6514506"/>
              <a:gd name="connsiteY5441" fmla="*/ 789369 h 3658174"/>
              <a:gd name="connsiteX5442" fmla="*/ 1130627 w 6514506"/>
              <a:gd name="connsiteY5442" fmla="*/ 789337 h 3658174"/>
              <a:gd name="connsiteX5443" fmla="*/ 1133315 w 6514506"/>
              <a:gd name="connsiteY5443" fmla="*/ 788441 h 3658174"/>
              <a:gd name="connsiteX5444" fmla="*/ 1205646 w 6514506"/>
              <a:gd name="connsiteY5444" fmla="*/ 783213 h 3658174"/>
              <a:gd name="connsiteX5445" fmla="*/ 1205208 w 6514506"/>
              <a:gd name="connsiteY5445" fmla="*/ 783336 h 3658174"/>
              <a:gd name="connsiteX5446" fmla="*/ 1195301 w 6514506"/>
              <a:gd name="connsiteY5446" fmla="*/ 788384 h 3658174"/>
              <a:gd name="connsiteX5447" fmla="*/ 1187204 w 6514506"/>
              <a:gd name="connsiteY5447" fmla="*/ 793432 h 3658174"/>
              <a:gd name="connsiteX5448" fmla="*/ 1178251 w 6514506"/>
              <a:gd name="connsiteY5448" fmla="*/ 803910 h 3658174"/>
              <a:gd name="connsiteX5449" fmla="*/ 1175646 w 6514506"/>
              <a:gd name="connsiteY5449" fmla="*/ 808509 h 3658174"/>
              <a:gd name="connsiteX5450" fmla="*/ 1175978 w 6514506"/>
              <a:gd name="connsiteY5450" fmla="*/ 808743 h 3658174"/>
              <a:gd name="connsiteX5451" fmla="*/ 1178823 w 6514506"/>
              <a:gd name="connsiteY5451" fmla="*/ 803718 h 3658174"/>
              <a:gd name="connsiteX5452" fmla="*/ 1187776 w 6514506"/>
              <a:gd name="connsiteY5452" fmla="*/ 793242 h 3658174"/>
              <a:gd name="connsiteX5453" fmla="*/ 1195873 w 6514506"/>
              <a:gd name="connsiteY5453" fmla="*/ 788193 h 3658174"/>
              <a:gd name="connsiteX5454" fmla="*/ 4086900 w 6514506"/>
              <a:gd name="connsiteY5454" fmla="*/ 783145 h 3658174"/>
              <a:gd name="connsiteX5455" fmla="*/ 4084805 w 6514506"/>
              <a:gd name="connsiteY5455" fmla="*/ 787622 h 3658174"/>
              <a:gd name="connsiteX5456" fmla="*/ 4083948 w 6514506"/>
              <a:gd name="connsiteY5456" fmla="*/ 784288 h 3658174"/>
              <a:gd name="connsiteX5457" fmla="*/ 4086900 w 6514506"/>
              <a:gd name="connsiteY5457" fmla="*/ 783145 h 3658174"/>
              <a:gd name="connsiteX5458" fmla="*/ 5610138 w 6514506"/>
              <a:gd name="connsiteY5458" fmla="*/ 776382 h 3658174"/>
              <a:gd name="connsiteX5459" fmla="*/ 5613472 w 6514506"/>
              <a:gd name="connsiteY5459" fmla="*/ 776382 h 3658174"/>
              <a:gd name="connsiteX5460" fmla="*/ 5616520 w 6514506"/>
              <a:gd name="connsiteY5460" fmla="*/ 780001 h 3658174"/>
              <a:gd name="connsiteX5461" fmla="*/ 5620139 w 6514506"/>
              <a:gd name="connsiteY5461" fmla="*/ 785145 h 3658174"/>
              <a:gd name="connsiteX5462" fmla="*/ 5621282 w 6514506"/>
              <a:gd name="connsiteY5462" fmla="*/ 795337 h 3658174"/>
              <a:gd name="connsiteX5463" fmla="*/ 5622807 w 6514506"/>
              <a:gd name="connsiteY5463" fmla="*/ 800385 h 3658174"/>
              <a:gd name="connsiteX5464" fmla="*/ 5625473 w 6514506"/>
              <a:gd name="connsiteY5464" fmla="*/ 793527 h 3658174"/>
              <a:gd name="connsiteX5465" fmla="*/ 5627855 w 6514506"/>
              <a:gd name="connsiteY5465" fmla="*/ 789907 h 3658174"/>
              <a:gd name="connsiteX5466" fmla="*/ 5634427 w 6514506"/>
              <a:gd name="connsiteY5466" fmla="*/ 800385 h 3658174"/>
              <a:gd name="connsiteX5467" fmla="*/ 5632046 w 6514506"/>
              <a:gd name="connsiteY5467" fmla="*/ 806100 h 3658174"/>
              <a:gd name="connsiteX5468" fmla="*/ 5631474 w 6514506"/>
              <a:gd name="connsiteY5468" fmla="*/ 802195 h 3658174"/>
              <a:gd name="connsiteX5469" fmla="*/ 5628807 w 6514506"/>
              <a:gd name="connsiteY5469" fmla="*/ 800956 h 3658174"/>
              <a:gd name="connsiteX5470" fmla="*/ 5624902 w 6514506"/>
              <a:gd name="connsiteY5470" fmla="*/ 805147 h 3658174"/>
              <a:gd name="connsiteX5471" fmla="*/ 5627283 w 6514506"/>
              <a:gd name="connsiteY5471" fmla="*/ 807529 h 3658174"/>
              <a:gd name="connsiteX5472" fmla="*/ 5625759 w 6514506"/>
              <a:gd name="connsiteY5472" fmla="*/ 808767 h 3658174"/>
              <a:gd name="connsiteX5473" fmla="*/ 5617377 w 6514506"/>
              <a:gd name="connsiteY5473" fmla="*/ 805433 h 3658174"/>
              <a:gd name="connsiteX5474" fmla="*/ 5611663 w 6514506"/>
              <a:gd name="connsiteY5474" fmla="*/ 796765 h 3658174"/>
              <a:gd name="connsiteX5475" fmla="*/ 5611948 w 6514506"/>
              <a:gd name="connsiteY5475" fmla="*/ 787145 h 3658174"/>
              <a:gd name="connsiteX5476" fmla="*/ 5610138 w 6514506"/>
              <a:gd name="connsiteY5476" fmla="*/ 780287 h 3658174"/>
              <a:gd name="connsiteX5477" fmla="*/ 5610138 w 6514506"/>
              <a:gd name="connsiteY5477" fmla="*/ 776382 h 3658174"/>
              <a:gd name="connsiteX5478" fmla="*/ 4418478 w 6514506"/>
              <a:gd name="connsiteY5478" fmla="*/ 774894 h 3658174"/>
              <a:gd name="connsiteX5479" fmla="*/ 4421609 w 6514506"/>
              <a:gd name="connsiteY5479" fmla="*/ 776859 h 3658174"/>
              <a:gd name="connsiteX5480" fmla="*/ 4424276 w 6514506"/>
              <a:gd name="connsiteY5480" fmla="*/ 785241 h 3658174"/>
              <a:gd name="connsiteX5481" fmla="*/ 4418275 w 6514506"/>
              <a:gd name="connsiteY5481" fmla="*/ 777430 h 3658174"/>
              <a:gd name="connsiteX5482" fmla="*/ 4418478 w 6514506"/>
              <a:gd name="connsiteY5482" fmla="*/ 774894 h 3658174"/>
              <a:gd name="connsiteX5483" fmla="*/ 1216507 w 6514506"/>
              <a:gd name="connsiteY5483" fmla="*/ 769739 h 3658174"/>
              <a:gd name="connsiteX5484" fmla="*/ 1216638 w 6514506"/>
              <a:gd name="connsiteY5484" fmla="*/ 775240 h 3658174"/>
              <a:gd name="connsiteX5485" fmla="*/ 1216827 w 6514506"/>
              <a:gd name="connsiteY5485" fmla="*/ 779621 h 3658174"/>
              <a:gd name="connsiteX5486" fmla="*/ 1211064 w 6514506"/>
              <a:gd name="connsiteY5486" fmla="*/ 781661 h 3658174"/>
              <a:gd name="connsiteX5487" fmla="*/ 1211207 w 6514506"/>
              <a:gd name="connsiteY5487" fmla="*/ 781620 h 3658174"/>
              <a:gd name="connsiteX5488" fmla="*/ 1217398 w 6514506"/>
              <a:gd name="connsiteY5488" fmla="*/ 779430 h 3658174"/>
              <a:gd name="connsiteX5489" fmla="*/ 1217208 w 6514506"/>
              <a:gd name="connsiteY5489" fmla="*/ 775048 h 3658174"/>
              <a:gd name="connsiteX5490" fmla="*/ 1217082 w 6514506"/>
              <a:gd name="connsiteY5490" fmla="*/ 769754 h 3658174"/>
              <a:gd name="connsiteX5491" fmla="*/ 1355447 w 6514506"/>
              <a:gd name="connsiteY5491" fmla="*/ 764884 h 3658174"/>
              <a:gd name="connsiteX5492" fmla="*/ 1355133 w 6514506"/>
              <a:gd name="connsiteY5492" fmla="*/ 765041 h 3658174"/>
              <a:gd name="connsiteX5493" fmla="*/ 1355261 w 6514506"/>
              <a:gd name="connsiteY5493" fmla="*/ 765071 h 3658174"/>
              <a:gd name="connsiteX5494" fmla="*/ 1355495 w 6514506"/>
              <a:gd name="connsiteY5494" fmla="*/ 764956 h 3658174"/>
              <a:gd name="connsiteX5495" fmla="*/ 5667384 w 6514506"/>
              <a:gd name="connsiteY5495" fmla="*/ 762571 h 3658174"/>
              <a:gd name="connsiteX5496" fmla="*/ 5670051 w 6514506"/>
              <a:gd name="connsiteY5496" fmla="*/ 762857 h 3658174"/>
              <a:gd name="connsiteX5497" fmla="*/ 5674241 w 6514506"/>
              <a:gd name="connsiteY5497" fmla="*/ 768286 h 3658174"/>
              <a:gd name="connsiteX5498" fmla="*/ 5668527 w 6514506"/>
              <a:gd name="connsiteY5498" fmla="*/ 764952 h 3658174"/>
              <a:gd name="connsiteX5499" fmla="*/ 1344272 w 6514506"/>
              <a:gd name="connsiteY5499" fmla="*/ 760095 h 3658174"/>
              <a:gd name="connsiteX5500" fmla="*/ 1341605 w 6514506"/>
              <a:gd name="connsiteY5500" fmla="*/ 760666 h 3658174"/>
              <a:gd name="connsiteX5501" fmla="*/ 1339509 w 6514506"/>
              <a:gd name="connsiteY5501" fmla="*/ 762190 h 3658174"/>
              <a:gd name="connsiteX5502" fmla="*/ 1336652 w 6514506"/>
              <a:gd name="connsiteY5502" fmla="*/ 762285 h 3658174"/>
              <a:gd name="connsiteX5503" fmla="*/ 1335413 w 6514506"/>
              <a:gd name="connsiteY5503" fmla="*/ 764571 h 3658174"/>
              <a:gd name="connsiteX5504" fmla="*/ 1332841 w 6514506"/>
              <a:gd name="connsiteY5504" fmla="*/ 767048 h 3658174"/>
              <a:gd name="connsiteX5505" fmla="*/ 1326365 w 6514506"/>
              <a:gd name="connsiteY5505" fmla="*/ 776287 h 3658174"/>
              <a:gd name="connsiteX5506" fmla="*/ 1324791 w 6514506"/>
              <a:gd name="connsiteY5506" fmla="*/ 779250 h 3658174"/>
              <a:gd name="connsiteX5507" fmla="*/ 1324936 w 6514506"/>
              <a:gd name="connsiteY5507" fmla="*/ 779335 h 3658174"/>
              <a:gd name="connsiteX5508" fmla="*/ 1326555 w 6514506"/>
              <a:gd name="connsiteY5508" fmla="*/ 776288 h 3658174"/>
              <a:gd name="connsiteX5509" fmla="*/ 1333032 w 6514506"/>
              <a:gd name="connsiteY5509" fmla="*/ 767047 h 3658174"/>
              <a:gd name="connsiteX5510" fmla="*/ 1335604 w 6514506"/>
              <a:gd name="connsiteY5510" fmla="*/ 764571 h 3658174"/>
              <a:gd name="connsiteX5511" fmla="*/ 1336842 w 6514506"/>
              <a:gd name="connsiteY5511" fmla="*/ 762285 h 3658174"/>
              <a:gd name="connsiteX5512" fmla="*/ 1339700 w 6514506"/>
              <a:gd name="connsiteY5512" fmla="*/ 762190 h 3658174"/>
              <a:gd name="connsiteX5513" fmla="*/ 1341795 w 6514506"/>
              <a:gd name="connsiteY5513" fmla="*/ 760666 h 3658174"/>
              <a:gd name="connsiteX5514" fmla="*/ 1344316 w 6514506"/>
              <a:gd name="connsiteY5514" fmla="*/ 760126 h 3658174"/>
              <a:gd name="connsiteX5515" fmla="*/ 3439009 w 6514506"/>
              <a:gd name="connsiteY5515" fmla="*/ 759428 h 3658174"/>
              <a:gd name="connsiteX5516" fmla="*/ 3444724 w 6514506"/>
              <a:gd name="connsiteY5516" fmla="*/ 760667 h 3658174"/>
              <a:gd name="connsiteX5517" fmla="*/ 3445296 w 6514506"/>
              <a:gd name="connsiteY5517" fmla="*/ 764286 h 3658174"/>
              <a:gd name="connsiteX5518" fmla="*/ 3443200 w 6514506"/>
              <a:gd name="connsiteY5518" fmla="*/ 770287 h 3658174"/>
              <a:gd name="connsiteX5519" fmla="*/ 3436628 w 6514506"/>
              <a:gd name="connsiteY5519" fmla="*/ 773907 h 3658174"/>
              <a:gd name="connsiteX5520" fmla="*/ 3430342 w 6514506"/>
              <a:gd name="connsiteY5520" fmla="*/ 778384 h 3658174"/>
              <a:gd name="connsiteX5521" fmla="*/ 3433675 w 6514506"/>
              <a:gd name="connsiteY5521" fmla="*/ 770287 h 3658174"/>
              <a:gd name="connsiteX5522" fmla="*/ 3432437 w 6514506"/>
              <a:gd name="connsiteY5522" fmla="*/ 762763 h 3658174"/>
              <a:gd name="connsiteX5523" fmla="*/ 3439009 w 6514506"/>
              <a:gd name="connsiteY5523" fmla="*/ 759428 h 3658174"/>
              <a:gd name="connsiteX5524" fmla="*/ 4444088 w 6514506"/>
              <a:gd name="connsiteY5524" fmla="*/ 756761 h 3658174"/>
              <a:gd name="connsiteX5525" fmla="*/ 4451232 w 6514506"/>
              <a:gd name="connsiteY5525" fmla="*/ 768095 h 3658174"/>
              <a:gd name="connsiteX5526" fmla="*/ 4447327 w 6514506"/>
              <a:gd name="connsiteY5526" fmla="*/ 769334 h 3658174"/>
              <a:gd name="connsiteX5527" fmla="*/ 4442564 w 6514506"/>
              <a:gd name="connsiteY5527" fmla="*/ 764285 h 3658174"/>
              <a:gd name="connsiteX5528" fmla="*/ 4439611 w 6514506"/>
              <a:gd name="connsiteY5528" fmla="*/ 757999 h 3658174"/>
              <a:gd name="connsiteX5529" fmla="*/ 4444088 w 6514506"/>
              <a:gd name="connsiteY5529" fmla="*/ 756761 h 3658174"/>
              <a:gd name="connsiteX5530" fmla="*/ 4403988 w 6514506"/>
              <a:gd name="connsiteY5530" fmla="*/ 756475 h 3658174"/>
              <a:gd name="connsiteX5531" fmla="*/ 4406941 w 6514506"/>
              <a:gd name="connsiteY5531" fmla="*/ 759427 h 3658174"/>
              <a:gd name="connsiteX5532" fmla="*/ 4405512 w 6514506"/>
              <a:gd name="connsiteY5532" fmla="*/ 762475 h 3658174"/>
              <a:gd name="connsiteX5533" fmla="*/ 4403988 w 6514506"/>
              <a:gd name="connsiteY5533" fmla="*/ 756475 h 3658174"/>
              <a:gd name="connsiteX5534" fmla="*/ 4404356 w 6514506"/>
              <a:gd name="connsiteY5534" fmla="*/ 750486 h 3658174"/>
              <a:gd name="connsiteX5535" fmla="*/ 4409893 w 6514506"/>
              <a:gd name="connsiteY5535" fmla="*/ 751331 h 3658174"/>
              <a:gd name="connsiteX5536" fmla="*/ 4422656 w 6514506"/>
              <a:gd name="connsiteY5536" fmla="*/ 756570 h 3658174"/>
              <a:gd name="connsiteX5537" fmla="*/ 4425609 w 6514506"/>
              <a:gd name="connsiteY5537" fmla="*/ 763142 h 3658174"/>
              <a:gd name="connsiteX5538" fmla="*/ 4427133 w 6514506"/>
              <a:gd name="connsiteY5538" fmla="*/ 765238 h 3658174"/>
              <a:gd name="connsiteX5539" fmla="*/ 4432848 w 6514506"/>
              <a:gd name="connsiteY5539" fmla="*/ 770000 h 3658174"/>
              <a:gd name="connsiteX5540" fmla="*/ 4443040 w 6514506"/>
              <a:gd name="connsiteY5540" fmla="*/ 780192 h 3658174"/>
              <a:gd name="connsiteX5541" fmla="*/ 4437039 w 6514506"/>
              <a:gd name="connsiteY5541" fmla="*/ 782002 h 3658174"/>
              <a:gd name="connsiteX5542" fmla="*/ 4431038 w 6514506"/>
              <a:gd name="connsiteY5542" fmla="*/ 777239 h 3658174"/>
              <a:gd name="connsiteX5543" fmla="*/ 4427133 w 6514506"/>
              <a:gd name="connsiteY5543" fmla="*/ 775430 h 3658174"/>
              <a:gd name="connsiteX5544" fmla="*/ 4420275 w 6514506"/>
              <a:gd name="connsiteY5544" fmla="*/ 773334 h 3658174"/>
              <a:gd name="connsiteX5545" fmla="*/ 4417322 w 6514506"/>
              <a:gd name="connsiteY5545" fmla="*/ 767905 h 3658174"/>
              <a:gd name="connsiteX5546" fmla="*/ 4415798 w 6514506"/>
              <a:gd name="connsiteY5546" fmla="*/ 763714 h 3658174"/>
              <a:gd name="connsiteX5547" fmla="*/ 4412846 w 6514506"/>
              <a:gd name="connsiteY5547" fmla="*/ 761904 h 3658174"/>
              <a:gd name="connsiteX5548" fmla="*/ 4404464 w 6514506"/>
              <a:gd name="connsiteY5548" fmla="*/ 752570 h 3658174"/>
              <a:gd name="connsiteX5549" fmla="*/ 4404356 w 6514506"/>
              <a:gd name="connsiteY5549" fmla="*/ 750486 h 3658174"/>
              <a:gd name="connsiteX5550" fmla="*/ 4422752 w 6514506"/>
              <a:gd name="connsiteY5550" fmla="*/ 748950 h 3658174"/>
              <a:gd name="connsiteX5551" fmla="*/ 4424848 w 6514506"/>
              <a:gd name="connsiteY5551" fmla="*/ 751332 h 3658174"/>
              <a:gd name="connsiteX5552" fmla="*/ 4420371 w 6514506"/>
              <a:gd name="connsiteY5552" fmla="*/ 750474 h 3658174"/>
              <a:gd name="connsiteX5553" fmla="*/ 4422752 w 6514506"/>
              <a:gd name="connsiteY5553" fmla="*/ 748950 h 3658174"/>
              <a:gd name="connsiteX5554" fmla="*/ 4103664 w 6514506"/>
              <a:gd name="connsiteY5554" fmla="*/ 747522 h 3658174"/>
              <a:gd name="connsiteX5555" fmla="*/ 4109950 w 6514506"/>
              <a:gd name="connsiteY5555" fmla="*/ 748379 h 3658174"/>
              <a:gd name="connsiteX5556" fmla="*/ 4112808 w 6514506"/>
              <a:gd name="connsiteY5556" fmla="*/ 750189 h 3658174"/>
              <a:gd name="connsiteX5557" fmla="*/ 4112808 w 6514506"/>
              <a:gd name="connsiteY5557" fmla="*/ 750190 h 3658174"/>
              <a:gd name="connsiteX5558" fmla="*/ 4102902 w 6514506"/>
              <a:gd name="connsiteY5558" fmla="*/ 764001 h 3658174"/>
              <a:gd name="connsiteX5559" fmla="*/ 4094806 w 6514506"/>
              <a:gd name="connsiteY5559" fmla="*/ 775717 h 3658174"/>
              <a:gd name="connsiteX5560" fmla="*/ 4082804 w 6514506"/>
              <a:gd name="connsiteY5560" fmla="*/ 773336 h 3658174"/>
              <a:gd name="connsiteX5561" fmla="*/ 4077089 w 6514506"/>
              <a:gd name="connsiteY5561" fmla="*/ 765239 h 3658174"/>
              <a:gd name="connsiteX5562" fmla="*/ 4077090 w 6514506"/>
              <a:gd name="connsiteY5562" fmla="*/ 765238 h 3658174"/>
              <a:gd name="connsiteX5563" fmla="*/ 4077089 w 6514506"/>
              <a:gd name="connsiteY5563" fmla="*/ 765238 h 3658174"/>
              <a:gd name="connsiteX5564" fmla="*/ 4082804 w 6514506"/>
              <a:gd name="connsiteY5564" fmla="*/ 756856 h 3658174"/>
              <a:gd name="connsiteX5565" fmla="*/ 4088317 w 6514506"/>
              <a:gd name="connsiteY5565" fmla="*/ 757201 h 3658174"/>
              <a:gd name="connsiteX5566" fmla="*/ 4092043 w 6514506"/>
              <a:gd name="connsiteY5566" fmla="*/ 760190 h 3658174"/>
              <a:gd name="connsiteX5567" fmla="*/ 4090234 w 6514506"/>
              <a:gd name="connsiteY5567" fmla="*/ 754475 h 3658174"/>
              <a:gd name="connsiteX5568" fmla="*/ 4090234 w 6514506"/>
              <a:gd name="connsiteY5568" fmla="*/ 754475 h 3658174"/>
              <a:gd name="connsiteX5569" fmla="*/ 4097378 w 6514506"/>
              <a:gd name="connsiteY5569" fmla="*/ 749331 h 3658174"/>
              <a:gd name="connsiteX5570" fmla="*/ 4103664 w 6514506"/>
              <a:gd name="connsiteY5570" fmla="*/ 747522 h 3658174"/>
              <a:gd name="connsiteX5571" fmla="*/ 1226763 w 6514506"/>
              <a:gd name="connsiteY5571" fmla="*/ 746694 h 3658174"/>
              <a:gd name="connsiteX5572" fmla="*/ 1222257 w 6514506"/>
              <a:gd name="connsiteY5572" fmla="*/ 755142 h 3658174"/>
              <a:gd name="connsiteX5573" fmla="*/ 1221685 w 6514506"/>
              <a:gd name="connsiteY5573" fmla="*/ 765334 h 3658174"/>
              <a:gd name="connsiteX5574" fmla="*/ 1219412 w 6514506"/>
              <a:gd name="connsiteY5574" fmla="*/ 769608 h 3658174"/>
              <a:gd name="connsiteX5575" fmla="*/ 1219875 w 6514506"/>
              <a:gd name="connsiteY5575" fmla="*/ 769619 h 3658174"/>
              <a:gd name="connsiteX5576" fmla="*/ 1222256 w 6514506"/>
              <a:gd name="connsiteY5576" fmla="*/ 765142 h 3658174"/>
              <a:gd name="connsiteX5577" fmla="*/ 1222828 w 6514506"/>
              <a:gd name="connsiteY5577" fmla="*/ 754951 h 3658174"/>
              <a:gd name="connsiteX5578" fmla="*/ 1227131 w 6514506"/>
              <a:gd name="connsiteY5578" fmla="*/ 747062 h 3658174"/>
              <a:gd name="connsiteX5579" fmla="*/ 1227042 w 6514506"/>
              <a:gd name="connsiteY5579" fmla="*/ 746441 h 3658174"/>
              <a:gd name="connsiteX5580" fmla="*/ 1226829 w 6514506"/>
              <a:gd name="connsiteY5580" fmla="*/ 746569 h 3658174"/>
              <a:gd name="connsiteX5581" fmla="*/ 1226807 w 6514506"/>
              <a:gd name="connsiteY5581" fmla="*/ 746611 h 3658174"/>
              <a:gd name="connsiteX5582" fmla="*/ 4411703 w 6514506"/>
              <a:gd name="connsiteY5582" fmla="*/ 741425 h 3658174"/>
              <a:gd name="connsiteX5583" fmla="*/ 4409036 w 6514506"/>
              <a:gd name="connsiteY5583" fmla="*/ 741997 h 3658174"/>
              <a:gd name="connsiteX5584" fmla="*/ 4411703 w 6514506"/>
              <a:gd name="connsiteY5584" fmla="*/ 741425 h 3658174"/>
              <a:gd name="connsiteX5585" fmla="*/ 4094044 w 6514506"/>
              <a:gd name="connsiteY5585" fmla="*/ 741425 h 3658174"/>
              <a:gd name="connsiteX5586" fmla="*/ 4094044 w 6514506"/>
              <a:gd name="connsiteY5586" fmla="*/ 743521 h 3658174"/>
              <a:gd name="connsiteX5587" fmla="*/ 4090711 w 6514506"/>
              <a:gd name="connsiteY5587" fmla="*/ 742663 h 3658174"/>
              <a:gd name="connsiteX5588" fmla="*/ 4094044 w 6514506"/>
              <a:gd name="connsiteY5588" fmla="*/ 741425 h 3658174"/>
              <a:gd name="connsiteX5589" fmla="*/ 4390747 w 6514506"/>
              <a:gd name="connsiteY5589" fmla="*/ 738758 h 3658174"/>
              <a:gd name="connsiteX5590" fmla="*/ 4393796 w 6514506"/>
              <a:gd name="connsiteY5590" fmla="*/ 742282 h 3658174"/>
              <a:gd name="connsiteX5591" fmla="*/ 4397987 w 6514506"/>
              <a:gd name="connsiteY5591" fmla="*/ 747997 h 3658174"/>
              <a:gd name="connsiteX5592" fmla="*/ 4400368 w 6514506"/>
              <a:gd name="connsiteY5592" fmla="*/ 753712 h 3658174"/>
              <a:gd name="connsiteX5593" fmla="*/ 4395224 w 6514506"/>
              <a:gd name="connsiteY5593" fmla="*/ 752855 h 3658174"/>
              <a:gd name="connsiteX5594" fmla="*/ 4391033 w 6514506"/>
              <a:gd name="connsiteY5594" fmla="*/ 748093 h 3658174"/>
              <a:gd name="connsiteX5595" fmla="*/ 4386842 w 6514506"/>
              <a:gd name="connsiteY5595" fmla="*/ 740282 h 3658174"/>
              <a:gd name="connsiteX5596" fmla="*/ 4390747 w 6514506"/>
              <a:gd name="connsiteY5596" fmla="*/ 738758 h 3658174"/>
              <a:gd name="connsiteX5597" fmla="*/ 3974220 w 6514506"/>
              <a:gd name="connsiteY5597" fmla="*/ 737615 h 3658174"/>
              <a:gd name="connsiteX5598" fmla="*/ 3974220 w 6514506"/>
              <a:gd name="connsiteY5598" fmla="*/ 740282 h 3658174"/>
              <a:gd name="connsiteX5599" fmla="*/ 3970600 w 6514506"/>
              <a:gd name="connsiteY5599" fmla="*/ 744854 h 3658174"/>
              <a:gd name="connsiteX5600" fmla="*/ 3969743 w 6514506"/>
              <a:gd name="connsiteY5600" fmla="*/ 741520 h 3658174"/>
              <a:gd name="connsiteX5601" fmla="*/ 3974220 w 6514506"/>
              <a:gd name="connsiteY5601" fmla="*/ 737615 h 3658174"/>
              <a:gd name="connsiteX5602" fmla="*/ 952446 w 6514506"/>
              <a:gd name="connsiteY5602" fmla="*/ 736649 h 3658174"/>
              <a:gd name="connsiteX5603" fmla="*/ 950029 w 6514506"/>
              <a:gd name="connsiteY5603" fmla="*/ 738411 h 3658174"/>
              <a:gd name="connsiteX5604" fmla="*/ 950306 w 6514506"/>
              <a:gd name="connsiteY5604" fmla="*/ 739128 h 3658174"/>
              <a:gd name="connsiteX5605" fmla="*/ 947892 w 6514506"/>
              <a:gd name="connsiteY5605" fmla="*/ 745410 h 3658174"/>
              <a:gd name="connsiteX5606" fmla="*/ 950032 w 6514506"/>
              <a:gd name="connsiteY5606" fmla="*/ 744473 h 3658174"/>
              <a:gd name="connsiteX5607" fmla="*/ 951176 w 6514506"/>
              <a:gd name="connsiteY5607" fmla="*/ 741425 h 3658174"/>
              <a:gd name="connsiteX5608" fmla="*/ 4105474 w 6514506"/>
              <a:gd name="connsiteY5608" fmla="*/ 734853 h 3658174"/>
              <a:gd name="connsiteX5609" fmla="*/ 4109380 w 6514506"/>
              <a:gd name="connsiteY5609" fmla="*/ 735425 h 3658174"/>
              <a:gd name="connsiteX5610" fmla="*/ 4110237 w 6514506"/>
              <a:gd name="connsiteY5610" fmla="*/ 737330 h 3658174"/>
              <a:gd name="connsiteX5611" fmla="*/ 4105760 w 6514506"/>
              <a:gd name="connsiteY5611" fmla="*/ 740283 h 3658174"/>
              <a:gd name="connsiteX5612" fmla="*/ 4100998 w 6514506"/>
              <a:gd name="connsiteY5612" fmla="*/ 740568 h 3658174"/>
              <a:gd name="connsiteX5613" fmla="*/ 4095854 w 6514506"/>
              <a:gd name="connsiteY5613" fmla="*/ 740568 h 3658174"/>
              <a:gd name="connsiteX5614" fmla="*/ 4096140 w 6514506"/>
              <a:gd name="connsiteY5614" fmla="*/ 738473 h 3658174"/>
              <a:gd name="connsiteX5615" fmla="*/ 4099474 w 6514506"/>
              <a:gd name="connsiteY5615" fmla="*/ 736377 h 3658174"/>
              <a:gd name="connsiteX5616" fmla="*/ 4105474 w 6514506"/>
              <a:gd name="connsiteY5616" fmla="*/ 734853 h 3658174"/>
              <a:gd name="connsiteX5617" fmla="*/ 4396082 w 6514506"/>
              <a:gd name="connsiteY5617" fmla="*/ 730948 h 3658174"/>
              <a:gd name="connsiteX5618" fmla="*/ 4404654 w 6514506"/>
              <a:gd name="connsiteY5618" fmla="*/ 735139 h 3658174"/>
              <a:gd name="connsiteX5619" fmla="*/ 4402273 w 6514506"/>
              <a:gd name="connsiteY5619" fmla="*/ 737806 h 3658174"/>
              <a:gd name="connsiteX5620" fmla="*/ 4401987 w 6514506"/>
              <a:gd name="connsiteY5620" fmla="*/ 740854 h 3658174"/>
              <a:gd name="connsiteX5621" fmla="*/ 4405321 w 6514506"/>
              <a:gd name="connsiteY5621" fmla="*/ 744760 h 3658174"/>
              <a:gd name="connsiteX5622" fmla="*/ 4397511 w 6514506"/>
              <a:gd name="connsiteY5622" fmla="*/ 740854 h 3658174"/>
              <a:gd name="connsiteX5623" fmla="*/ 4392462 w 6514506"/>
              <a:gd name="connsiteY5623" fmla="*/ 734282 h 3658174"/>
              <a:gd name="connsiteX5624" fmla="*/ 4396082 w 6514506"/>
              <a:gd name="connsiteY5624" fmla="*/ 730948 h 3658174"/>
              <a:gd name="connsiteX5625" fmla="*/ 4410876 w 6514506"/>
              <a:gd name="connsiteY5625" fmla="*/ 728083 h 3658174"/>
              <a:gd name="connsiteX5626" fmla="*/ 4411893 w 6514506"/>
              <a:gd name="connsiteY5626" fmla="*/ 729233 h 3658174"/>
              <a:gd name="connsiteX5627" fmla="*/ 4413254 w 6514506"/>
              <a:gd name="connsiteY5627" fmla="*/ 730194 h 3658174"/>
              <a:gd name="connsiteX5628" fmla="*/ 4366459 w 6514506"/>
              <a:gd name="connsiteY5628" fmla="*/ 726852 h 3658174"/>
              <a:gd name="connsiteX5629" fmla="*/ 4373031 w 6514506"/>
              <a:gd name="connsiteY5629" fmla="*/ 729805 h 3658174"/>
              <a:gd name="connsiteX5630" fmla="*/ 4378746 w 6514506"/>
              <a:gd name="connsiteY5630" fmla="*/ 733425 h 3658174"/>
              <a:gd name="connsiteX5631" fmla="*/ 4383223 w 6514506"/>
              <a:gd name="connsiteY5631" fmla="*/ 739997 h 3658174"/>
              <a:gd name="connsiteX5632" fmla="*/ 4385318 w 6514506"/>
              <a:gd name="connsiteY5632" fmla="*/ 744759 h 3658174"/>
              <a:gd name="connsiteX5633" fmla="*/ 4385890 w 6514506"/>
              <a:gd name="connsiteY5633" fmla="*/ 747712 h 3658174"/>
              <a:gd name="connsiteX5634" fmla="*/ 4387700 w 6514506"/>
              <a:gd name="connsiteY5634" fmla="*/ 753427 h 3658174"/>
              <a:gd name="connsiteX5635" fmla="*/ 4383223 w 6514506"/>
              <a:gd name="connsiteY5635" fmla="*/ 749236 h 3658174"/>
              <a:gd name="connsiteX5636" fmla="*/ 4379603 w 6514506"/>
              <a:gd name="connsiteY5636" fmla="*/ 744474 h 3658174"/>
              <a:gd name="connsiteX5637" fmla="*/ 4373603 w 6514506"/>
              <a:gd name="connsiteY5637" fmla="*/ 740854 h 3658174"/>
              <a:gd name="connsiteX5638" fmla="*/ 4370936 w 6514506"/>
              <a:gd name="connsiteY5638" fmla="*/ 736092 h 3658174"/>
              <a:gd name="connsiteX5639" fmla="*/ 4366459 w 6514506"/>
              <a:gd name="connsiteY5639" fmla="*/ 733139 h 3658174"/>
              <a:gd name="connsiteX5640" fmla="*/ 4361030 w 6514506"/>
              <a:gd name="connsiteY5640" fmla="*/ 728376 h 3658174"/>
              <a:gd name="connsiteX5641" fmla="*/ 4366459 w 6514506"/>
              <a:gd name="connsiteY5641" fmla="*/ 726852 h 3658174"/>
              <a:gd name="connsiteX5642" fmla="*/ 5524509 w 6514506"/>
              <a:gd name="connsiteY5642" fmla="*/ 715398 h 3658174"/>
              <a:gd name="connsiteX5643" fmla="*/ 5541463 w 6514506"/>
              <a:gd name="connsiteY5643" fmla="*/ 717994 h 3658174"/>
              <a:gd name="connsiteX5644" fmla="*/ 5555560 w 6514506"/>
              <a:gd name="connsiteY5644" fmla="*/ 723423 h 3658174"/>
              <a:gd name="connsiteX5645" fmla="*/ 5560036 w 6514506"/>
              <a:gd name="connsiteY5645" fmla="*/ 727328 h 3658174"/>
              <a:gd name="connsiteX5646" fmla="*/ 5554607 w 6514506"/>
              <a:gd name="connsiteY5646" fmla="*/ 730662 h 3658174"/>
              <a:gd name="connsiteX5647" fmla="*/ 5541463 w 6514506"/>
              <a:gd name="connsiteY5647" fmla="*/ 729424 h 3658174"/>
              <a:gd name="connsiteX5648" fmla="*/ 5535462 w 6514506"/>
              <a:gd name="connsiteY5648" fmla="*/ 729424 h 3658174"/>
              <a:gd name="connsiteX5649" fmla="*/ 5527937 w 6514506"/>
              <a:gd name="connsiteY5649" fmla="*/ 727042 h 3658174"/>
              <a:gd name="connsiteX5650" fmla="*/ 5521651 w 6514506"/>
              <a:gd name="connsiteY5650" fmla="*/ 723423 h 3658174"/>
              <a:gd name="connsiteX5651" fmla="*/ 5514221 w 6514506"/>
              <a:gd name="connsiteY5651" fmla="*/ 722185 h 3658174"/>
              <a:gd name="connsiteX5652" fmla="*/ 5512697 w 6514506"/>
              <a:gd name="connsiteY5652" fmla="*/ 719518 h 3658174"/>
              <a:gd name="connsiteX5653" fmla="*/ 5524509 w 6514506"/>
              <a:gd name="connsiteY5653" fmla="*/ 715398 h 3658174"/>
              <a:gd name="connsiteX5654" fmla="*/ 5253808 w 6514506"/>
              <a:gd name="connsiteY5654" fmla="*/ 712850 h 3658174"/>
              <a:gd name="connsiteX5655" fmla="*/ 5253808 w 6514506"/>
              <a:gd name="connsiteY5655" fmla="*/ 717041 h 3658174"/>
              <a:gd name="connsiteX5656" fmla="*/ 5250855 w 6514506"/>
              <a:gd name="connsiteY5656" fmla="*/ 715803 h 3658174"/>
              <a:gd name="connsiteX5657" fmla="*/ 5253808 w 6514506"/>
              <a:gd name="connsiteY5657" fmla="*/ 712850 h 3658174"/>
              <a:gd name="connsiteX5658" fmla="*/ 4349600 w 6514506"/>
              <a:gd name="connsiteY5658" fmla="*/ 711517 h 3658174"/>
              <a:gd name="connsiteX5659" fmla="*/ 4352934 w 6514506"/>
              <a:gd name="connsiteY5659" fmla="*/ 712374 h 3658174"/>
              <a:gd name="connsiteX5660" fmla="*/ 4359220 w 6514506"/>
              <a:gd name="connsiteY5660" fmla="*/ 711517 h 3658174"/>
              <a:gd name="connsiteX5661" fmla="*/ 4361316 w 6514506"/>
              <a:gd name="connsiteY5661" fmla="*/ 716851 h 3658174"/>
              <a:gd name="connsiteX5662" fmla="*/ 4361030 w 6514506"/>
              <a:gd name="connsiteY5662" fmla="*/ 719232 h 3658174"/>
              <a:gd name="connsiteX5663" fmla="*/ 4369126 w 6514506"/>
              <a:gd name="connsiteY5663" fmla="*/ 721327 h 3658174"/>
              <a:gd name="connsiteX5664" fmla="*/ 4363983 w 6514506"/>
              <a:gd name="connsiteY5664" fmla="*/ 723994 h 3658174"/>
              <a:gd name="connsiteX5665" fmla="*/ 4359220 w 6514506"/>
              <a:gd name="connsiteY5665" fmla="*/ 725233 h 3658174"/>
              <a:gd name="connsiteX5666" fmla="*/ 4353791 w 6514506"/>
              <a:gd name="connsiteY5666" fmla="*/ 726471 h 3658174"/>
              <a:gd name="connsiteX5667" fmla="*/ 4347504 w 6514506"/>
              <a:gd name="connsiteY5667" fmla="*/ 722851 h 3658174"/>
              <a:gd name="connsiteX5668" fmla="*/ 4345694 w 6514506"/>
              <a:gd name="connsiteY5668" fmla="*/ 717803 h 3658174"/>
              <a:gd name="connsiteX5669" fmla="*/ 4346266 w 6514506"/>
              <a:gd name="connsiteY5669" fmla="*/ 716279 h 3658174"/>
              <a:gd name="connsiteX5670" fmla="*/ 4346266 w 6514506"/>
              <a:gd name="connsiteY5670" fmla="*/ 712088 h 3658174"/>
              <a:gd name="connsiteX5671" fmla="*/ 4349600 w 6514506"/>
              <a:gd name="connsiteY5671" fmla="*/ 711517 h 3658174"/>
              <a:gd name="connsiteX5672" fmla="*/ 3786006 w 6514506"/>
              <a:gd name="connsiteY5672" fmla="*/ 709707 h 3658174"/>
              <a:gd name="connsiteX5673" fmla="*/ 3787720 w 6514506"/>
              <a:gd name="connsiteY5673" fmla="*/ 711707 h 3658174"/>
              <a:gd name="connsiteX5674" fmla="*/ 3791054 w 6514506"/>
              <a:gd name="connsiteY5674" fmla="*/ 715327 h 3658174"/>
              <a:gd name="connsiteX5675" fmla="*/ 3784196 w 6514506"/>
              <a:gd name="connsiteY5675" fmla="*/ 712374 h 3658174"/>
              <a:gd name="connsiteX5676" fmla="*/ 3786006 w 6514506"/>
              <a:gd name="connsiteY5676" fmla="*/ 709707 h 3658174"/>
              <a:gd name="connsiteX5677" fmla="*/ 4365149 w 6514506"/>
              <a:gd name="connsiteY5677" fmla="*/ 708910 h 3658174"/>
              <a:gd name="connsiteX5678" fmla="*/ 4369983 w 6514506"/>
              <a:gd name="connsiteY5678" fmla="*/ 709327 h 3658174"/>
              <a:gd name="connsiteX5679" fmla="*/ 4377603 w 6514506"/>
              <a:gd name="connsiteY5679" fmla="*/ 712375 h 3658174"/>
              <a:gd name="connsiteX5680" fmla="*/ 4382556 w 6514506"/>
              <a:gd name="connsiteY5680" fmla="*/ 717423 h 3658174"/>
              <a:gd name="connsiteX5681" fmla="*/ 4379603 w 6514506"/>
              <a:gd name="connsiteY5681" fmla="*/ 717709 h 3658174"/>
              <a:gd name="connsiteX5682" fmla="*/ 4376936 w 6514506"/>
              <a:gd name="connsiteY5682" fmla="*/ 718947 h 3658174"/>
              <a:gd name="connsiteX5683" fmla="*/ 4383223 w 6514506"/>
              <a:gd name="connsiteY5683" fmla="*/ 723424 h 3658174"/>
              <a:gd name="connsiteX5684" fmla="*/ 4380841 w 6514506"/>
              <a:gd name="connsiteY5684" fmla="*/ 732758 h 3658174"/>
              <a:gd name="connsiteX5685" fmla="*/ 4375698 w 6514506"/>
              <a:gd name="connsiteY5685" fmla="*/ 723424 h 3658174"/>
              <a:gd name="connsiteX5686" fmla="*/ 4367316 w 6514506"/>
              <a:gd name="connsiteY5686" fmla="*/ 711422 h 3658174"/>
              <a:gd name="connsiteX5687" fmla="*/ 4365149 w 6514506"/>
              <a:gd name="connsiteY5687" fmla="*/ 708910 h 3658174"/>
              <a:gd name="connsiteX5688" fmla="*/ 3878874 w 6514506"/>
              <a:gd name="connsiteY5688" fmla="*/ 707611 h 3658174"/>
              <a:gd name="connsiteX5689" fmla="*/ 3882970 w 6514506"/>
              <a:gd name="connsiteY5689" fmla="*/ 707611 h 3658174"/>
              <a:gd name="connsiteX5690" fmla="*/ 3888685 w 6514506"/>
              <a:gd name="connsiteY5690" fmla="*/ 711802 h 3658174"/>
              <a:gd name="connsiteX5691" fmla="*/ 3889923 w 6514506"/>
              <a:gd name="connsiteY5691" fmla="*/ 717803 h 3658174"/>
              <a:gd name="connsiteX5692" fmla="*/ 3887542 w 6514506"/>
              <a:gd name="connsiteY5692" fmla="*/ 719041 h 3658174"/>
              <a:gd name="connsiteX5693" fmla="*/ 3880398 w 6514506"/>
              <a:gd name="connsiteY5693" fmla="*/ 717803 h 3658174"/>
              <a:gd name="connsiteX5694" fmla="*/ 3870492 w 6514506"/>
              <a:gd name="connsiteY5694" fmla="*/ 713612 h 3658174"/>
              <a:gd name="connsiteX5695" fmla="*/ 3872016 w 6514506"/>
              <a:gd name="connsiteY5695" fmla="*/ 709707 h 3658174"/>
              <a:gd name="connsiteX5696" fmla="*/ 3878874 w 6514506"/>
              <a:gd name="connsiteY5696" fmla="*/ 707611 h 3658174"/>
              <a:gd name="connsiteX5697" fmla="*/ 4391222 w 6514506"/>
              <a:gd name="connsiteY5697" fmla="*/ 707344 h 3658174"/>
              <a:gd name="connsiteX5698" fmla="*/ 4392427 w 6514506"/>
              <a:gd name="connsiteY5698" fmla="*/ 708445 h 3658174"/>
              <a:gd name="connsiteX5699" fmla="*/ 4391933 w 6514506"/>
              <a:gd name="connsiteY5699" fmla="*/ 707779 h 3658174"/>
              <a:gd name="connsiteX5700" fmla="*/ 849544 w 6514506"/>
              <a:gd name="connsiteY5700" fmla="*/ 698563 h 3658174"/>
              <a:gd name="connsiteX5701" fmla="*/ 853163 w 6514506"/>
              <a:gd name="connsiteY5701" fmla="*/ 703326 h 3658174"/>
              <a:gd name="connsiteX5702" fmla="*/ 848686 w 6514506"/>
              <a:gd name="connsiteY5702" fmla="*/ 702754 h 3658174"/>
              <a:gd name="connsiteX5703" fmla="*/ 849544 w 6514506"/>
              <a:gd name="connsiteY5703" fmla="*/ 698563 h 3658174"/>
              <a:gd name="connsiteX5704" fmla="*/ 930791 w 6514506"/>
              <a:gd name="connsiteY5704" fmla="*/ 696468 h 3658174"/>
              <a:gd name="connsiteX5705" fmla="*/ 931011 w 6514506"/>
              <a:gd name="connsiteY5705" fmla="*/ 696578 h 3658174"/>
              <a:gd name="connsiteX5706" fmla="*/ 929267 w 6514506"/>
              <a:gd name="connsiteY5706" fmla="*/ 696754 h 3658174"/>
              <a:gd name="connsiteX5707" fmla="*/ 5208421 w 6514506"/>
              <a:gd name="connsiteY5707" fmla="*/ 689741 h 3658174"/>
              <a:gd name="connsiteX5708" fmla="*/ 5214850 w 6514506"/>
              <a:gd name="connsiteY5708" fmla="*/ 693134 h 3658174"/>
              <a:gd name="connsiteX5709" fmla="*/ 5221709 w 6514506"/>
              <a:gd name="connsiteY5709" fmla="*/ 697897 h 3658174"/>
              <a:gd name="connsiteX5710" fmla="*/ 5219327 w 6514506"/>
              <a:gd name="connsiteY5710" fmla="*/ 701230 h 3658174"/>
              <a:gd name="connsiteX5711" fmla="*/ 5212755 w 6514506"/>
              <a:gd name="connsiteY5711" fmla="*/ 700659 h 3658174"/>
              <a:gd name="connsiteX5712" fmla="*/ 5206754 w 6514506"/>
              <a:gd name="connsiteY5712" fmla="*/ 700278 h 3658174"/>
              <a:gd name="connsiteX5713" fmla="*/ 5203135 w 6514506"/>
              <a:gd name="connsiteY5713" fmla="*/ 693991 h 3658174"/>
              <a:gd name="connsiteX5714" fmla="*/ 5208421 w 6514506"/>
              <a:gd name="connsiteY5714" fmla="*/ 689741 h 3658174"/>
              <a:gd name="connsiteX5715" fmla="*/ 4212154 w 6514506"/>
              <a:gd name="connsiteY5715" fmla="*/ 684894 h 3658174"/>
              <a:gd name="connsiteX5716" fmla="*/ 4211202 w 6514506"/>
              <a:gd name="connsiteY5716" fmla="*/ 687800 h 3658174"/>
              <a:gd name="connsiteX5717" fmla="*/ 4208820 w 6514506"/>
              <a:gd name="connsiteY5717" fmla="*/ 685990 h 3658174"/>
              <a:gd name="connsiteX5718" fmla="*/ 4212154 w 6514506"/>
              <a:gd name="connsiteY5718" fmla="*/ 684894 h 3658174"/>
              <a:gd name="connsiteX5719" fmla="*/ 4165827 w 6514506"/>
              <a:gd name="connsiteY5719" fmla="*/ 680132 h 3658174"/>
              <a:gd name="connsiteX5720" fmla="*/ 4167196 w 6514506"/>
              <a:gd name="connsiteY5720" fmla="*/ 683895 h 3658174"/>
              <a:gd name="connsiteX5721" fmla="*/ 4166434 w 6514506"/>
              <a:gd name="connsiteY5721" fmla="*/ 686562 h 3658174"/>
              <a:gd name="connsiteX5722" fmla="*/ 4163672 w 6514506"/>
              <a:gd name="connsiteY5722" fmla="*/ 695896 h 3658174"/>
              <a:gd name="connsiteX5723" fmla="*/ 4159481 w 6514506"/>
              <a:gd name="connsiteY5723" fmla="*/ 696182 h 3658174"/>
              <a:gd name="connsiteX5724" fmla="*/ 4159481 w 6514506"/>
              <a:gd name="connsiteY5724" fmla="*/ 690181 h 3658174"/>
              <a:gd name="connsiteX5725" fmla="*/ 4164243 w 6514506"/>
              <a:gd name="connsiteY5725" fmla="*/ 681799 h 3658174"/>
              <a:gd name="connsiteX5726" fmla="*/ 4165827 w 6514506"/>
              <a:gd name="connsiteY5726" fmla="*/ 680132 h 3658174"/>
              <a:gd name="connsiteX5727" fmla="*/ 4157862 w 6514506"/>
              <a:gd name="connsiteY5727" fmla="*/ 678275 h 3658174"/>
              <a:gd name="connsiteX5728" fmla="*/ 4156338 w 6514506"/>
              <a:gd name="connsiteY5728" fmla="*/ 685133 h 3658174"/>
              <a:gd name="connsiteX5729" fmla="*/ 4153671 w 6514506"/>
              <a:gd name="connsiteY5729" fmla="*/ 678560 h 3658174"/>
              <a:gd name="connsiteX5730" fmla="*/ 4157862 w 6514506"/>
              <a:gd name="connsiteY5730" fmla="*/ 678275 h 3658174"/>
              <a:gd name="connsiteX5731" fmla="*/ 985370 w 6514506"/>
              <a:gd name="connsiteY5731" fmla="*/ 673703 h 3658174"/>
              <a:gd name="connsiteX5732" fmla="*/ 988037 w 6514506"/>
              <a:gd name="connsiteY5732" fmla="*/ 674942 h 3658174"/>
              <a:gd name="connsiteX5733" fmla="*/ 985941 w 6514506"/>
              <a:gd name="connsiteY5733" fmla="*/ 676371 h 3658174"/>
              <a:gd name="connsiteX5734" fmla="*/ 985370 w 6514506"/>
              <a:gd name="connsiteY5734" fmla="*/ 673703 h 3658174"/>
              <a:gd name="connsiteX5735" fmla="*/ 4258408 w 6514506"/>
              <a:gd name="connsiteY5735" fmla="*/ 672256 h 3658174"/>
              <a:gd name="connsiteX5736" fmla="*/ 4259026 w 6514506"/>
              <a:gd name="connsiteY5736" fmla="*/ 672749 h 3658174"/>
              <a:gd name="connsiteX5737" fmla="*/ 4260412 w 6514506"/>
              <a:gd name="connsiteY5737" fmla="*/ 672406 h 3658174"/>
              <a:gd name="connsiteX5738" fmla="*/ 1132722 w 6514506"/>
              <a:gd name="connsiteY5738" fmla="*/ 659034 h 3658174"/>
              <a:gd name="connsiteX5739" fmla="*/ 1132816 w 6514506"/>
              <a:gd name="connsiteY5739" fmla="*/ 659049 h 3658174"/>
              <a:gd name="connsiteX5740" fmla="*/ 1132816 w 6514506"/>
              <a:gd name="connsiteY5740" fmla="*/ 659034 h 3658174"/>
              <a:gd name="connsiteX5741" fmla="*/ 1132852 w 6514506"/>
              <a:gd name="connsiteY5741" fmla="*/ 659055 h 3658174"/>
              <a:gd name="connsiteX5742" fmla="*/ 1134817 w 6514506"/>
              <a:gd name="connsiteY5742" fmla="*/ 659368 h 3658174"/>
              <a:gd name="connsiteX5743" fmla="*/ 1136245 w 6514506"/>
              <a:gd name="connsiteY5743" fmla="*/ 661019 h 3658174"/>
              <a:gd name="connsiteX5744" fmla="*/ 1136436 w 6514506"/>
              <a:gd name="connsiteY5744" fmla="*/ 661130 h 3658174"/>
              <a:gd name="connsiteX5745" fmla="*/ 1139103 w 6514506"/>
              <a:gd name="connsiteY5745" fmla="*/ 662940 h 3658174"/>
              <a:gd name="connsiteX5746" fmla="*/ 1137579 w 6514506"/>
              <a:gd name="connsiteY5746" fmla="*/ 664463 h 3658174"/>
              <a:gd name="connsiteX5747" fmla="*/ 1137111 w 6514506"/>
              <a:gd name="connsiteY5747" fmla="*/ 664285 h 3658174"/>
              <a:gd name="connsiteX5748" fmla="*/ 1136722 w 6514506"/>
              <a:gd name="connsiteY5748" fmla="*/ 664654 h 3658174"/>
              <a:gd name="connsiteX5749" fmla="*/ 1132722 w 6514506"/>
              <a:gd name="connsiteY5749" fmla="*/ 662654 h 3658174"/>
              <a:gd name="connsiteX5750" fmla="*/ 1132722 w 6514506"/>
              <a:gd name="connsiteY5750" fmla="*/ 659034 h 3658174"/>
              <a:gd name="connsiteX5751" fmla="*/ 1365084 w 6514506"/>
              <a:gd name="connsiteY5751" fmla="*/ 657648 h 3658174"/>
              <a:gd name="connsiteX5752" fmla="*/ 1364719 w 6514506"/>
              <a:gd name="connsiteY5752" fmla="*/ 657971 h 3658174"/>
              <a:gd name="connsiteX5753" fmla="*/ 1365145 w 6514506"/>
              <a:gd name="connsiteY5753" fmla="*/ 658184 h 3658174"/>
              <a:gd name="connsiteX5754" fmla="*/ 987370 w 6514506"/>
              <a:gd name="connsiteY5754" fmla="*/ 653702 h 3658174"/>
              <a:gd name="connsiteX5755" fmla="*/ 990037 w 6514506"/>
              <a:gd name="connsiteY5755" fmla="*/ 654559 h 3658174"/>
              <a:gd name="connsiteX5756" fmla="*/ 987370 w 6514506"/>
              <a:gd name="connsiteY5756" fmla="*/ 656654 h 3658174"/>
              <a:gd name="connsiteX5757" fmla="*/ 987370 w 6514506"/>
              <a:gd name="connsiteY5757" fmla="*/ 653702 h 3658174"/>
              <a:gd name="connsiteX5758" fmla="*/ 1132245 w 6514506"/>
              <a:gd name="connsiteY5758" fmla="*/ 649033 h 3658174"/>
              <a:gd name="connsiteX5759" fmla="*/ 1135580 w 6514506"/>
              <a:gd name="connsiteY5759" fmla="*/ 649319 h 3658174"/>
              <a:gd name="connsiteX5760" fmla="*/ 1135865 w 6514506"/>
              <a:gd name="connsiteY5760" fmla="*/ 652938 h 3658174"/>
              <a:gd name="connsiteX5761" fmla="*/ 1134341 w 6514506"/>
              <a:gd name="connsiteY5761" fmla="*/ 653510 h 3658174"/>
              <a:gd name="connsiteX5762" fmla="*/ 1132245 w 6514506"/>
              <a:gd name="connsiteY5762" fmla="*/ 649033 h 3658174"/>
              <a:gd name="connsiteX5763" fmla="*/ 5598994 w 6514506"/>
              <a:gd name="connsiteY5763" fmla="*/ 644842 h 3658174"/>
              <a:gd name="connsiteX5764" fmla="*/ 5602614 w 6514506"/>
              <a:gd name="connsiteY5764" fmla="*/ 650557 h 3658174"/>
              <a:gd name="connsiteX5765" fmla="*/ 5596042 w 6514506"/>
              <a:gd name="connsiteY5765" fmla="*/ 654748 h 3658174"/>
              <a:gd name="connsiteX5766" fmla="*/ 5598423 w 6514506"/>
              <a:gd name="connsiteY5766" fmla="*/ 657796 h 3658174"/>
              <a:gd name="connsiteX5767" fmla="*/ 5604709 w 6514506"/>
              <a:gd name="connsiteY5767" fmla="*/ 656272 h 3658174"/>
              <a:gd name="connsiteX5768" fmla="*/ 5607376 w 6514506"/>
              <a:gd name="connsiteY5768" fmla="*/ 664368 h 3658174"/>
              <a:gd name="connsiteX5769" fmla="*/ 5610710 w 6514506"/>
              <a:gd name="connsiteY5769" fmla="*/ 679322 h 3658174"/>
              <a:gd name="connsiteX5770" fmla="*/ 5614615 w 6514506"/>
              <a:gd name="connsiteY5770" fmla="*/ 691610 h 3658174"/>
              <a:gd name="connsiteX5771" fmla="*/ 5616139 w 6514506"/>
              <a:gd name="connsiteY5771" fmla="*/ 700563 h 3658174"/>
              <a:gd name="connsiteX5772" fmla="*/ 5618520 w 6514506"/>
              <a:gd name="connsiteY5772" fmla="*/ 697229 h 3658174"/>
              <a:gd name="connsiteX5773" fmla="*/ 5616997 w 6514506"/>
              <a:gd name="connsiteY5773" fmla="*/ 689133 h 3658174"/>
              <a:gd name="connsiteX5774" fmla="*/ 5617568 w 6514506"/>
              <a:gd name="connsiteY5774" fmla="*/ 682275 h 3658174"/>
              <a:gd name="connsiteX5775" fmla="*/ 5619663 w 6514506"/>
              <a:gd name="connsiteY5775" fmla="*/ 685228 h 3658174"/>
              <a:gd name="connsiteX5776" fmla="*/ 5631951 w 6514506"/>
              <a:gd name="connsiteY5776" fmla="*/ 686752 h 3658174"/>
              <a:gd name="connsiteX5777" fmla="*/ 5633189 w 6514506"/>
              <a:gd name="connsiteY5777" fmla="*/ 692753 h 3658174"/>
              <a:gd name="connsiteX5778" fmla="*/ 5631379 w 6514506"/>
              <a:gd name="connsiteY5778" fmla="*/ 702944 h 3658174"/>
              <a:gd name="connsiteX5779" fmla="*/ 5633760 w 6514506"/>
              <a:gd name="connsiteY5779" fmla="*/ 700563 h 3658174"/>
              <a:gd name="connsiteX5780" fmla="*/ 5638237 w 6514506"/>
              <a:gd name="connsiteY5780" fmla="*/ 701135 h 3658174"/>
              <a:gd name="connsiteX5781" fmla="*/ 5643952 w 6514506"/>
              <a:gd name="connsiteY5781" fmla="*/ 700277 h 3658174"/>
              <a:gd name="connsiteX5782" fmla="*/ 5658621 w 6514506"/>
              <a:gd name="connsiteY5782" fmla="*/ 693991 h 3658174"/>
              <a:gd name="connsiteX5783" fmla="*/ 5667288 w 6514506"/>
              <a:gd name="connsiteY5783" fmla="*/ 693134 h 3658174"/>
              <a:gd name="connsiteX5784" fmla="*/ 5672718 w 6514506"/>
              <a:gd name="connsiteY5784" fmla="*/ 697039 h 3658174"/>
              <a:gd name="connsiteX5785" fmla="*/ 5672718 w 6514506"/>
              <a:gd name="connsiteY5785" fmla="*/ 705421 h 3658174"/>
              <a:gd name="connsiteX5786" fmla="*/ 5678433 w 6514506"/>
              <a:gd name="connsiteY5786" fmla="*/ 718280 h 3658174"/>
              <a:gd name="connsiteX5787" fmla="*/ 5681100 w 6514506"/>
              <a:gd name="connsiteY5787" fmla="*/ 720947 h 3658174"/>
              <a:gd name="connsiteX5788" fmla="*/ 5680814 w 6514506"/>
              <a:gd name="connsiteY5788" fmla="*/ 727233 h 3658174"/>
              <a:gd name="connsiteX5789" fmla="*/ 5682910 w 6514506"/>
              <a:gd name="connsiteY5789" fmla="*/ 725138 h 3658174"/>
              <a:gd name="connsiteX5790" fmla="*/ 5685862 w 6514506"/>
              <a:gd name="connsiteY5790" fmla="*/ 719994 h 3658174"/>
              <a:gd name="connsiteX5791" fmla="*/ 5688529 w 6514506"/>
              <a:gd name="connsiteY5791" fmla="*/ 714279 h 3658174"/>
              <a:gd name="connsiteX5792" fmla="*/ 5692435 w 6514506"/>
              <a:gd name="connsiteY5792" fmla="*/ 713041 h 3658174"/>
              <a:gd name="connsiteX5793" fmla="*/ 5693673 w 6514506"/>
              <a:gd name="connsiteY5793" fmla="*/ 715994 h 3658174"/>
              <a:gd name="connsiteX5794" fmla="*/ 5691006 w 6514506"/>
              <a:gd name="connsiteY5794" fmla="*/ 723518 h 3658174"/>
              <a:gd name="connsiteX5795" fmla="*/ 5691006 w 6514506"/>
              <a:gd name="connsiteY5795" fmla="*/ 727424 h 3658174"/>
              <a:gd name="connsiteX5796" fmla="*/ 5699959 w 6514506"/>
              <a:gd name="connsiteY5796" fmla="*/ 739997 h 3658174"/>
              <a:gd name="connsiteX5797" fmla="*/ 5702912 w 6514506"/>
              <a:gd name="connsiteY5797" fmla="*/ 740568 h 3658174"/>
              <a:gd name="connsiteX5798" fmla="*/ 5701102 w 6514506"/>
              <a:gd name="connsiteY5798" fmla="*/ 736091 h 3658174"/>
              <a:gd name="connsiteX5799" fmla="*/ 5697769 w 6514506"/>
              <a:gd name="connsiteY5799" fmla="*/ 728281 h 3658174"/>
              <a:gd name="connsiteX5800" fmla="*/ 5699864 w 6514506"/>
              <a:gd name="connsiteY5800" fmla="*/ 722852 h 3658174"/>
              <a:gd name="connsiteX5801" fmla="*/ 5702531 w 6514506"/>
              <a:gd name="connsiteY5801" fmla="*/ 719232 h 3658174"/>
              <a:gd name="connsiteX5802" fmla="*/ 5704341 w 6514506"/>
              <a:gd name="connsiteY5802" fmla="*/ 729138 h 3658174"/>
              <a:gd name="connsiteX5803" fmla="*/ 5706722 w 6514506"/>
              <a:gd name="connsiteY5803" fmla="*/ 738092 h 3658174"/>
              <a:gd name="connsiteX5804" fmla="*/ 5713008 w 6514506"/>
              <a:gd name="connsiteY5804" fmla="*/ 740187 h 3658174"/>
              <a:gd name="connsiteX5805" fmla="*/ 5710342 w 6514506"/>
              <a:gd name="connsiteY5805" fmla="*/ 729995 h 3658174"/>
              <a:gd name="connsiteX5806" fmla="*/ 5715104 w 6514506"/>
              <a:gd name="connsiteY5806" fmla="*/ 737425 h 3658174"/>
              <a:gd name="connsiteX5807" fmla="*/ 5716247 w 6514506"/>
              <a:gd name="connsiteY5807" fmla="*/ 743711 h 3658174"/>
              <a:gd name="connsiteX5808" fmla="*/ 5719200 w 6514506"/>
              <a:gd name="connsiteY5808" fmla="*/ 752093 h 3658174"/>
              <a:gd name="connsiteX5809" fmla="*/ 5721866 w 6514506"/>
              <a:gd name="connsiteY5809" fmla="*/ 757808 h 3658174"/>
              <a:gd name="connsiteX5810" fmla="*/ 5719771 w 6514506"/>
              <a:gd name="connsiteY5810" fmla="*/ 760190 h 3658174"/>
              <a:gd name="connsiteX5811" fmla="*/ 5715009 w 6514506"/>
              <a:gd name="connsiteY5811" fmla="*/ 759618 h 3658174"/>
              <a:gd name="connsiteX5812" fmla="*/ 5711961 w 6514506"/>
              <a:gd name="connsiteY5812" fmla="*/ 755999 h 3658174"/>
              <a:gd name="connsiteX5813" fmla="*/ 5709294 w 6514506"/>
              <a:gd name="connsiteY5813" fmla="*/ 751808 h 3658174"/>
              <a:gd name="connsiteX5814" fmla="*/ 5705674 w 6514506"/>
              <a:gd name="connsiteY5814" fmla="*/ 748188 h 3658174"/>
              <a:gd name="connsiteX5815" fmla="*/ 5705960 w 6514506"/>
              <a:gd name="connsiteY5815" fmla="*/ 752093 h 3658174"/>
              <a:gd name="connsiteX5816" fmla="*/ 5703865 w 6514506"/>
              <a:gd name="connsiteY5816" fmla="*/ 758094 h 3658174"/>
              <a:gd name="connsiteX5817" fmla="*/ 5699959 w 6514506"/>
              <a:gd name="connsiteY5817" fmla="*/ 753046 h 3658174"/>
              <a:gd name="connsiteX5818" fmla="*/ 5697578 w 6514506"/>
              <a:gd name="connsiteY5818" fmla="*/ 744378 h 3658174"/>
              <a:gd name="connsiteX5819" fmla="*/ 5689196 w 6514506"/>
              <a:gd name="connsiteY5819" fmla="*/ 737520 h 3658174"/>
              <a:gd name="connsiteX5820" fmla="*/ 5685291 w 6514506"/>
              <a:gd name="connsiteY5820" fmla="*/ 735996 h 3658174"/>
              <a:gd name="connsiteX5821" fmla="*/ 5688910 w 6514506"/>
              <a:gd name="connsiteY5821" fmla="*/ 743807 h 3658174"/>
              <a:gd name="connsiteX5822" fmla="*/ 5688624 w 6514506"/>
              <a:gd name="connsiteY5822" fmla="*/ 747426 h 3658174"/>
              <a:gd name="connsiteX5823" fmla="*/ 5685005 w 6514506"/>
              <a:gd name="connsiteY5823" fmla="*/ 748950 h 3658174"/>
              <a:gd name="connsiteX5824" fmla="*/ 5685291 w 6514506"/>
              <a:gd name="connsiteY5824" fmla="*/ 756475 h 3658174"/>
              <a:gd name="connsiteX5825" fmla="*/ 5684719 w 6514506"/>
              <a:gd name="connsiteY5825" fmla="*/ 761237 h 3658174"/>
              <a:gd name="connsiteX5826" fmla="*/ 5682338 w 6514506"/>
              <a:gd name="connsiteY5826" fmla="*/ 763904 h 3658174"/>
              <a:gd name="connsiteX5827" fmla="*/ 5678433 w 6514506"/>
              <a:gd name="connsiteY5827" fmla="*/ 764190 h 3658174"/>
              <a:gd name="connsiteX5828" fmla="*/ 5678433 w 6514506"/>
              <a:gd name="connsiteY5828" fmla="*/ 756665 h 3658174"/>
              <a:gd name="connsiteX5829" fmla="*/ 5679004 w 6514506"/>
              <a:gd name="connsiteY5829" fmla="*/ 750093 h 3658174"/>
              <a:gd name="connsiteX5830" fmla="*/ 5679290 w 6514506"/>
              <a:gd name="connsiteY5830" fmla="*/ 742283 h 3658174"/>
              <a:gd name="connsiteX5831" fmla="*/ 5677290 w 6514506"/>
              <a:gd name="connsiteY5831" fmla="*/ 739901 h 3658174"/>
              <a:gd name="connsiteX5832" fmla="*/ 5673670 w 6514506"/>
              <a:gd name="connsiteY5832" fmla="*/ 744664 h 3658174"/>
              <a:gd name="connsiteX5833" fmla="*/ 5672432 w 6514506"/>
              <a:gd name="connsiteY5833" fmla="*/ 749712 h 3658174"/>
              <a:gd name="connsiteX5834" fmla="*/ 5667288 w 6514506"/>
              <a:gd name="connsiteY5834" fmla="*/ 751236 h 3658174"/>
              <a:gd name="connsiteX5835" fmla="*/ 5665765 w 6514506"/>
              <a:gd name="connsiteY5835" fmla="*/ 743140 h 3658174"/>
              <a:gd name="connsiteX5836" fmla="*/ 5661574 w 6514506"/>
              <a:gd name="connsiteY5836" fmla="*/ 738663 h 3658174"/>
              <a:gd name="connsiteX5837" fmla="*/ 5658906 w 6514506"/>
              <a:gd name="connsiteY5837" fmla="*/ 746188 h 3658174"/>
              <a:gd name="connsiteX5838" fmla="*/ 5654715 w 6514506"/>
              <a:gd name="connsiteY5838" fmla="*/ 752474 h 3658174"/>
              <a:gd name="connsiteX5839" fmla="*/ 5646048 w 6514506"/>
              <a:gd name="connsiteY5839" fmla="*/ 757237 h 3658174"/>
              <a:gd name="connsiteX5840" fmla="*/ 5635570 w 6514506"/>
              <a:gd name="connsiteY5840" fmla="*/ 755141 h 3658174"/>
              <a:gd name="connsiteX5841" fmla="*/ 5633189 w 6514506"/>
              <a:gd name="connsiteY5841" fmla="*/ 755427 h 3658174"/>
              <a:gd name="connsiteX5842" fmla="*/ 5628998 w 6514506"/>
              <a:gd name="connsiteY5842" fmla="*/ 760856 h 3658174"/>
              <a:gd name="connsiteX5843" fmla="*/ 5613091 w 6514506"/>
              <a:gd name="connsiteY5843" fmla="*/ 755141 h 3658174"/>
              <a:gd name="connsiteX5844" fmla="*/ 5617282 w 6514506"/>
              <a:gd name="connsiteY5844" fmla="*/ 738092 h 3658174"/>
              <a:gd name="connsiteX5845" fmla="*/ 5611853 w 6514506"/>
              <a:gd name="connsiteY5845" fmla="*/ 736282 h 3658174"/>
              <a:gd name="connsiteX5846" fmla="*/ 5605567 w 6514506"/>
              <a:gd name="connsiteY5846" fmla="*/ 740187 h 3658174"/>
              <a:gd name="connsiteX5847" fmla="*/ 5606805 w 6514506"/>
              <a:gd name="connsiteY5847" fmla="*/ 731805 h 3658174"/>
              <a:gd name="connsiteX5848" fmla="*/ 5610710 w 6514506"/>
              <a:gd name="connsiteY5848" fmla="*/ 726376 h 3658174"/>
              <a:gd name="connsiteX5849" fmla="*/ 5608043 w 6514506"/>
              <a:gd name="connsiteY5849" fmla="*/ 718565 h 3658174"/>
              <a:gd name="connsiteX5850" fmla="*/ 5610996 w 6514506"/>
              <a:gd name="connsiteY5850" fmla="*/ 719137 h 3658174"/>
              <a:gd name="connsiteX5851" fmla="*/ 5613091 w 6514506"/>
              <a:gd name="connsiteY5851" fmla="*/ 714660 h 3658174"/>
              <a:gd name="connsiteX5852" fmla="*/ 5608900 w 6514506"/>
              <a:gd name="connsiteY5852" fmla="*/ 712850 h 3658174"/>
              <a:gd name="connsiteX5853" fmla="*/ 5602614 w 6514506"/>
              <a:gd name="connsiteY5853" fmla="*/ 705326 h 3658174"/>
              <a:gd name="connsiteX5854" fmla="*/ 5590612 w 6514506"/>
              <a:gd name="connsiteY5854" fmla="*/ 682847 h 3658174"/>
              <a:gd name="connsiteX5855" fmla="*/ 5585183 w 6514506"/>
              <a:gd name="connsiteY5855" fmla="*/ 680180 h 3658174"/>
              <a:gd name="connsiteX5856" fmla="*/ 5589089 w 6514506"/>
              <a:gd name="connsiteY5856" fmla="*/ 673893 h 3658174"/>
              <a:gd name="connsiteX5857" fmla="*/ 5588803 w 6514506"/>
              <a:gd name="connsiteY5857" fmla="*/ 653224 h 3658174"/>
              <a:gd name="connsiteX5858" fmla="*/ 5589660 w 6514506"/>
              <a:gd name="connsiteY5858" fmla="*/ 645699 h 3658174"/>
              <a:gd name="connsiteX5859" fmla="*/ 5598994 w 6514506"/>
              <a:gd name="connsiteY5859" fmla="*/ 644842 h 3658174"/>
              <a:gd name="connsiteX5860" fmla="*/ 1161773 w 6514506"/>
              <a:gd name="connsiteY5860" fmla="*/ 637794 h 3658174"/>
              <a:gd name="connsiteX5861" fmla="*/ 1164726 w 6514506"/>
              <a:gd name="connsiteY5861" fmla="*/ 639889 h 3658174"/>
              <a:gd name="connsiteX5862" fmla="*/ 1163868 w 6514506"/>
              <a:gd name="connsiteY5862" fmla="*/ 644366 h 3658174"/>
              <a:gd name="connsiteX5863" fmla="*/ 1160535 w 6514506"/>
              <a:gd name="connsiteY5863" fmla="*/ 640175 h 3658174"/>
              <a:gd name="connsiteX5864" fmla="*/ 1161773 w 6514506"/>
              <a:gd name="connsiteY5864" fmla="*/ 637794 h 3658174"/>
              <a:gd name="connsiteX5865" fmla="*/ 1109957 w 6514506"/>
              <a:gd name="connsiteY5865" fmla="*/ 634745 h 3658174"/>
              <a:gd name="connsiteX5866" fmla="*/ 1109957 w 6514506"/>
              <a:gd name="connsiteY5866" fmla="*/ 638936 h 3658174"/>
              <a:gd name="connsiteX5867" fmla="*/ 1107576 w 6514506"/>
              <a:gd name="connsiteY5867" fmla="*/ 638936 h 3658174"/>
              <a:gd name="connsiteX5868" fmla="*/ 1103385 w 6514506"/>
              <a:gd name="connsiteY5868" fmla="*/ 635602 h 3658174"/>
              <a:gd name="connsiteX5869" fmla="*/ 1109957 w 6514506"/>
              <a:gd name="connsiteY5869" fmla="*/ 634745 h 3658174"/>
              <a:gd name="connsiteX5870" fmla="*/ 1118398 w 6514506"/>
              <a:gd name="connsiteY5870" fmla="*/ 633293 h 3658174"/>
              <a:gd name="connsiteX5871" fmla="*/ 1119958 w 6514506"/>
              <a:gd name="connsiteY5871" fmla="*/ 634174 h 3658174"/>
              <a:gd name="connsiteX5872" fmla="*/ 1119386 w 6514506"/>
              <a:gd name="connsiteY5872" fmla="*/ 638080 h 3658174"/>
              <a:gd name="connsiteX5873" fmla="*/ 1117196 w 6514506"/>
              <a:gd name="connsiteY5873" fmla="*/ 639889 h 3658174"/>
              <a:gd name="connsiteX5874" fmla="*/ 1116624 w 6514506"/>
              <a:gd name="connsiteY5874" fmla="*/ 635984 h 3658174"/>
              <a:gd name="connsiteX5875" fmla="*/ 1118398 w 6514506"/>
              <a:gd name="connsiteY5875" fmla="*/ 633293 h 3658174"/>
              <a:gd name="connsiteX5876" fmla="*/ 3776445 w 6514506"/>
              <a:gd name="connsiteY5876" fmla="*/ 630435 h 3658174"/>
              <a:gd name="connsiteX5877" fmla="*/ 3778100 w 6514506"/>
              <a:gd name="connsiteY5877" fmla="*/ 632745 h 3658174"/>
              <a:gd name="connsiteX5878" fmla="*/ 3783243 w 6514506"/>
              <a:gd name="connsiteY5878" fmla="*/ 635698 h 3658174"/>
              <a:gd name="connsiteX5879" fmla="*/ 3790768 w 6514506"/>
              <a:gd name="connsiteY5879" fmla="*/ 635698 h 3658174"/>
              <a:gd name="connsiteX5880" fmla="*/ 3800388 w 6514506"/>
              <a:gd name="connsiteY5880" fmla="*/ 635698 h 3658174"/>
              <a:gd name="connsiteX5881" fmla="*/ 3804579 w 6514506"/>
              <a:gd name="connsiteY5881" fmla="*/ 638556 h 3658174"/>
              <a:gd name="connsiteX5882" fmla="*/ 3809342 w 6514506"/>
              <a:gd name="connsiteY5882" fmla="*/ 639984 h 3658174"/>
              <a:gd name="connsiteX5883" fmla="*/ 3813818 w 6514506"/>
              <a:gd name="connsiteY5883" fmla="*/ 638556 h 3658174"/>
              <a:gd name="connsiteX5884" fmla="*/ 3820962 w 6514506"/>
              <a:gd name="connsiteY5884" fmla="*/ 635889 h 3658174"/>
              <a:gd name="connsiteX5885" fmla="*/ 3824582 w 6514506"/>
              <a:gd name="connsiteY5885" fmla="*/ 637413 h 3658174"/>
              <a:gd name="connsiteX5886" fmla="*/ 3822772 w 6514506"/>
              <a:gd name="connsiteY5886" fmla="*/ 643128 h 3658174"/>
              <a:gd name="connsiteX5887" fmla="*/ 3818295 w 6514506"/>
              <a:gd name="connsiteY5887" fmla="*/ 647319 h 3658174"/>
              <a:gd name="connsiteX5888" fmla="*/ 3812580 w 6514506"/>
              <a:gd name="connsiteY5888" fmla="*/ 648557 h 3658174"/>
              <a:gd name="connsiteX5889" fmla="*/ 3798483 w 6514506"/>
              <a:gd name="connsiteY5889" fmla="*/ 643794 h 3658174"/>
              <a:gd name="connsiteX5890" fmla="*/ 3787434 w 6514506"/>
              <a:gd name="connsiteY5890" fmla="*/ 643223 h 3658174"/>
              <a:gd name="connsiteX5891" fmla="*/ 3779052 w 6514506"/>
              <a:gd name="connsiteY5891" fmla="*/ 643509 h 3658174"/>
              <a:gd name="connsiteX5892" fmla="*/ 3775433 w 6514506"/>
              <a:gd name="connsiteY5892" fmla="*/ 635127 h 3658174"/>
              <a:gd name="connsiteX5893" fmla="*/ 3776445 w 6514506"/>
              <a:gd name="connsiteY5893" fmla="*/ 630435 h 3658174"/>
              <a:gd name="connsiteX5894" fmla="*/ 1103956 w 6514506"/>
              <a:gd name="connsiteY5894" fmla="*/ 628840 h 3658174"/>
              <a:gd name="connsiteX5895" fmla="*/ 1103099 w 6514506"/>
              <a:gd name="connsiteY5895" fmla="*/ 631221 h 3658174"/>
              <a:gd name="connsiteX5896" fmla="*/ 1099479 w 6514506"/>
              <a:gd name="connsiteY5896" fmla="*/ 633888 h 3658174"/>
              <a:gd name="connsiteX5897" fmla="*/ 1103956 w 6514506"/>
              <a:gd name="connsiteY5897" fmla="*/ 628840 h 3658174"/>
              <a:gd name="connsiteX5898" fmla="*/ 1379688 w 6514506"/>
              <a:gd name="connsiteY5898" fmla="*/ 622438 h 3658174"/>
              <a:gd name="connsiteX5899" fmla="*/ 1378658 w 6514506"/>
              <a:gd name="connsiteY5899" fmla="*/ 623220 h 3658174"/>
              <a:gd name="connsiteX5900" fmla="*/ 1376531 w 6514506"/>
              <a:gd name="connsiteY5900" fmla="*/ 622546 h 3658174"/>
              <a:gd name="connsiteX5901" fmla="*/ 1377149 w 6514506"/>
              <a:gd name="connsiteY5901" fmla="*/ 625109 h 3658174"/>
              <a:gd name="connsiteX5902" fmla="*/ 1379609 w 6514506"/>
              <a:gd name="connsiteY5902" fmla="*/ 622649 h 3658174"/>
              <a:gd name="connsiteX5903" fmla="*/ 861545 w 6514506"/>
              <a:gd name="connsiteY5903" fmla="*/ 621316 h 3658174"/>
              <a:gd name="connsiteX5904" fmla="*/ 867546 w 6514506"/>
              <a:gd name="connsiteY5904" fmla="*/ 621887 h 3658174"/>
              <a:gd name="connsiteX5905" fmla="*/ 863069 w 6514506"/>
              <a:gd name="connsiteY5905" fmla="*/ 625507 h 3658174"/>
              <a:gd name="connsiteX5906" fmla="*/ 861545 w 6514506"/>
              <a:gd name="connsiteY5906" fmla="*/ 621316 h 3658174"/>
              <a:gd name="connsiteX5907" fmla="*/ 1103575 w 6514506"/>
              <a:gd name="connsiteY5907" fmla="*/ 616172 h 3658174"/>
              <a:gd name="connsiteX5908" fmla="*/ 1106528 w 6514506"/>
              <a:gd name="connsiteY5908" fmla="*/ 621601 h 3658174"/>
              <a:gd name="connsiteX5909" fmla="*/ 1102622 w 6514506"/>
              <a:gd name="connsiteY5909" fmla="*/ 627030 h 3658174"/>
              <a:gd name="connsiteX5910" fmla="*/ 1100051 w 6514506"/>
              <a:gd name="connsiteY5910" fmla="*/ 627221 h 3658174"/>
              <a:gd name="connsiteX5911" fmla="*/ 1096717 w 6514506"/>
              <a:gd name="connsiteY5911" fmla="*/ 620363 h 3658174"/>
              <a:gd name="connsiteX5912" fmla="*/ 1103575 w 6514506"/>
              <a:gd name="connsiteY5912" fmla="*/ 616172 h 3658174"/>
              <a:gd name="connsiteX5913" fmla="*/ 1129685 w 6514506"/>
              <a:gd name="connsiteY5913" fmla="*/ 607730 h 3658174"/>
              <a:gd name="connsiteX5914" fmla="*/ 1130245 w 6514506"/>
              <a:gd name="connsiteY5914" fmla="*/ 612171 h 3658174"/>
              <a:gd name="connsiteX5915" fmla="*/ 1135960 w 6514506"/>
              <a:gd name="connsiteY5915" fmla="*/ 613695 h 3658174"/>
              <a:gd name="connsiteX5916" fmla="*/ 1139865 w 6514506"/>
              <a:gd name="connsiteY5916" fmla="*/ 615219 h 3658174"/>
              <a:gd name="connsiteX5917" fmla="*/ 1132721 w 6514506"/>
              <a:gd name="connsiteY5917" fmla="*/ 625125 h 3658174"/>
              <a:gd name="connsiteX5918" fmla="*/ 1124625 w 6514506"/>
              <a:gd name="connsiteY5918" fmla="*/ 633221 h 3658174"/>
              <a:gd name="connsiteX5919" fmla="*/ 1121482 w 6514506"/>
              <a:gd name="connsiteY5919" fmla="*/ 630840 h 3658174"/>
              <a:gd name="connsiteX5920" fmla="*/ 1117862 w 6514506"/>
              <a:gd name="connsiteY5920" fmla="*/ 626935 h 3658174"/>
              <a:gd name="connsiteX5921" fmla="*/ 1117005 w 6514506"/>
              <a:gd name="connsiteY5921" fmla="*/ 619696 h 3658174"/>
              <a:gd name="connsiteX5922" fmla="*/ 1120910 w 6514506"/>
              <a:gd name="connsiteY5922" fmla="*/ 612552 h 3658174"/>
              <a:gd name="connsiteX5923" fmla="*/ 1126625 w 6514506"/>
              <a:gd name="connsiteY5923" fmla="*/ 609218 h 3658174"/>
              <a:gd name="connsiteX5924" fmla="*/ 1129685 w 6514506"/>
              <a:gd name="connsiteY5924" fmla="*/ 607730 h 3658174"/>
              <a:gd name="connsiteX5925" fmla="*/ 5180846 w 6514506"/>
              <a:gd name="connsiteY5925" fmla="*/ 605313 h 3658174"/>
              <a:gd name="connsiteX5926" fmla="*/ 5185323 w 6514506"/>
              <a:gd name="connsiteY5926" fmla="*/ 609790 h 3658174"/>
              <a:gd name="connsiteX5927" fmla="*/ 5186562 w 6514506"/>
              <a:gd name="connsiteY5927" fmla="*/ 621792 h 3658174"/>
              <a:gd name="connsiteX5928" fmla="*/ 5185037 w 6514506"/>
              <a:gd name="connsiteY5928" fmla="*/ 623601 h 3658174"/>
              <a:gd name="connsiteX5929" fmla="*/ 5179894 w 6514506"/>
              <a:gd name="connsiteY5929" fmla="*/ 626268 h 3658174"/>
              <a:gd name="connsiteX5930" fmla="*/ 5179894 w 6514506"/>
              <a:gd name="connsiteY5930" fmla="*/ 621125 h 3658174"/>
              <a:gd name="connsiteX5931" fmla="*/ 5176560 w 6514506"/>
              <a:gd name="connsiteY5931" fmla="*/ 613981 h 3658174"/>
              <a:gd name="connsiteX5932" fmla="*/ 5175703 w 6514506"/>
              <a:gd name="connsiteY5932" fmla="*/ 611028 h 3658174"/>
              <a:gd name="connsiteX5933" fmla="*/ 5180846 w 6514506"/>
              <a:gd name="connsiteY5933" fmla="*/ 605313 h 3658174"/>
              <a:gd name="connsiteX5934" fmla="*/ 5186062 w 6514506"/>
              <a:gd name="connsiteY5934" fmla="*/ 603659 h 3658174"/>
              <a:gd name="connsiteX5935" fmla="*/ 5188467 w 6514506"/>
              <a:gd name="connsiteY5935" fmla="*/ 604361 h 3658174"/>
              <a:gd name="connsiteX5936" fmla="*/ 5190562 w 6514506"/>
              <a:gd name="connsiteY5936" fmla="*/ 612172 h 3658174"/>
              <a:gd name="connsiteX5937" fmla="*/ 5188181 w 6514506"/>
              <a:gd name="connsiteY5937" fmla="*/ 609505 h 3658174"/>
              <a:gd name="connsiteX5938" fmla="*/ 5186371 w 6514506"/>
              <a:gd name="connsiteY5938" fmla="*/ 605599 h 3658174"/>
              <a:gd name="connsiteX5939" fmla="*/ 5186062 w 6514506"/>
              <a:gd name="connsiteY5939" fmla="*/ 603659 h 3658174"/>
              <a:gd name="connsiteX5940" fmla="*/ 882679 w 6514506"/>
              <a:gd name="connsiteY5940" fmla="*/ 599241 h 3658174"/>
              <a:gd name="connsiteX5941" fmla="*/ 880690 w 6514506"/>
              <a:gd name="connsiteY5941" fmla="*/ 602647 h 3658174"/>
              <a:gd name="connsiteX5942" fmla="*/ 878595 w 6514506"/>
              <a:gd name="connsiteY5942" fmla="*/ 604171 h 3658174"/>
              <a:gd name="connsiteX5943" fmla="*/ 878881 w 6514506"/>
              <a:gd name="connsiteY5943" fmla="*/ 600837 h 3658174"/>
              <a:gd name="connsiteX5944" fmla="*/ 882679 w 6514506"/>
              <a:gd name="connsiteY5944" fmla="*/ 599241 h 3658174"/>
              <a:gd name="connsiteX5945" fmla="*/ 1228257 w 6514506"/>
              <a:gd name="connsiteY5945" fmla="*/ 595503 h 3658174"/>
              <a:gd name="connsiteX5946" fmla="*/ 1229781 w 6514506"/>
              <a:gd name="connsiteY5946" fmla="*/ 598836 h 3658174"/>
              <a:gd name="connsiteX5947" fmla="*/ 1218732 w 6514506"/>
              <a:gd name="connsiteY5947" fmla="*/ 607790 h 3658174"/>
              <a:gd name="connsiteX5948" fmla="*/ 1208255 w 6514506"/>
              <a:gd name="connsiteY5948" fmla="*/ 617982 h 3658174"/>
              <a:gd name="connsiteX5949" fmla="*/ 1205492 w 6514506"/>
              <a:gd name="connsiteY5949" fmla="*/ 617315 h 3658174"/>
              <a:gd name="connsiteX5950" fmla="*/ 1209970 w 6514506"/>
              <a:gd name="connsiteY5950" fmla="*/ 609504 h 3658174"/>
              <a:gd name="connsiteX5951" fmla="*/ 1219589 w 6514506"/>
              <a:gd name="connsiteY5951" fmla="*/ 602361 h 3658174"/>
              <a:gd name="connsiteX5952" fmla="*/ 1228257 w 6514506"/>
              <a:gd name="connsiteY5952" fmla="*/ 595503 h 3658174"/>
              <a:gd name="connsiteX5953" fmla="*/ 1271882 w 6514506"/>
              <a:gd name="connsiteY5953" fmla="*/ 587596 h 3658174"/>
              <a:gd name="connsiteX5954" fmla="*/ 1274834 w 6514506"/>
              <a:gd name="connsiteY5954" fmla="*/ 588168 h 3658174"/>
              <a:gd name="connsiteX5955" fmla="*/ 1276073 w 6514506"/>
              <a:gd name="connsiteY5955" fmla="*/ 590263 h 3658174"/>
              <a:gd name="connsiteX5956" fmla="*/ 1271882 w 6514506"/>
              <a:gd name="connsiteY5956" fmla="*/ 587596 h 3658174"/>
              <a:gd name="connsiteX5957" fmla="*/ 1260357 w 6514506"/>
              <a:gd name="connsiteY5957" fmla="*/ 587121 h 3658174"/>
              <a:gd name="connsiteX5958" fmla="*/ 1268738 w 6514506"/>
              <a:gd name="connsiteY5958" fmla="*/ 587121 h 3658174"/>
              <a:gd name="connsiteX5959" fmla="*/ 1266928 w 6514506"/>
              <a:gd name="connsiteY5959" fmla="*/ 590454 h 3658174"/>
              <a:gd name="connsiteX5960" fmla="*/ 1260642 w 6514506"/>
              <a:gd name="connsiteY5960" fmla="*/ 597027 h 3658174"/>
              <a:gd name="connsiteX5961" fmla="*/ 1255880 w 6514506"/>
              <a:gd name="connsiteY5961" fmla="*/ 602075 h 3658174"/>
              <a:gd name="connsiteX5962" fmla="*/ 1247783 w 6514506"/>
              <a:gd name="connsiteY5962" fmla="*/ 605980 h 3658174"/>
              <a:gd name="connsiteX5963" fmla="*/ 1242354 w 6514506"/>
              <a:gd name="connsiteY5963" fmla="*/ 608361 h 3658174"/>
              <a:gd name="connsiteX5964" fmla="*/ 1242926 w 6514506"/>
              <a:gd name="connsiteY5964" fmla="*/ 603599 h 3658174"/>
              <a:gd name="connsiteX5965" fmla="*/ 1250736 w 6514506"/>
              <a:gd name="connsiteY5965" fmla="*/ 595217 h 3658174"/>
              <a:gd name="connsiteX5966" fmla="*/ 1260357 w 6514506"/>
              <a:gd name="connsiteY5966" fmla="*/ 587121 h 3658174"/>
              <a:gd name="connsiteX5967" fmla="*/ 1328746 w 6514506"/>
              <a:gd name="connsiteY5967" fmla="*/ 585215 h 3658174"/>
              <a:gd name="connsiteX5968" fmla="*/ 1332366 w 6514506"/>
              <a:gd name="connsiteY5968" fmla="*/ 591787 h 3658174"/>
              <a:gd name="connsiteX5969" fmla="*/ 1322746 w 6514506"/>
              <a:gd name="connsiteY5969" fmla="*/ 594454 h 3658174"/>
              <a:gd name="connsiteX5970" fmla="*/ 1316173 w 6514506"/>
              <a:gd name="connsiteY5970" fmla="*/ 597121 h 3658174"/>
              <a:gd name="connsiteX5971" fmla="*/ 1311982 w 6514506"/>
              <a:gd name="connsiteY5971" fmla="*/ 598931 h 3658174"/>
              <a:gd name="connsiteX5972" fmla="*/ 1313221 w 6514506"/>
              <a:gd name="connsiteY5972" fmla="*/ 595312 h 3658174"/>
              <a:gd name="connsiteX5973" fmla="*/ 1315887 w 6514506"/>
              <a:gd name="connsiteY5973" fmla="*/ 590263 h 3658174"/>
              <a:gd name="connsiteX5974" fmla="*/ 1317697 w 6514506"/>
              <a:gd name="connsiteY5974" fmla="*/ 586072 h 3658174"/>
              <a:gd name="connsiteX5975" fmla="*/ 1328746 w 6514506"/>
              <a:gd name="connsiteY5975" fmla="*/ 585215 h 3658174"/>
              <a:gd name="connsiteX5976" fmla="*/ 1336938 w 6514506"/>
              <a:gd name="connsiteY5976" fmla="*/ 584453 h 3658174"/>
              <a:gd name="connsiteX5977" fmla="*/ 1341414 w 6514506"/>
              <a:gd name="connsiteY5977" fmla="*/ 589216 h 3658174"/>
              <a:gd name="connsiteX5978" fmla="*/ 1336938 w 6514506"/>
              <a:gd name="connsiteY5978" fmla="*/ 584453 h 3658174"/>
              <a:gd name="connsiteX5979" fmla="*/ 1336651 w 6514506"/>
              <a:gd name="connsiteY5979" fmla="*/ 574071 h 3658174"/>
              <a:gd name="connsiteX5980" fmla="*/ 1339604 w 6514506"/>
              <a:gd name="connsiteY5980" fmla="*/ 575310 h 3658174"/>
              <a:gd name="connsiteX5981" fmla="*/ 1339318 w 6514506"/>
              <a:gd name="connsiteY5981" fmla="*/ 580739 h 3658174"/>
              <a:gd name="connsiteX5982" fmla="*/ 1333603 w 6514506"/>
              <a:gd name="connsiteY5982" fmla="*/ 581977 h 3658174"/>
              <a:gd name="connsiteX5983" fmla="*/ 1331222 w 6514506"/>
              <a:gd name="connsiteY5983" fmla="*/ 581406 h 3658174"/>
              <a:gd name="connsiteX5984" fmla="*/ 1330080 w 6514506"/>
              <a:gd name="connsiteY5984" fmla="*/ 577310 h 3658174"/>
              <a:gd name="connsiteX5985" fmla="*/ 1331889 w 6514506"/>
              <a:gd name="connsiteY5985" fmla="*/ 574357 h 3658174"/>
              <a:gd name="connsiteX5986" fmla="*/ 1336651 w 6514506"/>
              <a:gd name="connsiteY5986" fmla="*/ 574071 h 3658174"/>
              <a:gd name="connsiteX5987" fmla="*/ 849247 w 6514506"/>
              <a:gd name="connsiteY5987" fmla="*/ 564249 h 3658174"/>
              <a:gd name="connsiteX5988" fmla="*/ 854306 w 6514506"/>
              <a:gd name="connsiteY5988" fmla="*/ 565214 h 3658174"/>
              <a:gd name="connsiteX5989" fmla="*/ 853450 w 6514506"/>
              <a:gd name="connsiteY5989" fmla="*/ 568167 h 3658174"/>
              <a:gd name="connsiteX5990" fmla="*/ 853450 w 6514506"/>
              <a:gd name="connsiteY5990" fmla="*/ 570548 h 3658174"/>
              <a:gd name="connsiteX5991" fmla="*/ 862402 w 6514506"/>
              <a:gd name="connsiteY5991" fmla="*/ 566070 h 3658174"/>
              <a:gd name="connsiteX5992" fmla="*/ 864212 w 6514506"/>
              <a:gd name="connsiteY5992" fmla="*/ 569404 h 3658174"/>
              <a:gd name="connsiteX5993" fmla="*/ 863259 w 6514506"/>
              <a:gd name="connsiteY5993" fmla="*/ 570643 h 3658174"/>
              <a:gd name="connsiteX5994" fmla="*/ 863176 w 6514506"/>
              <a:gd name="connsiteY5994" fmla="*/ 570908 h 3658174"/>
              <a:gd name="connsiteX5995" fmla="*/ 863450 w 6514506"/>
              <a:gd name="connsiteY5995" fmla="*/ 570833 h 3658174"/>
              <a:gd name="connsiteX5996" fmla="*/ 871737 w 6514506"/>
              <a:gd name="connsiteY5996" fmla="*/ 572738 h 3658174"/>
              <a:gd name="connsiteX5997" fmla="*/ 875071 w 6514506"/>
              <a:gd name="connsiteY5997" fmla="*/ 582073 h 3658174"/>
              <a:gd name="connsiteX5998" fmla="*/ 873261 w 6514506"/>
              <a:gd name="connsiteY5998" fmla="*/ 589883 h 3658174"/>
              <a:gd name="connsiteX5999" fmla="*/ 870594 w 6514506"/>
              <a:gd name="connsiteY5999" fmla="*/ 594646 h 3658174"/>
              <a:gd name="connsiteX6000" fmla="*/ 868784 w 6514506"/>
              <a:gd name="connsiteY6000" fmla="*/ 593407 h 3658174"/>
              <a:gd name="connsiteX6001" fmla="*/ 864307 w 6514506"/>
              <a:gd name="connsiteY6001" fmla="*/ 597312 h 3658174"/>
              <a:gd name="connsiteX6002" fmla="*/ 854401 w 6514506"/>
              <a:gd name="connsiteY6002" fmla="*/ 600075 h 3658174"/>
              <a:gd name="connsiteX6003" fmla="*/ 854497 w 6514506"/>
              <a:gd name="connsiteY6003" fmla="*/ 599884 h 3658174"/>
              <a:gd name="connsiteX6004" fmla="*/ 854160 w 6514506"/>
              <a:gd name="connsiteY6004" fmla="*/ 599647 h 3658174"/>
              <a:gd name="connsiteX6005" fmla="*/ 854115 w 6514506"/>
              <a:gd name="connsiteY6005" fmla="*/ 599790 h 3658174"/>
              <a:gd name="connsiteX6006" fmla="*/ 851925 w 6514506"/>
              <a:gd name="connsiteY6006" fmla="*/ 600932 h 3658174"/>
              <a:gd name="connsiteX6007" fmla="*/ 842305 w 6514506"/>
              <a:gd name="connsiteY6007" fmla="*/ 611410 h 3658174"/>
              <a:gd name="connsiteX6008" fmla="*/ 836018 w 6514506"/>
              <a:gd name="connsiteY6008" fmla="*/ 619221 h 3658174"/>
              <a:gd name="connsiteX6009" fmla="*/ 833351 w 6514506"/>
              <a:gd name="connsiteY6009" fmla="*/ 622173 h 3658174"/>
              <a:gd name="connsiteX6010" fmla="*/ 830398 w 6514506"/>
              <a:gd name="connsiteY6010" fmla="*/ 629032 h 3658174"/>
              <a:gd name="connsiteX6011" fmla="*/ 821445 w 6514506"/>
              <a:gd name="connsiteY6011" fmla="*/ 635318 h 3658174"/>
              <a:gd name="connsiteX6012" fmla="*/ 815444 w 6514506"/>
              <a:gd name="connsiteY6012" fmla="*/ 641319 h 3658174"/>
              <a:gd name="connsiteX6013" fmla="*/ 805252 w 6514506"/>
              <a:gd name="connsiteY6013" fmla="*/ 642176 h 3658174"/>
              <a:gd name="connsiteX6014" fmla="*/ 791727 w 6514506"/>
              <a:gd name="connsiteY6014" fmla="*/ 643700 h 3658174"/>
              <a:gd name="connsiteX6015" fmla="*/ 783059 w 6514506"/>
              <a:gd name="connsiteY6015" fmla="*/ 647319 h 3658174"/>
              <a:gd name="connsiteX6016" fmla="*/ 777058 w 6514506"/>
              <a:gd name="connsiteY6016" fmla="*/ 645796 h 3658174"/>
              <a:gd name="connsiteX6017" fmla="*/ 774391 w 6514506"/>
              <a:gd name="connsiteY6017" fmla="*/ 649129 h 3658174"/>
              <a:gd name="connsiteX6018" fmla="*/ 766866 w 6514506"/>
              <a:gd name="connsiteY6018" fmla="*/ 648558 h 3658174"/>
              <a:gd name="connsiteX6019" fmla="*/ 759342 w 6514506"/>
              <a:gd name="connsiteY6019" fmla="*/ 646461 h 3658174"/>
              <a:gd name="connsiteX6020" fmla="*/ 756389 w 6514506"/>
              <a:gd name="connsiteY6020" fmla="*/ 644081 h 3658174"/>
              <a:gd name="connsiteX6021" fmla="*/ 755532 w 6514506"/>
              <a:gd name="connsiteY6021" fmla="*/ 641985 h 3658174"/>
              <a:gd name="connsiteX6022" fmla="*/ 754960 w 6514506"/>
              <a:gd name="connsiteY6022" fmla="*/ 639318 h 3658174"/>
              <a:gd name="connsiteX6023" fmla="*/ 754103 w 6514506"/>
              <a:gd name="connsiteY6023" fmla="*/ 636366 h 3658174"/>
              <a:gd name="connsiteX6024" fmla="*/ 754960 w 6514506"/>
              <a:gd name="connsiteY6024" fmla="*/ 633413 h 3658174"/>
              <a:gd name="connsiteX6025" fmla="*/ 756771 w 6514506"/>
              <a:gd name="connsiteY6025" fmla="*/ 630746 h 3658174"/>
              <a:gd name="connsiteX6026" fmla="*/ 756484 w 6514506"/>
              <a:gd name="connsiteY6026" fmla="*/ 627411 h 3658174"/>
              <a:gd name="connsiteX6027" fmla="*/ 762772 w 6514506"/>
              <a:gd name="connsiteY6027" fmla="*/ 630365 h 3658174"/>
              <a:gd name="connsiteX6028" fmla="*/ 768771 w 6514506"/>
              <a:gd name="connsiteY6028" fmla="*/ 628270 h 3658174"/>
              <a:gd name="connsiteX6029" fmla="*/ 778963 w 6514506"/>
              <a:gd name="connsiteY6029" fmla="*/ 626746 h 3658174"/>
              <a:gd name="connsiteX6030" fmla="*/ 780487 w 6514506"/>
              <a:gd name="connsiteY6030" fmla="*/ 624650 h 3658174"/>
              <a:gd name="connsiteX6031" fmla="*/ 776582 w 6514506"/>
              <a:gd name="connsiteY6031" fmla="*/ 621316 h 3658174"/>
              <a:gd name="connsiteX6032" fmla="*/ 784679 w 6514506"/>
              <a:gd name="connsiteY6032" fmla="*/ 614458 h 3658174"/>
              <a:gd name="connsiteX6033" fmla="*/ 792489 w 6514506"/>
              <a:gd name="connsiteY6033" fmla="*/ 609696 h 3658174"/>
              <a:gd name="connsiteX6034" fmla="*/ 792489 w 6514506"/>
              <a:gd name="connsiteY6034" fmla="*/ 601314 h 3658174"/>
              <a:gd name="connsiteX6035" fmla="*/ 794870 w 6514506"/>
              <a:gd name="connsiteY6035" fmla="*/ 594075 h 3658174"/>
              <a:gd name="connsiteX6036" fmla="*/ 797537 w 6514506"/>
              <a:gd name="connsiteY6036" fmla="*/ 594075 h 3658174"/>
              <a:gd name="connsiteX6037" fmla="*/ 799632 w 6514506"/>
              <a:gd name="connsiteY6037" fmla="*/ 592265 h 3658174"/>
              <a:gd name="connsiteX6038" fmla="*/ 800871 w 6514506"/>
              <a:gd name="connsiteY6038" fmla="*/ 589883 h 3658174"/>
              <a:gd name="connsiteX6039" fmla="*/ 803538 w 6514506"/>
              <a:gd name="connsiteY6039" fmla="*/ 585121 h 3658174"/>
              <a:gd name="connsiteX6040" fmla="*/ 803824 w 6514506"/>
              <a:gd name="connsiteY6040" fmla="*/ 582169 h 3658174"/>
              <a:gd name="connsiteX6041" fmla="*/ 806490 w 6514506"/>
              <a:gd name="connsiteY6041" fmla="*/ 579501 h 3658174"/>
              <a:gd name="connsiteX6042" fmla="*/ 814301 w 6514506"/>
              <a:gd name="connsiteY6042" fmla="*/ 583121 h 3658174"/>
              <a:gd name="connsiteX6043" fmla="*/ 820874 w 6514506"/>
              <a:gd name="connsiteY6043" fmla="*/ 586741 h 3658174"/>
              <a:gd name="connsiteX6044" fmla="*/ 824778 w 6514506"/>
              <a:gd name="connsiteY6044" fmla="*/ 586169 h 3658174"/>
              <a:gd name="connsiteX6045" fmla="*/ 832017 w 6514506"/>
              <a:gd name="connsiteY6045" fmla="*/ 582835 h 3658174"/>
              <a:gd name="connsiteX6046" fmla="*/ 834684 w 6514506"/>
              <a:gd name="connsiteY6046" fmla="*/ 577787 h 3658174"/>
              <a:gd name="connsiteX6047" fmla="*/ 831733 w 6514506"/>
              <a:gd name="connsiteY6047" fmla="*/ 575692 h 3658174"/>
              <a:gd name="connsiteX6048" fmla="*/ 835066 w 6514506"/>
              <a:gd name="connsiteY6048" fmla="*/ 573595 h 3658174"/>
              <a:gd name="connsiteX6049" fmla="*/ 844400 w 6514506"/>
              <a:gd name="connsiteY6049" fmla="*/ 565786 h 3658174"/>
              <a:gd name="connsiteX6050" fmla="*/ 849247 w 6514506"/>
              <a:gd name="connsiteY6050" fmla="*/ 564249 h 3658174"/>
              <a:gd name="connsiteX6051" fmla="*/ 1171679 w 6514506"/>
              <a:gd name="connsiteY6051" fmla="*/ 555974 h 3658174"/>
              <a:gd name="connsiteX6052" fmla="*/ 1174346 w 6514506"/>
              <a:gd name="connsiteY6052" fmla="*/ 556831 h 3658174"/>
              <a:gd name="connsiteX6053" fmla="*/ 1171679 w 6514506"/>
              <a:gd name="connsiteY6053" fmla="*/ 558355 h 3658174"/>
              <a:gd name="connsiteX6054" fmla="*/ 1171679 w 6514506"/>
              <a:gd name="connsiteY6054" fmla="*/ 555974 h 3658174"/>
              <a:gd name="connsiteX6055" fmla="*/ 886120 w 6514506"/>
              <a:gd name="connsiteY6055" fmla="*/ 554736 h 3658174"/>
              <a:gd name="connsiteX6056" fmla="*/ 889453 w 6514506"/>
              <a:gd name="connsiteY6056" fmla="*/ 556260 h 3658174"/>
              <a:gd name="connsiteX6057" fmla="*/ 886120 w 6514506"/>
              <a:gd name="connsiteY6057" fmla="*/ 561308 h 3658174"/>
              <a:gd name="connsiteX6058" fmla="*/ 884596 w 6514506"/>
              <a:gd name="connsiteY6058" fmla="*/ 558927 h 3658174"/>
              <a:gd name="connsiteX6059" fmla="*/ 886120 w 6514506"/>
              <a:gd name="connsiteY6059" fmla="*/ 554736 h 3658174"/>
              <a:gd name="connsiteX6060" fmla="*/ 896037 w 6514506"/>
              <a:gd name="connsiteY6060" fmla="*/ 554081 h 3658174"/>
              <a:gd name="connsiteX6061" fmla="*/ 897454 w 6514506"/>
              <a:gd name="connsiteY6061" fmla="*/ 556260 h 3658174"/>
              <a:gd name="connsiteX6062" fmla="*/ 895073 w 6514506"/>
              <a:gd name="connsiteY6062" fmla="*/ 557784 h 3658174"/>
              <a:gd name="connsiteX6063" fmla="*/ 892406 w 6514506"/>
              <a:gd name="connsiteY6063" fmla="*/ 555403 h 3658174"/>
              <a:gd name="connsiteX6064" fmla="*/ 896037 w 6514506"/>
              <a:gd name="connsiteY6064" fmla="*/ 554081 h 3658174"/>
              <a:gd name="connsiteX6065" fmla="*/ 1356654 w 6514506"/>
              <a:gd name="connsiteY6065" fmla="*/ 546163 h 3658174"/>
              <a:gd name="connsiteX6066" fmla="*/ 1358750 w 6514506"/>
              <a:gd name="connsiteY6066" fmla="*/ 547020 h 3658174"/>
              <a:gd name="connsiteX6067" fmla="*/ 1353987 w 6514506"/>
              <a:gd name="connsiteY6067" fmla="*/ 550068 h 3658174"/>
              <a:gd name="connsiteX6068" fmla="*/ 1356654 w 6514506"/>
              <a:gd name="connsiteY6068" fmla="*/ 546163 h 3658174"/>
              <a:gd name="connsiteX6069" fmla="*/ 901740 w 6514506"/>
              <a:gd name="connsiteY6069" fmla="*/ 539210 h 3658174"/>
              <a:gd name="connsiteX6070" fmla="*/ 905645 w 6514506"/>
              <a:gd name="connsiteY6070" fmla="*/ 541305 h 3658174"/>
              <a:gd name="connsiteX6071" fmla="*/ 906217 w 6514506"/>
              <a:gd name="connsiteY6071" fmla="*/ 544925 h 3658174"/>
              <a:gd name="connsiteX6072" fmla="*/ 903455 w 6514506"/>
              <a:gd name="connsiteY6072" fmla="*/ 545496 h 3658174"/>
              <a:gd name="connsiteX6073" fmla="*/ 896597 w 6514506"/>
              <a:gd name="connsiteY6073" fmla="*/ 543972 h 3658174"/>
              <a:gd name="connsiteX6074" fmla="*/ 897835 w 6514506"/>
              <a:gd name="connsiteY6074" fmla="*/ 541020 h 3658174"/>
              <a:gd name="connsiteX6075" fmla="*/ 901740 w 6514506"/>
              <a:gd name="connsiteY6075" fmla="*/ 539210 h 3658174"/>
              <a:gd name="connsiteX6076" fmla="*/ 5110552 w 6514506"/>
              <a:gd name="connsiteY6076" fmla="*/ 536067 h 3658174"/>
              <a:gd name="connsiteX6077" fmla="*/ 5109981 w 6514506"/>
              <a:gd name="connsiteY6077" fmla="*/ 539972 h 3658174"/>
              <a:gd name="connsiteX6078" fmla="*/ 5108171 w 6514506"/>
              <a:gd name="connsiteY6078" fmla="*/ 536924 h 3658174"/>
              <a:gd name="connsiteX6079" fmla="*/ 5110552 w 6514506"/>
              <a:gd name="connsiteY6079" fmla="*/ 536067 h 3658174"/>
              <a:gd name="connsiteX6080" fmla="*/ 1327889 w 6514506"/>
              <a:gd name="connsiteY6080" fmla="*/ 533780 h 3658174"/>
              <a:gd name="connsiteX6081" fmla="*/ 1329699 w 6514506"/>
              <a:gd name="connsiteY6081" fmla="*/ 540067 h 3658174"/>
              <a:gd name="connsiteX6082" fmla="*/ 1327032 w 6514506"/>
              <a:gd name="connsiteY6082" fmla="*/ 539781 h 3658174"/>
              <a:gd name="connsiteX6083" fmla="*/ 1323127 w 6514506"/>
              <a:gd name="connsiteY6083" fmla="*/ 542162 h 3658174"/>
              <a:gd name="connsiteX6084" fmla="*/ 1319507 w 6514506"/>
              <a:gd name="connsiteY6084" fmla="*/ 542162 h 3658174"/>
              <a:gd name="connsiteX6085" fmla="*/ 1321604 w 6514506"/>
              <a:gd name="connsiteY6085" fmla="*/ 537114 h 3658174"/>
              <a:gd name="connsiteX6086" fmla="*/ 1324271 w 6514506"/>
              <a:gd name="connsiteY6086" fmla="*/ 535019 h 3658174"/>
              <a:gd name="connsiteX6087" fmla="*/ 1327889 w 6514506"/>
              <a:gd name="connsiteY6087" fmla="*/ 533780 h 3658174"/>
              <a:gd name="connsiteX6088" fmla="*/ 908301 w 6514506"/>
              <a:gd name="connsiteY6088" fmla="*/ 519874 h 3658174"/>
              <a:gd name="connsiteX6089" fmla="*/ 908313 w 6514506"/>
              <a:gd name="connsiteY6089" fmla="*/ 521493 h 3658174"/>
              <a:gd name="connsiteX6090" fmla="*/ 907075 w 6514506"/>
              <a:gd name="connsiteY6090" fmla="*/ 523589 h 3658174"/>
              <a:gd name="connsiteX6091" fmla="*/ 906503 w 6514506"/>
              <a:gd name="connsiteY6091" fmla="*/ 520255 h 3658174"/>
              <a:gd name="connsiteX6092" fmla="*/ 908301 w 6514506"/>
              <a:gd name="connsiteY6092" fmla="*/ 519874 h 3658174"/>
              <a:gd name="connsiteX6093" fmla="*/ 924790 w 6514506"/>
              <a:gd name="connsiteY6093" fmla="*/ 514064 h 3658174"/>
              <a:gd name="connsiteX6094" fmla="*/ 924790 w 6514506"/>
              <a:gd name="connsiteY6094" fmla="*/ 519493 h 3658174"/>
              <a:gd name="connsiteX6095" fmla="*/ 922409 w 6514506"/>
              <a:gd name="connsiteY6095" fmla="*/ 525494 h 3658174"/>
              <a:gd name="connsiteX6096" fmla="*/ 919456 w 6514506"/>
              <a:gd name="connsiteY6096" fmla="*/ 528828 h 3658174"/>
              <a:gd name="connsiteX6097" fmla="*/ 917837 w 6514506"/>
              <a:gd name="connsiteY6097" fmla="*/ 525399 h 3658174"/>
              <a:gd name="connsiteX6098" fmla="*/ 919075 w 6514506"/>
              <a:gd name="connsiteY6098" fmla="*/ 518255 h 3658174"/>
              <a:gd name="connsiteX6099" fmla="*/ 920885 w 6514506"/>
              <a:gd name="connsiteY6099" fmla="*/ 515588 h 3658174"/>
              <a:gd name="connsiteX6100" fmla="*/ 924790 w 6514506"/>
              <a:gd name="connsiteY6100" fmla="*/ 514064 h 3658174"/>
              <a:gd name="connsiteX6101" fmla="*/ 2087603 w 6514506"/>
              <a:gd name="connsiteY6101" fmla="*/ 507207 h 3658174"/>
              <a:gd name="connsiteX6102" fmla="*/ 2095127 w 6514506"/>
              <a:gd name="connsiteY6102" fmla="*/ 513493 h 3658174"/>
              <a:gd name="connsiteX6103" fmla="*/ 2090365 w 6514506"/>
              <a:gd name="connsiteY6103" fmla="*/ 512255 h 3658174"/>
              <a:gd name="connsiteX6104" fmla="*/ 2087603 w 6514506"/>
              <a:gd name="connsiteY6104" fmla="*/ 507207 h 3658174"/>
              <a:gd name="connsiteX6105" fmla="*/ 3471013 w 6514506"/>
              <a:gd name="connsiteY6105" fmla="*/ 500634 h 3658174"/>
              <a:gd name="connsiteX6106" fmla="*/ 3478157 w 6514506"/>
              <a:gd name="connsiteY6106" fmla="*/ 507683 h 3658174"/>
              <a:gd name="connsiteX6107" fmla="*/ 3462631 w 6514506"/>
              <a:gd name="connsiteY6107" fmla="*/ 505492 h 3658174"/>
              <a:gd name="connsiteX6108" fmla="*/ 3471013 w 6514506"/>
              <a:gd name="connsiteY6108" fmla="*/ 500634 h 3658174"/>
              <a:gd name="connsiteX6109" fmla="*/ 937078 w 6514506"/>
              <a:gd name="connsiteY6109" fmla="*/ 499109 h 3658174"/>
              <a:gd name="connsiteX6110" fmla="*/ 939174 w 6514506"/>
              <a:gd name="connsiteY6110" fmla="*/ 501205 h 3658174"/>
              <a:gd name="connsiteX6111" fmla="*/ 934316 w 6514506"/>
              <a:gd name="connsiteY6111" fmla="*/ 505682 h 3658174"/>
              <a:gd name="connsiteX6112" fmla="*/ 928696 w 6514506"/>
              <a:gd name="connsiteY6112" fmla="*/ 508920 h 3658174"/>
              <a:gd name="connsiteX6113" fmla="*/ 921171 w 6514506"/>
              <a:gd name="connsiteY6113" fmla="*/ 511016 h 3658174"/>
              <a:gd name="connsiteX6114" fmla="*/ 922029 w 6514506"/>
              <a:gd name="connsiteY6114" fmla="*/ 506634 h 3658174"/>
              <a:gd name="connsiteX6115" fmla="*/ 927458 w 6514506"/>
              <a:gd name="connsiteY6115" fmla="*/ 500919 h 3658174"/>
              <a:gd name="connsiteX6116" fmla="*/ 931077 w 6514506"/>
              <a:gd name="connsiteY6116" fmla="*/ 500919 h 3658174"/>
              <a:gd name="connsiteX6117" fmla="*/ 937078 w 6514506"/>
              <a:gd name="connsiteY6117" fmla="*/ 499109 h 3658174"/>
              <a:gd name="connsiteX6118" fmla="*/ 963236 w 6514506"/>
              <a:gd name="connsiteY6118" fmla="*/ 495300 h 3658174"/>
              <a:gd name="connsiteX6119" fmla="*/ 968511 w 6514506"/>
              <a:gd name="connsiteY6119" fmla="*/ 498443 h 3658174"/>
              <a:gd name="connsiteX6120" fmla="*/ 980226 w 6514506"/>
              <a:gd name="connsiteY6120" fmla="*/ 501777 h 3658174"/>
              <a:gd name="connsiteX6121" fmla="*/ 986799 w 6514506"/>
              <a:gd name="connsiteY6121" fmla="*/ 507492 h 3658174"/>
              <a:gd name="connsiteX6122" fmla="*/ 977464 w 6514506"/>
              <a:gd name="connsiteY6122" fmla="*/ 513492 h 3658174"/>
              <a:gd name="connsiteX6123" fmla="*/ 964605 w 6514506"/>
              <a:gd name="connsiteY6123" fmla="*/ 515874 h 3658174"/>
              <a:gd name="connsiteX6124" fmla="*/ 963748 w 6514506"/>
              <a:gd name="connsiteY6124" fmla="*/ 522732 h 3658174"/>
              <a:gd name="connsiteX6125" fmla="*/ 974226 w 6514506"/>
              <a:gd name="connsiteY6125" fmla="*/ 526351 h 3658174"/>
              <a:gd name="connsiteX6126" fmla="*/ 981084 w 6514506"/>
              <a:gd name="connsiteY6126" fmla="*/ 528161 h 3658174"/>
              <a:gd name="connsiteX6127" fmla="*/ 978417 w 6514506"/>
              <a:gd name="connsiteY6127" fmla="*/ 536829 h 3658174"/>
              <a:gd name="connsiteX6128" fmla="*/ 963177 w 6514506"/>
              <a:gd name="connsiteY6128" fmla="*/ 547020 h 3658174"/>
              <a:gd name="connsiteX6129" fmla="*/ 955652 w 6514506"/>
              <a:gd name="connsiteY6129" fmla="*/ 551211 h 3658174"/>
              <a:gd name="connsiteX6130" fmla="*/ 950604 w 6514506"/>
              <a:gd name="connsiteY6130" fmla="*/ 556641 h 3658174"/>
              <a:gd name="connsiteX6131" fmla="*/ 944031 w 6514506"/>
              <a:gd name="connsiteY6131" fmla="*/ 560260 h 3658174"/>
              <a:gd name="connsiteX6132" fmla="*/ 933840 w 6514506"/>
              <a:gd name="connsiteY6132" fmla="*/ 559974 h 3658174"/>
              <a:gd name="connsiteX6133" fmla="*/ 929934 w 6514506"/>
              <a:gd name="connsiteY6133" fmla="*/ 563308 h 3658174"/>
              <a:gd name="connsiteX6134" fmla="*/ 940698 w 6514506"/>
              <a:gd name="connsiteY6134" fmla="*/ 566928 h 3658174"/>
              <a:gd name="connsiteX6135" fmla="*/ 944317 w 6514506"/>
              <a:gd name="connsiteY6135" fmla="*/ 577405 h 3658174"/>
              <a:gd name="connsiteX6136" fmla="*/ 939840 w 6514506"/>
              <a:gd name="connsiteY6136" fmla="*/ 587311 h 3658174"/>
              <a:gd name="connsiteX6137" fmla="*/ 933268 w 6514506"/>
              <a:gd name="connsiteY6137" fmla="*/ 598360 h 3658174"/>
              <a:gd name="connsiteX6138" fmla="*/ 933554 w 6514506"/>
              <a:gd name="connsiteY6138" fmla="*/ 603408 h 3658174"/>
              <a:gd name="connsiteX6139" fmla="*/ 937459 w 6514506"/>
              <a:gd name="connsiteY6139" fmla="*/ 611790 h 3658174"/>
              <a:gd name="connsiteX6140" fmla="*/ 935364 w 6514506"/>
              <a:gd name="connsiteY6140" fmla="*/ 618077 h 3658174"/>
              <a:gd name="connsiteX6141" fmla="*/ 931744 w 6514506"/>
              <a:gd name="connsiteY6141" fmla="*/ 625887 h 3658174"/>
              <a:gd name="connsiteX6142" fmla="*/ 928410 w 6514506"/>
              <a:gd name="connsiteY6142" fmla="*/ 627983 h 3658174"/>
              <a:gd name="connsiteX6143" fmla="*/ 923648 w 6514506"/>
              <a:gd name="connsiteY6143" fmla="*/ 626459 h 3658174"/>
              <a:gd name="connsiteX6144" fmla="*/ 926982 w 6514506"/>
              <a:gd name="connsiteY6144" fmla="*/ 630364 h 3658174"/>
              <a:gd name="connsiteX6145" fmla="*/ 925172 w 6514506"/>
              <a:gd name="connsiteY6145" fmla="*/ 640556 h 3658174"/>
              <a:gd name="connsiteX6146" fmla="*/ 919457 w 6514506"/>
              <a:gd name="connsiteY6146" fmla="*/ 648081 h 3658174"/>
              <a:gd name="connsiteX6147" fmla="*/ 924600 w 6514506"/>
              <a:gd name="connsiteY6147" fmla="*/ 646842 h 3658174"/>
              <a:gd name="connsiteX6148" fmla="*/ 933554 w 6514506"/>
              <a:gd name="connsiteY6148" fmla="*/ 650176 h 3658174"/>
              <a:gd name="connsiteX6149" fmla="*/ 932982 w 6514506"/>
              <a:gd name="connsiteY6149" fmla="*/ 660368 h 3658174"/>
              <a:gd name="connsiteX6150" fmla="*/ 925458 w 6514506"/>
              <a:gd name="connsiteY6150" fmla="*/ 668178 h 3658174"/>
              <a:gd name="connsiteX6151" fmla="*/ 918314 w 6514506"/>
              <a:gd name="connsiteY6151" fmla="*/ 672369 h 3658174"/>
              <a:gd name="connsiteX6152" fmla="*/ 906312 w 6514506"/>
              <a:gd name="connsiteY6152" fmla="*/ 681037 h 3658174"/>
              <a:gd name="connsiteX6153" fmla="*/ 897359 w 6514506"/>
              <a:gd name="connsiteY6153" fmla="*/ 683418 h 3658174"/>
              <a:gd name="connsiteX6154" fmla="*/ 895263 w 6514506"/>
              <a:gd name="connsiteY6154" fmla="*/ 688467 h 3658174"/>
              <a:gd name="connsiteX6155" fmla="*/ 898216 w 6514506"/>
              <a:gd name="connsiteY6155" fmla="*/ 692658 h 3658174"/>
              <a:gd name="connsiteX6156" fmla="*/ 896406 w 6514506"/>
              <a:gd name="connsiteY6156" fmla="*/ 698087 h 3658174"/>
              <a:gd name="connsiteX6157" fmla="*/ 887453 w 6514506"/>
              <a:gd name="connsiteY6157" fmla="*/ 702278 h 3658174"/>
              <a:gd name="connsiteX6158" fmla="*/ 874594 w 6514506"/>
              <a:gd name="connsiteY6158" fmla="*/ 700754 h 3658174"/>
              <a:gd name="connsiteX6159" fmla="*/ 864117 w 6514506"/>
              <a:gd name="connsiteY6159" fmla="*/ 698087 h 3658174"/>
              <a:gd name="connsiteX6160" fmla="*/ 855449 w 6514506"/>
              <a:gd name="connsiteY6160" fmla="*/ 695991 h 3658174"/>
              <a:gd name="connsiteX6161" fmla="*/ 852115 w 6514506"/>
              <a:gd name="connsiteY6161" fmla="*/ 696563 h 3658174"/>
              <a:gd name="connsiteX6162" fmla="*/ 846114 w 6514506"/>
              <a:gd name="connsiteY6162" fmla="*/ 697420 h 3658174"/>
              <a:gd name="connsiteX6163" fmla="*/ 840685 w 6514506"/>
              <a:gd name="connsiteY6163" fmla="*/ 698944 h 3658174"/>
              <a:gd name="connsiteX6164" fmla="*/ 838018 w 6514506"/>
              <a:gd name="connsiteY6164" fmla="*/ 698658 h 3658174"/>
              <a:gd name="connsiteX6165" fmla="*/ 832303 w 6514506"/>
              <a:gd name="connsiteY6165" fmla="*/ 697420 h 3658174"/>
              <a:gd name="connsiteX6166" fmla="*/ 825064 w 6514506"/>
              <a:gd name="connsiteY6166" fmla="*/ 697706 h 3658174"/>
              <a:gd name="connsiteX6167" fmla="*/ 819063 w 6514506"/>
              <a:gd name="connsiteY6167" fmla="*/ 700659 h 3658174"/>
              <a:gd name="connsiteX6168" fmla="*/ 814587 w 6514506"/>
              <a:gd name="connsiteY6168" fmla="*/ 703992 h 3658174"/>
              <a:gd name="connsiteX6169" fmla="*/ 809157 w 6514506"/>
              <a:gd name="connsiteY6169" fmla="*/ 699230 h 3658174"/>
              <a:gd name="connsiteX6170" fmla="*/ 801347 w 6514506"/>
              <a:gd name="connsiteY6170" fmla="*/ 697992 h 3658174"/>
              <a:gd name="connsiteX6171" fmla="*/ 795632 w 6514506"/>
              <a:gd name="connsiteY6171" fmla="*/ 699516 h 3658174"/>
              <a:gd name="connsiteX6172" fmla="*/ 789060 w 6514506"/>
              <a:gd name="connsiteY6172" fmla="*/ 702183 h 3658174"/>
              <a:gd name="connsiteX6173" fmla="*/ 785726 w 6514506"/>
              <a:gd name="connsiteY6173" fmla="*/ 701897 h 3658174"/>
              <a:gd name="connsiteX6174" fmla="*/ 781821 w 6514506"/>
              <a:gd name="connsiteY6174" fmla="*/ 700373 h 3658174"/>
              <a:gd name="connsiteX6175" fmla="*/ 781535 w 6514506"/>
              <a:gd name="connsiteY6175" fmla="*/ 696468 h 3658174"/>
              <a:gd name="connsiteX6176" fmla="*/ 791727 w 6514506"/>
              <a:gd name="connsiteY6176" fmla="*/ 694372 h 3658174"/>
              <a:gd name="connsiteX6177" fmla="*/ 800680 w 6514506"/>
              <a:gd name="connsiteY6177" fmla="*/ 689229 h 3658174"/>
              <a:gd name="connsiteX6178" fmla="*/ 808205 w 6514506"/>
              <a:gd name="connsiteY6178" fmla="*/ 686847 h 3658174"/>
              <a:gd name="connsiteX6179" fmla="*/ 814491 w 6514506"/>
              <a:gd name="connsiteY6179" fmla="*/ 681418 h 3658174"/>
              <a:gd name="connsiteX6180" fmla="*/ 820206 w 6514506"/>
              <a:gd name="connsiteY6180" fmla="*/ 679323 h 3658174"/>
              <a:gd name="connsiteX6181" fmla="*/ 822016 w 6514506"/>
              <a:gd name="connsiteY6181" fmla="*/ 676656 h 3658174"/>
              <a:gd name="connsiteX6182" fmla="*/ 828017 w 6514506"/>
              <a:gd name="connsiteY6182" fmla="*/ 676370 h 3658174"/>
              <a:gd name="connsiteX6183" fmla="*/ 836113 w 6514506"/>
              <a:gd name="connsiteY6183" fmla="*/ 680561 h 3658174"/>
              <a:gd name="connsiteX6184" fmla="*/ 841828 w 6514506"/>
              <a:gd name="connsiteY6184" fmla="*/ 678180 h 3658174"/>
              <a:gd name="connsiteX6185" fmla="*/ 848686 w 6514506"/>
              <a:gd name="connsiteY6185" fmla="*/ 675513 h 3658174"/>
              <a:gd name="connsiteX6186" fmla="*/ 854687 w 6514506"/>
              <a:gd name="connsiteY6186" fmla="*/ 670750 h 3658174"/>
              <a:gd name="connsiteX6187" fmla="*/ 847543 w 6514506"/>
              <a:gd name="connsiteY6187" fmla="*/ 670750 h 3658174"/>
              <a:gd name="connsiteX6188" fmla="*/ 834018 w 6514506"/>
              <a:gd name="connsiteY6188" fmla="*/ 671036 h 3658174"/>
              <a:gd name="connsiteX6189" fmla="*/ 831065 w 6514506"/>
              <a:gd name="connsiteY6189" fmla="*/ 665607 h 3658174"/>
              <a:gd name="connsiteX6190" fmla="*/ 828969 w 6514506"/>
              <a:gd name="connsiteY6190" fmla="*/ 662940 h 3658174"/>
              <a:gd name="connsiteX6191" fmla="*/ 820016 w 6514506"/>
              <a:gd name="connsiteY6191" fmla="*/ 658749 h 3658174"/>
              <a:gd name="connsiteX6192" fmla="*/ 823350 w 6514506"/>
              <a:gd name="connsiteY6192" fmla="*/ 656367 h 3658174"/>
              <a:gd name="connsiteX6193" fmla="*/ 825731 w 6514506"/>
              <a:gd name="connsiteY6193" fmla="*/ 654558 h 3658174"/>
              <a:gd name="connsiteX6194" fmla="*/ 830874 w 6514506"/>
              <a:gd name="connsiteY6194" fmla="*/ 652748 h 3658174"/>
              <a:gd name="connsiteX6195" fmla="*/ 835065 w 6514506"/>
              <a:gd name="connsiteY6195" fmla="*/ 652462 h 3658174"/>
              <a:gd name="connsiteX6196" fmla="*/ 845829 w 6514506"/>
              <a:gd name="connsiteY6196" fmla="*/ 649795 h 3658174"/>
              <a:gd name="connsiteX6197" fmla="*/ 852687 w 6514506"/>
              <a:gd name="connsiteY6197" fmla="*/ 641413 h 3658174"/>
              <a:gd name="connsiteX6198" fmla="*/ 854211 w 6514506"/>
              <a:gd name="connsiteY6198" fmla="*/ 634555 h 3658174"/>
              <a:gd name="connsiteX6199" fmla="*/ 849448 w 6514506"/>
              <a:gd name="connsiteY6199" fmla="*/ 632174 h 3658174"/>
              <a:gd name="connsiteX6200" fmla="*/ 856306 w 6514506"/>
              <a:gd name="connsiteY6200" fmla="*/ 630650 h 3658174"/>
              <a:gd name="connsiteX6201" fmla="*/ 864688 w 6514506"/>
              <a:gd name="connsiteY6201" fmla="*/ 626745 h 3658174"/>
              <a:gd name="connsiteX6202" fmla="*/ 870117 w 6514506"/>
              <a:gd name="connsiteY6202" fmla="*/ 625221 h 3658174"/>
              <a:gd name="connsiteX6203" fmla="*/ 874308 w 6514506"/>
              <a:gd name="connsiteY6203" fmla="*/ 622554 h 3658174"/>
              <a:gd name="connsiteX6204" fmla="*/ 879357 w 6514506"/>
              <a:gd name="connsiteY6204" fmla="*/ 624935 h 3658174"/>
              <a:gd name="connsiteX6205" fmla="*/ 886215 w 6514506"/>
              <a:gd name="connsiteY6205" fmla="*/ 626173 h 3658174"/>
              <a:gd name="connsiteX6206" fmla="*/ 891930 w 6514506"/>
              <a:gd name="connsiteY6206" fmla="*/ 617220 h 3658174"/>
              <a:gd name="connsiteX6207" fmla="*/ 893739 w 6514506"/>
              <a:gd name="connsiteY6207" fmla="*/ 612076 h 3658174"/>
              <a:gd name="connsiteX6208" fmla="*/ 899454 w 6514506"/>
              <a:gd name="connsiteY6208" fmla="*/ 608742 h 3658174"/>
              <a:gd name="connsiteX6209" fmla="*/ 898216 w 6514506"/>
              <a:gd name="connsiteY6209" fmla="*/ 605790 h 3658174"/>
              <a:gd name="connsiteX6210" fmla="*/ 897645 w 6514506"/>
              <a:gd name="connsiteY6210" fmla="*/ 597979 h 3658174"/>
              <a:gd name="connsiteX6211" fmla="*/ 907551 w 6514506"/>
              <a:gd name="connsiteY6211" fmla="*/ 590169 h 3658174"/>
              <a:gd name="connsiteX6212" fmla="*/ 905169 w 6514506"/>
              <a:gd name="connsiteY6212" fmla="*/ 588073 h 3658174"/>
              <a:gd name="connsiteX6213" fmla="*/ 890787 w 6514506"/>
              <a:gd name="connsiteY6213" fmla="*/ 585692 h 3658174"/>
              <a:gd name="connsiteX6214" fmla="*/ 887167 w 6514506"/>
              <a:gd name="connsiteY6214" fmla="*/ 585692 h 3658174"/>
              <a:gd name="connsiteX6215" fmla="*/ 884786 w 6514506"/>
              <a:gd name="connsiteY6215" fmla="*/ 584168 h 3658174"/>
              <a:gd name="connsiteX6216" fmla="*/ 894406 w 6514506"/>
              <a:gd name="connsiteY6216" fmla="*/ 577596 h 3658174"/>
              <a:gd name="connsiteX6217" fmla="*/ 904598 w 6514506"/>
              <a:gd name="connsiteY6217" fmla="*/ 568642 h 3658174"/>
              <a:gd name="connsiteX6218" fmla="*/ 912980 w 6514506"/>
              <a:gd name="connsiteY6218" fmla="*/ 561117 h 3658174"/>
              <a:gd name="connsiteX6219" fmla="*/ 909360 w 6514506"/>
              <a:gd name="connsiteY6219" fmla="*/ 560832 h 3658174"/>
              <a:gd name="connsiteX6220" fmla="*/ 905455 w 6514506"/>
              <a:gd name="connsiteY6220" fmla="*/ 558450 h 3658174"/>
              <a:gd name="connsiteX6221" fmla="*/ 909932 w 6514506"/>
              <a:gd name="connsiteY6221" fmla="*/ 555498 h 3658174"/>
              <a:gd name="connsiteX6222" fmla="*/ 907265 w 6514506"/>
              <a:gd name="connsiteY6222" fmla="*/ 554640 h 3658174"/>
              <a:gd name="connsiteX6223" fmla="*/ 900693 w 6514506"/>
              <a:gd name="connsiteY6223" fmla="*/ 561784 h 3658174"/>
              <a:gd name="connsiteX6224" fmla="*/ 893168 w 6514506"/>
              <a:gd name="connsiteY6224" fmla="*/ 567213 h 3658174"/>
              <a:gd name="connsiteX6225" fmla="*/ 895263 w 6514506"/>
              <a:gd name="connsiteY6225" fmla="*/ 563308 h 3658174"/>
              <a:gd name="connsiteX6226" fmla="*/ 907836 w 6514506"/>
              <a:gd name="connsiteY6226" fmla="*/ 550735 h 3658174"/>
              <a:gd name="connsiteX6227" fmla="*/ 916504 w 6514506"/>
              <a:gd name="connsiteY6227" fmla="*/ 544449 h 3658174"/>
              <a:gd name="connsiteX6228" fmla="*/ 912599 w 6514506"/>
              <a:gd name="connsiteY6228" fmla="*/ 542925 h 3658174"/>
              <a:gd name="connsiteX6229" fmla="*/ 906598 w 6514506"/>
              <a:gd name="connsiteY6229" fmla="*/ 539019 h 3658174"/>
              <a:gd name="connsiteX6230" fmla="*/ 912027 w 6514506"/>
              <a:gd name="connsiteY6230" fmla="*/ 538448 h 3658174"/>
              <a:gd name="connsiteX6231" fmla="*/ 916504 w 6514506"/>
              <a:gd name="connsiteY6231" fmla="*/ 535114 h 3658174"/>
              <a:gd name="connsiteX6232" fmla="*/ 919457 w 6514506"/>
              <a:gd name="connsiteY6232" fmla="*/ 531780 h 3658174"/>
              <a:gd name="connsiteX6233" fmla="*/ 923362 w 6514506"/>
              <a:gd name="connsiteY6233" fmla="*/ 534447 h 3658174"/>
              <a:gd name="connsiteX6234" fmla="*/ 924600 w 6514506"/>
              <a:gd name="connsiteY6234" fmla="*/ 530256 h 3658174"/>
              <a:gd name="connsiteX6235" fmla="*/ 928220 w 6514506"/>
              <a:gd name="connsiteY6235" fmla="*/ 526065 h 3658174"/>
              <a:gd name="connsiteX6236" fmla="*/ 927934 w 6514506"/>
              <a:gd name="connsiteY6236" fmla="*/ 523684 h 3658174"/>
              <a:gd name="connsiteX6237" fmla="*/ 930601 w 6514506"/>
              <a:gd name="connsiteY6237" fmla="*/ 519779 h 3658174"/>
              <a:gd name="connsiteX6238" fmla="*/ 935364 w 6514506"/>
              <a:gd name="connsiteY6238" fmla="*/ 516826 h 3658174"/>
              <a:gd name="connsiteX6239" fmla="*/ 948794 w 6514506"/>
              <a:gd name="connsiteY6239" fmla="*/ 504729 h 3658174"/>
              <a:gd name="connsiteX6240" fmla="*/ 957747 w 6514506"/>
              <a:gd name="connsiteY6240" fmla="*/ 498443 h 3658174"/>
              <a:gd name="connsiteX6241" fmla="*/ 963236 w 6514506"/>
              <a:gd name="connsiteY6241" fmla="*/ 495300 h 3658174"/>
              <a:gd name="connsiteX6242" fmla="*/ 997562 w 6514506"/>
              <a:gd name="connsiteY6242" fmla="*/ 492919 h 3658174"/>
              <a:gd name="connsiteX6243" fmla="*/ 1000610 w 6514506"/>
              <a:gd name="connsiteY6243" fmla="*/ 497776 h 3658174"/>
              <a:gd name="connsiteX6244" fmla="*/ 994895 w 6514506"/>
              <a:gd name="connsiteY6244" fmla="*/ 494443 h 3658174"/>
              <a:gd name="connsiteX6245" fmla="*/ 997562 w 6514506"/>
              <a:gd name="connsiteY6245" fmla="*/ 492919 h 3658174"/>
              <a:gd name="connsiteX6246" fmla="*/ 1128531 w 6514506"/>
              <a:gd name="connsiteY6246" fmla="*/ 491204 h 3658174"/>
              <a:gd name="connsiteX6247" fmla="*/ 1131198 w 6514506"/>
              <a:gd name="connsiteY6247" fmla="*/ 491775 h 3658174"/>
              <a:gd name="connsiteX6248" fmla="*/ 1128245 w 6514506"/>
              <a:gd name="connsiteY6248" fmla="*/ 495395 h 3658174"/>
              <a:gd name="connsiteX6249" fmla="*/ 1128531 w 6514506"/>
              <a:gd name="connsiteY6249" fmla="*/ 491204 h 3658174"/>
              <a:gd name="connsiteX6250" fmla="*/ 5246593 w 6514506"/>
              <a:gd name="connsiteY6250" fmla="*/ 479012 h 3658174"/>
              <a:gd name="connsiteX6251" fmla="*/ 5249046 w 6514506"/>
              <a:gd name="connsiteY6251" fmla="*/ 479107 h 3658174"/>
              <a:gd name="connsiteX6252" fmla="*/ 5249331 w 6514506"/>
              <a:gd name="connsiteY6252" fmla="*/ 488060 h 3658174"/>
              <a:gd name="connsiteX6253" fmla="*/ 5245712 w 6514506"/>
              <a:gd name="connsiteY6253" fmla="*/ 487203 h 3658174"/>
              <a:gd name="connsiteX6254" fmla="*/ 5245712 w 6514506"/>
              <a:gd name="connsiteY6254" fmla="*/ 480917 h 3658174"/>
              <a:gd name="connsiteX6255" fmla="*/ 5246593 w 6514506"/>
              <a:gd name="connsiteY6255" fmla="*/ 479012 h 3658174"/>
              <a:gd name="connsiteX6256" fmla="*/ 5066261 w 6514506"/>
              <a:gd name="connsiteY6256" fmla="*/ 474344 h 3658174"/>
              <a:gd name="connsiteX6257" fmla="*/ 5075500 w 6514506"/>
              <a:gd name="connsiteY6257" fmla="*/ 488727 h 3658174"/>
              <a:gd name="connsiteX6258" fmla="*/ 5073690 w 6514506"/>
              <a:gd name="connsiteY6258" fmla="*/ 492632 h 3658174"/>
              <a:gd name="connsiteX6259" fmla="*/ 5065594 w 6514506"/>
              <a:gd name="connsiteY6259" fmla="*/ 489679 h 3658174"/>
              <a:gd name="connsiteX6260" fmla="*/ 5060832 w 6514506"/>
              <a:gd name="connsiteY6260" fmla="*/ 483393 h 3658174"/>
              <a:gd name="connsiteX6261" fmla="*/ 5060260 w 6514506"/>
              <a:gd name="connsiteY6261" fmla="*/ 479107 h 3658174"/>
              <a:gd name="connsiteX6262" fmla="*/ 5066261 w 6514506"/>
              <a:gd name="connsiteY6262" fmla="*/ 474344 h 3658174"/>
              <a:gd name="connsiteX6263" fmla="*/ 5021017 w 6514506"/>
              <a:gd name="connsiteY6263" fmla="*/ 467106 h 3658174"/>
              <a:gd name="connsiteX6264" fmla="*/ 5026447 w 6514506"/>
              <a:gd name="connsiteY6264" fmla="*/ 473107 h 3658174"/>
              <a:gd name="connsiteX6265" fmla="*/ 5025208 w 6514506"/>
              <a:gd name="connsiteY6265" fmla="*/ 480631 h 3658174"/>
              <a:gd name="connsiteX6266" fmla="*/ 5024922 w 6514506"/>
              <a:gd name="connsiteY6266" fmla="*/ 485680 h 3658174"/>
              <a:gd name="connsiteX6267" fmla="*/ 5023113 w 6514506"/>
              <a:gd name="connsiteY6267" fmla="*/ 490728 h 3658174"/>
              <a:gd name="connsiteX6268" fmla="*/ 5017398 w 6514506"/>
              <a:gd name="connsiteY6268" fmla="*/ 491585 h 3658174"/>
              <a:gd name="connsiteX6269" fmla="*/ 5012921 w 6514506"/>
              <a:gd name="connsiteY6269" fmla="*/ 488251 h 3658174"/>
              <a:gd name="connsiteX6270" fmla="*/ 5010539 w 6514506"/>
              <a:gd name="connsiteY6270" fmla="*/ 479393 h 3658174"/>
              <a:gd name="connsiteX6271" fmla="*/ 5011111 w 6514506"/>
              <a:gd name="connsiteY6271" fmla="*/ 472821 h 3658174"/>
              <a:gd name="connsiteX6272" fmla="*/ 5021017 w 6514506"/>
              <a:gd name="connsiteY6272" fmla="*/ 467106 h 3658174"/>
              <a:gd name="connsiteX6273" fmla="*/ 1055664 w 6514506"/>
              <a:gd name="connsiteY6273" fmla="*/ 461296 h 3658174"/>
              <a:gd name="connsiteX6274" fmla="*/ 1054140 w 6514506"/>
              <a:gd name="connsiteY6274" fmla="*/ 465487 h 3658174"/>
              <a:gd name="connsiteX6275" fmla="*/ 1051759 w 6514506"/>
              <a:gd name="connsiteY6275" fmla="*/ 471202 h 3658174"/>
              <a:gd name="connsiteX6276" fmla="*/ 1048807 w 6514506"/>
              <a:gd name="connsiteY6276" fmla="*/ 473869 h 3658174"/>
              <a:gd name="connsiteX6277" fmla="*/ 1043662 w 6514506"/>
              <a:gd name="connsiteY6277" fmla="*/ 478345 h 3658174"/>
              <a:gd name="connsiteX6278" fmla="*/ 1038900 w 6514506"/>
              <a:gd name="connsiteY6278" fmla="*/ 483108 h 3658174"/>
              <a:gd name="connsiteX6279" fmla="*/ 1039757 w 6514506"/>
              <a:gd name="connsiteY6279" fmla="*/ 477774 h 3658174"/>
              <a:gd name="connsiteX6280" fmla="*/ 1043662 w 6514506"/>
              <a:gd name="connsiteY6280" fmla="*/ 473011 h 3658174"/>
              <a:gd name="connsiteX6281" fmla="*/ 1047282 w 6514506"/>
              <a:gd name="connsiteY6281" fmla="*/ 469106 h 3658174"/>
              <a:gd name="connsiteX6282" fmla="*/ 1051473 w 6514506"/>
              <a:gd name="connsiteY6282" fmla="*/ 463391 h 3658174"/>
              <a:gd name="connsiteX6283" fmla="*/ 1055664 w 6514506"/>
              <a:gd name="connsiteY6283" fmla="*/ 461296 h 3658174"/>
              <a:gd name="connsiteX6284" fmla="*/ 1064713 w 6514506"/>
              <a:gd name="connsiteY6284" fmla="*/ 459772 h 3658174"/>
              <a:gd name="connsiteX6285" fmla="*/ 1067666 w 6514506"/>
              <a:gd name="connsiteY6285" fmla="*/ 460629 h 3658174"/>
              <a:gd name="connsiteX6286" fmla="*/ 1063189 w 6514506"/>
              <a:gd name="connsiteY6286" fmla="*/ 463677 h 3658174"/>
              <a:gd name="connsiteX6287" fmla="*/ 1064713 w 6514506"/>
              <a:gd name="connsiteY6287" fmla="*/ 459772 h 3658174"/>
              <a:gd name="connsiteX6288" fmla="*/ 3037435 w 6514506"/>
              <a:gd name="connsiteY6288" fmla="*/ 459487 h 3658174"/>
              <a:gd name="connsiteX6289" fmla="*/ 3042293 w 6514506"/>
              <a:gd name="connsiteY6289" fmla="*/ 461581 h 3658174"/>
              <a:gd name="connsiteX6290" fmla="*/ 3036864 w 6514506"/>
              <a:gd name="connsiteY6290" fmla="*/ 462153 h 3658174"/>
              <a:gd name="connsiteX6291" fmla="*/ 3037435 w 6514506"/>
              <a:gd name="connsiteY6291" fmla="*/ 459487 h 3658174"/>
              <a:gd name="connsiteX6292" fmla="*/ 1061760 w 6514506"/>
              <a:gd name="connsiteY6292" fmla="*/ 459105 h 3658174"/>
              <a:gd name="connsiteX6293" fmla="*/ 1058141 w 6514506"/>
              <a:gd name="connsiteY6293" fmla="*/ 464248 h 3658174"/>
              <a:gd name="connsiteX6294" fmla="*/ 1058808 w 6514506"/>
              <a:gd name="connsiteY6294" fmla="*/ 460343 h 3658174"/>
              <a:gd name="connsiteX6295" fmla="*/ 1061760 w 6514506"/>
              <a:gd name="connsiteY6295" fmla="*/ 459105 h 3658174"/>
              <a:gd name="connsiteX6296" fmla="*/ 5122268 w 6514506"/>
              <a:gd name="connsiteY6296" fmla="*/ 455485 h 3658174"/>
              <a:gd name="connsiteX6297" fmla="*/ 5128840 w 6514506"/>
              <a:gd name="connsiteY6297" fmla="*/ 455485 h 3658174"/>
              <a:gd name="connsiteX6298" fmla="*/ 5127316 w 6514506"/>
              <a:gd name="connsiteY6298" fmla="*/ 457295 h 3658174"/>
              <a:gd name="connsiteX6299" fmla="*/ 5122839 w 6514506"/>
              <a:gd name="connsiteY6299" fmla="*/ 458152 h 3658174"/>
              <a:gd name="connsiteX6300" fmla="*/ 3629224 w 6514506"/>
              <a:gd name="connsiteY6300" fmla="*/ 455009 h 3658174"/>
              <a:gd name="connsiteX6301" fmla="*/ 3651132 w 6514506"/>
              <a:gd name="connsiteY6301" fmla="*/ 458344 h 3658174"/>
              <a:gd name="connsiteX6302" fmla="*/ 3649894 w 6514506"/>
              <a:gd name="connsiteY6302" fmla="*/ 467012 h 3658174"/>
              <a:gd name="connsiteX6303" fmla="*/ 3637035 w 6514506"/>
              <a:gd name="connsiteY6303" fmla="*/ 471774 h 3658174"/>
              <a:gd name="connsiteX6304" fmla="*/ 3625033 w 6514506"/>
              <a:gd name="connsiteY6304" fmla="*/ 473011 h 3658174"/>
              <a:gd name="connsiteX6305" fmla="*/ 3616651 w 6514506"/>
              <a:gd name="connsiteY6305" fmla="*/ 472441 h 3658174"/>
              <a:gd name="connsiteX6306" fmla="*/ 3603126 w 6514506"/>
              <a:gd name="connsiteY6306" fmla="*/ 474821 h 3658174"/>
              <a:gd name="connsiteX6307" fmla="*/ 3603126 w 6514506"/>
              <a:gd name="connsiteY6307" fmla="*/ 462534 h 3658174"/>
              <a:gd name="connsiteX6308" fmla="*/ 3616651 w 6514506"/>
              <a:gd name="connsiteY6308" fmla="*/ 456534 h 3658174"/>
              <a:gd name="connsiteX6309" fmla="*/ 3629224 w 6514506"/>
              <a:gd name="connsiteY6309" fmla="*/ 455009 h 3658174"/>
              <a:gd name="connsiteX6310" fmla="*/ 5269714 w 6514506"/>
              <a:gd name="connsiteY6310" fmla="*/ 447960 h 3658174"/>
              <a:gd name="connsiteX6311" fmla="*/ 5276001 w 6514506"/>
              <a:gd name="connsiteY6311" fmla="*/ 451865 h 3658174"/>
              <a:gd name="connsiteX6312" fmla="*/ 5272096 w 6514506"/>
              <a:gd name="connsiteY6312" fmla="*/ 452723 h 3658174"/>
              <a:gd name="connsiteX6313" fmla="*/ 5267619 w 6514506"/>
              <a:gd name="connsiteY6313" fmla="*/ 451580 h 3658174"/>
              <a:gd name="connsiteX6314" fmla="*/ 5269714 w 6514506"/>
              <a:gd name="connsiteY6314" fmla="*/ 447960 h 3658174"/>
              <a:gd name="connsiteX6315" fmla="*/ 2076173 w 6514506"/>
              <a:gd name="connsiteY6315" fmla="*/ 444817 h 3658174"/>
              <a:gd name="connsiteX6316" fmla="*/ 2081602 w 6514506"/>
              <a:gd name="connsiteY6316" fmla="*/ 448438 h 3658174"/>
              <a:gd name="connsiteX6317" fmla="*/ 2076173 w 6514506"/>
              <a:gd name="connsiteY6317" fmla="*/ 444817 h 3658174"/>
              <a:gd name="connsiteX6318" fmla="*/ 5169988 w 6514506"/>
              <a:gd name="connsiteY6318" fmla="*/ 444626 h 3658174"/>
              <a:gd name="connsiteX6319" fmla="*/ 5179323 w 6514506"/>
              <a:gd name="connsiteY6319" fmla="*/ 445483 h 3658174"/>
              <a:gd name="connsiteX6320" fmla="*/ 5177798 w 6514506"/>
              <a:gd name="connsiteY6320" fmla="*/ 449389 h 3658174"/>
              <a:gd name="connsiteX6321" fmla="*/ 5170274 w 6514506"/>
              <a:gd name="connsiteY6321" fmla="*/ 448246 h 3658174"/>
              <a:gd name="connsiteX6322" fmla="*/ 5169988 w 6514506"/>
              <a:gd name="connsiteY6322" fmla="*/ 444626 h 3658174"/>
              <a:gd name="connsiteX6323" fmla="*/ 1189681 w 6514506"/>
              <a:gd name="connsiteY6323" fmla="*/ 444436 h 3658174"/>
              <a:gd name="connsiteX6324" fmla="*/ 1187300 w 6514506"/>
              <a:gd name="connsiteY6324" fmla="*/ 447484 h 3658174"/>
              <a:gd name="connsiteX6325" fmla="*/ 1187014 w 6514506"/>
              <a:gd name="connsiteY6325" fmla="*/ 445674 h 3658174"/>
              <a:gd name="connsiteX6326" fmla="*/ 1189681 w 6514506"/>
              <a:gd name="connsiteY6326" fmla="*/ 444436 h 3658174"/>
              <a:gd name="connsiteX6327" fmla="*/ 5058546 w 6514506"/>
              <a:gd name="connsiteY6327" fmla="*/ 441388 h 3658174"/>
              <a:gd name="connsiteX6328" fmla="*/ 5067214 w 6514506"/>
              <a:gd name="connsiteY6328" fmla="*/ 445007 h 3658174"/>
              <a:gd name="connsiteX6329" fmla="*/ 5070833 w 6514506"/>
              <a:gd name="connsiteY6329" fmla="*/ 450722 h 3658174"/>
              <a:gd name="connsiteX6330" fmla="*/ 5062166 w 6514506"/>
              <a:gd name="connsiteY6330" fmla="*/ 450437 h 3658174"/>
              <a:gd name="connsiteX6331" fmla="*/ 5055212 w 6514506"/>
              <a:gd name="connsiteY6331" fmla="*/ 444341 h 3658174"/>
              <a:gd name="connsiteX6332" fmla="*/ 5058546 w 6514506"/>
              <a:gd name="connsiteY6332" fmla="*/ 441388 h 3658174"/>
              <a:gd name="connsiteX6333" fmla="*/ 5071595 w 6514506"/>
              <a:gd name="connsiteY6333" fmla="*/ 437483 h 3658174"/>
              <a:gd name="connsiteX6334" fmla="*/ 5076358 w 6514506"/>
              <a:gd name="connsiteY6334" fmla="*/ 442531 h 3658174"/>
              <a:gd name="connsiteX6335" fmla="*/ 5070738 w 6514506"/>
              <a:gd name="connsiteY6335" fmla="*/ 441102 h 3658174"/>
              <a:gd name="connsiteX6336" fmla="*/ 5071595 w 6514506"/>
              <a:gd name="connsiteY6336" fmla="*/ 437483 h 3658174"/>
              <a:gd name="connsiteX6337" fmla="*/ 5050068 w 6514506"/>
              <a:gd name="connsiteY6337" fmla="*/ 432053 h 3658174"/>
              <a:gd name="connsiteX6338" fmla="*/ 5052735 w 6514506"/>
              <a:gd name="connsiteY6338" fmla="*/ 434149 h 3658174"/>
              <a:gd name="connsiteX6339" fmla="*/ 5048545 w 6514506"/>
              <a:gd name="connsiteY6339" fmla="*/ 436530 h 3658174"/>
              <a:gd name="connsiteX6340" fmla="*/ 5046735 w 6514506"/>
              <a:gd name="connsiteY6340" fmla="*/ 433577 h 3658174"/>
              <a:gd name="connsiteX6341" fmla="*/ 5050068 w 6514506"/>
              <a:gd name="connsiteY6341" fmla="*/ 432053 h 3658174"/>
              <a:gd name="connsiteX6342" fmla="*/ 1232830 w 6514506"/>
              <a:gd name="connsiteY6342" fmla="*/ 430910 h 3658174"/>
              <a:gd name="connsiteX6343" fmla="*/ 1232830 w 6514506"/>
              <a:gd name="connsiteY6343" fmla="*/ 433387 h 3658174"/>
              <a:gd name="connsiteX6344" fmla="*/ 1230734 w 6514506"/>
              <a:gd name="connsiteY6344" fmla="*/ 432148 h 3658174"/>
              <a:gd name="connsiteX6345" fmla="*/ 1232830 w 6514506"/>
              <a:gd name="connsiteY6345" fmla="*/ 430910 h 3658174"/>
              <a:gd name="connsiteX6346" fmla="*/ 1241592 w 6514506"/>
              <a:gd name="connsiteY6346" fmla="*/ 428339 h 3658174"/>
              <a:gd name="connsiteX6347" fmla="*/ 1248736 w 6514506"/>
              <a:gd name="connsiteY6347" fmla="*/ 428911 h 3658174"/>
              <a:gd name="connsiteX6348" fmla="*/ 1247212 w 6514506"/>
              <a:gd name="connsiteY6348" fmla="*/ 431578 h 3658174"/>
              <a:gd name="connsiteX6349" fmla="*/ 1244259 w 6514506"/>
              <a:gd name="connsiteY6349" fmla="*/ 431292 h 3658174"/>
              <a:gd name="connsiteX6350" fmla="*/ 1239782 w 6514506"/>
              <a:gd name="connsiteY6350" fmla="*/ 430720 h 3658174"/>
              <a:gd name="connsiteX6351" fmla="*/ 1241592 w 6514506"/>
              <a:gd name="connsiteY6351" fmla="*/ 428339 h 3658174"/>
              <a:gd name="connsiteX6352" fmla="*/ 5252380 w 6514506"/>
              <a:gd name="connsiteY6352" fmla="*/ 424909 h 3658174"/>
              <a:gd name="connsiteX6353" fmla="*/ 5255047 w 6514506"/>
              <a:gd name="connsiteY6353" fmla="*/ 427862 h 3658174"/>
              <a:gd name="connsiteX6354" fmla="*/ 5249618 w 6514506"/>
              <a:gd name="connsiteY6354" fmla="*/ 430243 h 3658174"/>
              <a:gd name="connsiteX6355" fmla="*/ 5249046 w 6514506"/>
              <a:gd name="connsiteY6355" fmla="*/ 426338 h 3658174"/>
              <a:gd name="connsiteX6356" fmla="*/ 5252380 w 6514506"/>
              <a:gd name="connsiteY6356" fmla="*/ 424909 h 3658174"/>
              <a:gd name="connsiteX6357" fmla="*/ 1242450 w 6514506"/>
              <a:gd name="connsiteY6357" fmla="*/ 423195 h 3658174"/>
              <a:gd name="connsiteX6358" fmla="*/ 1246640 w 6514506"/>
              <a:gd name="connsiteY6358" fmla="*/ 423195 h 3658174"/>
              <a:gd name="connsiteX6359" fmla="*/ 1249593 w 6514506"/>
              <a:gd name="connsiteY6359" fmla="*/ 425005 h 3658174"/>
              <a:gd name="connsiteX6360" fmla="*/ 1246926 w 6514506"/>
              <a:gd name="connsiteY6360" fmla="*/ 425577 h 3658174"/>
              <a:gd name="connsiteX6361" fmla="*/ 1242450 w 6514506"/>
              <a:gd name="connsiteY6361" fmla="*/ 423195 h 3658174"/>
              <a:gd name="connsiteX6362" fmla="*/ 1006610 w 6514506"/>
              <a:gd name="connsiteY6362" fmla="*/ 423195 h 3658174"/>
              <a:gd name="connsiteX6363" fmla="*/ 1002419 w 6514506"/>
              <a:gd name="connsiteY6363" fmla="*/ 427958 h 3658174"/>
              <a:gd name="connsiteX6364" fmla="*/ 999371 w 6514506"/>
              <a:gd name="connsiteY6364" fmla="*/ 431863 h 3658174"/>
              <a:gd name="connsiteX6365" fmla="*/ 998801 w 6514506"/>
              <a:gd name="connsiteY6365" fmla="*/ 429196 h 3658174"/>
              <a:gd name="connsiteX6366" fmla="*/ 1003276 w 6514506"/>
              <a:gd name="connsiteY6366" fmla="*/ 425005 h 3658174"/>
              <a:gd name="connsiteX6367" fmla="*/ 1006610 w 6514506"/>
              <a:gd name="connsiteY6367" fmla="*/ 423195 h 3658174"/>
              <a:gd name="connsiteX6368" fmla="*/ 4916432 w 6514506"/>
              <a:gd name="connsiteY6368" fmla="*/ 412623 h 3658174"/>
              <a:gd name="connsiteX6369" fmla="*/ 4926910 w 6514506"/>
              <a:gd name="connsiteY6369" fmla="*/ 421005 h 3658174"/>
              <a:gd name="connsiteX6370" fmla="*/ 4930529 w 6514506"/>
              <a:gd name="connsiteY6370" fmla="*/ 424339 h 3658174"/>
              <a:gd name="connsiteX6371" fmla="*/ 4934434 w 6514506"/>
              <a:gd name="connsiteY6371" fmla="*/ 426148 h 3658174"/>
              <a:gd name="connsiteX6372" fmla="*/ 4937102 w 6514506"/>
              <a:gd name="connsiteY6372" fmla="*/ 424339 h 3658174"/>
              <a:gd name="connsiteX6373" fmla="*/ 4942531 w 6514506"/>
              <a:gd name="connsiteY6373" fmla="*/ 422529 h 3658174"/>
              <a:gd name="connsiteX6374" fmla="*/ 4951484 w 6514506"/>
              <a:gd name="connsiteY6374" fmla="*/ 421957 h 3658174"/>
              <a:gd name="connsiteX6375" fmla="*/ 4964343 w 6514506"/>
              <a:gd name="connsiteY6375" fmla="*/ 428244 h 3658174"/>
              <a:gd name="connsiteX6376" fmla="*/ 4979297 w 6514506"/>
              <a:gd name="connsiteY6376" fmla="*/ 430054 h 3658174"/>
              <a:gd name="connsiteX6377" fmla="*/ 4996633 w 6514506"/>
              <a:gd name="connsiteY6377" fmla="*/ 435197 h 3658174"/>
              <a:gd name="connsiteX6378" fmla="*/ 5001395 w 6514506"/>
              <a:gd name="connsiteY6378" fmla="*/ 441484 h 3658174"/>
              <a:gd name="connsiteX6379" fmla="*/ 5003777 w 6514506"/>
              <a:gd name="connsiteY6379" fmla="*/ 443293 h 3658174"/>
              <a:gd name="connsiteX6380" fmla="*/ 5010920 w 6514506"/>
              <a:gd name="connsiteY6380" fmla="*/ 442722 h 3658174"/>
              <a:gd name="connsiteX6381" fmla="*/ 5013873 w 6514506"/>
              <a:gd name="connsiteY6381" fmla="*/ 440912 h 3658174"/>
              <a:gd name="connsiteX6382" fmla="*/ 5018921 w 6514506"/>
              <a:gd name="connsiteY6382" fmla="*/ 440341 h 3658174"/>
              <a:gd name="connsiteX6383" fmla="*/ 5024922 w 6514506"/>
              <a:gd name="connsiteY6383" fmla="*/ 448437 h 3658174"/>
              <a:gd name="connsiteX6384" fmla="*/ 5024065 w 6514506"/>
              <a:gd name="connsiteY6384" fmla="*/ 455962 h 3658174"/>
              <a:gd name="connsiteX6385" fmla="*/ 5015968 w 6514506"/>
              <a:gd name="connsiteY6385" fmla="*/ 454723 h 3658174"/>
              <a:gd name="connsiteX6386" fmla="*/ 4997394 w 6514506"/>
              <a:gd name="connsiteY6386" fmla="*/ 450818 h 3658174"/>
              <a:gd name="connsiteX6387" fmla="*/ 4991680 w 6514506"/>
              <a:gd name="connsiteY6387" fmla="*/ 449961 h 3658174"/>
              <a:gd name="connsiteX6388" fmla="*/ 4984155 w 6514506"/>
              <a:gd name="connsiteY6388" fmla="*/ 448437 h 3658174"/>
              <a:gd name="connsiteX6389" fmla="*/ 4979678 w 6514506"/>
              <a:gd name="connsiteY6389" fmla="*/ 448723 h 3658174"/>
              <a:gd name="connsiteX6390" fmla="*/ 4976059 w 6514506"/>
              <a:gd name="connsiteY6390" fmla="*/ 463963 h 3658174"/>
              <a:gd name="connsiteX6391" fmla="*/ 4973392 w 6514506"/>
              <a:gd name="connsiteY6391" fmla="*/ 471487 h 3658174"/>
              <a:gd name="connsiteX6392" fmla="*/ 4964724 w 6514506"/>
              <a:gd name="connsiteY6392" fmla="*/ 472345 h 3658174"/>
              <a:gd name="connsiteX6393" fmla="*/ 4953008 w 6514506"/>
              <a:gd name="connsiteY6393" fmla="*/ 466915 h 3658174"/>
              <a:gd name="connsiteX6394" fmla="*/ 4944626 w 6514506"/>
              <a:gd name="connsiteY6394" fmla="*/ 459391 h 3658174"/>
              <a:gd name="connsiteX6395" fmla="*/ 4941959 w 6514506"/>
              <a:gd name="connsiteY6395" fmla="*/ 452818 h 3658174"/>
              <a:gd name="connsiteX6396" fmla="*/ 4930910 w 6514506"/>
              <a:gd name="connsiteY6396" fmla="*/ 442341 h 3658174"/>
              <a:gd name="connsiteX6397" fmla="*/ 4924624 w 6514506"/>
              <a:gd name="connsiteY6397" fmla="*/ 436054 h 3658174"/>
              <a:gd name="connsiteX6398" fmla="*/ 4917766 w 6514506"/>
              <a:gd name="connsiteY6398" fmla="*/ 423481 h 3658174"/>
              <a:gd name="connsiteX6399" fmla="*/ 4914337 w 6514506"/>
              <a:gd name="connsiteY6399" fmla="*/ 415576 h 3658174"/>
              <a:gd name="connsiteX6400" fmla="*/ 4916432 w 6514506"/>
              <a:gd name="connsiteY6400" fmla="*/ 412623 h 3658174"/>
              <a:gd name="connsiteX6401" fmla="*/ 3099729 w 6514506"/>
              <a:gd name="connsiteY6401" fmla="*/ 409766 h 3658174"/>
              <a:gd name="connsiteX6402" fmla="*/ 3111159 w 6514506"/>
              <a:gd name="connsiteY6402" fmla="*/ 410051 h 3658174"/>
              <a:gd name="connsiteX6403" fmla="*/ 3118017 w 6514506"/>
              <a:gd name="connsiteY6403" fmla="*/ 413957 h 3658174"/>
              <a:gd name="connsiteX6404" fmla="*/ 3124304 w 6514506"/>
              <a:gd name="connsiteY6404" fmla="*/ 417576 h 3658174"/>
              <a:gd name="connsiteX6405" fmla="*/ 3120970 w 6514506"/>
              <a:gd name="connsiteY6405" fmla="*/ 421766 h 3658174"/>
              <a:gd name="connsiteX6406" fmla="*/ 3106873 w 6514506"/>
              <a:gd name="connsiteY6406" fmla="*/ 419958 h 3658174"/>
              <a:gd name="connsiteX6407" fmla="*/ 3093728 w 6514506"/>
              <a:gd name="connsiteY6407" fmla="*/ 419099 h 3658174"/>
              <a:gd name="connsiteX6408" fmla="*/ 3081441 w 6514506"/>
              <a:gd name="connsiteY6408" fmla="*/ 420339 h 3658174"/>
              <a:gd name="connsiteX6409" fmla="*/ 3077822 w 6514506"/>
              <a:gd name="connsiteY6409" fmla="*/ 417861 h 3658174"/>
              <a:gd name="connsiteX6410" fmla="*/ 3087156 w 6514506"/>
              <a:gd name="connsiteY6410" fmla="*/ 413671 h 3658174"/>
              <a:gd name="connsiteX6411" fmla="*/ 3092871 w 6514506"/>
              <a:gd name="connsiteY6411" fmla="*/ 410623 h 3658174"/>
              <a:gd name="connsiteX6412" fmla="*/ 3099729 w 6514506"/>
              <a:gd name="connsiteY6412" fmla="*/ 409766 h 3658174"/>
              <a:gd name="connsiteX6413" fmla="*/ 5577754 w 6514506"/>
              <a:gd name="connsiteY6413" fmla="*/ 409384 h 3658174"/>
              <a:gd name="connsiteX6414" fmla="*/ 5575087 w 6514506"/>
              <a:gd name="connsiteY6414" fmla="*/ 412337 h 3658174"/>
              <a:gd name="connsiteX6415" fmla="*/ 5573563 w 6514506"/>
              <a:gd name="connsiteY6415" fmla="*/ 410241 h 3658174"/>
              <a:gd name="connsiteX6416" fmla="*/ 5577754 w 6514506"/>
              <a:gd name="connsiteY6416" fmla="*/ 409384 h 3658174"/>
              <a:gd name="connsiteX6417" fmla="*/ 2816932 w 6514506"/>
              <a:gd name="connsiteY6417" fmla="*/ 409099 h 3658174"/>
              <a:gd name="connsiteX6418" fmla="*/ 2815979 w 6514506"/>
              <a:gd name="connsiteY6418" fmla="*/ 411862 h 3658174"/>
              <a:gd name="connsiteX6419" fmla="*/ 2812931 w 6514506"/>
              <a:gd name="connsiteY6419" fmla="*/ 409766 h 3658174"/>
              <a:gd name="connsiteX6420" fmla="*/ 2816932 w 6514506"/>
              <a:gd name="connsiteY6420" fmla="*/ 409099 h 3658174"/>
              <a:gd name="connsiteX6421" fmla="*/ 4920338 w 6514506"/>
              <a:gd name="connsiteY6421" fmla="*/ 408717 h 3658174"/>
              <a:gd name="connsiteX6422" fmla="*/ 4930815 w 6514506"/>
              <a:gd name="connsiteY6422" fmla="*/ 413765 h 3658174"/>
              <a:gd name="connsiteX6423" fmla="*/ 4932054 w 6514506"/>
              <a:gd name="connsiteY6423" fmla="*/ 418242 h 3658174"/>
              <a:gd name="connsiteX6424" fmla="*/ 4928434 w 6514506"/>
              <a:gd name="connsiteY6424" fmla="*/ 417004 h 3658174"/>
              <a:gd name="connsiteX6425" fmla="*/ 4921195 w 6514506"/>
              <a:gd name="connsiteY6425" fmla="*/ 411670 h 3658174"/>
              <a:gd name="connsiteX6426" fmla="*/ 4920338 w 6514506"/>
              <a:gd name="connsiteY6426" fmla="*/ 408717 h 3658174"/>
              <a:gd name="connsiteX6427" fmla="*/ 1021946 w 6514506"/>
              <a:gd name="connsiteY6427" fmla="*/ 407575 h 3658174"/>
              <a:gd name="connsiteX6428" fmla="*/ 1021851 w 6514506"/>
              <a:gd name="connsiteY6428" fmla="*/ 413004 h 3658174"/>
              <a:gd name="connsiteX6429" fmla="*/ 1019755 w 6514506"/>
              <a:gd name="connsiteY6429" fmla="*/ 407670 h 3658174"/>
              <a:gd name="connsiteX6430" fmla="*/ 1021946 w 6514506"/>
              <a:gd name="connsiteY6430" fmla="*/ 407575 h 3658174"/>
              <a:gd name="connsiteX6431" fmla="*/ 4933863 w 6514506"/>
              <a:gd name="connsiteY6431" fmla="*/ 407479 h 3658174"/>
              <a:gd name="connsiteX6432" fmla="*/ 4944055 w 6514506"/>
              <a:gd name="connsiteY6432" fmla="*/ 411670 h 3658174"/>
              <a:gd name="connsiteX6433" fmla="*/ 4945579 w 6514506"/>
              <a:gd name="connsiteY6433" fmla="*/ 413766 h 3658174"/>
              <a:gd name="connsiteX6434" fmla="*/ 4938340 w 6514506"/>
              <a:gd name="connsiteY6434" fmla="*/ 414337 h 3658174"/>
              <a:gd name="connsiteX6435" fmla="*/ 4934721 w 6514506"/>
              <a:gd name="connsiteY6435" fmla="*/ 412242 h 3658174"/>
              <a:gd name="connsiteX6436" fmla="*/ 4932339 w 6514506"/>
              <a:gd name="connsiteY6436" fmla="*/ 409860 h 3658174"/>
              <a:gd name="connsiteX6437" fmla="*/ 4933863 w 6514506"/>
              <a:gd name="connsiteY6437" fmla="*/ 407479 h 3658174"/>
              <a:gd name="connsiteX6438" fmla="*/ 2001735 w 6514506"/>
              <a:gd name="connsiteY6438" fmla="*/ 400824 h 3658174"/>
              <a:gd name="connsiteX6439" fmla="*/ 2006068 w 6514506"/>
              <a:gd name="connsiteY6439" fmla="*/ 401670 h 3658174"/>
              <a:gd name="connsiteX6440" fmla="*/ 2011783 w 6514506"/>
              <a:gd name="connsiteY6440" fmla="*/ 416623 h 3658174"/>
              <a:gd name="connsiteX6441" fmla="*/ 2005211 w 6514506"/>
              <a:gd name="connsiteY6441" fmla="*/ 416623 h 3658174"/>
              <a:gd name="connsiteX6442" fmla="*/ 2003401 w 6514506"/>
              <a:gd name="connsiteY6442" fmla="*/ 414243 h 3658174"/>
              <a:gd name="connsiteX6443" fmla="*/ 1998544 w 6514506"/>
              <a:gd name="connsiteY6443" fmla="*/ 409766 h 3658174"/>
              <a:gd name="connsiteX6444" fmla="*/ 1998544 w 6514506"/>
              <a:gd name="connsiteY6444" fmla="*/ 404051 h 3658174"/>
              <a:gd name="connsiteX6445" fmla="*/ 2001735 w 6514506"/>
              <a:gd name="connsiteY6445" fmla="*/ 400824 h 3658174"/>
              <a:gd name="connsiteX6446" fmla="*/ 1863242 w 6514506"/>
              <a:gd name="connsiteY6446" fmla="*/ 399491 h 3658174"/>
              <a:gd name="connsiteX6447" fmla="*/ 1869671 w 6514506"/>
              <a:gd name="connsiteY6447" fmla="*/ 403384 h 3658174"/>
              <a:gd name="connsiteX6448" fmla="*/ 1872624 w 6514506"/>
              <a:gd name="connsiteY6448" fmla="*/ 414433 h 3658174"/>
              <a:gd name="connsiteX6449" fmla="*/ 1870243 w 6514506"/>
              <a:gd name="connsiteY6449" fmla="*/ 413861 h 3658174"/>
              <a:gd name="connsiteX6450" fmla="*/ 1866337 w 6514506"/>
              <a:gd name="connsiteY6450" fmla="*/ 412622 h 3658174"/>
              <a:gd name="connsiteX6451" fmla="*/ 1858051 w 6514506"/>
              <a:gd name="connsiteY6451" fmla="*/ 417291 h 3658174"/>
              <a:gd name="connsiteX6452" fmla="*/ 1852336 w 6514506"/>
              <a:gd name="connsiteY6452" fmla="*/ 416051 h 3658174"/>
              <a:gd name="connsiteX6453" fmla="*/ 1856527 w 6514506"/>
              <a:gd name="connsiteY6453" fmla="*/ 402526 h 3658174"/>
              <a:gd name="connsiteX6454" fmla="*/ 1863242 w 6514506"/>
              <a:gd name="connsiteY6454" fmla="*/ 399491 h 3658174"/>
              <a:gd name="connsiteX6455" fmla="*/ 3023339 w 6514506"/>
              <a:gd name="connsiteY6455" fmla="*/ 397764 h 3658174"/>
              <a:gd name="connsiteX6456" fmla="*/ 3028102 w 6514506"/>
              <a:gd name="connsiteY6456" fmla="*/ 406432 h 3658174"/>
              <a:gd name="connsiteX6457" fmla="*/ 3026006 w 6514506"/>
              <a:gd name="connsiteY6457" fmla="*/ 406147 h 3658174"/>
              <a:gd name="connsiteX6458" fmla="*/ 3021815 w 6514506"/>
              <a:gd name="connsiteY6458" fmla="*/ 399860 h 3658174"/>
              <a:gd name="connsiteX6459" fmla="*/ 3023339 w 6514506"/>
              <a:gd name="connsiteY6459" fmla="*/ 397764 h 3658174"/>
              <a:gd name="connsiteX6460" fmla="*/ 3087823 w 6514506"/>
              <a:gd name="connsiteY6460" fmla="*/ 396526 h 3658174"/>
              <a:gd name="connsiteX6461" fmla="*/ 3094110 w 6514506"/>
              <a:gd name="connsiteY6461" fmla="*/ 402526 h 3658174"/>
              <a:gd name="connsiteX6462" fmla="*/ 3089919 w 6514506"/>
              <a:gd name="connsiteY6462" fmla="*/ 407384 h 3658174"/>
              <a:gd name="connsiteX6463" fmla="*/ 3083346 w 6514506"/>
              <a:gd name="connsiteY6463" fmla="*/ 403097 h 3658174"/>
              <a:gd name="connsiteX6464" fmla="*/ 3087823 w 6514506"/>
              <a:gd name="connsiteY6464" fmla="*/ 396526 h 3658174"/>
              <a:gd name="connsiteX6465" fmla="*/ 4943103 w 6514506"/>
              <a:gd name="connsiteY6465" fmla="*/ 396430 h 3658174"/>
              <a:gd name="connsiteX6466" fmla="*/ 4944913 w 6514506"/>
              <a:gd name="connsiteY6466" fmla="*/ 396715 h 3658174"/>
              <a:gd name="connsiteX6467" fmla="*/ 4942246 w 6514506"/>
              <a:gd name="connsiteY6467" fmla="*/ 401764 h 3658174"/>
              <a:gd name="connsiteX6468" fmla="*/ 4940436 w 6514506"/>
              <a:gd name="connsiteY6468" fmla="*/ 399097 h 3658174"/>
              <a:gd name="connsiteX6469" fmla="*/ 4943103 w 6514506"/>
              <a:gd name="connsiteY6469" fmla="*/ 396430 h 3658174"/>
              <a:gd name="connsiteX6470" fmla="*/ 4650494 w 6514506"/>
              <a:gd name="connsiteY6470" fmla="*/ 393572 h 3658174"/>
              <a:gd name="connsiteX6471" fmla="*/ 4654685 w 6514506"/>
              <a:gd name="connsiteY6471" fmla="*/ 393572 h 3658174"/>
              <a:gd name="connsiteX6472" fmla="*/ 4652876 w 6514506"/>
              <a:gd name="connsiteY6472" fmla="*/ 398716 h 3658174"/>
              <a:gd name="connsiteX6473" fmla="*/ 4650494 w 6514506"/>
              <a:gd name="connsiteY6473" fmla="*/ 393572 h 3658174"/>
              <a:gd name="connsiteX6474" fmla="*/ 4662496 w 6514506"/>
              <a:gd name="connsiteY6474" fmla="*/ 388143 h 3658174"/>
              <a:gd name="connsiteX6475" fmla="*/ 4659448 w 6514506"/>
              <a:gd name="connsiteY6475" fmla="*/ 389953 h 3658174"/>
              <a:gd name="connsiteX6476" fmla="*/ 4662496 w 6514506"/>
              <a:gd name="connsiteY6476" fmla="*/ 388143 h 3658174"/>
              <a:gd name="connsiteX6477" fmla="*/ 2261720 w 6514506"/>
              <a:gd name="connsiteY6477" fmla="*/ 378332 h 3658174"/>
              <a:gd name="connsiteX6478" fmla="*/ 2272483 w 6514506"/>
              <a:gd name="connsiteY6478" fmla="*/ 381285 h 3658174"/>
              <a:gd name="connsiteX6479" fmla="*/ 2266768 w 6514506"/>
              <a:gd name="connsiteY6479" fmla="*/ 383380 h 3658174"/>
              <a:gd name="connsiteX6480" fmla="*/ 2262291 w 6514506"/>
              <a:gd name="connsiteY6480" fmla="*/ 383095 h 3658174"/>
              <a:gd name="connsiteX6481" fmla="*/ 2261720 w 6514506"/>
              <a:gd name="connsiteY6481" fmla="*/ 378332 h 3658174"/>
              <a:gd name="connsiteX6482" fmla="*/ 4507620 w 6514506"/>
              <a:gd name="connsiteY6482" fmla="*/ 376713 h 3658174"/>
              <a:gd name="connsiteX6483" fmla="*/ 4510001 w 6514506"/>
              <a:gd name="connsiteY6483" fmla="*/ 377951 h 3658174"/>
              <a:gd name="connsiteX6484" fmla="*/ 4507334 w 6514506"/>
              <a:gd name="connsiteY6484" fmla="*/ 379094 h 3658174"/>
              <a:gd name="connsiteX6485" fmla="*/ 4507620 w 6514506"/>
              <a:gd name="connsiteY6485" fmla="*/ 376713 h 3658174"/>
              <a:gd name="connsiteX6486" fmla="*/ 2723682 w 6514506"/>
              <a:gd name="connsiteY6486" fmla="*/ 374046 h 3658174"/>
              <a:gd name="connsiteX6487" fmla="*/ 2727682 w 6514506"/>
              <a:gd name="connsiteY6487" fmla="*/ 374046 h 3658174"/>
              <a:gd name="connsiteX6488" fmla="*/ 2730349 w 6514506"/>
              <a:gd name="connsiteY6488" fmla="*/ 377666 h 3658174"/>
              <a:gd name="connsiteX6489" fmla="*/ 2718919 w 6514506"/>
              <a:gd name="connsiteY6489" fmla="*/ 380619 h 3658174"/>
              <a:gd name="connsiteX6490" fmla="*/ 2716538 w 6514506"/>
              <a:gd name="connsiteY6490" fmla="*/ 375856 h 3658174"/>
              <a:gd name="connsiteX6491" fmla="*/ 2723682 w 6514506"/>
              <a:gd name="connsiteY6491" fmla="*/ 374046 h 3658174"/>
              <a:gd name="connsiteX6492" fmla="*/ 2285056 w 6514506"/>
              <a:gd name="connsiteY6492" fmla="*/ 371760 h 3658174"/>
              <a:gd name="connsiteX6493" fmla="*/ 2291056 w 6514506"/>
              <a:gd name="connsiteY6493" fmla="*/ 373000 h 3658174"/>
              <a:gd name="connsiteX6494" fmla="*/ 2288675 w 6514506"/>
              <a:gd name="connsiteY6494" fmla="*/ 378429 h 3658174"/>
              <a:gd name="connsiteX6495" fmla="*/ 2285627 w 6514506"/>
              <a:gd name="connsiteY6495" fmla="*/ 377761 h 3658174"/>
              <a:gd name="connsiteX6496" fmla="*/ 2285056 w 6514506"/>
              <a:gd name="connsiteY6496" fmla="*/ 371760 h 3658174"/>
              <a:gd name="connsiteX6497" fmla="*/ 1935393 w 6514506"/>
              <a:gd name="connsiteY6497" fmla="*/ 370237 h 3658174"/>
              <a:gd name="connsiteX6498" fmla="*/ 1939584 w 6514506"/>
              <a:gd name="connsiteY6498" fmla="*/ 375000 h 3658174"/>
              <a:gd name="connsiteX6499" fmla="*/ 1936631 w 6514506"/>
              <a:gd name="connsiteY6499" fmla="*/ 376810 h 3658174"/>
              <a:gd name="connsiteX6500" fmla="*/ 1935965 w 6514506"/>
              <a:gd name="connsiteY6500" fmla="*/ 372046 h 3658174"/>
              <a:gd name="connsiteX6501" fmla="*/ 1935393 w 6514506"/>
              <a:gd name="connsiteY6501" fmla="*/ 370237 h 3658174"/>
              <a:gd name="connsiteX6502" fmla="*/ 3163273 w 6514506"/>
              <a:gd name="connsiteY6502" fmla="*/ 363081 h 3658174"/>
              <a:gd name="connsiteX6503" fmla="*/ 3166023 w 6514506"/>
              <a:gd name="connsiteY6503" fmla="*/ 366617 h 3658174"/>
              <a:gd name="connsiteX6504" fmla="*/ 3173452 w 6514506"/>
              <a:gd name="connsiteY6504" fmla="*/ 370331 h 3658174"/>
              <a:gd name="connsiteX6505" fmla="*/ 3184882 w 6514506"/>
              <a:gd name="connsiteY6505" fmla="*/ 368523 h 3658174"/>
              <a:gd name="connsiteX6506" fmla="*/ 3191455 w 6514506"/>
              <a:gd name="connsiteY6506" fmla="*/ 370903 h 3658174"/>
              <a:gd name="connsiteX6507" fmla="*/ 3200122 w 6514506"/>
              <a:gd name="connsiteY6507" fmla="*/ 374808 h 3658174"/>
              <a:gd name="connsiteX6508" fmla="*/ 3208219 w 6514506"/>
              <a:gd name="connsiteY6508" fmla="*/ 374238 h 3658174"/>
              <a:gd name="connsiteX6509" fmla="*/ 3216315 w 6514506"/>
              <a:gd name="connsiteY6509" fmla="*/ 375762 h 3658174"/>
              <a:gd name="connsiteX6510" fmla="*/ 3218124 w 6514506"/>
              <a:gd name="connsiteY6510" fmla="*/ 380524 h 3658174"/>
              <a:gd name="connsiteX6511" fmla="*/ 3201932 w 6514506"/>
              <a:gd name="connsiteY6511" fmla="*/ 386524 h 3658174"/>
              <a:gd name="connsiteX6512" fmla="*/ 3184215 w 6514506"/>
              <a:gd name="connsiteY6512" fmla="*/ 385286 h 3658174"/>
              <a:gd name="connsiteX6513" fmla="*/ 3164785 w 6514506"/>
              <a:gd name="connsiteY6513" fmla="*/ 375951 h 3658174"/>
              <a:gd name="connsiteX6514" fmla="*/ 3160308 w 6514506"/>
              <a:gd name="connsiteY6514" fmla="*/ 366331 h 3658174"/>
              <a:gd name="connsiteX6515" fmla="*/ 3163273 w 6514506"/>
              <a:gd name="connsiteY6515" fmla="*/ 363081 h 3658174"/>
              <a:gd name="connsiteX6516" fmla="*/ 3027268 w 6514506"/>
              <a:gd name="connsiteY6516" fmla="*/ 360557 h 3658174"/>
              <a:gd name="connsiteX6517" fmla="*/ 3029626 w 6514506"/>
              <a:gd name="connsiteY6517" fmla="*/ 364521 h 3658174"/>
              <a:gd name="connsiteX6518" fmla="*/ 3027530 w 6514506"/>
              <a:gd name="connsiteY6518" fmla="*/ 370236 h 3658174"/>
              <a:gd name="connsiteX6519" fmla="*/ 3023339 w 6514506"/>
              <a:gd name="connsiteY6519" fmla="*/ 364236 h 3658174"/>
              <a:gd name="connsiteX6520" fmla="*/ 3027268 w 6514506"/>
              <a:gd name="connsiteY6520" fmla="*/ 360557 h 3658174"/>
              <a:gd name="connsiteX6521" fmla="*/ 4687488 w 6514506"/>
              <a:gd name="connsiteY6521" fmla="*/ 356234 h 3658174"/>
              <a:gd name="connsiteX6522" fmla="*/ 4690119 w 6514506"/>
              <a:gd name="connsiteY6522" fmla="*/ 358520 h 3658174"/>
              <a:gd name="connsiteX6523" fmla="*/ 4699453 w 6514506"/>
              <a:gd name="connsiteY6523" fmla="*/ 361473 h 3658174"/>
              <a:gd name="connsiteX6524" fmla="*/ 4720694 w 6514506"/>
              <a:gd name="connsiteY6524" fmla="*/ 372903 h 3658174"/>
              <a:gd name="connsiteX6525" fmla="*/ 4723647 w 6514506"/>
              <a:gd name="connsiteY6525" fmla="*/ 369284 h 3658174"/>
              <a:gd name="connsiteX6526" fmla="*/ 4727838 w 6514506"/>
              <a:gd name="connsiteY6526" fmla="*/ 369855 h 3658174"/>
              <a:gd name="connsiteX6527" fmla="*/ 4736315 w 6514506"/>
              <a:gd name="connsiteY6527" fmla="*/ 377094 h 3658174"/>
              <a:gd name="connsiteX6528" fmla="*/ 4735077 w 6514506"/>
              <a:gd name="connsiteY6528" fmla="*/ 381857 h 3658174"/>
              <a:gd name="connsiteX6529" fmla="*/ 4729648 w 6514506"/>
              <a:gd name="connsiteY6529" fmla="*/ 383952 h 3658174"/>
              <a:gd name="connsiteX6530" fmla="*/ 4723933 w 6514506"/>
              <a:gd name="connsiteY6530" fmla="*/ 385476 h 3658174"/>
              <a:gd name="connsiteX6531" fmla="*/ 4718885 w 6514506"/>
              <a:gd name="connsiteY6531" fmla="*/ 384619 h 3658174"/>
              <a:gd name="connsiteX6532" fmla="*/ 4702406 w 6514506"/>
              <a:gd name="connsiteY6532" fmla="*/ 382523 h 3658174"/>
              <a:gd name="connsiteX6533" fmla="*/ 4700025 w 6514506"/>
              <a:gd name="connsiteY6533" fmla="*/ 384619 h 3658174"/>
              <a:gd name="connsiteX6534" fmla="*/ 4695834 w 6514506"/>
              <a:gd name="connsiteY6534" fmla="*/ 387000 h 3658174"/>
              <a:gd name="connsiteX6535" fmla="*/ 4688309 w 6514506"/>
              <a:gd name="connsiteY6535" fmla="*/ 384333 h 3658174"/>
              <a:gd name="connsiteX6536" fmla="*/ 4683832 w 6514506"/>
              <a:gd name="connsiteY6536" fmla="*/ 377761 h 3658174"/>
              <a:gd name="connsiteX6537" fmla="*/ 4682404 w 6514506"/>
              <a:gd name="connsiteY6537" fmla="*/ 370617 h 3658174"/>
              <a:gd name="connsiteX6538" fmla="*/ 4685642 w 6514506"/>
              <a:gd name="connsiteY6538" fmla="*/ 364521 h 3658174"/>
              <a:gd name="connsiteX6539" fmla="*/ 4685928 w 6514506"/>
              <a:gd name="connsiteY6539" fmla="*/ 358235 h 3658174"/>
              <a:gd name="connsiteX6540" fmla="*/ 4687488 w 6514506"/>
              <a:gd name="connsiteY6540" fmla="*/ 356234 h 3658174"/>
              <a:gd name="connsiteX6541" fmla="*/ 2188568 w 6514506"/>
              <a:gd name="connsiteY6541" fmla="*/ 352234 h 3658174"/>
              <a:gd name="connsiteX6542" fmla="*/ 2192473 w 6514506"/>
              <a:gd name="connsiteY6542" fmla="*/ 353473 h 3658174"/>
              <a:gd name="connsiteX6543" fmla="*/ 2192759 w 6514506"/>
              <a:gd name="connsiteY6543" fmla="*/ 356426 h 3658174"/>
              <a:gd name="connsiteX6544" fmla="*/ 2192473 w 6514506"/>
              <a:gd name="connsiteY6544" fmla="*/ 359093 h 3658174"/>
              <a:gd name="connsiteX6545" fmla="*/ 2182281 w 6514506"/>
              <a:gd name="connsiteY6545" fmla="*/ 359760 h 3658174"/>
              <a:gd name="connsiteX6546" fmla="*/ 2180471 w 6514506"/>
              <a:gd name="connsiteY6546" fmla="*/ 356426 h 3658174"/>
              <a:gd name="connsiteX6547" fmla="*/ 2188568 w 6514506"/>
              <a:gd name="connsiteY6547" fmla="*/ 352234 h 3658174"/>
              <a:gd name="connsiteX6548" fmla="*/ 3066595 w 6514506"/>
              <a:gd name="connsiteY6548" fmla="*/ 344900 h 3658174"/>
              <a:gd name="connsiteX6549" fmla="*/ 3069631 w 6514506"/>
              <a:gd name="connsiteY6549" fmla="*/ 346043 h 3658174"/>
              <a:gd name="connsiteX6550" fmla="*/ 3073536 w 6514506"/>
              <a:gd name="connsiteY6550" fmla="*/ 351758 h 3658174"/>
              <a:gd name="connsiteX6551" fmla="*/ 3080394 w 6514506"/>
              <a:gd name="connsiteY6551" fmla="*/ 355664 h 3658174"/>
              <a:gd name="connsiteX6552" fmla="*/ 3087919 w 6514506"/>
              <a:gd name="connsiteY6552" fmla="*/ 360807 h 3658174"/>
              <a:gd name="connsiteX6553" fmla="*/ 3093634 w 6514506"/>
              <a:gd name="connsiteY6553" fmla="*/ 358426 h 3658174"/>
              <a:gd name="connsiteX6554" fmla="*/ 3096968 w 6514506"/>
              <a:gd name="connsiteY6554" fmla="*/ 353281 h 3658174"/>
              <a:gd name="connsiteX6555" fmla="*/ 3100301 w 6514506"/>
              <a:gd name="connsiteY6555" fmla="*/ 352425 h 3658174"/>
              <a:gd name="connsiteX6556" fmla="*/ 3105445 w 6514506"/>
              <a:gd name="connsiteY6556" fmla="*/ 351567 h 3658174"/>
              <a:gd name="connsiteX6557" fmla="*/ 3113255 w 6514506"/>
              <a:gd name="connsiteY6557" fmla="*/ 355378 h 3658174"/>
              <a:gd name="connsiteX6558" fmla="*/ 3126114 w 6514506"/>
              <a:gd name="connsiteY6558" fmla="*/ 359283 h 3658174"/>
              <a:gd name="connsiteX6559" fmla="*/ 3144973 w 6514506"/>
              <a:gd name="connsiteY6559" fmla="*/ 364712 h 3658174"/>
              <a:gd name="connsiteX6560" fmla="*/ 3145545 w 6514506"/>
              <a:gd name="connsiteY6560" fmla="*/ 370999 h 3658174"/>
              <a:gd name="connsiteX6561" fmla="*/ 3140116 w 6514506"/>
              <a:gd name="connsiteY6561" fmla="*/ 376427 h 3658174"/>
              <a:gd name="connsiteX6562" fmla="*/ 3130495 w 6514506"/>
              <a:gd name="connsiteY6562" fmla="*/ 377000 h 3658174"/>
              <a:gd name="connsiteX6563" fmla="*/ 3118780 w 6514506"/>
              <a:gd name="connsiteY6563" fmla="*/ 373094 h 3658174"/>
              <a:gd name="connsiteX6564" fmla="*/ 3116398 w 6514506"/>
              <a:gd name="connsiteY6564" fmla="*/ 367378 h 3658174"/>
              <a:gd name="connsiteX6565" fmla="*/ 3118780 w 6514506"/>
              <a:gd name="connsiteY6565" fmla="*/ 363474 h 3658174"/>
              <a:gd name="connsiteX6566" fmla="*/ 3109445 w 6514506"/>
              <a:gd name="connsiteY6566" fmla="*/ 364330 h 3658174"/>
              <a:gd name="connsiteX6567" fmla="*/ 3114208 w 6514506"/>
              <a:gd name="connsiteY6567" fmla="*/ 376332 h 3658174"/>
              <a:gd name="connsiteX6568" fmla="*/ 3123828 w 6514506"/>
              <a:gd name="connsiteY6568" fmla="*/ 381094 h 3658174"/>
              <a:gd name="connsiteX6569" fmla="*/ 3114874 w 6514506"/>
              <a:gd name="connsiteY6569" fmla="*/ 383477 h 3658174"/>
              <a:gd name="connsiteX6570" fmla="*/ 3108302 w 6514506"/>
              <a:gd name="connsiteY6570" fmla="*/ 381094 h 3658174"/>
              <a:gd name="connsiteX6571" fmla="*/ 3101158 w 6514506"/>
              <a:gd name="connsiteY6571" fmla="*/ 380524 h 3658174"/>
              <a:gd name="connsiteX6572" fmla="*/ 3086776 w 6514506"/>
              <a:gd name="connsiteY6572" fmla="*/ 383477 h 3658174"/>
              <a:gd name="connsiteX6573" fmla="*/ 3079918 w 6514506"/>
              <a:gd name="connsiteY6573" fmla="*/ 381953 h 3658174"/>
              <a:gd name="connsiteX6574" fmla="*/ 3072679 w 6514506"/>
              <a:gd name="connsiteY6574" fmla="*/ 383477 h 3658174"/>
              <a:gd name="connsiteX6575" fmla="*/ 3060391 w 6514506"/>
              <a:gd name="connsiteY6575" fmla="*/ 384715 h 3658174"/>
              <a:gd name="connsiteX6576" fmla="*/ 3045152 w 6514506"/>
              <a:gd name="connsiteY6576" fmla="*/ 374808 h 3658174"/>
              <a:gd name="connsiteX6577" fmla="*/ 3043913 w 6514506"/>
              <a:gd name="connsiteY6577" fmla="*/ 367284 h 3658174"/>
              <a:gd name="connsiteX6578" fmla="*/ 3044770 w 6514506"/>
              <a:gd name="connsiteY6578" fmla="*/ 365474 h 3658174"/>
              <a:gd name="connsiteX6579" fmla="*/ 3048961 w 6514506"/>
              <a:gd name="connsiteY6579" fmla="*/ 359188 h 3658174"/>
              <a:gd name="connsiteX6580" fmla="*/ 3050771 w 6514506"/>
              <a:gd name="connsiteY6580" fmla="*/ 357377 h 3658174"/>
              <a:gd name="connsiteX6581" fmla="*/ 3051343 w 6514506"/>
              <a:gd name="connsiteY6581" fmla="*/ 354710 h 3658174"/>
              <a:gd name="connsiteX6582" fmla="*/ 3055248 w 6514506"/>
              <a:gd name="connsiteY6582" fmla="*/ 352330 h 3658174"/>
              <a:gd name="connsiteX6583" fmla="*/ 3059153 w 6514506"/>
              <a:gd name="connsiteY6583" fmla="*/ 348995 h 3658174"/>
              <a:gd name="connsiteX6584" fmla="*/ 3062487 w 6514506"/>
              <a:gd name="connsiteY6584" fmla="*/ 346900 h 3658174"/>
              <a:gd name="connsiteX6585" fmla="*/ 3066595 w 6514506"/>
              <a:gd name="connsiteY6585" fmla="*/ 344900 h 3658174"/>
              <a:gd name="connsiteX6586" fmla="*/ 1513946 w 6514506"/>
              <a:gd name="connsiteY6586" fmla="*/ 341093 h 3658174"/>
              <a:gd name="connsiteX6587" fmla="*/ 1511190 w 6514506"/>
              <a:gd name="connsiteY6587" fmla="*/ 341665 h 3658174"/>
              <a:gd name="connsiteX6588" fmla="*/ 1511699 w 6514506"/>
              <a:gd name="connsiteY6588" fmla="*/ 343299 h 3658174"/>
              <a:gd name="connsiteX6589" fmla="*/ 1399231 w 6514506"/>
              <a:gd name="connsiteY6589" fmla="*/ 339947 h 3658174"/>
              <a:gd name="connsiteX6590" fmla="*/ 1401327 w 6514506"/>
              <a:gd name="connsiteY6590" fmla="*/ 341471 h 3658174"/>
              <a:gd name="connsiteX6591" fmla="*/ 1398945 w 6514506"/>
              <a:gd name="connsiteY6591" fmla="*/ 345090 h 3658174"/>
              <a:gd name="connsiteX6592" fmla="*/ 1394469 w 6514506"/>
              <a:gd name="connsiteY6592" fmla="*/ 346900 h 3658174"/>
              <a:gd name="connsiteX6593" fmla="*/ 1391135 w 6514506"/>
              <a:gd name="connsiteY6593" fmla="*/ 345090 h 3658174"/>
              <a:gd name="connsiteX6594" fmla="*/ 1399231 w 6514506"/>
              <a:gd name="connsiteY6594" fmla="*/ 339947 h 3658174"/>
              <a:gd name="connsiteX6595" fmla="*/ 3199837 w 6514506"/>
              <a:gd name="connsiteY6595" fmla="*/ 335755 h 3658174"/>
              <a:gd name="connsiteX6596" fmla="*/ 3197170 w 6514506"/>
              <a:gd name="connsiteY6596" fmla="*/ 338422 h 3658174"/>
              <a:gd name="connsiteX6597" fmla="*/ 3195932 w 6514506"/>
              <a:gd name="connsiteY6597" fmla="*/ 336328 h 3658174"/>
              <a:gd name="connsiteX6598" fmla="*/ 3199837 w 6514506"/>
              <a:gd name="connsiteY6598" fmla="*/ 335755 h 3658174"/>
              <a:gd name="connsiteX6599" fmla="*/ 1417233 w 6514506"/>
              <a:gd name="connsiteY6599" fmla="*/ 333660 h 3658174"/>
              <a:gd name="connsiteX6600" fmla="*/ 1424091 w 6514506"/>
              <a:gd name="connsiteY6600" fmla="*/ 333946 h 3658174"/>
              <a:gd name="connsiteX6601" fmla="*/ 1424376 w 6514506"/>
              <a:gd name="connsiteY6601" fmla="*/ 336327 h 3658174"/>
              <a:gd name="connsiteX6602" fmla="*/ 1415995 w 6514506"/>
              <a:gd name="connsiteY6602" fmla="*/ 340518 h 3658174"/>
              <a:gd name="connsiteX6603" fmla="*/ 1410946 w 6514506"/>
              <a:gd name="connsiteY6603" fmla="*/ 342042 h 3658174"/>
              <a:gd name="connsiteX6604" fmla="*/ 1409708 w 6514506"/>
              <a:gd name="connsiteY6604" fmla="*/ 338423 h 3658174"/>
              <a:gd name="connsiteX6605" fmla="*/ 1417233 w 6514506"/>
              <a:gd name="connsiteY6605" fmla="*/ 333660 h 3658174"/>
              <a:gd name="connsiteX6606" fmla="*/ 1434093 w 6514506"/>
              <a:gd name="connsiteY6606" fmla="*/ 333268 h 3658174"/>
              <a:gd name="connsiteX6607" fmla="*/ 1436093 w 6514506"/>
              <a:gd name="connsiteY6607" fmla="*/ 334518 h 3658174"/>
              <a:gd name="connsiteX6608" fmla="*/ 1429521 w 6514506"/>
              <a:gd name="connsiteY6608" fmla="*/ 338137 h 3658174"/>
              <a:gd name="connsiteX6609" fmla="*/ 1428949 w 6514506"/>
              <a:gd name="connsiteY6609" fmla="*/ 334518 h 3658174"/>
              <a:gd name="connsiteX6610" fmla="*/ 1434093 w 6514506"/>
              <a:gd name="connsiteY6610" fmla="*/ 333268 h 3658174"/>
              <a:gd name="connsiteX6611" fmla="*/ 5007873 w 6514506"/>
              <a:gd name="connsiteY6611" fmla="*/ 333184 h 3658174"/>
              <a:gd name="connsiteX6612" fmla="*/ 5015397 w 6514506"/>
              <a:gd name="connsiteY6612" fmla="*/ 334041 h 3658174"/>
              <a:gd name="connsiteX6613" fmla="*/ 5017207 w 6514506"/>
              <a:gd name="connsiteY6613" fmla="*/ 338518 h 3658174"/>
              <a:gd name="connsiteX6614" fmla="*/ 5012159 w 6514506"/>
              <a:gd name="connsiteY6614" fmla="*/ 338518 h 3658174"/>
              <a:gd name="connsiteX6615" fmla="*/ 5008444 w 6514506"/>
              <a:gd name="connsiteY6615" fmla="*/ 336518 h 3658174"/>
              <a:gd name="connsiteX6616" fmla="*/ 5007873 w 6514506"/>
              <a:gd name="connsiteY6616" fmla="*/ 333184 h 3658174"/>
              <a:gd name="connsiteX6617" fmla="*/ 4985572 w 6514506"/>
              <a:gd name="connsiteY6617" fmla="*/ 332387 h 3658174"/>
              <a:gd name="connsiteX6618" fmla="*/ 4993204 w 6514506"/>
              <a:gd name="connsiteY6618" fmla="*/ 333851 h 3658174"/>
              <a:gd name="connsiteX6619" fmla="*/ 5001301 w 6514506"/>
              <a:gd name="connsiteY6619" fmla="*/ 339852 h 3658174"/>
              <a:gd name="connsiteX6620" fmla="*/ 5007015 w 6514506"/>
              <a:gd name="connsiteY6620" fmla="*/ 346424 h 3658174"/>
              <a:gd name="connsiteX6621" fmla="*/ 5004063 w 6514506"/>
              <a:gd name="connsiteY6621" fmla="*/ 354235 h 3658174"/>
              <a:gd name="connsiteX6622" fmla="*/ 4992061 w 6514506"/>
              <a:gd name="connsiteY6622" fmla="*/ 357854 h 3658174"/>
              <a:gd name="connsiteX6623" fmla="*/ 4983107 w 6514506"/>
              <a:gd name="connsiteY6623" fmla="*/ 354806 h 3658174"/>
              <a:gd name="connsiteX6624" fmla="*/ 4976821 w 6514506"/>
              <a:gd name="connsiteY6624" fmla="*/ 351472 h 3658174"/>
              <a:gd name="connsiteX6625" fmla="*/ 4974154 w 6514506"/>
              <a:gd name="connsiteY6625" fmla="*/ 344900 h 3658174"/>
              <a:gd name="connsiteX6626" fmla="*/ 4974535 w 6514506"/>
              <a:gd name="connsiteY6626" fmla="*/ 338328 h 3658174"/>
              <a:gd name="connsiteX6627" fmla="*/ 4977583 w 6514506"/>
              <a:gd name="connsiteY6627" fmla="*/ 333851 h 3658174"/>
              <a:gd name="connsiteX6628" fmla="*/ 4985572 w 6514506"/>
              <a:gd name="connsiteY6628" fmla="*/ 332387 h 3658174"/>
              <a:gd name="connsiteX6629" fmla="*/ 1448095 w 6514506"/>
              <a:gd name="connsiteY6629" fmla="*/ 330327 h 3658174"/>
              <a:gd name="connsiteX6630" fmla="*/ 1451143 w 6514506"/>
              <a:gd name="connsiteY6630" fmla="*/ 331565 h 3658174"/>
              <a:gd name="connsiteX6631" fmla="*/ 1452000 w 6514506"/>
              <a:gd name="connsiteY6631" fmla="*/ 332803 h 3658174"/>
              <a:gd name="connsiteX6632" fmla="*/ 1456477 w 6514506"/>
              <a:gd name="connsiteY6632" fmla="*/ 333660 h 3658174"/>
              <a:gd name="connsiteX6633" fmla="*/ 1449237 w 6514506"/>
              <a:gd name="connsiteY6633" fmla="*/ 338423 h 3658174"/>
              <a:gd name="connsiteX6634" fmla="*/ 1439712 w 6514506"/>
              <a:gd name="connsiteY6634" fmla="*/ 339089 h 3658174"/>
              <a:gd name="connsiteX6635" fmla="*/ 1439141 w 6514506"/>
              <a:gd name="connsiteY6635" fmla="*/ 335756 h 3658174"/>
              <a:gd name="connsiteX6636" fmla="*/ 1448095 w 6514506"/>
              <a:gd name="connsiteY6636" fmla="*/ 330327 h 3658174"/>
              <a:gd name="connsiteX6637" fmla="*/ 5001491 w 6514506"/>
              <a:gd name="connsiteY6637" fmla="*/ 327469 h 3658174"/>
              <a:gd name="connsiteX6638" fmla="*/ 5003301 w 6514506"/>
              <a:gd name="connsiteY6638" fmla="*/ 327755 h 3658174"/>
              <a:gd name="connsiteX6639" fmla="*/ 5003301 w 6514506"/>
              <a:gd name="connsiteY6639" fmla="*/ 330136 h 3658174"/>
              <a:gd name="connsiteX6640" fmla="*/ 5001491 w 6514506"/>
              <a:gd name="connsiteY6640" fmla="*/ 327469 h 3658174"/>
              <a:gd name="connsiteX6641" fmla="*/ 1984828 w 6514506"/>
              <a:gd name="connsiteY6641" fmla="*/ 326516 h 3658174"/>
              <a:gd name="connsiteX6642" fmla="*/ 1995020 w 6514506"/>
              <a:gd name="connsiteY6642" fmla="*/ 327755 h 3658174"/>
              <a:gd name="connsiteX6643" fmla="*/ 2002545 w 6514506"/>
              <a:gd name="connsiteY6643" fmla="*/ 328326 h 3658174"/>
              <a:gd name="connsiteX6644" fmla="*/ 2012737 w 6514506"/>
              <a:gd name="connsiteY6644" fmla="*/ 332232 h 3658174"/>
              <a:gd name="connsiteX6645" fmla="*/ 2008831 w 6514506"/>
              <a:gd name="connsiteY6645" fmla="*/ 335852 h 3658174"/>
              <a:gd name="connsiteX6646" fmla="*/ 2005212 w 6514506"/>
              <a:gd name="connsiteY6646" fmla="*/ 337376 h 3658174"/>
              <a:gd name="connsiteX6647" fmla="*/ 2006069 w 6514506"/>
              <a:gd name="connsiteY6647" fmla="*/ 338899 h 3658174"/>
              <a:gd name="connsiteX6648" fmla="*/ 2003402 w 6514506"/>
              <a:gd name="connsiteY6648" fmla="*/ 340424 h 3658174"/>
              <a:gd name="connsiteX6649" fmla="*/ 2000449 w 6514506"/>
              <a:gd name="connsiteY6649" fmla="*/ 343757 h 3658174"/>
              <a:gd name="connsiteX6650" fmla="*/ 1993877 w 6514506"/>
              <a:gd name="connsiteY6650" fmla="*/ 343185 h 3658174"/>
              <a:gd name="connsiteX6651" fmla="*/ 1987305 w 6514506"/>
              <a:gd name="connsiteY6651" fmla="*/ 346520 h 3658174"/>
              <a:gd name="connsiteX6652" fmla="*/ 1987591 w 6514506"/>
              <a:gd name="connsiteY6652" fmla="*/ 349853 h 3658174"/>
              <a:gd name="connsiteX6653" fmla="*/ 1986733 w 6514506"/>
              <a:gd name="connsiteY6653" fmla="*/ 354616 h 3658174"/>
              <a:gd name="connsiteX6654" fmla="*/ 1979875 w 6514506"/>
              <a:gd name="connsiteY6654" fmla="*/ 360617 h 3658174"/>
              <a:gd name="connsiteX6655" fmla="*/ 1979590 w 6514506"/>
              <a:gd name="connsiteY6655" fmla="*/ 373475 h 3658174"/>
              <a:gd name="connsiteX6656" fmla="*/ 1984352 w 6514506"/>
              <a:gd name="connsiteY6656" fmla="*/ 387287 h 3658174"/>
              <a:gd name="connsiteX6657" fmla="*/ 1985590 w 6514506"/>
              <a:gd name="connsiteY6657" fmla="*/ 394145 h 3658174"/>
              <a:gd name="connsiteX6658" fmla="*/ 1978351 w 6514506"/>
              <a:gd name="connsiteY6658" fmla="*/ 392049 h 3658174"/>
              <a:gd name="connsiteX6659" fmla="*/ 1974446 w 6514506"/>
              <a:gd name="connsiteY6659" fmla="*/ 388619 h 3658174"/>
              <a:gd name="connsiteX6660" fmla="*/ 1972922 w 6514506"/>
              <a:gd name="connsiteY6660" fmla="*/ 390715 h 3658174"/>
              <a:gd name="connsiteX6661" fmla="*/ 1972636 w 6514506"/>
              <a:gd name="connsiteY6661" fmla="*/ 392906 h 3658174"/>
              <a:gd name="connsiteX6662" fmla="*/ 1962730 w 6514506"/>
              <a:gd name="connsiteY6662" fmla="*/ 387763 h 3658174"/>
              <a:gd name="connsiteX6663" fmla="*/ 1960063 w 6514506"/>
              <a:gd name="connsiteY6663" fmla="*/ 387763 h 3658174"/>
              <a:gd name="connsiteX6664" fmla="*/ 1957396 w 6514506"/>
              <a:gd name="connsiteY6664" fmla="*/ 387763 h 3658174"/>
              <a:gd name="connsiteX6665" fmla="*/ 1945966 w 6514506"/>
              <a:gd name="connsiteY6665" fmla="*/ 383286 h 3658174"/>
              <a:gd name="connsiteX6666" fmla="*/ 1942918 w 6514506"/>
              <a:gd name="connsiteY6666" fmla="*/ 379380 h 3658174"/>
              <a:gd name="connsiteX6667" fmla="*/ 1948348 w 6514506"/>
              <a:gd name="connsiteY6667" fmla="*/ 376714 h 3658174"/>
              <a:gd name="connsiteX6668" fmla="*/ 1951395 w 6514506"/>
              <a:gd name="connsiteY6668" fmla="*/ 374904 h 3658174"/>
              <a:gd name="connsiteX6669" fmla="*/ 1949014 w 6514506"/>
              <a:gd name="connsiteY6669" fmla="*/ 372809 h 3658174"/>
              <a:gd name="connsiteX6670" fmla="*/ 1948157 w 6514506"/>
              <a:gd name="connsiteY6670" fmla="*/ 370142 h 3658174"/>
              <a:gd name="connsiteX6671" fmla="*/ 1949681 w 6514506"/>
              <a:gd name="connsiteY6671" fmla="*/ 367475 h 3658174"/>
              <a:gd name="connsiteX6672" fmla="*/ 1946728 w 6514506"/>
              <a:gd name="connsiteY6672" fmla="*/ 366617 h 3658174"/>
              <a:gd name="connsiteX6673" fmla="*/ 1945490 w 6514506"/>
              <a:gd name="connsiteY6673" fmla="*/ 363951 h 3658174"/>
              <a:gd name="connsiteX6674" fmla="*/ 1938251 w 6514506"/>
              <a:gd name="connsiteY6674" fmla="*/ 363379 h 3658174"/>
              <a:gd name="connsiteX6675" fmla="*/ 1935298 w 6514506"/>
              <a:gd name="connsiteY6675" fmla="*/ 363379 h 3658174"/>
              <a:gd name="connsiteX6676" fmla="*/ 1931488 w 6514506"/>
              <a:gd name="connsiteY6676" fmla="*/ 364521 h 3658174"/>
              <a:gd name="connsiteX6677" fmla="*/ 1931203 w 6514506"/>
              <a:gd name="connsiteY6677" fmla="*/ 356426 h 3658174"/>
              <a:gd name="connsiteX6678" fmla="*/ 1940537 w 6514506"/>
              <a:gd name="connsiteY6678" fmla="*/ 346520 h 3658174"/>
              <a:gd name="connsiteX6679" fmla="*/ 1949491 w 6514506"/>
              <a:gd name="connsiteY6679" fmla="*/ 348043 h 3658174"/>
              <a:gd name="connsiteX6680" fmla="*/ 1955491 w 6514506"/>
              <a:gd name="connsiteY6680" fmla="*/ 345377 h 3658174"/>
              <a:gd name="connsiteX6681" fmla="*/ 1957301 w 6514506"/>
              <a:gd name="connsiteY6681" fmla="*/ 343280 h 3658174"/>
              <a:gd name="connsiteX6682" fmla="*/ 1960254 w 6514506"/>
              <a:gd name="connsiteY6682" fmla="*/ 341186 h 3658174"/>
              <a:gd name="connsiteX6683" fmla="*/ 1959397 w 6514506"/>
              <a:gd name="connsiteY6683" fmla="*/ 337852 h 3658174"/>
              <a:gd name="connsiteX6684" fmla="*/ 1962349 w 6514506"/>
              <a:gd name="connsiteY6684" fmla="*/ 333374 h 3658174"/>
              <a:gd name="connsiteX6685" fmla="*/ 1969207 w 6514506"/>
              <a:gd name="connsiteY6685" fmla="*/ 332803 h 3658174"/>
              <a:gd name="connsiteX6686" fmla="*/ 1984828 w 6514506"/>
              <a:gd name="connsiteY6686" fmla="*/ 326516 h 3658174"/>
              <a:gd name="connsiteX6687" fmla="*/ 2350969 w 6514506"/>
              <a:gd name="connsiteY6687" fmla="*/ 326421 h 3658174"/>
              <a:gd name="connsiteX6688" fmla="*/ 2347064 w 6514506"/>
              <a:gd name="connsiteY6688" fmla="*/ 332137 h 3658174"/>
              <a:gd name="connsiteX6689" fmla="*/ 2347350 w 6514506"/>
              <a:gd name="connsiteY6689" fmla="*/ 327946 h 3658174"/>
              <a:gd name="connsiteX6690" fmla="*/ 2350969 w 6514506"/>
              <a:gd name="connsiteY6690" fmla="*/ 326421 h 3658174"/>
              <a:gd name="connsiteX6691" fmla="*/ 4931959 w 6514506"/>
              <a:gd name="connsiteY6691" fmla="*/ 325373 h 3658174"/>
              <a:gd name="connsiteX6692" fmla="*/ 4933483 w 6514506"/>
              <a:gd name="connsiteY6692" fmla="*/ 328897 h 3658174"/>
              <a:gd name="connsiteX6693" fmla="*/ 4931102 w 6514506"/>
              <a:gd name="connsiteY6693" fmla="*/ 332231 h 3658174"/>
              <a:gd name="connsiteX6694" fmla="*/ 4931959 w 6514506"/>
              <a:gd name="connsiteY6694" fmla="*/ 325373 h 3658174"/>
              <a:gd name="connsiteX6695" fmla="*/ 4809658 w 6514506"/>
              <a:gd name="connsiteY6695" fmla="*/ 324897 h 3658174"/>
              <a:gd name="connsiteX6696" fmla="*/ 4815944 w 6514506"/>
              <a:gd name="connsiteY6696" fmla="*/ 325754 h 3658174"/>
              <a:gd name="connsiteX6697" fmla="*/ 4818325 w 6514506"/>
              <a:gd name="connsiteY6697" fmla="*/ 328135 h 3658174"/>
              <a:gd name="connsiteX6698" fmla="*/ 4811182 w 6514506"/>
              <a:gd name="connsiteY6698" fmla="*/ 329659 h 3658174"/>
              <a:gd name="connsiteX6699" fmla="*/ 4806419 w 6514506"/>
              <a:gd name="connsiteY6699" fmla="*/ 326326 h 3658174"/>
              <a:gd name="connsiteX6700" fmla="*/ 4809658 w 6514506"/>
              <a:gd name="connsiteY6700" fmla="*/ 324897 h 3658174"/>
              <a:gd name="connsiteX6701" fmla="*/ 1447238 w 6514506"/>
              <a:gd name="connsiteY6701" fmla="*/ 323754 h 3658174"/>
              <a:gd name="connsiteX6702" fmla="*/ 1444285 w 6514506"/>
              <a:gd name="connsiteY6702" fmla="*/ 330040 h 3658174"/>
              <a:gd name="connsiteX6703" fmla="*/ 1438855 w 6514506"/>
              <a:gd name="connsiteY6703" fmla="*/ 331564 h 3658174"/>
              <a:gd name="connsiteX6704" fmla="*/ 1438284 w 6514506"/>
              <a:gd name="connsiteY6704" fmla="*/ 328516 h 3658174"/>
              <a:gd name="connsiteX6705" fmla="*/ 1444285 w 6514506"/>
              <a:gd name="connsiteY6705" fmla="*/ 324325 h 3658174"/>
              <a:gd name="connsiteX6706" fmla="*/ 1447238 w 6514506"/>
              <a:gd name="connsiteY6706" fmla="*/ 323754 h 3658174"/>
              <a:gd name="connsiteX6707" fmla="*/ 4985012 w 6514506"/>
              <a:gd name="connsiteY6707" fmla="*/ 323373 h 3658174"/>
              <a:gd name="connsiteX6708" fmla="*/ 4991871 w 6514506"/>
              <a:gd name="connsiteY6708" fmla="*/ 326993 h 3658174"/>
              <a:gd name="connsiteX6709" fmla="*/ 4990346 w 6514506"/>
              <a:gd name="connsiteY6709" fmla="*/ 329088 h 3658174"/>
              <a:gd name="connsiteX6710" fmla="*/ 4985012 w 6514506"/>
              <a:gd name="connsiteY6710" fmla="*/ 326040 h 3658174"/>
              <a:gd name="connsiteX6711" fmla="*/ 4985012 w 6514506"/>
              <a:gd name="connsiteY6711" fmla="*/ 323373 h 3658174"/>
              <a:gd name="connsiteX6712" fmla="*/ 4995014 w 6514506"/>
              <a:gd name="connsiteY6712" fmla="*/ 321468 h 3658174"/>
              <a:gd name="connsiteX6713" fmla="*/ 4995585 w 6514506"/>
              <a:gd name="connsiteY6713" fmla="*/ 322992 h 3658174"/>
              <a:gd name="connsiteX6714" fmla="*/ 4991680 w 6514506"/>
              <a:gd name="connsiteY6714" fmla="*/ 321754 h 3658174"/>
              <a:gd name="connsiteX6715" fmla="*/ 4995014 w 6514506"/>
              <a:gd name="connsiteY6715" fmla="*/ 321468 h 3658174"/>
              <a:gd name="connsiteX6716" fmla="*/ 1463680 w 6514506"/>
              <a:gd name="connsiteY6716" fmla="*/ 320230 h 3658174"/>
              <a:gd name="connsiteX6717" fmla="*/ 1464668 w 6514506"/>
              <a:gd name="connsiteY6717" fmla="*/ 321659 h 3658174"/>
              <a:gd name="connsiteX6718" fmla="*/ 1449047 w 6514506"/>
              <a:gd name="connsiteY6718" fmla="*/ 326136 h 3658174"/>
              <a:gd name="connsiteX6719" fmla="*/ 1455048 w 6514506"/>
              <a:gd name="connsiteY6719" fmla="*/ 321944 h 3658174"/>
              <a:gd name="connsiteX6720" fmla="*/ 1463680 w 6514506"/>
              <a:gd name="connsiteY6720" fmla="*/ 320230 h 3658174"/>
              <a:gd name="connsiteX6721" fmla="*/ 1557156 w 6514506"/>
              <a:gd name="connsiteY6721" fmla="*/ 319278 h 3658174"/>
              <a:gd name="connsiteX6722" fmla="*/ 1560108 w 6514506"/>
              <a:gd name="connsiteY6722" fmla="*/ 323183 h 3658174"/>
              <a:gd name="connsiteX6723" fmla="*/ 1558870 w 6514506"/>
              <a:gd name="connsiteY6723" fmla="*/ 325279 h 3658174"/>
              <a:gd name="connsiteX6724" fmla="*/ 1556298 w 6514506"/>
              <a:gd name="connsiteY6724" fmla="*/ 322612 h 3658174"/>
              <a:gd name="connsiteX6725" fmla="*/ 1557156 w 6514506"/>
              <a:gd name="connsiteY6725" fmla="*/ 319278 h 3658174"/>
              <a:gd name="connsiteX6726" fmla="*/ 1486480 w 6514506"/>
              <a:gd name="connsiteY6726" fmla="*/ 319277 h 3658174"/>
              <a:gd name="connsiteX6727" fmla="*/ 1490671 w 6514506"/>
              <a:gd name="connsiteY6727" fmla="*/ 321658 h 3658174"/>
              <a:gd name="connsiteX6728" fmla="*/ 1486194 w 6514506"/>
              <a:gd name="connsiteY6728" fmla="*/ 327088 h 3658174"/>
              <a:gd name="connsiteX6729" fmla="*/ 1484194 w 6514506"/>
              <a:gd name="connsiteY6729" fmla="*/ 327088 h 3658174"/>
              <a:gd name="connsiteX6730" fmla="*/ 1470859 w 6514506"/>
              <a:gd name="connsiteY6730" fmla="*/ 330421 h 3658174"/>
              <a:gd name="connsiteX6731" fmla="*/ 1469621 w 6514506"/>
              <a:gd name="connsiteY6731" fmla="*/ 326516 h 3658174"/>
              <a:gd name="connsiteX6732" fmla="*/ 1478955 w 6514506"/>
              <a:gd name="connsiteY6732" fmla="*/ 320230 h 3658174"/>
              <a:gd name="connsiteX6733" fmla="*/ 1484194 w 6514506"/>
              <a:gd name="connsiteY6733" fmla="*/ 319468 h 3658174"/>
              <a:gd name="connsiteX6734" fmla="*/ 1486480 w 6514506"/>
              <a:gd name="connsiteY6734" fmla="*/ 319277 h 3658174"/>
              <a:gd name="connsiteX6735" fmla="*/ 1534390 w 6514506"/>
              <a:gd name="connsiteY6735" fmla="*/ 316611 h 3658174"/>
              <a:gd name="connsiteX6736" fmla="*/ 1528675 w 6514506"/>
              <a:gd name="connsiteY6736" fmla="*/ 319564 h 3658174"/>
              <a:gd name="connsiteX6737" fmla="*/ 1534390 w 6514506"/>
              <a:gd name="connsiteY6737" fmla="*/ 316611 h 3658174"/>
              <a:gd name="connsiteX6738" fmla="*/ 1511626 w 6514506"/>
              <a:gd name="connsiteY6738" fmla="*/ 316324 h 3658174"/>
              <a:gd name="connsiteX6739" fmla="*/ 1516103 w 6514506"/>
              <a:gd name="connsiteY6739" fmla="*/ 318706 h 3658174"/>
              <a:gd name="connsiteX6740" fmla="*/ 1511340 w 6514506"/>
              <a:gd name="connsiteY6740" fmla="*/ 322325 h 3658174"/>
              <a:gd name="connsiteX6741" fmla="*/ 1508959 w 6514506"/>
              <a:gd name="connsiteY6741" fmla="*/ 318991 h 3658174"/>
              <a:gd name="connsiteX6742" fmla="*/ 1511626 w 6514506"/>
              <a:gd name="connsiteY6742" fmla="*/ 316324 h 3658174"/>
              <a:gd name="connsiteX6743" fmla="*/ 2526896 w 6514506"/>
              <a:gd name="connsiteY6743" fmla="*/ 316229 h 3658174"/>
              <a:gd name="connsiteX6744" fmla="*/ 2531659 w 6514506"/>
              <a:gd name="connsiteY6744" fmla="*/ 316229 h 3658174"/>
              <a:gd name="connsiteX6745" fmla="*/ 2532746 w 6514506"/>
              <a:gd name="connsiteY6745" fmla="*/ 316369 h 3658174"/>
              <a:gd name="connsiteX6746" fmla="*/ 2533849 w 6514506"/>
              <a:gd name="connsiteY6746" fmla="*/ 316231 h 3658174"/>
              <a:gd name="connsiteX6747" fmla="*/ 2534405 w 6514506"/>
              <a:gd name="connsiteY6747" fmla="*/ 316581 h 3658174"/>
              <a:gd name="connsiteX6748" fmla="*/ 2536135 w 6514506"/>
              <a:gd name="connsiteY6748" fmla="*/ 316802 h 3658174"/>
              <a:gd name="connsiteX6749" fmla="*/ 2538707 w 6514506"/>
              <a:gd name="connsiteY6749" fmla="*/ 317790 h 3658174"/>
              <a:gd name="connsiteX6750" fmla="*/ 2536421 w 6514506"/>
              <a:gd name="connsiteY6750" fmla="*/ 319354 h 3658174"/>
              <a:gd name="connsiteX6751" fmla="*/ 2536421 w 6514506"/>
              <a:gd name="connsiteY6751" fmla="*/ 319470 h 3658174"/>
              <a:gd name="connsiteX6752" fmla="*/ 2536252 w 6514506"/>
              <a:gd name="connsiteY6752" fmla="*/ 319470 h 3658174"/>
              <a:gd name="connsiteX6753" fmla="*/ 2535278 w 6514506"/>
              <a:gd name="connsiteY6753" fmla="*/ 320136 h 3658174"/>
              <a:gd name="connsiteX6754" fmla="*/ 2530801 w 6514506"/>
              <a:gd name="connsiteY6754" fmla="*/ 320612 h 3658174"/>
              <a:gd name="connsiteX6755" fmla="*/ 2526896 w 6514506"/>
              <a:gd name="connsiteY6755" fmla="*/ 316229 h 3658174"/>
              <a:gd name="connsiteX6756" fmla="*/ 1569157 w 6514506"/>
              <a:gd name="connsiteY6756" fmla="*/ 316039 h 3658174"/>
              <a:gd name="connsiteX6757" fmla="*/ 1573920 w 6514506"/>
              <a:gd name="connsiteY6757" fmla="*/ 318706 h 3658174"/>
              <a:gd name="connsiteX6758" fmla="*/ 1566109 w 6514506"/>
              <a:gd name="connsiteY6758" fmla="*/ 324421 h 3658174"/>
              <a:gd name="connsiteX6759" fmla="*/ 1561918 w 6514506"/>
              <a:gd name="connsiteY6759" fmla="*/ 322897 h 3658174"/>
              <a:gd name="connsiteX6760" fmla="*/ 1564109 w 6514506"/>
              <a:gd name="connsiteY6760" fmla="*/ 318420 h 3658174"/>
              <a:gd name="connsiteX6761" fmla="*/ 1569157 w 6514506"/>
              <a:gd name="connsiteY6761" fmla="*/ 316039 h 3658174"/>
              <a:gd name="connsiteX6762" fmla="*/ 4930815 w 6514506"/>
              <a:gd name="connsiteY6762" fmla="*/ 314325 h 3658174"/>
              <a:gd name="connsiteX6763" fmla="*/ 4932624 w 6514506"/>
              <a:gd name="connsiteY6763" fmla="*/ 316706 h 3658174"/>
              <a:gd name="connsiteX6764" fmla="*/ 4930815 w 6514506"/>
              <a:gd name="connsiteY6764" fmla="*/ 320326 h 3658174"/>
              <a:gd name="connsiteX6765" fmla="*/ 4930815 w 6514506"/>
              <a:gd name="connsiteY6765" fmla="*/ 314325 h 3658174"/>
              <a:gd name="connsiteX6766" fmla="*/ 4950627 w 6514506"/>
              <a:gd name="connsiteY6766" fmla="*/ 313372 h 3658174"/>
              <a:gd name="connsiteX6767" fmla="*/ 4955676 w 6514506"/>
              <a:gd name="connsiteY6767" fmla="*/ 314038 h 3658174"/>
              <a:gd name="connsiteX6768" fmla="*/ 4956913 w 6514506"/>
              <a:gd name="connsiteY6768" fmla="*/ 319087 h 3658174"/>
              <a:gd name="connsiteX6769" fmla="*/ 4951199 w 6514506"/>
              <a:gd name="connsiteY6769" fmla="*/ 317848 h 3658174"/>
              <a:gd name="connsiteX6770" fmla="*/ 4950627 w 6514506"/>
              <a:gd name="connsiteY6770" fmla="*/ 313372 h 3658174"/>
              <a:gd name="connsiteX6771" fmla="*/ 1583540 w 6514506"/>
              <a:gd name="connsiteY6771" fmla="*/ 313277 h 3658174"/>
              <a:gd name="connsiteX6772" fmla="*/ 1583254 w 6514506"/>
              <a:gd name="connsiteY6772" fmla="*/ 317754 h 3658174"/>
              <a:gd name="connsiteX6773" fmla="*/ 1578491 w 6514506"/>
              <a:gd name="connsiteY6773" fmla="*/ 319849 h 3658174"/>
              <a:gd name="connsiteX6774" fmla="*/ 1577253 w 6514506"/>
              <a:gd name="connsiteY6774" fmla="*/ 315373 h 3658174"/>
              <a:gd name="connsiteX6775" fmla="*/ 1583540 w 6514506"/>
              <a:gd name="connsiteY6775" fmla="*/ 313277 h 3658174"/>
              <a:gd name="connsiteX6776" fmla="*/ 4909194 w 6514506"/>
              <a:gd name="connsiteY6776" fmla="*/ 313181 h 3658174"/>
              <a:gd name="connsiteX6777" fmla="*/ 4910432 w 6514506"/>
              <a:gd name="connsiteY6777" fmla="*/ 315277 h 3658174"/>
              <a:gd name="connsiteX6778" fmla="*/ 4902621 w 6514506"/>
              <a:gd name="connsiteY6778" fmla="*/ 317658 h 3658174"/>
              <a:gd name="connsiteX6779" fmla="*/ 4902907 w 6514506"/>
              <a:gd name="connsiteY6779" fmla="*/ 315848 h 3658174"/>
              <a:gd name="connsiteX6780" fmla="*/ 4905574 w 6514506"/>
              <a:gd name="connsiteY6780" fmla="*/ 315563 h 3658174"/>
              <a:gd name="connsiteX6781" fmla="*/ 4909194 w 6514506"/>
              <a:gd name="connsiteY6781" fmla="*/ 313181 h 3658174"/>
              <a:gd name="connsiteX6782" fmla="*/ 1609543 w 6514506"/>
              <a:gd name="connsiteY6782" fmla="*/ 313086 h 3658174"/>
              <a:gd name="connsiteX6783" fmla="*/ 1610781 w 6514506"/>
              <a:gd name="connsiteY6783" fmla="*/ 315181 h 3658174"/>
              <a:gd name="connsiteX6784" fmla="*/ 1606305 w 6514506"/>
              <a:gd name="connsiteY6784" fmla="*/ 316039 h 3658174"/>
              <a:gd name="connsiteX6785" fmla="*/ 1605066 w 6514506"/>
              <a:gd name="connsiteY6785" fmla="*/ 313657 h 3658174"/>
              <a:gd name="connsiteX6786" fmla="*/ 1609543 w 6514506"/>
              <a:gd name="connsiteY6786" fmla="*/ 313086 h 3658174"/>
              <a:gd name="connsiteX6787" fmla="*/ 1565918 w 6514506"/>
              <a:gd name="connsiteY6787" fmla="*/ 309943 h 3658174"/>
              <a:gd name="connsiteX6788" fmla="*/ 1569538 w 6514506"/>
              <a:gd name="connsiteY6788" fmla="*/ 311753 h 3658174"/>
              <a:gd name="connsiteX6789" fmla="*/ 1572491 w 6514506"/>
              <a:gd name="connsiteY6789" fmla="*/ 311182 h 3658174"/>
              <a:gd name="connsiteX6790" fmla="*/ 1575157 w 6514506"/>
              <a:gd name="connsiteY6790" fmla="*/ 312991 h 3658174"/>
              <a:gd name="connsiteX6791" fmla="*/ 1566490 w 6514506"/>
              <a:gd name="connsiteY6791" fmla="*/ 314230 h 3658174"/>
              <a:gd name="connsiteX6792" fmla="*/ 1559918 w 6514506"/>
              <a:gd name="connsiteY6792" fmla="*/ 315087 h 3658174"/>
              <a:gd name="connsiteX6793" fmla="*/ 1558394 w 6514506"/>
              <a:gd name="connsiteY6793" fmla="*/ 311753 h 3658174"/>
              <a:gd name="connsiteX6794" fmla="*/ 1565918 w 6514506"/>
              <a:gd name="connsiteY6794" fmla="*/ 309943 h 3658174"/>
              <a:gd name="connsiteX6795" fmla="*/ 2684153 w 6514506"/>
              <a:gd name="connsiteY6795" fmla="*/ 303656 h 3658174"/>
              <a:gd name="connsiteX6796" fmla="*/ 2685011 w 6514506"/>
              <a:gd name="connsiteY6796" fmla="*/ 306324 h 3658174"/>
              <a:gd name="connsiteX6797" fmla="*/ 2684153 w 6514506"/>
              <a:gd name="connsiteY6797" fmla="*/ 303656 h 3658174"/>
              <a:gd name="connsiteX6798" fmla="*/ 4397035 w 6514506"/>
              <a:gd name="connsiteY6798" fmla="*/ 301846 h 3658174"/>
              <a:gd name="connsiteX6799" fmla="*/ 4416846 w 6514506"/>
              <a:gd name="connsiteY6799" fmla="*/ 312610 h 3658174"/>
              <a:gd name="connsiteX6800" fmla="*/ 4413513 w 6514506"/>
              <a:gd name="connsiteY6800" fmla="*/ 319182 h 3658174"/>
              <a:gd name="connsiteX6801" fmla="*/ 4399797 w 6514506"/>
              <a:gd name="connsiteY6801" fmla="*/ 331850 h 3658174"/>
              <a:gd name="connsiteX6802" fmla="*/ 4395892 w 6514506"/>
              <a:gd name="connsiteY6802" fmla="*/ 340518 h 3658174"/>
              <a:gd name="connsiteX6803" fmla="*/ 4391701 w 6514506"/>
              <a:gd name="connsiteY6803" fmla="*/ 347662 h 3658174"/>
              <a:gd name="connsiteX6804" fmla="*/ 4388367 w 6514506"/>
              <a:gd name="connsiteY6804" fmla="*/ 353662 h 3658174"/>
              <a:gd name="connsiteX6805" fmla="*/ 4388938 w 6514506"/>
              <a:gd name="connsiteY6805" fmla="*/ 357568 h 3658174"/>
              <a:gd name="connsiteX6806" fmla="*/ 4383795 w 6514506"/>
              <a:gd name="connsiteY6806" fmla="*/ 369283 h 3658174"/>
              <a:gd name="connsiteX6807" fmla="*/ 4372746 w 6514506"/>
              <a:gd name="connsiteY6807" fmla="*/ 374046 h 3658174"/>
              <a:gd name="connsiteX6808" fmla="*/ 4368555 w 6514506"/>
              <a:gd name="connsiteY6808" fmla="*/ 373189 h 3658174"/>
              <a:gd name="connsiteX6809" fmla="*/ 4362840 w 6514506"/>
              <a:gd name="connsiteY6809" fmla="*/ 378618 h 3658174"/>
              <a:gd name="connsiteX6810" fmla="*/ 4347886 w 6514506"/>
              <a:gd name="connsiteY6810" fmla="*/ 376808 h 3658174"/>
              <a:gd name="connsiteX6811" fmla="*/ 4320930 w 6514506"/>
              <a:gd name="connsiteY6811" fmla="*/ 365378 h 3658174"/>
              <a:gd name="connsiteX6812" fmla="*/ 4318549 w 6514506"/>
              <a:gd name="connsiteY6812" fmla="*/ 356425 h 3658174"/>
              <a:gd name="connsiteX6813" fmla="*/ 4319120 w 6514506"/>
              <a:gd name="connsiteY6813" fmla="*/ 345947 h 3658174"/>
              <a:gd name="connsiteX6814" fmla="*/ 4318549 w 6514506"/>
              <a:gd name="connsiteY6814" fmla="*/ 341470 h 3658174"/>
              <a:gd name="connsiteX6815" fmla="*/ 4317691 w 6514506"/>
              <a:gd name="connsiteY6815" fmla="*/ 338137 h 3658174"/>
              <a:gd name="connsiteX6816" fmla="*/ 4314358 w 6514506"/>
              <a:gd name="connsiteY6816" fmla="*/ 333374 h 3658174"/>
              <a:gd name="connsiteX6817" fmla="*/ 4307500 w 6514506"/>
              <a:gd name="connsiteY6817" fmla="*/ 324992 h 3658174"/>
              <a:gd name="connsiteX6818" fmla="*/ 4309881 w 6514506"/>
              <a:gd name="connsiteY6818" fmla="*/ 313943 h 3658174"/>
              <a:gd name="connsiteX6819" fmla="*/ 4324835 w 6514506"/>
              <a:gd name="connsiteY6819" fmla="*/ 308228 h 3658174"/>
              <a:gd name="connsiteX6820" fmla="*/ 4336551 w 6514506"/>
              <a:gd name="connsiteY6820" fmla="*/ 306133 h 3658174"/>
              <a:gd name="connsiteX6821" fmla="*/ 4353029 w 6514506"/>
              <a:gd name="connsiteY6821" fmla="*/ 306990 h 3658174"/>
              <a:gd name="connsiteX6822" fmla="*/ 4361983 w 6514506"/>
              <a:gd name="connsiteY6822" fmla="*/ 305466 h 3658174"/>
              <a:gd name="connsiteX6823" fmla="*/ 4368269 w 6514506"/>
              <a:gd name="connsiteY6823" fmla="*/ 305466 h 3658174"/>
              <a:gd name="connsiteX6824" fmla="*/ 4374270 w 6514506"/>
              <a:gd name="connsiteY6824" fmla="*/ 304228 h 3658174"/>
              <a:gd name="connsiteX6825" fmla="*/ 4397035 w 6514506"/>
              <a:gd name="connsiteY6825" fmla="*/ 301846 h 3658174"/>
              <a:gd name="connsiteX6826" fmla="*/ 4704894 w 6514506"/>
              <a:gd name="connsiteY6826" fmla="*/ 301633 h 3658174"/>
              <a:gd name="connsiteX6827" fmla="*/ 4707359 w 6514506"/>
              <a:gd name="connsiteY6827" fmla="*/ 304895 h 3658174"/>
              <a:gd name="connsiteX6828" fmla="*/ 4708216 w 6514506"/>
              <a:gd name="connsiteY6828" fmla="*/ 309657 h 3658174"/>
              <a:gd name="connsiteX6829" fmla="*/ 4710311 w 6514506"/>
              <a:gd name="connsiteY6829" fmla="*/ 312610 h 3658174"/>
              <a:gd name="connsiteX6830" fmla="*/ 4727075 w 6514506"/>
              <a:gd name="connsiteY6830" fmla="*/ 318039 h 3658174"/>
              <a:gd name="connsiteX6831" fmla="*/ 4734219 w 6514506"/>
              <a:gd name="connsiteY6831" fmla="*/ 321944 h 3658174"/>
              <a:gd name="connsiteX6832" fmla="*/ 4746792 w 6514506"/>
              <a:gd name="connsiteY6832" fmla="*/ 322516 h 3658174"/>
              <a:gd name="connsiteX6833" fmla="*/ 4753650 w 6514506"/>
              <a:gd name="connsiteY6833" fmla="*/ 324326 h 3658174"/>
              <a:gd name="connsiteX6834" fmla="*/ 4757841 w 6514506"/>
              <a:gd name="connsiteY6834" fmla="*/ 327660 h 3658174"/>
              <a:gd name="connsiteX6835" fmla="*/ 4756317 w 6514506"/>
              <a:gd name="connsiteY6835" fmla="*/ 331851 h 3658174"/>
              <a:gd name="connsiteX6836" fmla="*/ 4751269 w 6514506"/>
              <a:gd name="connsiteY6836" fmla="*/ 338709 h 3658174"/>
              <a:gd name="connsiteX6837" fmla="*/ 4745935 w 6514506"/>
              <a:gd name="connsiteY6837" fmla="*/ 346805 h 3658174"/>
              <a:gd name="connsiteX6838" fmla="*/ 4747364 w 6514506"/>
              <a:gd name="connsiteY6838" fmla="*/ 348900 h 3658174"/>
              <a:gd name="connsiteX6839" fmla="*/ 4750697 w 6514506"/>
              <a:gd name="connsiteY6839" fmla="*/ 344424 h 3658174"/>
              <a:gd name="connsiteX6840" fmla="*/ 4759365 w 6514506"/>
              <a:gd name="connsiteY6840" fmla="*/ 335756 h 3658174"/>
              <a:gd name="connsiteX6841" fmla="*/ 4759365 w 6514506"/>
              <a:gd name="connsiteY6841" fmla="*/ 339947 h 3658174"/>
              <a:gd name="connsiteX6842" fmla="*/ 4760889 w 6514506"/>
              <a:gd name="connsiteY6842" fmla="*/ 346233 h 3658174"/>
              <a:gd name="connsiteX6843" fmla="*/ 4765842 w 6514506"/>
              <a:gd name="connsiteY6843" fmla="*/ 346233 h 3658174"/>
              <a:gd name="connsiteX6844" fmla="*/ 4769938 w 6514506"/>
              <a:gd name="connsiteY6844" fmla="*/ 346424 h 3658174"/>
              <a:gd name="connsiteX6845" fmla="*/ 4772319 w 6514506"/>
              <a:gd name="connsiteY6845" fmla="*/ 344614 h 3658174"/>
              <a:gd name="connsiteX6846" fmla="*/ 4777082 w 6514506"/>
              <a:gd name="connsiteY6846" fmla="*/ 344042 h 3658174"/>
              <a:gd name="connsiteX6847" fmla="*/ 4779177 w 6514506"/>
              <a:gd name="connsiteY6847" fmla="*/ 346995 h 3658174"/>
              <a:gd name="connsiteX6848" fmla="*/ 4779463 w 6514506"/>
              <a:gd name="connsiteY6848" fmla="*/ 350901 h 3658174"/>
              <a:gd name="connsiteX6849" fmla="*/ 4787845 w 6514506"/>
              <a:gd name="connsiteY6849" fmla="*/ 354806 h 3658174"/>
              <a:gd name="connsiteX6850" fmla="*/ 4794703 w 6514506"/>
              <a:gd name="connsiteY6850" fmla="*/ 360521 h 3658174"/>
              <a:gd name="connsiteX6851" fmla="*/ 4805180 w 6514506"/>
              <a:gd name="connsiteY6851" fmla="*/ 365950 h 3658174"/>
              <a:gd name="connsiteX6852" fmla="*/ 4816230 w 6514506"/>
              <a:gd name="connsiteY6852" fmla="*/ 373094 h 3658174"/>
              <a:gd name="connsiteX6853" fmla="*/ 4821659 w 6514506"/>
              <a:gd name="connsiteY6853" fmla="*/ 373951 h 3658174"/>
              <a:gd name="connsiteX6854" fmla="*/ 4822230 w 6514506"/>
              <a:gd name="connsiteY6854" fmla="*/ 371570 h 3658174"/>
              <a:gd name="connsiteX6855" fmla="*/ 4816515 w 6514506"/>
              <a:gd name="connsiteY6855" fmla="*/ 365569 h 3658174"/>
              <a:gd name="connsiteX6856" fmla="*/ 4812039 w 6514506"/>
              <a:gd name="connsiteY6856" fmla="*/ 359283 h 3658174"/>
              <a:gd name="connsiteX6857" fmla="*/ 4806038 w 6514506"/>
              <a:gd name="connsiteY6857" fmla="*/ 351186 h 3658174"/>
              <a:gd name="connsiteX6858" fmla="*/ 4808419 w 6514506"/>
              <a:gd name="connsiteY6858" fmla="*/ 345186 h 3658174"/>
              <a:gd name="connsiteX6859" fmla="*/ 4825183 w 6514506"/>
              <a:gd name="connsiteY6859" fmla="*/ 352710 h 3658174"/>
              <a:gd name="connsiteX6860" fmla="*/ 4836232 w 6514506"/>
              <a:gd name="connsiteY6860" fmla="*/ 358139 h 3658174"/>
              <a:gd name="connsiteX6861" fmla="*/ 4839185 w 6514506"/>
              <a:gd name="connsiteY6861" fmla="*/ 364140 h 3658174"/>
              <a:gd name="connsiteX6862" fmla="*/ 4838327 w 6514506"/>
              <a:gd name="connsiteY6862" fmla="*/ 367474 h 3658174"/>
              <a:gd name="connsiteX6863" fmla="*/ 4838042 w 6514506"/>
              <a:gd name="connsiteY6863" fmla="*/ 372903 h 3658174"/>
              <a:gd name="connsiteX6864" fmla="*/ 4844328 w 6514506"/>
              <a:gd name="connsiteY6864" fmla="*/ 376523 h 3658174"/>
              <a:gd name="connsiteX6865" fmla="*/ 4856615 w 6514506"/>
              <a:gd name="connsiteY6865" fmla="*/ 382524 h 3658174"/>
              <a:gd name="connsiteX6866" fmla="*/ 4865569 w 6514506"/>
              <a:gd name="connsiteY6866" fmla="*/ 388238 h 3658174"/>
              <a:gd name="connsiteX6867" fmla="*/ 4874237 w 6514506"/>
              <a:gd name="connsiteY6867" fmla="*/ 388524 h 3658174"/>
              <a:gd name="connsiteX6868" fmla="*/ 4870046 w 6514506"/>
              <a:gd name="connsiteY6868" fmla="*/ 376809 h 3658174"/>
              <a:gd name="connsiteX6869" fmla="*/ 4866140 w 6514506"/>
              <a:gd name="connsiteY6869" fmla="*/ 367188 h 3658174"/>
              <a:gd name="connsiteX6870" fmla="*/ 4873380 w 6514506"/>
              <a:gd name="connsiteY6870" fmla="*/ 368046 h 3658174"/>
              <a:gd name="connsiteX6871" fmla="*/ 4876047 w 6514506"/>
              <a:gd name="connsiteY6871" fmla="*/ 366522 h 3658174"/>
              <a:gd name="connsiteX6872" fmla="*/ 4867664 w 6514506"/>
              <a:gd name="connsiteY6872" fmla="*/ 358997 h 3658174"/>
              <a:gd name="connsiteX6873" fmla="*/ 4861664 w 6514506"/>
              <a:gd name="connsiteY6873" fmla="*/ 350329 h 3658174"/>
              <a:gd name="connsiteX6874" fmla="*/ 4865569 w 6514506"/>
              <a:gd name="connsiteY6874" fmla="*/ 347662 h 3658174"/>
              <a:gd name="connsiteX6875" fmla="*/ 4865855 w 6514506"/>
              <a:gd name="connsiteY6875" fmla="*/ 344709 h 3658174"/>
              <a:gd name="connsiteX6876" fmla="*/ 4862521 w 6514506"/>
              <a:gd name="connsiteY6876" fmla="*/ 339280 h 3658174"/>
              <a:gd name="connsiteX6877" fmla="*/ 4860140 w 6514506"/>
              <a:gd name="connsiteY6877" fmla="*/ 338709 h 3658174"/>
              <a:gd name="connsiteX6878" fmla="*/ 4854139 w 6514506"/>
              <a:gd name="connsiteY6878" fmla="*/ 341090 h 3658174"/>
              <a:gd name="connsiteX6879" fmla="*/ 4848424 w 6514506"/>
              <a:gd name="connsiteY6879" fmla="*/ 337185 h 3658174"/>
              <a:gd name="connsiteX6880" fmla="*/ 4845090 w 6514506"/>
              <a:gd name="connsiteY6880" fmla="*/ 335375 h 3658174"/>
              <a:gd name="connsiteX6881" fmla="*/ 4839375 w 6514506"/>
              <a:gd name="connsiteY6881" fmla="*/ 331755 h 3658174"/>
              <a:gd name="connsiteX6882" fmla="*/ 4839947 w 6514506"/>
              <a:gd name="connsiteY6882" fmla="*/ 327279 h 3658174"/>
              <a:gd name="connsiteX6883" fmla="*/ 4851948 w 6514506"/>
              <a:gd name="connsiteY6883" fmla="*/ 329088 h 3658174"/>
              <a:gd name="connsiteX6884" fmla="*/ 4861568 w 6514506"/>
              <a:gd name="connsiteY6884" fmla="*/ 326421 h 3658174"/>
              <a:gd name="connsiteX6885" fmla="*/ 4872046 w 6514506"/>
              <a:gd name="connsiteY6885" fmla="*/ 322516 h 3658174"/>
              <a:gd name="connsiteX6886" fmla="*/ 4876523 w 6514506"/>
              <a:gd name="connsiteY6886" fmla="*/ 327279 h 3658174"/>
              <a:gd name="connsiteX6887" fmla="*/ 4877761 w 6514506"/>
              <a:gd name="connsiteY6887" fmla="*/ 330612 h 3658174"/>
              <a:gd name="connsiteX6888" fmla="*/ 4885571 w 6514506"/>
              <a:gd name="connsiteY6888" fmla="*/ 330612 h 3658174"/>
              <a:gd name="connsiteX6889" fmla="*/ 4890334 w 6514506"/>
              <a:gd name="connsiteY6889" fmla="*/ 329374 h 3658174"/>
              <a:gd name="connsiteX6890" fmla="*/ 4897192 w 6514506"/>
              <a:gd name="connsiteY6890" fmla="*/ 326040 h 3658174"/>
              <a:gd name="connsiteX6891" fmla="*/ 4901955 w 6514506"/>
              <a:gd name="connsiteY6891" fmla="*/ 331755 h 3658174"/>
              <a:gd name="connsiteX6892" fmla="*/ 4904050 w 6514506"/>
              <a:gd name="connsiteY6892" fmla="*/ 337470 h 3658174"/>
              <a:gd name="connsiteX6893" fmla="*/ 4907384 w 6514506"/>
              <a:gd name="connsiteY6893" fmla="*/ 344995 h 3658174"/>
              <a:gd name="connsiteX6894" fmla="*/ 4902335 w 6514506"/>
              <a:gd name="connsiteY6894" fmla="*/ 343471 h 3658174"/>
              <a:gd name="connsiteX6895" fmla="*/ 4898430 w 6514506"/>
              <a:gd name="connsiteY6895" fmla="*/ 339852 h 3658174"/>
              <a:gd name="connsiteX6896" fmla="*/ 4897859 w 6514506"/>
              <a:gd name="connsiteY6896" fmla="*/ 346424 h 3658174"/>
              <a:gd name="connsiteX6897" fmla="*/ 4901478 w 6514506"/>
              <a:gd name="connsiteY6897" fmla="*/ 351472 h 3658174"/>
              <a:gd name="connsiteX6898" fmla="*/ 4906907 w 6514506"/>
              <a:gd name="connsiteY6898" fmla="*/ 352043 h 3658174"/>
              <a:gd name="connsiteX6899" fmla="*/ 4909003 w 6514506"/>
              <a:gd name="connsiteY6899" fmla="*/ 355949 h 3658174"/>
              <a:gd name="connsiteX6900" fmla="*/ 4912622 w 6514506"/>
              <a:gd name="connsiteY6900" fmla="*/ 356235 h 3658174"/>
              <a:gd name="connsiteX6901" fmla="*/ 4916242 w 6514506"/>
              <a:gd name="connsiteY6901" fmla="*/ 359187 h 3658174"/>
              <a:gd name="connsiteX6902" fmla="*/ 4926719 w 6514506"/>
              <a:gd name="connsiteY6902" fmla="*/ 363092 h 3658174"/>
              <a:gd name="connsiteX6903" fmla="*/ 4940816 w 6514506"/>
              <a:gd name="connsiteY6903" fmla="*/ 366045 h 3658174"/>
              <a:gd name="connsiteX6904" fmla="*/ 4945579 w 6514506"/>
              <a:gd name="connsiteY6904" fmla="*/ 372903 h 3658174"/>
              <a:gd name="connsiteX6905" fmla="*/ 4947103 w 6514506"/>
              <a:gd name="connsiteY6905" fmla="*/ 378618 h 3658174"/>
              <a:gd name="connsiteX6906" fmla="*/ 4944722 w 6514506"/>
              <a:gd name="connsiteY6906" fmla="*/ 383095 h 3658174"/>
              <a:gd name="connsiteX6907" fmla="*/ 4943483 w 6514506"/>
              <a:gd name="connsiteY6907" fmla="*/ 386048 h 3658174"/>
              <a:gd name="connsiteX6908" fmla="*/ 4940816 w 6514506"/>
              <a:gd name="connsiteY6908" fmla="*/ 387572 h 3658174"/>
              <a:gd name="connsiteX6909" fmla="*/ 4937197 w 6514506"/>
              <a:gd name="connsiteY6909" fmla="*/ 390525 h 3658174"/>
              <a:gd name="connsiteX6910" fmla="*/ 4935101 w 6514506"/>
              <a:gd name="connsiteY6910" fmla="*/ 396525 h 3658174"/>
              <a:gd name="connsiteX6911" fmla="*/ 4930339 w 6514506"/>
              <a:gd name="connsiteY6911" fmla="*/ 395287 h 3658174"/>
              <a:gd name="connsiteX6912" fmla="*/ 4925576 w 6514506"/>
              <a:gd name="connsiteY6912" fmla="*/ 391096 h 3658174"/>
              <a:gd name="connsiteX6913" fmla="*/ 4923481 w 6514506"/>
              <a:gd name="connsiteY6913" fmla="*/ 387191 h 3658174"/>
              <a:gd name="connsiteX6914" fmla="*/ 4919862 w 6514506"/>
              <a:gd name="connsiteY6914" fmla="*/ 388048 h 3658174"/>
              <a:gd name="connsiteX6915" fmla="*/ 4915956 w 6514506"/>
              <a:gd name="connsiteY6915" fmla="*/ 391953 h 3658174"/>
              <a:gd name="connsiteX6916" fmla="*/ 4923767 w 6514506"/>
              <a:gd name="connsiteY6916" fmla="*/ 395287 h 3658174"/>
              <a:gd name="connsiteX6917" fmla="*/ 4930625 w 6514506"/>
              <a:gd name="connsiteY6917" fmla="*/ 399764 h 3658174"/>
              <a:gd name="connsiteX6918" fmla="*/ 4927672 w 6514506"/>
              <a:gd name="connsiteY6918" fmla="*/ 401002 h 3658174"/>
              <a:gd name="connsiteX6919" fmla="*/ 4921100 w 6514506"/>
              <a:gd name="connsiteY6919" fmla="*/ 398907 h 3658174"/>
              <a:gd name="connsiteX6920" fmla="*/ 4920814 w 6514506"/>
              <a:gd name="connsiteY6920" fmla="*/ 401859 h 3658174"/>
              <a:gd name="connsiteX6921" fmla="*/ 4918433 w 6514506"/>
              <a:gd name="connsiteY6921" fmla="*/ 405479 h 3658174"/>
              <a:gd name="connsiteX6922" fmla="*/ 4907955 w 6514506"/>
              <a:gd name="connsiteY6922" fmla="*/ 403955 h 3658174"/>
              <a:gd name="connsiteX6923" fmla="*/ 4899859 w 6514506"/>
              <a:gd name="connsiteY6923" fmla="*/ 403098 h 3658174"/>
              <a:gd name="connsiteX6924" fmla="*/ 4891477 w 6514506"/>
              <a:gd name="connsiteY6924" fmla="*/ 404622 h 3658174"/>
              <a:gd name="connsiteX6925" fmla="*/ 4895096 w 6514506"/>
              <a:gd name="connsiteY6925" fmla="*/ 407003 h 3658174"/>
              <a:gd name="connsiteX6926" fmla="*/ 4905860 w 6514506"/>
              <a:gd name="connsiteY6926" fmla="*/ 409098 h 3658174"/>
              <a:gd name="connsiteX6927" fmla="*/ 4905288 w 6514506"/>
              <a:gd name="connsiteY6927" fmla="*/ 416337 h 3658174"/>
              <a:gd name="connsiteX6928" fmla="*/ 4903478 w 6514506"/>
              <a:gd name="connsiteY6928" fmla="*/ 422338 h 3658174"/>
              <a:gd name="connsiteX6929" fmla="*/ 4898716 w 6514506"/>
              <a:gd name="connsiteY6929" fmla="*/ 430149 h 3658174"/>
              <a:gd name="connsiteX6930" fmla="*/ 4888239 w 6514506"/>
              <a:gd name="connsiteY6930" fmla="*/ 427767 h 3658174"/>
              <a:gd name="connsiteX6931" fmla="*/ 4878047 w 6514506"/>
              <a:gd name="connsiteY6931" fmla="*/ 425672 h 3658174"/>
              <a:gd name="connsiteX6932" fmla="*/ 4866617 w 6514506"/>
              <a:gd name="connsiteY6932" fmla="*/ 422719 h 3658174"/>
              <a:gd name="connsiteX6933" fmla="*/ 4860330 w 6514506"/>
              <a:gd name="connsiteY6933" fmla="*/ 423290 h 3658174"/>
              <a:gd name="connsiteX6934" fmla="*/ 4856139 w 6514506"/>
              <a:gd name="connsiteY6934" fmla="*/ 425100 h 3658174"/>
              <a:gd name="connsiteX6935" fmla="*/ 4857377 w 6514506"/>
              <a:gd name="connsiteY6935" fmla="*/ 427196 h 3658174"/>
              <a:gd name="connsiteX6936" fmla="*/ 4872617 w 6514506"/>
              <a:gd name="connsiteY6936" fmla="*/ 430530 h 3658174"/>
              <a:gd name="connsiteX6937" fmla="*/ 4884904 w 6514506"/>
              <a:gd name="connsiteY6937" fmla="*/ 435578 h 3658174"/>
              <a:gd name="connsiteX6938" fmla="*/ 4901097 w 6514506"/>
              <a:gd name="connsiteY6938" fmla="*/ 431673 h 3658174"/>
              <a:gd name="connsiteX6939" fmla="*/ 4914908 w 6514506"/>
              <a:gd name="connsiteY6939" fmla="*/ 433197 h 3658174"/>
              <a:gd name="connsiteX6940" fmla="*/ 4917290 w 6514506"/>
              <a:gd name="connsiteY6940" fmla="*/ 449389 h 3658174"/>
              <a:gd name="connsiteX6941" fmla="*/ 4917004 w 6514506"/>
              <a:gd name="connsiteY6941" fmla="*/ 457485 h 3658174"/>
              <a:gd name="connsiteX6942" fmla="*/ 4915480 w 6514506"/>
              <a:gd name="connsiteY6942" fmla="*/ 461105 h 3658174"/>
              <a:gd name="connsiteX6943" fmla="*/ 4915766 w 6514506"/>
              <a:gd name="connsiteY6943" fmla="*/ 466153 h 3658174"/>
              <a:gd name="connsiteX6944" fmla="*/ 4912813 w 6514506"/>
              <a:gd name="connsiteY6944" fmla="*/ 468249 h 3658174"/>
              <a:gd name="connsiteX6945" fmla="*/ 4908336 w 6514506"/>
              <a:gd name="connsiteY6945" fmla="*/ 468534 h 3658174"/>
              <a:gd name="connsiteX6946" fmla="*/ 4899669 w 6514506"/>
              <a:gd name="connsiteY6946" fmla="*/ 464343 h 3658174"/>
              <a:gd name="connsiteX6947" fmla="*/ 4898430 w 6514506"/>
              <a:gd name="connsiteY6947" fmla="*/ 466153 h 3658174"/>
              <a:gd name="connsiteX6948" fmla="*/ 4896906 w 6514506"/>
              <a:gd name="connsiteY6948" fmla="*/ 468534 h 3658174"/>
              <a:gd name="connsiteX6949" fmla="*/ 4896621 w 6514506"/>
              <a:gd name="connsiteY6949" fmla="*/ 471487 h 3658174"/>
              <a:gd name="connsiteX6950" fmla="*/ 4902621 w 6514506"/>
              <a:gd name="connsiteY6950" fmla="*/ 475964 h 3658174"/>
              <a:gd name="connsiteX6951" fmla="*/ 4901764 w 6514506"/>
              <a:gd name="connsiteY6951" fmla="*/ 481107 h 3658174"/>
              <a:gd name="connsiteX6952" fmla="*/ 4899097 w 6514506"/>
              <a:gd name="connsiteY6952" fmla="*/ 483488 h 3658174"/>
              <a:gd name="connsiteX6953" fmla="*/ 4878999 w 6514506"/>
              <a:gd name="connsiteY6953" fmla="*/ 478727 h 3658174"/>
              <a:gd name="connsiteX6954" fmla="*/ 4860425 w 6514506"/>
              <a:gd name="connsiteY6954" fmla="*/ 478155 h 3658174"/>
              <a:gd name="connsiteX6955" fmla="*/ 4854425 w 6514506"/>
              <a:gd name="connsiteY6955" fmla="*/ 477869 h 3658174"/>
              <a:gd name="connsiteX6956" fmla="*/ 4855949 w 6514506"/>
              <a:gd name="connsiteY6956" fmla="*/ 480822 h 3658174"/>
              <a:gd name="connsiteX6957" fmla="*/ 4872427 w 6514506"/>
              <a:gd name="connsiteY6957" fmla="*/ 482346 h 3658174"/>
              <a:gd name="connsiteX6958" fmla="*/ 4881380 w 6514506"/>
              <a:gd name="connsiteY6958" fmla="*/ 484155 h 3658174"/>
              <a:gd name="connsiteX6959" fmla="*/ 4894239 w 6514506"/>
              <a:gd name="connsiteY6959" fmla="*/ 484155 h 3658174"/>
              <a:gd name="connsiteX6960" fmla="*/ 4904431 w 6514506"/>
              <a:gd name="connsiteY6960" fmla="*/ 495204 h 3658174"/>
              <a:gd name="connsiteX6961" fmla="*/ 4894525 w 6514506"/>
              <a:gd name="connsiteY6961" fmla="*/ 497871 h 3658174"/>
              <a:gd name="connsiteX6962" fmla="*/ 4895763 w 6514506"/>
              <a:gd name="connsiteY6962" fmla="*/ 501205 h 3658174"/>
              <a:gd name="connsiteX6963" fmla="*/ 4901764 w 6514506"/>
              <a:gd name="connsiteY6963" fmla="*/ 502443 h 3658174"/>
              <a:gd name="connsiteX6964" fmla="*/ 4898144 w 6514506"/>
              <a:gd name="connsiteY6964" fmla="*/ 503967 h 3658174"/>
              <a:gd name="connsiteX6965" fmla="*/ 4895478 w 6514506"/>
              <a:gd name="connsiteY6965" fmla="*/ 506634 h 3658174"/>
              <a:gd name="connsiteX6966" fmla="*/ 4898144 w 6514506"/>
              <a:gd name="connsiteY6966" fmla="*/ 510825 h 3658174"/>
              <a:gd name="connsiteX6967" fmla="*/ 4900240 w 6514506"/>
              <a:gd name="connsiteY6967" fmla="*/ 514445 h 3658174"/>
              <a:gd name="connsiteX6968" fmla="*/ 4894525 w 6514506"/>
              <a:gd name="connsiteY6968" fmla="*/ 517779 h 3658174"/>
              <a:gd name="connsiteX6969" fmla="*/ 4895382 w 6514506"/>
              <a:gd name="connsiteY6969" fmla="*/ 520827 h 3658174"/>
              <a:gd name="connsiteX6970" fmla="*/ 4893001 w 6514506"/>
              <a:gd name="connsiteY6970" fmla="*/ 522065 h 3658174"/>
              <a:gd name="connsiteX6971" fmla="*/ 4892715 w 6514506"/>
              <a:gd name="connsiteY6971" fmla="*/ 525018 h 3658174"/>
              <a:gd name="connsiteX6972" fmla="*/ 4897192 w 6514506"/>
              <a:gd name="connsiteY6972" fmla="*/ 527970 h 3658174"/>
              <a:gd name="connsiteX6973" fmla="*/ 4897192 w 6514506"/>
              <a:gd name="connsiteY6973" fmla="*/ 532447 h 3658174"/>
              <a:gd name="connsiteX6974" fmla="*/ 4896335 w 6514506"/>
              <a:gd name="connsiteY6974" fmla="*/ 536924 h 3658174"/>
              <a:gd name="connsiteX6975" fmla="*/ 4895763 w 6514506"/>
              <a:gd name="connsiteY6975" fmla="*/ 541401 h 3658174"/>
              <a:gd name="connsiteX6976" fmla="*/ 4899097 w 6514506"/>
              <a:gd name="connsiteY6976" fmla="*/ 552831 h 3658174"/>
              <a:gd name="connsiteX6977" fmla="*/ 4896716 w 6514506"/>
              <a:gd name="connsiteY6977" fmla="*/ 557593 h 3658174"/>
              <a:gd name="connsiteX6978" fmla="*/ 4899097 w 6514506"/>
              <a:gd name="connsiteY6978" fmla="*/ 559974 h 3658174"/>
              <a:gd name="connsiteX6979" fmla="*/ 4909860 w 6514506"/>
              <a:gd name="connsiteY6979" fmla="*/ 573500 h 3658174"/>
              <a:gd name="connsiteX6980" fmla="*/ 4919480 w 6514506"/>
              <a:gd name="connsiteY6980" fmla="*/ 583692 h 3658174"/>
              <a:gd name="connsiteX6981" fmla="*/ 4923671 w 6514506"/>
              <a:gd name="connsiteY6981" fmla="*/ 590931 h 3658174"/>
              <a:gd name="connsiteX6982" fmla="*/ 4927291 w 6514506"/>
              <a:gd name="connsiteY6982" fmla="*/ 597503 h 3658174"/>
              <a:gd name="connsiteX6983" fmla="*/ 4932720 w 6514506"/>
              <a:gd name="connsiteY6983" fmla="*/ 601980 h 3658174"/>
              <a:gd name="connsiteX6984" fmla="*/ 4937197 w 6514506"/>
              <a:gd name="connsiteY6984" fmla="*/ 603789 h 3658174"/>
              <a:gd name="connsiteX6985" fmla="*/ 4941102 w 6514506"/>
              <a:gd name="connsiteY6985" fmla="*/ 604075 h 3658174"/>
              <a:gd name="connsiteX6986" fmla="*/ 4945293 w 6514506"/>
              <a:gd name="connsiteY6986" fmla="*/ 597503 h 3658174"/>
              <a:gd name="connsiteX6987" fmla="*/ 4958818 w 6514506"/>
              <a:gd name="connsiteY6987" fmla="*/ 596931 h 3658174"/>
              <a:gd name="connsiteX6988" fmla="*/ 4965677 w 6514506"/>
              <a:gd name="connsiteY6988" fmla="*/ 605313 h 3658174"/>
              <a:gd name="connsiteX6989" fmla="*/ 4975297 w 6514506"/>
              <a:gd name="connsiteY6989" fmla="*/ 616362 h 3658174"/>
              <a:gd name="connsiteX6990" fmla="*/ 4980345 w 6514506"/>
              <a:gd name="connsiteY6990" fmla="*/ 620839 h 3658174"/>
              <a:gd name="connsiteX6991" fmla="*/ 4987584 w 6514506"/>
              <a:gd name="connsiteY6991" fmla="*/ 630174 h 3658174"/>
              <a:gd name="connsiteX6992" fmla="*/ 4989394 w 6514506"/>
              <a:gd name="connsiteY6992" fmla="*/ 634365 h 3658174"/>
              <a:gd name="connsiteX6993" fmla="*/ 4993299 w 6514506"/>
              <a:gd name="connsiteY6993" fmla="*/ 632555 h 3658174"/>
              <a:gd name="connsiteX6994" fmla="*/ 4999300 w 6514506"/>
              <a:gd name="connsiteY6994" fmla="*/ 628650 h 3658174"/>
              <a:gd name="connsiteX6995" fmla="*/ 5014921 w 6514506"/>
              <a:gd name="connsiteY6995" fmla="*/ 623601 h 3658174"/>
              <a:gd name="connsiteX6996" fmla="*/ 5043687 w 6514506"/>
              <a:gd name="connsiteY6996" fmla="*/ 629888 h 3658174"/>
              <a:gd name="connsiteX6997" fmla="*/ 5071880 w 6514506"/>
              <a:gd name="connsiteY6997" fmla="*/ 639794 h 3658174"/>
              <a:gd name="connsiteX6998" fmla="*/ 5076643 w 6514506"/>
              <a:gd name="connsiteY6998" fmla="*/ 641318 h 3658174"/>
              <a:gd name="connsiteX6999" fmla="*/ 5095788 w 6514506"/>
              <a:gd name="connsiteY6999" fmla="*/ 643699 h 3658174"/>
              <a:gd name="connsiteX7000" fmla="*/ 5115219 w 6514506"/>
              <a:gd name="connsiteY7000" fmla="*/ 648747 h 3658174"/>
              <a:gd name="connsiteX7001" fmla="*/ 5117886 w 6514506"/>
              <a:gd name="connsiteY7001" fmla="*/ 651700 h 3658174"/>
              <a:gd name="connsiteX7002" fmla="*/ 5120934 w 6514506"/>
              <a:gd name="connsiteY7002" fmla="*/ 651414 h 3658174"/>
              <a:gd name="connsiteX7003" fmla="*/ 5154176 w 6514506"/>
              <a:gd name="connsiteY7003" fmla="*/ 648366 h 3658174"/>
              <a:gd name="connsiteX7004" fmla="*/ 5167988 w 6514506"/>
              <a:gd name="connsiteY7004" fmla="*/ 653510 h 3658174"/>
              <a:gd name="connsiteX7005" fmla="*/ 5181132 w 6514506"/>
              <a:gd name="connsiteY7005" fmla="*/ 672655 h 3658174"/>
              <a:gd name="connsiteX7006" fmla="*/ 5190086 w 6514506"/>
              <a:gd name="connsiteY7006" fmla="*/ 681323 h 3658174"/>
              <a:gd name="connsiteX7007" fmla="*/ 5195515 w 6514506"/>
              <a:gd name="connsiteY7007" fmla="*/ 686085 h 3658174"/>
              <a:gd name="connsiteX7008" fmla="*/ 5197039 w 6514506"/>
              <a:gd name="connsiteY7008" fmla="*/ 691515 h 3658174"/>
              <a:gd name="connsiteX7009" fmla="*/ 5196753 w 6514506"/>
              <a:gd name="connsiteY7009" fmla="*/ 696658 h 3658174"/>
              <a:gd name="connsiteX7010" fmla="*/ 5204849 w 6514506"/>
              <a:gd name="connsiteY7010" fmla="*/ 702087 h 3658174"/>
              <a:gd name="connsiteX7011" fmla="*/ 5218946 w 6514506"/>
              <a:gd name="connsiteY7011" fmla="*/ 713517 h 3658174"/>
              <a:gd name="connsiteX7012" fmla="*/ 5221614 w 6514506"/>
              <a:gd name="connsiteY7012" fmla="*/ 715041 h 3658174"/>
              <a:gd name="connsiteX7013" fmla="*/ 5244950 w 6514506"/>
              <a:gd name="connsiteY7013" fmla="*/ 724376 h 3658174"/>
              <a:gd name="connsiteX7014" fmla="*/ 5249712 w 6514506"/>
              <a:gd name="connsiteY7014" fmla="*/ 732472 h 3658174"/>
              <a:gd name="connsiteX7015" fmla="*/ 5255141 w 6514506"/>
              <a:gd name="connsiteY7015" fmla="*/ 735425 h 3658174"/>
              <a:gd name="connsiteX7016" fmla="*/ 5261999 w 6514506"/>
              <a:gd name="connsiteY7016" fmla="*/ 736282 h 3658174"/>
              <a:gd name="connsiteX7017" fmla="*/ 5263809 w 6514506"/>
              <a:gd name="connsiteY7017" fmla="*/ 732091 h 3658174"/>
              <a:gd name="connsiteX7018" fmla="*/ 5267714 w 6514506"/>
              <a:gd name="connsiteY7018" fmla="*/ 727900 h 3658174"/>
              <a:gd name="connsiteX7019" fmla="*/ 5270381 w 6514506"/>
              <a:gd name="connsiteY7019" fmla="*/ 731234 h 3658174"/>
              <a:gd name="connsiteX7020" fmla="*/ 5275144 w 6514506"/>
              <a:gd name="connsiteY7020" fmla="*/ 729710 h 3658174"/>
              <a:gd name="connsiteX7021" fmla="*/ 5272477 w 6514506"/>
              <a:gd name="connsiteY7021" fmla="*/ 724566 h 3658174"/>
              <a:gd name="connsiteX7022" fmla="*/ 5265333 w 6514506"/>
              <a:gd name="connsiteY7022" fmla="*/ 712279 h 3658174"/>
              <a:gd name="connsiteX7023" fmla="*/ 5259618 w 6514506"/>
              <a:gd name="connsiteY7023" fmla="*/ 701230 h 3658174"/>
              <a:gd name="connsiteX7024" fmla="*/ 5253046 w 6514506"/>
              <a:gd name="connsiteY7024" fmla="*/ 694944 h 3658174"/>
              <a:gd name="connsiteX7025" fmla="*/ 5247997 w 6514506"/>
              <a:gd name="connsiteY7025" fmla="*/ 686562 h 3658174"/>
              <a:gd name="connsiteX7026" fmla="*/ 5239616 w 6514506"/>
              <a:gd name="connsiteY7026" fmla="*/ 681132 h 3658174"/>
              <a:gd name="connsiteX7027" fmla="*/ 5235710 w 6514506"/>
              <a:gd name="connsiteY7027" fmla="*/ 677513 h 3658174"/>
              <a:gd name="connsiteX7028" fmla="*/ 5233329 w 6514506"/>
              <a:gd name="connsiteY7028" fmla="*/ 673893 h 3658174"/>
              <a:gd name="connsiteX7029" fmla="*/ 5229710 w 6514506"/>
              <a:gd name="connsiteY7029" fmla="*/ 668178 h 3658174"/>
              <a:gd name="connsiteX7030" fmla="*/ 5225233 w 6514506"/>
              <a:gd name="connsiteY7030" fmla="*/ 662749 h 3658174"/>
              <a:gd name="connsiteX7031" fmla="*/ 5221614 w 6514506"/>
              <a:gd name="connsiteY7031" fmla="*/ 660368 h 3658174"/>
              <a:gd name="connsiteX7032" fmla="*/ 5216184 w 6514506"/>
              <a:gd name="connsiteY7032" fmla="*/ 657034 h 3658174"/>
              <a:gd name="connsiteX7033" fmla="*/ 5211707 w 6514506"/>
              <a:gd name="connsiteY7033" fmla="*/ 654367 h 3658174"/>
              <a:gd name="connsiteX7034" fmla="*/ 5210469 w 6514506"/>
              <a:gd name="connsiteY7034" fmla="*/ 647795 h 3658174"/>
              <a:gd name="connsiteX7035" fmla="*/ 5214946 w 6514506"/>
              <a:gd name="connsiteY7035" fmla="*/ 638175 h 3658174"/>
              <a:gd name="connsiteX7036" fmla="*/ 5221232 w 6514506"/>
              <a:gd name="connsiteY7036" fmla="*/ 622268 h 3658174"/>
              <a:gd name="connsiteX7037" fmla="*/ 5222090 w 6514506"/>
              <a:gd name="connsiteY7037" fmla="*/ 607504 h 3658174"/>
              <a:gd name="connsiteX7038" fmla="*/ 5224185 w 6514506"/>
              <a:gd name="connsiteY7038" fmla="*/ 603408 h 3658174"/>
              <a:gd name="connsiteX7039" fmla="*/ 5219422 w 6514506"/>
              <a:gd name="connsiteY7039" fmla="*/ 603408 h 3658174"/>
              <a:gd name="connsiteX7040" fmla="*/ 5217899 w 6514506"/>
              <a:gd name="connsiteY7040" fmla="*/ 607314 h 3658174"/>
              <a:gd name="connsiteX7041" fmla="*/ 5211041 w 6514506"/>
              <a:gd name="connsiteY7041" fmla="*/ 598360 h 3658174"/>
              <a:gd name="connsiteX7042" fmla="*/ 5199992 w 6514506"/>
              <a:gd name="connsiteY7042" fmla="*/ 585501 h 3658174"/>
              <a:gd name="connsiteX7043" fmla="*/ 5187705 w 6514506"/>
              <a:gd name="connsiteY7043" fmla="*/ 576167 h 3658174"/>
              <a:gd name="connsiteX7044" fmla="*/ 5176846 w 6514506"/>
              <a:gd name="connsiteY7044" fmla="*/ 567785 h 3658174"/>
              <a:gd name="connsiteX7045" fmla="*/ 5166083 w 6514506"/>
              <a:gd name="connsiteY7045" fmla="*/ 561212 h 3658174"/>
              <a:gd name="connsiteX7046" fmla="*/ 5153510 w 6514506"/>
              <a:gd name="connsiteY7046" fmla="*/ 557022 h 3658174"/>
              <a:gd name="connsiteX7047" fmla="*/ 5148366 w 6514506"/>
              <a:gd name="connsiteY7047" fmla="*/ 555783 h 3658174"/>
              <a:gd name="connsiteX7048" fmla="*/ 5142079 w 6514506"/>
              <a:gd name="connsiteY7048" fmla="*/ 551878 h 3658174"/>
              <a:gd name="connsiteX7049" fmla="*/ 5141794 w 6514506"/>
              <a:gd name="connsiteY7049" fmla="*/ 545592 h 3658174"/>
              <a:gd name="connsiteX7050" fmla="*/ 5145699 w 6514506"/>
              <a:gd name="connsiteY7050" fmla="*/ 534543 h 3658174"/>
              <a:gd name="connsiteX7051" fmla="*/ 5146556 w 6514506"/>
              <a:gd name="connsiteY7051" fmla="*/ 530637 h 3658174"/>
              <a:gd name="connsiteX7052" fmla="*/ 5150747 w 6514506"/>
              <a:gd name="connsiteY7052" fmla="*/ 528828 h 3658174"/>
              <a:gd name="connsiteX7053" fmla="*/ 5148366 w 6514506"/>
              <a:gd name="connsiteY7053" fmla="*/ 528256 h 3658174"/>
              <a:gd name="connsiteX7054" fmla="*/ 5144175 w 6514506"/>
              <a:gd name="connsiteY7054" fmla="*/ 521684 h 3658174"/>
              <a:gd name="connsiteX7055" fmla="*/ 5142079 w 6514506"/>
              <a:gd name="connsiteY7055" fmla="*/ 516636 h 3658174"/>
              <a:gd name="connsiteX7056" fmla="*/ 5131316 w 6514506"/>
              <a:gd name="connsiteY7056" fmla="*/ 513302 h 3658174"/>
              <a:gd name="connsiteX7057" fmla="*/ 5125030 w 6514506"/>
              <a:gd name="connsiteY7057" fmla="*/ 509968 h 3658174"/>
              <a:gd name="connsiteX7058" fmla="*/ 5113600 w 6514506"/>
              <a:gd name="connsiteY7058" fmla="*/ 503110 h 3658174"/>
              <a:gd name="connsiteX7059" fmla="*/ 5109123 w 6514506"/>
              <a:gd name="connsiteY7059" fmla="*/ 495014 h 3658174"/>
              <a:gd name="connsiteX7060" fmla="*/ 5106456 w 6514506"/>
              <a:gd name="connsiteY7060" fmla="*/ 488442 h 3658174"/>
              <a:gd name="connsiteX7061" fmla="*/ 5100170 w 6514506"/>
              <a:gd name="connsiteY7061" fmla="*/ 483679 h 3658174"/>
              <a:gd name="connsiteX7062" fmla="*/ 5090930 w 6514506"/>
              <a:gd name="connsiteY7062" fmla="*/ 476821 h 3658174"/>
              <a:gd name="connsiteX7063" fmla="*/ 5083786 w 6514506"/>
              <a:gd name="connsiteY7063" fmla="*/ 465105 h 3658174"/>
              <a:gd name="connsiteX7064" fmla="*/ 5098741 w 6514506"/>
              <a:gd name="connsiteY7064" fmla="*/ 460629 h 3658174"/>
              <a:gd name="connsiteX7065" fmla="*/ 5114362 w 6514506"/>
              <a:gd name="connsiteY7065" fmla="*/ 463296 h 3658174"/>
              <a:gd name="connsiteX7066" fmla="*/ 5128459 w 6514506"/>
              <a:gd name="connsiteY7066" fmla="*/ 463867 h 3658174"/>
              <a:gd name="connsiteX7067" fmla="*/ 5133888 w 6514506"/>
              <a:gd name="connsiteY7067" fmla="*/ 460248 h 3658174"/>
              <a:gd name="connsiteX7068" fmla="*/ 5143222 w 6514506"/>
              <a:gd name="connsiteY7068" fmla="*/ 456915 h 3658174"/>
              <a:gd name="connsiteX7069" fmla="*/ 5149795 w 6514506"/>
              <a:gd name="connsiteY7069" fmla="*/ 458438 h 3658174"/>
              <a:gd name="connsiteX7070" fmla="*/ 5155510 w 6514506"/>
              <a:gd name="connsiteY7070" fmla="*/ 459009 h 3658174"/>
              <a:gd name="connsiteX7071" fmla="*/ 5161796 w 6514506"/>
              <a:gd name="connsiteY7071" fmla="*/ 461391 h 3658174"/>
              <a:gd name="connsiteX7072" fmla="*/ 5168655 w 6514506"/>
              <a:gd name="connsiteY7072" fmla="*/ 463486 h 3658174"/>
              <a:gd name="connsiteX7073" fmla="*/ 5174084 w 6514506"/>
              <a:gd name="connsiteY7073" fmla="*/ 468915 h 3658174"/>
              <a:gd name="connsiteX7074" fmla="*/ 5174655 w 6514506"/>
              <a:gd name="connsiteY7074" fmla="*/ 472249 h 3658174"/>
              <a:gd name="connsiteX7075" fmla="*/ 5182180 w 6514506"/>
              <a:gd name="connsiteY7075" fmla="*/ 467772 h 3658174"/>
              <a:gd name="connsiteX7076" fmla="*/ 5193229 w 6514506"/>
              <a:gd name="connsiteY7076" fmla="*/ 477107 h 3658174"/>
              <a:gd name="connsiteX7077" fmla="*/ 5203992 w 6514506"/>
              <a:gd name="connsiteY7077" fmla="*/ 475297 h 3658174"/>
              <a:gd name="connsiteX7078" fmla="*/ 5213612 w 6514506"/>
              <a:gd name="connsiteY7078" fmla="*/ 477393 h 3658174"/>
              <a:gd name="connsiteX7079" fmla="*/ 5219328 w 6514506"/>
              <a:gd name="connsiteY7079" fmla="*/ 476535 h 3658174"/>
              <a:gd name="connsiteX7080" fmla="*/ 5221994 w 6514506"/>
              <a:gd name="connsiteY7080" fmla="*/ 471106 h 3658174"/>
              <a:gd name="connsiteX7081" fmla="*/ 5233996 w 6514506"/>
              <a:gd name="connsiteY7081" fmla="*/ 489394 h 3658174"/>
              <a:gd name="connsiteX7082" fmla="*/ 5241140 w 6514506"/>
              <a:gd name="connsiteY7082" fmla="*/ 494442 h 3658174"/>
              <a:gd name="connsiteX7083" fmla="*/ 5238758 w 6514506"/>
              <a:gd name="connsiteY7083" fmla="*/ 498062 h 3658174"/>
              <a:gd name="connsiteX7084" fmla="*/ 5231615 w 6514506"/>
              <a:gd name="connsiteY7084" fmla="*/ 498919 h 3658174"/>
              <a:gd name="connsiteX7085" fmla="*/ 5224090 w 6514506"/>
              <a:gd name="connsiteY7085" fmla="*/ 501872 h 3658174"/>
              <a:gd name="connsiteX7086" fmla="*/ 5235520 w 6514506"/>
              <a:gd name="connsiteY7086" fmla="*/ 503967 h 3658174"/>
              <a:gd name="connsiteX7087" fmla="*/ 5251141 w 6514506"/>
              <a:gd name="connsiteY7087" fmla="*/ 504539 h 3658174"/>
              <a:gd name="connsiteX7088" fmla="*/ 5253808 w 6514506"/>
              <a:gd name="connsiteY7088" fmla="*/ 514731 h 3658174"/>
              <a:gd name="connsiteX7089" fmla="*/ 5260952 w 6514506"/>
              <a:gd name="connsiteY7089" fmla="*/ 512349 h 3658174"/>
              <a:gd name="connsiteX7090" fmla="*/ 5265714 w 6514506"/>
              <a:gd name="connsiteY7090" fmla="*/ 514731 h 3658174"/>
              <a:gd name="connsiteX7091" fmla="*/ 5268096 w 6514506"/>
              <a:gd name="connsiteY7091" fmla="*/ 518350 h 3658174"/>
              <a:gd name="connsiteX7092" fmla="*/ 5264761 w 6514506"/>
              <a:gd name="connsiteY7092" fmla="*/ 519588 h 3658174"/>
              <a:gd name="connsiteX7093" fmla="*/ 5260570 w 6514506"/>
              <a:gd name="connsiteY7093" fmla="*/ 521684 h 3658174"/>
              <a:gd name="connsiteX7094" fmla="*/ 5262952 w 6514506"/>
              <a:gd name="connsiteY7094" fmla="*/ 527685 h 3658174"/>
              <a:gd name="connsiteX7095" fmla="*/ 5263809 w 6514506"/>
              <a:gd name="connsiteY7095" fmla="*/ 529494 h 3658174"/>
              <a:gd name="connsiteX7096" fmla="*/ 5269239 w 6514506"/>
              <a:gd name="connsiteY7096" fmla="*/ 528637 h 3658174"/>
              <a:gd name="connsiteX7097" fmla="*/ 5274668 w 6514506"/>
              <a:gd name="connsiteY7097" fmla="*/ 524446 h 3658174"/>
              <a:gd name="connsiteX7098" fmla="*/ 5285717 w 6514506"/>
              <a:gd name="connsiteY7098" fmla="*/ 524446 h 3658174"/>
              <a:gd name="connsiteX7099" fmla="*/ 5291146 w 6514506"/>
              <a:gd name="connsiteY7099" fmla="*/ 529589 h 3658174"/>
              <a:gd name="connsiteX7100" fmla="*/ 5293813 w 6514506"/>
              <a:gd name="connsiteY7100" fmla="*/ 538829 h 3658174"/>
              <a:gd name="connsiteX7101" fmla="*/ 5295337 w 6514506"/>
              <a:gd name="connsiteY7101" fmla="*/ 537019 h 3658174"/>
              <a:gd name="connsiteX7102" fmla="*/ 5298576 w 6514506"/>
              <a:gd name="connsiteY7102" fmla="*/ 532257 h 3658174"/>
              <a:gd name="connsiteX7103" fmla="*/ 5308767 w 6514506"/>
              <a:gd name="connsiteY7103" fmla="*/ 542162 h 3658174"/>
              <a:gd name="connsiteX7104" fmla="*/ 5311148 w 6514506"/>
              <a:gd name="connsiteY7104" fmla="*/ 542162 h 3658174"/>
              <a:gd name="connsiteX7105" fmla="*/ 5306672 w 6514506"/>
              <a:gd name="connsiteY7105" fmla="*/ 532257 h 3658174"/>
              <a:gd name="connsiteX7106" fmla="*/ 5312673 w 6514506"/>
              <a:gd name="connsiteY7106" fmla="*/ 531399 h 3658174"/>
              <a:gd name="connsiteX7107" fmla="*/ 5315339 w 6514506"/>
              <a:gd name="connsiteY7107" fmla="*/ 528732 h 3658174"/>
              <a:gd name="connsiteX7108" fmla="*/ 5317720 w 6514506"/>
              <a:gd name="connsiteY7108" fmla="*/ 524541 h 3658174"/>
              <a:gd name="connsiteX7109" fmla="*/ 5323721 w 6514506"/>
              <a:gd name="connsiteY7109" fmla="*/ 526923 h 3658174"/>
              <a:gd name="connsiteX7110" fmla="*/ 5319245 w 6514506"/>
              <a:gd name="connsiteY7110" fmla="*/ 522446 h 3658174"/>
              <a:gd name="connsiteX7111" fmla="*/ 5316292 w 6514506"/>
              <a:gd name="connsiteY7111" fmla="*/ 518826 h 3658174"/>
              <a:gd name="connsiteX7112" fmla="*/ 5314768 w 6514506"/>
              <a:gd name="connsiteY7112" fmla="*/ 515207 h 3658174"/>
              <a:gd name="connsiteX7113" fmla="*/ 5315339 w 6514506"/>
              <a:gd name="connsiteY7113" fmla="*/ 510444 h 3658174"/>
              <a:gd name="connsiteX7114" fmla="*/ 5314482 w 6514506"/>
              <a:gd name="connsiteY7114" fmla="*/ 507492 h 3658174"/>
              <a:gd name="connsiteX7115" fmla="*/ 5311148 w 6514506"/>
              <a:gd name="connsiteY7115" fmla="*/ 504539 h 3658174"/>
              <a:gd name="connsiteX7116" fmla="*/ 5307529 w 6514506"/>
              <a:gd name="connsiteY7116" fmla="*/ 500919 h 3658174"/>
              <a:gd name="connsiteX7117" fmla="*/ 5304195 w 6514506"/>
              <a:gd name="connsiteY7117" fmla="*/ 498824 h 3658174"/>
              <a:gd name="connsiteX7118" fmla="*/ 5310196 w 6514506"/>
              <a:gd name="connsiteY7118" fmla="*/ 498538 h 3658174"/>
              <a:gd name="connsiteX7119" fmla="*/ 5309624 w 6514506"/>
              <a:gd name="connsiteY7119" fmla="*/ 496728 h 3658174"/>
              <a:gd name="connsiteX7120" fmla="*/ 5301814 w 6514506"/>
              <a:gd name="connsiteY7120" fmla="*/ 491966 h 3658174"/>
              <a:gd name="connsiteX7121" fmla="*/ 5299719 w 6514506"/>
              <a:gd name="connsiteY7121" fmla="*/ 487489 h 3658174"/>
              <a:gd name="connsiteX7122" fmla="*/ 5299147 w 6514506"/>
              <a:gd name="connsiteY7122" fmla="*/ 483584 h 3658174"/>
              <a:gd name="connsiteX7123" fmla="*/ 5298576 w 6514506"/>
              <a:gd name="connsiteY7123" fmla="*/ 479679 h 3658174"/>
              <a:gd name="connsiteX7124" fmla="*/ 5299433 w 6514506"/>
              <a:gd name="connsiteY7124" fmla="*/ 476059 h 3658174"/>
              <a:gd name="connsiteX7125" fmla="*/ 5304576 w 6514506"/>
              <a:gd name="connsiteY7125" fmla="*/ 479679 h 3658174"/>
              <a:gd name="connsiteX7126" fmla="*/ 5310863 w 6514506"/>
              <a:gd name="connsiteY7126" fmla="*/ 483012 h 3658174"/>
              <a:gd name="connsiteX7127" fmla="*/ 5317435 w 6514506"/>
              <a:gd name="connsiteY7127" fmla="*/ 487203 h 3658174"/>
              <a:gd name="connsiteX7128" fmla="*/ 5322198 w 6514506"/>
              <a:gd name="connsiteY7128" fmla="*/ 489870 h 3658174"/>
              <a:gd name="connsiteX7129" fmla="*/ 5330008 w 6514506"/>
              <a:gd name="connsiteY7129" fmla="*/ 494061 h 3658174"/>
              <a:gd name="connsiteX7130" fmla="*/ 5334199 w 6514506"/>
              <a:gd name="connsiteY7130" fmla="*/ 496157 h 3658174"/>
              <a:gd name="connsiteX7131" fmla="*/ 5340200 w 6514506"/>
              <a:gd name="connsiteY7131" fmla="*/ 496157 h 3658174"/>
              <a:gd name="connsiteX7132" fmla="*/ 5350677 w 6514506"/>
              <a:gd name="connsiteY7132" fmla="*/ 503967 h 3658174"/>
              <a:gd name="connsiteX7133" fmla="*/ 5354582 w 6514506"/>
              <a:gd name="connsiteY7133" fmla="*/ 506634 h 3658174"/>
              <a:gd name="connsiteX7134" fmla="*/ 5358202 w 6514506"/>
              <a:gd name="connsiteY7134" fmla="*/ 506920 h 3658174"/>
              <a:gd name="connsiteX7135" fmla="*/ 5357630 w 6514506"/>
              <a:gd name="connsiteY7135" fmla="*/ 512349 h 3658174"/>
              <a:gd name="connsiteX7136" fmla="*/ 5355249 w 6514506"/>
              <a:gd name="connsiteY7136" fmla="*/ 514731 h 3658174"/>
              <a:gd name="connsiteX7137" fmla="*/ 5360964 w 6514506"/>
              <a:gd name="connsiteY7137" fmla="*/ 513873 h 3658174"/>
              <a:gd name="connsiteX7138" fmla="*/ 5366679 w 6514506"/>
              <a:gd name="connsiteY7138" fmla="*/ 511206 h 3658174"/>
              <a:gd name="connsiteX7139" fmla="*/ 5366394 w 6514506"/>
              <a:gd name="connsiteY7139" fmla="*/ 516921 h 3658174"/>
              <a:gd name="connsiteX7140" fmla="*/ 5367251 w 6514506"/>
              <a:gd name="connsiteY7140" fmla="*/ 519017 h 3658174"/>
              <a:gd name="connsiteX7141" fmla="*/ 5378681 w 6514506"/>
              <a:gd name="connsiteY7141" fmla="*/ 518160 h 3658174"/>
              <a:gd name="connsiteX7142" fmla="*/ 5381347 w 6514506"/>
              <a:gd name="connsiteY7142" fmla="*/ 519684 h 3658174"/>
              <a:gd name="connsiteX7143" fmla="*/ 5387348 w 6514506"/>
              <a:gd name="connsiteY7143" fmla="*/ 521779 h 3658174"/>
              <a:gd name="connsiteX7144" fmla="*/ 5389158 w 6514506"/>
              <a:gd name="connsiteY7144" fmla="*/ 522636 h 3658174"/>
              <a:gd name="connsiteX7145" fmla="*/ 5390015 w 6514506"/>
              <a:gd name="connsiteY7145" fmla="*/ 527685 h 3658174"/>
              <a:gd name="connsiteX7146" fmla="*/ 5388491 w 6514506"/>
              <a:gd name="connsiteY7146" fmla="*/ 533685 h 3658174"/>
              <a:gd name="connsiteX7147" fmla="*/ 5396588 w 6514506"/>
              <a:gd name="connsiteY7147" fmla="*/ 530733 h 3658174"/>
              <a:gd name="connsiteX7148" fmla="*/ 5401064 w 6514506"/>
              <a:gd name="connsiteY7148" fmla="*/ 533400 h 3658174"/>
              <a:gd name="connsiteX7149" fmla="*/ 5404970 w 6514506"/>
              <a:gd name="connsiteY7149" fmla="*/ 535495 h 3658174"/>
              <a:gd name="connsiteX7150" fmla="*/ 5412494 w 6514506"/>
              <a:gd name="connsiteY7150" fmla="*/ 538829 h 3658174"/>
              <a:gd name="connsiteX7151" fmla="*/ 5411256 w 6514506"/>
              <a:gd name="connsiteY7151" fmla="*/ 544258 h 3658174"/>
              <a:gd name="connsiteX7152" fmla="*/ 5410399 w 6514506"/>
              <a:gd name="connsiteY7152" fmla="*/ 547211 h 3658174"/>
              <a:gd name="connsiteX7153" fmla="*/ 5405637 w 6514506"/>
              <a:gd name="connsiteY7153" fmla="*/ 546925 h 3658174"/>
              <a:gd name="connsiteX7154" fmla="*/ 5402969 w 6514506"/>
              <a:gd name="connsiteY7154" fmla="*/ 544830 h 3658174"/>
              <a:gd name="connsiteX7155" fmla="*/ 5399636 w 6514506"/>
              <a:gd name="connsiteY7155" fmla="*/ 544830 h 3658174"/>
              <a:gd name="connsiteX7156" fmla="*/ 5406208 w 6514506"/>
              <a:gd name="connsiteY7156" fmla="*/ 549306 h 3658174"/>
              <a:gd name="connsiteX7157" fmla="*/ 5416114 w 6514506"/>
              <a:gd name="connsiteY7157" fmla="*/ 553783 h 3658174"/>
              <a:gd name="connsiteX7158" fmla="*/ 5420876 w 6514506"/>
              <a:gd name="connsiteY7158" fmla="*/ 555021 h 3658174"/>
              <a:gd name="connsiteX7159" fmla="*/ 5419353 w 6514506"/>
              <a:gd name="connsiteY7159" fmla="*/ 558355 h 3658174"/>
              <a:gd name="connsiteX7160" fmla="*/ 5419067 w 6514506"/>
              <a:gd name="connsiteY7160" fmla="*/ 560736 h 3658174"/>
              <a:gd name="connsiteX7161" fmla="*/ 5427449 w 6514506"/>
              <a:gd name="connsiteY7161" fmla="*/ 558355 h 3658174"/>
              <a:gd name="connsiteX7162" fmla="*/ 5432211 w 6514506"/>
              <a:gd name="connsiteY7162" fmla="*/ 560451 h 3658174"/>
              <a:gd name="connsiteX7163" fmla="*/ 5435545 w 6514506"/>
              <a:gd name="connsiteY7163" fmla="*/ 563784 h 3658174"/>
              <a:gd name="connsiteX7164" fmla="*/ 5439164 w 6514506"/>
              <a:gd name="connsiteY7164" fmla="*/ 565308 h 3658174"/>
              <a:gd name="connsiteX7165" fmla="*/ 5444594 w 6514506"/>
              <a:gd name="connsiteY7165" fmla="*/ 565023 h 3658174"/>
              <a:gd name="connsiteX7166" fmla="*/ 5452690 w 6514506"/>
              <a:gd name="connsiteY7166" fmla="*/ 567975 h 3658174"/>
              <a:gd name="connsiteX7167" fmla="*/ 5454785 w 6514506"/>
              <a:gd name="connsiteY7167" fmla="*/ 570357 h 3658174"/>
              <a:gd name="connsiteX7168" fmla="*/ 5458691 w 6514506"/>
              <a:gd name="connsiteY7168" fmla="*/ 574548 h 3658174"/>
              <a:gd name="connsiteX7169" fmla="*/ 5463167 w 6514506"/>
              <a:gd name="connsiteY7169" fmla="*/ 579596 h 3658174"/>
              <a:gd name="connsiteX7170" fmla="*/ 5464691 w 6514506"/>
              <a:gd name="connsiteY7170" fmla="*/ 574833 h 3658174"/>
              <a:gd name="connsiteX7171" fmla="*/ 5473359 w 6514506"/>
              <a:gd name="connsiteY7171" fmla="*/ 577215 h 3658174"/>
              <a:gd name="connsiteX7172" fmla="*/ 5475740 w 6514506"/>
              <a:gd name="connsiteY7172" fmla="*/ 582644 h 3658174"/>
              <a:gd name="connsiteX7173" fmla="*/ 5478122 w 6514506"/>
              <a:gd name="connsiteY7173" fmla="*/ 582930 h 3658174"/>
              <a:gd name="connsiteX7174" fmla="*/ 5482598 w 6514506"/>
              <a:gd name="connsiteY7174" fmla="*/ 577500 h 3658174"/>
              <a:gd name="connsiteX7175" fmla="*/ 5492505 w 6514506"/>
              <a:gd name="connsiteY7175" fmla="*/ 581691 h 3658174"/>
              <a:gd name="connsiteX7176" fmla="*/ 5510507 w 6514506"/>
              <a:gd name="connsiteY7176" fmla="*/ 581977 h 3658174"/>
              <a:gd name="connsiteX7177" fmla="*/ 5516793 w 6514506"/>
              <a:gd name="connsiteY7177" fmla="*/ 583787 h 3658174"/>
              <a:gd name="connsiteX7178" fmla="*/ 5510792 w 6514506"/>
              <a:gd name="connsiteY7178" fmla="*/ 590359 h 3658174"/>
              <a:gd name="connsiteX7179" fmla="*/ 5511078 w 6514506"/>
              <a:gd name="connsiteY7179" fmla="*/ 598742 h 3658174"/>
              <a:gd name="connsiteX7180" fmla="*/ 5502982 w 6514506"/>
              <a:gd name="connsiteY7180" fmla="*/ 607123 h 3658174"/>
              <a:gd name="connsiteX7181" fmla="*/ 5495743 w 6514506"/>
              <a:gd name="connsiteY7181" fmla="*/ 610457 h 3658174"/>
              <a:gd name="connsiteX7182" fmla="*/ 5493361 w 6514506"/>
              <a:gd name="connsiteY7182" fmla="*/ 611314 h 3658174"/>
              <a:gd name="connsiteX7183" fmla="*/ 5493076 w 6514506"/>
              <a:gd name="connsiteY7183" fmla="*/ 614933 h 3658174"/>
              <a:gd name="connsiteX7184" fmla="*/ 5500887 w 6514506"/>
              <a:gd name="connsiteY7184" fmla="*/ 618553 h 3658174"/>
              <a:gd name="connsiteX7185" fmla="*/ 5505363 w 6514506"/>
              <a:gd name="connsiteY7185" fmla="*/ 618267 h 3658174"/>
              <a:gd name="connsiteX7186" fmla="*/ 5510792 w 6514506"/>
              <a:gd name="connsiteY7186" fmla="*/ 609600 h 3658174"/>
              <a:gd name="connsiteX7187" fmla="*/ 5516793 w 6514506"/>
              <a:gd name="connsiteY7187" fmla="*/ 600265 h 3658174"/>
              <a:gd name="connsiteX7188" fmla="*/ 5520413 w 6514506"/>
              <a:gd name="connsiteY7188" fmla="*/ 595503 h 3658174"/>
              <a:gd name="connsiteX7189" fmla="*/ 5525842 w 6514506"/>
              <a:gd name="connsiteY7189" fmla="*/ 591312 h 3658174"/>
              <a:gd name="connsiteX7190" fmla="*/ 5531557 w 6514506"/>
              <a:gd name="connsiteY7190" fmla="*/ 595503 h 3658174"/>
              <a:gd name="connsiteX7191" fmla="*/ 5537272 w 6514506"/>
              <a:gd name="connsiteY7191" fmla="*/ 604170 h 3658174"/>
              <a:gd name="connsiteX7192" fmla="*/ 5538796 w 6514506"/>
              <a:gd name="connsiteY7192" fmla="*/ 609885 h 3658174"/>
              <a:gd name="connsiteX7193" fmla="*/ 5540891 w 6514506"/>
              <a:gd name="connsiteY7193" fmla="*/ 603313 h 3658174"/>
              <a:gd name="connsiteX7194" fmla="*/ 5545368 w 6514506"/>
              <a:gd name="connsiteY7194" fmla="*/ 598551 h 3658174"/>
              <a:gd name="connsiteX7195" fmla="*/ 5558227 w 6514506"/>
              <a:gd name="connsiteY7195" fmla="*/ 600646 h 3658174"/>
              <a:gd name="connsiteX7196" fmla="*/ 5559084 w 6514506"/>
              <a:gd name="connsiteY7196" fmla="*/ 603980 h 3658174"/>
              <a:gd name="connsiteX7197" fmla="*/ 5561751 w 6514506"/>
              <a:gd name="connsiteY7197" fmla="*/ 605504 h 3658174"/>
              <a:gd name="connsiteX7198" fmla="*/ 5566799 w 6514506"/>
              <a:gd name="connsiteY7198" fmla="*/ 611504 h 3658174"/>
              <a:gd name="connsiteX7199" fmla="*/ 5570990 w 6514506"/>
              <a:gd name="connsiteY7199" fmla="*/ 613886 h 3658174"/>
              <a:gd name="connsiteX7200" fmla="*/ 5573657 w 6514506"/>
              <a:gd name="connsiteY7200" fmla="*/ 619029 h 3658174"/>
              <a:gd name="connsiteX7201" fmla="*/ 5573086 w 6514506"/>
              <a:gd name="connsiteY7201" fmla="*/ 622363 h 3658174"/>
              <a:gd name="connsiteX7202" fmla="*/ 5577277 w 6514506"/>
              <a:gd name="connsiteY7202" fmla="*/ 625030 h 3658174"/>
              <a:gd name="connsiteX7203" fmla="*/ 5581182 w 6514506"/>
              <a:gd name="connsiteY7203" fmla="*/ 627983 h 3658174"/>
              <a:gd name="connsiteX7204" fmla="*/ 5586897 w 6514506"/>
              <a:gd name="connsiteY7204" fmla="*/ 628840 h 3658174"/>
              <a:gd name="connsiteX7205" fmla="*/ 5586897 w 6514506"/>
              <a:gd name="connsiteY7205" fmla="*/ 636650 h 3658174"/>
              <a:gd name="connsiteX7206" fmla="*/ 5585373 w 6514506"/>
              <a:gd name="connsiteY7206" fmla="*/ 642366 h 3658174"/>
              <a:gd name="connsiteX7207" fmla="*/ 5581754 w 6514506"/>
              <a:gd name="connsiteY7207" fmla="*/ 647795 h 3658174"/>
              <a:gd name="connsiteX7208" fmla="*/ 5580229 w 6514506"/>
              <a:gd name="connsiteY7208" fmla="*/ 649604 h 3658174"/>
              <a:gd name="connsiteX7209" fmla="*/ 5576038 w 6514506"/>
              <a:gd name="connsiteY7209" fmla="*/ 653510 h 3658174"/>
              <a:gd name="connsiteX7210" fmla="*/ 5564990 w 6514506"/>
              <a:gd name="connsiteY7210" fmla="*/ 664559 h 3658174"/>
              <a:gd name="connsiteX7211" fmla="*/ 5564990 w 6514506"/>
              <a:gd name="connsiteY7211" fmla="*/ 671702 h 3658174"/>
              <a:gd name="connsiteX7212" fmla="*/ 5565847 w 6514506"/>
              <a:gd name="connsiteY7212" fmla="*/ 680085 h 3658174"/>
              <a:gd name="connsiteX7213" fmla="*/ 5564323 w 6514506"/>
              <a:gd name="connsiteY7213" fmla="*/ 683704 h 3658174"/>
              <a:gd name="connsiteX7214" fmla="*/ 5562513 w 6514506"/>
              <a:gd name="connsiteY7214" fmla="*/ 691229 h 3658174"/>
              <a:gd name="connsiteX7215" fmla="*/ 5558608 w 6514506"/>
              <a:gd name="connsiteY7215" fmla="*/ 698754 h 3658174"/>
              <a:gd name="connsiteX7216" fmla="*/ 5552321 w 6514506"/>
              <a:gd name="connsiteY7216" fmla="*/ 702373 h 3658174"/>
              <a:gd name="connsiteX7217" fmla="*/ 5537653 w 6514506"/>
              <a:gd name="connsiteY7217" fmla="*/ 704183 h 3658174"/>
              <a:gd name="connsiteX7218" fmla="*/ 5519937 w 6514506"/>
              <a:gd name="connsiteY7218" fmla="*/ 707517 h 3658174"/>
              <a:gd name="connsiteX7219" fmla="*/ 5501934 w 6514506"/>
              <a:gd name="connsiteY7219" fmla="*/ 711136 h 3658174"/>
              <a:gd name="connsiteX7220" fmla="*/ 5476121 w 6514506"/>
              <a:gd name="connsiteY7220" fmla="*/ 715899 h 3658174"/>
              <a:gd name="connsiteX7221" fmla="*/ 5470406 w 6514506"/>
              <a:gd name="connsiteY7221" fmla="*/ 731520 h 3658174"/>
              <a:gd name="connsiteX7222" fmla="*/ 5464406 w 6514506"/>
              <a:gd name="connsiteY7222" fmla="*/ 747998 h 3658174"/>
              <a:gd name="connsiteX7223" fmla="*/ 5462024 w 6514506"/>
              <a:gd name="connsiteY7223" fmla="*/ 779430 h 3658174"/>
              <a:gd name="connsiteX7224" fmla="*/ 5458691 w 6514506"/>
              <a:gd name="connsiteY7224" fmla="*/ 808767 h 3658174"/>
              <a:gd name="connsiteX7225" fmla="*/ 5462310 w 6514506"/>
              <a:gd name="connsiteY7225" fmla="*/ 812673 h 3658174"/>
              <a:gd name="connsiteX7226" fmla="*/ 5464406 w 6514506"/>
              <a:gd name="connsiteY7226" fmla="*/ 806386 h 3658174"/>
              <a:gd name="connsiteX7227" fmla="*/ 5465929 w 6514506"/>
              <a:gd name="connsiteY7227" fmla="*/ 791432 h 3658174"/>
              <a:gd name="connsiteX7228" fmla="*/ 5469264 w 6514506"/>
              <a:gd name="connsiteY7228" fmla="*/ 774668 h 3658174"/>
              <a:gd name="connsiteX7229" fmla="*/ 5478217 w 6514506"/>
              <a:gd name="connsiteY7229" fmla="*/ 752760 h 3658174"/>
              <a:gd name="connsiteX7230" fmla="*/ 5491647 w 6514506"/>
              <a:gd name="connsiteY7230" fmla="*/ 739235 h 3658174"/>
              <a:gd name="connsiteX7231" fmla="*/ 5511745 w 6514506"/>
              <a:gd name="connsiteY7231" fmla="*/ 737711 h 3658174"/>
              <a:gd name="connsiteX7232" fmla="*/ 5526414 w 6514506"/>
              <a:gd name="connsiteY7232" fmla="*/ 741330 h 3658174"/>
              <a:gd name="connsiteX7233" fmla="*/ 5530605 w 6514506"/>
              <a:gd name="connsiteY7233" fmla="*/ 747617 h 3658174"/>
              <a:gd name="connsiteX7234" fmla="*/ 5532700 w 6514506"/>
              <a:gd name="connsiteY7234" fmla="*/ 755999 h 3658174"/>
              <a:gd name="connsiteX7235" fmla="*/ 5529747 w 6514506"/>
              <a:gd name="connsiteY7235" fmla="*/ 759904 h 3658174"/>
              <a:gd name="connsiteX7236" fmla="*/ 5526128 w 6514506"/>
              <a:gd name="connsiteY7236" fmla="*/ 765048 h 3658174"/>
              <a:gd name="connsiteX7237" fmla="*/ 5520698 w 6514506"/>
              <a:gd name="connsiteY7237" fmla="*/ 766857 h 3658174"/>
              <a:gd name="connsiteX7238" fmla="*/ 5515936 w 6514506"/>
              <a:gd name="connsiteY7238" fmla="*/ 765333 h 3658174"/>
              <a:gd name="connsiteX7239" fmla="*/ 5512602 w 6514506"/>
              <a:gd name="connsiteY7239" fmla="*/ 766857 h 3658174"/>
              <a:gd name="connsiteX7240" fmla="*/ 5509269 w 6514506"/>
              <a:gd name="connsiteY7240" fmla="*/ 770477 h 3658174"/>
              <a:gd name="connsiteX7241" fmla="*/ 5512221 w 6514506"/>
              <a:gd name="connsiteY7241" fmla="*/ 772572 h 3658174"/>
              <a:gd name="connsiteX7242" fmla="*/ 5524508 w 6514506"/>
              <a:gd name="connsiteY7242" fmla="*/ 774096 h 3658174"/>
              <a:gd name="connsiteX7243" fmla="*/ 5532319 w 6514506"/>
              <a:gd name="connsiteY7243" fmla="*/ 769905 h 3658174"/>
              <a:gd name="connsiteX7244" fmla="*/ 5541273 w 6514506"/>
              <a:gd name="connsiteY7244" fmla="*/ 775906 h 3658174"/>
              <a:gd name="connsiteX7245" fmla="*/ 5540986 w 6514506"/>
              <a:gd name="connsiteY7245" fmla="*/ 786669 h 3658174"/>
              <a:gd name="connsiteX7246" fmla="*/ 5541273 w 6514506"/>
              <a:gd name="connsiteY7246" fmla="*/ 790860 h 3658174"/>
              <a:gd name="connsiteX7247" fmla="*/ 5544892 w 6514506"/>
              <a:gd name="connsiteY7247" fmla="*/ 789336 h 3658174"/>
              <a:gd name="connsiteX7248" fmla="*/ 5550321 w 6514506"/>
              <a:gd name="connsiteY7248" fmla="*/ 792289 h 3658174"/>
              <a:gd name="connsiteX7249" fmla="*/ 5552417 w 6514506"/>
              <a:gd name="connsiteY7249" fmla="*/ 798861 h 3658174"/>
              <a:gd name="connsiteX7250" fmla="*/ 5556322 w 6514506"/>
              <a:gd name="connsiteY7250" fmla="*/ 800385 h 3658174"/>
              <a:gd name="connsiteX7251" fmla="*/ 5562894 w 6514506"/>
              <a:gd name="connsiteY7251" fmla="*/ 804005 h 3658174"/>
              <a:gd name="connsiteX7252" fmla="*/ 5578515 w 6514506"/>
              <a:gd name="connsiteY7252" fmla="*/ 810291 h 3658174"/>
              <a:gd name="connsiteX7253" fmla="*/ 5584516 w 6514506"/>
              <a:gd name="connsiteY7253" fmla="*/ 812387 h 3658174"/>
              <a:gd name="connsiteX7254" fmla="*/ 5589660 w 6514506"/>
              <a:gd name="connsiteY7254" fmla="*/ 814482 h 3658174"/>
              <a:gd name="connsiteX7255" fmla="*/ 5592326 w 6514506"/>
              <a:gd name="connsiteY7255" fmla="*/ 812673 h 3658174"/>
              <a:gd name="connsiteX7256" fmla="*/ 5594708 w 6514506"/>
              <a:gd name="connsiteY7256" fmla="*/ 811434 h 3658174"/>
              <a:gd name="connsiteX7257" fmla="*/ 5598899 w 6514506"/>
              <a:gd name="connsiteY7257" fmla="*/ 813816 h 3658174"/>
              <a:gd name="connsiteX7258" fmla="*/ 5603661 w 6514506"/>
              <a:gd name="connsiteY7258" fmla="*/ 809910 h 3658174"/>
              <a:gd name="connsiteX7259" fmla="*/ 5607852 w 6514506"/>
              <a:gd name="connsiteY7259" fmla="*/ 810196 h 3658174"/>
              <a:gd name="connsiteX7260" fmla="*/ 5612329 w 6514506"/>
              <a:gd name="connsiteY7260" fmla="*/ 810482 h 3658174"/>
              <a:gd name="connsiteX7261" fmla="*/ 5618615 w 6514506"/>
              <a:gd name="connsiteY7261" fmla="*/ 809910 h 3658174"/>
              <a:gd name="connsiteX7262" fmla="*/ 5623378 w 6514506"/>
              <a:gd name="connsiteY7262" fmla="*/ 814673 h 3658174"/>
              <a:gd name="connsiteX7263" fmla="*/ 5626998 w 6514506"/>
              <a:gd name="connsiteY7263" fmla="*/ 816197 h 3658174"/>
              <a:gd name="connsiteX7264" fmla="*/ 5623378 w 6514506"/>
              <a:gd name="connsiteY7264" fmla="*/ 825150 h 3658174"/>
              <a:gd name="connsiteX7265" fmla="*/ 5613472 w 6514506"/>
              <a:gd name="connsiteY7265" fmla="*/ 835342 h 3658174"/>
              <a:gd name="connsiteX7266" fmla="*/ 5609281 w 6514506"/>
              <a:gd name="connsiteY7266" fmla="*/ 840105 h 3658174"/>
              <a:gd name="connsiteX7267" fmla="*/ 5602423 w 6514506"/>
              <a:gd name="connsiteY7267" fmla="*/ 849439 h 3658174"/>
              <a:gd name="connsiteX7268" fmla="*/ 5600899 w 6514506"/>
              <a:gd name="connsiteY7268" fmla="*/ 852392 h 3658174"/>
              <a:gd name="connsiteX7269" fmla="*/ 5597946 w 6514506"/>
              <a:gd name="connsiteY7269" fmla="*/ 852392 h 3658174"/>
              <a:gd name="connsiteX7270" fmla="*/ 5600899 w 6514506"/>
              <a:gd name="connsiteY7270" fmla="*/ 856297 h 3658174"/>
              <a:gd name="connsiteX7271" fmla="*/ 5600328 w 6514506"/>
              <a:gd name="connsiteY7271" fmla="*/ 860202 h 3658174"/>
              <a:gd name="connsiteX7272" fmla="*/ 5598518 w 6514506"/>
              <a:gd name="connsiteY7272" fmla="*/ 865632 h 3658174"/>
              <a:gd name="connsiteX7273" fmla="*/ 5593089 w 6514506"/>
              <a:gd name="connsiteY7273" fmla="*/ 871918 h 3658174"/>
              <a:gd name="connsiteX7274" fmla="*/ 5593374 w 6514506"/>
              <a:gd name="connsiteY7274" fmla="*/ 874585 h 3658174"/>
              <a:gd name="connsiteX7275" fmla="*/ 5593660 w 6514506"/>
              <a:gd name="connsiteY7275" fmla="*/ 879062 h 3658174"/>
              <a:gd name="connsiteX7276" fmla="*/ 5584326 w 6514506"/>
              <a:gd name="connsiteY7276" fmla="*/ 877252 h 3658174"/>
              <a:gd name="connsiteX7277" fmla="*/ 5578610 w 6514506"/>
              <a:gd name="connsiteY7277" fmla="*/ 874299 h 3658174"/>
              <a:gd name="connsiteX7278" fmla="*/ 5576229 w 6514506"/>
              <a:gd name="connsiteY7278" fmla="*/ 869537 h 3658174"/>
              <a:gd name="connsiteX7279" fmla="*/ 5574991 w 6514506"/>
              <a:gd name="connsiteY7279" fmla="*/ 860583 h 3658174"/>
              <a:gd name="connsiteX7280" fmla="*/ 5573467 w 6514506"/>
              <a:gd name="connsiteY7280" fmla="*/ 857916 h 3658174"/>
              <a:gd name="connsiteX7281" fmla="*/ 5571657 w 6514506"/>
              <a:gd name="connsiteY7281" fmla="*/ 859155 h 3658174"/>
              <a:gd name="connsiteX7282" fmla="*/ 5571371 w 6514506"/>
              <a:gd name="connsiteY7282" fmla="*/ 852297 h 3658174"/>
              <a:gd name="connsiteX7283" fmla="*/ 5578896 w 6514506"/>
              <a:gd name="connsiteY7283" fmla="*/ 837342 h 3658174"/>
              <a:gd name="connsiteX7284" fmla="*/ 5581278 w 6514506"/>
              <a:gd name="connsiteY7284" fmla="*/ 831913 h 3658174"/>
              <a:gd name="connsiteX7285" fmla="*/ 5579753 w 6514506"/>
              <a:gd name="connsiteY7285" fmla="*/ 829818 h 3658174"/>
              <a:gd name="connsiteX7286" fmla="*/ 5585754 w 6514506"/>
              <a:gd name="connsiteY7286" fmla="*/ 831913 h 3658174"/>
              <a:gd name="connsiteX7287" fmla="*/ 5591183 w 6514506"/>
              <a:gd name="connsiteY7287" fmla="*/ 829246 h 3658174"/>
              <a:gd name="connsiteX7288" fmla="*/ 5595088 w 6514506"/>
              <a:gd name="connsiteY7288" fmla="*/ 825055 h 3658174"/>
              <a:gd name="connsiteX7289" fmla="*/ 5591183 w 6514506"/>
              <a:gd name="connsiteY7289" fmla="*/ 824769 h 3658174"/>
              <a:gd name="connsiteX7290" fmla="*/ 5584040 w 6514506"/>
              <a:gd name="connsiteY7290" fmla="*/ 825341 h 3658174"/>
              <a:gd name="connsiteX7291" fmla="*/ 5574419 w 6514506"/>
              <a:gd name="connsiteY7291" fmla="*/ 827151 h 3658174"/>
              <a:gd name="connsiteX7292" fmla="*/ 5573562 w 6514506"/>
              <a:gd name="connsiteY7292" fmla="*/ 820864 h 3658174"/>
              <a:gd name="connsiteX7293" fmla="*/ 5571467 w 6514506"/>
              <a:gd name="connsiteY7293" fmla="*/ 814863 h 3658174"/>
              <a:gd name="connsiteX7294" fmla="*/ 5569085 w 6514506"/>
              <a:gd name="connsiteY7294" fmla="*/ 820007 h 3658174"/>
              <a:gd name="connsiteX7295" fmla="*/ 5564323 w 6514506"/>
              <a:gd name="connsiteY7295" fmla="*/ 828103 h 3658174"/>
              <a:gd name="connsiteX7296" fmla="*/ 5558037 w 6514506"/>
              <a:gd name="connsiteY7296" fmla="*/ 833247 h 3658174"/>
              <a:gd name="connsiteX7297" fmla="*/ 5556227 w 6514506"/>
              <a:gd name="connsiteY7297" fmla="*/ 838676 h 3658174"/>
              <a:gd name="connsiteX7298" fmla="*/ 5549940 w 6514506"/>
              <a:gd name="connsiteY7298" fmla="*/ 842867 h 3658174"/>
              <a:gd name="connsiteX7299" fmla="*/ 5545178 w 6514506"/>
              <a:gd name="connsiteY7299" fmla="*/ 844105 h 3658174"/>
              <a:gd name="connsiteX7300" fmla="*/ 5542611 w 6514506"/>
              <a:gd name="connsiteY7300" fmla="*/ 844545 h 3658174"/>
              <a:gd name="connsiteX7301" fmla="*/ 5546607 w 6514506"/>
              <a:gd name="connsiteY7301" fmla="*/ 847343 h 3658174"/>
              <a:gd name="connsiteX7302" fmla="*/ 5549941 w 6514506"/>
              <a:gd name="connsiteY7302" fmla="*/ 850677 h 3658174"/>
              <a:gd name="connsiteX7303" fmla="*/ 5550227 w 6514506"/>
              <a:gd name="connsiteY7303" fmla="*/ 853058 h 3658174"/>
              <a:gd name="connsiteX7304" fmla="*/ 5548417 w 6514506"/>
              <a:gd name="connsiteY7304" fmla="*/ 858487 h 3658174"/>
              <a:gd name="connsiteX7305" fmla="*/ 5544226 w 6514506"/>
              <a:gd name="connsiteY7305" fmla="*/ 859059 h 3658174"/>
              <a:gd name="connsiteX7306" fmla="*/ 5539368 w 6514506"/>
              <a:gd name="connsiteY7306" fmla="*/ 862488 h 3658174"/>
              <a:gd name="connsiteX7307" fmla="*/ 5537082 w 6514506"/>
              <a:gd name="connsiteY7307" fmla="*/ 863536 h 3658174"/>
              <a:gd name="connsiteX7308" fmla="*/ 5534701 w 6514506"/>
              <a:gd name="connsiteY7308" fmla="*/ 866488 h 3658174"/>
              <a:gd name="connsiteX7309" fmla="*/ 5528985 w 6514506"/>
              <a:gd name="connsiteY7309" fmla="*/ 862297 h 3658174"/>
              <a:gd name="connsiteX7310" fmla="*/ 5529843 w 6514506"/>
              <a:gd name="connsiteY7310" fmla="*/ 873727 h 3658174"/>
              <a:gd name="connsiteX7311" fmla="*/ 5524700 w 6514506"/>
              <a:gd name="connsiteY7311" fmla="*/ 883348 h 3658174"/>
              <a:gd name="connsiteX7312" fmla="*/ 5523842 w 6514506"/>
              <a:gd name="connsiteY7312" fmla="*/ 887824 h 3658174"/>
              <a:gd name="connsiteX7313" fmla="*/ 5519651 w 6514506"/>
              <a:gd name="connsiteY7313" fmla="*/ 888396 h 3658174"/>
              <a:gd name="connsiteX7314" fmla="*/ 5518127 w 6514506"/>
              <a:gd name="connsiteY7314" fmla="*/ 897064 h 3658174"/>
              <a:gd name="connsiteX7315" fmla="*/ 5524700 w 6514506"/>
              <a:gd name="connsiteY7315" fmla="*/ 911446 h 3658174"/>
              <a:gd name="connsiteX7316" fmla="*/ 5526223 w 6514506"/>
              <a:gd name="connsiteY7316" fmla="*/ 914113 h 3658174"/>
              <a:gd name="connsiteX7317" fmla="*/ 5524414 w 6514506"/>
              <a:gd name="connsiteY7317" fmla="*/ 918876 h 3658174"/>
              <a:gd name="connsiteX7318" fmla="*/ 5530414 w 6514506"/>
              <a:gd name="connsiteY7318" fmla="*/ 921543 h 3658174"/>
              <a:gd name="connsiteX7319" fmla="*/ 5533367 w 6514506"/>
              <a:gd name="connsiteY7319" fmla="*/ 922114 h 3658174"/>
              <a:gd name="connsiteX7320" fmla="*/ 5538797 w 6514506"/>
              <a:gd name="connsiteY7320" fmla="*/ 929258 h 3658174"/>
              <a:gd name="connsiteX7321" fmla="*/ 5548702 w 6514506"/>
              <a:gd name="connsiteY7321" fmla="*/ 933735 h 3658174"/>
              <a:gd name="connsiteX7322" fmla="*/ 5546607 w 6514506"/>
              <a:gd name="connsiteY7322" fmla="*/ 926877 h 3658174"/>
              <a:gd name="connsiteX7323" fmla="*/ 5547179 w 6514506"/>
              <a:gd name="connsiteY7323" fmla="*/ 924496 h 3658174"/>
              <a:gd name="connsiteX7324" fmla="*/ 5554036 w 6514506"/>
              <a:gd name="connsiteY7324" fmla="*/ 932592 h 3658174"/>
              <a:gd name="connsiteX7325" fmla="*/ 5552513 w 6514506"/>
              <a:gd name="connsiteY7325" fmla="*/ 936783 h 3658174"/>
              <a:gd name="connsiteX7326" fmla="*/ 5548608 w 6514506"/>
              <a:gd name="connsiteY7326" fmla="*/ 939736 h 3658174"/>
              <a:gd name="connsiteX7327" fmla="*/ 5542892 w 6514506"/>
              <a:gd name="connsiteY7327" fmla="*/ 943641 h 3658174"/>
              <a:gd name="connsiteX7328" fmla="*/ 5539844 w 6514506"/>
              <a:gd name="connsiteY7328" fmla="*/ 947832 h 3658174"/>
              <a:gd name="connsiteX7329" fmla="*/ 5533558 w 6514506"/>
              <a:gd name="connsiteY7329" fmla="*/ 942117 h 3658174"/>
              <a:gd name="connsiteX7330" fmla="*/ 5529367 w 6514506"/>
              <a:gd name="connsiteY7330" fmla="*/ 943927 h 3658174"/>
              <a:gd name="connsiteX7331" fmla="*/ 5534510 w 6514506"/>
              <a:gd name="connsiteY7331" fmla="*/ 950213 h 3658174"/>
              <a:gd name="connsiteX7332" fmla="*/ 5530034 w 6514506"/>
              <a:gd name="connsiteY7332" fmla="*/ 957071 h 3658174"/>
              <a:gd name="connsiteX7333" fmla="*/ 5518318 w 6514506"/>
              <a:gd name="connsiteY7333" fmla="*/ 961548 h 3658174"/>
              <a:gd name="connsiteX7334" fmla="*/ 5509364 w 6514506"/>
              <a:gd name="connsiteY7334" fmla="*/ 970501 h 3658174"/>
              <a:gd name="connsiteX7335" fmla="*/ 5515079 w 6514506"/>
              <a:gd name="connsiteY7335" fmla="*/ 972311 h 3658174"/>
              <a:gd name="connsiteX7336" fmla="*/ 5525557 w 6514506"/>
              <a:gd name="connsiteY7336" fmla="*/ 968692 h 3658174"/>
              <a:gd name="connsiteX7337" fmla="*/ 5529748 w 6514506"/>
              <a:gd name="connsiteY7337" fmla="*/ 968406 h 3658174"/>
              <a:gd name="connsiteX7338" fmla="*/ 5533082 w 6514506"/>
              <a:gd name="connsiteY7338" fmla="*/ 968406 h 3658174"/>
              <a:gd name="connsiteX7339" fmla="*/ 5533939 w 6514506"/>
              <a:gd name="connsiteY7339" fmla="*/ 970787 h 3658174"/>
              <a:gd name="connsiteX7340" fmla="*/ 5526795 w 6514506"/>
              <a:gd name="connsiteY7340" fmla="*/ 973454 h 3658174"/>
              <a:gd name="connsiteX7341" fmla="*/ 5505173 w 6514506"/>
              <a:gd name="connsiteY7341" fmla="*/ 983646 h 3658174"/>
              <a:gd name="connsiteX7342" fmla="*/ 5504602 w 6514506"/>
              <a:gd name="connsiteY7342" fmla="*/ 986980 h 3658174"/>
              <a:gd name="connsiteX7343" fmla="*/ 5510602 w 6514506"/>
              <a:gd name="connsiteY7343" fmla="*/ 992695 h 3658174"/>
              <a:gd name="connsiteX7344" fmla="*/ 5513650 w 6514506"/>
              <a:gd name="connsiteY7344" fmla="*/ 1004125 h 3658174"/>
              <a:gd name="connsiteX7345" fmla="*/ 5516318 w 6514506"/>
              <a:gd name="connsiteY7345" fmla="*/ 1010697 h 3658174"/>
              <a:gd name="connsiteX7346" fmla="*/ 5516603 w 6514506"/>
              <a:gd name="connsiteY7346" fmla="*/ 1023270 h 3658174"/>
              <a:gd name="connsiteX7347" fmla="*/ 5514222 w 6514506"/>
              <a:gd name="connsiteY7347" fmla="*/ 1020889 h 3658174"/>
              <a:gd name="connsiteX7348" fmla="*/ 5504602 w 6514506"/>
              <a:gd name="connsiteY7348" fmla="*/ 1012792 h 3658174"/>
              <a:gd name="connsiteX7349" fmla="*/ 5496505 w 6514506"/>
              <a:gd name="connsiteY7349" fmla="*/ 1003458 h 3658174"/>
              <a:gd name="connsiteX7350" fmla="*/ 5494696 w 6514506"/>
              <a:gd name="connsiteY7350" fmla="*/ 1005268 h 3658174"/>
              <a:gd name="connsiteX7351" fmla="*/ 5499173 w 6514506"/>
              <a:gd name="connsiteY7351" fmla="*/ 1016031 h 3658174"/>
              <a:gd name="connsiteX7352" fmla="*/ 5507554 w 6514506"/>
              <a:gd name="connsiteY7352" fmla="*/ 1024127 h 3658174"/>
              <a:gd name="connsiteX7353" fmla="*/ 5513555 w 6514506"/>
              <a:gd name="connsiteY7353" fmla="*/ 1029842 h 3658174"/>
              <a:gd name="connsiteX7354" fmla="*/ 5518984 w 6514506"/>
              <a:gd name="connsiteY7354" fmla="*/ 1037367 h 3658174"/>
              <a:gd name="connsiteX7355" fmla="*/ 5519270 w 6514506"/>
              <a:gd name="connsiteY7355" fmla="*/ 1059274 h 3658174"/>
              <a:gd name="connsiteX7356" fmla="*/ 5520127 w 6514506"/>
              <a:gd name="connsiteY7356" fmla="*/ 1073086 h 3658174"/>
              <a:gd name="connsiteX7357" fmla="*/ 5518318 w 6514506"/>
              <a:gd name="connsiteY7357" fmla="*/ 1070419 h 3658174"/>
              <a:gd name="connsiteX7358" fmla="*/ 5513555 w 6514506"/>
              <a:gd name="connsiteY7358" fmla="*/ 1063275 h 3658174"/>
              <a:gd name="connsiteX7359" fmla="*/ 5512317 w 6514506"/>
              <a:gd name="connsiteY7359" fmla="*/ 1051273 h 3658174"/>
              <a:gd name="connsiteX7360" fmla="*/ 5509935 w 6514506"/>
              <a:gd name="connsiteY7360" fmla="*/ 1046797 h 3658174"/>
              <a:gd name="connsiteX7361" fmla="*/ 5506030 w 6514506"/>
              <a:gd name="connsiteY7361" fmla="*/ 1038415 h 3658174"/>
              <a:gd name="connsiteX7362" fmla="*/ 5502125 w 6514506"/>
              <a:gd name="connsiteY7362" fmla="*/ 1038700 h 3658174"/>
              <a:gd name="connsiteX7363" fmla="*/ 5497363 w 6514506"/>
              <a:gd name="connsiteY7363" fmla="*/ 1037843 h 3658174"/>
              <a:gd name="connsiteX7364" fmla="*/ 5497363 w 6514506"/>
              <a:gd name="connsiteY7364" fmla="*/ 1033081 h 3658174"/>
              <a:gd name="connsiteX7365" fmla="*/ 5500697 w 6514506"/>
              <a:gd name="connsiteY7365" fmla="*/ 1028890 h 3658174"/>
              <a:gd name="connsiteX7366" fmla="*/ 5497077 w 6514506"/>
              <a:gd name="connsiteY7366" fmla="*/ 1030699 h 3658174"/>
              <a:gd name="connsiteX7367" fmla="*/ 5489552 w 6514506"/>
              <a:gd name="connsiteY7367" fmla="*/ 1030128 h 3658174"/>
              <a:gd name="connsiteX7368" fmla="*/ 5487743 w 6514506"/>
              <a:gd name="connsiteY7368" fmla="*/ 1022603 h 3658174"/>
              <a:gd name="connsiteX7369" fmla="*/ 5486218 w 6514506"/>
              <a:gd name="connsiteY7369" fmla="*/ 1012983 h 3658174"/>
              <a:gd name="connsiteX7370" fmla="*/ 5484123 w 6514506"/>
              <a:gd name="connsiteY7370" fmla="*/ 1005744 h 3658174"/>
              <a:gd name="connsiteX7371" fmla="*/ 5483837 w 6514506"/>
              <a:gd name="connsiteY7371" fmla="*/ 1011173 h 3658174"/>
              <a:gd name="connsiteX7372" fmla="*/ 5481742 w 6514506"/>
              <a:gd name="connsiteY7372" fmla="*/ 1016602 h 3658174"/>
              <a:gd name="connsiteX7373" fmla="*/ 5482027 w 6514506"/>
              <a:gd name="connsiteY7373" fmla="*/ 1019936 h 3658174"/>
              <a:gd name="connsiteX7374" fmla="*/ 5483837 w 6514506"/>
              <a:gd name="connsiteY7374" fmla="*/ 1023841 h 3658174"/>
              <a:gd name="connsiteX7375" fmla="*/ 5485361 w 6514506"/>
              <a:gd name="connsiteY7375" fmla="*/ 1029556 h 3658174"/>
              <a:gd name="connsiteX7376" fmla="*/ 5488695 w 6514506"/>
              <a:gd name="connsiteY7376" fmla="*/ 1034986 h 3658174"/>
              <a:gd name="connsiteX7377" fmla="*/ 5493743 w 6514506"/>
              <a:gd name="connsiteY7377" fmla="*/ 1040034 h 3658174"/>
              <a:gd name="connsiteX7378" fmla="*/ 5498220 w 6514506"/>
              <a:gd name="connsiteY7378" fmla="*/ 1044225 h 3658174"/>
              <a:gd name="connsiteX7379" fmla="*/ 5489838 w 6514506"/>
              <a:gd name="connsiteY7379" fmla="*/ 1043368 h 3658174"/>
              <a:gd name="connsiteX7380" fmla="*/ 5481742 w 6514506"/>
              <a:gd name="connsiteY7380" fmla="*/ 1040415 h 3658174"/>
              <a:gd name="connsiteX7381" fmla="*/ 5479361 w 6514506"/>
              <a:gd name="connsiteY7381" fmla="*/ 1037462 h 3658174"/>
              <a:gd name="connsiteX7382" fmla="*/ 5477265 w 6514506"/>
              <a:gd name="connsiteY7382" fmla="*/ 1032985 h 3658174"/>
              <a:gd name="connsiteX7383" fmla="*/ 5476693 w 6514506"/>
              <a:gd name="connsiteY7383" fmla="*/ 1038415 h 3658174"/>
              <a:gd name="connsiteX7384" fmla="*/ 5483266 w 6514506"/>
              <a:gd name="connsiteY7384" fmla="*/ 1045654 h 3658174"/>
              <a:gd name="connsiteX7385" fmla="*/ 5497648 w 6514506"/>
              <a:gd name="connsiteY7385" fmla="*/ 1048321 h 3658174"/>
              <a:gd name="connsiteX7386" fmla="*/ 5507554 w 6514506"/>
              <a:gd name="connsiteY7386" fmla="*/ 1058798 h 3658174"/>
              <a:gd name="connsiteX7387" fmla="*/ 5498887 w 6514506"/>
              <a:gd name="connsiteY7387" fmla="*/ 1055464 h 3658174"/>
              <a:gd name="connsiteX7388" fmla="*/ 5494982 w 6514506"/>
              <a:gd name="connsiteY7388" fmla="*/ 1054607 h 3658174"/>
              <a:gd name="connsiteX7389" fmla="*/ 5502506 w 6514506"/>
              <a:gd name="connsiteY7389" fmla="*/ 1061179 h 3658174"/>
              <a:gd name="connsiteX7390" fmla="*/ 5507554 w 6514506"/>
              <a:gd name="connsiteY7390" fmla="*/ 1067180 h 3658174"/>
              <a:gd name="connsiteX7391" fmla="*/ 5511174 w 6514506"/>
              <a:gd name="connsiteY7391" fmla="*/ 1073752 h 3658174"/>
              <a:gd name="connsiteX7392" fmla="*/ 5510602 w 6514506"/>
              <a:gd name="connsiteY7392" fmla="*/ 1075848 h 3658174"/>
              <a:gd name="connsiteX7393" fmla="*/ 5506697 w 6514506"/>
              <a:gd name="connsiteY7393" fmla="*/ 1074324 h 3658174"/>
              <a:gd name="connsiteX7394" fmla="*/ 5508507 w 6514506"/>
              <a:gd name="connsiteY7394" fmla="*/ 1079086 h 3658174"/>
              <a:gd name="connsiteX7395" fmla="*/ 5524985 w 6514506"/>
              <a:gd name="connsiteY7395" fmla="*/ 1085944 h 3658174"/>
              <a:gd name="connsiteX7396" fmla="*/ 5528891 w 6514506"/>
              <a:gd name="connsiteY7396" fmla="*/ 1091659 h 3658174"/>
              <a:gd name="connsiteX7397" fmla="*/ 5532224 w 6514506"/>
              <a:gd name="connsiteY7397" fmla="*/ 1095565 h 3658174"/>
              <a:gd name="connsiteX7398" fmla="*/ 5535844 w 6514506"/>
              <a:gd name="connsiteY7398" fmla="*/ 1097374 h 3658174"/>
              <a:gd name="connsiteX7399" fmla="*/ 5530795 w 6514506"/>
              <a:gd name="connsiteY7399" fmla="*/ 1098232 h 3658174"/>
              <a:gd name="connsiteX7400" fmla="*/ 5527176 w 6514506"/>
              <a:gd name="connsiteY7400" fmla="*/ 1100327 h 3658174"/>
              <a:gd name="connsiteX7401" fmla="*/ 5529558 w 6514506"/>
              <a:gd name="connsiteY7401" fmla="*/ 1102708 h 3658174"/>
              <a:gd name="connsiteX7402" fmla="*/ 5534986 w 6514506"/>
              <a:gd name="connsiteY7402" fmla="*/ 1105375 h 3658174"/>
              <a:gd name="connsiteX7403" fmla="*/ 5538320 w 6514506"/>
              <a:gd name="connsiteY7403" fmla="*/ 1109852 h 3658174"/>
              <a:gd name="connsiteX7404" fmla="*/ 5538892 w 6514506"/>
              <a:gd name="connsiteY7404" fmla="*/ 1103566 h 3658174"/>
              <a:gd name="connsiteX7405" fmla="*/ 5542797 w 6514506"/>
              <a:gd name="connsiteY7405" fmla="*/ 1107185 h 3658174"/>
              <a:gd name="connsiteX7406" fmla="*/ 5542797 w 6514506"/>
              <a:gd name="connsiteY7406" fmla="*/ 1113757 h 3658174"/>
              <a:gd name="connsiteX7407" fmla="*/ 5540987 w 6514506"/>
              <a:gd name="connsiteY7407" fmla="*/ 1115853 h 3658174"/>
              <a:gd name="connsiteX7408" fmla="*/ 5536225 w 6514506"/>
              <a:gd name="connsiteY7408" fmla="*/ 1118520 h 3658174"/>
              <a:gd name="connsiteX7409" fmla="*/ 5532891 w 6514506"/>
              <a:gd name="connsiteY7409" fmla="*/ 1111376 h 3658174"/>
              <a:gd name="connsiteX7410" fmla="*/ 5531367 w 6514506"/>
              <a:gd name="connsiteY7410" fmla="*/ 1114710 h 3658174"/>
              <a:gd name="connsiteX7411" fmla="*/ 5526604 w 6514506"/>
              <a:gd name="connsiteY7411" fmla="*/ 1118044 h 3658174"/>
              <a:gd name="connsiteX7412" fmla="*/ 5527462 w 6514506"/>
              <a:gd name="connsiteY7412" fmla="*/ 1119568 h 3658174"/>
              <a:gd name="connsiteX7413" fmla="*/ 5533748 w 6514506"/>
              <a:gd name="connsiteY7413" fmla="*/ 1121663 h 3658174"/>
              <a:gd name="connsiteX7414" fmla="*/ 5534320 w 6514506"/>
              <a:gd name="connsiteY7414" fmla="*/ 1131283 h 3658174"/>
              <a:gd name="connsiteX7415" fmla="*/ 5536129 w 6514506"/>
              <a:gd name="connsiteY7415" fmla="*/ 1133950 h 3658174"/>
              <a:gd name="connsiteX7416" fmla="*/ 5541178 w 6514506"/>
              <a:gd name="connsiteY7416" fmla="*/ 1130617 h 3658174"/>
              <a:gd name="connsiteX7417" fmla="*/ 5544797 w 6514506"/>
              <a:gd name="connsiteY7417" fmla="*/ 1132426 h 3658174"/>
              <a:gd name="connsiteX7418" fmla="*/ 5544797 w 6514506"/>
              <a:gd name="connsiteY7418" fmla="*/ 1137189 h 3658174"/>
              <a:gd name="connsiteX7419" fmla="*/ 5541464 w 6514506"/>
              <a:gd name="connsiteY7419" fmla="*/ 1139284 h 3658174"/>
              <a:gd name="connsiteX7420" fmla="*/ 5537844 w 6514506"/>
              <a:gd name="connsiteY7420" fmla="*/ 1140523 h 3658174"/>
              <a:gd name="connsiteX7421" fmla="*/ 5529462 w 6514506"/>
              <a:gd name="connsiteY7421" fmla="*/ 1140808 h 3658174"/>
              <a:gd name="connsiteX7422" fmla="*/ 5529748 w 6514506"/>
              <a:gd name="connsiteY7422" fmla="*/ 1143856 h 3658174"/>
              <a:gd name="connsiteX7423" fmla="*/ 5531272 w 6514506"/>
              <a:gd name="connsiteY7423" fmla="*/ 1149857 h 3658174"/>
              <a:gd name="connsiteX7424" fmla="*/ 5530986 w 6514506"/>
              <a:gd name="connsiteY7424" fmla="*/ 1160049 h 3658174"/>
              <a:gd name="connsiteX7425" fmla="*/ 5526223 w 6514506"/>
              <a:gd name="connsiteY7425" fmla="*/ 1170812 h 3658174"/>
              <a:gd name="connsiteX7426" fmla="*/ 5519651 w 6514506"/>
              <a:gd name="connsiteY7426" fmla="*/ 1190624 h 3658174"/>
              <a:gd name="connsiteX7427" fmla="*/ 5519080 w 6514506"/>
              <a:gd name="connsiteY7427" fmla="*/ 1198720 h 3658174"/>
              <a:gd name="connsiteX7428" fmla="*/ 5518794 w 6514506"/>
              <a:gd name="connsiteY7428" fmla="*/ 1202340 h 3658174"/>
              <a:gd name="connsiteX7429" fmla="*/ 5512222 w 6514506"/>
              <a:gd name="connsiteY7429" fmla="*/ 1207769 h 3658174"/>
              <a:gd name="connsiteX7430" fmla="*/ 5508316 w 6514506"/>
              <a:gd name="connsiteY7430" fmla="*/ 1215580 h 3658174"/>
              <a:gd name="connsiteX7431" fmla="*/ 5506221 w 6514506"/>
              <a:gd name="connsiteY7431" fmla="*/ 1224914 h 3658174"/>
              <a:gd name="connsiteX7432" fmla="*/ 5502030 w 6514506"/>
              <a:gd name="connsiteY7432" fmla="*/ 1230343 h 3658174"/>
              <a:gd name="connsiteX7433" fmla="*/ 5504983 w 6514506"/>
              <a:gd name="connsiteY7433" fmla="*/ 1239678 h 3658174"/>
              <a:gd name="connsiteX7434" fmla="*/ 5506793 w 6514506"/>
              <a:gd name="connsiteY7434" fmla="*/ 1246536 h 3658174"/>
              <a:gd name="connsiteX7435" fmla="*/ 5507650 w 6514506"/>
              <a:gd name="connsiteY7435" fmla="*/ 1254632 h 3658174"/>
              <a:gd name="connsiteX7436" fmla="*/ 5509459 w 6514506"/>
              <a:gd name="connsiteY7436" fmla="*/ 1263014 h 3658174"/>
              <a:gd name="connsiteX7437" fmla="*/ 5517556 w 6514506"/>
              <a:gd name="connsiteY7437" fmla="*/ 1275873 h 3658174"/>
              <a:gd name="connsiteX7438" fmla="*/ 5529272 w 6514506"/>
              <a:gd name="connsiteY7438" fmla="*/ 1287874 h 3658174"/>
              <a:gd name="connsiteX7439" fmla="*/ 5533748 w 6514506"/>
              <a:gd name="connsiteY7439" fmla="*/ 1291494 h 3658174"/>
              <a:gd name="connsiteX7440" fmla="*/ 5528985 w 6514506"/>
              <a:gd name="connsiteY7440" fmla="*/ 1291208 h 3658174"/>
              <a:gd name="connsiteX7441" fmla="*/ 5534415 w 6514506"/>
              <a:gd name="connsiteY7441" fmla="*/ 1295685 h 3658174"/>
              <a:gd name="connsiteX7442" fmla="*/ 5539177 w 6514506"/>
              <a:gd name="connsiteY7442" fmla="*/ 1301971 h 3658174"/>
              <a:gd name="connsiteX7443" fmla="*/ 5544893 w 6514506"/>
              <a:gd name="connsiteY7443" fmla="*/ 1309210 h 3658174"/>
              <a:gd name="connsiteX7444" fmla="*/ 5549655 w 6514506"/>
              <a:gd name="connsiteY7444" fmla="*/ 1313116 h 3658174"/>
              <a:gd name="connsiteX7445" fmla="*/ 5554798 w 6514506"/>
              <a:gd name="connsiteY7445" fmla="*/ 1323593 h 3658174"/>
              <a:gd name="connsiteX7446" fmla="*/ 5549369 w 6514506"/>
              <a:gd name="connsiteY7446" fmla="*/ 1317592 h 3658174"/>
              <a:gd name="connsiteX7447" fmla="*/ 5546036 w 6514506"/>
              <a:gd name="connsiteY7447" fmla="*/ 1316735 h 3658174"/>
              <a:gd name="connsiteX7448" fmla="*/ 5550227 w 6514506"/>
              <a:gd name="connsiteY7448" fmla="*/ 1323593 h 3658174"/>
              <a:gd name="connsiteX7449" fmla="*/ 5554989 w 6514506"/>
              <a:gd name="connsiteY7449" fmla="*/ 1331975 h 3658174"/>
              <a:gd name="connsiteX7450" fmla="*/ 5560418 w 6514506"/>
              <a:gd name="connsiteY7450" fmla="*/ 1342453 h 3658174"/>
              <a:gd name="connsiteX7451" fmla="*/ 5569086 w 6514506"/>
              <a:gd name="connsiteY7451" fmla="*/ 1352073 h 3658174"/>
              <a:gd name="connsiteX7452" fmla="*/ 5572134 w 6514506"/>
              <a:gd name="connsiteY7452" fmla="*/ 1361693 h 3658174"/>
              <a:gd name="connsiteX7453" fmla="*/ 5575754 w 6514506"/>
              <a:gd name="connsiteY7453" fmla="*/ 1370647 h 3658174"/>
              <a:gd name="connsiteX7454" fmla="*/ 5579945 w 6514506"/>
              <a:gd name="connsiteY7454" fmla="*/ 1379600 h 3658174"/>
              <a:gd name="connsiteX7455" fmla="*/ 5581468 w 6514506"/>
              <a:gd name="connsiteY7455" fmla="*/ 1385887 h 3658174"/>
              <a:gd name="connsiteX7456" fmla="*/ 5583564 w 6514506"/>
              <a:gd name="connsiteY7456" fmla="*/ 1391316 h 3658174"/>
              <a:gd name="connsiteX7457" fmla="*/ 5584802 w 6514506"/>
              <a:gd name="connsiteY7457" fmla="*/ 1398841 h 3658174"/>
              <a:gd name="connsiteX7458" fmla="*/ 5582707 w 6514506"/>
              <a:gd name="connsiteY7458" fmla="*/ 1402746 h 3658174"/>
              <a:gd name="connsiteX7459" fmla="*/ 5577277 w 6514506"/>
              <a:gd name="connsiteY7459" fmla="*/ 1404270 h 3658174"/>
              <a:gd name="connsiteX7460" fmla="*/ 5569181 w 6514506"/>
              <a:gd name="connsiteY7460" fmla="*/ 1403984 h 3658174"/>
              <a:gd name="connsiteX7461" fmla="*/ 5572801 w 6514506"/>
              <a:gd name="connsiteY7461" fmla="*/ 1402746 h 3658174"/>
              <a:gd name="connsiteX7462" fmla="*/ 5570134 w 6514506"/>
              <a:gd name="connsiteY7462" fmla="*/ 1399793 h 3658174"/>
              <a:gd name="connsiteX7463" fmla="*/ 5568038 w 6514506"/>
              <a:gd name="connsiteY7463" fmla="*/ 1395031 h 3658174"/>
              <a:gd name="connsiteX7464" fmla="*/ 5566514 w 6514506"/>
              <a:gd name="connsiteY7464" fmla="*/ 1392649 h 3658174"/>
              <a:gd name="connsiteX7465" fmla="*/ 5561752 w 6514506"/>
              <a:gd name="connsiteY7465" fmla="*/ 1389030 h 3658174"/>
              <a:gd name="connsiteX7466" fmla="*/ 5552417 w 6514506"/>
              <a:gd name="connsiteY7466" fmla="*/ 1379695 h 3658174"/>
              <a:gd name="connsiteX7467" fmla="*/ 5545273 w 6514506"/>
              <a:gd name="connsiteY7467" fmla="*/ 1367408 h 3658174"/>
              <a:gd name="connsiteX7468" fmla="*/ 5543178 w 6514506"/>
              <a:gd name="connsiteY7468" fmla="*/ 1361122 h 3658174"/>
              <a:gd name="connsiteX7469" fmla="*/ 5539273 w 6514506"/>
              <a:gd name="connsiteY7469" fmla="*/ 1360264 h 3658174"/>
              <a:gd name="connsiteX7470" fmla="*/ 5534796 w 6514506"/>
              <a:gd name="connsiteY7470" fmla="*/ 1360264 h 3658174"/>
              <a:gd name="connsiteX7471" fmla="*/ 5529081 w 6514506"/>
              <a:gd name="connsiteY7471" fmla="*/ 1351597 h 3658174"/>
              <a:gd name="connsiteX7472" fmla="*/ 5528509 w 6514506"/>
              <a:gd name="connsiteY7472" fmla="*/ 1346834 h 3658174"/>
              <a:gd name="connsiteX7473" fmla="*/ 5530034 w 6514506"/>
              <a:gd name="connsiteY7473" fmla="*/ 1343786 h 3658174"/>
              <a:gd name="connsiteX7474" fmla="*/ 5528795 w 6514506"/>
              <a:gd name="connsiteY7474" fmla="*/ 1335976 h 3658174"/>
              <a:gd name="connsiteX7475" fmla="*/ 5522509 w 6514506"/>
              <a:gd name="connsiteY7475" fmla="*/ 1333023 h 3658174"/>
              <a:gd name="connsiteX7476" fmla="*/ 5521270 w 6514506"/>
              <a:gd name="connsiteY7476" fmla="*/ 1336357 h 3658174"/>
              <a:gd name="connsiteX7477" fmla="*/ 5519747 w 6514506"/>
              <a:gd name="connsiteY7477" fmla="*/ 1338738 h 3658174"/>
              <a:gd name="connsiteX7478" fmla="*/ 5516413 w 6514506"/>
              <a:gd name="connsiteY7478" fmla="*/ 1332166 h 3658174"/>
              <a:gd name="connsiteX7479" fmla="*/ 5513460 w 6514506"/>
              <a:gd name="connsiteY7479" fmla="*/ 1319593 h 3658174"/>
              <a:gd name="connsiteX7480" fmla="*/ 5511364 w 6514506"/>
              <a:gd name="connsiteY7480" fmla="*/ 1312449 h 3658174"/>
              <a:gd name="connsiteX7481" fmla="*/ 5509555 w 6514506"/>
              <a:gd name="connsiteY7481" fmla="*/ 1307972 h 3658174"/>
              <a:gd name="connsiteX7482" fmla="*/ 5506888 w 6514506"/>
              <a:gd name="connsiteY7482" fmla="*/ 1302257 h 3658174"/>
              <a:gd name="connsiteX7483" fmla="*/ 5502697 w 6514506"/>
              <a:gd name="connsiteY7483" fmla="*/ 1301400 h 3658174"/>
              <a:gd name="connsiteX7484" fmla="*/ 5498220 w 6514506"/>
              <a:gd name="connsiteY7484" fmla="*/ 1300162 h 3658174"/>
              <a:gd name="connsiteX7485" fmla="*/ 5491648 w 6514506"/>
              <a:gd name="connsiteY7485" fmla="*/ 1296542 h 3658174"/>
              <a:gd name="connsiteX7486" fmla="*/ 5486600 w 6514506"/>
              <a:gd name="connsiteY7486" fmla="*/ 1289684 h 3658174"/>
              <a:gd name="connsiteX7487" fmla="*/ 5478503 w 6514506"/>
              <a:gd name="connsiteY7487" fmla="*/ 1281874 h 3658174"/>
              <a:gd name="connsiteX7488" fmla="*/ 5470979 w 6514506"/>
              <a:gd name="connsiteY7488" fmla="*/ 1283683 h 3658174"/>
              <a:gd name="connsiteX7489" fmla="*/ 5461073 w 6514506"/>
              <a:gd name="connsiteY7489" fmla="*/ 1288732 h 3658174"/>
              <a:gd name="connsiteX7490" fmla="*/ 5457739 w 6514506"/>
              <a:gd name="connsiteY7490" fmla="*/ 1290256 h 3658174"/>
              <a:gd name="connsiteX7491" fmla="*/ 5454786 w 6514506"/>
              <a:gd name="connsiteY7491" fmla="*/ 1289398 h 3658174"/>
              <a:gd name="connsiteX7492" fmla="*/ 5450309 w 6514506"/>
              <a:gd name="connsiteY7492" fmla="*/ 1285493 h 3658174"/>
              <a:gd name="connsiteX7493" fmla="*/ 5450881 w 6514506"/>
              <a:gd name="connsiteY7493" fmla="*/ 1281588 h 3658174"/>
              <a:gd name="connsiteX7494" fmla="*/ 5449357 w 6514506"/>
              <a:gd name="connsiteY7494" fmla="*/ 1279778 h 3658174"/>
              <a:gd name="connsiteX7495" fmla="*/ 5441832 w 6514506"/>
              <a:gd name="connsiteY7495" fmla="*/ 1274349 h 3658174"/>
              <a:gd name="connsiteX7496" fmla="*/ 5442784 w 6514506"/>
              <a:gd name="connsiteY7496" fmla="*/ 1278254 h 3658174"/>
              <a:gd name="connsiteX7497" fmla="*/ 5434402 w 6514506"/>
              <a:gd name="connsiteY7497" fmla="*/ 1277397 h 3658174"/>
              <a:gd name="connsiteX7498" fmla="*/ 5433545 w 6514506"/>
              <a:gd name="connsiteY7498" fmla="*/ 1275301 h 3658174"/>
              <a:gd name="connsiteX7499" fmla="*/ 5434402 w 6514506"/>
              <a:gd name="connsiteY7499" fmla="*/ 1272634 h 3658174"/>
              <a:gd name="connsiteX7500" fmla="*/ 5427545 w 6514506"/>
              <a:gd name="connsiteY7500" fmla="*/ 1274730 h 3658174"/>
              <a:gd name="connsiteX7501" fmla="*/ 5419734 w 6514506"/>
              <a:gd name="connsiteY7501" fmla="*/ 1275587 h 3658174"/>
              <a:gd name="connsiteX7502" fmla="*/ 5417067 w 6514506"/>
              <a:gd name="connsiteY7502" fmla="*/ 1275301 h 3658174"/>
              <a:gd name="connsiteX7503" fmla="*/ 5402684 w 6514506"/>
              <a:gd name="connsiteY7503" fmla="*/ 1272634 h 3658174"/>
              <a:gd name="connsiteX7504" fmla="*/ 5399350 w 6514506"/>
              <a:gd name="connsiteY7504" fmla="*/ 1274444 h 3658174"/>
              <a:gd name="connsiteX7505" fmla="*/ 5390683 w 6514506"/>
              <a:gd name="connsiteY7505" fmla="*/ 1279873 h 3658174"/>
              <a:gd name="connsiteX7506" fmla="*/ 5378967 w 6514506"/>
              <a:gd name="connsiteY7506" fmla="*/ 1294828 h 3658174"/>
              <a:gd name="connsiteX7507" fmla="*/ 5383729 w 6514506"/>
              <a:gd name="connsiteY7507" fmla="*/ 1296066 h 3658174"/>
              <a:gd name="connsiteX7508" fmla="*/ 5385825 w 6514506"/>
              <a:gd name="connsiteY7508" fmla="*/ 1300257 h 3658174"/>
              <a:gd name="connsiteX7509" fmla="*/ 5392683 w 6514506"/>
              <a:gd name="connsiteY7509" fmla="*/ 1308925 h 3658174"/>
              <a:gd name="connsiteX7510" fmla="*/ 5397445 w 6514506"/>
              <a:gd name="connsiteY7510" fmla="*/ 1310163 h 3658174"/>
              <a:gd name="connsiteX7511" fmla="*/ 5399541 w 6514506"/>
              <a:gd name="connsiteY7511" fmla="*/ 1314640 h 3658174"/>
              <a:gd name="connsiteX7512" fmla="*/ 5396588 w 6514506"/>
              <a:gd name="connsiteY7512" fmla="*/ 1318831 h 3658174"/>
              <a:gd name="connsiteX7513" fmla="*/ 5394207 w 6514506"/>
              <a:gd name="connsiteY7513" fmla="*/ 1322164 h 3658174"/>
              <a:gd name="connsiteX7514" fmla="*/ 5392111 w 6514506"/>
              <a:gd name="connsiteY7514" fmla="*/ 1317973 h 3658174"/>
              <a:gd name="connsiteX7515" fmla="*/ 5384968 w 6514506"/>
              <a:gd name="connsiteY7515" fmla="*/ 1312258 h 3658174"/>
              <a:gd name="connsiteX7516" fmla="*/ 5378681 w 6514506"/>
              <a:gd name="connsiteY7516" fmla="*/ 1308067 h 3658174"/>
              <a:gd name="connsiteX7517" fmla="*/ 5378967 w 6514506"/>
              <a:gd name="connsiteY7517" fmla="*/ 1314068 h 3658174"/>
              <a:gd name="connsiteX7518" fmla="*/ 5375633 w 6514506"/>
              <a:gd name="connsiteY7518" fmla="*/ 1316164 h 3658174"/>
              <a:gd name="connsiteX7519" fmla="*/ 5370204 w 6514506"/>
              <a:gd name="connsiteY7519" fmla="*/ 1318259 h 3658174"/>
              <a:gd name="connsiteX7520" fmla="*/ 5363918 w 6514506"/>
              <a:gd name="connsiteY7520" fmla="*/ 1318259 h 3658174"/>
              <a:gd name="connsiteX7521" fmla="*/ 5354583 w 6514506"/>
              <a:gd name="connsiteY7521" fmla="*/ 1312544 h 3658174"/>
              <a:gd name="connsiteX7522" fmla="*/ 5350964 w 6514506"/>
              <a:gd name="connsiteY7522" fmla="*/ 1305972 h 3658174"/>
              <a:gd name="connsiteX7523" fmla="*/ 5344677 w 6514506"/>
              <a:gd name="connsiteY7523" fmla="*/ 1304162 h 3658174"/>
              <a:gd name="connsiteX7524" fmla="*/ 5342582 w 6514506"/>
              <a:gd name="connsiteY7524" fmla="*/ 1306258 h 3658174"/>
              <a:gd name="connsiteX7525" fmla="*/ 5344392 w 6514506"/>
              <a:gd name="connsiteY7525" fmla="*/ 1309877 h 3658174"/>
              <a:gd name="connsiteX7526" fmla="*/ 5338105 w 6514506"/>
              <a:gd name="connsiteY7526" fmla="*/ 1311973 h 3658174"/>
              <a:gd name="connsiteX7527" fmla="*/ 5324960 w 6514506"/>
              <a:gd name="connsiteY7527" fmla="*/ 1312258 h 3658174"/>
              <a:gd name="connsiteX7528" fmla="*/ 5312102 w 6514506"/>
              <a:gd name="connsiteY7528" fmla="*/ 1319783 h 3658174"/>
              <a:gd name="connsiteX7529" fmla="*/ 5306101 w 6514506"/>
              <a:gd name="connsiteY7529" fmla="*/ 1327022 h 3658174"/>
              <a:gd name="connsiteX7530" fmla="*/ 5304005 w 6514506"/>
              <a:gd name="connsiteY7530" fmla="*/ 1326451 h 3658174"/>
              <a:gd name="connsiteX7531" fmla="*/ 5304291 w 6514506"/>
              <a:gd name="connsiteY7531" fmla="*/ 1323498 h 3658174"/>
              <a:gd name="connsiteX7532" fmla="*/ 5301910 w 6514506"/>
              <a:gd name="connsiteY7532" fmla="*/ 1323498 h 3658174"/>
              <a:gd name="connsiteX7533" fmla="*/ 5298576 w 6514506"/>
              <a:gd name="connsiteY7533" fmla="*/ 1323498 h 3658174"/>
              <a:gd name="connsiteX7534" fmla="*/ 5298290 w 6514506"/>
              <a:gd name="connsiteY7534" fmla="*/ 1327689 h 3658174"/>
              <a:gd name="connsiteX7535" fmla="*/ 5298576 w 6514506"/>
              <a:gd name="connsiteY7535" fmla="*/ 1332737 h 3658174"/>
              <a:gd name="connsiteX7536" fmla="*/ 5294099 w 6514506"/>
              <a:gd name="connsiteY7536" fmla="*/ 1340833 h 3658174"/>
              <a:gd name="connsiteX7537" fmla="*/ 5291433 w 6514506"/>
              <a:gd name="connsiteY7537" fmla="*/ 1345024 h 3658174"/>
              <a:gd name="connsiteX7538" fmla="*/ 5285717 w 6514506"/>
              <a:gd name="connsiteY7538" fmla="*/ 1345310 h 3658174"/>
              <a:gd name="connsiteX7539" fmla="*/ 5279145 w 6514506"/>
              <a:gd name="connsiteY7539" fmla="*/ 1346548 h 3658174"/>
              <a:gd name="connsiteX7540" fmla="*/ 5279145 w 6514506"/>
              <a:gd name="connsiteY7540" fmla="*/ 1348930 h 3658174"/>
              <a:gd name="connsiteX7541" fmla="*/ 5282479 w 6514506"/>
              <a:gd name="connsiteY7541" fmla="*/ 1352549 h 3658174"/>
              <a:gd name="connsiteX7542" fmla="*/ 5278002 w 6514506"/>
              <a:gd name="connsiteY7542" fmla="*/ 1354073 h 3658174"/>
              <a:gd name="connsiteX7543" fmla="*/ 5277145 w 6514506"/>
              <a:gd name="connsiteY7543" fmla="*/ 1357026 h 3658174"/>
              <a:gd name="connsiteX7544" fmla="*/ 5276288 w 6514506"/>
              <a:gd name="connsiteY7544" fmla="*/ 1359407 h 3658174"/>
              <a:gd name="connsiteX7545" fmla="*/ 5273335 w 6514506"/>
              <a:gd name="connsiteY7545" fmla="*/ 1359979 h 3658174"/>
              <a:gd name="connsiteX7546" fmla="*/ 5275145 w 6514506"/>
              <a:gd name="connsiteY7546" fmla="*/ 1365408 h 3658174"/>
              <a:gd name="connsiteX7547" fmla="*/ 5272477 w 6514506"/>
              <a:gd name="connsiteY7547" fmla="*/ 1367218 h 3658174"/>
              <a:gd name="connsiteX7548" fmla="*/ 5272477 w 6514506"/>
              <a:gd name="connsiteY7548" fmla="*/ 1371409 h 3658174"/>
              <a:gd name="connsiteX7549" fmla="*/ 5275430 w 6514506"/>
              <a:gd name="connsiteY7549" fmla="*/ 1378267 h 3658174"/>
              <a:gd name="connsiteX7550" fmla="*/ 5270001 w 6514506"/>
              <a:gd name="connsiteY7550" fmla="*/ 1380076 h 3658174"/>
              <a:gd name="connsiteX7551" fmla="*/ 5267048 w 6514506"/>
              <a:gd name="connsiteY7551" fmla="*/ 1380934 h 3658174"/>
              <a:gd name="connsiteX7552" fmla="*/ 5270382 w 6514506"/>
              <a:gd name="connsiteY7552" fmla="*/ 1383315 h 3658174"/>
              <a:gd name="connsiteX7553" fmla="*/ 5276383 w 6514506"/>
              <a:gd name="connsiteY7553" fmla="*/ 1386268 h 3658174"/>
              <a:gd name="connsiteX7554" fmla="*/ 5277240 w 6514506"/>
              <a:gd name="connsiteY7554" fmla="*/ 1393126 h 3658174"/>
              <a:gd name="connsiteX7555" fmla="*/ 5279050 w 6514506"/>
              <a:gd name="connsiteY7555" fmla="*/ 1398269 h 3658174"/>
              <a:gd name="connsiteX7556" fmla="*/ 5283527 w 6514506"/>
              <a:gd name="connsiteY7556" fmla="*/ 1407604 h 3658174"/>
              <a:gd name="connsiteX7557" fmla="*/ 5285336 w 6514506"/>
              <a:gd name="connsiteY7557" fmla="*/ 1412080 h 3658174"/>
              <a:gd name="connsiteX7558" fmla="*/ 5289527 w 6514506"/>
              <a:gd name="connsiteY7558" fmla="*/ 1414747 h 3658174"/>
              <a:gd name="connsiteX7559" fmla="*/ 5292480 w 6514506"/>
              <a:gd name="connsiteY7559" fmla="*/ 1423129 h 3658174"/>
              <a:gd name="connsiteX7560" fmla="*/ 5291163 w 6514506"/>
              <a:gd name="connsiteY7560" fmla="*/ 1422757 h 3658174"/>
              <a:gd name="connsiteX7561" fmla="*/ 5291242 w 6514506"/>
              <a:gd name="connsiteY7561" fmla="*/ 1422844 h 3658174"/>
              <a:gd name="connsiteX7562" fmla="*/ 5293337 w 6514506"/>
              <a:gd name="connsiteY7562" fmla="*/ 1429416 h 3658174"/>
              <a:gd name="connsiteX7563" fmla="*/ 5289146 w 6514506"/>
              <a:gd name="connsiteY7563" fmla="*/ 1432750 h 3658174"/>
              <a:gd name="connsiteX7564" fmla="*/ 5286479 w 6514506"/>
              <a:gd name="connsiteY7564" fmla="*/ 1435417 h 3658174"/>
              <a:gd name="connsiteX7565" fmla="*/ 5287718 w 6514506"/>
              <a:gd name="connsiteY7565" fmla="*/ 1442941 h 3658174"/>
              <a:gd name="connsiteX7566" fmla="*/ 5289813 w 6514506"/>
              <a:gd name="connsiteY7566" fmla="*/ 1445894 h 3658174"/>
              <a:gd name="connsiteX7567" fmla="*/ 5293147 w 6514506"/>
              <a:gd name="connsiteY7567" fmla="*/ 1450085 h 3658174"/>
              <a:gd name="connsiteX7568" fmla="*/ 5292861 w 6514506"/>
              <a:gd name="connsiteY7568" fmla="*/ 1456086 h 3658174"/>
              <a:gd name="connsiteX7569" fmla="*/ 5293432 w 6514506"/>
              <a:gd name="connsiteY7569" fmla="*/ 1459991 h 3658174"/>
              <a:gd name="connsiteX7570" fmla="*/ 5296385 w 6514506"/>
              <a:gd name="connsiteY7570" fmla="*/ 1465420 h 3658174"/>
              <a:gd name="connsiteX7571" fmla="*/ 5304767 w 6514506"/>
              <a:gd name="connsiteY7571" fmla="*/ 1487328 h 3658174"/>
              <a:gd name="connsiteX7572" fmla="*/ 5308387 w 6514506"/>
              <a:gd name="connsiteY7572" fmla="*/ 1498758 h 3658174"/>
              <a:gd name="connsiteX7573" fmla="*/ 5310768 w 6514506"/>
              <a:gd name="connsiteY7573" fmla="*/ 1510474 h 3658174"/>
              <a:gd name="connsiteX7574" fmla="*/ 5321817 w 6514506"/>
              <a:gd name="connsiteY7574" fmla="*/ 1531714 h 3658174"/>
              <a:gd name="connsiteX7575" fmla="*/ 5326961 w 6514506"/>
              <a:gd name="connsiteY7575" fmla="*/ 1544859 h 3658174"/>
              <a:gd name="connsiteX7576" fmla="*/ 5333818 w 6514506"/>
              <a:gd name="connsiteY7576" fmla="*/ 1556860 h 3658174"/>
              <a:gd name="connsiteX7577" fmla="*/ 5344296 w 6514506"/>
              <a:gd name="connsiteY7577" fmla="*/ 1566766 h 3658174"/>
              <a:gd name="connsiteX7578" fmla="*/ 5353250 w 6514506"/>
              <a:gd name="connsiteY7578" fmla="*/ 1577244 h 3658174"/>
              <a:gd name="connsiteX7579" fmla="*/ 5358679 w 6514506"/>
              <a:gd name="connsiteY7579" fmla="*/ 1590769 h 3658174"/>
              <a:gd name="connsiteX7580" fmla="*/ 5368870 w 6514506"/>
              <a:gd name="connsiteY7580" fmla="*/ 1601533 h 3658174"/>
              <a:gd name="connsiteX7581" fmla="*/ 5373633 w 6514506"/>
              <a:gd name="connsiteY7581" fmla="*/ 1607533 h 3658174"/>
              <a:gd name="connsiteX7582" fmla="*/ 5373061 w 6514506"/>
              <a:gd name="connsiteY7582" fmla="*/ 1610200 h 3658174"/>
              <a:gd name="connsiteX7583" fmla="*/ 5376967 w 6514506"/>
              <a:gd name="connsiteY7583" fmla="*/ 1612867 h 3658174"/>
              <a:gd name="connsiteX7584" fmla="*/ 5377824 w 6514506"/>
              <a:gd name="connsiteY7584" fmla="*/ 1609915 h 3658174"/>
              <a:gd name="connsiteX7585" fmla="*/ 5382872 w 6514506"/>
              <a:gd name="connsiteY7585" fmla="*/ 1610200 h 3658174"/>
              <a:gd name="connsiteX7586" fmla="*/ 5391254 w 6514506"/>
              <a:gd name="connsiteY7586" fmla="*/ 1609915 h 3658174"/>
              <a:gd name="connsiteX7587" fmla="*/ 5396684 w 6514506"/>
              <a:gd name="connsiteY7587" fmla="*/ 1618582 h 3658174"/>
              <a:gd name="connsiteX7588" fmla="*/ 5405351 w 6514506"/>
              <a:gd name="connsiteY7588" fmla="*/ 1618582 h 3658174"/>
              <a:gd name="connsiteX7589" fmla="*/ 5408971 w 6514506"/>
              <a:gd name="connsiteY7589" fmla="*/ 1619154 h 3658174"/>
              <a:gd name="connsiteX7590" fmla="*/ 5413733 w 6514506"/>
              <a:gd name="connsiteY7590" fmla="*/ 1619725 h 3658174"/>
              <a:gd name="connsiteX7591" fmla="*/ 5414019 w 6514506"/>
              <a:gd name="connsiteY7591" fmla="*/ 1615820 h 3658174"/>
              <a:gd name="connsiteX7592" fmla="*/ 5413448 w 6514506"/>
              <a:gd name="connsiteY7592" fmla="*/ 1614010 h 3658174"/>
              <a:gd name="connsiteX7593" fmla="*/ 5421258 w 6514506"/>
              <a:gd name="connsiteY7593" fmla="*/ 1611915 h 3658174"/>
              <a:gd name="connsiteX7594" fmla="*/ 5427830 w 6514506"/>
              <a:gd name="connsiteY7594" fmla="*/ 1608295 h 3658174"/>
              <a:gd name="connsiteX7595" fmla="*/ 5433545 w 6514506"/>
              <a:gd name="connsiteY7595" fmla="*/ 1605628 h 3658174"/>
              <a:gd name="connsiteX7596" fmla="*/ 5443166 w 6514506"/>
              <a:gd name="connsiteY7596" fmla="*/ 1605628 h 3658174"/>
              <a:gd name="connsiteX7597" fmla="*/ 5444404 w 6514506"/>
              <a:gd name="connsiteY7597" fmla="*/ 1608295 h 3658174"/>
              <a:gd name="connsiteX7598" fmla="*/ 5447738 w 6514506"/>
              <a:gd name="connsiteY7598" fmla="*/ 1611915 h 3658174"/>
              <a:gd name="connsiteX7599" fmla="*/ 5451643 w 6514506"/>
              <a:gd name="connsiteY7599" fmla="*/ 1611343 h 3658174"/>
              <a:gd name="connsiteX7600" fmla="*/ 5453738 w 6514506"/>
              <a:gd name="connsiteY7600" fmla="*/ 1608676 h 3658174"/>
              <a:gd name="connsiteX7601" fmla="*/ 5454977 w 6514506"/>
              <a:gd name="connsiteY7601" fmla="*/ 1605343 h 3658174"/>
              <a:gd name="connsiteX7602" fmla="*/ 5451071 w 6514506"/>
              <a:gd name="connsiteY7602" fmla="*/ 1600580 h 3658174"/>
              <a:gd name="connsiteX7603" fmla="*/ 5453738 w 6514506"/>
              <a:gd name="connsiteY7603" fmla="*/ 1589531 h 3658174"/>
              <a:gd name="connsiteX7604" fmla="*/ 5455262 w 6514506"/>
              <a:gd name="connsiteY7604" fmla="*/ 1577244 h 3658174"/>
              <a:gd name="connsiteX7605" fmla="*/ 5455548 w 6514506"/>
              <a:gd name="connsiteY7605" fmla="*/ 1568862 h 3658174"/>
              <a:gd name="connsiteX7606" fmla="*/ 5453167 w 6514506"/>
              <a:gd name="connsiteY7606" fmla="*/ 1557146 h 3658174"/>
              <a:gd name="connsiteX7607" fmla="*/ 5452309 w 6514506"/>
              <a:gd name="connsiteY7607" fmla="*/ 1548478 h 3658174"/>
              <a:gd name="connsiteX7608" fmla="*/ 5451452 w 6514506"/>
              <a:gd name="connsiteY7608" fmla="*/ 1534381 h 3658174"/>
              <a:gd name="connsiteX7609" fmla="*/ 5467645 w 6514506"/>
              <a:gd name="connsiteY7609" fmla="*/ 1528952 h 3658174"/>
              <a:gd name="connsiteX7610" fmla="*/ 5477265 w 6514506"/>
              <a:gd name="connsiteY7610" fmla="*/ 1522666 h 3658174"/>
              <a:gd name="connsiteX7611" fmla="*/ 5484123 w 6514506"/>
              <a:gd name="connsiteY7611" fmla="*/ 1520284 h 3658174"/>
              <a:gd name="connsiteX7612" fmla="*/ 5495553 w 6514506"/>
              <a:gd name="connsiteY7612" fmla="*/ 1522380 h 3658174"/>
              <a:gd name="connsiteX7613" fmla="*/ 5498887 w 6514506"/>
              <a:gd name="connsiteY7613" fmla="*/ 1523618 h 3658174"/>
              <a:gd name="connsiteX7614" fmla="*/ 5496792 w 6514506"/>
              <a:gd name="connsiteY7614" fmla="*/ 1520665 h 3658174"/>
              <a:gd name="connsiteX7615" fmla="*/ 5493457 w 6514506"/>
              <a:gd name="connsiteY7615" fmla="*/ 1518570 h 3658174"/>
              <a:gd name="connsiteX7616" fmla="*/ 5499173 w 6514506"/>
              <a:gd name="connsiteY7616" fmla="*/ 1518570 h 3658174"/>
              <a:gd name="connsiteX7617" fmla="*/ 5506317 w 6514506"/>
              <a:gd name="connsiteY7617" fmla="*/ 1518570 h 3658174"/>
              <a:gd name="connsiteX7618" fmla="*/ 5511745 w 6514506"/>
              <a:gd name="connsiteY7618" fmla="*/ 1521904 h 3658174"/>
              <a:gd name="connsiteX7619" fmla="*/ 5514127 w 6514506"/>
              <a:gd name="connsiteY7619" fmla="*/ 1532667 h 3658174"/>
              <a:gd name="connsiteX7620" fmla="*/ 5511460 w 6514506"/>
              <a:gd name="connsiteY7620" fmla="*/ 1547335 h 3658174"/>
              <a:gd name="connsiteX7621" fmla="*/ 5511460 w 6514506"/>
              <a:gd name="connsiteY7621" fmla="*/ 1561718 h 3658174"/>
              <a:gd name="connsiteX7622" fmla="*/ 5510602 w 6514506"/>
              <a:gd name="connsiteY7622" fmla="*/ 1571624 h 3658174"/>
              <a:gd name="connsiteX7623" fmla="*/ 5512127 w 6514506"/>
              <a:gd name="connsiteY7623" fmla="*/ 1574577 h 3658174"/>
              <a:gd name="connsiteX7624" fmla="*/ 5515079 w 6514506"/>
              <a:gd name="connsiteY7624" fmla="*/ 1574291 h 3658174"/>
              <a:gd name="connsiteX7625" fmla="*/ 5512984 w 6514506"/>
              <a:gd name="connsiteY7625" fmla="*/ 1580006 h 3658174"/>
              <a:gd name="connsiteX7626" fmla="*/ 5513841 w 6514506"/>
              <a:gd name="connsiteY7626" fmla="*/ 1583054 h 3658174"/>
              <a:gd name="connsiteX7627" fmla="*/ 5515936 w 6514506"/>
              <a:gd name="connsiteY7627" fmla="*/ 1582483 h 3658174"/>
              <a:gd name="connsiteX7628" fmla="*/ 5514413 w 6514506"/>
              <a:gd name="connsiteY7628" fmla="*/ 1592103 h 3658174"/>
              <a:gd name="connsiteX7629" fmla="*/ 5518032 w 6514506"/>
              <a:gd name="connsiteY7629" fmla="*/ 1607724 h 3658174"/>
              <a:gd name="connsiteX7630" fmla="*/ 5513841 w 6514506"/>
              <a:gd name="connsiteY7630" fmla="*/ 1606486 h 3658174"/>
              <a:gd name="connsiteX7631" fmla="*/ 5512603 w 6514506"/>
              <a:gd name="connsiteY7631" fmla="*/ 1601723 h 3658174"/>
              <a:gd name="connsiteX7632" fmla="*/ 5508983 w 6514506"/>
              <a:gd name="connsiteY7632" fmla="*/ 1596294 h 3658174"/>
              <a:gd name="connsiteX7633" fmla="*/ 5508126 w 6514506"/>
              <a:gd name="connsiteY7633" fmla="*/ 1600485 h 3658174"/>
              <a:gd name="connsiteX7634" fmla="*/ 5507554 w 6514506"/>
              <a:gd name="connsiteY7634" fmla="*/ 1608581 h 3658174"/>
              <a:gd name="connsiteX7635" fmla="*/ 5507554 w 6514506"/>
              <a:gd name="connsiteY7635" fmla="*/ 1608582 h 3658174"/>
              <a:gd name="connsiteX7636" fmla="*/ 5508220 w 6514506"/>
              <a:gd name="connsiteY7636" fmla="*/ 1608582 h 3658174"/>
              <a:gd name="connsiteX7637" fmla="*/ 5513269 w 6514506"/>
              <a:gd name="connsiteY7637" fmla="*/ 1614297 h 3658174"/>
              <a:gd name="connsiteX7638" fmla="*/ 5515935 w 6514506"/>
              <a:gd name="connsiteY7638" fmla="*/ 1626870 h 3658174"/>
              <a:gd name="connsiteX7639" fmla="*/ 5519841 w 6514506"/>
              <a:gd name="connsiteY7639" fmla="*/ 1645444 h 3658174"/>
              <a:gd name="connsiteX7640" fmla="*/ 5521079 w 6514506"/>
              <a:gd name="connsiteY7640" fmla="*/ 1658303 h 3658174"/>
              <a:gd name="connsiteX7641" fmla="*/ 5518698 w 6514506"/>
              <a:gd name="connsiteY7641" fmla="*/ 1671447 h 3658174"/>
              <a:gd name="connsiteX7642" fmla="*/ 5519165 w 6514506"/>
              <a:gd name="connsiteY7642" fmla="*/ 1676489 h 3658174"/>
              <a:gd name="connsiteX7643" fmla="*/ 5519175 w 6514506"/>
              <a:gd name="connsiteY7643" fmla="*/ 1676495 h 3658174"/>
              <a:gd name="connsiteX7644" fmla="*/ 5522318 w 6514506"/>
              <a:gd name="connsiteY7644" fmla="*/ 1675542 h 3658174"/>
              <a:gd name="connsiteX7645" fmla="*/ 5528033 w 6514506"/>
              <a:gd name="connsiteY7645" fmla="*/ 1678209 h 3658174"/>
              <a:gd name="connsiteX7646" fmla="*/ 5534891 w 6514506"/>
              <a:gd name="connsiteY7646" fmla="*/ 1678495 h 3658174"/>
              <a:gd name="connsiteX7647" fmla="*/ 5534841 w 6514506"/>
              <a:gd name="connsiteY7647" fmla="*/ 1678653 h 3658174"/>
              <a:gd name="connsiteX7648" fmla="*/ 5538987 w 6514506"/>
              <a:gd name="connsiteY7648" fmla="*/ 1675732 h 3658174"/>
              <a:gd name="connsiteX7649" fmla="*/ 5542892 w 6514506"/>
              <a:gd name="connsiteY7649" fmla="*/ 1676304 h 3658174"/>
              <a:gd name="connsiteX7650" fmla="*/ 5544987 w 6514506"/>
              <a:gd name="connsiteY7650" fmla="*/ 1677542 h 3658174"/>
              <a:gd name="connsiteX7651" fmla="*/ 5548892 w 6514506"/>
              <a:gd name="connsiteY7651" fmla="*/ 1676685 h 3658174"/>
              <a:gd name="connsiteX7652" fmla="*/ 5554322 w 6514506"/>
              <a:gd name="connsiteY7652" fmla="*/ 1676113 h 3658174"/>
              <a:gd name="connsiteX7653" fmla="*/ 5562418 w 6514506"/>
              <a:gd name="connsiteY7653" fmla="*/ 1674875 h 3658174"/>
              <a:gd name="connsiteX7654" fmla="*/ 5564799 w 6514506"/>
              <a:gd name="connsiteY7654" fmla="*/ 1670684 h 3658174"/>
              <a:gd name="connsiteX7655" fmla="*/ 5568704 w 6514506"/>
              <a:gd name="connsiteY7655" fmla="*/ 1670398 h 3658174"/>
              <a:gd name="connsiteX7656" fmla="*/ 5580420 w 6514506"/>
              <a:gd name="connsiteY7656" fmla="*/ 1670970 h 3658174"/>
              <a:gd name="connsiteX7657" fmla="*/ 5588231 w 6514506"/>
              <a:gd name="connsiteY7657" fmla="*/ 1671256 h 3658174"/>
              <a:gd name="connsiteX7658" fmla="*/ 5593945 w 6514506"/>
              <a:gd name="connsiteY7658" fmla="*/ 1671827 h 3658174"/>
              <a:gd name="connsiteX7659" fmla="*/ 5602042 w 6514506"/>
              <a:gd name="connsiteY7659" fmla="*/ 1675447 h 3658174"/>
              <a:gd name="connsiteX7660" fmla="*/ 5608043 w 6514506"/>
              <a:gd name="connsiteY7660" fmla="*/ 1681162 h 3658174"/>
              <a:gd name="connsiteX7661" fmla="*/ 5600804 w 6514506"/>
              <a:gd name="connsiteY7661" fmla="*/ 1678495 h 3658174"/>
              <a:gd name="connsiteX7662" fmla="*/ 5599279 w 6514506"/>
              <a:gd name="connsiteY7662" fmla="*/ 1680019 h 3658174"/>
              <a:gd name="connsiteX7663" fmla="*/ 5597470 w 6514506"/>
              <a:gd name="connsiteY7663" fmla="*/ 1682400 h 3658174"/>
              <a:gd name="connsiteX7664" fmla="*/ 5600137 w 6514506"/>
              <a:gd name="connsiteY7664" fmla="*/ 1686019 h 3658174"/>
              <a:gd name="connsiteX7665" fmla="*/ 5611852 w 6514506"/>
              <a:gd name="connsiteY7665" fmla="*/ 1692020 h 3658174"/>
              <a:gd name="connsiteX7666" fmla="*/ 5613091 w 6514506"/>
              <a:gd name="connsiteY7666" fmla="*/ 1688686 h 3658174"/>
              <a:gd name="connsiteX7667" fmla="*/ 5613377 w 6514506"/>
              <a:gd name="connsiteY7667" fmla="*/ 1686877 h 3658174"/>
              <a:gd name="connsiteX7668" fmla="*/ 5621759 w 6514506"/>
              <a:gd name="connsiteY7668" fmla="*/ 1691925 h 3658174"/>
              <a:gd name="connsiteX7669" fmla="*/ 5623555 w 6514506"/>
              <a:gd name="connsiteY7669" fmla="*/ 1693978 h 3658174"/>
              <a:gd name="connsiteX7670" fmla="*/ 5623854 w 6514506"/>
              <a:gd name="connsiteY7670" fmla="*/ 1694021 h 3658174"/>
              <a:gd name="connsiteX7671" fmla="*/ 5622235 w 6514506"/>
              <a:gd name="connsiteY7671" fmla="*/ 1698021 h 3658174"/>
              <a:gd name="connsiteX7672" fmla="*/ 5624044 w 6514506"/>
              <a:gd name="connsiteY7672" fmla="*/ 1704307 h 3658174"/>
              <a:gd name="connsiteX7673" fmla="*/ 5626711 w 6514506"/>
              <a:gd name="connsiteY7673" fmla="*/ 1714785 h 3658174"/>
              <a:gd name="connsiteX7674" fmla="*/ 5625854 w 6514506"/>
              <a:gd name="connsiteY7674" fmla="*/ 1733359 h 3658174"/>
              <a:gd name="connsiteX7675" fmla="*/ 5627092 w 6514506"/>
              <a:gd name="connsiteY7675" fmla="*/ 1739645 h 3658174"/>
              <a:gd name="connsiteX7676" fmla="*/ 5629759 w 6514506"/>
              <a:gd name="connsiteY7676" fmla="*/ 1751647 h 3658174"/>
              <a:gd name="connsiteX7677" fmla="*/ 5633093 w 6514506"/>
              <a:gd name="connsiteY7677" fmla="*/ 1764220 h 3658174"/>
              <a:gd name="connsiteX7678" fmla="*/ 5633665 w 6514506"/>
              <a:gd name="connsiteY7678" fmla="*/ 1771078 h 3658174"/>
              <a:gd name="connsiteX7679" fmla="*/ 5631283 w 6514506"/>
              <a:gd name="connsiteY7679" fmla="*/ 1764791 h 3658174"/>
              <a:gd name="connsiteX7680" fmla="*/ 5626521 w 6514506"/>
              <a:gd name="connsiteY7680" fmla="*/ 1758219 h 3658174"/>
              <a:gd name="connsiteX7681" fmla="*/ 5628045 w 6514506"/>
              <a:gd name="connsiteY7681" fmla="*/ 1763648 h 3658174"/>
              <a:gd name="connsiteX7682" fmla="*/ 5629569 w 6514506"/>
              <a:gd name="connsiteY7682" fmla="*/ 1771744 h 3658174"/>
              <a:gd name="connsiteX7683" fmla="*/ 5631664 w 6514506"/>
              <a:gd name="connsiteY7683" fmla="*/ 1774411 h 3658174"/>
              <a:gd name="connsiteX7684" fmla="*/ 5634712 w 6514506"/>
              <a:gd name="connsiteY7684" fmla="*/ 1778317 h 3658174"/>
              <a:gd name="connsiteX7685" fmla="*/ 5635569 w 6514506"/>
              <a:gd name="connsiteY7685" fmla="*/ 1786127 h 3658174"/>
              <a:gd name="connsiteX7686" fmla="*/ 5636141 w 6514506"/>
              <a:gd name="connsiteY7686" fmla="*/ 1800510 h 3658174"/>
              <a:gd name="connsiteX7687" fmla="*/ 5638237 w 6514506"/>
              <a:gd name="connsiteY7687" fmla="*/ 1808511 h 3658174"/>
              <a:gd name="connsiteX7688" fmla="*/ 5640332 w 6514506"/>
              <a:gd name="connsiteY7688" fmla="*/ 1810130 h 3658174"/>
              <a:gd name="connsiteX7689" fmla="*/ 5639990 w 6514506"/>
              <a:gd name="connsiteY7689" fmla="*/ 1810108 h 3658174"/>
              <a:gd name="connsiteX7690" fmla="*/ 5640143 w 6514506"/>
              <a:gd name="connsiteY7690" fmla="*/ 1810226 h 3658174"/>
              <a:gd name="connsiteX7691" fmla="*/ 5645286 w 6514506"/>
              <a:gd name="connsiteY7691" fmla="*/ 1820703 h 3658174"/>
              <a:gd name="connsiteX7692" fmla="*/ 5653954 w 6514506"/>
              <a:gd name="connsiteY7692" fmla="*/ 1833848 h 3658174"/>
              <a:gd name="connsiteX7693" fmla="*/ 5663574 w 6514506"/>
              <a:gd name="connsiteY7693" fmla="*/ 1844611 h 3658174"/>
              <a:gd name="connsiteX7694" fmla="*/ 5663574 w 6514506"/>
              <a:gd name="connsiteY7694" fmla="*/ 1845184 h 3658174"/>
              <a:gd name="connsiteX7695" fmla="*/ 5668335 w 6514506"/>
              <a:gd name="connsiteY7695" fmla="*/ 1851469 h 3658174"/>
              <a:gd name="connsiteX7696" fmla="*/ 5671003 w 6514506"/>
              <a:gd name="connsiteY7696" fmla="*/ 1862232 h 3658174"/>
              <a:gd name="connsiteX7697" fmla="*/ 5678146 w 6514506"/>
              <a:gd name="connsiteY7697" fmla="*/ 1866423 h 3658174"/>
              <a:gd name="connsiteX7698" fmla="*/ 5678718 w 6514506"/>
              <a:gd name="connsiteY7698" fmla="*/ 1862518 h 3658174"/>
              <a:gd name="connsiteX7699" fmla="*/ 5680242 w 6514506"/>
              <a:gd name="connsiteY7699" fmla="*/ 1861470 h 3658174"/>
              <a:gd name="connsiteX7700" fmla="*/ 5683861 w 6514506"/>
              <a:gd name="connsiteY7700" fmla="*/ 1865470 h 3658174"/>
              <a:gd name="connsiteX7701" fmla="*/ 5696720 w 6514506"/>
              <a:gd name="connsiteY7701" fmla="*/ 1866994 h 3658174"/>
              <a:gd name="connsiteX7702" fmla="*/ 5700911 w 6514506"/>
              <a:gd name="connsiteY7702" fmla="*/ 1861565 h 3658174"/>
              <a:gd name="connsiteX7703" fmla="*/ 5706626 w 6514506"/>
              <a:gd name="connsiteY7703" fmla="*/ 1854993 h 3658174"/>
              <a:gd name="connsiteX7704" fmla="*/ 5711675 w 6514506"/>
              <a:gd name="connsiteY7704" fmla="*/ 1850802 h 3658174"/>
              <a:gd name="connsiteX7705" fmla="*/ 5711960 w 6514506"/>
              <a:gd name="connsiteY7705" fmla="*/ 1859755 h 3658174"/>
              <a:gd name="connsiteX7706" fmla="*/ 5714627 w 6514506"/>
              <a:gd name="connsiteY7706" fmla="*/ 1860994 h 3658174"/>
              <a:gd name="connsiteX7707" fmla="*/ 5716151 w 6514506"/>
              <a:gd name="connsiteY7707" fmla="*/ 1850230 h 3658174"/>
              <a:gd name="connsiteX7708" fmla="*/ 5714341 w 6514506"/>
              <a:gd name="connsiteY7708" fmla="*/ 1840896 h 3658174"/>
              <a:gd name="connsiteX7709" fmla="*/ 5718818 w 6514506"/>
              <a:gd name="connsiteY7709" fmla="*/ 1839086 h 3658174"/>
              <a:gd name="connsiteX7710" fmla="*/ 5728724 w 6514506"/>
              <a:gd name="connsiteY7710" fmla="*/ 1839658 h 3658174"/>
              <a:gd name="connsiteX7711" fmla="*/ 5728724 w 6514506"/>
              <a:gd name="connsiteY7711" fmla="*/ 1842325 h 3658174"/>
              <a:gd name="connsiteX7712" fmla="*/ 5732629 w 6514506"/>
              <a:gd name="connsiteY7712" fmla="*/ 1844992 h 3658174"/>
              <a:gd name="connsiteX7713" fmla="*/ 5739487 w 6514506"/>
              <a:gd name="connsiteY7713" fmla="*/ 1843753 h 3658174"/>
              <a:gd name="connsiteX7714" fmla="*/ 5749393 w 6514506"/>
              <a:gd name="connsiteY7714" fmla="*/ 1850326 h 3658174"/>
              <a:gd name="connsiteX7715" fmla="*/ 5752346 w 6514506"/>
              <a:gd name="connsiteY7715" fmla="*/ 1854231 h 3658174"/>
              <a:gd name="connsiteX7716" fmla="*/ 5759204 w 6514506"/>
              <a:gd name="connsiteY7716" fmla="*/ 1861756 h 3658174"/>
              <a:gd name="connsiteX7717" fmla="*/ 5763585 w 6514506"/>
              <a:gd name="connsiteY7717" fmla="*/ 1866328 h 3658174"/>
              <a:gd name="connsiteX7718" fmla="*/ 5763799 w 6514506"/>
              <a:gd name="connsiteY7718" fmla="*/ 1866976 h 3658174"/>
              <a:gd name="connsiteX7719" fmla="*/ 5763967 w 6514506"/>
              <a:gd name="connsiteY7719" fmla="*/ 1864899 h 3658174"/>
              <a:gd name="connsiteX7720" fmla="*/ 5767300 w 6514506"/>
              <a:gd name="connsiteY7720" fmla="*/ 1870328 h 3658174"/>
              <a:gd name="connsiteX7721" fmla="*/ 5775968 w 6514506"/>
              <a:gd name="connsiteY7721" fmla="*/ 1883854 h 3658174"/>
              <a:gd name="connsiteX7722" fmla="*/ 5777207 w 6514506"/>
              <a:gd name="connsiteY7722" fmla="*/ 1890426 h 3658174"/>
              <a:gd name="connsiteX7723" fmla="*/ 5779588 w 6514506"/>
              <a:gd name="connsiteY7723" fmla="*/ 1880234 h 3658174"/>
              <a:gd name="connsiteX7724" fmla="*/ 5773872 w 6514506"/>
              <a:gd name="connsiteY7724" fmla="*/ 1872138 h 3658174"/>
              <a:gd name="connsiteX7725" fmla="*/ 5773872 w 6514506"/>
              <a:gd name="connsiteY7725" fmla="*/ 1867375 h 3658174"/>
              <a:gd name="connsiteX7726" fmla="*/ 5778635 w 6514506"/>
              <a:gd name="connsiteY7726" fmla="*/ 1858993 h 3658174"/>
              <a:gd name="connsiteX7727" fmla="*/ 5782826 w 6514506"/>
              <a:gd name="connsiteY7727" fmla="*/ 1850897 h 3658174"/>
              <a:gd name="connsiteX7728" fmla="*/ 5786446 w 6514506"/>
              <a:gd name="connsiteY7728" fmla="*/ 1847944 h 3658174"/>
              <a:gd name="connsiteX7729" fmla="*/ 5790922 w 6514506"/>
              <a:gd name="connsiteY7729" fmla="*/ 1847944 h 3658174"/>
              <a:gd name="connsiteX7730" fmla="*/ 5789398 w 6514506"/>
              <a:gd name="connsiteY7730" fmla="*/ 1842801 h 3658174"/>
              <a:gd name="connsiteX7731" fmla="*/ 5789684 w 6514506"/>
              <a:gd name="connsiteY7731" fmla="*/ 1839181 h 3658174"/>
              <a:gd name="connsiteX7732" fmla="*/ 5792351 w 6514506"/>
              <a:gd name="connsiteY7732" fmla="*/ 1830228 h 3658174"/>
              <a:gd name="connsiteX7733" fmla="*/ 5788446 w 6514506"/>
              <a:gd name="connsiteY7733" fmla="*/ 1825751 h 3658174"/>
              <a:gd name="connsiteX7734" fmla="*/ 5786636 w 6514506"/>
              <a:gd name="connsiteY7734" fmla="*/ 1820608 h 3658174"/>
              <a:gd name="connsiteX7735" fmla="*/ 5788731 w 6514506"/>
              <a:gd name="connsiteY7735" fmla="*/ 1812226 h 3658174"/>
              <a:gd name="connsiteX7736" fmla="*/ 5794447 w 6514506"/>
              <a:gd name="connsiteY7736" fmla="*/ 1800510 h 3658174"/>
              <a:gd name="connsiteX7737" fmla="*/ 5800447 w 6514506"/>
              <a:gd name="connsiteY7737" fmla="*/ 1799653 h 3658174"/>
              <a:gd name="connsiteX7738" fmla="*/ 5801971 w 6514506"/>
              <a:gd name="connsiteY7738" fmla="*/ 1803558 h 3658174"/>
              <a:gd name="connsiteX7739" fmla="*/ 5803495 w 6514506"/>
              <a:gd name="connsiteY7739" fmla="*/ 1806892 h 3658174"/>
              <a:gd name="connsiteX7740" fmla="*/ 5807115 w 6514506"/>
              <a:gd name="connsiteY7740" fmla="*/ 1798795 h 3658174"/>
              <a:gd name="connsiteX7741" fmla="*/ 5818164 w 6514506"/>
              <a:gd name="connsiteY7741" fmla="*/ 1791937 h 3658174"/>
              <a:gd name="connsiteX7742" fmla="*/ 5828356 w 6514506"/>
              <a:gd name="connsiteY7742" fmla="*/ 1779936 h 3658174"/>
              <a:gd name="connsiteX7743" fmla="*/ 5834357 w 6514506"/>
              <a:gd name="connsiteY7743" fmla="*/ 1772411 h 3658174"/>
              <a:gd name="connsiteX7744" fmla="*/ 5834071 w 6514506"/>
              <a:gd name="connsiteY7744" fmla="*/ 1762219 h 3658174"/>
              <a:gd name="connsiteX7745" fmla="*/ 5834357 w 6514506"/>
              <a:gd name="connsiteY7745" fmla="*/ 1758600 h 3658174"/>
              <a:gd name="connsiteX7746" fmla="*/ 5838547 w 6514506"/>
              <a:gd name="connsiteY7746" fmla="*/ 1760124 h 3658174"/>
              <a:gd name="connsiteX7747" fmla="*/ 5842453 w 6514506"/>
              <a:gd name="connsiteY7747" fmla="*/ 1760695 h 3658174"/>
              <a:gd name="connsiteX7748" fmla="*/ 5844548 w 6514506"/>
              <a:gd name="connsiteY7748" fmla="*/ 1755647 h 3658174"/>
              <a:gd name="connsiteX7749" fmla="*/ 5846358 w 6514506"/>
              <a:gd name="connsiteY7749" fmla="*/ 1752980 h 3658174"/>
              <a:gd name="connsiteX7750" fmla="*/ 5852644 w 6514506"/>
              <a:gd name="connsiteY7750" fmla="*/ 1759552 h 3658174"/>
              <a:gd name="connsiteX7751" fmla="*/ 5853501 w 6514506"/>
              <a:gd name="connsiteY7751" fmla="*/ 1768887 h 3658174"/>
              <a:gd name="connsiteX7752" fmla="*/ 5853022 w 6514506"/>
              <a:gd name="connsiteY7752" fmla="*/ 1769328 h 3658174"/>
              <a:gd name="connsiteX7753" fmla="*/ 5851442 w 6514506"/>
              <a:gd name="connsiteY7753" fmla="*/ 1771793 h 3658174"/>
              <a:gd name="connsiteX7754" fmla="*/ 5846835 w 6514506"/>
              <a:gd name="connsiteY7754" fmla="*/ 1777555 h 3658174"/>
              <a:gd name="connsiteX7755" fmla="*/ 5845491 w 6514506"/>
              <a:gd name="connsiteY7755" fmla="*/ 1781665 h 3658174"/>
              <a:gd name="connsiteX7756" fmla="*/ 5844340 w 6514506"/>
              <a:gd name="connsiteY7756" fmla="*/ 1787053 h 3658174"/>
              <a:gd name="connsiteX7757" fmla="*/ 5847406 w 6514506"/>
              <a:gd name="connsiteY7757" fmla="*/ 1793462 h 3658174"/>
              <a:gd name="connsiteX7758" fmla="*/ 5848263 w 6514506"/>
              <a:gd name="connsiteY7758" fmla="*/ 1799177 h 3658174"/>
              <a:gd name="connsiteX7759" fmla="*/ 5847692 w 6514506"/>
              <a:gd name="connsiteY7759" fmla="*/ 1800987 h 3658174"/>
              <a:gd name="connsiteX7760" fmla="*/ 5850359 w 6514506"/>
              <a:gd name="connsiteY7760" fmla="*/ 1802796 h 3658174"/>
              <a:gd name="connsiteX7761" fmla="*/ 5851216 w 6514506"/>
              <a:gd name="connsiteY7761" fmla="*/ 1811178 h 3658174"/>
              <a:gd name="connsiteX7762" fmla="*/ 5849978 w 6514506"/>
              <a:gd name="connsiteY7762" fmla="*/ 1818036 h 3658174"/>
              <a:gd name="connsiteX7763" fmla="*/ 5848168 w 6514506"/>
              <a:gd name="connsiteY7763" fmla="*/ 1822227 h 3658174"/>
              <a:gd name="connsiteX7764" fmla="*/ 5851121 w 6514506"/>
              <a:gd name="connsiteY7764" fmla="*/ 1836610 h 3658174"/>
              <a:gd name="connsiteX7765" fmla="*/ 5855026 w 6514506"/>
              <a:gd name="connsiteY7765" fmla="*/ 1845564 h 3658174"/>
              <a:gd name="connsiteX7766" fmla="*/ 5859789 w 6514506"/>
              <a:gd name="connsiteY7766" fmla="*/ 1851564 h 3658174"/>
              <a:gd name="connsiteX7767" fmla="*/ 5868456 w 6514506"/>
              <a:gd name="connsiteY7767" fmla="*/ 1845278 h 3658174"/>
              <a:gd name="connsiteX7768" fmla="*/ 5865503 w 6514506"/>
              <a:gd name="connsiteY7768" fmla="*/ 1824894 h 3658174"/>
              <a:gd name="connsiteX7769" fmla="*/ 5856550 w 6514506"/>
              <a:gd name="connsiteY7769" fmla="*/ 1810797 h 3658174"/>
              <a:gd name="connsiteX7770" fmla="*/ 5854835 w 6514506"/>
              <a:gd name="connsiteY7770" fmla="*/ 1803654 h 3658174"/>
              <a:gd name="connsiteX7771" fmla="*/ 5855026 w 6514506"/>
              <a:gd name="connsiteY7771" fmla="*/ 1798510 h 3658174"/>
              <a:gd name="connsiteX7772" fmla="*/ 5857693 w 6514506"/>
              <a:gd name="connsiteY7772" fmla="*/ 1795843 h 3658174"/>
              <a:gd name="connsiteX7773" fmla="*/ 5862455 w 6514506"/>
              <a:gd name="connsiteY7773" fmla="*/ 1793462 h 3658174"/>
              <a:gd name="connsiteX7774" fmla="*/ 5869028 w 6514506"/>
              <a:gd name="connsiteY7774" fmla="*/ 1788033 h 3658174"/>
              <a:gd name="connsiteX7775" fmla="*/ 5872933 w 6514506"/>
              <a:gd name="connsiteY7775" fmla="*/ 1782318 h 3658174"/>
              <a:gd name="connsiteX7776" fmla="*/ 5877124 w 6514506"/>
              <a:gd name="connsiteY7776" fmla="*/ 1780508 h 3658174"/>
              <a:gd name="connsiteX7777" fmla="*/ 5878362 w 6514506"/>
              <a:gd name="connsiteY7777" fmla="*/ 1777555 h 3658174"/>
              <a:gd name="connsiteX7778" fmla="*/ 5872076 w 6514506"/>
              <a:gd name="connsiteY7778" fmla="*/ 1776031 h 3658174"/>
              <a:gd name="connsiteX7779" fmla="*/ 5868456 w 6514506"/>
              <a:gd name="connsiteY7779" fmla="*/ 1773936 h 3658174"/>
              <a:gd name="connsiteX7780" fmla="*/ 5867599 w 6514506"/>
              <a:gd name="connsiteY7780" fmla="*/ 1764030 h 3658174"/>
              <a:gd name="connsiteX7781" fmla="*/ 5874171 w 6514506"/>
              <a:gd name="connsiteY7781" fmla="*/ 1758315 h 3658174"/>
              <a:gd name="connsiteX7782" fmla="*/ 5881696 w 6514506"/>
              <a:gd name="connsiteY7782" fmla="*/ 1774221 h 3658174"/>
              <a:gd name="connsiteX7783" fmla="*/ 5888554 w 6514506"/>
              <a:gd name="connsiteY7783" fmla="*/ 1782318 h 3658174"/>
              <a:gd name="connsiteX7784" fmla="*/ 5902651 w 6514506"/>
              <a:gd name="connsiteY7784" fmla="*/ 1787080 h 3658174"/>
              <a:gd name="connsiteX7785" fmla="*/ 5910176 w 6514506"/>
              <a:gd name="connsiteY7785" fmla="*/ 1802701 h 3658174"/>
              <a:gd name="connsiteX7786" fmla="*/ 5919129 w 6514506"/>
              <a:gd name="connsiteY7786" fmla="*/ 1808702 h 3658174"/>
              <a:gd name="connsiteX7787" fmla="*/ 5930559 w 6514506"/>
              <a:gd name="connsiteY7787" fmla="*/ 1804797 h 3658174"/>
              <a:gd name="connsiteX7788" fmla="*/ 5944085 w 6514506"/>
              <a:gd name="connsiteY7788" fmla="*/ 1803273 h 3658174"/>
              <a:gd name="connsiteX7789" fmla="*/ 5949514 w 6514506"/>
              <a:gd name="connsiteY7789" fmla="*/ 1806892 h 3658174"/>
              <a:gd name="connsiteX7790" fmla="*/ 5954276 w 6514506"/>
              <a:gd name="connsiteY7790" fmla="*/ 1810797 h 3658174"/>
              <a:gd name="connsiteX7791" fmla="*/ 5959039 w 6514506"/>
              <a:gd name="connsiteY7791" fmla="*/ 1812036 h 3658174"/>
              <a:gd name="connsiteX7792" fmla="*/ 5962372 w 6514506"/>
              <a:gd name="connsiteY7792" fmla="*/ 1812036 h 3658174"/>
              <a:gd name="connsiteX7793" fmla="*/ 5974374 w 6514506"/>
              <a:gd name="connsiteY7793" fmla="*/ 1809940 h 3658174"/>
              <a:gd name="connsiteX7794" fmla="*/ 5989614 w 6514506"/>
              <a:gd name="connsiteY7794" fmla="*/ 1802130 h 3658174"/>
              <a:gd name="connsiteX7795" fmla="*/ 5992281 w 6514506"/>
              <a:gd name="connsiteY7795" fmla="*/ 1799177 h 3658174"/>
              <a:gd name="connsiteX7796" fmla="*/ 5983614 w 6514506"/>
              <a:gd name="connsiteY7796" fmla="*/ 1799748 h 3658174"/>
              <a:gd name="connsiteX7797" fmla="*/ 5980946 w 6514506"/>
              <a:gd name="connsiteY7797" fmla="*/ 1797367 h 3658174"/>
              <a:gd name="connsiteX7798" fmla="*/ 5987805 w 6514506"/>
              <a:gd name="connsiteY7798" fmla="*/ 1796129 h 3658174"/>
              <a:gd name="connsiteX7799" fmla="*/ 5997139 w 6514506"/>
              <a:gd name="connsiteY7799" fmla="*/ 1794319 h 3658174"/>
              <a:gd name="connsiteX7800" fmla="*/ 6015427 w 6514506"/>
              <a:gd name="connsiteY7800" fmla="*/ 1790985 h 3658174"/>
              <a:gd name="connsiteX7801" fmla="*/ 6020189 w 6514506"/>
              <a:gd name="connsiteY7801" fmla="*/ 1793367 h 3658174"/>
              <a:gd name="connsiteX7802" fmla="*/ 6010570 w 6514506"/>
              <a:gd name="connsiteY7802" fmla="*/ 1796986 h 3658174"/>
              <a:gd name="connsiteX7803" fmla="*/ 6009331 w 6514506"/>
              <a:gd name="connsiteY7803" fmla="*/ 1801463 h 3658174"/>
              <a:gd name="connsiteX7804" fmla="*/ 6011998 w 6514506"/>
              <a:gd name="connsiteY7804" fmla="*/ 1804797 h 3658174"/>
              <a:gd name="connsiteX7805" fmla="*/ 6014379 w 6514506"/>
              <a:gd name="connsiteY7805" fmla="*/ 1810226 h 3658174"/>
              <a:gd name="connsiteX7806" fmla="*/ 6016189 w 6514506"/>
              <a:gd name="connsiteY7806" fmla="*/ 1817084 h 3658174"/>
              <a:gd name="connsiteX7807" fmla="*/ 6018856 w 6514506"/>
              <a:gd name="connsiteY7807" fmla="*/ 1818608 h 3658174"/>
              <a:gd name="connsiteX7808" fmla="*/ 6024285 w 6514506"/>
              <a:gd name="connsiteY7808" fmla="*/ 1818894 h 3658174"/>
              <a:gd name="connsiteX7809" fmla="*/ 6031810 w 6514506"/>
              <a:gd name="connsiteY7809" fmla="*/ 1820703 h 3658174"/>
              <a:gd name="connsiteX7810" fmla="*/ 6035144 w 6514506"/>
              <a:gd name="connsiteY7810" fmla="*/ 1819465 h 3658174"/>
              <a:gd name="connsiteX7811" fmla="*/ 6036382 w 6514506"/>
              <a:gd name="connsiteY7811" fmla="*/ 1818227 h 3658174"/>
              <a:gd name="connsiteX7812" fmla="*/ 6042097 w 6514506"/>
              <a:gd name="connsiteY7812" fmla="*/ 1822418 h 3658174"/>
              <a:gd name="connsiteX7813" fmla="*/ 6050193 w 6514506"/>
              <a:gd name="connsiteY7813" fmla="*/ 1826037 h 3658174"/>
              <a:gd name="connsiteX7814" fmla="*/ 6054384 w 6514506"/>
              <a:gd name="connsiteY7814" fmla="*/ 1831086 h 3658174"/>
              <a:gd name="connsiteX7815" fmla="*/ 6053146 w 6514506"/>
              <a:gd name="connsiteY7815" fmla="*/ 1835277 h 3658174"/>
              <a:gd name="connsiteX7816" fmla="*/ 6054670 w 6514506"/>
              <a:gd name="connsiteY7816" fmla="*/ 1840706 h 3658174"/>
              <a:gd name="connsiteX7817" fmla="*/ 6054098 w 6514506"/>
              <a:gd name="connsiteY7817" fmla="*/ 1846421 h 3658174"/>
              <a:gd name="connsiteX7818" fmla="*/ 6055623 w 6514506"/>
              <a:gd name="connsiteY7818" fmla="*/ 1852707 h 3658174"/>
              <a:gd name="connsiteX7819" fmla="*/ 6053813 w 6514506"/>
              <a:gd name="connsiteY7819" fmla="*/ 1856327 h 3658174"/>
              <a:gd name="connsiteX7820" fmla="*/ 6061337 w 6514506"/>
              <a:gd name="connsiteY7820" fmla="*/ 1855470 h 3658174"/>
              <a:gd name="connsiteX7821" fmla="*/ 6069562 w 6514506"/>
              <a:gd name="connsiteY7821" fmla="*/ 1856699 h 3658174"/>
              <a:gd name="connsiteX7822" fmla="*/ 6069529 w 6514506"/>
              <a:gd name="connsiteY7822" fmla="*/ 1856422 h 3658174"/>
              <a:gd name="connsiteX7823" fmla="*/ 6071053 w 6514506"/>
              <a:gd name="connsiteY7823" fmla="*/ 1857946 h 3658174"/>
              <a:gd name="connsiteX7824" fmla="*/ 6081245 w 6514506"/>
              <a:gd name="connsiteY7824" fmla="*/ 1865757 h 3658174"/>
              <a:gd name="connsiteX7825" fmla="*/ 6089912 w 6514506"/>
              <a:gd name="connsiteY7825" fmla="*/ 1876234 h 3658174"/>
              <a:gd name="connsiteX7826" fmla="*/ 6097151 w 6514506"/>
              <a:gd name="connsiteY7826" fmla="*/ 1883759 h 3658174"/>
              <a:gd name="connsiteX7827" fmla="*/ 6098961 w 6514506"/>
              <a:gd name="connsiteY7827" fmla="*/ 1909572 h 3658174"/>
              <a:gd name="connsiteX7828" fmla="*/ 6101914 w 6514506"/>
              <a:gd name="connsiteY7828" fmla="*/ 1921287 h 3658174"/>
              <a:gd name="connsiteX7829" fmla="*/ 6102771 w 6514506"/>
              <a:gd name="connsiteY7829" fmla="*/ 1913763 h 3658174"/>
              <a:gd name="connsiteX7830" fmla="*/ 6105153 w 6514506"/>
              <a:gd name="connsiteY7830" fmla="*/ 1906524 h 3658174"/>
              <a:gd name="connsiteX7831" fmla="*/ 6113535 w 6514506"/>
              <a:gd name="connsiteY7831" fmla="*/ 1911000 h 3658174"/>
              <a:gd name="connsiteX7832" fmla="*/ 6123154 w 6514506"/>
              <a:gd name="connsiteY7832" fmla="*/ 1929003 h 3658174"/>
              <a:gd name="connsiteX7833" fmla="*/ 6128679 w 6514506"/>
              <a:gd name="connsiteY7833" fmla="*/ 1940337 h 3658174"/>
              <a:gd name="connsiteX7834" fmla="*/ 6128721 w 6514506"/>
              <a:gd name="connsiteY7834" fmla="*/ 1940556 h 3658174"/>
              <a:gd name="connsiteX7835" fmla="*/ 6131561 w 6514506"/>
              <a:gd name="connsiteY7835" fmla="*/ 1935956 h 3658174"/>
              <a:gd name="connsiteX7836" fmla="*/ 6134585 w 6514506"/>
              <a:gd name="connsiteY7836" fmla="*/ 1934718 h 3658174"/>
              <a:gd name="connsiteX7837" fmla="*/ 6145348 w 6514506"/>
              <a:gd name="connsiteY7837" fmla="*/ 1937385 h 3658174"/>
              <a:gd name="connsiteX7838" fmla="*/ 6149825 w 6514506"/>
              <a:gd name="connsiteY7838" fmla="*/ 1935575 h 3658174"/>
              <a:gd name="connsiteX7839" fmla="*/ 6152873 w 6514506"/>
              <a:gd name="connsiteY7839" fmla="*/ 1932908 h 3658174"/>
              <a:gd name="connsiteX7840" fmla="*/ 6158873 w 6514506"/>
              <a:gd name="connsiteY7840" fmla="*/ 1934432 h 3658174"/>
              <a:gd name="connsiteX7841" fmla="*/ 6161541 w 6514506"/>
              <a:gd name="connsiteY7841" fmla="*/ 1934718 h 3658174"/>
              <a:gd name="connsiteX7842" fmla="*/ 6165446 w 6514506"/>
              <a:gd name="connsiteY7842" fmla="*/ 1933480 h 3658174"/>
              <a:gd name="connsiteX7843" fmla="*/ 6173828 w 6514506"/>
              <a:gd name="connsiteY7843" fmla="*/ 1936147 h 3658174"/>
              <a:gd name="connsiteX7844" fmla="*/ 6181924 w 6514506"/>
              <a:gd name="connsiteY7844" fmla="*/ 1939099 h 3658174"/>
              <a:gd name="connsiteX7845" fmla="*/ 6186401 w 6514506"/>
              <a:gd name="connsiteY7845" fmla="*/ 1941481 h 3658174"/>
              <a:gd name="connsiteX7846" fmla="*/ 6186412 w 6514506"/>
              <a:gd name="connsiteY7846" fmla="*/ 1941611 h 3658174"/>
              <a:gd name="connsiteX7847" fmla="*/ 6186687 w 6514506"/>
              <a:gd name="connsiteY7847" fmla="*/ 1941481 h 3658174"/>
              <a:gd name="connsiteX7848" fmla="*/ 6192687 w 6514506"/>
              <a:gd name="connsiteY7848" fmla="*/ 1944148 h 3658174"/>
              <a:gd name="connsiteX7849" fmla="*/ 6204974 w 6514506"/>
              <a:gd name="connsiteY7849" fmla="*/ 1948339 h 3658174"/>
              <a:gd name="connsiteX7850" fmla="*/ 6211261 w 6514506"/>
              <a:gd name="connsiteY7850" fmla="*/ 1953482 h 3658174"/>
              <a:gd name="connsiteX7851" fmla="*/ 6213642 w 6514506"/>
              <a:gd name="connsiteY7851" fmla="*/ 1957959 h 3658174"/>
              <a:gd name="connsiteX7852" fmla="*/ 6216976 w 6514506"/>
              <a:gd name="connsiteY7852" fmla="*/ 1962436 h 3658174"/>
              <a:gd name="connsiteX7853" fmla="*/ 6221453 w 6514506"/>
              <a:gd name="connsiteY7853" fmla="*/ 1971389 h 3658174"/>
              <a:gd name="connsiteX7854" fmla="*/ 6221167 w 6514506"/>
              <a:gd name="connsiteY7854" fmla="*/ 1981867 h 3658174"/>
              <a:gd name="connsiteX7855" fmla="*/ 6221453 w 6514506"/>
              <a:gd name="connsiteY7855" fmla="*/ 1987582 h 3658174"/>
              <a:gd name="connsiteX7856" fmla="*/ 6224405 w 6514506"/>
              <a:gd name="connsiteY7856" fmla="*/ 1983962 h 3658174"/>
              <a:gd name="connsiteX7857" fmla="*/ 6225263 w 6514506"/>
              <a:gd name="connsiteY7857" fmla="*/ 1975580 h 3658174"/>
              <a:gd name="connsiteX7858" fmla="*/ 6230025 w 6514506"/>
              <a:gd name="connsiteY7858" fmla="*/ 1977390 h 3658174"/>
              <a:gd name="connsiteX7859" fmla="*/ 6230882 w 6514506"/>
              <a:gd name="connsiteY7859" fmla="*/ 1982819 h 3658174"/>
              <a:gd name="connsiteX7860" fmla="*/ 6230025 w 6514506"/>
              <a:gd name="connsiteY7860" fmla="*/ 1989963 h 3658174"/>
              <a:gd name="connsiteX7861" fmla="*/ 6230311 w 6514506"/>
              <a:gd name="connsiteY7861" fmla="*/ 1993582 h 3658174"/>
              <a:gd name="connsiteX7862" fmla="*/ 6229072 w 6514506"/>
              <a:gd name="connsiteY7862" fmla="*/ 1993582 h 3658174"/>
              <a:gd name="connsiteX7863" fmla="*/ 6228081 w 6514506"/>
              <a:gd name="connsiteY7863" fmla="*/ 1995002 h 3658174"/>
              <a:gd name="connsiteX7864" fmla="*/ 6230787 w 6514506"/>
              <a:gd name="connsiteY7864" fmla="*/ 1993391 h 3658174"/>
              <a:gd name="connsiteX7865" fmla="*/ 6233454 w 6514506"/>
              <a:gd name="connsiteY7865" fmla="*/ 1986819 h 3658174"/>
              <a:gd name="connsiteX7866" fmla="*/ 6238217 w 6514506"/>
              <a:gd name="connsiteY7866" fmla="*/ 1986533 h 3658174"/>
              <a:gd name="connsiteX7867" fmla="*/ 6239074 w 6514506"/>
              <a:gd name="connsiteY7867" fmla="*/ 1997582 h 3658174"/>
              <a:gd name="connsiteX7868" fmla="*/ 6241169 w 6514506"/>
              <a:gd name="connsiteY7868" fmla="*/ 2004154 h 3658174"/>
              <a:gd name="connsiteX7869" fmla="*/ 6240598 w 6514506"/>
              <a:gd name="connsiteY7869" fmla="*/ 2013775 h 3658174"/>
              <a:gd name="connsiteX7870" fmla="*/ 6244217 w 6514506"/>
              <a:gd name="connsiteY7870" fmla="*/ 2023395 h 3658174"/>
              <a:gd name="connsiteX7871" fmla="*/ 6249932 w 6514506"/>
              <a:gd name="connsiteY7871" fmla="*/ 2036920 h 3658174"/>
              <a:gd name="connsiteX7872" fmla="*/ 6252599 w 6514506"/>
              <a:gd name="connsiteY7872" fmla="*/ 2045302 h 3658174"/>
              <a:gd name="connsiteX7873" fmla="*/ 6253457 w 6514506"/>
              <a:gd name="connsiteY7873" fmla="*/ 2059399 h 3658174"/>
              <a:gd name="connsiteX7874" fmla="*/ 6256790 w 6514506"/>
              <a:gd name="connsiteY7874" fmla="*/ 2061495 h 3658174"/>
              <a:gd name="connsiteX7875" fmla="*/ 6263648 w 6514506"/>
              <a:gd name="connsiteY7875" fmla="*/ 2061495 h 3658174"/>
              <a:gd name="connsiteX7876" fmla="*/ 6266315 w 6514506"/>
              <a:gd name="connsiteY7876" fmla="*/ 2070829 h 3658174"/>
              <a:gd name="connsiteX7877" fmla="*/ 6264220 w 6514506"/>
              <a:gd name="connsiteY7877" fmla="*/ 2078640 h 3658174"/>
              <a:gd name="connsiteX7878" fmla="*/ 6263648 w 6514506"/>
              <a:gd name="connsiteY7878" fmla="*/ 2082545 h 3658174"/>
              <a:gd name="connsiteX7879" fmla="*/ 6260029 w 6514506"/>
              <a:gd name="connsiteY7879" fmla="*/ 2094261 h 3658174"/>
              <a:gd name="connsiteX7880" fmla="*/ 6256695 w 6514506"/>
              <a:gd name="connsiteY7880" fmla="*/ 2103595 h 3658174"/>
              <a:gd name="connsiteX7881" fmla="*/ 6252504 w 6514506"/>
              <a:gd name="connsiteY7881" fmla="*/ 2112930 h 3658174"/>
              <a:gd name="connsiteX7882" fmla="*/ 6247075 w 6514506"/>
              <a:gd name="connsiteY7882" fmla="*/ 2120740 h 3658174"/>
              <a:gd name="connsiteX7883" fmla="*/ 6238979 w 6514506"/>
              <a:gd name="connsiteY7883" fmla="*/ 2133885 h 3658174"/>
              <a:gd name="connsiteX7884" fmla="*/ 6234788 w 6514506"/>
              <a:gd name="connsiteY7884" fmla="*/ 2142838 h 3658174"/>
              <a:gd name="connsiteX7885" fmla="*/ 6232692 w 6514506"/>
              <a:gd name="connsiteY7885" fmla="*/ 2155126 h 3658174"/>
              <a:gd name="connsiteX7886" fmla="*/ 6214976 w 6514506"/>
              <a:gd name="connsiteY7886" fmla="*/ 2168937 h 3658174"/>
              <a:gd name="connsiteX7887" fmla="*/ 6205355 w 6514506"/>
              <a:gd name="connsiteY7887" fmla="*/ 2177033 h 3658174"/>
              <a:gd name="connsiteX7888" fmla="*/ 6210785 w 6514506"/>
              <a:gd name="connsiteY7888" fmla="*/ 2177605 h 3658174"/>
              <a:gd name="connsiteX7889" fmla="*/ 6216785 w 6514506"/>
              <a:gd name="connsiteY7889" fmla="*/ 2171318 h 3658174"/>
              <a:gd name="connsiteX7890" fmla="*/ 6224596 w 6514506"/>
              <a:gd name="connsiteY7890" fmla="*/ 2165317 h 3658174"/>
              <a:gd name="connsiteX7891" fmla="*/ 6233263 w 6514506"/>
              <a:gd name="connsiteY7891" fmla="*/ 2159888 h 3658174"/>
              <a:gd name="connsiteX7892" fmla="*/ 6238407 w 6514506"/>
              <a:gd name="connsiteY7892" fmla="*/ 2141600 h 3658174"/>
              <a:gd name="connsiteX7893" fmla="*/ 6241074 w 6514506"/>
              <a:gd name="connsiteY7893" fmla="*/ 2143410 h 3658174"/>
              <a:gd name="connsiteX7894" fmla="*/ 6246218 w 6514506"/>
              <a:gd name="connsiteY7894" fmla="*/ 2146077 h 3658174"/>
              <a:gd name="connsiteX7895" fmla="*/ 6249171 w 6514506"/>
              <a:gd name="connsiteY7895" fmla="*/ 2143410 h 3658174"/>
              <a:gd name="connsiteX7896" fmla="*/ 6250694 w 6514506"/>
              <a:gd name="connsiteY7896" fmla="*/ 2150935 h 3658174"/>
              <a:gd name="connsiteX7897" fmla="*/ 6254885 w 6514506"/>
              <a:gd name="connsiteY7897" fmla="*/ 2145220 h 3658174"/>
              <a:gd name="connsiteX7898" fmla="*/ 6254885 w 6514506"/>
              <a:gd name="connsiteY7898" fmla="*/ 2134742 h 3658174"/>
              <a:gd name="connsiteX7899" fmla="*/ 6261744 w 6514506"/>
              <a:gd name="connsiteY7899" fmla="*/ 2127217 h 3658174"/>
              <a:gd name="connsiteX7900" fmla="*/ 6281555 w 6514506"/>
              <a:gd name="connsiteY7900" fmla="*/ 2125693 h 3658174"/>
              <a:gd name="connsiteX7901" fmla="*/ 6292033 w 6514506"/>
              <a:gd name="connsiteY7901" fmla="*/ 2125979 h 3658174"/>
              <a:gd name="connsiteX7902" fmla="*/ 6293843 w 6514506"/>
              <a:gd name="connsiteY7902" fmla="*/ 2128646 h 3658174"/>
              <a:gd name="connsiteX7903" fmla="*/ 6291462 w 6514506"/>
              <a:gd name="connsiteY7903" fmla="*/ 2134933 h 3658174"/>
              <a:gd name="connsiteX7904" fmla="*/ 6290604 w 6514506"/>
              <a:gd name="connsiteY7904" fmla="*/ 2144553 h 3658174"/>
              <a:gd name="connsiteX7905" fmla="*/ 6287271 w 6514506"/>
              <a:gd name="connsiteY7905" fmla="*/ 2153506 h 3658174"/>
              <a:gd name="connsiteX7906" fmla="*/ 6282794 w 6514506"/>
              <a:gd name="connsiteY7906" fmla="*/ 2164936 h 3658174"/>
              <a:gd name="connsiteX7907" fmla="*/ 6270220 w 6514506"/>
              <a:gd name="connsiteY7907" fmla="*/ 2173318 h 3658174"/>
              <a:gd name="connsiteX7908" fmla="*/ 6251933 w 6514506"/>
              <a:gd name="connsiteY7908" fmla="*/ 2181129 h 3658174"/>
              <a:gd name="connsiteX7909" fmla="*/ 6256410 w 6514506"/>
              <a:gd name="connsiteY7909" fmla="*/ 2182939 h 3658174"/>
              <a:gd name="connsiteX7910" fmla="*/ 6271363 w 6514506"/>
              <a:gd name="connsiteY7910" fmla="*/ 2177795 h 3658174"/>
              <a:gd name="connsiteX7911" fmla="*/ 6275554 w 6514506"/>
              <a:gd name="connsiteY7911" fmla="*/ 2178652 h 3658174"/>
              <a:gd name="connsiteX7912" fmla="*/ 6272888 w 6514506"/>
              <a:gd name="connsiteY7912" fmla="*/ 2190082 h 3658174"/>
              <a:gd name="connsiteX7913" fmla="*/ 6275840 w 6514506"/>
              <a:gd name="connsiteY7913" fmla="*/ 2185891 h 3658174"/>
              <a:gd name="connsiteX7914" fmla="*/ 6282698 w 6514506"/>
              <a:gd name="connsiteY7914" fmla="*/ 2172366 h 3658174"/>
              <a:gd name="connsiteX7915" fmla="*/ 6289270 w 6514506"/>
              <a:gd name="connsiteY7915" fmla="*/ 2174747 h 3658174"/>
              <a:gd name="connsiteX7916" fmla="*/ 6294033 w 6514506"/>
              <a:gd name="connsiteY7916" fmla="*/ 2174461 h 3658174"/>
              <a:gd name="connsiteX7917" fmla="*/ 6294319 w 6514506"/>
              <a:gd name="connsiteY7917" fmla="*/ 2169699 h 3658174"/>
              <a:gd name="connsiteX7918" fmla="*/ 6291938 w 6514506"/>
              <a:gd name="connsiteY7918" fmla="*/ 2162174 h 3658174"/>
              <a:gd name="connsiteX7919" fmla="*/ 6294319 w 6514506"/>
              <a:gd name="connsiteY7919" fmla="*/ 2155602 h 3658174"/>
              <a:gd name="connsiteX7920" fmla="*/ 6296129 w 6514506"/>
              <a:gd name="connsiteY7920" fmla="*/ 2152268 h 3658174"/>
              <a:gd name="connsiteX7921" fmla="*/ 6296414 w 6514506"/>
              <a:gd name="connsiteY7921" fmla="*/ 2145124 h 3658174"/>
              <a:gd name="connsiteX7922" fmla="*/ 6312607 w 6514506"/>
              <a:gd name="connsiteY7922" fmla="*/ 2139124 h 3658174"/>
              <a:gd name="connsiteX7923" fmla="*/ 6325180 w 6514506"/>
              <a:gd name="connsiteY7923" fmla="*/ 2146648 h 3658174"/>
              <a:gd name="connsiteX7924" fmla="*/ 6328228 w 6514506"/>
              <a:gd name="connsiteY7924" fmla="*/ 2152935 h 3658174"/>
              <a:gd name="connsiteX7925" fmla="*/ 6332704 w 6514506"/>
              <a:gd name="connsiteY7925" fmla="*/ 2156554 h 3658174"/>
              <a:gd name="connsiteX7926" fmla="*/ 6338134 w 6514506"/>
              <a:gd name="connsiteY7926" fmla="*/ 2157793 h 3658174"/>
              <a:gd name="connsiteX7927" fmla="*/ 6341468 w 6514506"/>
              <a:gd name="connsiteY7927" fmla="*/ 2165603 h 3658174"/>
              <a:gd name="connsiteX7928" fmla="*/ 6344421 w 6514506"/>
              <a:gd name="connsiteY7928" fmla="*/ 2176081 h 3658174"/>
              <a:gd name="connsiteX7929" fmla="*/ 6346230 w 6514506"/>
              <a:gd name="connsiteY7929" fmla="*/ 2172461 h 3658174"/>
              <a:gd name="connsiteX7930" fmla="*/ 6346230 w 6514506"/>
              <a:gd name="connsiteY7930" fmla="*/ 2167699 h 3658174"/>
              <a:gd name="connsiteX7931" fmla="*/ 6352517 w 6514506"/>
              <a:gd name="connsiteY7931" fmla="*/ 2170651 h 3658174"/>
              <a:gd name="connsiteX7932" fmla="*/ 6359660 w 6514506"/>
              <a:gd name="connsiteY7932" fmla="*/ 2187701 h 3658174"/>
              <a:gd name="connsiteX7933" fmla="*/ 6357851 w 6514506"/>
              <a:gd name="connsiteY7933" fmla="*/ 2196083 h 3658174"/>
              <a:gd name="connsiteX7934" fmla="*/ 6356994 w 6514506"/>
              <a:gd name="connsiteY7934" fmla="*/ 2204751 h 3658174"/>
              <a:gd name="connsiteX7935" fmla="*/ 6355755 w 6514506"/>
              <a:gd name="connsiteY7935" fmla="*/ 2216752 h 3658174"/>
              <a:gd name="connsiteX7936" fmla="*/ 6357851 w 6514506"/>
              <a:gd name="connsiteY7936" fmla="*/ 2220943 h 3658174"/>
              <a:gd name="connsiteX7937" fmla="*/ 6360232 w 6514506"/>
              <a:gd name="connsiteY7937" fmla="*/ 2209513 h 3658174"/>
              <a:gd name="connsiteX7938" fmla="*/ 6370138 w 6514506"/>
              <a:gd name="connsiteY7938" fmla="*/ 2205037 h 3658174"/>
              <a:gd name="connsiteX7939" fmla="*/ 6372805 w 6514506"/>
              <a:gd name="connsiteY7939" fmla="*/ 2201703 h 3658174"/>
              <a:gd name="connsiteX7940" fmla="*/ 6375758 w 6514506"/>
              <a:gd name="connsiteY7940" fmla="*/ 2202274 h 3658174"/>
              <a:gd name="connsiteX7941" fmla="*/ 6377282 w 6514506"/>
              <a:gd name="connsiteY7941" fmla="*/ 2200750 h 3658174"/>
              <a:gd name="connsiteX7942" fmla="*/ 6384807 w 6514506"/>
              <a:gd name="connsiteY7942" fmla="*/ 2202560 h 3658174"/>
              <a:gd name="connsiteX7943" fmla="*/ 6393474 w 6514506"/>
              <a:gd name="connsiteY7943" fmla="*/ 2209132 h 3658174"/>
              <a:gd name="connsiteX7944" fmla="*/ 6396808 w 6514506"/>
              <a:gd name="connsiteY7944" fmla="*/ 2208275 h 3658174"/>
              <a:gd name="connsiteX7945" fmla="*/ 6399189 w 6514506"/>
              <a:gd name="connsiteY7945" fmla="*/ 2209513 h 3658174"/>
              <a:gd name="connsiteX7946" fmla="*/ 6405762 w 6514506"/>
              <a:gd name="connsiteY7946" fmla="*/ 2211037 h 3658174"/>
              <a:gd name="connsiteX7947" fmla="*/ 6421668 w 6514506"/>
              <a:gd name="connsiteY7947" fmla="*/ 2213990 h 3658174"/>
              <a:gd name="connsiteX7948" fmla="*/ 6432432 w 6514506"/>
              <a:gd name="connsiteY7948" fmla="*/ 2217324 h 3658174"/>
              <a:gd name="connsiteX7949" fmla="*/ 6441099 w 6514506"/>
              <a:gd name="connsiteY7949" fmla="*/ 2223610 h 3658174"/>
              <a:gd name="connsiteX7950" fmla="*/ 6447957 w 6514506"/>
              <a:gd name="connsiteY7950" fmla="*/ 2228754 h 3658174"/>
              <a:gd name="connsiteX7951" fmla="*/ 6450339 w 6514506"/>
              <a:gd name="connsiteY7951" fmla="*/ 2233897 h 3658174"/>
              <a:gd name="connsiteX7952" fmla="*/ 6453005 w 6514506"/>
              <a:gd name="connsiteY7952" fmla="*/ 2238374 h 3658174"/>
              <a:gd name="connsiteX7953" fmla="*/ 6463197 w 6514506"/>
              <a:gd name="connsiteY7953" fmla="*/ 2251804 h 3658174"/>
              <a:gd name="connsiteX7954" fmla="*/ 6472437 w 6514506"/>
              <a:gd name="connsiteY7954" fmla="*/ 2268568 h 3658174"/>
              <a:gd name="connsiteX7955" fmla="*/ 6476913 w 6514506"/>
              <a:gd name="connsiteY7955" fmla="*/ 2276665 h 3658174"/>
              <a:gd name="connsiteX7956" fmla="*/ 6480247 w 6514506"/>
              <a:gd name="connsiteY7956" fmla="*/ 2283904 h 3658174"/>
              <a:gd name="connsiteX7957" fmla="*/ 6483200 w 6514506"/>
              <a:gd name="connsiteY7957" fmla="*/ 2286571 h 3658174"/>
              <a:gd name="connsiteX7958" fmla="*/ 6488915 w 6514506"/>
              <a:gd name="connsiteY7958" fmla="*/ 2289904 h 3658174"/>
              <a:gd name="connsiteX7959" fmla="*/ 6501488 w 6514506"/>
              <a:gd name="connsiteY7959" fmla="*/ 2291143 h 3658174"/>
              <a:gd name="connsiteX7960" fmla="*/ 6509012 w 6514506"/>
              <a:gd name="connsiteY7960" fmla="*/ 2306764 h 3658174"/>
              <a:gd name="connsiteX7961" fmla="*/ 6511680 w 6514506"/>
              <a:gd name="connsiteY7961" fmla="*/ 2340577 h 3658174"/>
              <a:gd name="connsiteX7962" fmla="*/ 6509584 w 6514506"/>
              <a:gd name="connsiteY7962" fmla="*/ 2356198 h 3658174"/>
              <a:gd name="connsiteX7963" fmla="*/ 6510822 w 6514506"/>
              <a:gd name="connsiteY7963" fmla="*/ 2358580 h 3658174"/>
              <a:gd name="connsiteX7964" fmla="*/ 6514442 w 6514506"/>
              <a:gd name="connsiteY7964" fmla="*/ 2360961 h 3658174"/>
              <a:gd name="connsiteX7965" fmla="*/ 6509012 w 6514506"/>
              <a:gd name="connsiteY7965" fmla="*/ 2374772 h 3658174"/>
              <a:gd name="connsiteX7966" fmla="*/ 6507203 w 6514506"/>
              <a:gd name="connsiteY7966" fmla="*/ 2383726 h 3658174"/>
              <a:gd name="connsiteX7967" fmla="*/ 6497868 w 6514506"/>
              <a:gd name="connsiteY7967" fmla="*/ 2414587 h 3658174"/>
              <a:gd name="connsiteX7968" fmla="*/ 6480437 w 6514506"/>
              <a:gd name="connsiteY7968" fmla="*/ 2448400 h 3658174"/>
              <a:gd name="connsiteX7969" fmla="*/ 6469674 w 6514506"/>
              <a:gd name="connsiteY7969" fmla="*/ 2466403 h 3658174"/>
              <a:gd name="connsiteX7970" fmla="*/ 6462149 w 6514506"/>
              <a:gd name="connsiteY7970" fmla="*/ 2475070 h 3658174"/>
              <a:gd name="connsiteX7971" fmla="*/ 6456149 w 6514506"/>
              <a:gd name="connsiteY7971" fmla="*/ 2479547 h 3658174"/>
              <a:gd name="connsiteX7972" fmla="*/ 6450719 w 6514506"/>
              <a:gd name="connsiteY7972" fmla="*/ 2484310 h 3658174"/>
              <a:gd name="connsiteX7973" fmla="*/ 6447767 w 6514506"/>
              <a:gd name="connsiteY7973" fmla="*/ 2489072 h 3658174"/>
              <a:gd name="connsiteX7974" fmla="*/ 6444814 w 6514506"/>
              <a:gd name="connsiteY7974" fmla="*/ 2498026 h 3658174"/>
              <a:gd name="connsiteX7975" fmla="*/ 6440337 w 6514506"/>
              <a:gd name="connsiteY7975" fmla="*/ 2507646 h 3658174"/>
              <a:gd name="connsiteX7976" fmla="*/ 6436146 w 6514506"/>
              <a:gd name="connsiteY7976" fmla="*/ 2519076 h 3658174"/>
              <a:gd name="connsiteX7977" fmla="*/ 6427478 w 6514506"/>
              <a:gd name="connsiteY7977" fmla="*/ 2536126 h 3658174"/>
              <a:gd name="connsiteX7978" fmla="*/ 6420906 w 6514506"/>
              <a:gd name="connsiteY7978" fmla="*/ 2535269 h 3658174"/>
              <a:gd name="connsiteX7979" fmla="*/ 6413762 w 6514506"/>
              <a:gd name="connsiteY7979" fmla="*/ 2534697 h 3658174"/>
              <a:gd name="connsiteX7980" fmla="*/ 6410429 w 6514506"/>
              <a:gd name="connsiteY7980" fmla="*/ 2535554 h 3658174"/>
              <a:gd name="connsiteX7981" fmla="*/ 6410429 w 6514506"/>
              <a:gd name="connsiteY7981" fmla="*/ 2538888 h 3658174"/>
              <a:gd name="connsiteX7982" fmla="*/ 6410714 w 6514506"/>
              <a:gd name="connsiteY7982" fmla="*/ 2543079 h 3658174"/>
              <a:gd name="connsiteX7983" fmla="*/ 6409191 w 6514506"/>
              <a:gd name="connsiteY7983" fmla="*/ 2545460 h 3658174"/>
              <a:gd name="connsiteX7984" fmla="*/ 6407666 w 6514506"/>
              <a:gd name="connsiteY7984" fmla="*/ 2548413 h 3658174"/>
              <a:gd name="connsiteX7985" fmla="*/ 6405285 w 6514506"/>
              <a:gd name="connsiteY7985" fmla="*/ 2552318 h 3658174"/>
              <a:gd name="connsiteX7986" fmla="*/ 6403476 w 6514506"/>
              <a:gd name="connsiteY7986" fmla="*/ 2556509 h 3658174"/>
              <a:gd name="connsiteX7987" fmla="*/ 6402904 w 6514506"/>
              <a:gd name="connsiteY7987" fmla="*/ 2565463 h 3658174"/>
              <a:gd name="connsiteX7988" fmla="*/ 6396046 w 6514506"/>
              <a:gd name="connsiteY7988" fmla="*/ 2571178 h 3658174"/>
              <a:gd name="connsiteX7989" fmla="*/ 6393665 w 6514506"/>
              <a:gd name="connsiteY7989" fmla="*/ 2573273 h 3658174"/>
              <a:gd name="connsiteX7990" fmla="*/ 6395188 w 6514506"/>
              <a:gd name="connsiteY7990" fmla="*/ 2579274 h 3658174"/>
              <a:gd name="connsiteX7991" fmla="*/ 6397284 w 6514506"/>
              <a:gd name="connsiteY7991" fmla="*/ 2581655 h 3658174"/>
              <a:gd name="connsiteX7992" fmla="*/ 6399951 w 6514506"/>
              <a:gd name="connsiteY7992" fmla="*/ 2578702 h 3658174"/>
              <a:gd name="connsiteX7993" fmla="*/ 6402618 w 6514506"/>
              <a:gd name="connsiteY7993" fmla="*/ 2578702 h 3658174"/>
              <a:gd name="connsiteX7994" fmla="*/ 6396046 w 6514506"/>
              <a:gd name="connsiteY7994" fmla="*/ 2592799 h 3658174"/>
              <a:gd name="connsiteX7995" fmla="*/ 6390997 w 6514506"/>
              <a:gd name="connsiteY7995" fmla="*/ 2606325 h 3658174"/>
              <a:gd name="connsiteX7996" fmla="*/ 6386521 w 6514506"/>
              <a:gd name="connsiteY7996" fmla="*/ 2624041 h 3658174"/>
              <a:gd name="connsiteX7997" fmla="*/ 6383473 w 6514506"/>
              <a:gd name="connsiteY7997" fmla="*/ 2640234 h 3658174"/>
              <a:gd name="connsiteX7998" fmla="*/ 6376615 w 6514506"/>
              <a:gd name="connsiteY7998" fmla="*/ 2654617 h 3658174"/>
              <a:gd name="connsiteX7999" fmla="*/ 6363756 w 6514506"/>
              <a:gd name="connsiteY7999" fmla="*/ 2683668 h 3658174"/>
              <a:gd name="connsiteX8000" fmla="*/ 6359851 w 6514506"/>
              <a:gd name="connsiteY8000" fmla="*/ 2699289 h 3658174"/>
              <a:gd name="connsiteX8001" fmla="*/ 6351469 w 6514506"/>
              <a:gd name="connsiteY8001" fmla="*/ 2707671 h 3658174"/>
              <a:gd name="connsiteX8002" fmla="*/ 6338324 w 6514506"/>
              <a:gd name="connsiteY8002" fmla="*/ 2744819 h 3658174"/>
              <a:gd name="connsiteX8003" fmla="*/ 6331657 w 6514506"/>
              <a:gd name="connsiteY8003" fmla="*/ 2756629 h 3658174"/>
              <a:gd name="connsiteX8004" fmla="*/ 6320322 w 6514506"/>
              <a:gd name="connsiteY8004" fmla="*/ 2768440 h 3658174"/>
              <a:gd name="connsiteX8005" fmla="*/ 6309559 w 6514506"/>
              <a:gd name="connsiteY8005" fmla="*/ 2788538 h 3658174"/>
              <a:gd name="connsiteX8006" fmla="*/ 6302701 w 6514506"/>
              <a:gd name="connsiteY8006" fmla="*/ 2796349 h 3658174"/>
              <a:gd name="connsiteX8007" fmla="*/ 6297272 w 6514506"/>
              <a:gd name="connsiteY8007" fmla="*/ 2801778 h 3658174"/>
              <a:gd name="connsiteX8008" fmla="*/ 6291271 w 6514506"/>
              <a:gd name="connsiteY8008" fmla="*/ 2809874 h 3658174"/>
              <a:gd name="connsiteX8009" fmla="*/ 6283460 w 6514506"/>
              <a:gd name="connsiteY8009" fmla="*/ 2826352 h 3658174"/>
              <a:gd name="connsiteX8010" fmla="*/ 6263077 w 6514506"/>
              <a:gd name="connsiteY8010" fmla="*/ 2844355 h 3658174"/>
              <a:gd name="connsiteX8011" fmla="*/ 6255838 w 6514506"/>
              <a:gd name="connsiteY8011" fmla="*/ 2854261 h 3658174"/>
              <a:gd name="connsiteX8012" fmla="*/ 6254314 w 6514506"/>
              <a:gd name="connsiteY8012" fmla="*/ 2859690 h 3658174"/>
              <a:gd name="connsiteX8013" fmla="*/ 6243551 w 6514506"/>
              <a:gd name="connsiteY8013" fmla="*/ 2859119 h 3658174"/>
              <a:gd name="connsiteX8014" fmla="*/ 6235169 w 6514506"/>
              <a:gd name="connsiteY8014" fmla="*/ 2856737 h 3658174"/>
              <a:gd name="connsiteX8015" fmla="*/ 6223738 w 6514506"/>
              <a:gd name="connsiteY8015" fmla="*/ 2860357 h 3658174"/>
              <a:gd name="connsiteX8016" fmla="*/ 6222501 w 6514506"/>
              <a:gd name="connsiteY8016" fmla="*/ 2857690 h 3658174"/>
              <a:gd name="connsiteX8017" fmla="*/ 6220976 w 6514506"/>
              <a:gd name="connsiteY8017" fmla="*/ 2855594 h 3658174"/>
              <a:gd name="connsiteX8018" fmla="*/ 6212880 w 6514506"/>
              <a:gd name="connsiteY8018" fmla="*/ 2855594 h 3658174"/>
              <a:gd name="connsiteX8019" fmla="*/ 6206594 w 6514506"/>
              <a:gd name="connsiteY8019" fmla="*/ 2858547 h 3658174"/>
              <a:gd name="connsiteX8020" fmla="*/ 6204498 w 6514506"/>
              <a:gd name="connsiteY8020" fmla="*/ 2865690 h 3658174"/>
              <a:gd name="connsiteX8021" fmla="*/ 6190972 w 6514506"/>
              <a:gd name="connsiteY8021" fmla="*/ 2874358 h 3658174"/>
              <a:gd name="connsiteX8022" fmla="*/ 6185829 w 6514506"/>
              <a:gd name="connsiteY8022" fmla="*/ 2878264 h 3658174"/>
              <a:gd name="connsiteX8023" fmla="*/ 6175066 w 6514506"/>
              <a:gd name="connsiteY8023" fmla="*/ 2883693 h 3658174"/>
              <a:gd name="connsiteX8024" fmla="*/ 6165827 w 6514506"/>
              <a:gd name="connsiteY8024" fmla="*/ 2886360 h 3658174"/>
              <a:gd name="connsiteX8025" fmla="*/ 6154397 w 6514506"/>
              <a:gd name="connsiteY8025" fmla="*/ 2893218 h 3658174"/>
              <a:gd name="connsiteX8026" fmla="*/ 6138490 w 6514506"/>
              <a:gd name="connsiteY8026" fmla="*/ 2906077 h 3658174"/>
              <a:gd name="connsiteX8027" fmla="*/ 6128012 w 6514506"/>
              <a:gd name="connsiteY8027" fmla="*/ 2915030 h 3658174"/>
              <a:gd name="connsiteX8028" fmla="*/ 6122583 w 6514506"/>
              <a:gd name="connsiteY8028" fmla="*/ 2918364 h 3658174"/>
              <a:gd name="connsiteX8029" fmla="*/ 6116297 w 6514506"/>
              <a:gd name="connsiteY8029" fmla="*/ 2916554 h 3658174"/>
              <a:gd name="connsiteX8030" fmla="*/ 6115058 w 6514506"/>
              <a:gd name="connsiteY8030" fmla="*/ 2920459 h 3658174"/>
              <a:gd name="connsiteX8031" fmla="*/ 6112963 w 6514506"/>
              <a:gd name="connsiteY8031" fmla="*/ 2927317 h 3658174"/>
              <a:gd name="connsiteX8032" fmla="*/ 6111153 w 6514506"/>
              <a:gd name="connsiteY8032" fmla="*/ 2930651 h 3658174"/>
              <a:gd name="connsiteX8033" fmla="*/ 6110296 w 6514506"/>
              <a:gd name="connsiteY8033" fmla="*/ 2936652 h 3658174"/>
              <a:gd name="connsiteX8034" fmla="*/ 6105533 w 6514506"/>
              <a:gd name="connsiteY8034" fmla="*/ 2940843 h 3658174"/>
              <a:gd name="connsiteX8035" fmla="*/ 6101914 w 6514506"/>
              <a:gd name="connsiteY8035" fmla="*/ 2948939 h 3658174"/>
              <a:gd name="connsiteX8036" fmla="*/ 6095628 w 6514506"/>
              <a:gd name="connsiteY8036" fmla="*/ 2962084 h 3658174"/>
              <a:gd name="connsiteX8037" fmla="*/ 6093246 w 6514506"/>
              <a:gd name="connsiteY8037" fmla="*/ 2970180 h 3658174"/>
              <a:gd name="connsiteX8038" fmla="*/ 6093532 w 6514506"/>
              <a:gd name="connsiteY8038" fmla="*/ 2973133 h 3658174"/>
              <a:gd name="connsiteX8039" fmla="*/ 6090865 w 6514506"/>
              <a:gd name="connsiteY8039" fmla="*/ 2977324 h 3658174"/>
              <a:gd name="connsiteX8040" fmla="*/ 6085436 w 6514506"/>
              <a:gd name="connsiteY8040" fmla="*/ 2990468 h 3658174"/>
              <a:gd name="connsiteX8041" fmla="*/ 6079149 w 6514506"/>
              <a:gd name="connsiteY8041" fmla="*/ 3004565 h 3658174"/>
              <a:gd name="connsiteX8042" fmla="*/ 6076768 w 6514506"/>
              <a:gd name="connsiteY8042" fmla="*/ 3005803 h 3658174"/>
              <a:gd name="connsiteX8043" fmla="*/ 6075244 w 6514506"/>
              <a:gd name="connsiteY8043" fmla="*/ 3005803 h 3658174"/>
              <a:gd name="connsiteX8044" fmla="*/ 6072291 w 6514506"/>
              <a:gd name="connsiteY8044" fmla="*/ 3009709 h 3658174"/>
              <a:gd name="connsiteX8045" fmla="*/ 6059147 w 6514506"/>
              <a:gd name="connsiteY8045" fmla="*/ 3020758 h 3658174"/>
              <a:gd name="connsiteX8046" fmla="*/ 6016856 w 6514506"/>
              <a:gd name="connsiteY8046" fmla="*/ 3073812 h 3658174"/>
              <a:gd name="connsiteX8047" fmla="*/ 5976374 w 6514506"/>
              <a:gd name="connsiteY8047" fmla="*/ 3102578 h 3658174"/>
              <a:gd name="connsiteX8048" fmla="*/ 5970660 w 6514506"/>
              <a:gd name="connsiteY8048" fmla="*/ 3102578 h 3658174"/>
              <a:gd name="connsiteX8049" fmla="*/ 5967040 w 6514506"/>
              <a:gd name="connsiteY8049" fmla="*/ 3107054 h 3658174"/>
              <a:gd name="connsiteX8050" fmla="*/ 5957420 w 6514506"/>
              <a:gd name="connsiteY8050" fmla="*/ 3121723 h 3658174"/>
              <a:gd name="connsiteX8051" fmla="*/ 5939132 w 6514506"/>
              <a:gd name="connsiteY8051" fmla="*/ 3141249 h 3658174"/>
              <a:gd name="connsiteX8052" fmla="*/ 5930904 w 6514506"/>
              <a:gd name="connsiteY8052" fmla="*/ 3145924 h 3658174"/>
              <a:gd name="connsiteX8053" fmla="*/ 5930844 w 6514506"/>
              <a:gd name="connsiteY8053" fmla="*/ 3146392 h 3658174"/>
              <a:gd name="connsiteX8054" fmla="*/ 5922748 w 6514506"/>
              <a:gd name="connsiteY8054" fmla="*/ 3153346 h 3658174"/>
              <a:gd name="connsiteX8055" fmla="*/ 5912271 w 6514506"/>
              <a:gd name="connsiteY8055" fmla="*/ 3162966 h 3658174"/>
              <a:gd name="connsiteX8056" fmla="*/ 5901222 w 6514506"/>
              <a:gd name="connsiteY8056" fmla="*/ 3169824 h 3658174"/>
              <a:gd name="connsiteX8057" fmla="*/ 5888077 w 6514506"/>
              <a:gd name="connsiteY8057" fmla="*/ 3172205 h 3658174"/>
              <a:gd name="connsiteX8058" fmla="*/ 5880553 w 6514506"/>
              <a:gd name="connsiteY8058" fmla="*/ 3169824 h 3658174"/>
              <a:gd name="connsiteX8059" fmla="*/ 5864360 w 6514506"/>
              <a:gd name="connsiteY8059" fmla="*/ 3157537 h 3658174"/>
              <a:gd name="connsiteX8060" fmla="*/ 5853311 w 6514506"/>
              <a:gd name="connsiteY8060" fmla="*/ 3151536 h 3658174"/>
              <a:gd name="connsiteX8061" fmla="*/ 5848834 w 6514506"/>
              <a:gd name="connsiteY8061" fmla="*/ 3141344 h 3658174"/>
              <a:gd name="connsiteX8062" fmla="*/ 5850073 w 6514506"/>
              <a:gd name="connsiteY8062" fmla="*/ 3132962 h 3658174"/>
              <a:gd name="connsiteX8063" fmla="*/ 5855502 w 6514506"/>
              <a:gd name="connsiteY8063" fmla="*/ 3122485 h 3658174"/>
              <a:gd name="connsiteX8064" fmla="*/ 5856740 w 6514506"/>
              <a:gd name="connsiteY8064" fmla="*/ 3115627 h 3658174"/>
              <a:gd name="connsiteX8065" fmla="*/ 5856754 w 6514506"/>
              <a:gd name="connsiteY8065" fmla="*/ 3115499 h 3658174"/>
              <a:gd name="connsiteX8066" fmla="*/ 5856550 w 6514506"/>
              <a:gd name="connsiteY8066" fmla="*/ 3115627 h 3658174"/>
              <a:gd name="connsiteX8067" fmla="*/ 5852359 w 6514506"/>
              <a:gd name="connsiteY8067" fmla="*/ 3123438 h 3658174"/>
              <a:gd name="connsiteX8068" fmla="*/ 5846930 w 6514506"/>
              <a:gd name="connsiteY8068" fmla="*/ 3132391 h 3658174"/>
              <a:gd name="connsiteX8069" fmla="*/ 5844263 w 6514506"/>
              <a:gd name="connsiteY8069" fmla="*/ 3138392 h 3658174"/>
              <a:gd name="connsiteX8070" fmla="*/ 5840358 w 6514506"/>
              <a:gd name="connsiteY8070" fmla="*/ 3148869 h 3658174"/>
              <a:gd name="connsiteX8071" fmla="*/ 5846073 w 6514506"/>
              <a:gd name="connsiteY8071" fmla="*/ 3167729 h 3658174"/>
              <a:gd name="connsiteX8072" fmla="*/ 5848454 w 6514506"/>
              <a:gd name="connsiteY8072" fmla="*/ 3175825 h 3658174"/>
              <a:gd name="connsiteX8073" fmla="*/ 5840358 w 6514506"/>
              <a:gd name="connsiteY8073" fmla="*/ 3185731 h 3658174"/>
              <a:gd name="connsiteX8074" fmla="*/ 5834643 w 6514506"/>
              <a:gd name="connsiteY8074" fmla="*/ 3194399 h 3658174"/>
              <a:gd name="connsiteX8075" fmla="*/ 5838834 w 6514506"/>
              <a:gd name="connsiteY8075" fmla="*/ 3205448 h 3658174"/>
              <a:gd name="connsiteX8076" fmla="*/ 5841215 w 6514506"/>
              <a:gd name="connsiteY8076" fmla="*/ 3209639 h 3658174"/>
              <a:gd name="connsiteX8077" fmla="*/ 5839405 w 6514506"/>
              <a:gd name="connsiteY8077" fmla="*/ 3215068 h 3658174"/>
              <a:gd name="connsiteX8078" fmla="*/ 5830452 w 6514506"/>
              <a:gd name="connsiteY8078" fmla="*/ 3227355 h 3658174"/>
              <a:gd name="connsiteX8079" fmla="*/ 5813402 w 6514506"/>
              <a:gd name="connsiteY8079" fmla="*/ 3242024 h 3658174"/>
              <a:gd name="connsiteX8080" fmla="*/ 5801972 w 6514506"/>
              <a:gd name="connsiteY8080" fmla="*/ 3252215 h 3658174"/>
              <a:gd name="connsiteX8081" fmla="*/ 5781017 w 6514506"/>
              <a:gd name="connsiteY8081" fmla="*/ 3261836 h 3658174"/>
              <a:gd name="connsiteX8082" fmla="*/ 5760348 w 6514506"/>
              <a:gd name="connsiteY8082" fmla="*/ 3265169 h 3658174"/>
              <a:gd name="connsiteX8083" fmla="*/ 5739107 w 6514506"/>
              <a:gd name="connsiteY8083" fmla="*/ 3265169 h 3658174"/>
              <a:gd name="connsiteX8084" fmla="*/ 5725296 w 6514506"/>
              <a:gd name="connsiteY8084" fmla="*/ 3261550 h 3658174"/>
              <a:gd name="connsiteX8085" fmla="*/ 5717199 w 6514506"/>
              <a:gd name="connsiteY8085" fmla="*/ 3260026 h 3658174"/>
              <a:gd name="connsiteX8086" fmla="*/ 5715676 w 6514506"/>
              <a:gd name="connsiteY8086" fmla="*/ 3268694 h 3658174"/>
              <a:gd name="connsiteX8087" fmla="*/ 5704912 w 6514506"/>
              <a:gd name="connsiteY8087" fmla="*/ 3280695 h 3658174"/>
              <a:gd name="connsiteX8088" fmla="*/ 5697102 w 6514506"/>
              <a:gd name="connsiteY8088" fmla="*/ 3294506 h 3658174"/>
              <a:gd name="connsiteX8089" fmla="*/ 5694435 w 6514506"/>
              <a:gd name="connsiteY8089" fmla="*/ 3301650 h 3658174"/>
              <a:gd name="connsiteX8090" fmla="*/ 5692911 w 6514506"/>
              <a:gd name="connsiteY8090" fmla="*/ 3307080 h 3658174"/>
              <a:gd name="connsiteX8091" fmla="*/ 5676433 w 6514506"/>
              <a:gd name="connsiteY8091" fmla="*/ 3310413 h 3658174"/>
              <a:gd name="connsiteX8092" fmla="*/ 5657287 w 6514506"/>
              <a:gd name="connsiteY8092" fmla="*/ 3302888 h 3658174"/>
              <a:gd name="connsiteX8093" fmla="*/ 5651573 w 6514506"/>
              <a:gd name="connsiteY8093" fmla="*/ 3300507 h 3658174"/>
              <a:gd name="connsiteX8094" fmla="*/ 5647953 w 6514506"/>
              <a:gd name="connsiteY8094" fmla="*/ 3299650 h 3658174"/>
              <a:gd name="connsiteX8095" fmla="*/ 5641666 w 6514506"/>
              <a:gd name="connsiteY8095" fmla="*/ 3312509 h 3658174"/>
              <a:gd name="connsiteX8096" fmla="*/ 5634809 w 6514506"/>
              <a:gd name="connsiteY8096" fmla="*/ 3327463 h 3658174"/>
              <a:gd name="connsiteX8097" fmla="*/ 5634237 w 6514506"/>
              <a:gd name="connsiteY8097" fmla="*/ 3336131 h 3658174"/>
              <a:gd name="connsiteX8098" fmla="*/ 5637571 w 6514506"/>
              <a:gd name="connsiteY8098" fmla="*/ 3341560 h 3658174"/>
              <a:gd name="connsiteX8099" fmla="*/ 5640238 w 6514506"/>
              <a:gd name="connsiteY8099" fmla="*/ 3343655 h 3658174"/>
              <a:gd name="connsiteX8100" fmla="*/ 5642048 w 6514506"/>
              <a:gd name="connsiteY8100" fmla="*/ 3338226 h 3658174"/>
              <a:gd name="connsiteX8101" fmla="*/ 5646524 w 6514506"/>
              <a:gd name="connsiteY8101" fmla="*/ 3336131 h 3658174"/>
              <a:gd name="connsiteX8102" fmla="*/ 5651001 w 6514506"/>
              <a:gd name="connsiteY8102" fmla="*/ 3337655 h 3658174"/>
              <a:gd name="connsiteX8103" fmla="*/ 5648620 w 6514506"/>
              <a:gd name="connsiteY8103" fmla="*/ 3344227 h 3658174"/>
              <a:gd name="connsiteX8104" fmla="*/ 5643191 w 6514506"/>
              <a:gd name="connsiteY8104" fmla="*/ 3354133 h 3658174"/>
              <a:gd name="connsiteX8105" fmla="*/ 5632999 w 6514506"/>
              <a:gd name="connsiteY8105" fmla="*/ 3350513 h 3658174"/>
              <a:gd name="connsiteX8106" fmla="*/ 5626427 w 6514506"/>
              <a:gd name="connsiteY8106" fmla="*/ 3347180 h 3658174"/>
              <a:gd name="connsiteX8107" fmla="*/ 5627950 w 6514506"/>
              <a:gd name="connsiteY8107" fmla="*/ 3354990 h 3658174"/>
              <a:gd name="connsiteX8108" fmla="*/ 5621664 w 6514506"/>
              <a:gd name="connsiteY8108" fmla="*/ 3360134 h 3658174"/>
              <a:gd name="connsiteX8109" fmla="*/ 5600995 w 6514506"/>
              <a:gd name="connsiteY8109" fmla="*/ 3374802 h 3658174"/>
              <a:gd name="connsiteX8110" fmla="*/ 5596804 w 6514506"/>
              <a:gd name="connsiteY8110" fmla="*/ 3384708 h 3658174"/>
              <a:gd name="connsiteX8111" fmla="*/ 5594137 w 6514506"/>
              <a:gd name="connsiteY8111" fmla="*/ 3389471 h 3658174"/>
              <a:gd name="connsiteX8112" fmla="*/ 5591755 w 6514506"/>
              <a:gd name="connsiteY8112" fmla="*/ 3394233 h 3658174"/>
              <a:gd name="connsiteX8113" fmla="*/ 5587564 w 6514506"/>
              <a:gd name="connsiteY8113" fmla="*/ 3396043 h 3658174"/>
              <a:gd name="connsiteX8114" fmla="*/ 5583659 w 6514506"/>
              <a:gd name="connsiteY8114" fmla="*/ 3400234 h 3658174"/>
              <a:gd name="connsiteX8115" fmla="*/ 5575849 w 6514506"/>
              <a:gd name="connsiteY8115" fmla="*/ 3402901 h 3658174"/>
              <a:gd name="connsiteX8116" fmla="*/ 5567181 w 6514506"/>
              <a:gd name="connsiteY8116" fmla="*/ 3405568 h 3658174"/>
              <a:gd name="connsiteX8117" fmla="*/ 5560894 w 6514506"/>
              <a:gd name="connsiteY8117" fmla="*/ 3406806 h 3658174"/>
              <a:gd name="connsiteX8118" fmla="*/ 5533653 w 6514506"/>
              <a:gd name="connsiteY8118" fmla="*/ 3427190 h 3658174"/>
              <a:gd name="connsiteX8119" fmla="*/ 5530319 w 6514506"/>
              <a:gd name="connsiteY8119" fmla="*/ 3447002 h 3658174"/>
              <a:gd name="connsiteX8120" fmla="*/ 5532415 w 6514506"/>
              <a:gd name="connsiteY8120" fmla="*/ 3452431 h 3658174"/>
              <a:gd name="connsiteX8121" fmla="*/ 5537844 w 6514506"/>
              <a:gd name="connsiteY8121" fmla="*/ 3454812 h 3658174"/>
              <a:gd name="connsiteX8122" fmla="*/ 5540797 w 6514506"/>
              <a:gd name="connsiteY8122" fmla="*/ 3461670 h 3658174"/>
              <a:gd name="connsiteX8123" fmla="*/ 5530890 w 6514506"/>
              <a:gd name="connsiteY8123" fmla="*/ 3472719 h 3658174"/>
              <a:gd name="connsiteX8124" fmla="*/ 5529367 w 6514506"/>
              <a:gd name="connsiteY8124" fmla="*/ 3475386 h 3658174"/>
              <a:gd name="connsiteX8125" fmla="*/ 5528509 w 6514506"/>
              <a:gd name="connsiteY8125" fmla="*/ 3478339 h 3658174"/>
              <a:gd name="connsiteX8126" fmla="*/ 5524890 w 6514506"/>
              <a:gd name="connsiteY8126" fmla="*/ 3480720 h 3658174"/>
              <a:gd name="connsiteX8127" fmla="*/ 5520699 w 6514506"/>
              <a:gd name="connsiteY8127" fmla="*/ 3482816 h 3658174"/>
              <a:gd name="connsiteX8128" fmla="*/ 5515270 w 6514506"/>
              <a:gd name="connsiteY8128" fmla="*/ 3485197 h 3658174"/>
              <a:gd name="connsiteX8129" fmla="*/ 5502697 w 6514506"/>
              <a:gd name="connsiteY8129" fmla="*/ 3489102 h 3658174"/>
              <a:gd name="connsiteX8130" fmla="*/ 5493743 w 6514506"/>
              <a:gd name="connsiteY8130" fmla="*/ 3493579 h 3658174"/>
              <a:gd name="connsiteX8131" fmla="*/ 5484790 w 6514506"/>
              <a:gd name="connsiteY8131" fmla="*/ 3498341 h 3658174"/>
              <a:gd name="connsiteX8132" fmla="*/ 5481456 w 6514506"/>
              <a:gd name="connsiteY8132" fmla="*/ 3503104 h 3658174"/>
              <a:gd name="connsiteX8133" fmla="*/ 5482313 w 6514506"/>
              <a:gd name="connsiteY8133" fmla="*/ 3505485 h 3658174"/>
              <a:gd name="connsiteX8134" fmla="*/ 5471264 w 6514506"/>
              <a:gd name="connsiteY8134" fmla="*/ 3514820 h 3658174"/>
              <a:gd name="connsiteX8135" fmla="*/ 5457453 w 6514506"/>
              <a:gd name="connsiteY8135" fmla="*/ 3516058 h 3658174"/>
              <a:gd name="connsiteX8136" fmla="*/ 5455072 w 6514506"/>
              <a:gd name="connsiteY8136" fmla="*/ 3518439 h 3658174"/>
              <a:gd name="connsiteX8137" fmla="*/ 5447547 w 6514506"/>
              <a:gd name="connsiteY8137" fmla="*/ 3525011 h 3658174"/>
              <a:gd name="connsiteX8138" fmla="*/ 5436498 w 6514506"/>
              <a:gd name="connsiteY8138" fmla="*/ 3533393 h 3658174"/>
              <a:gd name="connsiteX8139" fmla="*/ 5428973 w 6514506"/>
              <a:gd name="connsiteY8139" fmla="*/ 3537870 h 3658174"/>
              <a:gd name="connsiteX8140" fmla="*/ 5428401 w 6514506"/>
              <a:gd name="connsiteY8140" fmla="*/ 3540537 h 3658174"/>
              <a:gd name="connsiteX8141" fmla="*/ 5429640 w 6514506"/>
              <a:gd name="connsiteY8141" fmla="*/ 3542633 h 3658174"/>
              <a:gd name="connsiteX8142" fmla="*/ 5427544 w 6514506"/>
              <a:gd name="connsiteY8142" fmla="*/ 3548919 h 3658174"/>
              <a:gd name="connsiteX8143" fmla="*/ 5423353 w 6514506"/>
              <a:gd name="connsiteY8143" fmla="*/ 3553396 h 3658174"/>
              <a:gd name="connsiteX8144" fmla="*/ 5412304 w 6514506"/>
              <a:gd name="connsiteY8144" fmla="*/ 3553682 h 3658174"/>
              <a:gd name="connsiteX8145" fmla="*/ 5418305 w 6514506"/>
              <a:gd name="connsiteY8145" fmla="*/ 3555777 h 3658174"/>
              <a:gd name="connsiteX8146" fmla="*/ 5420686 w 6514506"/>
              <a:gd name="connsiteY8146" fmla="*/ 3562064 h 3658174"/>
              <a:gd name="connsiteX8147" fmla="*/ 5420782 w 6514506"/>
              <a:gd name="connsiteY8147" fmla="*/ 3570160 h 3658174"/>
              <a:gd name="connsiteX8148" fmla="*/ 5419575 w 6514506"/>
              <a:gd name="connsiteY8148" fmla="*/ 3573176 h 3658174"/>
              <a:gd name="connsiteX8149" fmla="*/ 5419087 w 6514506"/>
              <a:gd name="connsiteY8149" fmla="*/ 3572566 h 3658174"/>
              <a:gd name="connsiteX8150" fmla="*/ 5419394 w 6514506"/>
              <a:gd name="connsiteY8150" fmla="*/ 3573628 h 3658174"/>
              <a:gd name="connsiteX8151" fmla="*/ 5419575 w 6514506"/>
              <a:gd name="connsiteY8151" fmla="*/ 3573176 h 3658174"/>
              <a:gd name="connsiteX8152" fmla="*/ 5420972 w 6514506"/>
              <a:gd name="connsiteY8152" fmla="*/ 3574922 h 3658174"/>
              <a:gd name="connsiteX8153" fmla="*/ 5419306 w 6514506"/>
              <a:gd name="connsiteY8153" fmla="*/ 3574922 h 3658174"/>
              <a:gd name="connsiteX8154" fmla="*/ 5418590 w 6514506"/>
              <a:gd name="connsiteY8154" fmla="*/ 3575208 h 3658174"/>
              <a:gd name="connsiteX8155" fmla="*/ 5413161 w 6514506"/>
              <a:gd name="connsiteY8155" fmla="*/ 3572541 h 3658174"/>
              <a:gd name="connsiteX8156" fmla="*/ 5405065 w 6514506"/>
              <a:gd name="connsiteY8156" fmla="*/ 3571303 h 3658174"/>
              <a:gd name="connsiteX8157" fmla="*/ 5398778 w 6514506"/>
              <a:gd name="connsiteY8157" fmla="*/ 3573399 h 3658174"/>
              <a:gd name="connsiteX8158" fmla="*/ 5391254 w 6514506"/>
              <a:gd name="connsiteY8158" fmla="*/ 3573113 h 3658174"/>
              <a:gd name="connsiteX8159" fmla="*/ 5384110 w 6514506"/>
              <a:gd name="connsiteY8159" fmla="*/ 3573399 h 3658174"/>
              <a:gd name="connsiteX8160" fmla="*/ 5374775 w 6514506"/>
              <a:gd name="connsiteY8160" fmla="*/ 3579685 h 3658174"/>
              <a:gd name="connsiteX8161" fmla="*/ 5362202 w 6514506"/>
              <a:gd name="connsiteY8161" fmla="*/ 3597687 h 3658174"/>
              <a:gd name="connsiteX8162" fmla="*/ 5346010 w 6514506"/>
              <a:gd name="connsiteY8162" fmla="*/ 3601592 h 3658174"/>
              <a:gd name="connsiteX8163" fmla="*/ 5343343 w 6514506"/>
              <a:gd name="connsiteY8163" fmla="*/ 3590543 h 3658174"/>
              <a:gd name="connsiteX8164" fmla="*/ 5347248 w 6514506"/>
              <a:gd name="connsiteY8164" fmla="*/ 3589972 h 3658174"/>
              <a:gd name="connsiteX8165" fmla="*/ 5349343 w 6514506"/>
              <a:gd name="connsiteY8165" fmla="*/ 3589686 h 3658174"/>
              <a:gd name="connsiteX8166" fmla="*/ 5352296 w 6514506"/>
              <a:gd name="connsiteY8166" fmla="*/ 3587019 h 3658174"/>
              <a:gd name="connsiteX8167" fmla="*/ 5350201 w 6514506"/>
              <a:gd name="connsiteY8167" fmla="*/ 3592449 h 3658174"/>
              <a:gd name="connsiteX8168" fmla="*/ 5349915 w 6514506"/>
              <a:gd name="connsiteY8168" fmla="*/ 3596925 h 3658174"/>
              <a:gd name="connsiteX8169" fmla="*/ 5355630 w 6514506"/>
              <a:gd name="connsiteY8169" fmla="*/ 3587972 h 3658174"/>
              <a:gd name="connsiteX8170" fmla="*/ 5363155 w 6514506"/>
              <a:gd name="connsiteY8170" fmla="*/ 3583781 h 3658174"/>
              <a:gd name="connsiteX8171" fmla="*/ 5369155 w 6514506"/>
              <a:gd name="connsiteY8171" fmla="*/ 3575684 h 3658174"/>
              <a:gd name="connsiteX8172" fmla="*/ 5369155 w 6514506"/>
              <a:gd name="connsiteY8172" fmla="*/ 3569398 h 3658174"/>
              <a:gd name="connsiteX8173" fmla="*/ 5362297 w 6514506"/>
              <a:gd name="connsiteY8173" fmla="*/ 3568160 h 3658174"/>
              <a:gd name="connsiteX8174" fmla="*/ 5356297 w 6514506"/>
              <a:gd name="connsiteY8174" fmla="*/ 3567874 h 3658174"/>
              <a:gd name="connsiteX8175" fmla="*/ 5349439 w 6514506"/>
              <a:gd name="connsiteY8175" fmla="*/ 3567588 h 3658174"/>
              <a:gd name="connsiteX8176" fmla="*/ 5348867 w 6514506"/>
              <a:gd name="connsiteY8176" fmla="*/ 3571779 h 3658174"/>
              <a:gd name="connsiteX8177" fmla="*/ 5344676 w 6514506"/>
              <a:gd name="connsiteY8177" fmla="*/ 3576542 h 3658174"/>
              <a:gd name="connsiteX8178" fmla="*/ 5338104 w 6514506"/>
              <a:gd name="connsiteY8178" fmla="*/ 3578637 h 3658174"/>
              <a:gd name="connsiteX8179" fmla="*/ 5338675 w 6514506"/>
              <a:gd name="connsiteY8179" fmla="*/ 3574732 h 3658174"/>
              <a:gd name="connsiteX8180" fmla="*/ 5342581 w 6514506"/>
              <a:gd name="connsiteY8180" fmla="*/ 3567874 h 3658174"/>
              <a:gd name="connsiteX8181" fmla="*/ 5346200 w 6514506"/>
              <a:gd name="connsiteY8181" fmla="*/ 3563397 h 3658174"/>
              <a:gd name="connsiteX8182" fmla="*/ 5347724 w 6514506"/>
              <a:gd name="connsiteY8182" fmla="*/ 3555587 h 3658174"/>
              <a:gd name="connsiteX8183" fmla="*/ 5350677 w 6514506"/>
              <a:gd name="connsiteY8183" fmla="*/ 3556444 h 3658174"/>
              <a:gd name="connsiteX8184" fmla="*/ 5352201 w 6514506"/>
              <a:gd name="connsiteY8184" fmla="*/ 3558540 h 3658174"/>
              <a:gd name="connsiteX8185" fmla="*/ 5357630 w 6514506"/>
              <a:gd name="connsiteY8185" fmla="*/ 3556444 h 3658174"/>
              <a:gd name="connsiteX8186" fmla="*/ 5361536 w 6514506"/>
              <a:gd name="connsiteY8186" fmla="*/ 3557301 h 3658174"/>
              <a:gd name="connsiteX8187" fmla="*/ 5363917 w 6514506"/>
              <a:gd name="connsiteY8187" fmla="*/ 3555492 h 3658174"/>
              <a:gd name="connsiteX8188" fmla="*/ 5360964 w 6514506"/>
              <a:gd name="connsiteY8188" fmla="*/ 3562350 h 3658174"/>
              <a:gd name="connsiteX8189" fmla="*/ 5363917 w 6514506"/>
              <a:gd name="connsiteY8189" fmla="*/ 3563207 h 3658174"/>
              <a:gd name="connsiteX8190" fmla="*/ 5368393 w 6514506"/>
              <a:gd name="connsiteY8190" fmla="*/ 3558730 h 3658174"/>
              <a:gd name="connsiteX8191" fmla="*/ 5369918 w 6514506"/>
              <a:gd name="connsiteY8191" fmla="*/ 3552158 h 3658174"/>
              <a:gd name="connsiteX8192" fmla="*/ 5371441 w 6514506"/>
              <a:gd name="connsiteY8192" fmla="*/ 3540156 h 3658174"/>
              <a:gd name="connsiteX8193" fmla="*/ 5367822 w 6514506"/>
              <a:gd name="connsiteY8193" fmla="*/ 3539585 h 3658174"/>
              <a:gd name="connsiteX8194" fmla="*/ 5364869 w 6514506"/>
              <a:gd name="connsiteY8194" fmla="*/ 3543204 h 3658174"/>
              <a:gd name="connsiteX8195" fmla="*/ 5362774 w 6514506"/>
              <a:gd name="connsiteY8195" fmla="*/ 3545871 h 3658174"/>
              <a:gd name="connsiteX8196" fmla="*/ 5359440 w 6514506"/>
              <a:gd name="connsiteY8196" fmla="*/ 3551015 h 3658174"/>
              <a:gd name="connsiteX8197" fmla="*/ 5359154 w 6514506"/>
              <a:gd name="connsiteY8197" fmla="*/ 3547109 h 3658174"/>
              <a:gd name="connsiteX8198" fmla="*/ 5357345 w 6514506"/>
              <a:gd name="connsiteY8198" fmla="*/ 3545871 h 3658174"/>
              <a:gd name="connsiteX8199" fmla="*/ 5353154 w 6514506"/>
              <a:gd name="connsiteY8199" fmla="*/ 3553682 h 3658174"/>
              <a:gd name="connsiteX8200" fmla="*/ 5353154 w 6514506"/>
              <a:gd name="connsiteY8200" fmla="*/ 3549205 h 3658174"/>
              <a:gd name="connsiteX8201" fmla="*/ 5354010 w 6514506"/>
              <a:gd name="connsiteY8201" fmla="*/ 3541680 h 3658174"/>
              <a:gd name="connsiteX8202" fmla="*/ 5357345 w 6514506"/>
              <a:gd name="connsiteY8202" fmla="*/ 3539871 h 3658174"/>
              <a:gd name="connsiteX8203" fmla="*/ 5359440 w 6514506"/>
              <a:gd name="connsiteY8203" fmla="*/ 3541109 h 3658174"/>
              <a:gd name="connsiteX8204" fmla="*/ 5358868 w 6514506"/>
              <a:gd name="connsiteY8204" fmla="*/ 3534251 h 3658174"/>
              <a:gd name="connsiteX8205" fmla="*/ 5360964 w 6514506"/>
              <a:gd name="connsiteY8205" fmla="*/ 3526155 h 3658174"/>
              <a:gd name="connsiteX8206" fmla="*/ 5367536 w 6514506"/>
              <a:gd name="connsiteY8206" fmla="*/ 3522249 h 3658174"/>
              <a:gd name="connsiteX8207" fmla="*/ 5373537 w 6514506"/>
              <a:gd name="connsiteY8207" fmla="*/ 3520154 h 3658174"/>
              <a:gd name="connsiteX8208" fmla="*/ 5372966 w 6514506"/>
              <a:gd name="connsiteY8208" fmla="*/ 3516820 h 3658174"/>
              <a:gd name="connsiteX8209" fmla="*/ 5370870 w 6514506"/>
              <a:gd name="connsiteY8209" fmla="*/ 3515010 h 3658174"/>
              <a:gd name="connsiteX8210" fmla="*/ 5373537 w 6514506"/>
              <a:gd name="connsiteY8210" fmla="*/ 3511391 h 3658174"/>
              <a:gd name="connsiteX8211" fmla="*/ 5373823 w 6514506"/>
              <a:gd name="connsiteY8211" fmla="*/ 3504533 h 3658174"/>
              <a:gd name="connsiteX8212" fmla="*/ 5380395 w 6514506"/>
              <a:gd name="connsiteY8212" fmla="*/ 3492817 h 3658174"/>
              <a:gd name="connsiteX8213" fmla="*/ 5387253 w 6514506"/>
              <a:gd name="connsiteY8213" fmla="*/ 3489198 h 3658174"/>
              <a:gd name="connsiteX8214" fmla="*/ 5390206 w 6514506"/>
              <a:gd name="connsiteY8214" fmla="*/ 3487674 h 3658174"/>
              <a:gd name="connsiteX8215" fmla="*/ 5393159 w 6514506"/>
              <a:gd name="connsiteY8215" fmla="*/ 3481673 h 3658174"/>
              <a:gd name="connsiteX8216" fmla="*/ 5390777 w 6514506"/>
              <a:gd name="connsiteY8216" fmla="*/ 3479577 h 3658174"/>
              <a:gd name="connsiteX8217" fmla="*/ 5386872 w 6514506"/>
              <a:gd name="connsiteY8217" fmla="*/ 3482244 h 3658174"/>
              <a:gd name="connsiteX8218" fmla="*/ 5392873 w 6514506"/>
              <a:gd name="connsiteY8218" fmla="*/ 3472624 h 3658174"/>
              <a:gd name="connsiteX8219" fmla="*/ 5402112 w 6514506"/>
              <a:gd name="connsiteY8219" fmla="*/ 3463671 h 3658174"/>
              <a:gd name="connsiteX8220" fmla="*/ 5403636 w 6514506"/>
              <a:gd name="connsiteY8220" fmla="*/ 3460337 h 3658174"/>
              <a:gd name="connsiteX8221" fmla="*/ 5399731 w 6514506"/>
              <a:gd name="connsiteY8221" fmla="*/ 3451955 h 3658174"/>
              <a:gd name="connsiteX8222" fmla="*/ 5402684 w 6514506"/>
              <a:gd name="connsiteY8222" fmla="*/ 3453479 h 3658174"/>
              <a:gd name="connsiteX8223" fmla="*/ 5405636 w 6514506"/>
              <a:gd name="connsiteY8223" fmla="*/ 3454717 h 3658174"/>
              <a:gd name="connsiteX8224" fmla="*/ 5413447 w 6514506"/>
              <a:gd name="connsiteY8224" fmla="*/ 3457765 h 3658174"/>
              <a:gd name="connsiteX8225" fmla="*/ 5415828 w 6514506"/>
              <a:gd name="connsiteY8225" fmla="*/ 3455955 h 3658174"/>
              <a:gd name="connsiteX8226" fmla="*/ 5418781 w 6514506"/>
              <a:gd name="connsiteY8226" fmla="*/ 3452336 h 3658174"/>
              <a:gd name="connsiteX8227" fmla="*/ 5421448 w 6514506"/>
              <a:gd name="connsiteY8227" fmla="*/ 3450240 h 3658174"/>
              <a:gd name="connsiteX8228" fmla="*/ 5409161 w 6514506"/>
              <a:gd name="connsiteY8228" fmla="*/ 3444525 h 3658174"/>
              <a:gd name="connsiteX8229" fmla="*/ 5414875 w 6514506"/>
              <a:gd name="connsiteY8229" fmla="*/ 3441858 h 3658174"/>
              <a:gd name="connsiteX8230" fmla="*/ 5413637 w 6514506"/>
              <a:gd name="connsiteY8230" fmla="*/ 3438525 h 3658174"/>
              <a:gd name="connsiteX8231" fmla="*/ 5416018 w 6514506"/>
              <a:gd name="connsiteY8231" fmla="*/ 3434048 h 3658174"/>
              <a:gd name="connsiteX8232" fmla="*/ 5422019 w 6514506"/>
              <a:gd name="connsiteY8232" fmla="*/ 3433191 h 3658174"/>
              <a:gd name="connsiteX8233" fmla="*/ 5425353 w 6514506"/>
              <a:gd name="connsiteY8233" fmla="*/ 3428047 h 3658174"/>
              <a:gd name="connsiteX8234" fmla="*/ 5425067 w 6514506"/>
              <a:gd name="connsiteY8234" fmla="*/ 3423570 h 3658174"/>
              <a:gd name="connsiteX8235" fmla="*/ 5423257 w 6514506"/>
              <a:gd name="connsiteY8235" fmla="*/ 3419665 h 3658174"/>
              <a:gd name="connsiteX8236" fmla="*/ 5420876 w 6514506"/>
              <a:gd name="connsiteY8236" fmla="*/ 3414902 h 3658174"/>
              <a:gd name="connsiteX8237" fmla="*/ 5417923 w 6514506"/>
              <a:gd name="connsiteY8237" fmla="*/ 3412807 h 3658174"/>
              <a:gd name="connsiteX8238" fmla="*/ 5412209 w 6514506"/>
              <a:gd name="connsiteY8238" fmla="*/ 3414617 h 3658174"/>
              <a:gd name="connsiteX8239" fmla="*/ 5407732 w 6514506"/>
              <a:gd name="connsiteY8239" fmla="*/ 3420046 h 3658174"/>
              <a:gd name="connsiteX8240" fmla="*/ 5404398 w 6514506"/>
              <a:gd name="connsiteY8240" fmla="*/ 3420903 h 3658174"/>
              <a:gd name="connsiteX8241" fmla="*/ 5407732 w 6514506"/>
              <a:gd name="connsiteY8241" fmla="*/ 3412235 h 3658174"/>
              <a:gd name="connsiteX8242" fmla="*/ 5414018 w 6514506"/>
              <a:gd name="connsiteY8242" fmla="*/ 3408616 h 3658174"/>
              <a:gd name="connsiteX8243" fmla="*/ 5422972 w 6514506"/>
              <a:gd name="connsiteY8243" fmla="*/ 3406806 h 3658174"/>
              <a:gd name="connsiteX8244" fmla="*/ 5426305 w 6514506"/>
              <a:gd name="connsiteY8244" fmla="*/ 3402615 h 3658174"/>
              <a:gd name="connsiteX8245" fmla="*/ 5424210 w 6514506"/>
              <a:gd name="connsiteY8245" fmla="*/ 3398710 h 3658174"/>
              <a:gd name="connsiteX8246" fmla="*/ 5434401 w 6514506"/>
              <a:gd name="connsiteY8246" fmla="*/ 3395091 h 3658174"/>
              <a:gd name="connsiteX8247" fmla="*/ 5438879 w 6514506"/>
              <a:gd name="connsiteY8247" fmla="*/ 3400806 h 3658174"/>
              <a:gd name="connsiteX8248" fmla="*/ 5432020 w 6514506"/>
              <a:gd name="connsiteY8248" fmla="*/ 3408330 h 3658174"/>
              <a:gd name="connsiteX8249" fmla="*/ 5436783 w 6514506"/>
              <a:gd name="connsiteY8249" fmla="*/ 3407092 h 3658174"/>
              <a:gd name="connsiteX8250" fmla="*/ 5439831 w 6514506"/>
              <a:gd name="connsiteY8250" fmla="*/ 3407664 h 3658174"/>
              <a:gd name="connsiteX8251" fmla="*/ 5432592 w 6514506"/>
              <a:gd name="connsiteY8251" fmla="*/ 3414522 h 3658174"/>
              <a:gd name="connsiteX8252" fmla="*/ 5434973 w 6514506"/>
              <a:gd name="connsiteY8252" fmla="*/ 3416903 h 3658174"/>
              <a:gd name="connsiteX8253" fmla="*/ 5438593 w 6514506"/>
              <a:gd name="connsiteY8253" fmla="*/ 3415093 h 3658174"/>
              <a:gd name="connsiteX8254" fmla="*/ 5445451 w 6514506"/>
              <a:gd name="connsiteY8254" fmla="*/ 3410331 h 3658174"/>
              <a:gd name="connsiteX8255" fmla="*/ 5446689 w 6514506"/>
              <a:gd name="connsiteY8255" fmla="*/ 3407664 h 3658174"/>
              <a:gd name="connsiteX8256" fmla="*/ 5445832 w 6514506"/>
              <a:gd name="connsiteY8256" fmla="*/ 3404711 h 3658174"/>
              <a:gd name="connsiteX8257" fmla="*/ 5452118 w 6514506"/>
              <a:gd name="connsiteY8257" fmla="*/ 3398139 h 3658174"/>
              <a:gd name="connsiteX8258" fmla="*/ 5455071 w 6514506"/>
              <a:gd name="connsiteY8258" fmla="*/ 3394233 h 3658174"/>
              <a:gd name="connsiteX8259" fmla="*/ 5458976 w 6514506"/>
              <a:gd name="connsiteY8259" fmla="*/ 3389757 h 3658174"/>
              <a:gd name="connsiteX8260" fmla="*/ 5461643 w 6514506"/>
              <a:gd name="connsiteY8260" fmla="*/ 3387661 h 3658174"/>
              <a:gd name="connsiteX8261" fmla="*/ 5461929 w 6514506"/>
              <a:gd name="connsiteY8261" fmla="*/ 3382899 h 3658174"/>
              <a:gd name="connsiteX8262" fmla="*/ 5476312 w 6514506"/>
              <a:gd name="connsiteY8262" fmla="*/ 3377184 h 3658174"/>
              <a:gd name="connsiteX8263" fmla="*/ 5483169 w 6514506"/>
              <a:gd name="connsiteY8263" fmla="*/ 3373564 h 3658174"/>
              <a:gd name="connsiteX8264" fmla="*/ 5485551 w 6514506"/>
              <a:gd name="connsiteY8264" fmla="*/ 3369087 h 3658174"/>
              <a:gd name="connsiteX8265" fmla="*/ 5484598 w 6514506"/>
              <a:gd name="connsiteY8265" fmla="*/ 3364896 h 3658174"/>
              <a:gd name="connsiteX8266" fmla="*/ 5478884 w 6514506"/>
              <a:gd name="connsiteY8266" fmla="*/ 3361658 h 3658174"/>
              <a:gd name="connsiteX8267" fmla="*/ 5485456 w 6514506"/>
              <a:gd name="connsiteY8267" fmla="*/ 3353561 h 3658174"/>
              <a:gd name="connsiteX8268" fmla="*/ 5489075 w 6514506"/>
              <a:gd name="connsiteY8268" fmla="*/ 3349942 h 3658174"/>
              <a:gd name="connsiteX8269" fmla="*/ 5490313 w 6514506"/>
              <a:gd name="connsiteY8269" fmla="*/ 3343941 h 3658174"/>
              <a:gd name="connsiteX8270" fmla="*/ 5493933 w 6514506"/>
              <a:gd name="connsiteY8270" fmla="*/ 3338798 h 3658174"/>
              <a:gd name="connsiteX8271" fmla="*/ 5502601 w 6514506"/>
              <a:gd name="connsiteY8271" fmla="*/ 3327368 h 3658174"/>
              <a:gd name="connsiteX8272" fmla="*/ 5508887 w 6514506"/>
              <a:gd name="connsiteY8272" fmla="*/ 3320224 h 3658174"/>
              <a:gd name="connsiteX8273" fmla="*/ 5510983 w 6514506"/>
              <a:gd name="connsiteY8273" fmla="*/ 3315747 h 3658174"/>
              <a:gd name="connsiteX8274" fmla="*/ 5514316 w 6514506"/>
              <a:gd name="connsiteY8274" fmla="*/ 3316033 h 3658174"/>
              <a:gd name="connsiteX8275" fmla="*/ 5517269 w 6514506"/>
              <a:gd name="connsiteY8275" fmla="*/ 3313080 h 3658174"/>
              <a:gd name="connsiteX8276" fmla="*/ 5518507 w 6514506"/>
              <a:gd name="connsiteY8276" fmla="*/ 3305936 h 3658174"/>
              <a:gd name="connsiteX8277" fmla="*/ 5521175 w 6514506"/>
              <a:gd name="connsiteY8277" fmla="*/ 3301460 h 3658174"/>
              <a:gd name="connsiteX8278" fmla="*/ 5526603 w 6514506"/>
              <a:gd name="connsiteY8278" fmla="*/ 3299078 h 3658174"/>
              <a:gd name="connsiteX8279" fmla="*/ 5525937 w 6514506"/>
              <a:gd name="connsiteY8279" fmla="*/ 3296411 h 3658174"/>
              <a:gd name="connsiteX8280" fmla="*/ 5522603 w 6514506"/>
              <a:gd name="connsiteY8280" fmla="*/ 3294316 h 3658174"/>
              <a:gd name="connsiteX8281" fmla="*/ 5516602 w 6514506"/>
              <a:gd name="connsiteY8281" fmla="*/ 3296983 h 3658174"/>
              <a:gd name="connsiteX8282" fmla="*/ 5507268 w 6514506"/>
              <a:gd name="connsiteY8282" fmla="*/ 3298221 h 3658174"/>
              <a:gd name="connsiteX8283" fmla="*/ 5507553 w 6514506"/>
              <a:gd name="connsiteY8283" fmla="*/ 3293459 h 3658174"/>
              <a:gd name="connsiteX8284" fmla="*/ 5508411 w 6514506"/>
              <a:gd name="connsiteY8284" fmla="*/ 3288030 h 3658174"/>
              <a:gd name="connsiteX8285" fmla="*/ 5517460 w 6514506"/>
              <a:gd name="connsiteY8285" fmla="*/ 3271837 h 3658174"/>
              <a:gd name="connsiteX8286" fmla="*/ 5525556 w 6514506"/>
              <a:gd name="connsiteY8286" fmla="*/ 3259835 h 3658174"/>
              <a:gd name="connsiteX8287" fmla="*/ 5533081 w 6514506"/>
              <a:gd name="connsiteY8287" fmla="*/ 3248120 h 3658174"/>
              <a:gd name="connsiteX8288" fmla="*/ 5541463 w 6514506"/>
              <a:gd name="connsiteY8288" fmla="*/ 3240309 h 3658174"/>
              <a:gd name="connsiteX8289" fmla="*/ 5548607 w 6514506"/>
              <a:gd name="connsiteY8289" fmla="*/ 3224117 h 3658174"/>
              <a:gd name="connsiteX8290" fmla="*/ 5555178 w 6514506"/>
              <a:gd name="connsiteY8290" fmla="*/ 3208496 h 3658174"/>
              <a:gd name="connsiteX8291" fmla="*/ 5565370 w 6514506"/>
              <a:gd name="connsiteY8291" fmla="*/ 3184207 h 3658174"/>
              <a:gd name="connsiteX8292" fmla="*/ 5573181 w 6514506"/>
              <a:gd name="connsiteY8292" fmla="*/ 3181159 h 3658174"/>
              <a:gd name="connsiteX8293" fmla="*/ 5578610 w 6514506"/>
              <a:gd name="connsiteY8293" fmla="*/ 3175444 h 3658174"/>
              <a:gd name="connsiteX8294" fmla="*/ 5584611 w 6514506"/>
              <a:gd name="connsiteY8294" fmla="*/ 3167348 h 3658174"/>
              <a:gd name="connsiteX8295" fmla="*/ 5595374 w 6514506"/>
              <a:gd name="connsiteY8295" fmla="*/ 3153822 h 3658174"/>
              <a:gd name="connsiteX8296" fmla="*/ 5603185 w 6514506"/>
              <a:gd name="connsiteY8296" fmla="*/ 3143916 h 3658174"/>
              <a:gd name="connsiteX8297" fmla="*/ 5604042 w 6514506"/>
              <a:gd name="connsiteY8297" fmla="*/ 3138487 h 3658174"/>
              <a:gd name="connsiteX8298" fmla="*/ 5607661 w 6514506"/>
              <a:gd name="connsiteY8298" fmla="*/ 3136392 h 3658174"/>
              <a:gd name="connsiteX8299" fmla="*/ 5615472 w 6514506"/>
              <a:gd name="connsiteY8299" fmla="*/ 3130391 h 3658174"/>
              <a:gd name="connsiteX8300" fmla="*/ 5621759 w 6514506"/>
              <a:gd name="connsiteY8300" fmla="*/ 3122294 h 3658174"/>
              <a:gd name="connsiteX8301" fmla="*/ 5630141 w 6514506"/>
              <a:gd name="connsiteY8301" fmla="*/ 3109150 h 3658174"/>
              <a:gd name="connsiteX8302" fmla="*/ 5633093 w 6514506"/>
              <a:gd name="connsiteY8302" fmla="*/ 3100768 h 3658174"/>
              <a:gd name="connsiteX8303" fmla="*/ 5636998 w 6514506"/>
              <a:gd name="connsiteY8303" fmla="*/ 3098101 h 3658174"/>
              <a:gd name="connsiteX8304" fmla="*/ 5642713 w 6514506"/>
              <a:gd name="connsiteY8304" fmla="*/ 3092672 h 3658174"/>
              <a:gd name="connsiteX8305" fmla="*/ 5656239 w 6514506"/>
              <a:gd name="connsiteY8305" fmla="*/ 3068669 h 3658174"/>
              <a:gd name="connsiteX8306" fmla="*/ 5661287 w 6514506"/>
              <a:gd name="connsiteY8306" fmla="*/ 3056096 h 3658174"/>
              <a:gd name="connsiteX8307" fmla="*/ 5668431 w 6514506"/>
              <a:gd name="connsiteY8307" fmla="*/ 3039617 h 3658174"/>
              <a:gd name="connsiteX8308" fmla="*/ 5675289 w 6514506"/>
              <a:gd name="connsiteY8308" fmla="*/ 3019520 h 3658174"/>
              <a:gd name="connsiteX8309" fmla="*/ 5680718 w 6514506"/>
              <a:gd name="connsiteY8309" fmla="*/ 3003042 h 3658174"/>
              <a:gd name="connsiteX8310" fmla="*/ 5687005 w 6514506"/>
              <a:gd name="connsiteY8310" fmla="*/ 2998279 h 3658174"/>
              <a:gd name="connsiteX8311" fmla="*/ 5690910 w 6514506"/>
              <a:gd name="connsiteY8311" fmla="*/ 2994659 h 3658174"/>
              <a:gd name="connsiteX8312" fmla="*/ 5694815 w 6514506"/>
              <a:gd name="connsiteY8312" fmla="*/ 2987135 h 3658174"/>
              <a:gd name="connsiteX8313" fmla="*/ 5697482 w 6514506"/>
              <a:gd name="connsiteY8313" fmla="*/ 2978181 h 3658174"/>
              <a:gd name="connsiteX8314" fmla="*/ 5699006 w 6514506"/>
              <a:gd name="connsiteY8314" fmla="*/ 2964370 h 3658174"/>
              <a:gd name="connsiteX8315" fmla="*/ 5710722 w 6514506"/>
              <a:gd name="connsiteY8315" fmla="*/ 2947606 h 3658174"/>
              <a:gd name="connsiteX8316" fmla="*/ 5720914 w 6514506"/>
              <a:gd name="connsiteY8316" fmla="*/ 2932652 h 3658174"/>
              <a:gd name="connsiteX8317" fmla="*/ 5729010 w 6514506"/>
              <a:gd name="connsiteY8317" fmla="*/ 2918841 h 3658174"/>
              <a:gd name="connsiteX8318" fmla="*/ 5733487 w 6514506"/>
              <a:gd name="connsiteY8318" fmla="*/ 2915221 h 3658174"/>
              <a:gd name="connsiteX8319" fmla="*/ 5739488 w 6514506"/>
              <a:gd name="connsiteY8319" fmla="*/ 2905315 h 3658174"/>
              <a:gd name="connsiteX8320" fmla="*/ 5746345 w 6514506"/>
              <a:gd name="connsiteY8320" fmla="*/ 2888265 h 3658174"/>
              <a:gd name="connsiteX8321" fmla="*/ 5754727 w 6514506"/>
              <a:gd name="connsiteY8321" fmla="*/ 2871501 h 3658174"/>
              <a:gd name="connsiteX8322" fmla="*/ 5762252 w 6514506"/>
              <a:gd name="connsiteY8322" fmla="*/ 2854071 h 3658174"/>
              <a:gd name="connsiteX8323" fmla="*/ 5774253 w 6514506"/>
              <a:gd name="connsiteY8323" fmla="*/ 2821400 h 3658174"/>
              <a:gd name="connsiteX8324" fmla="*/ 5775778 w 6514506"/>
              <a:gd name="connsiteY8324" fmla="*/ 2816256 h 3658174"/>
              <a:gd name="connsiteX8325" fmla="*/ 5774920 w 6514506"/>
              <a:gd name="connsiteY8325" fmla="*/ 2807589 h 3658174"/>
              <a:gd name="connsiteX8326" fmla="*/ 5779969 w 6514506"/>
              <a:gd name="connsiteY8326" fmla="*/ 2804636 h 3658174"/>
              <a:gd name="connsiteX8327" fmla="*/ 5784445 w 6514506"/>
              <a:gd name="connsiteY8327" fmla="*/ 2799207 h 3658174"/>
              <a:gd name="connsiteX8328" fmla="*/ 5788636 w 6514506"/>
              <a:gd name="connsiteY8328" fmla="*/ 2787491 h 3658174"/>
              <a:gd name="connsiteX8329" fmla="*/ 5796447 w 6514506"/>
              <a:gd name="connsiteY8329" fmla="*/ 2768917 h 3658174"/>
              <a:gd name="connsiteX8330" fmla="*/ 5800638 w 6514506"/>
              <a:gd name="connsiteY8330" fmla="*/ 2755106 h 3658174"/>
              <a:gd name="connsiteX8331" fmla="*/ 5810544 w 6514506"/>
              <a:gd name="connsiteY8331" fmla="*/ 2726912 h 3658174"/>
              <a:gd name="connsiteX8332" fmla="*/ 5818069 w 6514506"/>
              <a:gd name="connsiteY8332" fmla="*/ 2704718 h 3658174"/>
              <a:gd name="connsiteX8333" fmla="*/ 5820164 w 6514506"/>
              <a:gd name="connsiteY8333" fmla="*/ 2690336 h 3658174"/>
              <a:gd name="connsiteX8334" fmla="*/ 5824641 w 6514506"/>
              <a:gd name="connsiteY8334" fmla="*/ 2678049 h 3658174"/>
              <a:gd name="connsiteX8335" fmla="*/ 5824927 w 6514506"/>
              <a:gd name="connsiteY8335" fmla="*/ 2666904 h 3658174"/>
              <a:gd name="connsiteX8336" fmla="*/ 5825066 w 6514506"/>
              <a:gd name="connsiteY8336" fmla="*/ 2666598 h 3658174"/>
              <a:gd name="connsiteX8337" fmla="*/ 5822355 w 6514506"/>
              <a:gd name="connsiteY8337" fmla="*/ 2658903 h 3658174"/>
              <a:gd name="connsiteX8338" fmla="*/ 5816926 w 6514506"/>
              <a:gd name="connsiteY8338" fmla="*/ 2652331 h 3658174"/>
              <a:gd name="connsiteX8339" fmla="*/ 5813307 w 6514506"/>
              <a:gd name="connsiteY8339" fmla="*/ 2641567 h 3658174"/>
              <a:gd name="connsiteX8340" fmla="*/ 5807877 w 6514506"/>
              <a:gd name="connsiteY8340" fmla="*/ 2625089 h 3658174"/>
              <a:gd name="connsiteX8341" fmla="*/ 5795590 w 6514506"/>
              <a:gd name="connsiteY8341" fmla="*/ 2613088 h 3658174"/>
              <a:gd name="connsiteX8342" fmla="*/ 5790446 w 6514506"/>
              <a:gd name="connsiteY8342" fmla="*/ 2604991 h 3658174"/>
              <a:gd name="connsiteX8343" fmla="*/ 5786827 w 6514506"/>
              <a:gd name="connsiteY8343" fmla="*/ 2599562 h 3658174"/>
              <a:gd name="connsiteX8344" fmla="*/ 5779683 w 6514506"/>
              <a:gd name="connsiteY8344" fmla="*/ 2590894 h 3658174"/>
              <a:gd name="connsiteX8345" fmla="*/ 5768920 w 6514506"/>
              <a:gd name="connsiteY8345" fmla="*/ 2578036 h 3658174"/>
              <a:gd name="connsiteX8346" fmla="*/ 5765015 w 6514506"/>
              <a:gd name="connsiteY8346" fmla="*/ 2572606 h 3658174"/>
              <a:gd name="connsiteX8347" fmla="*/ 5762347 w 6514506"/>
              <a:gd name="connsiteY8347" fmla="*/ 2561462 h 3658174"/>
              <a:gd name="connsiteX8348" fmla="*/ 5759681 w 6514506"/>
              <a:gd name="connsiteY8348" fmla="*/ 2553366 h 3658174"/>
              <a:gd name="connsiteX8349" fmla="*/ 5757871 w 6514506"/>
              <a:gd name="connsiteY8349" fmla="*/ 2548889 h 3658174"/>
              <a:gd name="connsiteX8350" fmla="*/ 5756347 w 6514506"/>
              <a:gd name="connsiteY8350" fmla="*/ 2544984 h 3658174"/>
              <a:gd name="connsiteX8351" fmla="*/ 5754823 w 6514506"/>
              <a:gd name="connsiteY8351" fmla="*/ 2537173 h 3658174"/>
              <a:gd name="connsiteX8352" fmla="*/ 5751870 w 6514506"/>
              <a:gd name="connsiteY8352" fmla="*/ 2531744 h 3658174"/>
              <a:gd name="connsiteX8353" fmla="*/ 5753680 w 6514506"/>
              <a:gd name="connsiteY8353" fmla="*/ 2527267 h 3658174"/>
              <a:gd name="connsiteX8354" fmla="*/ 5757585 w 6514506"/>
              <a:gd name="connsiteY8354" fmla="*/ 2522505 h 3658174"/>
              <a:gd name="connsiteX8355" fmla="*/ 5757585 w 6514506"/>
              <a:gd name="connsiteY8355" fmla="*/ 2506312 h 3658174"/>
              <a:gd name="connsiteX8356" fmla="*/ 5757300 w 6514506"/>
              <a:gd name="connsiteY8356" fmla="*/ 2497359 h 3658174"/>
              <a:gd name="connsiteX8357" fmla="*/ 5755490 w 6514506"/>
              <a:gd name="connsiteY8357" fmla="*/ 2487167 h 3658174"/>
              <a:gd name="connsiteX8358" fmla="*/ 5752822 w 6514506"/>
              <a:gd name="connsiteY8358" fmla="*/ 2475451 h 3658174"/>
              <a:gd name="connsiteX8359" fmla="*/ 5750727 w 6514506"/>
              <a:gd name="connsiteY8359" fmla="*/ 2459259 h 3658174"/>
              <a:gd name="connsiteX8360" fmla="*/ 5750441 w 6514506"/>
              <a:gd name="connsiteY8360" fmla="*/ 2448781 h 3658174"/>
              <a:gd name="connsiteX8361" fmla="*/ 5749870 w 6514506"/>
              <a:gd name="connsiteY8361" fmla="*/ 2442495 h 3658174"/>
              <a:gd name="connsiteX8362" fmla="*/ 5748632 w 6514506"/>
              <a:gd name="connsiteY8362" fmla="*/ 2434970 h 3658174"/>
              <a:gd name="connsiteX8363" fmla="*/ 5745012 w 6514506"/>
              <a:gd name="connsiteY8363" fmla="*/ 2424207 h 3658174"/>
              <a:gd name="connsiteX8364" fmla="*/ 5743203 w 6514506"/>
              <a:gd name="connsiteY8364" fmla="*/ 2409538 h 3658174"/>
              <a:gd name="connsiteX8365" fmla="*/ 5742917 w 6514506"/>
              <a:gd name="connsiteY8365" fmla="*/ 2399347 h 3658174"/>
              <a:gd name="connsiteX8366" fmla="*/ 5740250 w 6514506"/>
              <a:gd name="connsiteY8366" fmla="*/ 2384964 h 3658174"/>
              <a:gd name="connsiteX8367" fmla="*/ 5739964 w 6514506"/>
              <a:gd name="connsiteY8367" fmla="*/ 2378677 h 3658174"/>
              <a:gd name="connsiteX8368" fmla="*/ 5740535 w 6514506"/>
              <a:gd name="connsiteY8368" fmla="*/ 2367628 h 3658174"/>
              <a:gd name="connsiteX8369" fmla="*/ 5737583 w 6514506"/>
              <a:gd name="connsiteY8369" fmla="*/ 2360104 h 3658174"/>
              <a:gd name="connsiteX8370" fmla="*/ 5732439 w 6514506"/>
              <a:gd name="connsiteY8370" fmla="*/ 2352865 h 3658174"/>
              <a:gd name="connsiteX8371" fmla="*/ 5730630 w 6514506"/>
              <a:gd name="connsiteY8371" fmla="*/ 2346007 h 3658174"/>
              <a:gd name="connsiteX8372" fmla="*/ 5732725 w 6514506"/>
              <a:gd name="connsiteY8372" fmla="*/ 2337053 h 3658174"/>
              <a:gd name="connsiteX8373" fmla="*/ 5729105 w 6514506"/>
              <a:gd name="connsiteY8373" fmla="*/ 2326290 h 3658174"/>
              <a:gd name="connsiteX8374" fmla="*/ 5718913 w 6514506"/>
              <a:gd name="connsiteY8374" fmla="*/ 2311336 h 3658174"/>
              <a:gd name="connsiteX8375" fmla="*/ 5705103 w 6514506"/>
              <a:gd name="connsiteY8375" fmla="*/ 2305335 h 3658174"/>
              <a:gd name="connsiteX8376" fmla="*/ 5705103 w 6514506"/>
              <a:gd name="connsiteY8376" fmla="*/ 2293905 h 3658174"/>
              <a:gd name="connsiteX8377" fmla="*/ 5710532 w 6514506"/>
              <a:gd name="connsiteY8377" fmla="*/ 2293905 h 3658174"/>
              <a:gd name="connsiteX8378" fmla="*/ 5715675 w 6514506"/>
              <a:gd name="connsiteY8378" fmla="*/ 2288190 h 3658174"/>
              <a:gd name="connsiteX8379" fmla="*/ 5709388 w 6514506"/>
              <a:gd name="connsiteY8379" fmla="*/ 2281332 h 3658174"/>
              <a:gd name="connsiteX8380" fmla="*/ 5707007 w 6514506"/>
              <a:gd name="connsiteY8380" fmla="*/ 2272664 h 3658174"/>
              <a:gd name="connsiteX8381" fmla="*/ 5706436 w 6514506"/>
              <a:gd name="connsiteY8381" fmla="*/ 2257710 h 3658174"/>
              <a:gd name="connsiteX8382" fmla="*/ 5708246 w 6514506"/>
              <a:gd name="connsiteY8382" fmla="*/ 2249899 h 3658174"/>
              <a:gd name="connsiteX8383" fmla="*/ 5713008 w 6514506"/>
              <a:gd name="connsiteY8383" fmla="*/ 2241803 h 3658174"/>
              <a:gd name="connsiteX8384" fmla="*/ 5717771 w 6514506"/>
              <a:gd name="connsiteY8384" fmla="*/ 2235802 h 3658174"/>
              <a:gd name="connsiteX8385" fmla="*/ 5721676 w 6514506"/>
              <a:gd name="connsiteY8385" fmla="*/ 2227135 h 3658174"/>
              <a:gd name="connsiteX8386" fmla="*/ 5726153 w 6514506"/>
              <a:gd name="connsiteY8386" fmla="*/ 2220277 h 3658174"/>
              <a:gd name="connsiteX8387" fmla="*/ 5727582 w 6514506"/>
              <a:gd name="connsiteY8387" fmla="*/ 2217514 h 3658174"/>
              <a:gd name="connsiteX8388" fmla="*/ 5727820 w 6514506"/>
              <a:gd name="connsiteY8388" fmla="*/ 2217514 h 3658174"/>
              <a:gd name="connsiteX8389" fmla="*/ 5727677 w 6514506"/>
              <a:gd name="connsiteY8389" fmla="*/ 2217229 h 3658174"/>
              <a:gd name="connsiteX8390" fmla="*/ 5730439 w 6514506"/>
              <a:gd name="connsiteY8390" fmla="*/ 2216752 h 3658174"/>
              <a:gd name="connsiteX8391" fmla="*/ 5734916 w 6514506"/>
              <a:gd name="connsiteY8391" fmla="*/ 2212847 h 3658174"/>
              <a:gd name="connsiteX8392" fmla="*/ 5738821 w 6514506"/>
              <a:gd name="connsiteY8392" fmla="*/ 2204465 h 3658174"/>
              <a:gd name="connsiteX8393" fmla="*/ 5739679 w 6514506"/>
              <a:gd name="connsiteY8393" fmla="*/ 2189511 h 3658174"/>
              <a:gd name="connsiteX8394" fmla="*/ 5734630 w 6514506"/>
              <a:gd name="connsiteY8394" fmla="*/ 2192178 h 3658174"/>
              <a:gd name="connsiteX8395" fmla="*/ 5728058 w 6514506"/>
              <a:gd name="connsiteY8395" fmla="*/ 2200274 h 3658174"/>
              <a:gd name="connsiteX8396" fmla="*/ 5723582 w 6514506"/>
              <a:gd name="connsiteY8396" fmla="*/ 2200846 h 3658174"/>
              <a:gd name="connsiteX8397" fmla="*/ 5719962 w 6514506"/>
              <a:gd name="connsiteY8397" fmla="*/ 2192750 h 3658174"/>
              <a:gd name="connsiteX8398" fmla="*/ 5720819 w 6514506"/>
              <a:gd name="connsiteY8398" fmla="*/ 2185606 h 3658174"/>
              <a:gd name="connsiteX8399" fmla="*/ 5721677 w 6514506"/>
              <a:gd name="connsiteY8399" fmla="*/ 2177224 h 3658174"/>
              <a:gd name="connsiteX8400" fmla="*/ 5722248 w 6514506"/>
              <a:gd name="connsiteY8400" fmla="*/ 2169127 h 3658174"/>
              <a:gd name="connsiteX8401" fmla="*/ 5721677 w 6514506"/>
              <a:gd name="connsiteY8401" fmla="*/ 2161984 h 3658174"/>
              <a:gd name="connsiteX8402" fmla="*/ 5720152 w 6514506"/>
              <a:gd name="connsiteY8402" fmla="*/ 2155411 h 3658174"/>
              <a:gd name="connsiteX8403" fmla="*/ 5724343 w 6514506"/>
              <a:gd name="connsiteY8403" fmla="*/ 2151221 h 3658174"/>
              <a:gd name="connsiteX8404" fmla="*/ 5727963 w 6514506"/>
              <a:gd name="connsiteY8404" fmla="*/ 2145505 h 3658174"/>
              <a:gd name="connsiteX8405" fmla="*/ 5726724 w 6514506"/>
              <a:gd name="connsiteY8405" fmla="*/ 2141029 h 3658174"/>
              <a:gd name="connsiteX8406" fmla="*/ 5726724 w 6514506"/>
              <a:gd name="connsiteY8406" fmla="*/ 2135600 h 3658174"/>
              <a:gd name="connsiteX8407" fmla="*/ 5729106 w 6514506"/>
              <a:gd name="connsiteY8407" fmla="*/ 2129027 h 3658174"/>
              <a:gd name="connsiteX8408" fmla="*/ 5732058 w 6514506"/>
              <a:gd name="connsiteY8408" fmla="*/ 2117978 h 3658174"/>
              <a:gd name="connsiteX8409" fmla="*/ 5735393 w 6514506"/>
              <a:gd name="connsiteY8409" fmla="*/ 2112644 h 3658174"/>
              <a:gd name="connsiteX8410" fmla="*/ 5735107 w 6514506"/>
              <a:gd name="connsiteY8410" fmla="*/ 2109310 h 3658174"/>
              <a:gd name="connsiteX8411" fmla="*/ 5732725 w 6514506"/>
              <a:gd name="connsiteY8411" fmla="*/ 2103024 h 3658174"/>
              <a:gd name="connsiteX8412" fmla="*/ 5735678 w 6514506"/>
              <a:gd name="connsiteY8412" fmla="*/ 2095213 h 3658174"/>
              <a:gd name="connsiteX8413" fmla="*/ 5743203 w 6514506"/>
              <a:gd name="connsiteY8413" fmla="*/ 2091308 h 3658174"/>
              <a:gd name="connsiteX8414" fmla="*/ 5751585 w 6514506"/>
              <a:gd name="connsiteY8414" fmla="*/ 2085022 h 3658174"/>
              <a:gd name="connsiteX8415" fmla="*/ 5753109 w 6514506"/>
              <a:gd name="connsiteY8415" fmla="*/ 2079021 h 3658174"/>
              <a:gd name="connsiteX8416" fmla="*/ 5753811 w 6514506"/>
              <a:gd name="connsiteY8416" fmla="*/ 2079343 h 3658174"/>
              <a:gd name="connsiteX8417" fmla="*/ 5753394 w 6514506"/>
              <a:gd name="connsiteY8417" fmla="*/ 2078640 h 3658174"/>
              <a:gd name="connsiteX8418" fmla="*/ 5753394 w 6514506"/>
              <a:gd name="connsiteY8418" fmla="*/ 2073211 h 3658174"/>
              <a:gd name="connsiteX8419" fmla="*/ 5759680 w 6514506"/>
              <a:gd name="connsiteY8419" fmla="*/ 2072639 h 3658174"/>
              <a:gd name="connsiteX8420" fmla="*/ 5757299 w 6514506"/>
              <a:gd name="connsiteY8420" fmla="*/ 2066924 h 3658174"/>
              <a:gd name="connsiteX8421" fmla="*/ 5760919 w 6514506"/>
              <a:gd name="connsiteY8421" fmla="*/ 2049208 h 3658174"/>
              <a:gd name="connsiteX8422" fmla="*/ 5767491 w 6514506"/>
              <a:gd name="connsiteY8422" fmla="*/ 2047398 h 3658174"/>
              <a:gd name="connsiteX8423" fmla="*/ 5769872 w 6514506"/>
              <a:gd name="connsiteY8423" fmla="*/ 2050065 h 3658174"/>
              <a:gd name="connsiteX8424" fmla="*/ 5775873 w 6514506"/>
              <a:gd name="connsiteY8424" fmla="*/ 2051303 h 3658174"/>
              <a:gd name="connsiteX8425" fmla="*/ 5775301 w 6514506"/>
              <a:gd name="connsiteY8425" fmla="*/ 2048636 h 3658174"/>
              <a:gd name="connsiteX8426" fmla="*/ 5776540 w 6514506"/>
              <a:gd name="connsiteY8426" fmla="*/ 2043207 h 3658174"/>
              <a:gd name="connsiteX8427" fmla="*/ 5776540 w 6514506"/>
              <a:gd name="connsiteY8427" fmla="*/ 2038444 h 3658174"/>
              <a:gd name="connsiteX8428" fmla="*/ 5778063 w 6514506"/>
              <a:gd name="connsiteY8428" fmla="*/ 2031301 h 3658174"/>
              <a:gd name="connsiteX8429" fmla="*/ 5778921 w 6514506"/>
              <a:gd name="connsiteY8429" fmla="*/ 2025300 h 3658174"/>
              <a:gd name="connsiteX8430" fmla="*/ 5781016 w 6514506"/>
              <a:gd name="connsiteY8430" fmla="*/ 2015680 h 3658174"/>
              <a:gd name="connsiteX8431" fmla="*/ 5780445 w 6514506"/>
              <a:gd name="connsiteY8431" fmla="*/ 2009679 h 3658174"/>
              <a:gd name="connsiteX8432" fmla="*/ 5779873 w 6514506"/>
              <a:gd name="connsiteY8432" fmla="*/ 2005774 h 3658174"/>
              <a:gd name="connsiteX8433" fmla="*/ 5775682 w 6514506"/>
              <a:gd name="connsiteY8433" fmla="*/ 2003107 h 3658174"/>
              <a:gd name="connsiteX8434" fmla="*/ 5777778 w 6514506"/>
              <a:gd name="connsiteY8434" fmla="*/ 1991391 h 3658174"/>
              <a:gd name="connsiteX8435" fmla="*/ 5775682 w 6514506"/>
              <a:gd name="connsiteY8435" fmla="*/ 1976437 h 3658174"/>
              <a:gd name="connsiteX8436" fmla="*/ 5774158 w 6514506"/>
              <a:gd name="connsiteY8436" fmla="*/ 1969293 h 3658174"/>
              <a:gd name="connsiteX8437" fmla="*/ 5769681 w 6514506"/>
              <a:gd name="connsiteY8437" fmla="*/ 1961482 h 3658174"/>
              <a:gd name="connsiteX8438" fmla="*/ 5770539 w 6514506"/>
              <a:gd name="connsiteY8438" fmla="*/ 1958149 h 3658174"/>
              <a:gd name="connsiteX8439" fmla="*/ 5773872 w 6514506"/>
              <a:gd name="connsiteY8439" fmla="*/ 1953386 h 3658174"/>
              <a:gd name="connsiteX8440" fmla="*/ 5771777 w 6514506"/>
              <a:gd name="connsiteY8440" fmla="*/ 1943766 h 3658174"/>
              <a:gd name="connsiteX8441" fmla="*/ 5770539 w 6514506"/>
              <a:gd name="connsiteY8441" fmla="*/ 1935098 h 3658174"/>
              <a:gd name="connsiteX8442" fmla="*/ 5768729 w 6514506"/>
              <a:gd name="connsiteY8442" fmla="*/ 1929097 h 3658174"/>
              <a:gd name="connsiteX8443" fmla="*/ 5765110 w 6514506"/>
              <a:gd name="connsiteY8443" fmla="*/ 1923668 h 3658174"/>
              <a:gd name="connsiteX8444" fmla="*/ 5762728 w 6514506"/>
              <a:gd name="connsiteY8444" fmla="*/ 1919477 h 3658174"/>
              <a:gd name="connsiteX8445" fmla="*/ 5761395 w 6514506"/>
              <a:gd name="connsiteY8445" fmla="*/ 1916143 h 3658174"/>
              <a:gd name="connsiteX8446" fmla="*/ 5760956 w 6514506"/>
              <a:gd name="connsiteY8446" fmla="*/ 1914317 h 3658174"/>
              <a:gd name="connsiteX8447" fmla="*/ 5760919 w 6514506"/>
              <a:gd name="connsiteY8447" fmla="*/ 1917001 h 3658174"/>
              <a:gd name="connsiteX8448" fmla="*/ 5758347 w 6514506"/>
              <a:gd name="connsiteY8448" fmla="*/ 1913095 h 3658174"/>
              <a:gd name="connsiteX8449" fmla="*/ 5751489 w 6514506"/>
              <a:gd name="connsiteY8449" fmla="*/ 1900522 h 3658174"/>
              <a:gd name="connsiteX8450" fmla="*/ 5749108 w 6514506"/>
              <a:gd name="connsiteY8450" fmla="*/ 1892998 h 3658174"/>
              <a:gd name="connsiteX8451" fmla="*/ 5748250 w 6514506"/>
              <a:gd name="connsiteY8451" fmla="*/ 1886140 h 3658174"/>
              <a:gd name="connsiteX8452" fmla="*/ 5749108 w 6514506"/>
              <a:gd name="connsiteY8452" fmla="*/ 1882234 h 3658174"/>
              <a:gd name="connsiteX8453" fmla="*/ 5751203 w 6514506"/>
              <a:gd name="connsiteY8453" fmla="*/ 1879186 h 3658174"/>
              <a:gd name="connsiteX8454" fmla="*/ 5752727 w 6514506"/>
              <a:gd name="connsiteY8454" fmla="*/ 1876805 h 3658174"/>
              <a:gd name="connsiteX8455" fmla="*/ 5750346 w 6514506"/>
              <a:gd name="connsiteY8455" fmla="*/ 1872614 h 3658174"/>
              <a:gd name="connsiteX8456" fmla="*/ 5747393 w 6514506"/>
              <a:gd name="connsiteY8456" fmla="*/ 1874995 h 3658174"/>
              <a:gd name="connsiteX8457" fmla="*/ 5743202 w 6514506"/>
              <a:gd name="connsiteY8457" fmla="*/ 1871662 h 3658174"/>
              <a:gd name="connsiteX8458" fmla="*/ 5739011 w 6514506"/>
              <a:gd name="connsiteY8458" fmla="*/ 1866232 h 3658174"/>
              <a:gd name="connsiteX8459" fmla="*/ 5730343 w 6514506"/>
              <a:gd name="connsiteY8459" fmla="*/ 1860232 h 3658174"/>
              <a:gd name="connsiteX8460" fmla="*/ 5721961 w 6514506"/>
              <a:gd name="connsiteY8460" fmla="*/ 1865661 h 3658174"/>
              <a:gd name="connsiteX8461" fmla="*/ 5721961 w 6514506"/>
              <a:gd name="connsiteY8461" fmla="*/ 1875567 h 3658174"/>
              <a:gd name="connsiteX8462" fmla="*/ 5721390 w 6514506"/>
              <a:gd name="connsiteY8462" fmla="*/ 1877948 h 3658174"/>
              <a:gd name="connsiteX8463" fmla="*/ 5712722 w 6514506"/>
              <a:gd name="connsiteY8463" fmla="*/ 1884520 h 3658174"/>
              <a:gd name="connsiteX8464" fmla="*/ 5713008 w 6514506"/>
              <a:gd name="connsiteY8464" fmla="*/ 1891093 h 3658174"/>
              <a:gd name="connsiteX8465" fmla="*/ 5715103 w 6514506"/>
              <a:gd name="connsiteY8465" fmla="*/ 1894045 h 3658174"/>
              <a:gd name="connsiteX8466" fmla="*/ 5720151 w 6514506"/>
              <a:gd name="connsiteY8466" fmla="*/ 1904237 h 3658174"/>
              <a:gd name="connsiteX8467" fmla="*/ 5719580 w 6514506"/>
              <a:gd name="connsiteY8467" fmla="*/ 1909666 h 3658174"/>
              <a:gd name="connsiteX8468" fmla="*/ 5716246 w 6514506"/>
              <a:gd name="connsiteY8468" fmla="*/ 1912048 h 3658174"/>
              <a:gd name="connsiteX8469" fmla="*/ 5710246 w 6514506"/>
              <a:gd name="connsiteY8469" fmla="*/ 1915953 h 3658174"/>
              <a:gd name="connsiteX8470" fmla="*/ 5703959 w 6514506"/>
              <a:gd name="connsiteY8470" fmla="*/ 1908428 h 3658174"/>
              <a:gd name="connsiteX8471" fmla="*/ 5698244 w 6514506"/>
              <a:gd name="connsiteY8471" fmla="*/ 1897951 h 3658174"/>
              <a:gd name="connsiteX8472" fmla="*/ 5694910 w 6514506"/>
              <a:gd name="connsiteY8472" fmla="*/ 1898808 h 3658174"/>
              <a:gd name="connsiteX8473" fmla="*/ 5692815 w 6514506"/>
              <a:gd name="connsiteY8473" fmla="*/ 1903570 h 3658174"/>
              <a:gd name="connsiteX8474" fmla="*/ 5689195 w 6514506"/>
              <a:gd name="connsiteY8474" fmla="*/ 1891283 h 3658174"/>
              <a:gd name="connsiteX8475" fmla="*/ 5682909 w 6514506"/>
              <a:gd name="connsiteY8475" fmla="*/ 1888330 h 3658174"/>
              <a:gd name="connsiteX8476" fmla="*/ 5677480 w 6514506"/>
              <a:gd name="connsiteY8476" fmla="*/ 1886806 h 3658174"/>
              <a:gd name="connsiteX8477" fmla="*/ 5674431 w 6514506"/>
              <a:gd name="connsiteY8477" fmla="*/ 1885568 h 3658174"/>
              <a:gd name="connsiteX8478" fmla="*/ 5669384 w 6514506"/>
              <a:gd name="connsiteY8478" fmla="*/ 1886140 h 3658174"/>
              <a:gd name="connsiteX8479" fmla="*/ 5666716 w 6514506"/>
              <a:gd name="connsiteY8479" fmla="*/ 1888807 h 3658174"/>
              <a:gd name="connsiteX8480" fmla="*/ 5664145 w 6514506"/>
              <a:gd name="connsiteY8480" fmla="*/ 1891379 h 3658174"/>
              <a:gd name="connsiteX8481" fmla="*/ 5664050 w 6514506"/>
              <a:gd name="connsiteY8481" fmla="*/ 1891474 h 3658174"/>
              <a:gd name="connsiteX8482" fmla="*/ 5663837 w 6514506"/>
              <a:gd name="connsiteY8482" fmla="*/ 1890686 h 3658174"/>
              <a:gd name="connsiteX8483" fmla="*/ 5661098 w 6514506"/>
              <a:gd name="connsiteY8483" fmla="*/ 1884521 h 3658174"/>
              <a:gd name="connsiteX8484" fmla="*/ 5658717 w 6514506"/>
              <a:gd name="connsiteY8484" fmla="*/ 1877949 h 3658174"/>
              <a:gd name="connsiteX8485" fmla="*/ 5654239 w 6514506"/>
              <a:gd name="connsiteY8485" fmla="*/ 1873472 h 3658174"/>
              <a:gd name="connsiteX8486" fmla="*/ 5655097 w 6514506"/>
              <a:gd name="connsiteY8486" fmla="*/ 1877949 h 3658174"/>
              <a:gd name="connsiteX8487" fmla="*/ 5650906 w 6514506"/>
              <a:gd name="connsiteY8487" fmla="*/ 1881854 h 3658174"/>
              <a:gd name="connsiteX8488" fmla="*/ 5648239 w 6514506"/>
              <a:gd name="connsiteY8488" fmla="*/ 1875282 h 3658174"/>
              <a:gd name="connsiteX8489" fmla="*/ 5648239 w 6514506"/>
              <a:gd name="connsiteY8489" fmla="*/ 1865947 h 3658174"/>
              <a:gd name="connsiteX8490" fmla="*/ 5643191 w 6514506"/>
              <a:gd name="connsiteY8490" fmla="*/ 1857565 h 3658174"/>
              <a:gd name="connsiteX8491" fmla="*/ 5634809 w 6514506"/>
              <a:gd name="connsiteY8491" fmla="*/ 1849469 h 3658174"/>
              <a:gd name="connsiteX8492" fmla="*/ 5628808 w 6514506"/>
              <a:gd name="connsiteY8492" fmla="*/ 1841659 h 3658174"/>
              <a:gd name="connsiteX8493" fmla="*/ 5621950 w 6514506"/>
              <a:gd name="connsiteY8493" fmla="*/ 1834515 h 3658174"/>
              <a:gd name="connsiteX8494" fmla="*/ 5614806 w 6514506"/>
              <a:gd name="connsiteY8494" fmla="*/ 1834229 h 3658174"/>
              <a:gd name="connsiteX8495" fmla="*/ 5622616 w 6514506"/>
              <a:gd name="connsiteY8495" fmla="*/ 1840230 h 3658174"/>
              <a:gd name="connsiteX8496" fmla="*/ 5624141 w 6514506"/>
              <a:gd name="connsiteY8496" fmla="*/ 1844992 h 3658174"/>
              <a:gd name="connsiteX8497" fmla="*/ 5622616 w 6514506"/>
              <a:gd name="connsiteY8497" fmla="*/ 1849183 h 3658174"/>
              <a:gd name="connsiteX8498" fmla="*/ 5619664 w 6514506"/>
              <a:gd name="connsiteY8498" fmla="*/ 1851564 h 3658174"/>
              <a:gd name="connsiteX8499" fmla="*/ 5613949 w 6514506"/>
              <a:gd name="connsiteY8499" fmla="*/ 1844040 h 3658174"/>
              <a:gd name="connsiteX8500" fmla="*/ 5608520 w 6514506"/>
              <a:gd name="connsiteY8500" fmla="*/ 1839277 h 3658174"/>
              <a:gd name="connsiteX8501" fmla="*/ 5605852 w 6514506"/>
              <a:gd name="connsiteY8501" fmla="*/ 1834801 h 3658174"/>
              <a:gd name="connsiteX8502" fmla="*/ 5604614 w 6514506"/>
              <a:gd name="connsiteY8502" fmla="*/ 1825466 h 3658174"/>
              <a:gd name="connsiteX8503" fmla="*/ 5602233 w 6514506"/>
              <a:gd name="connsiteY8503" fmla="*/ 1815560 h 3658174"/>
              <a:gd name="connsiteX8504" fmla="*/ 5600995 w 6514506"/>
              <a:gd name="connsiteY8504" fmla="*/ 1809845 h 3658174"/>
              <a:gd name="connsiteX8505" fmla="*/ 5600709 w 6514506"/>
              <a:gd name="connsiteY8505" fmla="*/ 1806416 h 3658174"/>
              <a:gd name="connsiteX8506" fmla="*/ 5601377 w 6514506"/>
              <a:gd name="connsiteY8506" fmla="*/ 1805834 h 3658174"/>
              <a:gd name="connsiteX8507" fmla="*/ 5597088 w 6514506"/>
              <a:gd name="connsiteY8507" fmla="*/ 1801272 h 3658174"/>
              <a:gd name="connsiteX8508" fmla="*/ 5585373 w 6514506"/>
              <a:gd name="connsiteY8508" fmla="*/ 1791938 h 3658174"/>
              <a:gd name="connsiteX8509" fmla="*/ 5575467 w 6514506"/>
              <a:gd name="connsiteY8509" fmla="*/ 1778793 h 3658174"/>
              <a:gd name="connsiteX8510" fmla="*/ 5566799 w 6514506"/>
              <a:gd name="connsiteY8510" fmla="*/ 1770697 h 3658174"/>
              <a:gd name="connsiteX8511" fmla="*/ 5561084 w 6514506"/>
              <a:gd name="connsiteY8511" fmla="*/ 1764982 h 3658174"/>
              <a:gd name="connsiteX8512" fmla="*/ 5554512 w 6514506"/>
              <a:gd name="connsiteY8512" fmla="*/ 1757171 h 3658174"/>
              <a:gd name="connsiteX8513" fmla="*/ 5559275 w 6514506"/>
              <a:gd name="connsiteY8513" fmla="*/ 1756314 h 3658174"/>
              <a:gd name="connsiteX8514" fmla="*/ 5559289 w 6514506"/>
              <a:gd name="connsiteY8514" fmla="*/ 1756276 h 3658174"/>
              <a:gd name="connsiteX8515" fmla="*/ 5559084 w 6514506"/>
              <a:gd name="connsiteY8515" fmla="*/ 1756314 h 3658174"/>
              <a:gd name="connsiteX8516" fmla="*/ 5558798 w 6514506"/>
              <a:gd name="connsiteY8516" fmla="*/ 1750885 h 3658174"/>
              <a:gd name="connsiteX8517" fmla="*/ 5556703 w 6514506"/>
              <a:gd name="connsiteY8517" fmla="*/ 1748789 h 3658174"/>
              <a:gd name="connsiteX8518" fmla="*/ 5554607 w 6514506"/>
              <a:gd name="connsiteY8518" fmla="*/ 1749075 h 3658174"/>
              <a:gd name="connsiteX8519" fmla="*/ 5552023 w 6514506"/>
              <a:gd name="connsiteY8519" fmla="*/ 1747045 h 3658174"/>
              <a:gd name="connsiteX8520" fmla="*/ 5551465 w 6514506"/>
              <a:gd name="connsiteY8520" fmla="*/ 1749932 h 3658174"/>
              <a:gd name="connsiteX8521" fmla="*/ 5546702 w 6514506"/>
              <a:gd name="connsiteY8521" fmla="*/ 1752028 h 3658174"/>
              <a:gd name="connsiteX8522" fmla="*/ 5541273 w 6514506"/>
              <a:gd name="connsiteY8522" fmla="*/ 1752313 h 3658174"/>
              <a:gd name="connsiteX8523" fmla="*/ 5535844 w 6514506"/>
              <a:gd name="connsiteY8523" fmla="*/ 1753171 h 3658174"/>
              <a:gd name="connsiteX8524" fmla="*/ 5533463 w 6514506"/>
              <a:gd name="connsiteY8524" fmla="*/ 1751646 h 3658174"/>
              <a:gd name="connsiteX8525" fmla="*/ 5528700 w 6514506"/>
              <a:gd name="connsiteY8525" fmla="*/ 1747741 h 3658174"/>
              <a:gd name="connsiteX8526" fmla="*/ 5511650 w 6514506"/>
              <a:gd name="connsiteY8526" fmla="*/ 1743550 h 3658174"/>
              <a:gd name="connsiteX8527" fmla="*/ 5507729 w 6514506"/>
              <a:gd name="connsiteY8527" fmla="*/ 1740463 h 3658174"/>
              <a:gd name="connsiteX8528" fmla="*/ 5507649 w 6514506"/>
              <a:gd name="connsiteY8528" fmla="*/ 1740598 h 3658174"/>
              <a:gd name="connsiteX8529" fmla="*/ 5492981 w 6514506"/>
              <a:gd name="connsiteY8529" fmla="*/ 1736121 h 3658174"/>
              <a:gd name="connsiteX8530" fmla="*/ 5482218 w 6514506"/>
              <a:gd name="connsiteY8530" fmla="*/ 1733740 h 3658174"/>
              <a:gd name="connsiteX8531" fmla="*/ 5474693 w 6514506"/>
              <a:gd name="connsiteY8531" fmla="*/ 1728977 h 3658174"/>
              <a:gd name="connsiteX8532" fmla="*/ 5468176 w 6514506"/>
              <a:gd name="connsiteY8532" fmla="*/ 1723127 h 3658174"/>
              <a:gd name="connsiteX8533" fmla="*/ 5467835 w 6514506"/>
              <a:gd name="connsiteY8533" fmla="*/ 1724596 h 3658174"/>
              <a:gd name="connsiteX8534" fmla="*/ 5452785 w 6514506"/>
              <a:gd name="connsiteY8534" fmla="*/ 1707451 h 3658174"/>
              <a:gd name="connsiteX8535" fmla="*/ 5429450 w 6514506"/>
              <a:gd name="connsiteY8535" fmla="*/ 1687067 h 3658174"/>
              <a:gd name="connsiteX8536" fmla="*/ 5426116 w 6514506"/>
              <a:gd name="connsiteY8536" fmla="*/ 1680781 h 3658174"/>
              <a:gd name="connsiteX8537" fmla="*/ 5419258 w 6514506"/>
              <a:gd name="connsiteY8537" fmla="*/ 1675351 h 3658174"/>
              <a:gd name="connsiteX8538" fmla="*/ 5419258 w 6514506"/>
              <a:gd name="connsiteY8538" fmla="*/ 1677447 h 3658174"/>
              <a:gd name="connsiteX8539" fmla="*/ 5413829 w 6514506"/>
              <a:gd name="connsiteY8539" fmla="*/ 1677447 h 3658174"/>
              <a:gd name="connsiteX8540" fmla="*/ 5411447 w 6514506"/>
              <a:gd name="connsiteY8540" fmla="*/ 1675351 h 3658174"/>
              <a:gd name="connsiteX8541" fmla="*/ 5411161 w 6514506"/>
              <a:gd name="connsiteY8541" fmla="*/ 1672018 h 3658174"/>
              <a:gd name="connsiteX8542" fmla="*/ 5408209 w 6514506"/>
              <a:gd name="connsiteY8542" fmla="*/ 1669922 h 3658174"/>
              <a:gd name="connsiteX8543" fmla="*/ 5403732 w 6514506"/>
              <a:gd name="connsiteY8543" fmla="*/ 1671446 h 3658174"/>
              <a:gd name="connsiteX8544" fmla="*/ 5404304 w 6514506"/>
              <a:gd name="connsiteY8544" fmla="*/ 1676209 h 3658174"/>
              <a:gd name="connsiteX8545" fmla="*/ 5403446 w 6514506"/>
              <a:gd name="connsiteY8545" fmla="*/ 1679161 h 3658174"/>
              <a:gd name="connsiteX8546" fmla="*/ 5392017 w 6514506"/>
              <a:gd name="connsiteY8546" fmla="*/ 1686972 h 3658174"/>
              <a:gd name="connsiteX8547" fmla="*/ 5382777 w 6514506"/>
              <a:gd name="connsiteY8547" fmla="*/ 1690591 h 3658174"/>
              <a:gd name="connsiteX8548" fmla="*/ 5369632 w 6514506"/>
              <a:gd name="connsiteY8548" fmla="*/ 1689734 h 3658174"/>
              <a:gd name="connsiteX8549" fmla="*/ 5351059 w 6514506"/>
              <a:gd name="connsiteY8549" fmla="*/ 1684019 h 3658174"/>
              <a:gd name="connsiteX8550" fmla="*/ 5340295 w 6514506"/>
              <a:gd name="connsiteY8550" fmla="*/ 1678018 h 3658174"/>
              <a:gd name="connsiteX8551" fmla="*/ 5332199 w 6514506"/>
              <a:gd name="connsiteY8551" fmla="*/ 1674399 h 3658174"/>
              <a:gd name="connsiteX8552" fmla="*/ 5317245 w 6514506"/>
              <a:gd name="connsiteY8552" fmla="*/ 1669922 h 3658174"/>
              <a:gd name="connsiteX8553" fmla="*/ 5310387 w 6514506"/>
              <a:gd name="connsiteY8553" fmla="*/ 1666969 h 3658174"/>
              <a:gd name="connsiteX8554" fmla="*/ 5295433 w 6514506"/>
              <a:gd name="connsiteY8554" fmla="*/ 1658873 h 3658174"/>
              <a:gd name="connsiteX8555" fmla="*/ 5283145 w 6514506"/>
              <a:gd name="connsiteY8555" fmla="*/ 1652872 h 3658174"/>
              <a:gd name="connsiteX8556" fmla="*/ 5276288 w 6514506"/>
              <a:gd name="connsiteY8556" fmla="*/ 1646014 h 3658174"/>
              <a:gd name="connsiteX8557" fmla="*/ 5268763 w 6514506"/>
              <a:gd name="connsiteY8557" fmla="*/ 1640966 h 3658174"/>
              <a:gd name="connsiteX8558" fmla="*/ 5258285 w 6514506"/>
              <a:gd name="connsiteY8558" fmla="*/ 1637061 h 3658174"/>
              <a:gd name="connsiteX8559" fmla="*/ 5247522 w 6514506"/>
              <a:gd name="connsiteY8559" fmla="*/ 1633156 h 3658174"/>
              <a:gd name="connsiteX8560" fmla="*/ 5233710 w 6514506"/>
              <a:gd name="connsiteY8560" fmla="*/ 1623535 h 3658174"/>
              <a:gd name="connsiteX8561" fmla="*/ 5221138 w 6514506"/>
              <a:gd name="connsiteY8561" fmla="*/ 1615725 h 3658174"/>
              <a:gd name="connsiteX8562" fmla="*/ 5207707 w 6514506"/>
              <a:gd name="connsiteY8562" fmla="*/ 1606105 h 3658174"/>
              <a:gd name="connsiteX8563" fmla="*/ 5189420 w 6514506"/>
              <a:gd name="connsiteY8563" fmla="*/ 1584197 h 3658174"/>
              <a:gd name="connsiteX8564" fmla="*/ 5188181 w 6514506"/>
              <a:gd name="connsiteY8564" fmla="*/ 1575529 h 3658174"/>
              <a:gd name="connsiteX8565" fmla="*/ 5192658 w 6514506"/>
              <a:gd name="connsiteY8565" fmla="*/ 1573434 h 3658174"/>
              <a:gd name="connsiteX8566" fmla="*/ 5189039 w 6514506"/>
              <a:gd name="connsiteY8566" fmla="*/ 1570767 h 3658174"/>
              <a:gd name="connsiteX8567" fmla="*/ 5189610 w 6514506"/>
              <a:gd name="connsiteY8567" fmla="*/ 1565052 h 3658174"/>
              <a:gd name="connsiteX8568" fmla="*/ 5191705 w 6514506"/>
              <a:gd name="connsiteY8568" fmla="*/ 1560575 h 3658174"/>
              <a:gd name="connsiteX8569" fmla="*/ 5186658 w 6514506"/>
              <a:gd name="connsiteY8569" fmla="*/ 1550955 h 3658174"/>
              <a:gd name="connsiteX8570" fmla="*/ 5180085 w 6514506"/>
              <a:gd name="connsiteY8570" fmla="*/ 1544097 h 3658174"/>
              <a:gd name="connsiteX8571" fmla="*/ 5175323 w 6514506"/>
              <a:gd name="connsiteY8571" fmla="*/ 1529428 h 3658174"/>
              <a:gd name="connsiteX8572" fmla="*/ 5162178 w 6514506"/>
              <a:gd name="connsiteY8572" fmla="*/ 1519237 h 3658174"/>
              <a:gd name="connsiteX8573" fmla="*/ 5161892 w 6514506"/>
              <a:gd name="connsiteY8573" fmla="*/ 1515903 h 3658174"/>
              <a:gd name="connsiteX8574" fmla="*/ 5161607 w 6514506"/>
              <a:gd name="connsiteY8574" fmla="*/ 1513807 h 3658174"/>
              <a:gd name="connsiteX8575" fmla="*/ 5156177 w 6514506"/>
              <a:gd name="connsiteY8575" fmla="*/ 1509902 h 3658174"/>
              <a:gd name="connsiteX8576" fmla="*/ 5147509 w 6514506"/>
              <a:gd name="connsiteY8576" fmla="*/ 1502377 h 3658174"/>
              <a:gd name="connsiteX8577" fmla="*/ 5133984 w 6514506"/>
              <a:gd name="connsiteY8577" fmla="*/ 1491614 h 3658174"/>
              <a:gd name="connsiteX8578" fmla="*/ 5130364 w 6514506"/>
              <a:gd name="connsiteY8578" fmla="*/ 1484375 h 3658174"/>
              <a:gd name="connsiteX8579" fmla="*/ 5126173 w 6514506"/>
              <a:gd name="connsiteY8579" fmla="*/ 1480470 h 3658174"/>
              <a:gd name="connsiteX8580" fmla="*/ 5122554 w 6514506"/>
              <a:gd name="connsiteY8580" fmla="*/ 1477136 h 3658174"/>
              <a:gd name="connsiteX8581" fmla="*/ 5116268 w 6514506"/>
              <a:gd name="connsiteY8581" fmla="*/ 1472374 h 3658174"/>
              <a:gd name="connsiteX8582" fmla="*/ 5113315 w 6514506"/>
              <a:gd name="connsiteY8582" fmla="*/ 1467325 h 3658174"/>
              <a:gd name="connsiteX8583" fmla="*/ 5107028 w 6514506"/>
              <a:gd name="connsiteY8583" fmla="*/ 1458943 h 3658174"/>
              <a:gd name="connsiteX8584" fmla="*/ 5101599 w 6514506"/>
              <a:gd name="connsiteY8584" fmla="*/ 1453895 h 3658174"/>
              <a:gd name="connsiteX8585" fmla="*/ 5094741 w 6514506"/>
              <a:gd name="connsiteY8585" fmla="*/ 1452371 h 3658174"/>
              <a:gd name="connsiteX8586" fmla="*/ 5092645 w 6514506"/>
              <a:gd name="connsiteY8586" fmla="*/ 1449037 h 3658174"/>
              <a:gd name="connsiteX8587" fmla="*/ 5090264 w 6514506"/>
              <a:gd name="connsiteY8587" fmla="*/ 1446942 h 3658174"/>
              <a:gd name="connsiteX8588" fmla="*/ 5083120 w 6514506"/>
              <a:gd name="connsiteY8588" fmla="*/ 1447513 h 3658174"/>
              <a:gd name="connsiteX8589" fmla="*/ 5079215 w 6514506"/>
              <a:gd name="connsiteY8589" fmla="*/ 1441227 h 3658174"/>
              <a:gd name="connsiteX8590" fmla="*/ 5077977 w 6514506"/>
              <a:gd name="connsiteY8590" fmla="*/ 1433988 h 3658174"/>
              <a:gd name="connsiteX8591" fmla="*/ 5082454 w 6514506"/>
              <a:gd name="connsiteY8591" fmla="*/ 1435226 h 3658174"/>
              <a:gd name="connsiteX8592" fmla="*/ 5083692 w 6514506"/>
              <a:gd name="connsiteY8592" fmla="*/ 1432273 h 3658174"/>
              <a:gd name="connsiteX8593" fmla="*/ 5079501 w 6514506"/>
              <a:gd name="connsiteY8593" fmla="*/ 1428940 h 3658174"/>
              <a:gd name="connsiteX8594" fmla="*/ 5076167 w 6514506"/>
              <a:gd name="connsiteY8594" fmla="*/ 1423510 h 3658174"/>
              <a:gd name="connsiteX8595" fmla="*/ 5068643 w 6514506"/>
              <a:gd name="connsiteY8595" fmla="*/ 1419605 h 3658174"/>
              <a:gd name="connsiteX8596" fmla="*/ 5061784 w 6514506"/>
              <a:gd name="connsiteY8596" fmla="*/ 1414462 h 3658174"/>
              <a:gd name="connsiteX8597" fmla="*/ 5055784 w 6514506"/>
              <a:gd name="connsiteY8597" fmla="*/ 1410842 h 3658174"/>
              <a:gd name="connsiteX8598" fmla="*/ 5049211 w 6514506"/>
              <a:gd name="connsiteY8598" fmla="*/ 1404841 h 3658174"/>
              <a:gd name="connsiteX8599" fmla="*/ 5048354 w 6514506"/>
              <a:gd name="connsiteY8599" fmla="*/ 1395507 h 3658174"/>
              <a:gd name="connsiteX8600" fmla="*/ 5035210 w 6514506"/>
              <a:gd name="connsiteY8600" fmla="*/ 1391887 h 3658174"/>
              <a:gd name="connsiteX8601" fmla="*/ 5028923 w 6514506"/>
              <a:gd name="connsiteY8601" fmla="*/ 1386839 h 3658174"/>
              <a:gd name="connsiteX8602" fmla="*/ 5019589 w 6514506"/>
              <a:gd name="connsiteY8602" fmla="*/ 1380267 h 3658174"/>
              <a:gd name="connsiteX8603" fmla="*/ 5015398 w 6514506"/>
              <a:gd name="connsiteY8603" fmla="*/ 1373980 h 3658174"/>
              <a:gd name="connsiteX8604" fmla="*/ 5006730 w 6514506"/>
              <a:gd name="connsiteY8604" fmla="*/ 1366837 h 3658174"/>
              <a:gd name="connsiteX8605" fmla="*/ 5002253 w 6514506"/>
              <a:gd name="connsiteY8605" fmla="*/ 1360550 h 3658174"/>
              <a:gd name="connsiteX8606" fmla="*/ 5000443 w 6514506"/>
              <a:gd name="connsiteY8606" fmla="*/ 1357883 h 3658174"/>
              <a:gd name="connsiteX8607" fmla="*/ 4996538 w 6514506"/>
              <a:gd name="connsiteY8607" fmla="*/ 1353121 h 3658174"/>
              <a:gd name="connsiteX8608" fmla="*/ 4990251 w 6514506"/>
              <a:gd name="connsiteY8608" fmla="*/ 1343215 h 3658174"/>
              <a:gd name="connsiteX8609" fmla="*/ 4986060 w 6514506"/>
              <a:gd name="connsiteY8609" fmla="*/ 1337214 h 3658174"/>
              <a:gd name="connsiteX8610" fmla="*/ 4977108 w 6514506"/>
              <a:gd name="connsiteY8610" fmla="*/ 1329403 h 3658174"/>
              <a:gd name="connsiteX8611" fmla="*/ 4974154 w 6514506"/>
              <a:gd name="connsiteY8611" fmla="*/ 1317688 h 3658174"/>
              <a:gd name="connsiteX8612" fmla="*/ 4966344 w 6514506"/>
              <a:gd name="connsiteY8612" fmla="*/ 1311401 h 3658174"/>
              <a:gd name="connsiteX8613" fmla="*/ 4955295 w 6514506"/>
              <a:gd name="connsiteY8613" fmla="*/ 1307210 h 3658174"/>
              <a:gd name="connsiteX8614" fmla="*/ 4944246 w 6514506"/>
              <a:gd name="connsiteY8614" fmla="*/ 1304543 h 3658174"/>
              <a:gd name="connsiteX8615" fmla="*/ 4940627 w 6514506"/>
              <a:gd name="connsiteY8615" fmla="*/ 1305400 h 3658174"/>
              <a:gd name="connsiteX8616" fmla="*/ 4948723 w 6514506"/>
              <a:gd name="connsiteY8616" fmla="*/ 1323403 h 3658174"/>
              <a:gd name="connsiteX8617" fmla="*/ 4957105 w 6514506"/>
              <a:gd name="connsiteY8617" fmla="*/ 1345596 h 3658174"/>
              <a:gd name="connsiteX8618" fmla="*/ 4963963 w 6514506"/>
              <a:gd name="connsiteY8618" fmla="*/ 1354549 h 3658174"/>
              <a:gd name="connsiteX8619" fmla="*/ 4975393 w 6514506"/>
              <a:gd name="connsiteY8619" fmla="*/ 1358455 h 3658174"/>
              <a:gd name="connsiteX8620" fmla="*/ 4984727 w 6514506"/>
              <a:gd name="connsiteY8620" fmla="*/ 1374361 h 3658174"/>
              <a:gd name="connsiteX8621" fmla="*/ 4989204 w 6514506"/>
              <a:gd name="connsiteY8621" fmla="*/ 1376171 h 3658174"/>
              <a:gd name="connsiteX8622" fmla="*/ 4994348 w 6514506"/>
              <a:gd name="connsiteY8622" fmla="*/ 1379791 h 3658174"/>
              <a:gd name="connsiteX8623" fmla="*/ 4999396 w 6514506"/>
              <a:gd name="connsiteY8623" fmla="*/ 1385220 h 3658174"/>
              <a:gd name="connsiteX8624" fmla="*/ 5005396 w 6514506"/>
              <a:gd name="connsiteY8624" fmla="*/ 1388554 h 3658174"/>
              <a:gd name="connsiteX8625" fmla="*/ 5006254 w 6514506"/>
              <a:gd name="connsiteY8625" fmla="*/ 1395126 h 3658174"/>
              <a:gd name="connsiteX8626" fmla="*/ 5008064 w 6514506"/>
              <a:gd name="connsiteY8626" fmla="*/ 1401984 h 3658174"/>
              <a:gd name="connsiteX8627" fmla="*/ 5014921 w 6514506"/>
              <a:gd name="connsiteY8627" fmla="*/ 1407985 h 3658174"/>
              <a:gd name="connsiteX8628" fmla="*/ 5019970 w 6514506"/>
              <a:gd name="connsiteY8628" fmla="*/ 1410652 h 3658174"/>
              <a:gd name="connsiteX8629" fmla="*/ 5025113 w 6514506"/>
              <a:gd name="connsiteY8629" fmla="*/ 1416938 h 3658174"/>
              <a:gd name="connsiteX8630" fmla="*/ 5028733 w 6514506"/>
              <a:gd name="connsiteY8630" fmla="*/ 1421129 h 3658174"/>
              <a:gd name="connsiteX8631" fmla="*/ 5035019 w 6514506"/>
              <a:gd name="connsiteY8631" fmla="*/ 1427130 h 3658174"/>
              <a:gd name="connsiteX8632" fmla="*/ 5034734 w 6514506"/>
              <a:gd name="connsiteY8632" fmla="*/ 1422939 h 3658174"/>
              <a:gd name="connsiteX8633" fmla="*/ 5032924 w 6514506"/>
              <a:gd name="connsiteY8633" fmla="*/ 1419034 h 3658174"/>
              <a:gd name="connsiteX8634" fmla="*/ 5039210 w 6514506"/>
              <a:gd name="connsiteY8634" fmla="*/ 1423510 h 3658174"/>
              <a:gd name="connsiteX8635" fmla="*/ 5045211 w 6514506"/>
              <a:gd name="connsiteY8635" fmla="*/ 1443322 h 3658174"/>
              <a:gd name="connsiteX8636" fmla="*/ 5060832 w 6514506"/>
              <a:gd name="connsiteY8636" fmla="*/ 1463706 h 3658174"/>
              <a:gd name="connsiteX8637" fmla="*/ 5067690 w 6514506"/>
              <a:gd name="connsiteY8637" fmla="*/ 1475422 h 3658174"/>
              <a:gd name="connsiteX8638" fmla="*/ 5075786 w 6514506"/>
              <a:gd name="connsiteY8638" fmla="*/ 1491043 h 3658174"/>
              <a:gd name="connsiteX8639" fmla="*/ 5077596 w 6514506"/>
              <a:gd name="connsiteY8639" fmla="*/ 1486566 h 3658174"/>
              <a:gd name="connsiteX8640" fmla="*/ 5079120 w 6514506"/>
              <a:gd name="connsiteY8640" fmla="*/ 1483613 h 3658174"/>
              <a:gd name="connsiteX8641" fmla="*/ 5086930 w 6514506"/>
              <a:gd name="connsiteY8641" fmla="*/ 1490185 h 3658174"/>
              <a:gd name="connsiteX8642" fmla="*/ 5093789 w 6514506"/>
              <a:gd name="connsiteY8642" fmla="*/ 1498282 h 3658174"/>
              <a:gd name="connsiteX8643" fmla="*/ 5100360 w 6514506"/>
              <a:gd name="connsiteY8643" fmla="*/ 1507235 h 3658174"/>
              <a:gd name="connsiteX8644" fmla="*/ 5098551 w 6514506"/>
              <a:gd name="connsiteY8644" fmla="*/ 1524285 h 3658174"/>
              <a:gd name="connsiteX8645" fmla="*/ 5084168 w 6514506"/>
              <a:gd name="connsiteY8645" fmla="*/ 1510188 h 3658174"/>
              <a:gd name="connsiteX8646" fmla="*/ 5075786 w 6514506"/>
              <a:gd name="connsiteY8646" fmla="*/ 1502663 h 3658174"/>
              <a:gd name="connsiteX8647" fmla="*/ 5068261 w 6514506"/>
              <a:gd name="connsiteY8647" fmla="*/ 1494281 h 3658174"/>
              <a:gd name="connsiteX8648" fmla="*/ 5059594 w 6514506"/>
              <a:gd name="connsiteY8648" fmla="*/ 1487995 h 3658174"/>
              <a:gd name="connsiteX8649" fmla="*/ 5054164 w 6514506"/>
              <a:gd name="connsiteY8649" fmla="*/ 1481708 h 3658174"/>
              <a:gd name="connsiteX8650" fmla="*/ 5051498 w 6514506"/>
              <a:gd name="connsiteY8650" fmla="*/ 1479327 h 3658174"/>
              <a:gd name="connsiteX8651" fmla="*/ 5046735 w 6514506"/>
              <a:gd name="connsiteY8651" fmla="*/ 1475136 h 3658174"/>
              <a:gd name="connsiteX8652" fmla="*/ 5043783 w 6514506"/>
              <a:gd name="connsiteY8652" fmla="*/ 1474279 h 3658174"/>
              <a:gd name="connsiteX8653" fmla="*/ 5039591 w 6514506"/>
              <a:gd name="connsiteY8653" fmla="*/ 1475136 h 3658174"/>
              <a:gd name="connsiteX8654" fmla="*/ 5039591 w 6514506"/>
              <a:gd name="connsiteY8654" fmla="*/ 1468563 h 3658174"/>
              <a:gd name="connsiteX8655" fmla="*/ 5036257 w 6514506"/>
              <a:gd name="connsiteY8655" fmla="*/ 1455705 h 3658174"/>
              <a:gd name="connsiteX8656" fmla="*/ 5029971 w 6514506"/>
              <a:gd name="connsiteY8656" fmla="*/ 1442846 h 3658174"/>
              <a:gd name="connsiteX8657" fmla="*/ 5027304 w 6514506"/>
              <a:gd name="connsiteY8657" fmla="*/ 1438655 h 3658174"/>
              <a:gd name="connsiteX8658" fmla="*/ 5015017 w 6514506"/>
              <a:gd name="connsiteY8658" fmla="*/ 1432083 h 3658174"/>
              <a:gd name="connsiteX8659" fmla="*/ 5007492 w 6514506"/>
              <a:gd name="connsiteY8659" fmla="*/ 1421320 h 3658174"/>
              <a:gd name="connsiteX8660" fmla="*/ 5004825 w 6514506"/>
              <a:gd name="connsiteY8660" fmla="*/ 1420462 h 3658174"/>
              <a:gd name="connsiteX8661" fmla="*/ 5004254 w 6514506"/>
              <a:gd name="connsiteY8661" fmla="*/ 1424368 h 3658174"/>
              <a:gd name="connsiteX8662" fmla="*/ 4999776 w 6514506"/>
              <a:gd name="connsiteY8662" fmla="*/ 1425225 h 3658174"/>
              <a:gd name="connsiteX8663" fmla="*/ 4996443 w 6514506"/>
              <a:gd name="connsiteY8663" fmla="*/ 1421605 h 3658174"/>
              <a:gd name="connsiteX8664" fmla="*/ 4992538 w 6514506"/>
              <a:gd name="connsiteY8664" fmla="*/ 1419224 h 3658174"/>
              <a:gd name="connsiteX8665" fmla="*/ 4985013 w 6514506"/>
              <a:gd name="connsiteY8665" fmla="*/ 1415319 h 3658174"/>
              <a:gd name="connsiteX8666" fmla="*/ 4977488 w 6514506"/>
              <a:gd name="connsiteY8666" fmla="*/ 1409318 h 3658174"/>
              <a:gd name="connsiteX8667" fmla="*/ 4966725 w 6514506"/>
              <a:gd name="connsiteY8667" fmla="*/ 1401793 h 3658174"/>
              <a:gd name="connsiteX8668" fmla="*/ 4972154 w 6514506"/>
              <a:gd name="connsiteY8668" fmla="*/ 1400555 h 3658174"/>
              <a:gd name="connsiteX8669" fmla="*/ 4976345 w 6514506"/>
              <a:gd name="connsiteY8669" fmla="*/ 1402365 h 3658174"/>
              <a:gd name="connsiteX8670" fmla="*/ 4979679 w 6514506"/>
              <a:gd name="connsiteY8670" fmla="*/ 1403222 h 3658174"/>
              <a:gd name="connsiteX8671" fmla="*/ 4980917 w 6514506"/>
              <a:gd name="connsiteY8671" fmla="*/ 1400841 h 3658174"/>
              <a:gd name="connsiteX8672" fmla="*/ 4979679 w 6514506"/>
              <a:gd name="connsiteY8672" fmla="*/ 1397507 h 3658174"/>
              <a:gd name="connsiteX8673" fmla="*/ 4981489 w 6514506"/>
              <a:gd name="connsiteY8673" fmla="*/ 1395126 h 3658174"/>
              <a:gd name="connsiteX8674" fmla="*/ 4983870 w 6514506"/>
              <a:gd name="connsiteY8674" fmla="*/ 1395126 h 3658174"/>
              <a:gd name="connsiteX8675" fmla="*/ 4982060 w 6514506"/>
              <a:gd name="connsiteY8675" fmla="*/ 1390649 h 3658174"/>
              <a:gd name="connsiteX8676" fmla="*/ 4973393 w 6514506"/>
              <a:gd name="connsiteY8676" fmla="*/ 1379886 h 3658174"/>
              <a:gd name="connsiteX8677" fmla="*/ 4966154 w 6514506"/>
              <a:gd name="connsiteY8677" fmla="*/ 1371504 h 3658174"/>
              <a:gd name="connsiteX8678" fmla="*/ 4962820 w 6514506"/>
              <a:gd name="connsiteY8678" fmla="*/ 1368170 h 3658174"/>
              <a:gd name="connsiteX8679" fmla="*/ 4952914 w 6514506"/>
              <a:gd name="connsiteY8679" fmla="*/ 1363408 h 3658174"/>
              <a:gd name="connsiteX8680" fmla="*/ 4943008 w 6514506"/>
              <a:gd name="connsiteY8680" fmla="*/ 1356454 h 3658174"/>
              <a:gd name="connsiteX8681" fmla="*/ 4935864 w 6514506"/>
              <a:gd name="connsiteY8681" fmla="*/ 1345120 h 3658174"/>
              <a:gd name="connsiteX8682" fmla="*/ 4931102 w 6514506"/>
              <a:gd name="connsiteY8682" fmla="*/ 1341214 h 3658174"/>
              <a:gd name="connsiteX8683" fmla="*/ 4927196 w 6514506"/>
              <a:gd name="connsiteY8683" fmla="*/ 1337309 h 3658174"/>
              <a:gd name="connsiteX8684" fmla="*/ 4924529 w 6514506"/>
              <a:gd name="connsiteY8684" fmla="*/ 1328927 h 3658174"/>
              <a:gd name="connsiteX8685" fmla="*/ 4920624 w 6514506"/>
              <a:gd name="connsiteY8685" fmla="*/ 1324736 h 3658174"/>
              <a:gd name="connsiteX8686" fmla="*/ 4914623 w 6514506"/>
              <a:gd name="connsiteY8686" fmla="*/ 1314259 h 3658174"/>
              <a:gd name="connsiteX8687" fmla="*/ 4910718 w 6514506"/>
              <a:gd name="connsiteY8687" fmla="*/ 1307686 h 3658174"/>
              <a:gd name="connsiteX8688" fmla="*/ 4907765 w 6514506"/>
              <a:gd name="connsiteY8688" fmla="*/ 1304067 h 3658174"/>
              <a:gd name="connsiteX8689" fmla="*/ 4894430 w 6514506"/>
              <a:gd name="connsiteY8689" fmla="*/ 1290922 h 3658174"/>
              <a:gd name="connsiteX8690" fmla="*/ 4899669 w 6514506"/>
              <a:gd name="connsiteY8690" fmla="*/ 1287734 h 3658174"/>
              <a:gd name="connsiteX8691" fmla="*/ 4895383 w 6514506"/>
              <a:gd name="connsiteY8691" fmla="*/ 1288636 h 3658174"/>
              <a:gd name="connsiteX8692" fmla="*/ 4883381 w 6514506"/>
              <a:gd name="connsiteY8692" fmla="*/ 1272730 h 3658174"/>
              <a:gd name="connsiteX8693" fmla="*/ 4867760 w 6514506"/>
              <a:gd name="connsiteY8693" fmla="*/ 1262538 h 3658174"/>
              <a:gd name="connsiteX8694" fmla="*/ 4842900 w 6514506"/>
              <a:gd name="connsiteY8694" fmla="*/ 1250536 h 3658174"/>
              <a:gd name="connsiteX8695" fmla="*/ 4825469 w 6514506"/>
              <a:gd name="connsiteY8695" fmla="*/ 1247203 h 3658174"/>
              <a:gd name="connsiteX8696" fmla="*/ 4817659 w 6514506"/>
              <a:gd name="connsiteY8696" fmla="*/ 1239392 h 3658174"/>
              <a:gd name="connsiteX8697" fmla="*/ 4810420 w 6514506"/>
              <a:gd name="connsiteY8697" fmla="*/ 1227962 h 3658174"/>
              <a:gd name="connsiteX8698" fmla="*/ 4795180 w 6514506"/>
              <a:gd name="connsiteY8698" fmla="*/ 1215675 h 3658174"/>
              <a:gd name="connsiteX8699" fmla="*/ 4782321 w 6514506"/>
              <a:gd name="connsiteY8699" fmla="*/ 1200721 h 3658174"/>
              <a:gd name="connsiteX8700" fmla="*/ 4779368 w 6514506"/>
              <a:gd name="connsiteY8700" fmla="*/ 1191100 h 3658174"/>
              <a:gd name="connsiteX8701" fmla="*/ 4773939 w 6514506"/>
              <a:gd name="connsiteY8701" fmla="*/ 1185100 h 3658174"/>
              <a:gd name="connsiteX8702" fmla="*/ 4765652 w 6514506"/>
              <a:gd name="connsiteY8702" fmla="*/ 1181671 h 3658174"/>
              <a:gd name="connsiteX8703" fmla="*/ 4762795 w 6514506"/>
              <a:gd name="connsiteY8703" fmla="*/ 1167859 h 3658174"/>
              <a:gd name="connsiteX8704" fmla="*/ 4765652 w 6514506"/>
              <a:gd name="connsiteY8704" fmla="*/ 1161287 h 3658174"/>
              <a:gd name="connsiteX8705" fmla="*/ 4765652 w 6514506"/>
              <a:gd name="connsiteY8705" fmla="*/ 1158620 h 3658174"/>
              <a:gd name="connsiteX8706" fmla="*/ 4757746 w 6514506"/>
              <a:gd name="connsiteY8706" fmla="*/ 1163097 h 3658174"/>
              <a:gd name="connsiteX8707" fmla="*/ 4754413 w 6514506"/>
              <a:gd name="connsiteY8707" fmla="*/ 1163954 h 3658174"/>
              <a:gd name="connsiteX8708" fmla="*/ 4749269 w 6514506"/>
              <a:gd name="connsiteY8708" fmla="*/ 1161859 h 3658174"/>
              <a:gd name="connsiteX8709" fmla="*/ 4746602 w 6514506"/>
              <a:gd name="connsiteY8709" fmla="*/ 1159477 h 3658174"/>
              <a:gd name="connsiteX8710" fmla="*/ 4742983 w 6514506"/>
              <a:gd name="connsiteY8710" fmla="*/ 1152334 h 3658174"/>
              <a:gd name="connsiteX8711" fmla="*/ 4726219 w 6514506"/>
              <a:gd name="connsiteY8711" fmla="*/ 1132522 h 3658174"/>
              <a:gd name="connsiteX8712" fmla="*/ 4716884 w 6514506"/>
              <a:gd name="connsiteY8712" fmla="*/ 1123282 h 3658174"/>
              <a:gd name="connsiteX8713" fmla="*/ 4704883 w 6514506"/>
              <a:gd name="connsiteY8713" fmla="*/ 1106804 h 3658174"/>
              <a:gd name="connsiteX8714" fmla="*/ 4701549 w 6514506"/>
              <a:gd name="connsiteY8714" fmla="*/ 1096612 h 3658174"/>
              <a:gd name="connsiteX8715" fmla="*/ 4697358 w 6514506"/>
              <a:gd name="connsiteY8715" fmla="*/ 1085563 h 3658174"/>
              <a:gd name="connsiteX8716" fmla="*/ 4691643 w 6514506"/>
              <a:gd name="connsiteY8716" fmla="*/ 1076610 h 3658174"/>
              <a:gd name="connsiteX8717" fmla="*/ 4684785 w 6514506"/>
              <a:gd name="connsiteY8717" fmla="*/ 1065180 h 3658174"/>
              <a:gd name="connsiteX8718" fmla="*/ 4679070 w 6514506"/>
              <a:gd name="connsiteY8718" fmla="*/ 1047463 h 3658174"/>
              <a:gd name="connsiteX8719" fmla="*/ 4671926 w 6514506"/>
              <a:gd name="connsiteY8719" fmla="*/ 1013935 h 3658174"/>
              <a:gd name="connsiteX8720" fmla="*/ 4666783 w 6514506"/>
              <a:gd name="connsiteY8720" fmla="*/ 1001077 h 3658174"/>
              <a:gd name="connsiteX8721" fmla="*/ 4662020 w 6514506"/>
              <a:gd name="connsiteY8721" fmla="*/ 991171 h 3658174"/>
              <a:gd name="connsiteX8722" fmla="*/ 4663258 w 6514506"/>
              <a:gd name="connsiteY8722" fmla="*/ 985741 h 3658174"/>
              <a:gd name="connsiteX8723" fmla="*/ 4658401 w 6514506"/>
              <a:gd name="connsiteY8723" fmla="*/ 980312 h 3658174"/>
              <a:gd name="connsiteX8724" fmla="*/ 4656591 w 6514506"/>
              <a:gd name="connsiteY8724" fmla="*/ 973740 h 3658174"/>
              <a:gd name="connsiteX8725" fmla="*/ 4662592 w 6514506"/>
              <a:gd name="connsiteY8725" fmla="*/ 970216 h 3658174"/>
              <a:gd name="connsiteX8726" fmla="*/ 4666211 w 6514506"/>
              <a:gd name="connsiteY8726" fmla="*/ 967168 h 3658174"/>
              <a:gd name="connsiteX8727" fmla="*/ 4655734 w 6514506"/>
              <a:gd name="connsiteY8727" fmla="*/ 967453 h 3658174"/>
              <a:gd name="connsiteX8728" fmla="*/ 4653924 w 6514506"/>
              <a:gd name="connsiteY8728" fmla="*/ 963548 h 3658174"/>
              <a:gd name="connsiteX8729" fmla="*/ 4656305 w 6514506"/>
              <a:gd name="connsiteY8729" fmla="*/ 961738 h 3658174"/>
              <a:gd name="connsiteX8730" fmla="*/ 4651829 w 6514506"/>
              <a:gd name="connsiteY8730" fmla="*/ 957547 h 3658174"/>
              <a:gd name="connsiteX8731" fmla="*/ 4648495 w 6514506"/>
              <a:gd name="connsiteY8731" fmla="*/ 953356 h 3658174"/>
              <a:gd name="connsiteX8732" fmla="*/ 4646971 w 6514506"/>
              <a:gd name="connsiteY8732" fmla="*/ 949451 h 3658174"/>
              <a:gd name="connsiteX8733" fmla="*/ 4643923 w 6514506"/>
              <a:gd name="connsiteY8733" fmla="*/ 948213 h 3658174"/>
              <a:gd name="connsiteX8734" fmla="*/ 4637350 w 6514506"/>
              <a:gd name="connsiteY8734" fmla="*/ 939831 h 3658174"/>
              <a:gd name="connsiteX8735" fmla="*/ 4623539 w 6514506"/>
              <a:gd name="connsiteY8735" fmla="*/ 925162 h 3658174"/>
              <a:gd name="connsiteX8736" fmla="*/ 4625063 w 6514506"/>
              <a:gd name="connsiteY8736" fmla="*/ 921543 h 3658174"/>
              <a:gd name="connsiteX8737" fmla="*/ 4643637 w 6514506"/>
              <a:gd name="connsiteY8737" fmla="*/ 922114 h 3658174"/>
              <a:gd name="connsiteX8738" fmla="*/ 4652590 w 6514506"/>
              <a:gd name="connsiteY8738" fmla="*/ 922972 h 3658174"/>
              <a:gd name="connsiteX8739" fmla="*/ 4654972 w 6514506"/>
              <a:gd name="connsiteY8739" fmla="*/ 934021 h 3658174"/>
              <a:gd name="connsiteX8740" fmla="*/ 4656781 w 6514506"/>
              <a:gd name="connsiteY8740" fmla="*/ 934306 h 3658174"/>
              <a:gd name="connsiteX8741" fmla="*/ 4659448 w 6514506"/>
              <a:gd name="connsiteY8741" fmla="*/ 929544 h 3658174"/>
              <a:gd name="connsiteX8742" fmla="*/ 4662782 w 6514506"/>
              <a:gd name="connsiteY8742" fmla="*/ 932878 h 3658174"/>
              <a:gd name="connsiteX8743" fmla="*/ 4660401 w 6514506"/>
              <a:gd name="connsiteY8743" fmla="*/ 939736 h 3658174"/>
              <a:gd name="connsiteX8744" fmla="*/ 4660687 w 6514506"/>
              <a:gd name="connsiteY8744" fmla="*/ 944498 h 3658174"/>
              <a:gd name="connsiteX8745" fmla="*/ 4664878 w 6514506"/>
              <a:gd name="connsiteY8745" fmla="*/ 943641 h 3658174"/>
              <a:gd name="connsiteX8746" fmla="*/ 4667259 w 6514506"/>
              <a:gd name="connsiteY8746" fmla="*/ 936783 h 3658174"/>
              <a:gd name="connsiteX8747" fmla="*/ 4667545 w 6514506"/>
              <a:gd name="connsiteY8747" fmla="*/ 926591 h 3658174"/>
              <a:gd name="connsiteX8748" fmla="*/ 4665735 w 6514506"/>
              <a:gd name="connsiteY8748" fmla="*/ 922972 h 3658174"/>
              <a:gd name="connsiteX8749" fmla="*/ 4661830 w 6514506"/>
              <a:gd name="connsiteY8749" fmla="*/ 921448 h 3658174"/>
              <a:gd name="connsiteX8750" fmla="*/ 4659163 w 6514506"/>
              <a:gd name="connsiteY8750" fmla="*/ 918781 h 3658174"/>
              <a:gd name="connsiteX8751" fmla="*/ 4659163 w 6514506"/>
              <a:gd name="connsiteY8751" fmla="*/ 914590 h 3658174"/>
              <a:gd name="connsiteX8752" fmla="*/ 4657067 w 6514506"/>
              <a:gd name="connsiteY8752" fmla="*/ 913066 h 3658174"/>
              <a:gd name="connsiteX8753" fmla="*/ 4654972 w 6514506"/>
              <a:gd name="connsiteY8753" fmla="*/ 910399 h 3658174"/>
              <a:gd name="connsiteX8754" fmla="*/ 4656210 w 6514506"/>
              <a:gd name="connsiteY8754" fmla="*/ 906493 h 3658174"/>
              <a:gd name="connsiteX8755" fmla="*/ 4652019 w 6514506"/>
              <a:gd name="connsiteY8755" fmla="*/ 903826 h 3658174"/>
              <a:gd name="connsiteX8756" fmla="*/ 4647828 w 6514506"/>
              <a:gd name="connsiteY8756" fmla="*/ 900207 h 3658174"/>
              <a:gd name="connsiteX8757" fmla="*/ 4647184 w 6514506"/>
              <a:gd name="connsiteY8757" fmla="*/ 899062 h 3658174"/>
              <a:gd name="connsiteX8758" fmla="*/ 4646113 w 6514506"/>
              <a:gd name="connsiteY8758" fmla="*/ 899255 h 3658174"/>
              <a:gd name="connsiteX8759" fmla="*/ 4646442 w 6514506"/>
              <a:gd name="connsiteY8759" fmla="*/ 897743 h 3658174"/>
              <a:gd name="connsiteX8760" fmla="*/ 4646122 w 6514506"/>
              <a:gd name="connsiteY8760" fmla="*/ 897175 h 3658174"/>
              <a:gd name="connsiteX8761" fmla="*/ 4642589 w 6514506"/>
              <a:gd name="connsiteY8761" fmla="*/ 898017 h 3658174"/>
              <a:gd name="connsiteX8762" fmla="*/ 4641731 w 6514506"/>
              <a:gd name="connsiteY8762" fmla="*/ 890206 h 3658174"/>
              <a:gd name="connsiteX8763" fmla="*/ 4635731 w 6514506"/>
              <a:gd name="connsiteY8763" fmla="*/ 888111 h 3658174"/>
              <a:gd name="connsiteX8764" fmla="*/ 4631254 w 6514506"/>
              <a:gd name="connsiteY8764" fmla="*/ 892016 h 3658174"/>
              <a:gd name="connsiteX8765" fmla="*/ 4624396 w 6514506"/>
              <a:gd name="connsiteY8765" fmla="*/ 892016 h 3658174"/>
              <a:gd name="connsiteX8766" fmla="*/ 4623158 w 6514506"/>
              <a:gd name="connsiteY8766" fmla="*/ 888396 h 3658174"/>
              <a:gd name="connsiteX8767" fmla="*/ 4624396 w 6514506"/>
              <a:gd name="connsiteY8767" fmla="*/ 886015 h 3658174"/>
              <a:gd name="connsiteX8768" fmla="*/ 4621062 w 6514506"/>
              <a:gd name="connsiteY8768" fmla="*/ 874966 h 3658174"/>
              <a:gd name="connsiteX8769" fmla="*/ 4617443 w 6514506"/>
              <a:gd name="connsiteY8769" fmla="*/ 883634 h 3658174"/>
              <a:gd name="connsiteX8770" fmla="*/ 4609061 w 6514506"/>
              <a:gd name="connsiteY8770" fmla="*/ 882110 h 3658174"/>
              <a:gd name="connsiteX8771" fmla="*/ 4607822 w 6514506"/>
              <a:gd name="connsiteY8771" fmla="*/ 870394 h 3658174"/>
              <a:gd name="connsiteX8772" fmla="*/ 4605155 w 6514506"/>
              <a:gd name="connsiteY8772" fmla="*/ 866775 h 3658174"/>
              <a:gd name="connsiteX8773" fmla="*/ 4600393 w 6514506"/>
              <a:gd name="connsiteY8773" fmla="*/ 870108 h 3658174"/>
              <a:gd name="connsiteX8774" fmla="*/ 4594106 w 6514506"/>
              <a:gd name="connsiteY8774" fmla="*/ 868013 h 3658174"/>
              <a:gd name="connsiteX8775" fmla="*/ 4586582 w 6514506"/>
              <a:gd name="connsiteY8775" fmla="*/ 869823 h 3658174"/>
              <a:gd name="connsiteX8776" fmla="*/ 4579438 w 6514506"/>
              <a:gd name="connsiteY8776" fmla="*/ 870108 h 3658174"/>
              <a:gd name="connsiteX8777" fmla="*/ 4580295 w 6514506"/>
              <a:gd name="connsiteY8777" fmla="*/ 865632 h 3658174"/>
              <a:gd name="connsiteX8778" fmla="*/ 4586010 w 6514506"/>
              <a:gd name="connsiteY8778" fmla="*/ 857250 h 3658174"/>
              <a:gd name="connsiteX8779" fmla="*/ 4580867 w 6514506"/>
              <a:gd name="connsiteY8779" fmla="*/ 848010 h 3658174"/>
              <a:gd name="connsiteX8780" fmla="*/ 4578200 w 6514506"/>
              <a:gd name="connsiteY8780" fmla="*/ 847725 h 3658174"/>
              <a:gd name="connsiteX8781" fmla="*/ 4582962 w 6514506"/>
              <a:gd name="connsiteY8781" fmla="*/ 856392 h 3658174"/>
              <a:gd name="connsiteX8782" fmla="*/ 4576390 w 6514506"/>
              <a:gd name="connsiteY8782" fmla="*/ 862679 h 3658174"/>
              <a:gd name="connsiteX8783" fmla="*/ 4572485 w 6514506"/>
              <a:gd name="connsiteY8783" fmla="*/ 862393 h 3658174"/>
              <a:gd name="connsiteX8784" fmla="*/ 4567055 w 6514506"/>
              <a:gd name="connsiteY8784" fmla="*/ 862393 h 3658174"/>
              <a:gd name="connsiteX8785" fmla="*/ 4562864 w 6514506"/>
              <a:gd name="connsiteY8785" fmla="*/ 861155 h 3658174"/>
              <a:gd name="connsiteX8786" fmla="*/ 4556292 w 6514506"/>
              <a:gd name="connsiteY8786" fmla="*/ 861441 h 3658174"/>
              <a:gd name="connsiteX8787" fmla="*/ 4546958 w 6514506"/>
              <a:gd name="connsiteY8787" fmla="*/ 857821 h 3658174"/>
              <a:gd name="connsiteX8788" fmla="*/ 4554197 w 6514506"/>
              <a:gd name="connsiteY8788" fmla="*/ 856297 h 3658174"/>
              <a:gd name="connsiteX8789" fmla="*/ 4560769 w 6514506"/>
              <a:gd name="connsiteY8789" fmla="*/ 855154 h 3658174"/>
              <a:gd name="connsiteX8790" fmla="*/ 4549053 w 6514506"/>
              <a:gd name="connsiteY8790" fmla="*/ 853630 h 3658174"/>
              <a:gd name="connsiteX8791" fmla="*/ 4544862 w 6514506"/>
              <a:gd name="connsiteY8791" fmla="*/ 850011 h 3658174"/>
              <a:gd name="connsiteX8792" fmla="*/ 4547529 w 6514506"/>
              <a:gd name="connsiteY8792" fmla="*/ 845820 h 3658174"/>
              <a:gd name="connsiteX8793" fmla="*/ 4543338 w 6514506"/>
              <a:gd name="connsiteY8793" fmla="*/ 844581 h 3658174"/>
              <a:gd name="connsiteX8794" fmla="*/ 4540671 w 6514506"/>
              <a:gd name="connsiteY8794" fmla="*/ 835914 h 3658174"/>
              <a:gd name="connsiteX8795" fmla="*/ 4542195 w 6514506"/>
              <a:gd name="connsiteY8795" fmla="*/ 826008 h 3658174"/>
              <a:gd name="connsiteX8796" fmla="*/ 4537337 w 6514506"/>
              <a:gd name="connsiteY8796" fmla="*/ 826579 h 3658174"/>
              <a:gd name="connsiteX8797" fmla="*/ 4524479 w 6514506"/>
              <a:gd name="connsiteY8797" fmla="*/ 828389 h 3658174"/>
              <a:gd name="connsiteX8798" fmla="*/ 4524193 w 6514506"/>
              <a:gd name="connsiteY8798" fmla="*/ 820007 h 3658174"/>
              <a:gd name="connsiteX8799" fmla="*/ 4520002 w 6514506"/>
              <a:gd name="connsiteY8799" fmla="*/ 815816 h 3658174"/>
              <a:gd name="connsiteX8800" fmla="*/ 4515811 w 6514506"/>
              <a:gd name="connsiteY8800" fmla="*/ 815816 h 3658174"/>
              <a:gd name="connsiteX8801" fmla="*/ 4506191 w 6514506"/>
              <a:gd name="connsiteY8801" fmla="*/ 811053 h 3658174"/>
              <a:gd name="connsiteX8802" fmla="*/ 4511048 w 6514506"/>
              <a:gd name="connsiteY8802" fmla="*/ 807910 h 3658174"/>
              <a:gd name="connsiteX8803" fmla="*/ 4519716 w 6514506"/>
              <a:gd name="connsiteY8803" fmla="*/ 808386 h 3658174"/>
              <a:gd name="connsiteX8804" fmla="*/ 4521240 w 6514506"/>
              <a:gd name="connsiteY8804" fmla="*/ 806862 h 3658174"/>
              <a:gd name="connsiteX8805" fmla="*/ 4511906 w 6514506"/>
              <a:gd name="connsiteY8805" fmla="*/ 805338 h 3658174"/>
              <a:gd name="connsiteX8806" fmla="*/ 4500571 w 6514506"/>
              <a:gd name="connsiteY8806" fmla="*/ 794289 h 3658174"/>
              <a:gd name="connsiteX8807" fmla="*/ 4497523 w 6514506"/>
              <a:gd name="connsiteY8807" fmla="*/ 793051 h 3658174"/>
              <a:gd name="connsiteX8808" fmla="*/ 4494856 w 6514506"/>
              <a:gd name="connsiteY8808" fmla="*/ 802386 h 3658174"/>
              <a:gd name="connsiteX8809" fmla="*/ 4490760 w 6514506"/>
              <a:gd name="connsiteY8809" fmla="*/ 801243 h 3658174"/>
              <a:gd name="connsiteX8810" fmla="*/ 4485331 w 6514506"/>
              <a:gd name="connsiteY8810" fmla="*/ 797337 h 3658174"/>
              <a:gd name="connsiteX8811" fmla="*/ 4479044 w 6514506"/>
              <a:gd name="connsiteY8811" fmla="*/ 790098 h 3658174"/>
              <a:gd name="connsiteX8812" fmla="*/ 4471234 w 6514506"/>
              <a:gd name="connsiteY8812" fmla="*/ 782574 h 3658174"/>
              <a:gd name="connsiteX8813" fmla="*/ 4470662 w 6514506"/>
              <a:gd name="connsiteY8813" fmla="*/ 774477 h 3658174"/>
              <a:gd name="connsiteX8814" fmla="*/ 4467710 w 6514506"/>
              <a:gd name="connsiteY8814" fmla="*/ 766952 h 3658174"/>
              <a:gd name="connsiteX8815" fmla="*/ 4465995 w 6514506"/>
              <a:gd name="connsiteY8815" fmla="*/ 763524 h 3658174"/>
              <a:gd name="connsiteX8816" fmla="*/ 4463359 w 6514506"/>
              <a:gd name="connsiteY8816" fmla="*/ 760980 h 3658174"/>
              <a:gd name="connsiteX8817" fmla="*/ 4464757 w 6514506"/>
              <a:gd name="connsiteY8817" fmla="*/ 764476 h 3658174"/>
              <a:gd name="connsiteX8818" fmla="*/ 4464185 w 6514506"/>
              <a:gd name="connsiteY8818" fmla="*/ 766000 h 3658174"/>
              <a:gd name="connsiteX8819" fmla="*/ 4465424 w 6514506"/>
              <a:gd name="connsiteY8819" fmla="*/ 773810 h 3658174"/>
              <a:gd name="connsiteX8820" fmla="*/ 4463614 w 6514506"/>
              <a:gd name="connsiteY8820" fmla="*/ 777430 h 3658174"/>
              <a:gd name="connsiteX8821" fmla="*/ 4458851 w 6514506"/>
              <a:gd name="connsiteY8821" fmla="*/ 776858 h 3658174"/>
              <a:gd name="connsiteX8822" fmla="*/ 4454089 w 6514506"/>
              <a:gd name="connsiteY8822" fmla="*/ 767905 h 3658174"/>
              <a:gd name="connsiteX8823" fmla="*/ 4454946 w 6514506"/>
              <a:gd name="connsiteY8823" fmla="*/ 765238 h 3658174"/>
              <a:gd name="connsiteX8824" fmla="*/ 4453422 w 6514506"/>
              <a:gd name="connsiteY8824" fmla="*/ 760475 h 3658174"/>
              <a:gd name="connsiteX8825" fmla="*/ 4450755 w 6514506"/>
              <a:gd name="connsiteY8825" fmla="*/ 757808 h 3658174"/>
              <a:gd name="connsiteX8826" fmla="*/ 4445707 w 6514506"/>
              <a:gd name="connsiteY8826" fmla="*/ 755713 h 3658174"/>
              <a:gd name="connsiteX8827" fmla="*/ 4439135 w 6514506"/>
              <a:gd name="connsiteY8827" fmla="*/ 751808 h 3658174"/>
              <a:gd name="connsiteX8828" fmla="*/ 4436753 w 6514506"/>
              <a:gd name="connsiteY8828" fmla="*/ 760190 h 3658174"/>
              <a:gd name="connsiteX8829" fmla="*/ 4433801 w 6514506"/>
              <a:gd name="connsiteY8829" fmla="*/ 765905 h 3658174"/>
              <a:gd name="connsiteX8830" fmla="*/ 4431419 w 6514506"/>
              <a:gd name="connsiteY8830" fmla="*/ 762571 h 3658174"/>
              <a:gd name="connsiteX8831" fmla="*/ 4431134 w 6514506"/>
              <a:gd name="connsiteY8831" fmla="*/ 755713 h 3658174"/>
              <a:gd name="connsiteX8832" fmla="*/ 4431991 w 6514506"/>
              <a:gd name="connsiteY8832" fmla="*/ 749712 h 3658174"/>
              <a:gd name="connsiteX8833" fmla="*/ 4433515 w 6514506"/>
              <a:gd name="connsiteY8833" fmla="*/ 746093 h 3658174"/>
              <a:gd name="connsiteX8834" fmla="*/ 4426657 w 6514506"/>
              <a:gd name="connsiteY8834" fmla="*/ 744569 h 3658174"/>
              <a:gd name="connsiteX8835" fmla="*/ 4419513 w 6514506"/>
              <a:gd name="connsiteY8835" fmla="*/ 740663 h 3658174"/>
              <a:gd name="connsiteX8836" fmla="*/ 4415036 w 6514506"/>
              <a:gd name="connsiteY8836" fmla="*/ 736472 h 3658174"/>
              <a:gd name="connsiteX8837" fmla="*/ 4403607 w 6514506"/>
              <a:gd name="connsiteY8837" fmla="*/ 730472 h 3658174"/>
              <a:gd name="connsiteX8838" fmla="*/ 4396749 w 6514506"/>
              <a:gd name="connsiteY8838" fmla="*/ 728090 h 3658174"/>
              <a:gd name="connsiteX8839" fmla="*/ 4391224 w 6514506"/>
              <a:gd name="connsiteY8839" fmla="*/ 724566 h 3658174"/>
              <a:gd name="connsiteX8840" fmla="*/ 4392558 w 6514506"/>
              <a:gd name="connsiteY8840" fmla="*/ 718756 h 3658174"/>
              <a:gd name="connsiteX8841" fmla="*/ 4390748 w 6514506"/>
              <a:gd name="connsiteY8841" fmla="*/ 715422 h 3658174"/>
              <a:gd name="connsiteX8842" fmla="*/ 4385604 w 6514506"/>
              <a:gd name="connsiteY8842" fmla="*/ 709993 h 3658174"/>
              <a:gd name="connsiteX8843" fmla="*/ 4384080 w 6514506"/>
              <a:gd name="connsiteY8843" fmla="*/ 707897 h 3658174"/>
              <a:gd name="connsiteX8844" fmla="*/ 4374460 w 6514506"/>
              <a:gd name="connsiteY8844" fmla="*/ 699801 h 3658174"/>
              <a:gd name="connsiteX8845" fmla="*/ 4372365 w 6514506"/>
              <a:gd name="connsiteY8845" fmla="*/ 700658 h 3658174"/>
              <a:gd name="connsiteX8846" fmla="*/ 4359792 w 6514506"/>
              <a:gd name="connsiteY8846" fmla="*/ 701325 h 3658174"/>
              <a:gd name="connsiteX8847" fmla="*/ 4357982 w 6514506"/>
              <a:gd name="connsiteY8847" fmla="*/ 706373 h 3658174"/>
              <a:gd name="connsiteX8848" fmla="*/ 4354458 w 6514506"/>
              <a:gd name="connsiteY8848" fmla="*/ 706659 h 3658174"/>
              <a:gd name="connsiteX8849" fmla="*/ 4350838 w 6514506"/>
              <a:gd name="connsiteY8849" fmla="*/ 704849 h 3658174"/>
              <a:gd name="connsiteX8850" fmla="*/ 4346361 w 6514506"/>
              <a:gd name="connsiteY8850" fmla="*/ 704564 h 3658174"/>
              <a:gd name="connsiteX8851" fmla="*/ 4340932 w 6514506"/>
              <a:gd name="connsiteY8851" fmla="*/ 698849 h 3658174"/>
              <a:gd name="connsiteX8852" fmla="*/ 4336741 w 6514506"/>
              <a:gd name="connsiteY8852" fmla="*/ 694943 h 3658174"/>
              <a:gd name="connsiteX8853" fmla="*/ 4328073 w 6514506"/>
              <a:gd name="connsiteY8853" fmla="*/ 694086 h 3658174"/>
              <a:gd name="connsiteX8854" fmla="*/ 4331978 w 6514506"/>
              <a:gd name="connsiteY8854" fmla="*/ 697991 h 3658174"/>
              <a:gd name="connsiteX8855" fmla="*/ 4335598 w 6514506"/>
              <a:gd name="connsiteY8855" fmla="*/ 700658 h 3658174"/>
              <a:gd name="connsiteX8856" fmla="*/ 4336455 w 6514506"/>
              <a:gd name="connsiteY8856" fmla="*/ 703040 h 3658174"/>
              <a:gd name="connsiteX8857" fmla="*/ 4342456 w 6514506"/>
              <a:gd name="connsiteY8857" fmla="*/ 706373 h 3658174"/>
              <a:gd name="connsiteX8858" fmla="*/ 4341218 w 6514506"/>
              <a:gd name="connsiteY8858" fmla="*/ 710850 h 3658174"/>
              <a:gd name="connsiteX8859" fmla="*/ 4335217 w 6514506"/>
              <a:gd name="connsiteY8859" fmla="*/ 712088 h 3658174"/>
              <a:gd name="connsiteX8860" fmla="*/ 4330455 w 6514506"/>
              <a:gd name="connsiteY8860" fmla="*/ 709993 h 3658174"/>
              <a:gd name="connsiteX8861" fmla="*/ 4328645 w 6514506"/>
              <a:gd name="connsiteY8861" fmla="*/ 709421 h 3658174"/>
              <a:gd name="connsiteX8862" fmla="*/ 4315119 w 6514506"/>
              <a:gd name="connsiteY8862" fmla="*/ 703706 h 3658174"/>
              <a:gd name="connsiteX8863" fmla="*/ 4306547 w 6514506"/>
              <a:gd name="connsiteY8863" fmla="*/ 695515 h 3658174"/>
              <a:gd name="connsiteX8864" fmla="*/ 4308867 w 6514506"/>
              <a:gd name="connsiteY8864" fmla="*/ 686976 h 3658174"/>
              <a:gd name="connsiteX8865" fmla="*/ 4308642 w 6514506"/>
              <a:gd name="connsiteY8865" fmla="*/ 686752 h 3658174"/>
              <a:gd name="connsiteX8866" fmla="*/ 4304737 w 6514506"/>
              <a:gd name="connsiteY8866" fmla="*/ 677132 h 3658174"/>
              <a:gd name="connsiteX8867" fmla="*/ 4303213 w 6514506"/>
              <a:gd name="connsiteY8867" fmla="*/ 679513 h 3658174"/>
              <a:gd name="connsiteX8868" fmla="*/ 4305689 w 6514506"/>
              <a:gd name="connsiteY8868" fmla="*/ 685134 h 3658174"/>
              <a:gd name="connsiteX8869" fmla="*/ 4301614 w 6514506"/>
              <a:gd name="connsiteY8869" fmla="*/ 684353 h 3658174"/>
              <a:gd name="connsiteX8870" fmla="*/ 4303117 w 6514506"/>
              <a:gd name="connsiteY8870" fmla="*/ 685323 h 3658174"/>
              <a:gd name="connsiteX8871" fmla="*/ 4305118 w 6514506"/>
              <a:gd name="connsiteY8871" fmla="*/ 685895 h 3658174"/>
              <a:gd name="connsiteX8872" fmla="*/ 4301498 w 6514506"/>
              <a:gd name="connsiteY8872" fmla="*/ 691419 h 3658174"/>
              <a:gd name="connsiteX8873" fmla="*/ 4293688 w 6514506"/>
              <a:gd name="connsiteY8873" fmla="*/ 691419 h 3658174"/>
              <a:gd name="connsiteX8874" fmla="*/ 4289211 w 6514506"/>
              <a:gd name="connsiteY8874" fmla="*/ 690562 h 3658174"/>
              <a:gd name="connsiteX8875" fmla="*/ 4281400 w 6514506"/>
              <a:gd name="connsiteY8875" fmla="*/ 690276 h 3658174"/>
              <a:gd name="connsiteX8876" fmla="*/ 4279305 w 6514506"/>
              <a:gd name="connsiteY8876" fmla="*/ 684561 h 3658174"/>
              <a:gd name="connsiteX8877" fmla="*/ 4279019 w 6514506"/>
              <a:gd name="connsiteY8877" fmla="*/ 679513 h 3658174"/>
              <a:gd name="connsiteX8878" fmla="*/ 4284163 w 6514506"/>
              <a:gd name="connsiteY8878" fmla="*/ 685228 h 3658174"/>
              <a:gd name="connsiteX8879" fmla="*/ 4287115 w 6514506"/>
              <a:gd name="connsiteY8879" fmla="*/ 683704 h 3658174"/>
              <a:gd name="connsiteX8880" fmla="*/ 4286830 w 6514506"/>
              <a:gd name="connsiteY8880" fmla="*/ 681037 h 3658174"/>
              <a:gd name="connsiteX8881" fmla="*/ 4286830 w 6514506"/>
              <a:gd name="connsiteY8881" fmla="*/ 678370 h 3658174"/>
              <a:gd name="connsiteX8882" fmla="*/ 4279019 w 6514506"/>
              <a:gd name="connsiteY8882" fmla="*/ 674465 h 3658174"/>
              <a:gd name="connsiteX8883" fmla="*/ 4273876 w 6514506"/>
              <a:gd name="connsiteY8883" fmla="*/ 677132 h 3658174"/>
              <a:gd name="connsiteX8884" fmla="*/ 4272066 w 6514506"/>
              <a:gd name="connsiteY8884" fmla="*/ 682180 h 3658174"/>
              <a:gd name="connsiteX8885" fmla="*/ 4263113 w 6514506"/>
              <a:gd name="connsiteY8885" fmla="*/ 685799 h 3658174"/>
              <a:gd name="connsiteX8886" fmla="*/ 4254730 w 6514506"/>
              <a:gd name="connsiteY8886" fmla="*/ 685514 h 3658174"/>
              <a:gd name="connsiteX8887" fmla="*/ 4253206 w 6514506"/>
              <a:gd name="connsiteY8887" fmla="*/ 678275 h 3658174"/>
              <a:gd name="connsiteX8888" fmla="*/ 4249015 w 6514506"/>
              <a:gd name="connsiteY8888" fmla="*/ 678846 h 3658174"/>
              <a:gd name="connsiteX8889" fmla="*/ 4240633 w 6514506"/>
              <a:gd name="connsiteY8889" fmla="*/ 679704 h 3658174"/>
              <a:gd name="connsiteX8890" fmla="*/ 4228632 w 6514506"/>
              <a:gd name="connsiteY8890" fmla="*/ 679132 h 3658174"/>
              <a:gd name="connsiteX8891" fmla="*/ 4212725 w 6514506"/>
              <a:gd name="connsiteY8891" fmla="*/ 681799 h 3658174"/>
              <a:gd name="connsiteX8892" fmla="*/ 4206724 w 6514506"/>
              <a:gd name="connsiteY8892" fmla="*/ 679132 h 3658174"/>
              <a:gd name="connsiteX8893" fmla="*/ 4202533 w 6514506"/>
              <a:gd name="connsiteY8893" fmla="*/ 674084 h 3658174"/>
              <a:gd name="connsiteX8894" fmla="*/ 4197771 w 6514506"/>
              <a:gd name="connsiteY8894" fmla="*/ 673512 h 3658174"/>
              <a:gd name="connsiteX8895" fmla="*/ 4192056 w 6514506"/>
              <a:gd name="connsiteY8895" fmla="*/ 676846 h 3658174"/>
              <a:gd name="connsiteX8896" fmla="*/ 4183960 w 6514506"/>
              <a:gd name="connsiteY8896" fmla="*/ 677418 h 3658174"/>
              <a:gd name="connsiteX8897" fmla="*/ 4181579 w 6514506"/>
              <a:gd name="connsiteY8897" fmla="*/ 673798 h 3658174"/>
              <a:gd name="connsiteX8898" fmla="*/ 4177673 w 6514506"/>
              <a:gd name="connsiteY8898" fmla="*/ 673227 h 3658174"/>
              <a:gd name="connsiteX8899" fmla="*/ 4172530 w 6514506"/>
              <a:gd name="connsiteY8899" fmla="*/ 669321 h 3658174"/>
              <a:gd name="connsiteX8900" fmla="*/ 4168910 w 6514506"/>
              <a:gd name="connsiteY8900" fmla="*/ 667797 h 3658174"/>
              <a:gd name="connsiteX8901" fmla="*/ 4168053 w 6514506"/>
              <a:gd name="connsiteY8901" fmla="*/ 659129 h 3658174"/>
              <a:gd name="connsiteX8902" fmla="*/ 4164433 w 6514506"/>
              <a:gd name="connsiteY8902" fmla="*/ 659987 h 3658174"/>
              <a:gd name="connsiteX8903" fmla="*/ 4158147 w 6514506"/>
              <a:gd name="connsiteY8903" fmla="*/ 664178 h 3658174"/>
              <a:gd name="connsiteX8904" fmla="*/ 4154242 w 6514506"/>
              <a:gd name="connsiteY8904" fmla="*/ 664559 h 3658174"/>
              <a:gd name="connsiteX8905" fmla="*/ 4146431 w 6514506"/>
              <a:gd name="connsiteY8905" fmla="*/ 666845 h 3658174"/>
              <a:gd name="connsiteX8906" fmla="*/ 4145860 w 6514506"/>
              <a:gd name="connsiteY8906" fmla="*/ 660558 h 3658174"/>
              <a:gd name="connsiteX8907" fmla="*/ 4143764 w 6514506"/>
              <a:gd name="connsiteY8907" fmla="*/ 658749 h 3658174"/>
              <a:gd name="connsiteX8908" fmla="*/ 4139002 w 6514506"/>
              <a:gd name="connsiteY8908" fmla="*/ 659987 h 3658174"/>
              <a:gd name="connsiteX8909" fmla="*/ 4136906 w 6514506"/>
              <a:gd name="connsiteY8909" fmla="*/ 662082 h 3658174"/>
              <a:gd name="connsiteX8910" fmla="*/ 4136621 w 6514506"/>
              <a:gd name="connsiteY8910" fmla="*/ 665416 h 3658174"/>
              <a:gd name="connsiteX8911" fmla="*/ 4134525 w 6514506"/>
              <a:gd name="connsiteY8911" fmla="*/ 671131 h 3658174"/>
              <a:gd name="connsiteX8912" fmla="*/ 4142336 w 6514506"/>
              <a:gd name="connsiteY8912" fmla="*/ 671131 h 3658174"/>
              <a:gd name="connsiteX8913" fmla="*/ 4138145 w 6514506"/>
              <a:gd name="connsiteY8913" fmla="*/ 677989 h 3658174"/>
              <a:gd name="connsiteX8914" fmla="*/ 4139002 w 6514506"/>
              <a:gd name="connsiteY8914" fmla="*/ 680942 h 3658174"/>
              <a:gd name="connsiteX8915" fmla="*/ 4144717 w 6514506"/>
              <a:gd name="connsiteY8915" fmla="*/ 676465 h 3658174"/>
              <a:gd name="connsiteX8916" fmla="*/ 4147384 w 6514506"/>
              <a:gd name="connsiteY8916" fmla="*/ 679132 h 3658174"/>
              <a:gd name="connsiteX8917" fmla="*/ 4146526 w 6514506"/>
              <a:gd name="connsiteY8917" fmla="*/ 687514 h 3658174"/>
              <a:gd name="connsiteX8918" fmla="*/ 4139954 w 6514506"/>
              <a:gd name="connsiteY8918" fmla="*/ 695039 h 3658174"/>
              <a:gd name="connsiteX8919" fmla="*/ 4132811 w 6514506"/>
              <a:gd name="connsiteY8919" fmla="*/ 688466 h 3658174"/>
              <a:gd name="connsiteX8920" fmla="*/ 4132239 w 6514506"/>
              <a:gd name="connsiteY8920" fmla="*/ 693896 h 3658174"/>
              <a:gd name="connsiteX8921" fmla="*/ 4128905 w 6514506"/>
              <a:gd name="connsiteY8921" fmla="*/ 697801 h 3658174"/>
              <a:gd name="connsiteX8922" fmla="*/ 4125286 w 6514506"/>
              <a:gd name="connsiteY8922" fmla="*/ 699897 h 3658174"/>
              <a:gd name="connsiteX8923" fmla="*/ 4121666 w 6514506"/>
              <a:gd name="connsiteY8923" fmla="*/ 702945 h 3658174"/>
              <a:gd name="connsiteX8924" fmla="*/ 4119571 w 6514506"/>
              <a:gd name="connsiteY8924" fmla="*/ 707135 h 3658174"/>
              <a:gd name="connsiteX8925" fmla="*/ 4117189 w 6514506"/>
              <a:gd name="connsiteY8925" fmla="*/ 710755 h 3658174"/>
              <a:gd name="connsiteX8926" fmla="*/ 4107855 w 6514506"/>
              <a:gd name="connsiteY8926" fmla="*/ 714375 h 3658174"/>
              <a:gd name="connsiteX8927" fmla="*/ 4106045 w 6514506"/>
              <a:gd name="connsiteY8927" fmla="*/ 710183 h 3658174"/>
              <a:gd name="connsiteX8928" fmla="*/ 4112046 w 6514506"/>
              <a:gd name="connsiteY8928" fmla="*/ 702087 h 3658174"/>
              <a:gd name="connsiteX8929" fmla="*/ 4107569 w 6514506"/>
              <a:gd name="connsiteY8929" fmla="*/ 703325 h 3658174"/>
              <a:gd name="connsiteX8930" fmla="*/ 4099759 w 6514506"/>
              <a:gd name="connsiteY8930" fmla="*/ 695515 h 3658174"/>
              <a:gd name="connsiteX8931" fmla="*/ 4099187 w 6514506"/>
              <a:gd name="connsiteY8931" fmla="*/ 683799 h 3658174"/>
              <a:gd name="connsiteX8932" fmla="*/ 4101283 w 6514506"/>
              <a:gd name="connsiteY8932" fmla="*/ 672750 h 3658174"/>
              <a:gd name="connsiteX8933" fmla="*/ 4108141 w 6514506"/>
              <a:gd name="connsiteY8933" fmla="*/ 669131 h 3658174"/>
              <a:gd name="connsiteX8934" fmla="*/ 4112903 w 6514506"/>
              <a:gd name="connsiteY8934" fmla="*/ 669702 h 3658174"/>
              <a:gd name="connsiteX8935" fmla="*/ 4120142 w 6514506"/>
              <a:gd name="connsiteY8935" fmla="*/ 669702 h 3658174"/>
              <a:gd name="connsiteX8936" fmla="*/ 4125857 w 6514506"/>
              <a:gd name="connsiteY8936" fmla="*/ 669416 h 3658174"/>
              <a:gd name="connsiteX8937" fmla="*/ 4118618 w 6514506"/>
              <a:gd name="connsiteY8937" fmla="*/ 667035 h 3658174"/>
              <a:gd name="connsiteX8938" fmla="*/ 4118047 w 6514506"/>
              <a:gd name="connsiteY8938" fmla="*/ 660463 h 3658174"/>
              <a:gd name="connsiteX8939" fmla="*/ 4115665 w 6514506"/>
              <a:gd name="connsiteY8939" fmla="*/ 658939 h 3658174"/>
              <a:gd name="connsiteX8940" fmla="*/ 4107283 w 6514506"/>
              <a:gd name="connsiteY8940" fmla="*/ 663416 h 3658174"/>
              <a:gd name="connsiteX8941" fmla="*/ 4103950 w 6514506"/>
              <a:gd name="connsiteY8941" fmla="*/ 657415 h 3658174"/>
              <a:gd name="connsiteX8942" fmla="*/ 4100997 w 6514506"/>
              <a:gd name="connsiteY8942" fmla="*/ 657129 h 3658174"/>
              <a:gd name="connsiteX8943" fmla="*/ 4097378 w 6514506"/>
              <a:gd name="connsiteY8943" fmla="*/ 661892 h 3658174"/>
              <a:gd name="connsiteX8944" fmla="*/ 4091948 w 6514506"/>
              <a:gd name="connsiteY8944" fmla="*/ 673893 h 3658174"/>
              <a:gd name="connsiteX8945" fmla="*/ 4090710 w 6514506"/>
              <a:gd name="connsiteY8945" fmla="*/ 679322 h 3658174"/>
              <a:gd name="connsiteX8946" fmla="*/ 4087090 w 6514506"/>
              <a:gd name="connsiteY8946" fmla="*/ 682275 h 3658174"/>
              <a:gd name="connsiteX8947" fmla="*/ 4081090 w 6514506"/>
              <a:gd name="connsiteY8947" fmla="*/ 685609 h 3658174"/>
              <a:gd name="connsiteX8948" fmla="*/ 4082614 w 6514506"/>
              <a:gd name="connsiteY8948" fmla="*/ 689800 h 3658174"/>
              <a:gd name="connsiteX8949" fmla="*/ 4086805 w 6514506"/>
              <a:gd name="connsiteY8949" fmla="*/ 699420 h 3658174"/>
              <a:gd name="connsiteX8950" fmla="*/ 4084138 w 6514506"/>
              <a:gd name="connsiteY8950" fmla="*/ 707802 h 3658174"/>
              <a:gd name="connsiteX8951" fmla="*/ 4076613 w 6514506"/>
              <a:gd name="connsiteY8951" fmla="*/ 710088 h 3658174"/>
              <a:gd name="connsiteX8952" fmla="*/ 4072041 w 6514506"/>
              <a:gd name="connsiteY8952" fmla="*/ 709612 h 3658174"/>
              <a:gd name="connsiteX8953" fmla="*/ 4070041 w 6514506"/>
              <a:gd name="connsiteY8953" fmla="*/ 710183 h 3658174"/>
              <a:gd name="connsiteX8954" fmla="*/ 4070041 w 6514506"/>
              <a:gd name="connsiteY8954" fmla="*/ 714375 h 3658174"/>
              <a:gd name="connsiteX8955" fmla="*/ 4082042 w 6514506"/>
              <a:gd name="connsiteY8955" fmla="*/ 721899 h 3658174"/>
              <a:gd name="connsiteX8956" fmla="*/ 4079375 w 6514506"/>
              <a:gd name="connsiteY8956" fmla="*/ 732091 h 3658174"/>
              <a:gd name="connsiteX8957" fmla="*/ 4078804 w 6514506"/>
              <a:gd name="connsiteY8957" fmla="*/ 741711 h 3658174"/>
              <a:gd name="connsiteX8958" fmla="*/ 4075756 w 6514506"/>
              <a:gd name="connsiteY8958" fmla="*/ 743521 h 3658174"/>
              <a:gd name="connsiteX8959" fmla="*/ 4072422 w 6514506"/>
              <a:gd name="connsiteY8959" fmla="*/ 744093 h 3658174"/>
              <a:gd name="connsiteX8960" fmla="*/ 4069088 w 6514506"/>
              <a:gd name="connsiteY8960" fmla="*/ 749141 h 3658174"/>
              <a:gd name="connsiteX8961" fmla="*/ 4065469 w 6514506"/>
              <a:gd name="connsiteY8961" fmla="*/ 754284 h 3658174"/>
              <a:gd name="connsiteX8962" fmla="*/ 4057372 w 6514506"/>
              <a:gd name="connsiteY8962" fmla="*/ 758475 h 3658174"/>
              <a:gd name="connsiteX8963" fmla="*/ 4052896 w 6514506"/>
              <a:gd name="connsiteY8963" fmla="*/ 764476 h 3658174"/>
              <a:gd name="connsiteX8964" fmla="*/ 4049276 w 6514506"/>
              <a:gd name="connsiteY8964" fmla="*/ 776477 h 3658174"/>
              <a:gd name="connsiteX8965" fmla="*/ 4041180 w 6514506"/>
              <a:gd name="connsiteY8965" fmla="*/ 776763 h 3658174"/>
              <a:gd name="connsiteX8966" fmla="*/ 4038227 w 6514506"/>
              <a:gd name="connsiteY8966" fmla="*/ 780383 h 3658174"/>
              <a:gd name="connsiteX8967" fmla="*/ 4036417 w 6514506"/>
              <a:gd name="connsiteY8967" fmla="*/ 782478 h 3658174"/>
              <a:gd name="connsiteX8968" fmla="*/ 4029559 w 6514506"/>
              <a:gd name="connsiteY8968" fmla="*/ 782193 h 3658174"/>
              <a:gd name="connsiteX8969" fmla="*/ 4031083 w 6514506"/>
              <a:gd name="connsiteY8969" fmla="*/ 785526 h 3658174"/>
              <a:gd name="connsiteX8970" fmla="*/ 4031655 w 6514506"/>
              <a:gd name="connsiteY8970" fmla="*/ 787908 h 3658174"/>
              <a:gd name="connsiteX8971" fmla="*/ 4027750 w 6514506"/>
              <a:gd name="connsiteY8971" fmla="*/ 792670 h 3658174"/>
              <a:gd name="connsiteX8972" fmla="*/ 4025654 w 6514506"/>
              <a:gd name="connsiteY8972" fmla="*/ 797433 h 3658174"/>
              <a:gd name="connsiteX8973" fmla="*/ 4018511 w 6514506"/>
              <a:gd name="connsiteY8973" fmla="*/ 802576 h 3658174"/>
              <a:gd name="connsiteX8974" fmla="*/ 4017272 w 6514506"/>
              <a:gd name="connsiteY8974" fmla="*/ 808862 h 3658174"/>
              <a:gd name="connsiteX8975" fmla="*/ 4014891 w 6514506"/>
              <a:gd name="connsiteY8975" fmla="*/ 810387 h 3658174"/>
              <a:gd name="connsiteX8976" fmla="*/ 4011938 w 6514506"/>
              <a:gd name="connsiteY8976" fmla="*/ 803243 h 3658174"/>
              <a:gd name="connsiteX8977" fmla="*/ 4007176 w 6514506"/>
              <a:gd name="connsiteY8977" fmla="*/ 809243 h 3658174"/>
              <a:gd name="connsiteX8978" fmla="*/ 4002413 w 6514506"/>
              <a:gd name="connsiteY8978" fmla="*/ 813435 h 3658174"/>
              <a:gd name="connsiteX8979" fmla="*/ 3996984 w 6514506"/>
              <a:gd name="connsiteY8979" fmla="*/ 817625 h 3658174"/>
              <a:gd name="connsiteX8980" fmla="*/ 3992507 w 6514506"/>
              <a:gd name="connsiteY8980" fmla="*/ 818864 h 3658174"/>
              <a:gd name="connsiteX8981" fmla="*/ 3987745 w 6514506"/>
              <a:gd name="connsiteY8981" fmla="*/ 816483 h 3658174"/>
              <a:gd name="connsiteX8982" fmla="*/ 3984411 w 6514506"/>
              <a:gd name="connsiteY8982" fmla="*/ 813816 h 3658174"/>
              <a:gd name="connsiteX8983" fmla="*/ 3980506 w 6514506"/>
              <a:gd name="connsiteY8983" fmla="*/ 821626 h 3658174"/>
              <a:gd name="connsiteX8984" fmla="*/ 3978696 w 6514506"/>
              <a:gd name="connsiteY8984" fmla="*/ 825531 h 3658174"/>
              <a:gd name="connsiteX8985" fmla="*/ 3975457 w 6514506"/>
              <a:gd name="connsiteY8985" fmla="*/ 828008 h 3658174"/>
              <a:gd name="connsiteX8986" fmla="*/ 3969171 w 6514506"/>
              <a:gd name="connsiteY8986" fmla="*/ 828293 h 3658174"/>
              <a:gd name="connsiteX8987" fmla="*/ 3965551 w 6514506"/>
              <a:gd name="connsiteY8987" fmla="*/ 830389 h 3658174"/>
              <a:gd name="connsiteX8988" fmla="*/ 3966123 w 6514506"/>
              <a:gd name="connsiteY8988" fmla="*/ 835152 h 3658174"/>
              <a:gd name="connsiteX8989" fmla="*/ 3961361 w 6514506"/>
              <a:gd name="connsiteY8989" fmla="*/ 830675 h 3658174"/>
              <a:gd name="connsiteX8990" fmla="*/ 3961075 w 6514506"/>
              <a:gd name="connsiteY8990" fmla="*/ 824960 h 3658174"/>
              <a:gd name="connsiteX8991" fmla="*/ 3963456 w 6514506"/>
              <a:gd name="connsiteY8991" fmla="*/ 823436 h 3658174"/>
              <a:gd name="connsiteX8992" fmla="*/ 3966123 w 6514506"/>
              <a:gd name="connsiteY8992" fmla="*/ 823436 h 3658174"/>
              <a:gd name="connsiteX8993" fmla="*/ 3969457 w 6514506"/>
              <a:gd name="connsiteY8993" fmla="*/ 820102 h 3658174"/>
              <a:gd name="connsiteX8994" fmla="*/ 3973362 w 6514506"/>
              <a:gd name="connsiteY8994" fmla="*/ 815911 h 3658174"/>
              <a:gd name="connsiteX8995" fmla="*/ 3979648 w 6514506"/>
              <a:gd name="connsiteY8995" fmla="*/ 806577 h 3658174"/>
              <a:gd name="connsiteX8996" fmla="*/ 3988316 w 6514506"/>
              <a:gd name="connsiteY8996" fmla="*/ 802957 h 3658174"/>
              <a:gd name="connsiteX8997" fmla="*/ 3990983 w 6514506"/>
              <a:gd name="connsiteY8997" fmla="*/ 808672 h 3658174"/>
              <a:gd name="connsiteX8998" fmla="*/ 3995174 w 6514506"/>
              <a:gd name="connsiteY8998" fmla="*/ 810196 h 3658174"/>
              <a:gd name="connsiteX8999" fmla="*/ 3998508 w 6514506"/>
              <a:gd name="connsiteY8999" fmla="*/ 806577 h 3658174"/>
              <a:gd name="connsiteX9000" fmla="*/ 3999365 w 6514506"/>
              <a:gd name="connsiteY9000" fmla="*/ 804481 h 3658174"/>
              <a:gd name="connsiteX9001" fmla="*/ 3998508 w 6514506"/>
              <a:gd name="connsiteY9001" fmla="*/ 799337 h 3658174"/>
              <a:gd name="connsiteX9002" fmla="*/ 4007462 w 6514506"/>
              <a:gd name="connsiteY9002" fmla="*/ 793051 h 3658174"/>
              <a:gd name="connsiteX9003" fmla="*/ 4015558 w 6514506"/>
              <a:gd name="connsiteY9003" fmla="*/ 787050 h 3658174"/>
              <a:gd name="connsiteX9004" fmla="*/ 4020034 w 6514506"/>
              <a:gd name="connsiteY9004" fmla="*/ 784955 h 3658174"/>
              <a:gd name="connsiteX9005" fmla="*/ 4021273 w 6514506"/>
              <a:gd name="connsiteY9005" fmla="*/ 781335 h 3658174"/>
              <a:gd name="connsiteX9006" fmla="*/ 4020034 w 6514506"/>
              <a:gd name="connsiteY9006" fmla="*/ 772668 h 3658174"/>
              <a:gd name="connsiteX9007" fmla="*/ 4022130 w 6514506"/>
              <a:gd name="connsiteY9007" fmla="*/ 767905 h 3658174"/>
              <a:gd name="connsiteX9008" fmla="*/ 4029940 w 6514506"/>
              <a:gd name="connsiteY9008" fmla="*/ 765810 h 3658174"/>
              <a:gd name="connsiteX9009" fmla="*/ 4029940 w 6514506"/>
              <a:gd name="connsiteY9009" fmla="*/ 761904 h 3658174"/>
              <a:gd name="connsiteX9010" fmla="*/ 4026607 w 6514506"/>
              <a:gd name="connsiteY9010" fmla="*/ 749045 h 3658174"/>
              <a:gd name="connsiteX9011" fmla="*/ 4024797 w 6514506"/>
              <a:gd name="connsiteY9011" fmla="*/ 746283 h 3658174"/>
              <a:gd name="connsiteX9012" fmla="*/ 4029940 w 6514506"/>
              <a:gd name="connsiteY9012" fmla="*/ 734091 h 3658174"/>
              <a:gd name="connsiteX9013" fmla="*/ 4029083 w 6514506"/>
              <a:gd name="connsiteY9013" fmla="*/ 728662 h 3658174"/>
              <a:gd name="connsiteX9014" fmla="*/ 4020130 w 6514506"/>
              <a:gd name="connsiteY9014" fmla="*/ 735520 h 3658174"/>
              <a:gd name="connsiteX9015" fmla="*/ 4009938 w 6514506"/>
              <a:gd name="connsiteY9015" fmla="*/ 733710 h 3658174"/>
              <a:gd name="connsiteX9016" fmla="*/ 4009366 w 6514506"/>
              <a:gd name="connsiteY9016" fmla="*/ 728281 h 3658174"/>
              <a:gd name="connsiteX9017" fmla="*/ 4008795 w 6514506"/>
              <a:gd name="connsiteY9017" fmla="*/ 722566 h 3658174"/>
              <a:gd name="connsiteX9018" fmla="*/ 4004890 w 6514506"/>
              <a:gd name="connsiteY9018" fmla="*/ 725519 h 3658174"/>
              <a:gd name="connsiteX9019" fmla="*/ 4004890 w 6514506"/>
              <a:gd name="connsiteY9019" fmla="*/ 732377 h 3658174"/>
              <a:gd name="connsiteX9020" fmla="*/ 4007557 w 6514506"/>
              <a:gd name="connsiteY9020" fmla="*/ 741997 h 3658174"/>
              <a:gd name="connsiteX9021" fmla="*/ 4001556 w 6514506"/>
              <a:gd name="connsiteY9021" fmla="*/ 740759 h 3658174"/>
              <a:gd name="connsiteX9022" fmla="*/ 3993460 w 6514506"/>
              <a:gd name="connsiteY9022" fmla="*/ 733234 h 3658174"/>
              <a:gd name="connsiteX9023" fmla="*/ 3990126 w 6514506"/>
              <a:gd name="connsiteY9023" fmla="*/ 734091 h 3658174"/>
              <a:gd name="connsiteX9024" fmla="*/ 3983839 w 6514506"/>
              <a:gd name="connsiteY9024" fmla="*/ 732281 h 3658174"/>
              <a:gd name="connsiteX9025" fmla="*/ 3981458 w 6514506"/>
              <a:gd name="connsiteY9025" fmla="*/ 727519 h 3658174"/>
              <a:gd name="connsiteX9026" fmla="*/ 3979077 w 6514506"/>
              <a:gd name="connsiteY9026" fmla="*/ 726948 h 3658174"/>
              <a:gd name="connsiteX9027" fmla="*/ 3976981 w 6514506"/>
              <a:gd name="connsiteY9027" fmla="*/ 730281 h 3658174"/>
              <a:gd name="connsiteX9028" fmla="*/ 3974314 w 6514506"/>
              <a:gd name="connsiteY9028" fmla="*/ 734472 h 3658174"/>
              <a:gd name="connsiteX9029" fmla="*/ 3971933 w 6514506"/>
              <a:gd name="connsiteY9029" fmla="*/ 736854 h 3658174"/>
              <a:gd name="connsiteX9030" fmla="*/ 3967171 w 6514506"/>
              <a:gd name="connsiteY9030" fmla="*/ 741045 h 3658174"/>
              <a:gd name="connsiteX9031" fmla="*/ 3958503 w 6514506"/>
              <a:gd name="connsiteY9031" fmla="*/ 737139 h 3658174"/>
              <a:gd name="connsiteX9032" fmla="*/ 3955836 w 6514506"/>
              <a:gd name="connsiteY9032" fmla="*/ 730281 h 3658174"/>
              <a:gd name="connsiteX9033" fmla="*/ 3952216 w 6514506"/>
              <a:gd name="connsiteY9033" fmla="*/ 723995 h 3658174"/>
              <a:gd name="connsiteX9034" fmla="*/ 3948597 w 6514506"/>
              <a:gd name="connsiteY9034" fmla="*/ 712565 h 3658174"/>
              <a:gd name="connsiteX9035" fmla="*/ 3941072 w 6514506"/>
              <a:gd name="connsiteY9035" fmla="*/ 695515 h 3658174"/>
              <a:gd name="connsiteX9036" fmla="*/ 3937738 w 6514506"/>
              <a:gd name="connsiteY9036" fmla="*/ 693991 h 3658174"/>
              <a:gd name="connsiteX9037" fmla="*/ 3937167 w 6514506"/>
              <a:gd name="connsiteY9037" fmla="*/ 711327 h 3658174"/>
              <a:gd name="connsiteX9038" fmla="*/ 3924308 w 6514506"/>
              <a:gd name="connsiteY9038" fmla="*/ 717899 h 3658174"/>
              <a:gd name="connsiteX9039" fmla="*/ 3914688 w 6514506"/>
              <a:gd name="connsiteY9039" fmla="*/ 714946 h 3658174"/>
              <a:gd name="connsiteX9040" fmla="*/ 3912878 w 6514506"/>
              <a:gd name="connsiteY9040" fmla="*/ 712565 h 3658174"/>
              <a:gd name="connsiteX9041" fmla="*/ 3907830 w 6514506"/>
              <a:gd name="connsiteY9041" fmla="*/ 710183 h 3658174"/>
              <a:gd name="connsiteX9042" fmla="*/ 3904496 w 6514506"/>
              <a:gd name="connsiteY9042" fmla="*/ 708088 h 3658174"/>
              <a:gd name="connsiteX9043" fmla="*/ 3897924 w 6514506"/>
              <a:gd name="connsiteY9043" fmla="*/ 707231 h 3658174"/>
              <a:gd name="connsiteX9044" fmla="*/ 3896686 w 6514506"/>
              <a:gd name="connsiteY9044" fmla="*/ 700944 h 3658174"/>
              <a:gd name="connsiteX9045" fmla="*/ 3896114 w 6514506"/>
              <a:gd name="connsiteY9045" fmla="*/ 695896 h 3658174"/>
              <a:gd name="connsiteX9046" fmla="*/ 3893162 w 6514506"/>
              <a:gd name="connsiteY9046" fmla="*/ 691705 h 3658174"/>
              <a:gd name="connsiteX9047" fmla="*/ 3885065 w 6514506"/>
              <a:gd name="connsiteY9047" fmla="*/ 689038 h 3658174"/>
              <a:gd name="connsiteX9048" fmla="*/ 3880303 w 6514506"/>
              <a:gd name="connsiteY9048" fmla="*/ 682180 h 3658174"/>
              <a:gd name="connsiteX9049" fmla="*/ 3877350 w 6514506"/>
              <a:gd name="connsiteY9049" fmla="*/ 679799 h 3658174"/>
              <a:gd name="connsiteX9050" fmla="*/ 3876779 w 6514506"/>
              <a:gd name="connsiteY9050" fmla="*/ 671702 h 3658174"/>
              <a:gd name="connsiteX9051" fmla="*/ 3878017 w 6514506"/>
              <a:gd name="connsiteY9051" fmla="*/ 668369 h 3658174"/>
              <a:gd name="connsiteX9052" fmla="*/ 3881922 w 6514506"/>
              <a:gd name="connsiteY9052" fmla="*/ 659034 h 3658174"/>
              <a:gd name="connsiteX9053" fmla="*/ 3887351 w 6514506"/>
              <a:gd name="connsiteY9053" fmla="*/ 653605 h 3658174"/>
              <a:gd name="connsiteX9054" fmla="*/ 3890018 w 6514506"/>
              <a:gd name="connsiteY9054" fmla="*/ 649985 h 3658174"/>
              <a:gd name="connsiteX9055" fmla="*/ 3887637 w 6514506"/>
              <a:gd name="connsiteY9055" fmla="*/ 648176 h 3658174"/>
              <a:gd name="connsiteX9056" fmla="*/ 3888208 w 6514506"/>
              <a:gd name="connsiteY9056" fmla="*/ 642461 h 3658174"/>
              <a:gd name="connsiteX9057" fmla="*/ 3888780 w 6514506"/>
              <a:gd name="connsiteY9057" fmla="*/ 638556 h 3658174"/>
              <a:gd name="connsiteX9058" fmla="*/ 3899257 w 6514506"/>
              <a:gd name="connsiteY9058" fmla="*/ 637698 h 3658174"/>
              <a:gd name="connsiteX9059" fmla="*/ 3911545 w 6514506"/>
              <a:gd name="connsiteY9059" fmla="*/ 635317 h 3658174"/>
              <a:gd name="connsiteX9060" fmla="*/ 3919070 w 6514506"/>
              <a:gd name="connsiteY9060" fmla="*/ 630840 h 3658174"/>
              <a:gd name="connsiteX9061" fmla="*/ 3931642 w 6514506"/>
              <a:gd name="connsiteY9061" fmla="*/ 629316 h 3658174"/>
              <a:gd name="connsiteX9062" fmla="*/ 3935548 w 6514506"/>
              <a:gd name="connsiteY9062" fmla="*/ 616172 h 3658174"/>
              <a:gd name="connsiteX9063" fmla="*/ 3926308 w 6514506"/>
              <a:gd name="connsiteY9063" fmla="*/ 606933 h 3658174"/>
              <a:gd name="connsiteX9064" fmla="*/ 3925070 w 6514506"/>
              <a:gd name="connsiteY9064" fmla="*/ 602741 h 3658174"/>
              <a:gd name="connsiteX9065" fmla="*/ 3930499 w 6514506"/>
              <a:gd name="connsiteY9065" fmla="*/ 598836 h 3658174"/>
              <a:gd name="connsiteX9066" fmla="*/ 3922403 w 6514506"/>
              <a:gd name="connsiteY9066" fmla="*/ 594074 h 3658174"/>
              <a:gd name="connsiteX9067" fmla="*/ 3916974 w 6514506"/>
              <a:gd name="connsiteY9067" fmla="*/ 596741 h 3658174"/>
              <a:gd name="connsiteX9068" fmla="*/ 3908878 w 6514506"/>
              <a:gd name="connsiteY9068" fmla="*/ 601217 h 3658174"/>
              <a:gd name="connsiteX9069" fmla="*/ 3901353 w 6514506"/>
              <a:gd name="connsiteY9069" fmla="*/ 603885 h 3658174"/>
              <a:gd name="connsiteX9070" fmla="*/ 3898400 w 6514506"/>
              <a:gd name="connsiteY9070" fmla="*/ 604456 h 3658174"/>
              <a:gd name="connsiteX9071" fmla="*/ 3895066 w 6514506"/>
              <a:gd name="connsiteY9071" fmla="*/ 605980 h 3658174"/>
              <a:gd name="connsiteX9072" fmla="*/ 3875636 w 6514506"/>
              <a:gd name="connsiteY9072" fmla="*/ 606837 h 3658174"/>
              <a:gd name="connsiteX9073" fmla="*/ 3864872 w 6514506"/>
              <a:gd name="connsiteY9073" fmla="*/ 607123 h 3658174"/>
              <a:gd name="connsiteX9074" fmla="*/ 3848680 w 6514506"/>
              <a:gd name="connsiteY9074" fmla="*/ 603218 h 3658174"/>
              <a:gd name="connsiteX9075" fmla="*/ 3841536 w 6514506"/>
              <a:gd name="connsiteY9075" fmla="*/ 595693 h 3658174"/>
              <a:gd name="connsiteX9076" fmla="*/ 3842393 w 6514506"/>
              <a:gd name="connsiteY9076" fmla="*/ 592073 h 3658174"/>
              <a:gd name="connsiteX9077" fmla="*/ 3859443 w 6514506"/>
              <a:gd name="connsiteY9077" fmla="*/ 592073 h 3658174"/>
              <a:gd name="connsiteX9078" fmla="*/ 3865729 w 6514506"/>
              <a:gd name="connsiteY9078" fmla="*/ 591788 h 3658174"/>
              <a:gd name="connsiteX9079" fmla="*/ 3868111 w 6514506"/>
              <a:gd name="connsiteY9079" fmla="*/ 590931 h 3658174"/>
              <a:gd name="connsiteX9080" fmla="*/ 3861824 w 6514506"/>
              <a:gd name="connsiteY9080" fmla="*/ 587978 h 3658174"/>
              <a:gd name="connsiteX9081" fmla="*/ 3846870 w 6514506"/>
              <a:gd name="connsiteY9081" fmla="*/ 586739 h 3658174"/>
              <a:gd name="connsiteX9082" fmla="*/ 3833345 w 6514506"/>
              <a:gd name="connsiteY9082" fmla="*/ 584930 h 3658174"/>
              <a:gd name="connsiteX9083" fmla="*/ 3822581 w 6514506"/>
              <a:gd name="connsiteY9083" fmla="*/ 581310 h 3658174"/>
              <a:gd name="connsiteX9084" fmla="*/ 3822867 w 6514506"/>
              <a:gd name="connsiteY9084" fmla="*/ 577977 h 3658174"/>
              <a:gd name="connsiteX9085" fmla="*/ 3828201 w 6514506"/>
              <a:gd name="connsiteY9085" fmla="*/ 573214 h 3658174"/>
              <a:gd name="connsiteX9086" fmla="*/ 3832773 w 6514506"/>
              <a:gd name="connsiteY9086" fmla="*/ 570452 h 3658174"/>
              <a:gd name="connsiteX9087" fmla="*/ 3841441 w 6514506"/>
              <a:gd name="connsiteY9087" fmla="*/ 566261 h 3658174"/>
              <a:gd name="connsiteX9088" fmla="*/ 3846870 w 6514506"/>
              <a:gd name="connsiteY9088" fmla="*/ 565975 h 3658174"/>
              <a:gd name="connsiteX9089" fmla="*/ 3853728 w 6514506"/>
              <a:gd name="connsiteY9089" fmla="*/ 563022 h 3658174"/>
              <a:gd name="connsiteX9090" fmla="*/ 3863062 w 6514506"/>
              <a:gd name="connsiteY9090" fmla="*/ 561212 h 3658174"/>
              <a:gd name="connsiteX9091" fmla="*/ 3871159 w 6514506"/>
              <a:gd name="connsiteY9091" fmla="*/ 557879 h 3658174"/>
              <a:gd name="connsiteX9092" fmla="*/ 3872016 w 6514506"/>
              <a:gd name="connsiteY9092" fmla="*/ 562356 h 3658174"/>
              <a:gd name="connsiteX9093" fmla="*/ 3880970 w 6514506"/>
              <a:gd name="connsiteY9093" fmla="*/ 565022 h 3658174"/>
              <a:gd name="connsiteX9094" fmla="*/ 3899257 w 6514506"/>
              <a:gd name="connsiteY9094" fmla="*/ 563784 h 3658174"/>
              <a:gd name="connsiteX9095" fmla="*/ 3909163 w 6514506"/>
              <a:gd name="connsiteY9095" fmla="*/ 562927 h 3658174"/>
              <a:gd name="connsiteX9096" fmla="*/ 3912497 w 6514506"/>
              <a:gd name="connsiteY9096" fmla="*/ 562070 h 3658174"/>
              <a:gd name="connsiteX9097" fmla="*/ 3905639 w 6514506"/>
              <a:gd name="connsiteY9097" fmla="*/ 559974 h 3658174"/>
              <a:gd name="connsiteX9098" fmla="*/ 3900210 w 6514506"/>
              <a:gd name="connsiteY9098" fmla="*/ 558164 h 3658174"/>
              <a:gd name="connsiteX9099" fmla="*/ 3890875 w 6514506"/>
              <a:gd name="connsiteY9099" fmla="*/ 551021 h 3658174"/>
              <a:gd name="connsiteX9100" fmla="*/ 3892114 w 6514506"/>
              <a:gd name="connsiteY9100" fmla="*/ 548068 h 3658174"/>
              <a:gd name="connsiteX9101" fmla="*/ 3901734 w 6514506"/>
              <a:gd name="connsiteY9101" fmla="*/ 555307 h 3658174"/>
              <a:gd name="connsiteX9102" fmla="*/ 3915259 w 6514506"/>
              <a:gd name="connsiteY9102" fmla="*/ 557974 h 3658174"/>
              <a:gd name="connsiteX9103" fmla="*/ 3926023 w 6514506"/>
              <a:gd name="connsiteY9103" fmla="*/ 557117 h 3658174"/>
              <a:gd name="connsiteX9104" fmla="*/ 3928404 w 6514506"/>
              <a:gd name="connsiteY9104" fmla="*/ 555878 h 3658174"/>
              <a:gd name="connsiteX9105" fmla="*/ 3928975 w 6514506"/>
              <a:gd name="connsiteY9105" fmla="*/ 551687 h 3658174"/>
              <a:gd name="connsiteX9106" fmla="*/ 3920593 w 6514506"/>
              <a:gd name="connsiteY9106" fmla="*/ 551116 h 3658174"/>
              <a:gd name="connsiteX9107" fmla="*/ 3909545 w 6514506"/>
              <a:gd name="connsiteY9107" fmla="*/ 552640 h 3658174"/>
              <a:gd name="connsiteX9108" fmla="*/ 3898781 w 6514506"/>
              <a:gd name="connsiteY9108" fmla="*/ 545782 h 3658174"/>
              <a:gd name="connsiteX9109" fmla="*/ 3891637 w 6514506"/>
              <a:gd name="connsiteY9109" fmla="*/ 543115 h 3658174"/>
              <a:gd name="connsiteX9110" fmla="*/ 3881446 w 6514506"/>
              <a:gd name="connsiteY9110" fmla="*/ 543687 h 3658174"/>
              <a:gd name="connsiteX9111" fmla="*/ 3867063 w 6514506"/>
              <a:gd name="connsiteY9111" fmla="*/ 541019 h 3658174"/>
              <a:gd name="connsiteX9112" fmla="*/ 3854204 w 6514506"/>
              <a:gd name="connsiteY9112" fmla="*/ 532923 h 3658174"/>
              <a:gd name="connsiteX9113" fmla="*/ 3841917 w 6514506"/>
              <a:gd name="connsiteY9113" fmla="*/ 528161 h 3658174"/>
              <a:gd name="connsiteX9114" fmla="*/ 3833535 w 6514506"/>
              <a:gd name="connsiteY9114" fmla="*/ 523970 h 3658174"/>
              <a:gd name="connsiteX9115" fmla="*/ 3825724 w 6514506"/>
              <a:gd name="connsiteY9115" fmla="*/ 522446 h 3658174"/>
              <a:gd name="connsiteX9116" fmla="*/ 3819438 w 6514506"/>
              <a:gd name="connsiteY9116" fmla="*/ 519493 h 3658174"/>
              <a:gd name="connsiteX9117" fmla="*/ 3825153 w 6514506"/>
              <a:gd name="connsiteY9117" fmla="*/ 513492 h 3658174"/>
              <a:gd name="connsiteX9118" fmla="*/ 3835630 w 6514506"/>
              <a:gd name="connsiteY9118" fmla="*/ 506634 h 3658174"/>
              <a:gd name="connsiteX9119" fmla="*/ 3856014 w 6514506"/>
              <a:gd name="connsiteY9119" fmla="*/ 492251 h 3658174"/>
              <a:gd name="connsiteX9120" fmla="*/ 3862872 w 6514506"/>
              <a:gd name="connsiteY9120" fmla="*/ 474916 h 3658174"/>
              <a:gd name="connsiteX9121" fmla="*/ 3864682 w 6514506"/>
              <a:gd name="connsiteY9121" fmla="*/ 469868 h 3658174"/>
              <a:gd name="connsiteX9122" fmla="*/ 3865539 w 6514506"/>
              <a:gd name="connsiteY9122" fmla="*/ 463867 h 3658174"/>
              <a:gd name="connsiteX9123" fmla="*/ 3869158 w 6514506"/>
              <a:gd name="connsiteY9123" fmla="*/ 465391 h 3658174"/>
              <a:gd name="connsiteX9124" fmla="*/ 3870968 w 6514506"/>
              <a:gd name="connsiteY9124" fmla="*/ 467487 h 3658174"/>
              <a:gd name="connsiteX9125" fmla="*/ 3876969 w 6514506"/>
              <a:gd name="connsiteY9125" fmla="*/ 462057 h 3658174"/>
              <a:gd name="connsiteX9126" fmla="*/ 3887161 w 6514506"/>
              <a:gd name="connsiteY9126" fmla="*/ 453961 h 3658174"/>
              <a:gd name="connsiteX9127" fmla="*/ 3896495 w 6514506"/>
              <a:gd name="connsiteY9127" fmla="*/ 464724 h 3658174"/>
              <a:gd name="connsiteX9128" fmla="*/ 3899829 w 6514506"/>
              <a:gd name="connsiteY9128" fmla="*/ 464438 h 3658174"/>
              <a:gd name="connsiteX9129" fmla="*/ 3901067 w 6514506"/>
              <a:gd name="connsiteY9129" fmla="*/ 458438 h 3658174"/>
              <a:gd name="connsiteX9130" fmla="*/ 3895924 w 6514506"/>
              <a:gd name="connsiteY9130" fmla="*/ 453961 h 3658174"/>
              <a:gd name="connsiteX9131" fmla="*/ 3900400 w 6514506"/>
              <a:gd name="connsiteY9131" fmla="*/ 448913 h 3658174"/>
              <a:gd name="connsiteX9132" fmla="*/ 3909354 w 6514506"/>
              <a:gd name="connsiteY9132" fmla="*/ 450437 h 3658174"/>
              <a:gd name="connsiteX9133" fmla="*/ 3924975 w 6514506"/>
              <a:gd name="connsiteY9133" fmla="*/ 437292 h 3658174"/>
              <a:gd name="connsiteX9134" fmla="*/ 3938120 w 6514506"/>
              <a:gd name="connsiteY9134" fmla="*/ 432244 h 3658174"/>
              <a:gd name="connsiteX9135" fmla="*/ 3937834 w 6514506"/>
              <a:gd name="connsiteY9135" fmla="*/ 443007 h 3658174"/>
              <a:gd name="connsiteX9136" fmla="*/ 3936024 w 6514506"/>
              <a:gd name="connsiteY9136" fmla="*/ 446912 h 3658174"/>
              <a:gd name="connsiteX9137" fmla="*/ 3944978 w 6514506"/>
              <a:gd name="connsiteY9137" fmla="*/ 445388 h 3658174"/>
              <a:gd name="connsiteX9138" fmla="*/ 3947930 w 6514506"/>
              <a:gd name="connsiteY9138" fmla="*/ 443293 h 3658174"/>
              <a:gd name="connsiteX9139" fmla="*/ 3948787 w 6514506"/>
              <a:gd name="connsiteY9139" fmla="*/ 435197 h 3658174"/>
              <a:gd name="connsiteX9140" fmla="*/ 3960217 w 6514506"/>
              <a:gd name="connsiteY9140" fmla="*/ 447198 h 3658174"/>
              <a:gd name="connsiteX9141" fmla="*/ 3968028 w 6514506"/>
              <a:gd name="connsiteY9141" fmla="*/ 450818 h 3658174"/>
              <a:gd name="connsiteX9142" fmla="*/ 3975172 w 6514506"/>
              <a:gd name="connsiteY9142" fmla="*/ 450246 h 3658174"/>
              <a:gd name="connsiteX9143" fmla="*/ 3979648 w 6514506"/>
              <a:gd name="connsiteY9143" fmla="*/ 446912 h 3658174"/>
              <a:gd name="connsiteX9144" fmla="*/ 3970314 w 6514506"/>
              <a:gd name="connsiteY9144" fmla="*/ 448151 h 3658174"/>
              <a:gd name="connsiteX9145" fmla="*/ 3966980 w 6514506"/>
              <a:gd name="connsiteY9145" fmla="*/ 443960 h 3658174"/>
              <a:gd name="connsiteX9146" fmla="*/ 3977458 w 6514506"/>
              <a:gd name="connsiteY9146" fmla="*/ 439769 h 3658174"/>
              <a:gd name="connsiteX9147" fmla="*/ 3994507 w 6514506"/>
              <a:gd name="connsiteY9147" fmla="*/ 445198 h 3658174"/>
              <a:gd name="connsiteX9148" fmla="*/ 3996031 w 6514506"/>
              <a:gd name="connsiteY9148" fmla="*/ 447579 h 3658174"/>
              <a:gd name="connsiteX9149" fmla="*/ 4000508 w 6514506"/>
              <a:gd name="connsiteY9149" fmla="*/ 449103 h 3658174"/>
              <a:gd name="connsiteX9150" fmla="*/ 4011557 w 6514506"/>
              <a:gd name="connsiteY9150" fmla="*/ 450627 h 3658174"/>
              <a:gd name="connsiteX9151" fmla="*/ 4023559 w 6514506"/>
              <a:gd name="connsiteY9151" fmla="*/ 448817 h 3658174"/>
              <a:gd name="connsiteX9152" fmla="*/ 4034989 w 6514506"/>
              <a:gd name="connsiteY9152" fmla="*/ 447008 h 3658174"/>
              <a:gd name="connsiteX9153" fmla="*/ 4040989 w 6514506"/>
              <a:gd name="connsiteY9153" fmla="*/ 447008 h 3658174"/>
              <a:gd name="connsiteX9154" fmla="*/ 4047562 w 6514506"/>
              <a:gd name="connsiteY9154" fmla="*/ 447008 h 3658174"/>
              <a:gd name="connsiteX9155" fmla="*/ 4052705 w 6514506"/>
              <a:gd name="connsiteY9155" fmla="*/ 448246 h 3658174"/>
              <a:gd name="connsiteX9156" fmla="*/ 4061087 w 6514506"/>
              <a:gd name="connsiteY9156" fmla="*/ 448246 h 3658174"/>
              <a:gd name="connsiteX9157" fmla="*/ 4066516 w 6514506"/>
              <a:gd name="connsiteY9157" fmla="*/ 449484 h 3658174"/>
              <a:gd name="connsiteX9158" fmla="*/ 4085662 w 6514506"/>
              <a:gd name="connsiteY9158" fmla="*/ 448913 h 3658174"/>
              <a:gd name="connsiteX9159" fmla="*/ 4100616 w 6514506"/>
              <a:gd name="connsiteY9159" fmla="*/ 449198 h 3658174"/>
              <a:gd name="connsiteX9160" fmla="*/ 4125762 w 6514506"/>
              <a:gd name="connsiteY9160" fmla="*/ 449198 h 3658174"/>
              <a:gd name="connsiteX9161" fmla="*/ 4138966 w 6514506"/>
              <a:gd name="connsiteY9161" fmla="*/ 451128 h 3658174"/>
              <a:gd name="connsiteX9162" fmla="*/ 4147428 w 6514506"/>
              <a:gd name="connsiteY9162" fmla="*/ 449224 h 3658174"/>
              <a:gd name="connsiteX9163" fmla="*/ 4148717 w 6514506"/>
              <a:gd name="connsiteY9163" fmla="*/ 446912 h 3658174"/>
              <a:gd name="connsiteX9164" fmla="*/ 4154528 w 6514506"/>
              <a:gd name="connsiteY9164" fmla="*/ 445388 h 3658174"/>
              <a:gd name="connsiteX9165" fmla="*/ 4173673 w 6514506"/>
              <a:gd name="connsiteY9165" fmla="*/ 448341 h 3658174"/>
              <a:gd name="connsiteX9166" fmla="*/ 4185389 w 6514506"/>
              <a:gd name="connsiteY9166" fmla="*/ 450723 h 3658174"/>
              <a:gd name="connsiteX9167" fmla="*/ 4199200 w 6514506"/>
              <a:gd name="connsiteY9167" fmla="*/ 455199 h 3658174"/>
              <a:gd name="connsiteX9168" fmla="*/ 4220441 w 6514506"/>
              <a:gd name="connsiteY9168" fmla="*/ 461486 h 3658174"/>
              <a:gd name="connsiteX9169" fmla="*/ 4229680 w 6514506"/>
              <a:gd name="connsiteY9169" fmla="*/ 463010 h 3658174"/>
              <a:gd name="connsiteX9170" fmla="*/ 4230918 w 6514506"/>
              <a:gd name="connsiteY9170" fmla="*/ 459962 h 3658174"/>
              <a:gd name="connsiteX9171" fmla="*/ 4230061 w 6514506"/>
              <a:gd name="connsiteY9171" fmla="*/ 455199 h 3658174"/>
              <a:gd name="connsiteX9172" fmla="*/ 4233395 w 6514506"/>
              <a:gd name="connsiteY9172" fmla="*/ 453675 h 3658174"/>
              <a:gd name="connsiteX9173" fmla="*/ 4228251 w 6514506"/>
              <a:gd name="connsiteY9173" fmla="*/ 452437 h 3658174"/>
              <a:gd name="connsiteX9174" fmla="*/ 4217488 w 6514506"/>
              <a:gd name="connsiteY9174" fmla="*/ 448246 h 3658174"/>
              <a:gd name="connsiteX9175" fmla="*/ 4224346 w 6514506"/>
              <a:gd name="connsiteY9175" fmla="*/ 441388 h 3658174"/>
              <a:gd name="connsiteX9176" fmla="*/ 4228823 w 6514506"/>
              <a:gd name="connsiteY9176" fmla="*/ 442912 h 3658174"/>
              <a:gd name="connsiteX9177" fmla="*/ 4233299 w 6514506"/>
              <a:gd name="connsiteY9177" fmla="*/ 438435 h 3658174"/>
              <a:gd name="connsiteX9178" fmla="*/ 4236633 w 6514506"/>
              <a:gd name="connsiteY9178" fmla="*/ 435768 h 3658174"/>
              <a:gd name="connsiteX9179" fmla="*/ 4238443 w 6514506"/>
              <a:gd name="connsiteY9179" fmla="*/ 449294 h 3658174"/>
              <a:gd name="connsiteX9180" fmla="*/ 4241776 w 6514506"/>
              <a:gd name="connsiteY9180" fmla="*/ 452913 h 3658174"/>
              <a:gd name="connsiteX9181" fmla="*/ 4241491 w 6514506"/>
              <a:gd name="connsiteY9181" fmla="*/ 446912 h 3658174"/>
              <a:gd name="connsiteX9182" fmla="*/ 4247492 w 6514506"/>
              <a:gd name="connsiteY9182" fmla="*/ 443007 h 3658174"/>
              <a:gd name="connsiteX9183" fmla="*/ 4256159 w 6514506"/>
              <a:gd name="connsiteY9183" fmla="*/ 439102 h 3658174"/>
              <a:gd name="connsiteX9184" fmla="*/ 4255874 w 6514506"/>
              <a:gd name="connsiteY9184" fmla="*/ 436721 h 3658174"/>
              <a:gd name="connsiteX9185" fmla="*/ 4256731 w 6514506"/>
              <a:gd name="connsiteY9185" fmla="*/ 433387 h 3658174"/>
              <a:gd name="connsiteX9186" fmla="*/ 4263970 w 6514506"/>
              <a:gd name="connsiteY9186" fmla="*/ 430720 h 3658174"/>
              <a:gd name="connsiteX9187" fmla="*/ 4273876 w 6514506"/>
              <a:gd name="connsiteY9187" fmla="*/ 423195 h 3658174"/>
              <a:gd name="connsiteX9188" fmla="*/ 4278638 w 6514506"/>
              <a:gd name="connsiteY9188" fmla="*/ 419195 h 3658174"/>
              <a:gd name="connsiteX9189" fmla="*/ 4284925 w 6514506"/>
              <a:gd name="connsiteY9189" fmla="*/ 417957 h 3658174"/>
              <a:gd name="connsiteX9190" fmla="*/ 4290640 w 6514506"/>
              <a:gd name="connsiteY9190" fmla="*/ 418242 h 3658174"/>
              <a:gd name="connsiteX9191" fmla="*/ 4279876 w 6514506"/>
              <a:gd name="connsiteY9191" fmla="*/ 430530 h 3658174"/>
              <a:gd name="connsiteX9192" fmla="*/ 4268161 w 6514506"/>
              <a:gd name="connsiteY9192" fmla="*/ 442531 h 3658174"/>
              <a:gd name="connsiteX9193" fmla="*/ 4256731 w 6514506"/>
              <a:gd name="connsiteY9193" fmla="*/ 449103 h 3658174"/>
              <a:gd name="connsiteX9194" fmla="*/ 4257969 w 6514506"/>
              <a:gd name="connsiteY9194" fmla="*/ 454533 h 3658174"/>
              <a:gd name="connsiteX9195" fmla="*/ 4261874 w 6514506"/>
              <a:gd name="connsiteY9195" fmla="*/ 452437 h 3658174"/>
              <a:gd name="connsiteX9196" fmla="*/ 4270256 w 6514506"/>
              <a:gd name="connsiteY9196" fmla="*/ 445293 h 3658174"/>
              <a:gd name="connsiteX9197" fmla="*/ 4277781 w 6514506"/>
              <a:gd name="connsiteY9197" fmla="*/ 438435 h 3658174"/>
              <a:gd name="connsiteX9198" fmla="*/ 4281686 w 6514506"/>
              <a:gd name="connsiteY9198" fmla="*/ 437197 h 3658174"/>
              <a:gd name="connsiteX9199" fmla="*/ 4285877 w 6514506"/>
              <a:gd name="connsiteY9199" fmla="*/ 433578 h 3658174"/>
              <a:gd name="connsiteX9200" fmla="*/ 4293974 w 6514506"/>
              <a:gd name="connsiteY9200" fmla="*/ 425767 h 3658174"/>
              <a:gd name="connsiteX9201" fmla="*/ 4299689 w 6514506"/>
              <a:gd name="connsiteY9201" fmla="*/ 424910 h 3658174"/>
              <a:gd name="connsiteX9202" fmla="*/ 4303880 w 6514506"/>
              <a:gd name="connsiteY9202" fmla="*/ 425481 h 3658174"/>
              <a:gd name="connsiteX9203" fmla="*/ 4296355 w 6514506"/>
              <a:gd name="connsiteY9203" fmla="*/ 413194 h 3658174"/>
              <a:gd name="connsiteX9204" fmla="*/ 4299974 w 6514506"/>
              <a:gd name="connsiteY9204" fmla="*/ 405098 h 3658174"/>
              <a:gd name="connsiteX9205" fmla="*/ 4316738 w 6514506"/>
              <a:gd name="connsiteY9205" fmla="*/ 412623 h 3658174"/>
              <a:gd name="connsiteX9206" fmla="*/ 4340456 w 6514506"/>
              <a:gd name="connsiteY9206" fmla="*/ 427291 h 3658174"/>
              <a:gd name="connsiteX9207" fmla="*/ 4354838 w 6514506"/>
              <a:gd name="connsiteY9207" fmla="*/ 429672 h 3658174"/>
              <a:gd name="connsiteX9208" fmla="*/ 4356362 w 6514506"/>
              <a:gd name="connsiteY9208" fmla="*/ 427005 h 3658174"/>
              <a:gd name="connsiteX9209" fmla="*/ 4352743 w 6514506"/>
              <a:gd name="connsiteY9209" fmla="*/ 422814 h 3658174"/>
              <a:gd name="connsiteX9210" fmla="*/ 4350647 w 6514506"/>
              <a:gd name="connsiteY9210" fmla="*/ 415671 h 3658174"/>
              <a:gd name="connsiteX9211" fmla="*/ 4351505 w 6514506"/>
              <a:gd name="connsiteY9211" fmla="*/ 409956 h 3658174"/>
              <a:gd name="connsiteX9212" fmla="*/ 4356553 w 6514506"/>
              <a:gd name="connsiteY9212" fmla="*/ 412908 h 3658174"/>
              <a:gd name="connsiteX9213" fmla="*/ 4362554 w 6514506"/>
              <a:gd name="connsiteY9213" fmla="*/ 419766 h 3658174"/>
              <a:gd name="connsiteX9214" fmla="*/ 4367316 w 6514506"/>
              <a:gd name="connsiteY9214" fmla="*/ 426338 h 3658174"/>
              <a:gd name="connsiteX9215" fmla="*/ 4365506 w 6514506"/>
              <a:gd name="connsiteY9215" fmla="*/ 431387 h 3658174"/>
              <a:gd name="connsiteX9216" fmla="*/ 4373603 w 6514506"/>
              <a:gd name="connsiteY9216" fmla="*/ 427482 h 3658174"/>
              <a:gd name="connsiteX9217" fmla="*/ 4378651 w 6514506"/>
              <a:gd name="connsiteY9217" fmla="*/ 418528 h 3658174"/>
              <a:gd name="connsiteX9218" fmla="*/ 4380461 w 6514506"/>
              <a:gd name="connsiteY9218" fmla="*/ 414051 h 3658174"/>
              <a:gd name="connsiteX9219" fmla="*/ 4390081 w 6514506"/>
              <a:gd name="connsiteY9219" fmla="*/ 412241 h 3658174"/>
              <a:gd name="connsiteX9220" fmla="*/ 4410179 w 6514506"/>
              <a:gd name="connsiteY9220" fmla="*/ 413765 h 3658174"/>
              <a:gd name="connsiteX9221" fmla="*/ 4425800 w 6514506"/>
              <a:gd name="connsiteY9221" fmla="*/ 415289 h 3658174"/>
              <a:gd name="connsiteX9222" fmla="*/ 4445326 w 6514506"/>
              <a:gd name="connsiteY9222" fmla="*/ 416813 h 3658174"/>
              <a:gd name="connsiteX9223" fmla="*/ 4459137 w 6514506"/>
              <a:gd name="connsiteY9223" fmla="*/ 420147 h 3658174"/>
              <a:gd name="connsiteX9224" fmla="*/ 4473234 w 6514506"/>
              <a:gd name="connsiteY9224" fmla="*/ 422243 h 3658174"/>
              <a:gd name="connsiteX9225" fmla="*/ 4480092 w 6514506"/>
              <a:gd name="connsiteY9225" fmla="*/ 419862 h 3658174"/>
              <a:gd name="connsiteX9226" fmla="*/ 4497142 w 6514506"/>
              <a:gd name="connsiteY9226" fmla="*/ 418623 h 3658174"/>
              <a:gd name="connsiteX9227" fmla="*/ 4512382 w 6514506"/>
              <a:gd name="connsiteY9227" fmla="*/ 425767 h 3658174"/>
              <a:gd name="connsiteX9228" fmla="*/ 4504000 w 6514506"/>
              <a:gd name="connsiteY9228" fmla="*/ 427862 h 3658174"/>
              <a:gd name="connsiteX9229" fmla="*/ 4502762 w 6514506"/>
              <a:gd name="connsiteY9229" fmla="*/ 434435 h 3658174"/>
              <a:gd name="connsiteX9230" fmla="*/ 4502190 w 6514506"/>
              <a:gd name="connsiteY9230" fmla="*/ 439197 h 3658174"/>
              <a:gd name="connsiteX9231" fmla="*/ 4502190 w 6514506"/>
              <a:gd name="connsiteY9231" fmla="*/ 441293 h 3658174"/>
              <a:gd name="connsiteX9232" fmla="*/ 4510001 w 6514506"/>
              <a:gd name="connsiteY9232" fmla="*/ 443103 h 3658174"/>
              <a:gd name="connsiteX9233" fmla="*/ 4520478 w 6514506"/>
              <a:gd name="connsiteY9233" fmla="*/ 442245 h 3658174"/>
              <a:gd name="connsiteX9234" fmla="*/ 4539052 w 6514506"/>
              <a:gd name="connsiteY9234" fmla="*/ 437102 h 3658174"/>
              <a:gd name="connsiteX9235" fmla="*/ 4550101 w 6514506"/>
              <a:gd name="connsiteY9235" fmla="*/ 432625 h 3658174"/>
              <a:gd name="connsiteX9236" fmla="*/ 4558483 w 6514506"/>
              <a:gd name="connsiteY9236" fmla="*/ 427862 h 3658174"/>
              <a:gd name="connsiteX9237" fmla="*/ 4564484 w 6514506"/>
              <a:gd name="connsiteY9237" fmla="*/ 427577 h 3658174"/>
              <a:gd name="connsiteX9238" fmla="*/ 4568103 w 6514506"/>
              <a:gd name="connsiteY9238" fmla="*/ 430911 h 3658174"/>
              <a:gd name="connsiteX9239" fmla="*/ 4576771 w 6514506"/>
              <a:gd name="connsiteY9239" fmla="*/ 432530 h 3658174"/>
              <a:gd name="connsiteX9240" fmla="*/ 4589344 w 6514506"/>
              <a:gd name="connsiteY9240" fmla="*/ 438150 h 3658174"/>
              <a:gd name="connsiteX9241" fmla="*/ 4604584 w 6514506"/>
              <a:gd name="connsiteY9241" fmla="*/ 439674 h 3658174"/>
              <a:gd name="connsiteX9242" fmla="*/ 4610013 w 6514506"/>
              <a:gd name="connsiteY9242" fmla="*/ 444436 h 3658174"/>
              <a:gd name="connsiteX9243" fmla="*/ 4610013 w 6514506"/>
              <a:gd name="connsiteY9243" fmla="*/ 448341 h 3658174"/>
              <a:gd name="connsiteX9244" fmla="*/ 4618681 w 6514506"/>
              <a:gd name="connsiteY9244" fmla="*/ 454342 h 3658174"/>
              <a:gd name="connsiteX9245" fmla="*/ 4620491 w 6514506"/>
              <a:gd name="connsiteY9245" fmla="*/ 451389 h 3658174"/>
              <a:gd name="connsiteX9246" fmla="*/ 4617157 w 6514506"/>
              <a:gd name="connsiteY9246" fmla="*/ 445103 h 3658174"/>
              <a:gd name="connsiteX9247" fmla="*/ 4614776 w 6514506"/>
              <a:gd name="connsiteY9247" fmla="*/ 441579 h 3658174"/>
              <a:gd name="connsiteX9248" fmla="*/ 4600393 w 6514506"/>
              <a:gd name="connsiteY9248" fmla="*/ 426815 h 3658174"/>
              <a:gd name="connsiteX9249" fmla="*/ 4604870 w 6514506"/>
              <a:gd name="connsiteY9249" fmla="*/ 419290 h 3658174"/>
              <a:gd name="connsiteX9250" fmla="*/ 4609346 w 6514506"/>
              <a:gd name="connsiteY9250" fmla="*/ 417195 h 3658174"/>
              <a:gd name="connsiteX9251" fmla="*/ 4614776 w 6514506"/>
              <a:gd name="connsiteY9251" fmla="*/ 411194 h 3658174"/>
              <a:gd name="connsiteX9252" fmla="*/ 4620491 w 6514506"/>
              <a:gd name="connsiteY9252" fmla="*/ 407574 h 3658174"/>
              <a:gd name="connsiteX9253" fmla="*/ 4611823 w 6514506"/>
              <a:gd name="connsiteY9253" fmla="*/ 404622 h 3658174"/>
              <a:gd name="connsiteX9254" fmla="*/ 4609727 w 6514506"/>
              <a:gd name="connsiteY9254" fmla="*/ 405860 h 3658174"/>
              <a:gd name="connsiteX9255" fmla="*/ 4603726 w 6514506"/>
              <a:gd name="connsiteY9255" fmla="*/ 413385 h 3658174"/>
              <a:gd name="connsiteX9256" fmla="*/ 4585439 w 6514506"/>
              <a:gd name="connsiteY9256" fmla="*/ 416718 h 3658174"/>
              <a:gd name="connsiteX9257" fmla="*/ 4581819 w 6514506"/>
              <a:gd name="connsiteY9257" fmla="*/ 415480 h 3658174"/>
              <a:gd name="connsiteX9258" fmla="*/ 4589630 w 6514506"/>
              <a:gd name="connsiteY9258" fmla="*/ 406146 h 3658174"/>
              <a:gd name="connsiteX9259" fmla="*/ 4600679 w 6514506"/>
              <a:gd name="connsiteY9259" fmla="*/ 402240 h 3658174"/>
              <a:gd name="connsiteX9260" fmla="*/ 4614204 w 6514506"/>
              <a:gd name="connsiteY9260" fmla="*/ 399573 h 3658174"/>
              <a:gd name="connsiteX9261" fmla="*/ 4624396 w 6514506"/>
              <a:gd name="connsiteY9261" fmla="*/ 403193 h 3658174"/>
              <a:gd name="connsiteX9262" fmla="*/ 4630682 w 6514506"/>
              <a:gd name="connsiteY9262" fmla="*/ 406527 h 3658174"/>
              <a:gd name="connsiteX9263" fmla="*/ 4637921 w 6514506"/>
              <a:gd name="connsiteY9263" fmla="*/ 407765 h 3658174"/>
              <a:gd name="connsiteX9264" fmla="*/ 4642970 w 6514506"/>
              <a:gd name="connsiteY9264" fmla="*/ 407765 h 3658174"/>
              <a:gd name="connsiteX9265" fmla="*/ 4668687 w 6514506"/>
              <a:gd name="connsiteY9265" fmla="*/ 411384 h 3658174"/>
              <a:gd name="connsiteX9266" fmla="*/ 4686689 w 6514506"/>
              <a:gd name="connsiteY9266" fmla="*/ 416718 h 3658174"/>
              <a:gd name="connsiteX9267" fmla="*/ 4699834 w 6514506"/>
              <a:gd name="connsiteY9267" fmla="*/ 417957 h 3658174"/>
              <a:gd name="connsiteX9268" fmla="*/ 4709454 w 6514506"/>
              <a:gd name="connsiteY9268" fmla="*/ 416433 h 3658174"/>
              <a:gd name="connsiteX9269" fmla="*/ 4712788 w 6514506"/>
              <a:gd name="connsiteY9269" fmla="*/ 405384 h 3658174"/>
              <a:gd name="connsiteX9270" fmla="*/ 4714598 w 6514506"/>
              <a:gd name="connsiteY9270" fmla="*/ 401764 h 3658174"/>
              <a:gd name="connsiteX9271" fmla="*/ 4723932 w 6514506"/>
              <a:gd name="connsiteY9271" fmla="*/ 407193 h 3658174"/>
              <a:gd name="connsiteX9272" fmla="*/ 4728695 w 6514506"/>
              <a:gd name="connsiteY9272" fmla="*/ 402431 h 3658174"/>
              <a:gd name="connsiteX9273" fmla="*/ 4721170 w 6514506"/>
              <a:gd name="connsiteY9273" fmla="*/ 399478 h 3658174"/>
              <a:gd name="connsiteX9274" fmla="*/ 4708025 w 6514506"/>
              <a:gd name="connsiteY9274" fmla="*/ 396430 h 3658174"/>
              <a:gd name="connsiteX9275" fmla="*/ 4705073 w 6514506"/>
              <a:gd name="connsiteY9275" fmla="*/ 391953 h 3658174"/>
              <a:gd name="connsiteX9276" fmla="*/ 4710216 w 6514506"/>
              <a:gd name="connsiteY9276" fmla="*/ 391096 h 3658174"/>
              <a:gd name="connsiteX9277" fmla="*/ 4714979 w 6514506"/>
              <a:gd name="connsiteY9277" fmla="*/ 388334 h 3658174"/>
              <a:gd name="connsiteX9278" fmla="*/ 4727552 w 6514506"/>
              <a:gd name="connsiteY9278" fmla="*/ 391382 h 3658174"/>
              <a:gd name="connsiteX9279" fmla="*/ 4738601 w 6514506"/>
              <a:gd name="connsiteY9279" fmla="*/ 391667 h 3658174"/>
              <a:gd name="connsiteX9280" fmla="*/ 4737362 w 6514506"/>
              <a:gd name="connsiteY9280" fmla="*/ 399192 h 3658174"/>
              <a:gd name="connsiteX9281" fmla="*/ 4739743 w 6514506"/>
              <a:gd name="connsiteY9281" fmla="*/ 404907 h 3658174"/>
              <a:gd name="connsiteX9282" fmla="*/ 4746887 w 6514506"/>
              <a:gd name="connsiteY9282" fmla="*/ 411480 h 3658174"/>
              <a:gd name="connsiteX9283" fmla="*/ 4750507 w 6514506"/>
              <a:gd name="connsiteY9283" fmla="*/ 413575 h 3658174"/>
              <a:gd name="connsiteX9284" fmla="*/ 4758032 w 6514506"/>
              <a:gd name="connsiteY9284" fmla="*/ 416242 h 3658174"/>
              <a:gd name="connsiteX9285" fmla="*/ 4759556 w 6514506"/>
              <a:gd name="connsiteY9285" fmla="*/ 422814 h 3658174"/>
              <a:gd name="connsiteX9286" fmla="*/ 4766033 w 6514506"/>
              <a:gd name="connsiteY9286" fmla="*/ 421576 h 3658174"/>
              <a:gd name="connsiteX9287" fmla="*/ 4766033 w 6514506"/>
              <a:gd name="connsiteY9287" fmla="*/ 412241 h 3658174"/>
              <a:gd name="connsiteX9288" fmla="*/ 4756031 w 6514506"/>
              <a:gd name="connsiteY9288" fmla="*/ 409194 h 3658174"/>
              <a:gd name="connsiteX9289" fmla="*/ 4751745 w 6514506"/>
              <a:gd name="connsiteY9289" fmla="*/ 406527 h 3658174"/>
              <a:gd name="connsiteX9290" fmla="*/ 4749364 w 6514506"/>
              <a:gd name="connsiteY9290" fmla="*/ 402336 h 3658174"/>
              <a:gd name="connsiteX9291" fmla="*/ 4749364 w 6514506"/>
              <a:gd name="connsiteY9291" fmla="*/ 394239 h 3658174"/>
              <a:gd name="connsiteX9292" fmla="*/ 4752698 w 6514506"/>
              <a:gd name="connsiteY9292" fmla="*/ 390620 h 3658174"/>
              <a:gd name="connsiteX9293" fmla="*/ 4760222 w 6514506"/>
              <a:gd name="connsiteY9293" fmla="*/ 384905 h 3658174"/>
              <a:gd name="connsiteX9294" fmla="*/ 4766033 w 6514506"/>
              <a:gd name="connsiteY9294" fmla="*/ 381571 h 3658174"/>
              <a:gd name="connsiteX9295" fmla="*/ 4766033 w 6514506"/>
              <a:gd name="connsiteY9295" fmla="*/ 377952 h 3658174"/>
              <a:gd name="connsiteX9296" fmla="*/ 4763175 w 6514506"/>
              <a:gd name="connsiteY9296" fmla="*/ 373475 h 3658174"/>
              <a:gd name="connsiteX9297" fmla="*/ 4755650 w 6514506"/>
              <a:gd name="connsiteY9297" fmla="*/ 366617 h 3658174"/>
              <a:gd name="connsiteX9298" fmla="*/ 4752983 w 6514506"/>
              <a:gd name="connsiteY9298" fmla="*/ 368427 h 3658174"/>
              <a:gd name="connsiteX9299" fmla="*/ 4752126 w 6514506"/>
              <a:gd name="connsiteY9299" fmla="*/ 373284 h 3658174"/>
              <a:gd name="connsiteX9300" fmla="*/ 4746697 w 6514506"/>
              <a:gd name="connsiteY9300" fmla="*/ 376237 h 3658174"/>
              <a:gd name="connsiteX9301" fmla="*/ 4744887 w 6514506"/>
              <a:gd name="connsiteY9301" fmla="*/ 370522 h 3658174"/>
              <a:gd name="connsiteX9302" fmla="*/ 4745744 w 6514506"/>
              <a:gd name="connsiteY9302" fmla="*/ 364807 h 3658174"/>
              <a:gd name="connsiteX9303" fmla="*/ 4748126 w 6514506"/>
              <a:gd name="connsiteY9303" fmla="*/ 361187 h 3658174"/>
              <a:gd name="connsiteX9304" fmla="*/ 4753841 w 6514506"/>
              <a:gd name="connsiteY9304" fmla="*/ 358806 h 3658174"/>
              <a:gd name="connsiteX9305" fmla="*/ 4755079 w 6514506"/>
              <a:gd name="connsiteY9305" fmla="*/ 356997 h 3658174"/>
              <a:gd name="connsiteX9306" fmla="*/ 4747268 w 6514506"/>
              <a:gd name="connsiteY9306" fmla="*/ 355758 h 3658174"/>
              <a:gd name="connsiteX9307" fmla="*/ 4743363 w 6514506"/>
              <a:gd name="connsiteY9307" fmla="*/ 360521 h 3658174"/>
              <a:gd name="connsiteX9308" fmla="*/ 4737648 w 6514506"/>
              <a:gd name="connsiteY9308" fmla="*/ 355091 h 3658174"/>
              <a:gd name="connsiteX9309" fmla="*/ 4732219 w 6514506"/>
              <a:gd name="connsiteY9309" fmla="*/ 354234 h 3658174"/>
              <a:gd name="connsiteX9310" fmla="*/ 4729838 w 6514506"/>
              <a:gd name="connsiteY9310" fmla="*/ 355758 h 3658174"/>
              <a:gd name="connsiteX9311" fmla="*/ 4722599 w 6514506"/>
              <a:gd name="connsiteY9311" fmla="*/ 355187 h 3658174"/>
              <a:gd name="connsiteX9312" fmla="*/ 4713645 w 6514506"/>
              <a:gd name="connsiteY9312" fmla="*/ 352806 h 3658174"/>
              <a:gd name="connsiteX9313" fmla="*/ 4706120 w 6514506"/>
              <a:gd name="connsiteY9313" fmla="*/ 349472 h 3658174"/>
              <a:gd name="connsiteX9314" fmla="*/ 4695357 w 6514506"/>
              <a:gd name="connsiteY9314" fmla="*/ 345281 h 3658174"/>
              <a:gd name="connsiteX9315" fmla="*/ 4696595 w 6514506"/>
              <a:gd name="connsiteY9315" fmla="*/ 338994 h 3658174"/>
              <a:gd name="connsiteX9316" fmla="*/ 4691452 w 6514506"/>
              <a:gd name="connsiteY9316" fmla="*/ 336613 h 3658174"/>
              <a:gd name="connsiteX9317" fmla="*/ 4684880 w 6514506"/>
              <a:gd name="connsiteY9317" fmla="*/ 328517 h 3658174"/>
              <a:gd name="connsiteX9318" fmla="*/ 4689356 w 6514506"/>
              <a:gd name="connsiteY9318" fmla="*/ 317754 h 3658174"/>
              <a:gd name="connsiteX9319" fmla="*/ 4690595 w 6514506"/>
              <a:gd name="connsiteY9319" fmla="*/ 313658 h 3658174"/>
              <a:gd name="connsiteX9320" fmla="*/ 4691452 w 6514506"/>
              <a:gd name="connsiteY9320" fmla="*/ 304609 h 3658174"/>
              <a:gd name="connsiteX9321" fmla="*/ 4701358 w 6514506"/>
              <a:gd name="connsiteY9321" fmla="*/ 302228 h 3658174"/>
              <a:gd name="connsiteX9322" fmla="*/ 4704894 w 6514506"/>
              <a:gd name="connsiteY9322" fmla="*/ 301633 h 3658174"/>
              <a:gd name="connsiteX9323" fmla="*/ 4522288 w 6514506"/>
              <a:gd name="connsiteY9323" fmla="*/ 300990 h 3658174"/>
              <a:gd name="connsiteX9324" fmla="*/ 4532195 w 6514506"/>
              <a:gd name="connsiteY9324" fmla="*/ 303942 h 3658174"/>
              <a:gd name="connsiteX9325" fmla="*/ 4548673 w 6514506"/>
              <a:gd name="connsiteY9325" fmla="*/ 313277 h 3658174"/>
              <a:gd name="connsiteX9326" fmla="*/ 4564579 w 6514506"/>
              <a:gd name="connsiteY9326" fmla="*/ 325278 h 3658174"/>
              <a:gd name="connsiteX9327" fmla="*/ 4566675 w 6514506"/>
              <a:gd name="connsiteY9327" fmla="*/ 329755 h 3658174"/>
              <a:gd name="connsiteX9328" fmla="*/ 4567246 w 6514506"/>
              <a:gd name="connsiteY9328" fmla="*/ 331851 h 3658174"/>
              <a:gd name="connsiteX9329" fmla="*/ 4573533 w 6514506"/>
              <a:gd name="connsiteY9329" fmla="*/ 333375 h 3658174"/>
              <a:gd name="connsiteX9330" fmla="*/ 4585058 w 6514506"/>
              <a:gd name="connsiteY9330" fmla="*/ 343852 h 3658174"/>
              <a:gd name="connsiteX9331" fmla="*/ 4591916 w 6514506"/>
              <a:gd name="connsiteY9331" fmla="*/ 349853 h 3658174"/>
              <a:gd name="connsiteX9332" fmla="*/ 4608109 w 6514506"/>
              <a:gd name="connsiteY9332" fmla="*/ 355568 h 3658174"/>
              <a:gd name="connsiteX9333" fmla="*/ 4612586 w 6514506"/>
              <a:gd name="connsiteY9333" fmla="*/ 354044 h 3658174"/>
              <a:gd name="connsiteX9334" fmla="*/ 4615253 w 6514506"/>
              <a:gd name="connsiteY9334" fmla="*/ 352234 h 3658174"/>
              <a:gd name="connsiteX9335" fmla="*/ 4642780 w 6514506"/>
              <a:gd name="connsiteY9335" fmla="*/ 354901 h 3658174"/>
              <a:gd name="connsiteX9336" fmla="*/ 4649352 w 6514506"/>
              <a:gd name="connsiteY9336" fmla="*/ 359378 h 3658174"/>
              <a:gd name="connsiteX9337" fmla="*/ 4655067 w 6514506"/>
              <a:gd name="connsiteY9337" fmla="*/ 369855 h 3658174"/>
              <a:gd name="connsiteX9338" fmla="*/ 4647542 w 6514506"/>
              <a:gd name="connsiteY9338" fmla="*/ 369284 h 3658174"/>
              <a:gd name="connsiteX9339" fmla="*/ 4640970 w 6514506"/>
              <a:gd name="connsiteY9339" fmla="*/ 367760 h 3658174"/>
              <a:gd name="connsiteX9340" fmla="*/ 4631731 w 6514506"/>
              <a:gd name="connsiteY9340" fmla="*/ 372522 h 3658174"/>
              <a:gd name="connsiteX9341" fmla="*/ 4636493 w 6514506"/>
              <a:gd name="connsiteY9341" fmla="*/ 376428 h 3658174"/>
              <a:gd name="connsiteX9342" fmla="*/ 4642208 w 6514506"/>
              <a:gd name="connsiteY9342" fmla="*/ 374904 h 3658174"/>
              <a:gd name="connsiteX9343" fmla="*/ 4651162 w 6514506"/>
              <a:gd name="connsiteY9343" fmla="*/ 386905 h 3658174"/>
              <a:gd name="connsiteX9344" fmla="*/ 4631064 w 6514506"/>
              <a:gd name="connsiteY9344" fmla="*/ 392906 h 3658174"/>
              <a:gd name="connsiteX9345" fmla="*/ 4626587 w 6514506"/>
              <a:gd name="connsiteY9345" fmla="*/ 392906 h 3658174"/>
              <a:gd name="connsiteX9346" fmla="*/ 4616681 w 6514506"/>
              <a:gd name="connsiteY9346" fmla="*/ 392334 h 3658174"/>
              <a:gd name="connsiteX9347" fmla="*/ 4610109 w 6514506"/>
              <a:gd name="connsiteY9347" fmla="*/ 390525 h 3658174"/>
              <a:gd name="connsiteX9348" fmla="*/ 4598393 w 6514506"/>
              <a:gd name="connsiteY9348" fmla="*/ 388429 h 3658174"/>
              <a:gd name="connsiteX9349" fmla="*/ 4593631 w 6514506"/>
              <a:gd name="connsiteY9349" fmla="*/ 386048 h 3658174"/>
              <a:gd name="connsiteX9350" fmla="*/ 4590011 w 6514506"/>
              <a:gd name="connsiteY9350" fmla="*/ 391096 h 3658174"/>
              <a:gd name="connsiteX9351" fmla="*/ 4575343 w 6514506"/>
              <a:gd name="connsiteY9351" fmla="*/ 400431 h 3658174"/>
              <a:gd name="connsiteX9352" fmla="*/ 4567246 w 6514506"/>
              <a:gd name="connsiteY9352" fmla="*/ 403098 h 3658174"/>
              <a:gd name="connsiteX9353" fmla="*/ 4552864 w 6514506"/>
              <a:gd name="connsiteY9353" fmla="*/ 409670 h 3658174"/>
              <a:gd name="connsiteX9354" fmla="*/ 4541148 w 6514506"/>
              <a:gd name="connsiteY9354" fmla="*/ 415671 h 3658174"/>
              <a:gd name="connsiteX9355" fmla="*/ 4537243 w 6514506"/>
              <a:gd name="connsiteY9355" fmla="*/ 416909 h 3658174"/>
              <a:gd name="connsiteX9356" fmla="*/ 4524955 w 6514506"/>
              <a:gd name="connsiteY9356" fmla="*/ 421100 h 3658174"/>
              <a:gd name="connsiteX9357" fmla="*/ 4519526 w 6514506"/>
              <a:gd name="connsiteY9357" fmla="*/ 420243 h 3658174"/>
              <a:gd name="connsiteX9358" fmla="*/ 4515335 w 6514506"/>
              <a:gd name="connsiteY9358" fmla="*/ 417576 h 3658174"/>
              <a:gd name="connsiteX9359" fmla="*/ 4510573 w 6514506"/>
              <a:gd name="connsiteY9359" fmla="*/ 410432 h 3658174"/>
              <a:gd name="connsiteX9360" fmla="*/ 4494095 w 6514506"/>
              <a:gd name="connsiteY9360" fmla="*/ 405003 h 3658174"/>
              <a:gd name="connsiteX9361" fmla="*/ 4482664 w 6514506"/>
              <a:gd name="connsiteY9361" fmla="*/ 406812 h 3658174"/>
              <a:gd name="connsiteX9362" fmla="*/ 4476092 w 6514506"/>
              <a:gd name="connsiteY9362" fmla="*/ 406241 h 3658174"/>
              <a:gd name="connsiteX9363" fmla="*/ 4464091 w 6514506"/>
              <a:gd name="connsiteY9363" fmla="*/ 404431 h 3658174"/>
              <a:gd name="connsiteX9364" fmla="*/ 4458947 w 6514506"/>
              <a:gd name="connsiteY9364" fmla="*/ 401764 h 3658174"/>
              <a:gd name="connsiteX9365" fmla="*/ 4453518 w 6514506"/>
              <a:gd name="connsiteY9365" fmla="*/ 393668 h 3658174"/>
              <a:gd name="connsiteX9366" fmla="*/ 4462281 w 6514506"/>
              <a:gd name="connsiteY9366" fmla="*/ 390334 h 3658174"/>
              <a:gd name="connsiteX9367" fmla="*/ 4466758 w 6514506"/>
              <a:gd name="connsiteY9367" fmla="*/ 389477 h 3658174"/>
              <a:gd name="connsiteX9368" fmla="*/ 4475711 w 6514506"/>
              <a:gd name="connsiteY9368" fmla="*/ 387667 h 3658174"/>
              <a:gd name="connsiteX9369" fmla="*/ 4487713 w 6514506"/>
              <a:gd name="connsiteY9369" fmla="*/ 384714 h 3658174"/>
              <a:gd name="connsiteX9370" fmla="*/ 4503334 w 6514506"/>
              <a:gd name="connsiteY9370" fmla="*/ 384143 h 3658174"/>
              <a:gd name="connsiteX9371" fmla="*/ 4509620 w 6514506"/>
              <a:gd name="connsiteY9371" fmla="*/ 381762 h 3658174"/>
              <a:gd name="connsiteX9372" fmla="*/ 4514669 w 6514506"/>
              <a:gd name="connsiteY9372" fmla="*/ 377571 h 3658174"/>
              <a:gd name="connsiteX9373" fmla="*/ 4512002 w 6514506"/>
              <a:gd name="connsiteY9373" fmla="*/ 374618 h 3658174"/>
              <a:gd name="connsiteX9374" fmla="*/ 4503905 w 6514506"/>
              <a:gd name="connsiteY9374" fmla="*/ 372808 h 3658174"/>
              <a:gd name="connsiteX9375" fmla="*/ 4495809 w 6514506"/>
              <a:gd name="connsiteY9375" fmla="*/ 371284 h 3658174"/>
              <a:gd name="connsiteX9376" fmla="*/ 4489237 w 6514506"/>
              <a:gd name="connsiteY9376" fmla="*/ 373665 h 3658174"/>
              <a:gd name="connsiteX9377" fmla="*/ 4475140 w 6514506"/>
              <a:gd name="connsiteY9377" fmla="*/ 373665 h 3658174"/>
              <a:gd name="connsiteX9378" fmla="*/ 4467615 w 6514506"/>
              <a:gd name="connsiteY9378" fmla="*/ 373665 h 3658174"/>
              <a:gd name="connsiteX9379" fmla="*/ 4463424 w 6514506"/>
              <a:gd name="connsiteY9379" fmla="*/ 374523 h 3658174"/>
              <a:gd name="connsiteX9380" fmla="*/ 4455328 w 6514506"/>
              <a:gd name="connsiteY9380" fmla="*/ 376904 h 3658174"/>
              <a:gd name="connsiteX9381" fmla="*/ 4442183 w 6514506"/>
              <a:gd name="connsiteY9381" fmla="*/ 377475 h 3658174"/>
              <a:gd name="connsiteX9382" fmla="*/ 4436468 w 6514506"/>
              <a:gd name="connsiteY9382" fmla="*/ 379571 h 3658174"/>
              <a:gd name="connsiteX9383" fmla="*/ 4422657 w 6514506"/>
              <a:gd name="connsiteY9383" fmla="*/ 376237 h 3658174"/>
              <a:gd name="connsiteX9384" fmla="*/ 4421800 w 6514506"/>
              <a:gd name="connsiteY9384" fmla="*/ 368712 h 3658174"/>
              <a:gd name="connsiteX9385" fmla="*/ 4430753 w 6514506"/>
              <a:gd name="connsiteY9385" fmla="*/ 364807 h 3658174"/>
              <a:gd name="connsiteX9386" fmla="*/ 4440659 w 6514506"/>
              <a:gd name="connsiteY9386" fmla="*/ 365664 h 3658174"/>
              <a:gd name="connsiteX9387" fmla="*/ 4441516 w 6514506"/>
              <a:gd name="connsiteY9387" fmla="*/ 362712 h 3658174"/>
              <a:gd name="connsiteX9388" fmla="*/ 4443612 w 6514506"/>
              <a:gd name="connsiteY9388" fmla="*/ 359759 h 3658174"/>
              <a:gd name="connsiteX9389" fmla="*/ 4448755 w 6514506"/>
              <a:gd name="connsiteY9389" fmla="*/ 357092 h 3658174"/>
              <a:gd name="connsiteX9390" fmla="*/ 4440659 w 6514506"/>
              <a:gd name="connsiteY9390" fmla="*/ 356235 h 3658174"/>
              <a:gd name="connsiteX9391" fmla="*/ 4428658 w 6514506"/>
              <a:gd name="connsiteY9391" fmla="*/ 359187 h 3658174"/>
              <a:gd name="connsiteX9392" fmla="*/ 4415132 w 6514506"/>
              <a:gd name="connsiteY9392" fmla="*/ 363378 h 3658174"/>
              <a:gd name="connsiteX9393" fmla="*/ 4414561 w 6514506"/>
              <a:gd name="connsiteY9393" fmla="*/ 358616 h 3658174"/>
              <a:gd name="connsiteX9394" fmla="*/ 4402845 w 6514506"/>
              <a:gd name="connsiteY9394" fmla="*/ 361569 h 3658174"/>
              <a:gd name="connsiteX9395" fmla="*/ 4401321 w 6514506"/>
              <a:gd name="connsiteY9395" fmla="*/ 352234 h 3658174"/>
              <a:gd name="connsiteX9396" fmla="*/ 4405512 w 6514506"/>
              <a:gd name="connsiteY9396" fmla="*/ 345090 h 3658174"/>
              <a:gd name="connsiteX9397" fmla="*/ 4409989 w 6514506"/>
              <a:gd name="connsiteY9397" fmla="*/ 334899 h 3658174"/>
              <a:gd name="connsiteX9398" fmla="*/ 4422847 w 6514506"/>
              <a:gd name="connsiteY9398" fmla="*/ 321087 h 3658174"/>
              <a:gd name="connsiteX9399" fmla="*/ 4435992 w 6514506"/>
              <a:gd name="connsiteY9399" fmla="*/ 320802 h 3658174"/>
              <a:gd name="connsiteX9400" fmla="*/ 4441421 w 6514506"/>
              <a:gd name="connsiteY9400" fmla="*/ 331279 h 3658174"/>
              <a:gd name="connsiteX9401" fmla="*/ 4444374 w 6514506"/>
              <a:gd name="connsiteY9401" fmla="*/ 334899 h 3658174"/>
              <a:gd name="connsiteX9402" fmla="*/ 4449137 w 6514506"/>
              <a:gd name="connsiteY9402" fmla="*/ 331946 h 3658174"/>
              <a:gd name="connsiteX9403" fmla="*/ 4452470 w 6514506"/>
              <a:gd name="connsiteY9403" fmla="*/ 325088 h 3658174"/>
              <a:gd name="connsiteX9404" fmla="*/ 4470472 w 6514506"/>
              <a:gd name="connsiteY9404" fmla="*/ 325088 h 3658174"/>
              <a:gd name="connsiteX9405" fmla="*/ 4479712 w 6514506"/>
              <a:gd name="connsiteY9405" fmla="*/ 334994 h 3658174"/>
              <a:gd name="connsiteX9406" fmla="*/ 4483331 w 6514506"/>
              <a:gd name="connsiteY9406" fmla="*/ 338042 h 3658174"/>
              <a:gd name="connsiteX9407" fmla="*/ 4497428 w 6514506"/>
              <a:gd name="connsiteY9407" fmla="*/ 333851 h 3658174"/>
              <a:gd name="connsiteX9408" fmla="*/ 4500381 w 6514506"/>
              <a:gd name="connsiteY9408" fmla="*/ 329946 h 3658174"/>
              <a:gd name="connsiteX9409" fmla="*/ 4496476 w 6514506"/>
              <a:gd name="connsiteY9409" fmla="*/ 324231 h 3658174"/>
              <a:gd name="connsiteX9410" fmla="*/ 4489904 w 6514506"/>
              <a:gd name="connsiteY9410" fmla="*/ 321564 h 3658174"/>
              <a:gd name="connsiteX9411" fmla="*/ 4496762 w 6514506"/>
              <a:gd name="connsiteY9411" fmla="*/ 318897 h 3658174"/>
              <a:gd name="connsiteX9412" fmla="*/ 4506668 w 6514506"/>
              <a:gd name="connsiteY9412" fmla="*/ 320992 h 3658174"/>
              <a:gd name="connsiteX9413" fmla="*/ 4514478 w 6514506"/>
              <a:gd name="connsiteY9413" fmla="*/ 324326 h 3658174"/>
              <a:gd name="connsiteX9414" fmla="*/ 4521622 w 6514506"/>
              <a:gd name="connsiteY9414" fmla="*/ 330327 h 3658174"/>
              <a:gd name="connsiteX9415" fmla="*/ 4535147 w 6514506"/>
              <a:gd name="connsiteY9415" fmla="*/ 342042 h 3658174"/>
              <a:gd name="connsiteX9416" fmla="*/ 4536004 w 6514506"/>
              <a:gd name="connsiteY9416" fmla="*/ 337851 h 3658174"/>
              <a:gd name="connsiteX9417" fmla="*/ 4527337 w 6514506"/>
              <a:gd name="connsiteY9417" fmla="*/ 325850 h 3658174"/>
              <a:gd name="connsiteX9418" fmla="*/ 4521336 w 6514506"/>
              <a:gd name="connsiteY9418" fmla="*/ 319563 h 3658174"/>
              <a:gd name="connsiteX9419" fmla="*/ 4512954 w 6514506"/>
              <a:gd name="connsiteY9419" fmla="*/ 312991 h 3658174"/>
              <a:gd name="connsiteX9420" fmla="*/ 4509620 w 6514506"/>
              <a:gd name="connsiteY9420" fmla="*/ 309086 h 3658174"/>
              <a:gd name="connsiteX9421" fmla="*/ 4509049 w 6514506"/>
              <a:gd name="connsiteY9421" fmla="*/ 303657 h 3658174"/>
              <a:gd name="connsiteX9422" fmla="*/ 4516573 w 6514506"/>
              <a:gd name="connsiteY9422" fmla="*/ 301275 h 3658174"/>
              <a:gd name="connsiteX9423" fmla="*/ 4522288 w 6514506"/>
              <a:gd name="connsiteY9423" fmla="*/ 300990 h 3658174"/>
              <a:gd name="connsiteX9424" fmla="*/ 2541183 w 6514506"/>
              <a:gd name="connsiteY9424" fmla="*/ 298895 h 3658174"/>
              <a:gd name="connsiteX9425" fmla="*/ 2540612 w 6514506"/>
              <a:gd name="connsiteY9425" fmla="*/ 301276 h 3658174"/>
              <a:gd name="connsiteX9426" fmla="*/ 2535182 w 6514506"/>
              <a:gd name="connsiteY9426" fmla="*/ 302799 h 3658174"/>
              <a:gd name="connsiteX9427" fmla="*/ 2541183 w 6514506"/>
              <a:gd name="connsiteY9427" fmla="*/ 298895 h 3658174"/>
              <a:gd name="connsiteX9428" fmla="*/ 5492409 w 6514506"/>
              <a:gd name="connsiteY9428" fmla="*/ 296036 h 3658174"/>
              <a:gd name="connsiteX9429" fmla="*/ 5497267 w 6514506"/>
              <a:gd name="connsiteY9429" fmla="*/ 297179 h 3658174"/>
              <a:gd name="connsiteX9430" fmla="*/ 5502029 w 6514506"/>
              <a:gd name="connsiteY9430" fmla="*/ 299275 h 3658174"/>
              <a:gd name="connsiteX9431" fmla="*/ 5502315 w 6514506"/>
              <a:gd name="connsiteY9431" fmla="*/ 300799 h 3658174"/>
              <a:gd name="connsiteX9432" fmla="*/ 5493933 w 6514506"/>
              <a:gd name="connsiteY9432" fmla="*/ 298131 h 3658174"/>
              <a:gd name="connsiteX9433" fmla="*/ 5492409 w 6514506"/>
              <a:gd name="connsiteY9433" fmla="*/ 296036 h 3658174"/>
              <a:gd name="connsiteX9434" fmla="*/ 4541147 w 6514506"/>
              <a:gd name="connsiteY9434" fmla="*/ 291369 h 3658174"/>
              <a:gd name="connsiteX9435" fmla="*/ 4555244 w 6514506"/>
              <a:gd name="connsiteY9435" fmla="*/ 292607 h 3658174"/>
              <a:gd name="connsiteX9436" fmla="*/ 4559150 w 6514506"/>
              <a:gd name="connsiteY9436" fmla="*/ 301561 h 3658174"/>
              <a:gd name="connsiteX9437" fmla="*/ 4558768 w 6514506"/>
              <a:gd name="connsiteY9437" fmla="*/ 308228 h 3658174"/>
              <a:gd name="connsiteX9438" fmla="*/ 4553720 w 6514506"/>
              <a:gd name="connsiteY9438" fmla="*/ 310610 h 3658174"/>
              <a:gd name="connsiteX9439" fmla="*/ 4541433 w 6514506"/>
              <a:gd name="connsiteY9439" fmla="*/ 306133 h 3658174"/>
              <a:gd name="connsiteX9440" fmla="*/ 4525241 w 6514506"/>
              <a:gd name="connsiteY9440" fmla="*/ 298608 h 3658174"/>
              <a:gd name="connsiteX9441" fmla="*/ 4514763 w 6514506"/>
              <a:gd name="connsiteY9441" fmla="*/ 297370 h 3658174"/>
              <a:gd name="connsiteX9442" fmla="*/ 4525241 w 6514506"/>
              <a:gd name="connsiteY9442" fmla="*/ 294036 h 3658174"/>
              <a:gd name="connsiteX9443" fmla="*/ 4541147 w 6514506"/>
              <a:gd name="connsiteY9443" fmla="*/ 291369 h 3658174"/>
              <a:gd name="connsiteX9444" fmla="*/ 2642827 w 6514506"/>
              <a:gd name="connsiteY9444" fmla="*/ 289191 h 3658174"/>
              <a:gd name="connsiteX9445" fmla="*/ 2652626 w 6514506"/>
              <a:gd name="connsiteY9445" fmla="*/ 291559 h 3658174"/>
              <a:gd name="connsiteX9446" fmla="*/ 2661675 w 6514506"/>
              <a:gd name="connsiteY9446" fmla="*/ 295085 h 3658174"/>
              <a:gd name="connsiteX9447" fmla="*/ 2661008 w 6514506"/>
              <a:gd name="connsiteY9447" fmla="*/ 299752 h 3658174"/>
              <a:gd name="connsiteX9448" fmla="*/ 2652245 w 6514506"/>
              <a:gd name="connsiteY9448" fmla="*/ 303943 h 3658174"/>
              <a:gd name="connsiteX9449" fmla="*/ 2652245 w 6514506"/>
              <a:gd name="connsiteY9449" fmla="*/ 308038 h 3658174"/>
              <a:gd name="connsiteX9450" fmla="*/ 2659293 w 6514506"/>
              <a:gd name="connsiteY9450" fmla="*/ 305656 h 3658174"/>
              <a:gd name="connsiteX9451" fmla="*/ 2661198 w 6514506"/>
              <a:gd name="connsiteY9451" fmla="*/ 307943 h 3658174"/>
              <a:gd name="connsiteX9452" fmla="*/ 2668533 w 6514506"/>
              <a:gd name="connsiteY9452" fmla="*/ 309466 h 3658174"/>
              <a:gd name="connsiteX9453" fmla="*/ 2672533 w 6514506"/>
              <a:gd name="connsiteY9453" fmla="*/ 317183 h 3658174"/>
              <a:gd name="connsiteX9454" fmla="*/ 2674724 w 6514506"/>
              <a:gd name="connsiteY9454" fmla="*/ 324707 h 3658174"/>
              <a:gd name="connsiteX9455" fmla="*/ 2682725 w 6514506"/>
              <a:gd name="connsiteY9455" fmla="*/ 320326 h 3658174"/>
              <a:gd name="connsiteX9456" fmla="*/ 2689773 w 6514506"/>
              <a:gd name="connsiteY9456" fmla="*/ 318992 h 3658174"/>
              <a:gd name="connsiteX9457" fmla="*/ 2703489 w 6514506"/>
              <a:gd name="connsiteY9457" fmla="*/ 318992 h 3658174"/>
              <a:gd name="connsiteX9458" fmla="*/ 2719015 w 6514506"/>
              <a:gd name="connsiteY9458" fmla="*/ 318992 h 3658174"/>
              <a:gd name="connsiteX9459" fmla="*/ 2723968 w 6514506"/>
              <a:gd name="connsiteY9459" fmla="*/ 322802 h 3658174"/>
              <a:gd name="connsiteX9460" fmla="*/ 2733779 w 6514506"/>
              <a:gd name="connsiteY9460" fmla="*/ 329184 h 3658174"/>
              <a:gd name="connsiteX9461" fmla="*/ 2740446 w 6514506"/>
              <a:gd name="connsiteY9461" fmla="*/ 336136 h 3658174"/>
              <a:gd name="connsiteX9462" fmla="*/ 2738065 w 6514506"/>
              <a:gd name="connsiteY9462" fmla="*/ 341852 h 3658174"/>
              <a:gd name="connsiteX9463" fmla="*/ 2738065 w 6514506"/>
              <a:gd name="connsiteY9463" fmla="*/ 345090 h 3658174"/>
              <a:gd name="connsiteX9464" fmla="*/ 2727016 w 6514506"/>
              <a:gd name="connsiteY9464" fmla="*/ 367093 h 3658174"/>
              <a:gd name="connsiteX9465" fmla="*/ 2711490 w 6514506"/>
              <a:gd name="connsiteY9465" fmla="*/ 369475 h 3658174"/>
              <a:gd name="connsiteX9466" fmla="*/ 2693298 w 6514506"/>
              <a:gd name="connsiteY9466" fmla="*/ 372141 h 3658174"/>
              <a:gd name="connsiteX9467" fmla="*/ 2690154 w 6514506"/>
              <a:gd name="connsiteY9467" fmla="*/ 374904 h 3658174"/>
              <a:gd name="connsiteX9468" fmla="*/ 2685392 w 6514506"/>
              <a:gd name="connsiteY9468" fmla="*/ 379667 h 3658174"/>
              <a:gd name="connsiteX9469" fmla="*/ 2669866 w 6514506"/>
              <a:gd name="connsiteY9469" fmla="*/ 389001 h 3658174"/>
              <a:gd name="connsiteX9470" fmla="*/ 2660532 w 6514506"/>
              <a:gd name="connsiteY9470" fmla="*/ 390144 h 3658174"/>
              <a:gd name="connsiteX9471" fmla="*/ 2650530 w 6514506"/>
              <a:gd name="connsiteY9471" fmla="*/ 392240 h 3658174"/>
              <a:gd name="connsiteX9472" fmla="*/ 2642625 w 6514506"/>
              <a:gd name="connsiteY9472" fmla="*/ 396715 h 3658174"/>
              <a:gd name="connsiteX9473" fmla="*/ 2633100 w 6514506"/>
              <a:gd name="connsiteY9473" fmla="*/ 402717 h 3658174"/>
              <a:gd name="connsiteX9474" fmla="*/ 2616621 w 6514506"/>
              <a:gd name="connsiteY9474" fmla="*/ 410812 h 3658174"/>
              <a:gd name="connsiteX9475" fmla="*/ 2603001 w 6514506"/>
              <a:gd name="connsiteY9475" fmla="*/ 416433 h 3658174"/>
              <a:gd name="connsiteX9476" fmla="*/ 2605668 w 6514506"/>
              <a:gd name="connsiteY9476" fmla="*/ 419956 h 3658174"/>
              <a:gd name="connsiteX9477" fmla="*/ 2615002 w 6514506"/>
              <a:gd name="connsiteY9477" fmla="*/ 417290 h 3658174"/>
              <a:gd name="connsiteX9478" fmla="*/ 2627385 w 6514506"/>
              <a:gd name="connsiteY9478" fmla="*/ 412622 h 3658174"/>
              <a:gd name="connsiteX9479" fmla="*/ 2632719 w 6514506"/>
              <a:gd name="connsiteY9479" fmla="*/ 408907 h 3658174"/>
              <a:gd name="connsiteX9480" fmla="*/ 2636719 w 6514506"/>
              <a:gd name="connsiteY9480" fmla="*/ 403193 h 3658174"/>
              <a:gd name="connsiteX9481" fmla="*/ 2646720 w 6514506"/>
              <a:gd name="connsiteY9481" fmla="*/ 401288 h 3658174"/>
              <a:gd name="connsiteX9482" fmla="*/ 2665103 w 6514506"/>
              <a:gd name="connsiteY9482" fmla="*/ 401192 h 3658174"/>
              <a:gd name="connsiteX9483" fmla="*/ 2677010 w 6514506"/>
              <a:gd name="connsiteY9483" fmla="*/ 397477 h 3658174"/>
              <a:gd name="connsiteX9484" fmla="*/ 2680153 w 6514506"/>
              <a:gd name="connsiteY9484" fmla="*/ 397383 h 3658174"/>
              <a:gd name="connsiteX9485" fmla="*/ 2686820 w 6514506"/>
              <a:gd name="connsiteY9485" fmla="*/ 395002 h 3658174"/>
              <a:gd name="connsiteX9486" fmla="*/ 2692535 w 6514506"/>
              <a:gd name="connsiteY9486" fmla="*/ 393192 h 3658174"/>
              <a:gd name="connsiteX9487" fmla="*/ 2691107 w 6514506"/>
              <a:gd name="connsiteY9487" fmla="*/ 389954 h 3658174"/>
              <a:gd name="connsiteX9488" fmla="*/ 2688916 w 6514506"/>
              <a:gd name="connsiteY9488" fmla="*/ 384620 h 3658174"/>
              <a:gd name="connsiteX9489" fmla="*/ 2701775 w 6514506"/>
              <a:gd name="connsiteY9489" fmla="*/ 386524 h 3658174"/>
              <a:gd name="connsiteX9490" fmla="*/ 2711109 w 6514506"/>
              <a:gd name="connsiteY9490" fmla="*/ 389572 h 3658174"/>
              <a:gd name="connsiteX9491" fmla="*/ 2726635 w 6514506"/>
              <a:gd name="connsiteY9491" fmla="*/ 388714 h 3658174"/>
              <a:gd name="connsiteX9492" fmla="*/ 2729778 w 6514506"/>
              <a:gd name="connsiteY9492" fmla="*/ 390525 h 3658174"/>
              <a:gd name="connsiteX9493" fmla="*/ 2734350 w 6514506"/>
              <a:gd name="connsiteY9493" fmla="*/ 398525 h 3658174"/>
              <a:gd name="connsiteX9494" fmla="*/ 2739494 w 6514506"/>
              <a:gd name="connsiteY9494" fmla="*/ 392335 h 3658174"/>
              <a:gd name="connsiteX9495" fmla="*/ 2759401 w 6514506"/>
              <a:gd name="connsiteY9495" fmla="*/ 392810 h 3658174"/>
              <a:gd name="connsiteX9496" fmla="*/ 2772641 w 6514506"/>
              <a:gd name="connsiteY9496" fmla="*/ 396431 h 3658174"/>
              <a:gd name="connsiteX9497" fmla="*/ 2787690 w 6514506"/>
              <a:gd name="connsiteY9497" fmla="*/ 397669 h 3658174"/>
              <a:gd name="connsiteX9498" fmla="*/ 2799216 w 6514506"/>
              <a:gd name="connsiteY9498" fmla="*/ 398145 h 3658174"/>
              <a:gd name="connsiteX9499" fmla="*/ 2802359 w 6514506"/>
              <a:gd name="connsiteY9499" fmla="*/ 402526 h 3658174"/>
              <a:gd name="connsiteX9500" fmla="*/ 2807217 w 6514506"/>
              <a:gd name="connsiteY9500" fmla="*/ 410050 h 3658174"/>
              <a:gd name="connsiteX9501" fmla="*/ 2812836 w 6514506"/>
              <a:gd name="connsiteY9501" fmla="*/ 414909 h 3658174"/>
              <a:gd name="connsiteX9502" fmla="*/ 2816360 w 6514506"/>
              <a:gd name="connsiteY9502" fmla="*/ 416146 h 3658174"/>
              <a:gd name="connsiteX9503" fmla="*/ 2824457 w 6514506"/>
              <a:gd name="connsiteY9503" fmla="*/ 414909 h 3658174"/>
              <a:gd name="connsiteX9504" fmla="*/ 2840840 w 6514506"/>
              <a:gd name="connsiteY9504" fmla="*/ 414337 h 3658174"/>
              <a:gd name="connsiteX9505" fmla="*/ 2855032 w 6514506"/>
              <a:gd name="connsiteY9505" fmla="*/ 414433 h 3658174"/>
              <a:gd name="connsiteX9506" fmla="*/ 2863795 w 6514506"/>
              <a:gd name="connsiteY9506" fmla="*/ 405097 h 3658174"/>
              <a:gd name="connsiteX9507" fmla="*/ 2867415 w 6514506"/>
              <a:gd name="connsiteY9507" fmla="*/ 400526 h 3658174"/>
              <a:gd name="connsiteX9508" fmla="*/ 2876749 w 6514506"/>
              <a:gd name="connsiteY9508" fmla="*/ 398525 h 3658174"/>
              <a:gd name="connsiteX9509" fmla="*/ 2886941 w 6514506"/>
              <a:gd name="connsiteY9509" fmla="*/ 402526 h 3658174"/>
              <a:gd name="connsiteX9510" fmla="*/ 2898466 w 6514506"/>
              <a:gd name="connsiteY9510" fmla="*/ 405670 h 3658174"/>
              <a:gd name="connsiteX9511" fmla="*/ 2902848 w 6514506"/>
              <a:gd name="connsiteY9511" fmla="*/ 407480 h 3658174"/>
              <a:gd name="connsiteX9512" fmla="*/ 2908562 w 6514506"/>
              <a:gd name="connsiteY9512" fmla="*/ 408336 h 3658174"/>
              <a:gd name="connsiteX9513" fmla="*/ 2914277 w 6514506"/>
              <a:gd name="connsiteY9513" fmla="*/ 407861 h 3658174"/>
              <a:gd name="connsiteX9514" fmla="*/ 2922278 w 6514506"/>
              <a:gd name="connsiteY9514" fmla="*/ 409289 h 3658174"/>
              <a:gd name="connsiteX9515" fmla="*/ 2926279 w 6514506"/>
              <a:gd name="connsiteY9515" fmla="*/ 410336 h 3658174"/>
              <a:gd name="connsiteX9516" fmla="*/ 2934375 w 6514506"/>
              <a:gd name="connsiteY9516" fmla="*/ 413860 h 3658174"/>
              <a:gd name="connsiteX9517" fmla="*/ 2939043 w 6514506"/>
              <a:gd name="connsiteY9517" fmla="*/ 419385 h 3658174"/>
              <a:gd name="connsiteX9518" fmla="*/ 2939900 w 6514506"/>
              <a:gd name="connsiteY9518" fmla="*/ 422910 h 3658174"/>
              <a:gd name="connsiteX9519" fmla="*/ 2935042 w 6514506"/>
              <a:gd name="connsiteY9519" fmla="*/ 427768 h 3658174"/>
              <a:gd name="connsiteX9520" fmla="*/ 2927041 w 6514506"/>
              <a:gd name="connsiteY9520" fmla="*/ 429578 h 3658174"/>
              <a:gd name="connsiteX9521" fmla="*/ 2927898 w 6514506"/>
              <a:gd name="connsiteY9521" fmla="*/ 432720 h 3658174"/>
              <a:gd name="connsiteX9522" fmla="*/ 2936757 w 6514506"/>
              <a:gd name="connsiteY9522" fmla="*/ 437101 h 3658174"/>
              <a:gd name="connsiteX9523" fmla="*/ 2931042 w 6514506"/>
              <a:gd name="connsiteY9523" fmla="*/ 442816 h 3658174"/>
              <a:gd name="connsiteX9524" fmla="*/ 2931042 w 6514506"/>
              <a:gd name="connsiteY9524" fmla="*/ 448532 h 3658174"/>
              <a:gd name="connsiteX9525" fmla="*/ 2935899 w 6514506"/>
              <a:gd name="connsiteY9525" fmla="*/ 449866 h 3658174"/>
              <a:gd name="connsiteX9526" fmla="*/ 2938566 w 6514506"/>
              <a:gd name="connsiteY9526" fmla="*/ 453009 h 3658174"/>
              <a:gd name="connsiteX9527" fmla="*/ 2933709 w 6514506"/>
              <a:gd name="connsiteY9527" fmla="*/ 457867 h 3658174"/>
              <a:gd name="connsiteX9528" fmla="*/ 2942091 w 6514506"/>
              <a:gd name="connsiteY9528" fmla="*/ 467677 h 3658174"/>
              <a:gd name="connsiteX9529" fmla="*/ 2949520 w 6514506"/>
              <a:gd name="connsiteY9529" fmla="*/ 471583 h 3658174"/>
              <a:gd name="connsiteX9530" fmla="*/ 2951711 w 6514506"/>
              <a:gd name="connsiteY9530" fmla="*/ 473964 h 3658174"/>
              <a:gd name="connsiteX9531" fmla="*/ 2960760 w 6514506"/>
              <a:gd name="connsiteY9531" fmla="*/ 473297 h 3658174"/>
              <a:gd name="connsiteX9532" fmla="*/ 2971427 w 6514506"/>
              <a:gd name="connsiteY9532" fmla="*/ 461772 h 3658174"/>
              <a:gd name="connsiteX9533" fmla="*/ 2978381 w 6514506"/>
              <a:gd name="connsiteY9533" fmla="*/ 448913 h 3658174"/>
              <a:gd name="connsiteX9534" fmla="*/ 2982000 w 6514506"/>
              <a:gd name="connsiteY9534" fmla="*/ 450723 h 3658174"/>
              <a:gd name="connsiteX9535" fmla="*/ 2999717 w 6514506"/>
              <a:gd name="connsiteY9535" fmla="*/ 462248 h 3658174"/>
              <a:gd name="connsiteX9536" fmla="*/ 3011242 w 6514506"/>
              <a:gd name="connsiteY9536" fmla="*/ 459104 h 3658174"/>
              <a:gd name="connsiteX9537" fmla="*/ 3026768 w 6514506"/>
              <a:gd name="connsiteY9537" fmla="*/ 460914 h 3658174"/>
              <a:gd name="connsiteX9538" fmla="*/ 3038293 w 6514506"/>
              <a:gd name="connsiteY9538" fmla="*/ 464915 h 3658174"/>
              <a:gd name="connsiteX9539" fmla="*/ 3046389 w 6514506"/>
              <a:gd name="connsiteY9539" fmla="*/ 469202 h 3658174"/>
              <a:gd name="connsiteX9540" fmla="*/ 3048390 w 6514506"/>
              <a:gd name="connsiteY9540" fmla="*/ 464915 h 3658174"/>
              <a:gd name="connsiteX9541" fmla="*/ 3051533 w 6514506"/>
              <a:gd name="connsiteY9541" fmla="*/ 458248 h 3658174"/>
              <a:gd name="connsiteX9542" fmla="*/ 3061725 w 6514506"/>
              <a:gd name="connsiteY9542" fmla="*/ 460058 h 3658174"/>
              <a:gd name="connsiteX9543" fmla="*/ 3067916 w 6514506"/>
              <a:gd name="connsiteY9543" fmla="*/ 461867 h 3658174"/>
              <a:gd name="connsiteX9544" fmla="*/ 3074583 w 6514506"/>
              <a:gd name="connsiteY9544" fmla="*/ 461009 h 3658174"/>
              <a:gd name="connsiteX9545" fmla="*/ 3075060 w 6514506"/>
              <a:gd name="connsiteY9545" fmla="*/ 453484 h 3658174"/>
              <a:gd name="connsiteX9546" fmla="*/ 3074202 w 6514506"/>
              <a:gd name="connsiteY9546" fmla="*/ 449104 h 3658174"/>
              <a:gd name="connsiteX9547" fmla="*/ 3075536 w 6514506"/>
              <a:gd name="connsiteY9547" fmla="*/ 443770 h 3658174"/>
              <a:gd name="connsiteX9548" fmla="*/ 3072869 w 6514506"/>
              <a:gd name="connsiteY9548" fmla="*/ 440721 h 3658174"/>
              <a:gd name="connsiteX9549" fmla="*/ 3071059 w 6514506"/>
              <a:gd name="connsiteY9549" fmla="*/ 435006 h 3658174"/>
              <a:gd name="connsiteX9550" fmla="*/ 3086109 w 6514506"/>
              <a:gd name="connsiteY9550" fmla="*/ 433197 h 3658174"/>
              <a:gd name="connsiteX9551" fmla="*/ 3092300 w 6514506"/>
              <a:gd name="connsiteY9551" fmla="*/ 430529 h 3658174"/>
              <a:gd name="connsiteX9552" fmla="*/ 3102015 w 6514506"/>
              <a:gd name="connsiteY9552" fmla="*/ 430529 h 3658174"/>
              <a:gd name="connsiteX9553" fmla="*/ 3128971 w 6514506"/>
              <a:gd name="connsiteY9553" fmla="*/ 433673 h 3658174"/>
              <a:gd name="connsiteX9554" fmla="*/ 3160403 w 6514506"/>
              <a:gd name="connsiteY9554" fmla="*/ 435863 h 3658174"/>
              <a:gd name="connsiteX9555" fmla="*/ 3157260 w 6514506"/>
              <a:gd name="connsiteY9555" fmla="*/ 437864 h 3658174"/>
              <a:gd name="connsiteX9556" fmla="*/ 3137353 w 6514506"/>
              <a:gd name="connsiteY9556" fmla="*/ 438436 h 3658174"/>
              <a:gd name="connsiteX9557" fmla="*/ 3134686 w 6514506"/>
              <a:gd name="connsiteY9557" fmla="*/ 444151 h 3658174"/>
              <a:gd name="connsiteX9558" fmla="*/ 3147545 w 6514506"/>
              <a:gd name="connsiteY9558" fmla="*/ 441008 h 3658174"/>
              <a:gd name="connsiteX9559" fmla="*/ 3164404 w 6514506"/>
              <a:gd name="connsiteY9559" fmla="*/ 438817 h 3658174"/>
              <a:gd name="connsiteX9560" fmla="*/ 3165737 w 6514506"/>
              <a:gd name="connsiteY9560" fmla="*/ 441960 h 3658174"/>
              <a:gd name="connsiteX9561" fmla="*/ 3158499 w 6514506"/>
              <a:gd name="connsiteY9561" fmla="*/ 446912 h 3658174"/>
              <a:gd name="connsiteX9562" fmla="*/ 3147069 w 6514506"/>
              <a:gd name="connsiteY9562" fmla="*/ 449008 h 3658174"/>
              <a:gd name="connsiteX9563" fmla="*/ 3143163 w 6514506"/>
              <a:gd name="connsiteY9563" fmla="*/ 451485 h 3658174"/>
              <a:gd name="connsiteX9564" fmla="*/ 3143259 w 6514506"/>
              <a:gd name="connsiteY9564" fmla="*/ 455770 h 3658174"/>
              <a:gd name="connsiteX9565" fmla="*/ 3150212 w 6514506"/>
              <a:gd name="connsiteY9565" fmla="*/ 456914 h 3658174"/>
              <a:gd name="connsiteX9566" fmla="*/ 3166976 w 6514506"/>
              <a:gd name="connsiteY9566" fmla="*/ 445389 h 3658174"/>
              <a:gd name="connsiteX9567" fmla="*/ 3193169 w 6514506"/>
              <a:gd name="connsiteY9567" fmla="*/ 436054 h 3658174"/>
              <a:gd name="connsiteX9568" fmla="*/ 3216601 w 6514506"/>
              <a:gd name="connsiteY9568" fmla="*/ 447580 h 3658174"/>
              <a:gd name="connsiteX9569" fmla="*/ 3210791 w 6514506"/>
              <a:gd name="connsiteY9569" fmla="*/ 452819 h 3658174"/>
              <a:gd name="connsiteX9570" fmla="*/ 3200599 w 6514506"/>
              <a:gd name="connsiteY9570" fmla="*/ 457676 h 3658174"/>
              <a:gd name="connsiteX9571" fmla="*/ 3207648 w 6514506"/>
              <a:gd name="connsiteY9571" fmla="*/ 461677 h 3658174"/>
              <a:gd name="connsiteX9572" fmla="*/ 3224031 w 6514506"/>
              <a:gd name="connsiteY9572" fmla="*/ 463867 h 3658174"/>
              <a:gd name="connsiteX9573" fmla="*/ 3234699 w 6514506"/>
              <a:gd name="connsiteY9573" fmla="*/ 466248 h 3658174"/>
              <a:gd name="connsiteX9574" fmla="*/ 3247938 w 6514506"/>
              <a:gd name="connsiteY9574" fmla="*/ 475393 h 3658174"/>
              <a:gd name="connsiteX9575" fmla="*/ 3247938 w 6514506"/>
              <a:gd name="connsiteY9575" fmla="*/ 482918 h 3658174"/>
              <a:gd name="connsiteX9576" fmla="*/ 3277180 w 6514506"/>
              <a:gd name="connsiteY9576" fmla="*/ 478916 h 3658174"/>
              <a:gd name="connsiteX9577" fmla="*/ 3311756 w 6514506"/>
              <a:gd name="connsiteY9577" fmla="*/ 478060 h 3658174"/>
              <a:gd name="connsiteX9578" fmla="*/ 3321090 w 6514506"/>
              <a:gd name="connsiteY9578" fmla="*/ 478060 h 3658174"/>
              <a:gd name="connsiteX9579" fmla="*/ 3342236 w 6514506"/>
              <a:gd name="connsiteY9579" fmla="*/ 483393 h 3658174"/>
              <a:gd name="connsiteX9580" fmla="*/ 3350808 w 6514506"/>
              <a:gd name="connsiteY9580" fmla="*/ 497967 h 3658174"/>
              <a:gd name="connsiteX9581" fmla="*/ 3358333 w 6514506"/>
              <a:gd name="connsiteY9581" fmla="*/ 509016 h 3658174"/>
              <a:gd name="connsiteX9582" fmla="*/ 3368049 w 6514506"/>
              <a:gd name="connsiteY9582" fmla="*/ 515684 h 3658174"/>
              <a:gd name="connsiteX9583" fmla="*/ 3372430 w 6514506"/>
              <a:gd name="connsiteY9583" fmla="*/ 515206 h 3658174"/>
              <a:gd name="connsiteX9584" fmla="*/ 3375954 w 6514506"/>
              <a:gd name="connsiteY9584" fmla="*/ 518351 h 3658174"/>
              <a:gd name="connsiteX9585" fmla="*/ 3377764 w 6514506"/>
              <a:gd name="connsiteY9585" fmla="*/ 520541 h 3658174"/>
              <a:gd name="connsiteX9586" fmla="*/ 3388813 w 6514506"/>
              <a:gd name="connsiteY9586" fmla="*/ 511112 h 3658174"/>
              <a:gd name="connsiteX9587" fmla="*/ 3413578 w 6514506"/>
              <a:gd name="connsiteY9587" fmla="*/ 511397 h 3658174"/>
              <a:gd name="connsiteX9588" fmla="*/ 3449868 w 6514506"/>
              <a:gd name="connsiteY9588" fmla="*/ 508634 h 3658174"/>
              <a:gd name="connsiteX9589" fmla="*/ 3463108 w 6514506"/>
              <a:gd name="connsiteY9589" fmla="*/ 511301 h 3658174"/>
              <a:gd name="connsiteX9590" fmla="*/ 3475967 w 6514506"/>
              <a:gd name="connsiteY9590" fmla="*/ 516160 h 3658174"/>
              <a:gd name="connsiteX9591" fmla="*/ 3486159 w 6514506"/>
              <a:gd name="connsiteY9591" fmla="*/ 523207 h 3658174"/>
              <a:gd name="connsiteX9592" fmla="*/ 3499112 w 6514506"/>
              <a:gd name="connsiteY9592" fmla="*/ 525684 h 3658174"/>
              <a:gd name="connsiteX9593" fmla="*/ 3504447 w 6514506"/>
              <a:gd name="connsiteY9593" fmla="*/ 517874 h 3658174"/>
              <a:gd name="connsiteX9594" fmla="*/ 3498827 w 6514506"/>
              <a:gd name="connsiteY9594" fmla="*/ 499682 h 3658174"/>
              <a:gd name="connsiteX9595" fmla="*/ 3507304 w 6514506"/>
              <a:gd name="connsiteY9595" fmla="*/ 493490 h 3658174"/>
              <a:gd name="connsiteX9596" fmla="*/ 3528545 w 6514506"/>
              <a:gd name="connsiteY9596" fmla="*/ 499205 h 3658174"/>
              <a:gd name="connsiteX9597" fmla="*/ 3539594 w 6514506"/>
              <a:gd name="connsiteY9597" fmla="*/ 500063 h 3658174"/>
              <a:gd name="connsiteX9598" fmla="*/ 3547119 w 6514506"/>
              <a:gd name="connsiteY9598" fmla="*/ 499586 h 3658174"/>
              <a:gd name="connsiteX9599" fmla="*/ 3564835 w 6514506"/>
              <a:gd name="connsiteY9599" fmla="*/ 498729 h 3658174"/>
              <a:gd name="connsiteX9600" fmla="*/ 3579027 w 6514506"/>
              <a:gd name="connsiteY9600" fmla="*/ 499491 h 3658174"/>
              <a:gd name="connsiteX9601" fmla="*/ 3589219 w 6514506"/>
              <a:gd name="connsiteY9601" fmla="*/ 502730 h 3658174"/>
              <a:gd name="connsiteX9602" fmla="*/ 3599887 w 6514506"/>
              <a:gd name="connsiteY9602" fmla="*/ 504920 h 3658174"/>
              <a:gd name="connsiteX9603" fmla="*/ 3605507 w 6514506"/>
              <a:gd name="connsiteY9603" fmla="*/ 506062 h 3658174"/>
              <a:gd name="connsiteX9604" fmla="*/ 3619413 w 6514506"/>
              <a:gd name="connsiteY9604" fmla="*/ 510731 h 3658174"/>
              <a:gd name="connsiteX9605" fmla="*/ 3626462 w 6514506"/>
              <a:gd name="connsiteY9605" fmla="*/ 516445 h 3658174"/>
              <a:gd name="connsiteX9606" fmla="*/ 3636177 w 6514506"/>
              <a:gd name="connsiteY9606" fmla="*/ 519589 h 3658174"/>
              <a:gd name="connsiteX9607" fmla="*/ 3649417 w 6514506"/>
              <a:gd name="connsiteY9607" fmla="*/ 523113 h 3658174"/>
              <a:gd name="connsiteX9608" fmla="*/ 3660466 w 6514506"/>
              <a:gd name="connsiteY9608" fmla="*/ 525304 h 3658174"/>
              <a:gd name="connsiteX9609" fmla="*/ 3672372 w 6514506"/>
              <a:gd name="connsiteY9609" fmla="*/ 531495 h 3658174"/>
              <a:gd name="connsiteX9610" fmla="*/ 3682088 w 6514506"/>
              <a:gd name="connsiteY9610" fmla="*/ 535877 h 3658174"/>
              <a:gd name="connsiteX9611" fmla="*/ 3689612 w 6514506"/>
              <a:gd name="connsiteY9611" fmla="*/ 539401 h 3658174"/>
              <a:gd name="connsiteX9612" fmla="*/ 3693137 w 6514506"/>
              <a:gd name="connsiteY9612" fmla="*/ 544259 h 3658174"/>
              <a:gd name="connsiteX9613" fmla="*/ 3696280 w 6514506"/>
              <a:gd name="connsiteY9613" fmla="*/ 543401 h 3658174"/>
              <a:gd name="connsiteX9614" fmla="*/ 3710853 w 6514506"/>
              <a:gd name="connsiteY9614" fmla="*/ 549593 h 3658174"/>
              <a:gd name="connsiteX9615" fmla="*/ 3714854 w 6514506"/>
              <a:gd name="connsiteY9615" fmla="*/ 560642 h 3658174"/>
              <a:gd name="connsiteX9616" fmla="*/ 3720188 w 6514506"/>
              <a:gd name="connsiteY9616" fmla="*/ 572548 h 3658174"/>
              <a:gd name="connsiteX9617" fmla="*/ 3722760 w 6514506"/>
              <a:gd name="connsiteY9617" fmla="*/ 575691 h 3658174"/>
              <a:gd name="connsiteX9618" fmla="*/ 3728189 w 6514506"/>
              <a:gd name="connsiteY9618" fmla="*/ 576167 h 3658174"/>
              <a:gd name="connsiteX9619" fmla="*/ 3728189 w 6514506"/>
              <a:gd name="connsiteY9619" fmla="*/ 572167 h 3658174"/>
              <a:gd name="connsiteX9620" fmla="*/ 3726379 w 6514506"/>
              <a:gd name="connsiteY9620" fmla="*/ 565498 h 3658174"/>
              <a:gd name="connsiteX9621" fmla="*/ 3723236 w 6514506"/>
              <a:gd name="connsiteY9621" fmla="*/ 558832 h 3658174"/>
              <a:gd name="connsiteX9622" fmla="*/ 3729427 w 6514506"/>
              <a:gd name="connsiteY9622" fmla="*/ 552640 h 3658174"/>
              <a:gd name="connsiteX9623" fmla="*/ 3736952 w 6514506"/>
              <a:gd name="connsiteY9623" fmla="*/ 561975 h 3658174"/>
              <a:gd name="connsiteX9624" fmla="*/ 3742667 w 6514506"/>
              <a:gd name="connsiteY9624" fmla="*/ 557594 h 3658174"/>
              <a:gd name="connsiteX9625" fmla="*/ 3755907 w 6514506"/>
              <a:gd name="connsiteY9625" fmla="*/ 556736 h 3658174"/>
              <a:gd name="connsiteX9626" fmla="*/ 3778957 w 6514506"/>
              <a:gd name="connsiteY9626" fmla="*/ 569976 h 3658174"/>
              <a:gd name="connsiteX9627" fmla="*/ 3784672 w 6514506"/>
              <a:gd name="connsiteY9627" fmla="*/ 570452 h 3658174"/>
              <a:gd name="connsiteX9628" fmla="*/ 3794864 w 6514506"/>
              <a:gd name="connsiteY9628" fmla="*/ 572642 h 3658174"/>
              <a:gd name="connsiteX9629" fmla="*/ 3790006 w 6514506"/>
              <a:gd name="connsiteY9629" fmla="*/ 576644 h 3658174"/>
              <a:gd name="connsiteX9630" fmla="*/ 3785149 w 6514506"/>
              <a:gd name="connsiteY9630" fmla="*/ 582359 h 3658174"/>
              <a:gd name="connsiteX9631" fmla="*/ 3778957 w 6514506"/>
              <a:gd name="connsiteY9631" fmla="*/ 584167 h 3658174"/>
              <a:gd name="connsiteX9632" fmla="*/ 3774576 w 6514506"/>
              <a:gd name="connsiteY9632" fmla="*/ 586359 h 3658174"/>
              <a:gd name="connsiteX9633" fmla="*/ 3761050 w 6514506"/>
              <a:gd name="connsiteY9633" fmla="*/ 588836 h 3658174"/>
              <a:gd name="connsiteX9634" fmla="*/ 3758669 w 6514506"/>
              <a:gd name="connsiteY9634" fmla="*/ 591217 h 3658174"/>
              <a:gd name="connsiteX9635" fmla="*/ 3760860 w 6514506"/>
              <a:gd name="connsiteY9635" fmla="*/ 598742 h 3658174"/>
              <a:gd name="connsiteX9636" fmla="*/ 3757716 w 6514506"/>
              <a:gd name="connsiteY9636" fmla="*/ 606743 h 3658174"/>
              <a:gd name="connsiteX9637" fmla="*/ 3745810 w 6514506"/>
              <a:gd name="connsiteY9637" fmla="*/ 608648 h 3658174"/>
              <a:gd name="connsiteX9638" fmla="*/ 3759050 w 6514506"/>
              <a:gd name="connsiteY9638" fmla="*/ 610838 h 3658174"/>
              <a:gd name="connsiteX9639" fmla="*/ 3766575 w 6514506"/>
              <a:gd name="connsiteY9639" fmla="*/ 616076 h 3658174"/>
              <a:gd name="connsiteX9640" fmla="*/ 3757812 w 6514506"/>
              <a:gd name="connsiteY9640" fmla="*/ 618076 h 3658174"/>
              <a:gd name="connsiteX9641" fmla="*/ 3735999 w 6514506"/>
              <a:gd name="connsiteY9641" fmla="*/ 615220 h 3658174"/>
              <a:gd name="connsiteX9642" fmla="*/ 3717426 w 6514506"/>
              <a:gd name="connsiteY9642" fmla="*/ 609505 h 3658174"/>
              <a:gd name="connsiteX9643" fmla="*/ 3707710 w 6514506"/>
              <a:gd name="connsiteY9643" fmla="*/ 599313 h 3658174"/>
              <a:gd name="connsiteX9644" fmla="*/ 3696661 w 6514506"/>
              <a:gd name="connsiteY9644" fmla="*/ 589979 h 3658174"/>
              <a:gd name="connsiteX9645" fmla="*/ 3681707 w 6514506"/>
              <a:gd name="connsiteY9645" fmla="*/ 591979 h 3658174"/>
              <a:gd name="connsiteX9646" fmla="*/ 3671420 w 6514506"/>
              <a:gd name="connsiteY9646" fmla="*/ 591692 h 3658174"/>
              <a:gd name="connsiteX9647" fmla="*/ 3663895 w 6514506"/>
              <a:gd name="connsiteY9647" fmla="*/ 583310 h 3658174"/>
              <a:gd name="connsiteX9648" fmla="*/ 3663419 w 6514506"/>
              <a:gd name="connsiteY9648" fmla="*/ 575785 h 3658174"/>
              <a:gd name="connsiteX9649" fmla="*/ 3651894 w 6514506"/>
              <a:gd name="connsiteY9649" fmla="*/ 581120 h 3658174"/>
              <a:gd name="connsiteX9650" fmla="*/ 3649703 w 6514506"/>
              <a:gd name="connsiteY9650" fmla="*/ 588645 h 3658174"/>
              <a:gd name="connsiteX9651" fmla="*/ 3653322 w 6514506"/>
              <a:gd name="connsiteY9651" fmla="*/ 598742 h 3658174"/>
              <a:gd name="connsiteX9652" fmla="*/ 3647893 w 6514506"/>
              <a:gd name="connsiteY9652" fmla="*/ 610743 h 3658174"/>
              <a:gd name="connsiteX9653" fmla="*/ 3624462 w 6514506"/>
              <a:gd name="connsiteY9653" fmla="*/ 617791 h 3658174"/>
              <a:gd name="connsiteX9654" fmla="*/ 3612079 w 6514506"/>
              <a:gd name="connsiteY9654" fmla="*/ 611600 h 3658174"/>
              <a:gd name="connsiteX9655" fmla="*/ 3610746 w 6514506"/>
              <a:gd name="connsiteY9655" fmla="*/ 613791 h 3658174"/>
              <a:gd name="connsiteX9656" fmla="*/ 3606745 w 6514506"/>
              <a:gd name="connsiteY9656" fmla="*/ 615982 h 3658174"/>
              <a:gd name="connsiteX9657" fmla="*/ 3602364 w 6514506"/>
              <a:gd name="connsiteY9657" fmla="*/ 621696 h 3658174"/>
              <a:gd name="connsiteX9658" fmla="*/ 3612555 w 6514506"/>
              <a:gd name="connsiteY9658" fmla="*/ 620840 h 3658174"/>
              <a:gd name="connsiteX9659" fmla="*/ 3620080 w 6514506"/>
              <a:gd name="connsiteY9659" fmla="*/ 623982 h 3658174"/>
              <a:gd name="connsiteX9660" fmla="*/ 3626271 w 6514506"/>
              <a:gd name="connsiteY9660" fmla="*/ 627126 h 3658174"/>
              <a:gd name="connsiteX9661" fmla="*/ 3635130 w 6514506"/>
              <a:gd name="connsiteY9661" fmla="*/ 633794 h 3658174"/>
              <a:gd name="connsiteX9662" fmla="*/ 3635130 w 6514506"/>
              <a:gd name="connsiteY9662" fmla="*/ 638175 h 3658174"/>
              <a:gd name="connsiteX9663" fmla="*/ 3638654 w 6514506"/>
              <a:gd name="connsiteY9663" fmla="*/ 640842 h 3658174"/>
              <a:gd name="connsiteX9664" fmla="*/ 3639987 w 6514506"/>
              <a:gd name="connsiteY9664" fmla="*/ 646176 h 3658174"/>
              <a:gd name="connsiteX9665" fmla="*/ 3649703 w 6514506"/>
              <a:gd name="connsiteY9665" fmla="*/ 654176 h 3658174"/>
              <a:gd name="connsiteX9666" fmla="*/ 3658085 w 6514506"/>
              <a:gd name="connsiteY9666" fmla="*/ 663893 h 3658174"/>
              <a:gd name="connsiteX9667" fmla="*/ 3656751 w 6514506"/>
              <a:gd name="connsiteY9667" fmla="*/ 669227 h 3658174"/>
              <a:gd name="connsiteX9668" fmla="*/ 3648750 w 6514506"/>
              <a:gd name="connsiteY9668" fmla="*/ 673227 h 3658174"/>
              <a:gd name="connsiteX9669" fmla="*/ 3635034 w 6514506"/>
              <a:gd name="connsiteY9669" fmla="*/ 669227 h 3658174"/>
              <a:gd name="connsiteX9670" fmla="*/ 3629319 w 6514506"/>
              <a:gd name="connsiteY9670" fmla="*/ 669227 h 3658174"/>
              <a:gd name="connsiteX9671" fmla="*/ 3626176 w 6514506"/>
              <a:gd name="connsiteY9671" fmla="*/ 666083 h 3658174"/>
              <a:gd name="connsiteX9672" fmla="*/ 3623414 w 6514506"/>
              <a:gd name="connsiteY9672" fmla="*/ 663606 h 3658174"/>
              <a:gd name="connsiteX9673" fmla="*/ 3621318 w 6514506"/>
              <a:gd name="connsiteY9673" fmla="*/ 667417 h 3658174"/>
              <a:gd name="connsiteX9674" fmla="*/ 3617794 w 6514506"/>
              <a:gd name="connsiteY9674" fmla="*/ 671512 h 3658174"/>
              <a:gd name="connsiteX9675" fmla="*/ 3603602 w 6514506"/>
              <a:gd name="connsiteY9675" fmla="*/ 679895 h 3658174"/>
              <a:gd name="connsiteX9676" fmla="*/ 3579218 w 6514506"/>
              <a:gd name="connsiteY9676" fmla="*/ 694087 h 3658174"/>
              <a:gd name="connsiteX9677" fmla="*/ 3568455 w 6514506"/>
              <a:gd name="connsiteY9677" fmla="*/ 702088 h 3658174"/>
              <a:gd name="connsiteX9678" fmla="*/ 3560644 w 6514506"/>
              <a:gd name="connsiteY9678" fmla="*/ 707803 h 3658174"/>
              <a:gd name="connsiteX9679" fmla="*/ 3540261 w 6514506"/>
              <a:gd name="connsiteY9679" fmla="*/ 724662 h 3658174"/>
              <a:gd name="connsiteX9680" fmla="*/ 3537784 w 6514506"/>
              <a:gd name="connsiteY9680" fmla="*/ 724662 h 3658174"/>
              <a:gd name="connsiteX9681" fmla="*/ 3532164 w 6514506"/>
              <a:gd name="connsiteY9681" fmla="*/ 734854 h 3658174"/>
              <a:gd name="connsiteX9682" fmla="*/ 3526735 w 6514506"/>
              <a:gd name="connsiteY9682" fmla="*/ 733044 h 3658174"/>
              <a:gd name="connsiteX9683" fmla="*/ 3516353 w 6514506"/>
              <a:gd name="connsiteY9683" fmla="*/ 721995 h 3658174"/>
              <a:gd name="connsiteX9684" fmla="*/ 3497303 w 6514506"/>
              <a:gd name="connsiteY9684" fmla="*/ 720471 h 3658174"/>
              <a:gd name="connsiteX9685" fmla="*/ 3476919 w 6514506"/>
              <a:gd name="connsiteY9685" fmla="*/ 729425 h 3658174"/>
              <a:gd name="connsiteX9686" fmla="*/ 3466728 w 6514506"/>
              <a:gd name="connsiteY9686" fmla="*/ 730377 h 3658174"/>
              <a:gd name="connsiteX9687" fmla="*/ 3455202 w 6514506"/>
              <a:gd name="connsiteY9687" fmla="*/ 728567 h 3658174"/>
              <a:gd name="connsiteX9688" fmla="*/ 3449011 w 6514506"/>
              <a:gd name="connsiteY9688" fmla="*/ 740950 h 3658174"/>
              <a:gd name="connsiteX9689" fmla="*/ 3442820 w 6514506"/>
              <a:gd name="connsiteY9689" fmla="*/ 742283 h 3658174"/>
              <a:gd name="connsiteX9690" fmla="*/ 3437486 w 6514506"/>
              <a:gd name="connsiteY9690" fmla="*/ 742283 h 3658174"/>
              <a:gd name="connsiteX9691" fmla="*/ 3431294 w 6514506"/>
              <a:gd name="connsiteY9691" fmla="*/ 741426 h 3658174"/>
              <a:gd name="connsiteX9692" fmla="*/ 3423675 w 6514506"/>
              <a:gd name="connsiteY9692" fmla="*/ 748951 h 3658174"/>
              <a:gd name="connsiteX9693" fmla="*/ 3419769 w 6514506"/>
              <a:gd name="connsiteY9693" fmla="*/ 760857 h 3658174"/>
              <a:gd name="connsiteX9694" fmla="*/ 3416626 w 6514506"/>
              <a:gd name="connsiteY9694" fmla="*/ 764858 h 3658174"/>
              <a:gd name="connsiteX9695" fmla="*/ 3408530 w 6514506"/>
              <a:gd name="connsiteY9695" fmla="*/ 779050 h 3658174"/>
              <a:gd name="connsiteX9696" fmla="*/ 3406149 w 6514506"/>
              <a:gd name="connsiteY9696" fmla="*/ 793242 h 3658174"/>
              <a:gd name="connsiteX9697" fmla="*/ 3414054 w 6514506"/>
              <a:gd name="connsiteY9697" fmla="*/ 791432 h 3658174"/>
              <a:gd name="connsiteX9698" fmla="*/ 3421579 w 6514506"/>
              <a:gd name="connsiteY9698" fmla="*/ 798481 h 3658174"/>
              <a:gd name="connsiteX9699" fmla="*/ 3419102 w 6514506"/>
              <a:gd name="connsiteY9699" fmla="*/ 808481 h 3658174"/>
              <a:gd name="connsiteX9700" fmla="*/ 3424246 w 6514506"/>
              <a:gd name="connsiteY9700" fmla="*/ 816196 h 3658174"/>
              <a:gd name="connsiteX9701" fmla="*/ 3428247 w 6514506"/>
              <a:gd name="connsiteY9701" fmla="*/ 825912 h 3658174"/>
              <a:gd name="connsiteX9702" fmla="*/ 3422055 w 6514506"/>
              <a:gd name="connsiteY9702" fmla="*/ 826769 h 3658174"/>
              <a:gd name="connsiteX9703" fmla="*/ 3415388 w 6514506"/>
              <a:gd name="connsiteY9703" fmla="*/ 825436 h 3658174"/>
              <a:gd name="connsiteX9704" fmla="*/ 3413292 w 6514506"/>
              <a:gd name="connsiteY9704" fmla="*/ 830389 h 3658174"/>
              <a:gd name="connsiteX9705" fmla="*/ 3409577 w 6514506"/>
              <a:gd name="connsiteY9705" fmla="*/ 834294 h 3658174"/>
              <a:gd name="connsiteX9706" fmla="*/ 3406720 w 6514506"/>
              <a:gd name="connsiteY9706" fmla="*/ 854296 h 3658174"/>
              <a:gd name="connsiteX9707" fmla="*/ 3405577 w 6514506"/>
              <a:gd name="connsiteY9707" fmla="*/ 868393 h 3658174"/>
              <a:gd name="connsiteX9708" fmla="*/ 3396243 w 6514506"/>
              <a:gd name="connsiteY9708" fmla="*/ 867060 h 3658174"/>
              <a:gd name="connsiteX9709" fmla="*/ 3386908 w 6514506"/>
              <a:gd name="connsiteY9709" fmla="*/ 871537 h 3658174"/>
              <a:gd name="connsiteX9710" fmla="*/ 3380241 w 6514506"/>
              <a:gd name="connsiteY9710" fmla="*/ 879538 h 3658174"/>
              <a:gd name="connsiteX9711" fmla="*/ 3378907 w 6514506"/>
              <a:gd name="connsiteY9711" fmla="*/ 895444 h 3658174"/>
              <a:gd name="connsiteX9712" fmla="*/ 3377574 w 6514506"/>
              <a:gd name="connsiteY9712" fmla="*/ 901636 h 3658174"/>
              <a:gd name="connsiteX9713" fmla="*/ 3366429 w 6514506"/>
              <a:gd name="connsiteY9713" fmla="*/ 903731 h 3658174"/>
              <a:gd name="connsiteX9714" fmla="*/ 3359381 w 6514506"/>
              <a:gd name="connsiteY9714" fmla="*/ 906017 h 3658174"/>
              <a:gd name="connsiteX9715" fmla="*/ 3355952 w 6514506"/>
              <a:gd name="connsiteY9715" fmla="*/ 908779 h 3658174"/>
              <a:gd name="connsiteX9716" fmla="*/ 3354142 w 6514506"/>
              <a:gd name="connsiteY9716" fmla="*/ 925448 h 3658174"/>
              <a:gd name="connsiteX9717" fmla="*/ 3345284 w 6514506"/>
              <a:gd name="connsiteY9717" fmla="*/ 939640 h 3658174"/>
              <a:gd name="connsiteX9718" fmla="*/ 3327091 w 6514506"/>
              <a:gd name="connsiteY9718" fmla="*/ 949832 h 3658174"/>
              <a:gd name="connsiteX9719" fmla="*/ 3319090 w 6514506"/>
              <a:gd name="connsiteY9719" fmla="*/ 917923 h 3658174"/>
              <a:gd name="connsiteX9720" fmla="*/ 3308041 w 6514506"/>
              <a:gd name="connsiteY9720" fmla="*/ 863440 h 3658174"/>
              <a:gd name="connsiteX9721" fmla="*/ 3312899 w 6514506"/>
              <a:gd name="connsiteY9721" fmla="*/ 813434 h 3658174"/>
              <a:gd name="connsiteX9722" fmla="*/ 3321757 w 6514506"/>
              <a:gd name="connsiteY9722" fmla="*/ 807719 h 3658174"/>
              <a:gd name="connsiteX9723" fmla="*/ 3323567 w 6514506"/>
              <a:gd name="connsiteY9723" fmla="*/ 798481 h 3658174"/>
              <a:gd name="connsiteX9724" fmla="*/ 3325948 w 6514506"/>
              <a:gd name="connsiteY9724" fmla="*/ 790670 h 3658174"/>
              <a:gd name="connsiteX9725" fmla="*/ 3336330 w 6514506"/>
              <a:gd name="connsiteY9725" fmla="*/ 786003 h 3658174"/>
              <a:gd name="connsiteX9726" fmla="*/ 3355952 w 6514506"/>
              <a:gd name="connsiteY9726" fmla="*/ 781811 h 3658174"/>
              <a:gd name="connsiteX9727" fmla="*/ 3375287 w 6514506"/>
              <a:gd name="connsiteY9727" fmla="*/ 758952 h 3658174"/>
              <a:gd name="connsiteX9728" fmla="*/ 3391194 w 6514506"/>
              <a:gd name="connsiteY9728" fmla="*/ 742569 h 3658174"/>
              <a:gd name="connsiteX9729" fmla="*/ 3396052 w 6514506"/>
              <a:gd name="connsiteY9729" fmla="*/ 736854 h 3658174"/>
              <a:gd name="connsiteX9730" fmla="*/ 3396528 w 6514506"/>
              <a:gd name="connsiteY9730" fmla="*/ 730187 h 3658174"/>
              <a:gd name="connsiteX9731" fmla="*/ 3404053 w 6514506"/>
              <a:gd name="connsiteY9731" fmla="*/ 723995 h 3658174"/>
              <a:gd name="connsiteX9732" fmla="*/ 3411292 w 6514506"/>
              <a:gd name="connsiteY9732" fmla="*/ 719613 h 3658174"/>
              <a:gd name="connsiteX9733" fmla="*/ 3420436 w 6514506"/>
              <a:gd name="connsiteY9733" fmla="*/ 717423 h 3658174"/>
              <a:gd name="connsiteX9734" fmla="*/ 3425675 w 6514506"/>
              <a:gd name="connsiteY9734" fmla="*/ 712184 h 3658174"/>
              <a:gd name="connsiteX9735" fmla="*/ 3425675 w 6514506"/>
              <a:gd name="connsiteY9735" fmla="*/ 702278 h 3658174"/>
              <a:gd name="connsiteX9736" fmla="*/ 3427485 w 6514506"/>
              <a:gd name="connsiteY9736" fmla="*/ 690848 h 3658174"/>
              <a:gd name="connsiteX9737" fmla="*/ 3438248 w 6514506"/>
              <a:gd name="connsiteY9737" fmla="*/ 679417 h 3658174"/>
              <a:gd name="connsiteX9738" fmla="*/ 3434914 w 6514506"/>
              <a:gd name="connsiteY9738" fmla="*/ 673418 h 3658174"/>
              <a:gd name="connsiteX9739" fmla="*/ 3422912 w 6514506"/>
              <a:gd name="connsiteY9739" fmla="*/ 674656 h 3658174"/>
              <a:gd name="connsiteX9740" fmla="*/ 3415674 w 6514506"/>
              <a:gd name="connsiteY9740" fmla="*/ 677323 h 3658174"/>
              <a:gd name="connsiteX9741" fmla="*/ 3414435 w 6514506"/>
              <a:gd name="connsiteY9741" fmla="*/ 682466 h 3658174"/>
              <a:gd name="connsiteX9742" fmla="*/ 3414721 w 6514506"/>
              <a:gd name="connsiteY9742" fmla="*/ 690562 h 3658174"/>
              <a:gd name="connsiteX9743" fmla="*/ 3412340 w 6514506"/>
              <a:gd name="connsiteY9743" fmla="*/ 696849 h 3658174"/>
              <a:gd name="connsiteX9744" fmla="*/ 3403386 w 6514506"/>
              <a:gd name="connsiteY9744" fmla="*/ 701039 h 3658174"/>
              <a:gd name="connsiteX9745" fmla="*/ 3393480 w 6514506"/>
              <a:gd name="connsiteY9745" fmla="*/ 707327 h 3658174"/>
              <a:gd name="connsiteX9746" fmla="*/ 3383289 w 6514506"/>
              <a:gd name="connsiteY9746" fmla="*/ 719042 h 3658174"/>
              <a:gd name="connsiteX9747" fmla="*/ 3376716 w 6514506"/>
              <a:gd name="connsiteY9747" fmla="*/ 717804 h 3658174"/>
              <a:gd name="connsiteX9748" fmla="*/ 3369858 w 6514506"/>
              <a:gd name="connsiteY9748" fmla="*/ 716660 h 3658174"/>
              <a:gd name="connsiteX9749" fmla="*/ 3368620 w 6514506"/>
              <a:gd name="connsiteY9749" fmla="*/ 707898 h 3658174"/>
              <a:gd name="connsiteX9750" fmla="*/ 3374049 w 6514506"/>
              <a:gd name="connsiteY9750" fmla="*/ 696754 h 3658174"/>
              <a:gd name="connsiteX9751" fmla="*/ 3363858 w 6514506"/>
              <a:gd name="connsiteY9751" fmla="*/ 694373 h 3658174"/>
              <a:gd name="connsiteX9752" fmla="*/ 3347379 w 6514506"/>
              <a:gd name="connsiteY9752" fmla="*/ 693515 h 3658174"/>
              <a:gd name="connsiteX9753" fmla="*/ 3331473 w 6514506"/>
              <a:gd name="connsiteY9753" fmla="*/ 696181 h 3658174"/>
              <a:gd name="connsiteX9754" fmla="*/ 3323091 w 6514506"/>
              <a:gd name="connsiteY9754" fmla="*/ 701896 h 3658174"/>
              <a:gd name="connsiteX9755" fmla="*/ 3314994 w 6514506"/>
              <a:gd name="connsiteY9755" fmla="*/ 710278 h 3658174"/>
              <a:gd name="connsiteX9756" fmla="*/ 3308136 w 6514506"/>
              <a:gd name="connsiteY9756" fmla="*/ 719900 h 3658174"/>
              <a:gd name="connsiteX9757" fmla="*/ 3290801 w 6514506"/>
              <a:gd name="connsiteY9757" fmla="*/ 731330 h 3658174"/>
              <a:gd name="connsiteX9758" fmla="*/ 3280895 w 6514506"/>
              <a:gd name="connsiteY9758" fmla="*/ 745998 h 3658174"/>
              <a:gd name="connsiteX9759" fmla="*/ 3282419 w 6514506"/>
              <a:gd name="connsiteY9759" fmla="*/ 751427 h 3658174"/>
              <a:gd name="connsiteX9760" fmla="*/ 3291086 w 6514506"/>
              <a:gd name="connsiteY9760" fmla="*/ 751999 h 3658174"/>
              <a:gd name="connsiteX9761" fmla="*/ 3296802 w 6514506"/>
              <a:gd name="connsiteY9761" fmla="*/ 757047 h 3658174"/>
              <a:gd name="connsiteX9762" fmla="*/ 3296230 w 6514506"/>
              <a:gd name="connsiteY9762" fmla="*/ 761523 h 3658174"/>
              <a:gd name="connsiteX9763" fmla="*/ 3288705 w 6514506"/>
              <a:gd name="connsiteY9763" fmla="*/ 763619 h 3658174"/>
              <a:gd name="connsiteX9764" fmla="*/ 3281561 w 6514506"/>
              <a:gd name="connsiteY9764" fmla="*/ 762381 h 3658174"/>
              <a:gd name="connsiteX9765" fmla="*/ 3274323 w 6514506"/>
              <a:gd name="connsiteY9765" fmla="*/ 760570 h 3658174"/>
              <a:gd name="connsiteX9766" fmla="*/ 3265369 w 6514506"/>
              <a:gd name="connsiteY9766" fmla="*/ 763238 h 3658174"/>
              <a:gd name="connsiteX9767" fmla="*/ 3252510 w 6514506"/>
              <a:gd name="connsiteY9767" fmla="*/ 764095 h 3658174"/>
              <a:gd name="connsiteX9768" fmla="*/ 3245652 w 6514506"/>
              <a:gd name="connsiteY9768" fmla="*/ 766763 h 3658174"/>
              <a:gd name="connsiteX9769" fmla="*/ 3233936 w 6514506"/>
              <a:gd name="connsiteY9769" fmla="*/ 765905 h 3658174"/>
              <a:gd name="connsiteX9770" fmla="*/ 3240794 w 6514506"/>
              <a:gd name="connsiteY9770" fmla="*/ 761143 h 3658174"/>
              <a:gd name="connsiteX9771" fmla="*/ 3244700 w 6514506"/>
              <a:gd name="connsiteY9771" fmla="*/ 759619 h 3658174"/>
              <a:gd name="connsiteX9772" fmla="*/ 3240794 w 6514506"/>
              <a:gd name="connsiteY9772" fmla="*/ 758381 h 3658174"/>
              <a:gd name="connsiteX9773" fmla="*/ 3238699 w 6514506"/>
              <a:gd name="connsiteY9773" fmla="*/ 756285 h 3658174"/>
              <a:gd name="connsiteX9774" fmla="*/ 3228793 w 6514506"/>
              <a:gd name="connsiteY9774" fmla="*/ 753237 h 3658174"/>
              <a:gd name="connsiteX9775" fmla="*/ 3222792 w 6514506"/>
              <a:gd name="connsiteY9775" fmla="*/ 750856 h 3658174"/>
              <a:gd name="connsiteX9776" fmla="*/ 3215268 w 6514506"/>
              <a:gd name="connsiteY9776" fmla="*/ 748475 h 3658174"/>
              <a:gd name="connsiteX9777" fmla="*/ 3206600 w 6514506"/>
              <a:gd name="connsiteY9777" fmla="*/ 746284 h 3658174"/>
              <a:gd name="connsiteX9778" fmla="*/ 3200027 w 6514506"/>
              <a:gd name="connsiteY9778" fmla="*/ 747522 h 3658174"/>
              <a:gd name="connsiteX9779" fmla="*/ 3196122 w 6514506"/>
              <a:gd name="connsiteY9779" fmla="*/ 749332 h 3658174"/>
              <a:gd name="connsiteX9780" fmla="*/ 3195265 w 6514506"/>
              <a:gd name="connsiteY9780" fmla="*/ 754760 h 3658174"/>
              <a:gd name="connsiteX9781" fmla="*/ 3187169 w 6514506"/>
              <a:gd name="connsiteY9781" fmla="*/ 756285 h 3658174"/>
              <a:gd name="connsiteX9782" fmla="*/ 3182692 w 6514506"/>
              <a:gd name="connsiteY9782" fmla="*/ 754475 h 3658174"/>
              <a:gd name="connsiteX9783" fmla="*/ 3175548 w 6514506"/>
              <a:gd name="connsiteY9783" fmla="*/ 753904 h 3658174"/>
              <a:gd name="connsiteX9784" fmla="*/ 3167738 w 6514506"/>
              <a:gd name="connsiteY9784" fmla="*/ 756857 h 3658174"/>
              <a:gd name="connsiteX9785" fmla="*/ 3159070 w 6514506"/>
              <a:gd name="connsiteY9785" fmla="*/ 754189 h 3658174"/>
              <a:gd name="connsiteX9786" fmla="*/ 3153069 w 6514506"/>
              <a:gd name="connsiteY9786" fmla="*/ 755047 h 3658174"/>
              <a:gd name="connsiteX9787" fmla="*/ 3147069 w 6514506"/>
              <a:gd name="connsiteY9787" fmla="*/ 758666 h 3658174"/>
              <a:gd name="connsiteX9788" fmla="*/ 3146497 w 6514506"/>
              <a:gd name="connsiteY9788" fmla="*/ 750570 h 3658174"/>
              <a:gd name="connsiteX9789" fmla="*/ 3117732 w 6514506"/>
              <a:gd name="connsiteY9789" fmla="*/ 754189 h 3658174"/>
              <a:gd name="connsiteX9790" fmla="*/ 3086870 w 6514506"/>
              <a:gd name="connsiteY9790" fmla="*/ 763524 h 3658174"/>
              <a:gd name="connsiteX9791" fmla="*/ 3075155 w 6514506"/>
              <a:gd name="connsiteY9791" fmla="*/ 773430 h 3658174"/>
              <a:gd name="connsiteX9792" fmla="*/ 3063439 w 6514506"/>
              <a:gd name="connsiteY9792" fmla="*/ 786289 h 3658174"/>
              <a:gd name="connsiteX9793" fmla="*/ 3049056 w 6514506"/>
              <a:gd name="connsiteY9793" fmla="*/ 797718 h 3658174"/>
              <a:gd name="connsiteX9794" fmla="*/ 3032292 w 6514506"/>
              <a:gd name="connsiteY9794" fmla="*/ 809719 h 3658174"/>
              <a:gd name="connsiteX9795" fmla="*/ 3026006 w 6514506"/>
              <a:gd name="connsiteY9795" fmla="*/ 814196 h 3658174"/>
              <a:gd name="connsiteX9796" fmla="*/ 3015243 w 6514506"/>
              <a:gd name="connsiteY9796" fmla="*/ 822292 h 3658174"/>
              <a:gd name="connsiteX9797" fmla="*/ 3008575 w 6514506"/>
              <a:gd name="connsiteY9797" fmla="*/ 831246 h 3658174"/>
              <a:gd name="connsiteX9798" fmla="*/ 3002384 w 6514506"/>
              <a:gd name="connsiteY9798" fmla="*/ 837818 h 3658174"/>
              <a:gd name="connsiteX9799" fmla="*/ 2994954 w 6514506"/>
              <a:gd name="connsiteY9799" fmla="*/ 841247 h 3658174"/>
              <a:gd name="connsiteX9800" fmla="*/ 2989239 w 6514506"/>
              <a:gd name="connsiteY9800" fmla="*/ 846581 h 3658174"/>
              <a:gd name="connsiteX9801" fmla="*/ 2981429 w 6514506"/>
              <a:gd name="connsiteY9801" fmla="*/ 852582 h 3658174"/>
              <a:gd name="connsiteX9802" fmla="*/ 2973333 w 6514506"/>
              <a:gd name="connsiteY9802" fmla="*/ 858868 h 3658174"/>
              <a:gd name="connsiteX9803" fmla="*/ 2974571 w 6514506"/>
              <a:gd name="connsiteY9803" fmla="*/ 861821 h 3658174"/>
              <a:gd name="connsiteX9804" fmla="*/ 2983905 w 6514506"/>
              <a:gd name="connsiteY9804" fmla="*/ 866012 h 3658174"/>
              <a:gd name="connsiteX9805" fmla="*/ 2994383 w 6514506"/>
              <a:gd name="connsiteY9805" fmla="*/ 864774 h 3658174"/>
              <a:gd name="connsiteX9806" fmla="*/ 2997335 w 6514506"/>
              <a:gd name="connsiteY9806" fmla="*/ 866584 h 3658174"/>
              <a:gd name="connsiteX9807" fmla="*/ 2995811 w 6514506"/>
              <a:gd name="connsiteY9807" fmla="*/ 879728 h 3658174"/>
              <a:gd name="connsiteX9808" fmla="*/ 3000288 w 6514506"/>
              <a:gd name="connsiteY9808" fmla="*/ 883062 h 3658174"/>
              <a:gd name="connsiteX9809" fmla="*/ 3000574 w 6514506"/>
              <a:gd name="connsiteY9809" fmla="*/ 876204 h 3658174"/>
              <a:gd name="connsiteX9810" fmla="*/ 3006003 w 6514506"/>
              <a:gd name="connsiteY9810" fmla="*/ 871060 h 3658174"/>
              <a:gd name="connsiteX9811" fmla="*/ 3006003 w 6514506"/>
              <a:gd name="connsiteY9811" fmla="*/ 874966 h 3658174"/>
              <a:gd name="connsiteX9812" fmla="*/ 3008385 w 6514506"/>
              <a:gd name="connsiteY9812" fmla="*/ 879442 h 3658174"/>
              <a:gd name="connsiteX9813" fmla="*/ 3008385 w 6514506"/>
              <a:gd name="connsiteY9813" fmla="*/ 884491 h 3658174"/>
              <a:gd name="connsiteX9814" fmla="*/ 3004194 w 6514506"/>
              <a:gd name="connsiteY9814" fmla="*/ 892015 h 3658174"/>
              <a:gd name="connsiteX9815" fmla="*/ 3013528 w 6514506"/>
              <a:gd name="connsiteY9815" fmla="*/ 889063 h 3658174"/>
              <a:gd name="connsiteX9816" fmla="*/ 3020386 w 6514506"/>
              <a:gd name="connsiteY9816" fmla="*/ 882776 h 3658174"/>
              <a:gd name="connsiteX9817" fmla="*/ 3024863 w 6514506"/>
              <a:gd name="connsiteY9817" fmla="*/ 880966 h 3658174"/>
              <a:gd name="connsiteX9818" fmla="*/ 3026387 w 6514506"/>
              <a:gd name="connsiteY9818" fmla="*/ 886110 h 3658174"/>
              <a:gd name="connsiteX9819" fmla="*/ 3030006 w 6514506"/>
              <a:gd name="connsiteY9819" fmla="*/ 875918 h 3658174"/>
              <a:gd name="connsiteX9820" fmla="*/ 3033911 w 6514506"/>
              <a:gd name="connsiteY9820" fmla="*/ 872299 h 3658174"/>
              <a:gd name="connsiteX9821" fmla="*/ 3045627 w 6514506"/>
              <a:gd name="connsiteY9821" fmla="*/ 874680 h 3658174"/>
              <a:gd name="connsiteX9822" fmla="*/ 3051628 w 6514506"/>
              <a:gd name="connsiteY9822" fmla="*/ 875918 h 3658174"/>
              <a:gd name="connsiteX9823" fmla="*/ 3054009 w 6514506"/>
              <a:gd name="connsiteY9823" fmla="*/ 881347 h 3658174"/>
              <a:gd name="connsiteX9824" fmla="*/ 3060677 w 6514506"/>
              <a:gd name="connsiteY9824" fmla="*/ 888872 h 3658174"/>
              <a:gd name="connsiteX9825" fmla="*/ 3065916 w 6514506"/>
              <a:gd name="connsiteY9825" fmla="*/ 894873 h 3658174"/>
              <a:gd name="connsiteX9826" fmla="*/ 3068583 w 6514506"/>
              <a:gd name="connsiteY9826" fmla="*/ 900302 h 3658174"/>
              <a:gd name="connsiteX9827" fmla="*/ 3064677 w 6514506"/>
              <a:gd name="connsiteY9827" fmla="*/ 904207 h 3658174"/>
              <a:gd name="connsiteX9828" fmla="*/ 3062296 w 6514506"/>
              <a:gd name="connsiteY9828" fmla="*/ 908113 h 3658174"/>
              <a:gd name="connsiteX9829" fmla="*/ 3067344 w 6514506"/>
              <a:gd name="connsiteY9829" fmla="*/ 913542 h 3658174"/>
              <a:gd name="connsiteX9830" fmla="*/ 3067630 w 6514506"/>
              <a:gd name="connsiteY9830" fmla="*/ 917447 h 3658174"/>
              <a:gd name="connsiteX9831" fmla="*/ 3070583 w 6514506"/>
              <a:gd name="connsiteY9831" fmla="*/ 922210 h 3658174"/>
              <a:gd name="connsiteX9832" fmla="*/ 3067630 w 6514506"/>
              <a:gd name="connsiteY9832" fmla="*/ 933259 h 3658174"/>
              <a:gd name="connsiteX9833" fmla="*/ 3058677 w 6514506"/>
              <a:gd name="connsiteY9833" fmla="*/ 944308 h 3658174"/>
              <a:gd name="connsiteX9834" fmla="*/ 3058105 w 6514506"/>
              <a:gd name="connsiteY9834" fmla="*/ 947927 h 3658174"/>
              <a:gd name="connsiteX9835" fmla="*/ 3056010 w 6514506"/>
              <a:gd name="connsiteY9835" fmla="*/ 953642 h 3658174"/>
              <a:gd name="connsiteX9836" fmla="*/ 3053343 w 6514506"/>
              <a:gd name="connsiteY9836" fmla="*/ 963262 h 3658174"/>
              <a:gd name="connsiteX9837" fmla="*/ 3052104 w 6514506"/>
              <a:gd name="connsiteY9837" fmla="*/ 972597 h 3658174"/>
              <a:gd name="connsiteX9838" fmla="*/ 3051533 w 6514506"/>
              <a:gd name="connsiteY9838" fmla="*/ 977359 h 3658174"/>
              <a:gd name="connsiteX9839" fmla="*/ 3051819 w 6514506"/>
              <a:gd name="connsiteY9839" fmla="*/ 986313 h 3658174"/>
              <a:gd name="connsiteX9840" fmla="*/ 3050009 w 6514506"/>
              <a:gd name="connsiteY9840" fmla="*/ 995933 h 3658174"/>
              <a:gd name="connsiteX9841" fmla="*/ 3048770 w 6514506"/>
              <a:gd name="connsiteY9841" fmla="*/ 1004315 h 3658174"/>
              <a:gd name="connsiteX9842" fmla="*/ 3039150 w 6514506"/>
              <a:gd name="connsiteY9842" fmla="*/ 1020793 h 3658174"/>
              <a:gd name="connsiteX9843" fmla="*/ 3029244 w 6514506"/>
              <a:gd name="connsiteY9843" fmla="*/ 1034319 h 3658174"/>
              <a:gd name="connsiteX9844" fmla="*/ 3020291 w 6514506"/>
              <a:gd name="connsiteY9844" fmla="*/ 1043844 h 3658174"/>
              <a:gd name="connsiteX9845" fmla="*/ 3010099 w 6514506"/>
              <a:gd name="connsiteY9845" fmla="*/ 1059751 h 3658174"/>
              <a:gd name="connsiteX9846" fmla="*/ 2994859 w 6514506"/>
              <a:gd name="connsiteY9846" fmla="*/ 1076515 h 3658174"/>
              <a:gd name="connsiteX9847" fmla="*/ 2975047 w 6514506"/>
              <a:gd name="connsiteY9847" fmla="*/ 1099279 h 3658174"/>
              <a:gd name="connsiteX9848" fmla="*/ 2970570 w 6514506"/>
              <a:gd name="connsiteY9848" fmla="*/ 1104709 h 3658174"/>
              <a:gd name="connsiteX9849" fmla="*/ 2964569 w 6514506"/>
              <a:gd name="connsiteY9849" fmla="*/ 1111567 h 3658174"/>
              <a:gd name="connsiteX9850" fmla="*/ 2953806 w 6514506"/>
              <a:gd name="connsiteY9850" fmla="*/ 1125092 h 3658174"/>
              <a:gd name="connsiteX9851" fmla="*/ 2940948 w 6514506"/>
              <a:gd name="connsiteY9851" fmla="*/ 1134427 h 3658174"/>
              <a:gd name="connsiteX9852" fmla="*/ 2927422 w 6514506"/>
              <a:gd name="connsiteY9852" fmla="*/ 1142523 h 3658174"/>
              <a:gd name="connsiteX9853" fmla="*/ 2911230 w 6514506"/>
              <a:gd name="connsiteY9853" fmla="*/ 1143761 h 3658174"/>
              <a:gd name="connsiteX9854" fmla="*/ 2899800 w 6514506"/>
              <a:gd name="connsiteY9854" fmla="*/ 1135665 h 3658174"/>
              <a:gd name="connsiteX9855" fmla="*/ 2895323 w 6514506"/>
              <a:gd name="connsiteY9855" fmla="*/ 1131188 h 3658174"/>
              <a:gd name="connsiteX9856" fmla="*/ 2888751 w 6514506"/>
              <a:gd name="connsiteY9856" fmla="*/ 1135379 h 3658174"/>
              <a:gd name="connsiteX9857" fmla="*/ 2883321 w 6514506"/>
              <a:gd name="connsiteY9857" fmla="*/ 1143761 h 3658174"/>
              <a:gd name="connsiteX9858" fmla="*/ 2879702 w 6514506"/>
              <a:gd name="connsiteY9858" fmla="*/ 1146142 h 3658174"/>
              <a:gd name="connsiteX9859" fmla="*/ 2874554 w 6514506"/>
              <a:gd name="connsiteY9859" fmla="*/ 1150116 h 3658174"/>
              <a:gd name="connsiteX9860" fmla="*/ 2874749 w 6514506"/>
              <a:gd name="connsiteY9860" fmla="*/ 1150429 h 3658174"/>
              <a:gd name="connsiteX9861" fmla="*/ 2873796 w 6514506"/>
              <a:gd name="connsiteY9861" fmla="*/ 1153191 h 3658174"/>
              <a:gd name="connsiteX9862" fmla="*/ 2873606 w 6514506"/>
              <a:gd name="connsiteY9862" fmla="*/ 1153191 h 3658174"/>
              <a:gd name="connsiteX9863" fmla="*/ 2870177 w 6514506"/>
              <a:gd name="connsiteY9863" fmla="*/ 1153191 h 3658174"/>
              <a:gd name="connsiteX9864" fmla="*/ 2865129 w 6514506"/>
              <a:gd name="connsiteY9864" fmla="*/ 1155287 h 3658174"/>
              <a:gd name="connsiteX9865" fmla="*/ 2860366 w 6514506"/>
              <a:gd name="connsiteY9865" fmla="*/ 1160335 h 3658174"/>
              <a:gd name="connsiteX9866" fmla="*/ 2856747 w 6514506"/>
              <a:gd name="connsiteY9866" fmla="*/ 1166336 h 3658174"/>
              <a:gd name="connsiteX9867" fmla="*/ 2853794 w 6514506"/>
              <a:gd name="connsiteY9867" fmla="*/ 1176813 h 3658174"/>
              <a:gd name="connsiteX9868" fmla="*/ 2848365 w 6514506"/>
              <a:gd name="connsiteY9868" fmla="*/ 1189101 h 3658174"/>
              <a:gd name="connsiteX9869" fmla="*/ 2835220 w 6514506"/>
              <a:gd name="connsiteY9869" fmla="*/ 1200531 h 3658174"/>
              <a:gd name="connsiteX9870" fmla="*/ 2821123 w 6514506"/>
              <a:gd name="connsiteY9870" fmla="*/ 1208341 h 3658174"/>
              <a:gd name="connsiteX9871" fmla="*/ 2814551 w 6514506"/>
              <a:gd name="connsiteY9871" fmla="*/ 1218247 h 3658174"/>
              <a:gd name="connsiteX9872" fmla="*/ 2812455 w 6514506"/>
              <a:gd name="connsiteY9872" fmla="*/ 1226915 h 3658174"/>
              <a:gd name="connsiteX9873" fmla="*/ 2819599 w 6514506"/>
              <a:gd name="connsiteY9873" fmla="*/ 1235011 h 3658174"/>
              <a:gd name="connsiteX9874" fmla="*/ 2822266 w 6514506"/>
              <a:gd name="connsiteY9874" fmla="*/ 1237678 h 3658174"/>
              <a:gd name="connsiteX9875" fmla="*/ 2824911 w 6514506"/>
              <a:gd name="connsiteY9875" fmla="*/ 1239166 h 3658174"/>
              <a:gd name="connsiteX9876" fmla="*/ 2825409 w 6514506"/>
              <a:gd name="connsiteY9876" fmla="*/ 1239202 h 3658174"/>
              <a:gd name="connsiteX9877" fmla="*/ 2825504 w 6514506"/>
              <a:gd name="connsiteY9877" fmla="*/ 1242155 h 3658174"/>
              <a:gd name="connsiteX9878" fmla="*/ 2841982 w 6514506"/>
              <a:gd name="connsiteY9878" fmla="*/ 1285017 h 3658174"/>
              <a:gd name="connsiteX9879" fmla="*/ 2839030 w 6514506"/>
              <a:gd name="connsiteY9879" fmla="*/ 1297876 h 3658174"/>
              <a:gd name="connsiteX9880" fmla="*/ 2839030 w 6514506"/>
              <a:gd name="connsiteY9880" fmla="*/ 1300829 h 3658174"/>
              <a:gd name="connsiteX9881" fmla="*/ 2836077 w 6514506"/>
              <a:gd name="connsiteY9881" fmla="*/ 1313402 h 3658174"/>
              <a:gd name="connsiteX9882" fmla="*/ 2827695 w 6514506"/>
              <a:gd name="connsiteY9882" fmla="*/ 1320926 h 3658174"/>
              <a:gd name="connsiteX9883" fmla="*/ 2819027 w 6514506"/>
              <a:gd name="connsiteY9883" fmla="*/ 1325403 h 3658174"/>
              <a:gd name="connsiteX9884" fmla="*/ 2812455 w 6514506"/>
              <a:gd name="connsiteY9884" fmla="*/ 1326927 h 3658174"/>
              <a:gd name="connsiteX9885" fmla="*/ 2807978 w 6514506"/>
              <a:gd name="connsiteY9885" fmla="*/ 1328737 h 3658174"/>
              <a:gd name="connsiteX9886" fmla="*/ 2803787 w 6514506"/>
              <a:gd name="connsiteY9886" fmla="*/ 1329308 h 3658174"/>
              <a:gd name="connsiteX9887" fmla="*/ 2801025 w 6514506"/>
              <a:gd name="connsiteY9887" fmla="*/ 1331975 h 3658174"/>
              <a:gd name="connsiteX9888" fmla="*/ 2798453 w 6514506"/>
              <a:gd name="connsiteY9888" fmla="*/ 1336738 h 3658174"/>
              <a:gd name="connsiteX9889" fmla="*/ 2796929 w 6514506"/>
              <a:gd name="connsiteY9889" fmla="*/ 1334071 h 3658174"/>
              <a:gd name="connsiteX9890" fmla="*/ 2793596 w 6514506"/>
              <a:gd name="connsiteY9890" fmla="*/ 1333785 h 3658174"/>
              <a:gd name="connsiteX9891" fmla="*/ 2789119 w 6514506"/>
              <a:gd name="connsiteY9891" fmla="*/ 1337405 h 3658174"/>
              <a:gd name="connsiteX9892" fmla="*/ 2784642 w 6514506"/>
              <a:gd name="connsiteY9892" fmla="*/ 1338929 h 3658174"/>
              <a:gd name="connsiteX9893" fmla="*/ 2781975 w 6514506"/>
              <a:gd name="connsiteY9893" fmla="*/ 1338071 h 3658174"/>
              <a:gd name="connsiteX9894" fmla="*/ 2779594 w 6514506"/>
              <a:gd name="connsiteY9894" fmla="*/ 1326356 h 3658174"/>
              <a:gd name="connsiteX9895" fmla="*/ 2779308 w 6514506"/>
              <a:gd name="connsiteY9895" fmla="*/ 1319212 h 3658174"/>
              <a:gd name="connsiteX9896" fmla="*/ 2783118 w 6514506"/>
              <a:gd name="connsiteY9896" fmla="*/ 1318926 h 3658174"/>
              <a:gd name="connsiteX9897" fmla="*/ 2787023 w 6514506"/>
              <a:gd name="connsiteY9897" fmla="*/ 1313211 h 3658174"/>
              <a:gd name="connsiteX9898" fmla="*/ 2788262 w 6514506"/>
              <a:gd name="connsiteY9898" fmla="*/ 1306353 h 3658174"/>
              <a:gd name="connsiteX9899" fmla="*/ 2790357 w 6514506"/>
              <a:gd name="connsiteY9899" fmla="*/ 1301305 h 3658174"/>
              <a:gd name="connsiteX9900" fmla="*/ 2788833 w 6514506"/>
              <a:gd name="connsiteY9900" fmla="*/ 1298638 h 3658174"/>
              <a:gd name="connsiteX9901" fmla="*/ 2787595 w 6514506"/>
              <a:gd name="connsiteY9901" fmla="*/ 1295019 h 3658174"/>
              <a:gd name="connsiteX9902" fmla="*/ 2786071 w 6514506"/>
              <a:gd name="connsiteY9902" fmla="*/ 1286922 h 3658174"/>
              <a:gd name="connsiteX9903" fmla="*/ 2783975 w 6514506"/>
              <a:gd name="connsiteY9903" fmla="*/ 1283588 h 3658174"/>
              <a:gd name="connsiteX9904" fmla="*/ 2782451 w 6514506"/>
              <a:gd name="connsiteY9904" fmla="*/ 1278159 h 3658174"/>
              <a:gd name="connsiteX9905" fmla="*/ 2788166 w 6514506"/>
              <a:gd name="connsiteY9905" fmla="*/ 1270063 h 3658174"/>
              <a:gd name="connsiteX9906" fmla="*/ 2786928 w 6514506"/>
              <a:gd name="connsiteY9906" fmla="*/ 1261109 h 3658174"/>
              <a:gd name="connsiteX9907" fmla="*/ 2786741 w 6514506"/>
              <a:gd name="connsiteY9907" fmla="*/ 1257644 h 3658174"/>
              <a:gd name="connsiteX9908" fmla="*/ 2786357 w 6514506"/>
              <a:gd name="connsiteY9908" fmla="*/ 1257871 h 3658174"/>
              <a:gd name="connsiteX9909" fmla="*/ 2782452 w 6514506"/>
              <a:gd name="connsiteY9909" fmla="*/ 1256823 h 3658174"/>
              <a:gd name="connsiteX9910" fmla="*/ 2777308 w 6514506"/>
              <a:gd name="connsiteY9910" fmla="*/ 1254728 h 3658174"/>
              <a:gd name="connsiteX9911" fmla="*/ 2772831 w 6514506"/>
              <a:gd name="connsiteY9911" fmla="*/ 1256823 h 3658174"/>
              <a:gd name="connsiteX9912" fmla="*/ 2765021 w 6514506"/>
              <a:gd name="connsiteY9912" fmla="*/ 1255585 h 3658174"/>
              <a:gd name="connsiteX9913" fmla="*/ 2765021 w 6514506"/>
              <a:gd name="connsiteY9913" fmla="*/ 1250442 h 3658174"/>
              <a:gd name="connsiteX9914" fmla="*/ 2762640 w 6514506"/>
              <a:gd name="connsiteY9914" fmla="*/ 1248346 h 3658174"/>
              <a:gd name="connsiteX9915" fmla="*/ 2760544 w 6514506"/>
              <a:gd name="connsiteY9915" fmla="*/ 1245965 h 3658174"/>
              <a:gd name="connsiteX9916" fmla="*/ 2761783 w 6514506"/>
              <a:gd name="connsiteY9916" fmla="*/ 1239678 h 3658174"/>
              <a:gd name="connsiteX9917" fmla="*/ 2766259 w 6514506"/>
              <a:gd name="connsiteY9917" fmla="*/ 1233963 h 3658174"/>
              <a:gd name="connsiteX9918" fmla="*/ 2769593 w 6514506"/>
              <a:gd name="connsiteY9918" fmla="*/ 1226153 h 3658174"/>
              <a:gd name="connsiteX9919" fmla="*/ 2770450 w 6514506"/>
              <a:gd name="connsiteY9919" fmla="*/ 1215390 h 3658174"/>
              <a:gd name="connsiteX9920" fmla="*/ 2762830 w 6514506"/>
              <a:gd name="connsiteY9920" fmla="*/ 1213008 h 3658174"/>
              <a:gd name="connsiteX9921" fmla="*/ 2754162 w 6514506"/>
              <a:gd name="connsiteY9921" fmla="*/ 1209484 h 3658174"/>
              <a:gd name="connsiteX9922" fmla="*/ 2753927 w 6514506"/>
              <a:gd name="connsiteY9922" fmla="*/ 1209114 h 3658174"/>
              <a:gd name="connsiteX9923" fmla="*/ 2750638 w 6514506"/>
              <a:gd name="connsiteY9923" fmla="*/ 1210722 h 3658174"/>
              <a:gd name="connsiteX9924" fmla="*/ 2737494 w 6514506"/>
              <a:gd name="connsiteY9924" fmla="*/ 1211293 h 3658174"/>
              <a:gd name="connsiteX9925" fmla="*/ 2727874 w 6514506"/>
              <a:gd name="connsiteY9925" fmla="*/ 1213103 h 3658174"/>
              <a:gd name="connsiteX9926" fmla="*/ 2714062 w 6514506"/>
              <a:gd name="connsiteY9926" fmla="*/ 1222057 h 3658174"/>
              <a:gd name="connsiteX9927" fmla="*/ 2700537 w 6514506"/>
              <a:gd name="connsiteY9927" fmla="*/ 1231105 h 3658174"/>
              <a:gd name="connsiteX9928" fmla="*/ 2695774 w 6514506"/>
              <a:gd name="connsiteY9928" fmla="*/ 1227200 h 3658174"/>
              <a:gd name="connsiteX9929" fmla="*/ 2708633 w 6514506"/>
              <a:gd name="connsiteY9929" fmla="*/ 1219390 h 3658174"/>
              <a:gd name="connsiteX9930" fmla="*/ 2705966 w 6514506"/>
              <a:gd name="connsiteY9930" fmla="*/ 1214341 h 3658174"/>
              <a:gd name="connsiteX9931" fmla="*/ 2711681 w 6514506"/>
              <a:gd name="connsiteY9931" fmla="*/ 1205007 h 3658174"/>
              <a:gd name="connsiteX9932" fmla="*/ 2718539 w 6514506"/>
              <a:gd name="connsiteY9932" fmla="*/ 1197197 h 3658174"/>
              <a:gd name="connsiteX9933" fmla="*/ 2717301 w 6514506"/>
              <a:gd name="connsiteY9933" fmla="*/ 1183957 h 3658174"/>
              <a:gd name="connsiteX9934" fmla="*/ 2713681 w 6514506"/>
              <a:gd name="connsiteY9934" fmla="*/ 1179194 h 3658174"/>
              <a:gd name="connsiteX9935" fmla="*/ 2705871 w 6514506"/>
              <a:gd name="connsiteY9935" fmla="*/ 1181290 h 3658174"/>
              <a:gd name="connsiteX9936" fmla="*/ 2690917 w 6514506"/>
              <a:gd name="connsiteY9936" fmla="*/ 1192053 h 3658174"/>
              <a:gd name="connsiteX9937" fmla="*/ 2677105 w 6514506"/>
              <a:gd name="connsiteY9937" fmla="*/ 1200149 h 3658174"/>
              <a:gd name="connsiteX9938" fmla="*/ 2662437 w 6514506"/>
              <a:gd name="connsiteY9938" fmla="*/ 1210341 h 3658174"/>
              <a:gd name="connsiteX9939" fmla="*/ 2651388 w 6514506"/>
              <a:gd name="connsiteY9939" fmla="*/ 1217866 h 3658174"/>
              <a:gd name="connsiteX9940" fmla="*/ 2645673 w 6514506"/>
              <a:gd name="connsiteY9940" fmla="*/ 1221771 h 3658174"/>
              <a:gd name="connsiteX9941" fmla="*/ 2641196 w 6514506"/>
              <a:gd name="connsiteY9941" fmla="*/ 1220247 h 3658174"/>
              <a:gd name="connsiteX9942" fmla="*/ 2636053 w 6514506"/>
              <a:gd name="connsiteY9942" fmla="*/ 1216056 h 3658174"/>
              <a:gd name="connsiteX9943" fmla="*/ 2632719 w 6514506"/>
              <a:gd name="connsiteY9943" fmla="*/ 1226819 h 3658174"/>
              <a:gd name="connsiteX9944" fmla="*/ 2631862 w 6514506"/>
              <a:gd name="connsiteY9944" fmla="*/ 1241773 h 3658174"/>
              <a:gd name="connsiteX9945" fmla="*/ 2640815 w 6514506"/>
              <a:gd name="connsiteY9945" fmla="*/ 1245964 h 3658174"/>
              <a:gd name="connsiteX9946" fmla="*/ 2650435 w 6514506"/>
              <a:gd name="connsiteY9946" fmla="*/ 1249584 h 3658174"/>
              <a:gd name="connsiteX9947" fmla="*/ 2652817 w 6514506"/>
              <a:gd name="connsiteY9947" fmla="*/ 1256442 h 3658174"/>
              <a:gd name="connsiteX9948" fmla="*/ 2653674 w 6514506"/>
              <a:gd name="connsiteY9948" fmla="*/ 1267872 h 3658174"/>
              <a:gd name="connsiteX9949" fmla="*/ 2668628 w 6514506"/>
              <a:gd name="connsiteY9949" fmla="*/ 1264538 h 3658174"/>
              <a:gd name="connsiteX9950" fmla="*/ 2677296 w 6514506"/>
              <a:gd name="connsiteY9950" fmla="*/ 1259109 h 3658174"/>
              <a:gd name="connsiteX9951" fmla="*/ 2685678 w 6514506"/>
              <a:gd name="connsiteY9951" fmla="*/ 1253680 h 3658174"/>
              <a:gd name="connsiteX9952" fmla="*/ 2690440 w 6514506"/>
              <a:gd name="connsiteY9952" fmla="*/ 1255204 h 3658174"/>
              <a:gd name="connsiteX9953" fmla="*/ 2694917 w 6514506"/>
              <a:gd name="connsiteY9953" fmla="*/ 1256442 h 3658174"/>
              <a:gd name="connsiteX9954" fmla="*/ 2697870 w 6514506"/>
              <a:gd name="connsiteY9954" fmla="*/ 1258538 h 3658174"/>
              <a:gd name="connsiteX9955" fmla="*/ 2702632 w 6514506"/>
              <a:gd name="connsiteY9955" fmla="*/ 1260347 h 3658174"/>
              <a:gd name="connsiteX9956" fmla="*/ 2711014 w 6514506"/>
              <a:gd name="connsiteY9956" fmla="*/ 1260633 h 3658174"/>
              <a:gd name="connsiteX9957" fmla="*/ 2716729 w 6514506"/>
              <a:gd name="connsiteY9957" fmla="*/ 1263014 h 3658174"/>
              <a:gd name="connsiteX9958" fmla="*/ 2712824 w 6514506"/>
              <a:gd name="connsiteY9958" fmla="*/ 1270539 h 3658174"/>
              <a:gd name="connsiteX9959" fmla="*/ 2713395 w 6514506"/>
              <a:gd name="connsiteY9959" fmla="*/ 1272920 h 3658174"/>
              <a:gd name="connsiteX9960" fmla="*/ 2712824 w 6514506"/>
              <a:gd name="connsiteY9960" fmla="*/ 1275587 h 3658174"/>
              <a:gd name="connsiteX9961" fmla="*/ 2706823 w 6514506"/>
              <a:gd name="connsiteY9961" fmla="*/ 1275873 h 3658174"/>
              <a:gd name="connsiteX9962" fmla="*/ 2700537 w 6514506"/>
              <a:gd name="connsiteY9962" fmla="*/ 1277111 h 3658174"/>
              <a:gd name="connsiteX9963" fmla="*/ 2693012 w 6514506"/>
              <a:gd name="connsiteY9963" fmla="*/ 1279207 h 3658174"/>
              <a:gd name="connsiteX9964" fmla="*/ 2685487 w 6514506"/>
              <a:gd name="connsiteY9964" fmla="*/ 1278921 h 3658174"/>
              <a:gd name="connsiteX9965" fmla="*/ 2674438 w 6514506"/>
              <a:gd name="connsiteY9965" fmla="*/ 1285207 h 3658174"/>
              <a:gd name="connsiteX9966" fmla="*/ 2672914 w 6514506"/>
              <a:gd name="connsiteY9966" fmla="*/ 1295399 h 3658174"/>
              <a:gd name="connsiteX9967" fmla="*/ 2665389 w 6514506"/>
              <a:gd name="connsiteY9967" fmla="*/ 1299305 h 3658174"/>
              <a:gd name="connsiteX9968" fmla="*/ 2661199 w 6514506"/>
              <a:gd name="connsiteY9968" fmla="*/ 1300829 h 3658174"/>
              <a:gd name="connsiteX9969" fmla="*/ 2653102 w 6514506"/>
              <a:gd name="connsiteY9969" fmla="*/ 1307686 h 3658174"/>
              <a:gd name="connsiteX9970" fmla="*/ 2649197 w 6514506"/>
              <a:gd name="connsiteY9970" fmla="*/ 1315783 h 3658174"/>
              <a:gd name="connsiteX9971" fmla="*/ 2654912 w 6514506"/>
              <a:gd name="connsiteY9971" fmla="*/ 1330165 h 3658174"/>
              <a:gd name="connsiteX9972" fmla="*/ 2673486 w 6514506"/>
              <a:gd name="connsiteY9972" fmla="*/ 1362551 h 3658174"/>
              <a:gd name="connsiteX9973" fmla="*/ 2674724 w 6514506"/>
              <a:gd name="connsiteY9973" fmla="*/ 1376933 h 3658174"/>
              <a:gd name="connsiteX9974" fmla="*/ 2680725 w 6514506"/>
              <a:gd name="connsiteY9974" fmla="*/ 1385315 h 3658174"/>
              <a:gd name="connsiteX9975" fmla="*/ 2686726 w 6514506"/>
              <a:gd name="connsiteY9975" fmla="*/ 1391030 h 3658174"/>
              <a:gd name="connsiteX9976" fmla="*/ 2685202 w 6514506"/>
              <a:gd name="connsiteY9976" fmla="*/ 1396745 h 3658174"/>
              <a:gd name="connsiteX9977" fmla="*/ 2673200 w 6514506"/>
              <a:gd name="connsiteY9977" fmla="*/ 1392268 h 3658174"/>
              <a:gd name="connsiteX9978" fmla="*/ 2669390 w 6514506"/>
              <a:gd name="connsiteY9978" fmla="*/ 1394935 h 3658174"/>
              <a:gd name="connsiteX9979" fmla="*/ 2681582 w 6514506"/>
              <a:gd name="connsiteY9979" fmla="*/ 1404270 h 3658174"/>
              <a:gd name="connsiteX9980" fmla="*/ 2685487 w 6514506"/>
              <a:gd name="connsiteY9980" fmla="*/ 1414747 h 3658174"/>
              <a:gd name="connsiteX9981" fmla="*/ 2681582 w 6514506"/>
              <a:gd name="connsiteY9981" fmla="*/ 1418367 h 3658174"/>
              <a:gd name="connsiteX9982" fmla="*/ 2678248 w 6514506"/>
              <a:gd name="connsiteY9982" fmla="*/ 1419605 h 3658174"/>
              <a:gd name="connsiteX9983" fmla="*/ 2673771 w 6514506"/>
              <a:gd name="connsiteY9983" fmla="*/ 1420463 h 3658174"/>
              <a:gd name="connsiteX9984" fmla="*/ 2669866 w 6514506"/>
              <a:gd name="connsiteY9984" fmla="*/ 1422844 h 3658174"/>
              <a:gd name="connsiteX9985" fmla="*/ 2665389 w 6514506"/>
              <a:gd name="connsiteY9985" fmla="*/ 1423701 h 3658174"/>
              <a:gd name="connsiteX9986" fmla="*/ 2662722 w 6514506"/>
              <a:gd name="connsiteY9986" fmla="*/ 1426082 h 3658174"/>
              <a:gd name="connsiteX9987" fmla="*/ 2663580 w 6514506"/>
              <a:gd name="connsiteY9987" fmla="*/ 1428749 h 3658174"/>
              <a:gd name="connsiteX9988" fmla="*/ 2667485 w 6514506"/>
              <a:gd name="connsiteY9988" fmla="*/ 1429321 h 3658174"/>
              <a:gd name="connsiteX9989" fmla="*/ 2677391 w 6514506"/>
              <a:gd name="connsiteY9989" fmla="*/ 1430845 h 3658174"/>
              <a:gd name="connsiteX9990" fmla="*/ 2683392 w 6514506"/>
              <a:gd name="connsiteY9990" fmla="*/ 1437989 h 3658174"/>
              <a:gd name="connsiteX9991" fmla="*/ 2684249 w 6514506"/>
              <a:gd name="connsiteY9991" fmla="*/ 1440941 h 3658174"/>
              <a:gd name="connsiteX9992" fmla="*/ 2683392 w 6514506"/>
              <a:gd name="connsiteY9992" fmla="*/ 1445132 h 3658174"/>
              <a:gd name="connsiteX9993" fmla="*/ 2683392 w 6514506"/>
              <a:gd name="connsiteY9993" fmla="*/ 1450180 h 3658174"/>
              <a:gd name="connsiteX9994" fmla="*/ 2678915 w 6514506"/>
              <a:gd name="connsiteY9994" fmla="*/ 1453514 h 3658174"/>
              <a:gd name="connsiteX9995" fmla="*/ 2677677 w 6514506"/>
              <a:gd name="connsiteY9995" fmla="*/ 1456467 h 3658174"/>
              <a:gd name="connsiteX9996" fmla="*/ 2675295 w 6514506"/>
              <a:gd name="connsiteY9996" fmla="*/ 1463039 h 3658174"/>
              <a:gd name="connsiteX9997" fmla="*/ 2672914 w 6514506"/>
              <a:gd name="connsiteY9997" fmla="*/ 1466944 h 3658174"/>
              <a:gd name="connsiteX9998" fmla="*/ 2676820 w 6514506"/>
              <a:gd name="connsiteY9998" fmla="*/ 1474088 h 3658174"/>
              <a:gd name="connsiteX9999" fmla="*/ 2670819 w 6514506"/>
              <a:gd name="connsiteY9999" fmla="*/ 1475326 h 3658174"/>
              <a:gd name="connsiteX10000" fmla="*/ 2666913 w 6514506"/>
              <a:gd name="connsiteY10000" fmla="*/ 1474755 h 3658174"/>
              <a:gd name="connsiteX10001" fmla="*/ 2662437 w 6514506"/>
              <a:gd name="connsiteY10001" fmla="*/ 1478375 h 3658174"/>
              <a:gd name="connsiteX10002" fmla="*/ 2659389 w 6514506"/>
              <a:gd name="connsiteY10002" fmla="*/ 1481613 h 3658174"/>
              <a:gd name="connsiteX10003" fmla="*/ 2658151 w 6514506"/>
              <a:gd name="connsiteY10003" fmla="*/ 1488757 h 3658174"/>
              <a:gd name="connsiteX10004" fmla="*/ 2657293 w 6514506"/>
              <a:gd name="connsiteY10004" fmla="*/ 1492662 h 3658174"/>
              <a:gd name="connsiteX10005" fmla="*/ 2654912 w 6514506"/>
              <a:gd name="connsiteY10005" fmla="*/ 1495996 h 3658174"/>
              <a:gd name="connsiteX10006" fmla="*/ 2651769 w 6514506"/>
              <a:gd name="connsiteY10006" fmla="*/ 1499615 h 3658174"/>
              <a:gd name="connsiteX10007" fmla="*/ 2647102 w 6514506"/>
              <a:gd name="connsiteY10007" fmla="*/ 1504092 h 3658174"/>
              <a:gd name="connsiteX10008" fmla="*/ 2643768 w 6514506"/>
              <a:gd name="connsiteY10008" fmla="*/ 1510379 h 3658174"/>
              <a:gd name="connsiteX10009" fmla="*/ 2641387 w 6514506"/>
              <a:gd name="connsiteY10009" fmla="*/ 1509521 h 3658174"/>
              <a:gd name="connsiteX10010" fmla="*/ 2638053 w 6514506"/>
              <a:gd name="connsiteY10010" fmla="*/ 1508950 h 3658174"/>
              <a:gd name="connsiteX10011" fmla="*/ 2636243 w 6514506"/>
              <a:gd name="connsiteY10011" fmla="*/ 1512855 h 3658174"/>
              <a:gd name="connsiteX10012" fmla="*/ 2636529 w 6514506"/>
              <a:gd name="connsiteY10012" fmla="*/ 1515522 h 3658174"/>
              <a:gd name="connsiteX10013" fmla="*/ 2636814 w 6514506"/>
              <a:gd name="connsiteY10013" fmla="*/ 1519427 h 3658174"/>
              <a:gd name="connsiteX10014" fmla="*/ 2637100 w 6514506"/>
              <a:gd name="connsiteY10014" fmla="*/ 1521809 h 3658174"/>
              <a:gd name="connsiteX10015" fmla="*/ 2635576 w 6514506"/>
              <a:gd name="connsiteY10015" fmla="*/ 1526000 h 3658174"/>
              <a:gd name="connsiteX10016" fmla="*/ 2635576 w 6514506"/>
              <a:gd name="connsiteY10016" fmla="*/ 1531143 h 3658174"/>
              <a:gd name="connsiteX10017" fmla="*/ 2635005 w 6514506"/>
              <a:gd name="connsiteY10017" fmla="*/ 1538668 h 3658174"/>
              <a:gd name="connsiteX10018" fmla="*/ 2634147 w 6514506"/>
              <a:gd name="connsiteY10018" fmla="*/ 1542764 h 3658174"/>
              <a:gd name="connsiteX10019" fmla="*/ 2631100 w 6514506"/>
              <a:gd name="connsiteY10019" fmla="*/ 1539906 h 3658174"/>
              <a:gd name="connsiteX10020" fmla="*/ 2625385 w 6514506"/>
              <a:gd name="connsiteY10020" fmla="*/ 1544097 h 3658174"/>
              <a:gd name="connsiteX10021" fmla="*/ 2626242 w 6514506"/>
              <a:gd name="connsiteY10021" fmla="*/ 1547431 h 3658174"/>
              <a:gd name="connsiteX10022" fmla="*/ 2622337 w 6514506"/>
              <a:gd name="connsiteY10022" fmla="*/ 1545621 h 3658174"/>
              <a:gd name="connsiteX10023" fmla="*/ 2619384 w 6514506"/>
              <a:gd name="connsiteY10023" fmla="*/ 1546193 h 3658174"/>
              <a:gd name="connsiteX10024" fmla="*/ 2619098 w 6514506"/>
              <a:gd name="connsiteY10024" fmla="*/ 1549145 h 3658174"/>
              <a:gd name="connsiteX10025" fmla="*/ 2621194 w 6514506"/>
              <a:gd name="connsiteY10025" fmla="*/ 1552479 h 3658174"/>
              <a:gd name="connsiteX10026" fmla="*/ 2617574 w 6514506"/>
              <a:gd name="connsiteY10026" fmla="*/ 1554860 h 3658174"/>
              <a:gd name="connsiteX10027" fmla="*/ 2613954 w 6514506"/>
              <a:gd name="connsiteY10027" fmla="*/ 1556670 h 3658174"/>
              <a:gd name="connsiteX10028" fmla="*/ 2617288 w 6514506"/>
              <a:gd name="connsiteY10028" fmla="*/ 1560004 h 3658174"/>
              <a:gd name="connsiteX10029" fmla="*/ 2613097 w 6514506"/>
              <a:gd name="connsiteY10029" fmla="*/ 1561242 h 3658174"/>
              <a:gd name="connsiteX10030" fmla="*/ 2605477 w 6514506"/>
              <a:gd name="connsiteY10030" fmla="*/ 1563338 h 3658174"/>
              <a:gd name="connsiteX10031" fmla="*/ 2599858 w 6514506"/>
              <a:gd name="connsiteY10031" fmla="*/ 1572101 h 3658174"/>
              <a:gd name="connsiteX10032" fmla="*/ 2593095 w 6514506"/>
              <a:gd name="connsiteY10032" fmla="*/ 1575815 h 3658174"/>
              <a:gd name="connsiteX10033" fmla="*/ 2588999 w 6514506"/>
              <a:gd name="connsiteY10033" fmla="*/ 1580482 h 3658174"/>
              <a:gd name="connsiteX10034" fmla="*/ 2580045 w 6514506"/>
              <a:gd name="connsiteY10034" fmla="*/ 1584673 h 3658174"/>
              <a:gd name="connsiteX10035" fmla="*/ 2575854 w 6514506"/>
              <a:gd name="connsiteY10035" fmla="*/ 1584959 h 3658174"/>
              <a:gd name="connsiteX10036" fmla="*/ 2573854 w 6514506"/>
              <a:gd name="connsiteY10036" fmla="*/ 1589912 h 3658174"/>
              <a:gd name="connsiteX10037" fmla="*/ 2571663 w 6514506"/>
              <a:gd name="connsiteY10037" fmla="*/ 1593055 h 3658174"/>
              <a:gd name="connsiteX10038" fmla="*/ 2567472 w 6514506"/>
              <a:gd name="connsiteY10038" fmla="*/ 1598485 h 3658174"/>
              <a:gd name="connsiteX10039" fmla="*/ 2563281 w 6514506"/>
              <a:gd name="connsiteY10039" fmla="*/ 1600866 h 3658174"/>
              <a:gd name="connsiteX10040" fmla="*/ 2556043 w 6514506"/>
              <a:gd name="connsiteY10040" fmla="*/ 1603533 h 3658174"/>
              <a:gd name="connsiteX10041" fmla="*/ 2550613 w 6514506"/>
              <a:gd name="connsiteY10041" fmla="*/ 1605914 h 3658174"/>
              <a:gd name="connsiteX10042" fmla="*/ 2545184 w 6514506"/>
              <a:gd name="connsiteY10042" fmla="*/ 1603247 h 3658174"/>
              <a:gd name="connsiteX10043" fmla="*/ 2542803 w 6514506"/>
              <a:gd name="connsiteY10043" fmla="*/ 1603533 h 3658174"/>
              <a:gd name="connsiteX10044" fmla="*/ 2539469 w 6514506"/>
              <a:gd name="connsiteY10044" fmla="*/ 1604105 h 3658174"/>
              <a:gd name="connsiteX10045" fmla="*/ 2536802 w 6514506"/>
              <a:gd name="connsiteY10045" fmla="*/ 1607438 h 3658174"/>
              <a:gd name="connsiteX10046" fmla="*/ 2535278 w 6514506"/>
              <a:gd name="connsiteY10046" fmla="*/ 1604771 h 3658174"/>
              <a:gd name="connsiteX10047" fmla="*/ 2530801 w 6514506"/>
              <a:gd name="connsiteY10047" fmla="*/ 1604771 h 3658174"/>
              <a:gd name="connsiteX10048" fmla="*/ 2530230 w 6514506"/>
              <a:gd name="connsiteY10048" fmla="*/ 1609819 h 3658174"/>
              <a:gd name="connsiteX10049" fmla="*/ 2526325 w 6514506"/>
              <a:gd name="connsiteY10049" fmla="*/ 1617344 h 3658174"/>
              <a:gd name="connsiteX10050" fmla="*/ 2518228 w 6514506"/>
              <a:gd name="connsiteY10050" fmla="*/ 1620011 h 3658174"/>
              <a:gd name="connsiteX10051" fmla="*/ 2510703 w 6514506"/>
              <a:gd name="connsiteY10051" fmla="*/ 1618773 h 3658174"/>
              <a:gd name="connsiteX10052" fmla="*/ 2502893 w 6514506"/>
              <a:gd name="connsiteY10052" fmla="*/ 1618201 h 3658174"/>
              <a:gd name="connsiteX10053" fmla="*/ 2499559 w 6514506"/>
              <a:gd name="connsiteY10053" fmla="*/ 1616392 h 3658174"/>
              <a:gd name="connsiteX10054" fmla="*/ 2498035 w 6514506"/>
              <a:gd name="connsiteY10054" fmla="*/ 1621154 h 3658174"/>
              <a:gd name="connsiteX10055" fmla="*/ 2494702 w 6514506"/>
              <a:gd name="connsiteY10055" fmla="*/ 1625917 h 3658174"/>
              <a:gd name="connsiteX10056" fmla="*/ 2489272 w 6514506"/>
              <a:gd name="connsiteY10056" fmla="*/ 1624774 h 3658174"/>
              <a:gd name="connsiteX10057" fmla="*/ 2486605 w 6514506"/>
              <a:gd name="connsiteY10057" fmla="*/ 1625345 h 3658174"/>
              <a:gd name="connsiteX10058" fmla="*/ 2478509 w 6514506"/>
              <a:gd name="connsiteY10058" fmla="*/ 1624488 h 3658174"/>
              <a:gd name="connsiteX10059" fmla="*/ 2474604 w 6514506"/>
              <a:gd name="connsiteY10059" fmla="*/ 1625345 h 3658174"/>
              <a:gd name="connsiteX10060" fmla="*/ 2467555 w 6514506"/>
              <a:gd name="connsiteY10060" fmla="*/ 1628965 h 3658174"/>
              <a:gd name="connsiteX10061" fmla="*/ 2461459 w 6514506"/>
              <a:gd name="connsiteY10061" fmla="*/ 1629536 h 3658174"/>
              <a:gd name="connsiteX10062" fmla="*/ 2456697 w 6514506"/>
              <a:gd name="connsiteY10062" fmla="*/ 1632870 h 3658174"/>
              <a:gd name="connsiteX10063" fmla="*/ 2451268 w 6514506"/>
              <a:gd name="connsiteY10063" fmla="*/ 1636204 h 3658174"/>
              <a:gd name="connsiteX10064" fmla="*/ 2442600 w 6514506"/>
              <a:gd name="connsiteY10064" fmla="*/ 1641633 h 3658174"/>
              <a:gd name="connsiteX10065" fmla="*/ 2443457 w 6514506"/>
              <a:gd name="connsiteY10065" fmla="*/ 1647919 h 3658174"/>
              <a:gd name="connsiteX10066" fmla="*/ 2443457 w 6514506"/>
              <a:gd name="connsiteY10066" fmla="*/ 1651253 h 3658174"/>
              <a:gd name="connsiteX10067" fmla="*/ 2444314 w 6514506"/>
              <a:gd name="connsiteY10067" fmla="*/ 1653635 h 3658174"/>
              <a:gd name="connsiteX10068" fmla="*/ 2445171 w 6514506"/>
              <a:gd name="connsiteY10068" fmla="*/ 1659064 h 3658174"/>
              <a:gd name="connsiteX10069" fmla="*/ 2437075 w 6514506"/>
              <a:gd name="connsiteY10069" fmla="*/ 1661445 h 3658174"/>
              <a:gd name="connsiteX10070" fmla="*/ 2434694 w 6514506"/>
              <a:gd name="connsiteY10070" fmla="*/ 1658492 h 3658174"/>
              <a:gd name="connsiteX10071" fmla="*/ 2432599 w 6514506"/>
              <a:gd name="connsiteY10071" fmla="*/ 1650682 h 3658174"/>
              <a:gd name="connsiteX10072" fmla="*/ 2431360 w 6514506"/>
              <a:gd name="connsiteY10072" fmla="*/ 1641347 h 3658174"/>
              <a:gd name="connsiteX10073" fmla="*/ 2436504 w 6514506"/>
              <a:gd name="connsiteY10073" fmla="*/ 1633251 h 3658174"/>
              <a:gd name="connsiteX10074" fmla="*/ 2437361 w 6514506"/>
              <a:gd name="connsiteY10074" fmla="*/ 1630298 h 3658174"/>
              <a:gd name="connsiteX10075" fmla="*/ 2434694 w 6514506"/>
              <a:gd name="connsiteY10075" fmla="*/ 1627917 h 3658174"/>
              <a:gd name="connsiteX10076" fmla="*/ 2432027 w 6514506"/>
              <a:gd name="connsiteY10076" fmla="*/ 1628774 h 3658174"/>
              <a:gd name="connsiteX10077" fmla="*/ 2426312 w 6514506"/>
              <a:gd name="connsiteY10077" fmla="*/ 1631822 h 3658174"/>
              <a:gd name="connsiteX10078" fmla="*/ 2423931 w 6514506"/>
              <a:gd name="connsiteY10078" fmla="*/ 1630584 h 3658174"/>
              <a:gd name="connsiteX10079" fmla="*/ 2420311 w 6514506"/>
              <a:gd name="connsiteY10079" fmla="*/ 1627631 h 3658174"/>
              <a:gd name="connsiteX10080" fmla="*/ 2415168 w 6514506"/>
              <a:gd name="connsiteY10080" fmla="*/ 1625822 h 3658174"/>
              <a:gd name="connsiteX10081" fmla="*/ 2413358 w 6514506"/>
              <a:gd name="connsiteY10081" fmla="*/ 1624297 h 3658174"/>
              <a:gd name="connsiteX10082" fmla="*/ 2410024 w 6514506"/>
              <a:gd name="connsiteY10082" fmla="*/ 1627250 h 3658174"/>
              <a:gd name="connsiteX10083" fmla="*/ 2403478 w 6514506"/>
              <a:gd name="connsiteY10083" fmla="*/ 1628647 h 3658174"/>
              <a:gd name="connsiteX10084" fmla="*/ 2403929 w 6514506"/>
              <a:gd name="connsiteY10084" fmla="*/ 1629155 h 3658174"/>
              <a:gd name="connsiteX10085" fmla="*/ 2399166 w 6514506"/>
              <a:gd name="connsiteY10085" fmla="*/ 1630679 h 3658174"/>
              <a:gd name="connsiteX10086" fmla="*/ 2390212 w 6514506"/>
              <a:gd name="connsiteY10086" fmla="*/ 1634013 h 3658174"/>
              <a:gd name="connsiteX10087" fmla="*/ 2384497 w 6514506"/>
              <a:gd name="connsiteY10087" fmla="*/ 1641824 h 3658174"/>
              <a:gd name="connsiteX10088" fmla="*/ 2372782 w 6514506"/>
              <a:gd name="connsiteY10088" fmla="*/ 1645157 h 3658174"/>
              <a:gd name="connsiteX10089" fmla="*/ 2371924 w 6514506"/>
              <a:gd name="connsiteY10089" fmla="*/ 1653825 h 3658174"/>
              <a:gd name="connsiteX10090" fmla="*/ 2368972 w 6514506"/>
              <a:gd name="connsiteY10090" fmla="*/ 1658016 h 3658174"/>
              <a:gd name="connsiteX10091" fmla="*/ 2365638 w 6514506"/>
              <a:gd name="connsiteY10091" fmla="*/ 1661921 h 3658174"/>
              <a:gd name="connsiteX10092" fmla="*/ 2361447 w 6514506"/>
              <a:gd name="connsiteY10092" fmla="*/ 1666684 h 3658174"/>
              <a:gd name="connsiteX10093" fmla="*/ 2350684 w 6514506"/>
              <a:gd name="connsiteY10093" fmla="*/ 1680209 h 3658174"/>
              <a:gd name="connsiteX10094" fmla="*/ 2348874 w 6514506"/>
              <a:gd name="connsiteY10094" fmla="*/ 1690973 h 3658174"/>
              <a:gd name="connsiteX10095" fmla="*/ 2350684 w 6514506"/>
              <a:gd name="connsiteY10095" fmla="*/ 1693640 h 3658174"/>
              <a:gd name="connsiteX10096" fmla="*/ 2352493 w 6514506"/>
              <a:gd name="connsiteY10096" fmla="*/ 1698783 h 3658174"/>
              <a:gd name="connsiteX10097" fmla="*/ 2356399 w 6514506"/>
              <a:gd name="connsiteY10097" fmla="*/ 1707451 h 3658174"/>
              <a:gd name="connsiteX10098" fmla="*/ 2359351 w 6514506"/>
              <a:gd name="connsiteY10098" fmla="*/ 1710404 h 3658174"/>
              <a:gd name="connsiteX10099" fmla="*/ 2362304 w 6514506"/>
              <a:gd name="connsiteY10099" fmla="*/ 1720310 h 3658174"/>
              <a:gd name="connsiteX10100" fmla="*/ 2372782 w 6514506"/>
              <a:gd name="connsiteY10100" fmla="*/ 1729930 h 3658174"/>
              <a:gd name="connsiteX10101" fmla="*/ 2376116 w 6514506"/>
              <a:gd name="connsiteY10101" fmla="*/ 1735931 h 3658174"/>
              <a:gd name="connsiteX10102" fmla="*/ 2378497 w 6514506"/>
              <a:gd name="connsiteY10102" fmla="*/ 1742503 h 3658174"/>
              <a:gd name="connsiteX10103" fmla="*/ 2384497 w 6514506"/>
              <a:gd name="connsiteY10103" fmla="*/ 1751837 h 3658174"/>
              <a:gd name="connsiteX10104" fmla="*/ 2389927 w 6514506"/>
              <a:gd name="connsiteY10104" fmla="*/ 1753076 h 3658174"/>
              <a:gd name="connsiteX10105" fmla="*/ 2394404 w 6514506"/>
              <a:gd name="connsiteY10105" fmla="*/ 1758505 h 3658174"/>
              <a:gd name="connsiteX10106" fmla="*/ 2396213 w 6514506"/>
              <a:gd name="connsiteY10106" fmla="*/ 1761458 h 3658174"/>
              <a:gd name="connsiteX10107" fmla="*/ 2401357 w 6514506"/>
              <a:gd name="connsiteY10107" fmla="*/ 1773745 h 3658174"/>
              <a:gd name="connsiteX10108" fmla="*/ 2403166 w 6514506"/>
              <a:gd name="connsiteY10108" fmla="*/ 1778507 h 3658174"/>
              <a:gd name="connsiteX10109" fmla="*/ 2404976 w 6514506"/>
              <a:gd name="connsiteY10109" fmla="*/ 1784794 h 3658174"/>
              <a:gd name="connsiteX10110" fmla="*/ 2406500 w 6514506"/>
              <a:gd name="connsiteY10110" fmla="*/ 1789842 h 3658174"/>
              <a:gd name="connsiteX10111" fmla="*/ 2406500 w 6514506"/>
              <a:gd name="connsiteY10111" fmla="*/ 1798224 h 3658174"/>
              <a:gd name="connsiteX10112" fmla="*/ 2409167 w 6514506"/>
              <a:gd name="connsiteY10112" fmla="*/ 1808130 h 3658174"/>
              <a:gd name="connsiteX10113" fmla="*/ 2409453 w 6514506"/>
              <a:gd name="connsiteY10113" fmla="*/ 1813178 h 3658174"/>
              <a:gd name="connsiteX10114" fmla="*/ 2407643 w 6514506"/>
              <a:gd name="connsiteY10114" fmla="*/ 1817655 h 3658174"/>
              <a:gd name="connsiteX10115" fmla="*/ 2407072 w 6514506"/>
              <a:gd name="connsiteY10115" fmla="*/ 1820989 h 3658174"/>
              <a:gd name="connsiteX10116" fmla="*/ 2408310 w 6514506"/>
              <a:gd name="connsiteY10116" fmla="*/ 1826132 h 3658174"/>
              <a:gd name="connsiteX10117" fmla="*/ 2409548 w 6514506"/>
              <a:gd name="connsiteY10117" fmla="*/ 1830895 h 3658174"/>
              <a:gd name="connsiteX10118" fmla="*/ 2409262 w 6514506"/>
              <a:gd name="connsiteY10118" fmla="*/ 1835372 h 3658174"/>
              <a:gd name="connsiteX10119" fmla="*/ 2407738 w 6514506"/>
              <a:gd name="connsiteY10119" fmla="*/ 1838324 h 3658174"/>
              <a:gd name="connsiteX10120" fmla="*/ 2405929 w 6514506"/>
              <a:gd name="connsiteY10120" fmla="*/ 1839563 h 3658174"/>
              <a:gd name="connsiteX10121" fmla="*/ 2404119 w 6514506"/>
              <a:gd name="connsiteY10121" fmla="*/ 1842515 h 3658174"/>
              <a:gd name="connsiteX10122" fmla="*/ 2403547 w 6514506"/>
              <a:gd name="connsiteY10122" fmla="*/ 1847278 h 3658174"/>
              <a:gd name="connsiteX10123" fmla="*/ 2403833 w 6514506"/>
              <a:gd name="connsiteY10123" fmla="*/ 1851469 h 3658174"/>
              <a:gd name="connsiteX10124" fmla="*/ 2403262 w 6514506"/>
              <a:gd name="connsiteY10124" fmla="*/ 1854422 h 3658174"/>
              <a:gd name="connsiteX10125" fmla="*/ 2402976 w 6514506"/>
              <a:gd name="connsiteY10125" fmla="*/ 1858327 h 3658174"/>
              <a:gd name="connsiteX10126" fmla="*/ 2404214 w 6514506"/>
              <a:gd name="connsiteY10126" fmla="*/ 1861661 h 3658174"/>
              <a:gd name="connsiteX10127" fmla="*/ 2400595 w 6514506"/>
              <a:gd name="connsiteY10127" fmla="*/ 1862899 h 3658174"/>
              <a:gd name="connsiteX10128" fmla="*/ 2399071 w 6514506"/>
              <a:gd name="connsiteY10128" fmla="*/ 1867090 h 3658174"/>
              <a:gd name="connsiteX10129" fmla="*/ 2396404 w 6514506"/>
              <a:gd name="connsiteY10129" fmla="*/ 1873948 h 3658174"/>
              <a:gd name="connsiteX10130" fmla="*/ 2383831 w 6514506"/>
              <a:gd name="connsiteY10130" fmla="*/ 1879949 h 3658174"/>
              <a:gd name="connsiteX10131" fmla="*/ 2376306 w 6514506"/>
              <a:gd name="connsiteY10131" fmla="*/ 1884425 h 3658174"/>
              <a:gd name="connsiteX10132" fmla="*/ 2370591 w 6514506"/>
              <a:gd name="connsiteY10132" fmla="*/ 1887759 h 3658174"/>
              <a:gd name="connsiteX10133" fmla="*/ 2360971 w 6514506"/>
              <a:gd name="connsiteY10133" fmla="*/ 1891379 h 3658174"/>
              <a:gd name="connsiteX10134" fmla="*/ 2353732 w 6514506"/>
              <a:gd name="connsiteY10134" fmla="*/ 1888426 h 3658174"/>
              <a:gd name="connsiteX10135" fmla="*/ 2351350 w 6514506"/>
              <a:gd name="connsiteY10135" fmla="*/ 1889950 h 3658174"/>
              <a:gd name="connsiteX10136" fmla="*/ 2348398 w 6514506"/>
              <a:gd name="connsiteY10136" fmla="*/ 1892903 h 3658174"/>
              <a:gd name="connsiteX10137" fmla="*/ 2347826 w 6514506"/>
              <a:gd name="connsiteY10137" fmla="*/ 1896237 h 3658174"/>
              <a:gd name="connsiteX10138" fmla="*/ 2352017 w 6514506"/>
              <a:gd name="connsiteY10138" fmla="*/ 1900428 h 3658174"/>
              <a:gd name="connsiteX10139" fmla="*/ 2343349 w 6514506"/>
              <a:gd name="connsiteY10139" fmla="*/ 1909381 h 3658174"/>
              <a:gd name="connsiteX10140" fmla="*/ 2340683 w 6514506"/>
              <a:gd name="connsiteY10140" fmla="*/ 1911476 h 3658174"/>
              <a:gd name="connsiteX10141" fmla="*/ 2335634 w 6514506"/>
              <a:gd name="connsiteY10141" fmla="*/ 1916239 h 3658174"/>
              <a:gd name="connsiteX10142" fmla="*/ 2323061 w 6514506"/>
              <a:gd name="connsiteY10142" fmla="*/ 1924621 h 3658174"/>
              <a:gd name="connsiteX10143" fmla="*/ 2314393 w 6514506"/>
              <a:gd name="connsiteY10143" fmla="*/ 1931479 h 3658174"/>
              <a:gd name="connsiteX10144" fmla="*/ 2313155 w 6514506"/>
              <a:gd name="connsiteY10144" fmla="*/ 1929098 h 3658174"/>
              <a:gd name="connsiteX10145" fmla="*/ 2313155 w 6514506"/>
              <a:gd name="connsiteY10145" fmla="*/ 1926145 h 3658174"/>
              <a:gd name="connsiteX10146" fmla="*/ 2312298 w 6514506"/>
              <a:gd name="connsiteY10146" fmla="*/ 1921954 h 3658174"/>
              <a:gd name="connsiteX10147" fmla="*/ 2313155 w 6514506"/>
              <a:gd name="connsiteY10147" fmla="*/ 1913858 h 3658174"/>
              <a:gd name="connsiteX10148" fmla="*/ 2316108 w 6514506"/>
              <a:gd name="connsiteY10148" fmla="*/ 1903952 h 3658174"/>
              <a:gd name="connsiteX10149" fmla="*/ 2317918 w 6514506"/>
              <a:gd name="connsiteY10149" fmla="*/ 1894332 h 3658174"/>
              <a:gd name="connsiteX10150" fmla="*/ 2312203 w 6514506"/>
              <a:gd name="connsiteY10150" fmla="*/ 1894617 h 3658174"/>
              <a:gd name="connsiteX10151" fmla="*/ 2308869 w 6514506"/>
              <a:gd name="connsiteY10151" fmla="*/ 1893093 h 3658174"/>
              <a:gd name="connsiteX10152" fmla="*/ 2305440 w 6514506"/>
              <a:gd name="connsiteY10152" fmla="*/ 1887569 h 3658174"/>
              <a:gd name="connsiteX10153" fmla="*/ 2305527 w 6514506"/>
              <a:gd name="connsiteY10153" fmla="*/ 1887479 h 3658174"/>
              <a:gd name="connsiteX10154" fmla="*/ 2299819 w 6514506"/>
              <a:gd name="connsiteY10154" fmla="*/ 1882521 h 3658174"/>
              <a:gd name="connsiteX10155" fmla="*/ 2294390 w 6514506"/>
              <a:gd name="connsiteY10155" fmla="*/ 1877758 h 3658174"/>
              <a:gd name="connsiteX10156" fmla="*/ 2294105 w 6514506"/>
              <a:gd name="connsiteY10156" fmla="*/ 1872043 h 3658174"/>
              <a:gd name="connsiteX10157" fmla="*/ 2289913 w 6514506"/>
              <a:gd name="connsiteY10157" fmla="*/ 1873853 h 3658174"/>
              <a:gd name="connsiteX10158" fmla="*/ 2285437 w 6514506"/>
              <a:gd name="connsiteY10158" fmla="*/ 1877758 h 3658174"/>
              <a:gd name="connsiteX10159" fmla="*/ 2283627 w 6514506"/>
              <a:gd name="connsiteY10159" fmla="*/ 1873282 h 3658174"/>
              <a:gd name="connsiteX10160" fmla="*/ 2282103 w 6514506"/>
              <a:gd name="connsiteY10160" fmla="*/ 1866995 h 3658174"/>
              <a:gd name="connsiteX10161" fmla="*/ 2280007 w 6514506"/>
              <a:gd name="connsiteY10161" fmla="*/ 1859851 h 3658174"/>
              <a:gd name="connsiteX10162" fmla="*/ 2279893 w 6514506"/>
              <a:gd name="connsiteY10162" fmla="*/ 1858913 h 3658174"/>
              <a:gd name="connsiteX10163" fmla="*/ 2279722 w 6514506"/>
              <a:gd name="connsiteY10163" fmla="*/ 1859470 h 3658174"/>
              <a:gd name="connsiteX10164" fmla="*/ 2277055 w 6514506"/>
              <a:gd name="connsiteY10164" fmla="*/ 1849278 h 3658174"/>
              <a:gd name="connsiteX10165" fmla="*/ 2274102 w 6514506"/>
              <a:gd name="connsiteY10165" fmla="*/ 1847182 h 3658174"/>
              <a:gd name="connsiteX10166" fmla="*/ 2270483 w 6514506"/>
              <a:gd name="connsiteY10166" fmla="*/ 1846896 h 3658174"/>
              <a:gd name="connsiteX10167" fmla="*/ 2267816 w 6514506"/>
              <a:gd name="connsiteY10167" fmla="*/ 1838800 h 3658174"/>
              <a:gd name="connsiteX10168" fmla="*/ 2261244 w 6514506"/>
              <a:gd name="connsiteY10168" fmla="*/ 1836133 h 3658174"/>
              <a:gd name="connsiteX10169" fmla="*/ 2256767 w 6514506"/>
              <a:gd name="connsiteY10169" fmla="*/ 1834324 h 3658174"/>
              <a:gd name="connsiteX10170" fmla="*/ 2252290 w 6514506"/>
              <a:gd name="connsiteY10170" fmla="*/ 1834324 h 3658174"/>
              <a:gd name="connsiteX10171" fmla="*/ 2245718 w 6514506"/>
              <a:gd name="connsiteY10171" fmla="*/ 1834609 h 3658174"/>
              <a:gd name="connsiteX10172" fmla="*/ 2243051 w 6514506"/>
              <a:gd name="connsiteY10172" fmla="*/ 1830133 h 3658174"/>
              <a:gd name="connsiteX10173" fmla="*/ 2242765 w 6514506"/>
              <a:gd name="connsiteY10173" fmla="*/ 1817845 h 3658174"/>
              <a:gd name="connsiteX10174" fmla="*/ 2240955 w 6514506"/>
              <a:gd name="connsiteY10174" fmla="*/ 1813083 h 3658174"/>
              <a:gd name="connsiteX10175" fmla="*/ 2235526 w 6514506"/>
              <a:gd name="connsiteY10175" fmla="*/ 1811273 h 3658174"/>
              <a:gd name="connsiteX10176" fmla="*/ 2226573 w 6514506"/>
              <a:gd name="connsiteY10176" fmla="*/ 1815178 h 3658174"/>
              <a:gd name="connsiteX10177" fmla="*/ 2226858 w 6514506"/>
              <a:gd name="connsiteY10177" fmla="*/ 1829561 h 3658174"/>
              <a:gd name="connsiteX10178" fmla="*/ 2224477 w 6514506"/>
              <a:gd name="connsiteY10178" fmla="*/ 1837943 h 3658174"/>
              <a:gd name="connsiteX10179" fmla="*/ 2220572 w 6514506"/>
              <a:gd name="connsiteY10179" fmla="*/ 1848135 h 3658174"/>
              <a:gd name="connsiteX10180" fmla="*/ 2220000 w 6514506"/>
              <a:gd name="connsiteY10180" fmla="*/ 1853278 h 3658174"/>
              <a:gd name="connsiteX10181" fmla="*/ 2218762 w 6514506"/>
              <a:gd name="connsiteY10181" fmla="*/ 1859850 h 3658174"/>
              <a:gd name="connsiteX10182" fmla="*/ 2212761 w 6514506"/>
              <a:gd name="connsiteY10182" fmla="*/ 1873376 h 3658174"/>
              <a:gd name="connsiteX10183" fmla="*/ 2208285 w 6514506"/>
              <a:gd name="connsiteY10183" fmla="*/ 1885092 h 3658174"/>
              <a:gd name="connsiteX10184" fmla="*/ 2205332 w 6514506"/>
              <a:gd name="connsiteY10184" fmla="*/ 1892331 h 3658174"/>
              <a:gd name="connsiteX10185" fmla="*/ 2203808 w 6514506"/>
              <a:gd name="connsiteY10185" fmla="*/ 1903094 h 3658174"/>
              <a:gd name="connsiteX10186" fmla="*/ 2205618 w 6514506"/>
              <a:gd name="connsiteY10186" fmla="*/ 1915381 h 3658174"/>
              <a:gd name="connsiteX10187" fmla="*/ 2213142 w 6514506"/>
              <a:gd name="connsiteY10187" fmla="*/ 1915381 h 3658174"/>
              <a:gd name="connsiteX10188" fmla="*/ 2217905 w 6514506"/>
              <a:gd name="connsiteY10188" fmla="*/ 1918715 h 3658174"/>
              <a:gd name="connsiteX10189" fmla="*/ 2217905 w 6514506"/>
              <a:gd name="connsiteY10189" fmla="*/ 1928335 h 3658174"/>
              <a:gd name="connsiteX10190" fmla="*/ 2223620 w 6514506"/>
              <a:gd name="connsiteY10190" fmla="*/ 1932526 h 3658174"/>
              <a:gd name="connsiteX10191" fmla="*/ 2225715 w 6514506"/>
              <a:gd name="connsiteY10191" fmla="*/ 1937289 h 3658174"/>
              <a:gd name="connsiteX10192" fmla="*/ 2226287 w 6514506"/>
              <a:gd name="connsiteY10192" fmla="*/ 1954720 h 3658174"/>
              <a:gd name="connsiteX10193" fmla="*/ 2226858 w 6514506"/>
              <a:gd name="connsiteY10193" fmla="*/ 1961863 h 3658174"/>
              <a:gd name="connsiteX10194" fmla="*/ 2224191 w 6514506"/>
              <a:gd name="connsiteY10194" fmla="*/ 1956720 h 3658174"/>
              <a:gd name="connsiteX10195" fmla="*/ 2222382 w 6514506"/>
              <a:gd name="connsiteY10195" fmla="*/ 1951576 h 3658174"/>
              <a:gd name="connsiteX10196" fmla="*/ 2224763 w 6514506"/>
              <a:gd name="connsiteY10196" fmla="*/ 1963006 h 3658174"/>
              <a:gd name="connsiteX10197" fmla="*/ 2230192 w 6514506"/>
              <a:gd name="connsiteY10197" fmla="*/ 1966340 h 3658174"/>
              <a:gd name="connsiteX10198" fmla="*/ 2238288 w 6514506"/>
              <a:gd name="connsiteY10198" fmla="*/ 1972341 h 3658174"/>
              <a:gd name="connsiteX10199" fmla="*/ 2247242 w 6514506"/>
              <a:gd name="connsiteY10199" fmla="*/ 1975675 h 3658174"/>
              <a:gd name="connsiteX10200" fmla="*/ 2251136 w 6514506"/>
              <a:gd name="connsiteY10200" fmla="*/ 1983926 h 3658174"/>
              <a:gd name="connsiteX10201" fmla="*/ 2254133 w 6514506"/>
              <a:gd name="connsiteY10201" fmla="*/ 1988438 h 3658174"/>
              <a:gd name="connsiteX10202" fmla="*/ 2254385 w 6514506"/>
              <a:gd name="connsiteY10202" fmla="*/ 1988533 h 3658174"/>
              <a:gd name="connsiteX10203" fmla="*/ 2261910 w 6514506"/>
              <a:gd name="connsiteY10203" fmla="*/ 1995391 h 3658174"/>
              <a:gd name="connsiteX10204" fmla="*/ 2270864 w 6514506"/>
              <a:gd name="connsiteY10204" fmla="*/ 2006440 h 3658174"/>
              <a:gd name="connsiteX10205" fmla="*/ 2280484 w 6514506"/>
              <a:gd name="connsiteY10205" fmla="*/ 2018156 h 3658174"/>
              <a:gd name="connsiteX10206" fmla="*/ 2279912 w 6514506"/>
              <a:gd name="connsiteY10206" fmla="*/ 2057685 h 3658174"/>
              <a:gd name="connsiteX10207" fmla="*/ 2284104 w 6514506"/>
              <a:gd name="connsiteY10207" fmla="*/ 2072925 h 3658174"/>
              <a:gd name="connsiteX10208" fmla="*/ 2292485 w 6514506"/>
              <a:gd name="connsiteY10208" fmla="*/ 2086450 h 3658174"/>
              <a:gd name="connsiteX10209" fmla="*/ 2297534 w 6514506"/>
              <a:gd name="connsiteY10209" fmla="*/ 2099595 h 3658174"/>
              <a:gd name="connsiteX10210" fmla="*/ 2291247 w 6514506"/>
              <a:gd name="connsiteY10210" fmla="*/ 2096547 h 3658174"/>
              <a:gd name="connsiteX10211" fmla="*/ 2279817 w 6514506"/>
              <a:gd name="connsiteY10211" fmla="*/ 2100166 h 3658174"/>
              <a:gd name="connsiteX10212" fmla="*/ 2274102 w 6514506"/>
              <a:gd name="connsiteY10212" fmla="*/ 2097785 h 3658174"/>
              <a:gd name="connsiteX10213" fmla="*/ 2263910 w 6514506"/>
              <a:gd name="connsiteY10213" fmla="*/ 2091213 h 3658174"/>
              <a:gd name="connsiteX10214" fmla="*/ 2259434 w 6514506"/>
              <a:gd name="connsiteY10214" fmla="*/ 2087879 h 3658174"/>
              <a:gd name="connsiteX10215" fmla="*/ 2255529 w 6514506"/>
              <a:gd name="connsiteY10215" fmla="*/ 2086355 h 3658174"/>
              <a:gd name="connsiteX10216" fmla="*/ 2249242 w 6514506"/>
              <a:gd name="connsiteY10216" fmla="*/ 2084260 h 3658174"/>
              <a:gd name="connsiteX10217" fmla="*/ 2247146 w 6514506"/>
              <a:gd name="connsiteY10217" fmla="*/ 2079211 h 3658174"/>
              <a:gd name="connsiteX10218" fmla="*/ 2245051 w 6514506"/>
              <a:gd name="connsiteY10218" fmla="*/ 2075592 h 3658174"/>
              <a:gd name="connsiteX10219" fmla="*/ 2238764 w 6514506"/>
              <a:gd name="connsiteY10219" fmla="*/ 2067781 h 3658174"/>
              <a:gd name="connsiteX10220" fmla="*/ 2237526 w 6514506"/>
              <a:gd name="connsiteY10220" fmla="*/ 2058542 h 3658174"/>
              <a:gd name="connsiteX10221" fmla="*/ 2227049 w 6514506"/>
              <a:gd name="connsiteY10221" fmla="*/ 2047493 h 3658174"/>
              <a:gd name="connsiteX10222" fmla="*/ 2227334 w 6514506"/>
              <a:gd name="connsiteY10222" fmla="*/ 2039683 h 3658174"/>
              <a:gd name="connsiteX10223" fmla="*/ 2226477 w 6514506"/>
              <a:gd name="connsiteY10223" fmla="*/ 2036730 h 3658174"/>
              <a:gd name="connsiteX10224" fmla="*/ 2224382 w 6514506"/>
              <a:gd name="connsiteY10224" fmla="*/ 2028062 h 3658174"/>
              <a:gd name="connsiteX10225" fmla="*/ 2223525 w 6514506"/>
              <a:gd name="connsiteY10225" fmla="*/ 2021490 h 3658174"/>
              <a:gd name="connsiteX10226" fmla="*/ 2223525 w 6514506"/>
              <a:gd name="connsiteY10226" fmla="*/ 2010441 h 3658174"/>
              <a:gd name="connsiteX10227" fmla="*/ 2222667 w 6514506"/>
              <a:gd name="connsiteY10227" fmla="*/ 1999963 h 3658174"/>
              <a:gd name="connsiteX10228" fmla="*/ 2222382 w 6514506"/>
              <a:gd name="connsiteY10228" fmla="*/ 1995201 h 3658174"/>
              <a:gd name="connsiteX10229" fmla="*/ 2220572 w 6514506"/>
              <a:gd name="connsiteY10229" fmla="*/ 1986247 h 3658174"/>
              <a:gd name="connsiteX10230" fmla="*/ 2218768 w 6514506"/>
              <a:gd name="connsiteY10230" fmla="*/ 1977039 h 3658174"/>
              <a:gd name="connsiteX10231" fmla="*/ 2208380 w 6514506"/>
              <a:gd name="connsiteY10231" fmla="*/ 1969579 h 3658174"/>
              <a:gd name="connsiteX10232" fmla="*/ 2205046 w 6514506"/>
              <a:gd name="connsiteY10232" fmla="*/ 1959101 h 3658174"/>
              <a:gd name="connsiteX10233" fmla="*/ 2203236 w 6514506"/>
              <a:gd name="connsiteY10233" fmla="*/ 1954624 h 3658174"/>
              <a:gd name="connsiteX10234" fmla="*/ 2198474 w 6514506"/>
              <a:gd name="connsiteY10234" fmla="*/ 1946528 h 3658174"/>
              <a:gd name="connsiteX10235" fmla="*/ 2194854 w 6514506"/>
              <a:gd name="connsiteY10235" fmla="*/ 1941099 h 3658174"/>
              <a:gd name="connsiteX10236" fmla="*/ 2192473 w 6514506"/>
              <a:gd name="connsiteY10236" fmla="*/ 1937194 h 3658174"/>
              <a:gd name="connsiteX10237" fmla="*/ 2188854 w 6514506"/>
              <a:gd name="connsiteY10237" fmla="*/ 1935384 h 3658174"/>
              <a:gd name="connsiteX10238" fmla="*/ 2185234 w 6514506"/>
              <a:gd name="connsiteY10238" fmla="*/ 1938337 h 3658174"/>
              <a:gd name="connsiteX10239" fmla="*/ 2183424 w 6514506"/>
              <a:gd name="connsiteY10239" fmla="*/ 1929954 h 3658174"/>
              <a:gd name="connsiteX10240" fmla="*/ 2187044 w 6514506"/>
              <a:gd name="connsiteY10240" fmla="*/ 1921001 h 3658174"/>
              <a:gd name="connsiteX10241" fmla="*/ 2189139 w 6514506"/>
              <a:gd name="connsiteY10241" fmla="*/ 1910238 h 3658174"/>
              <a:gd name="connsiteX10242" fmla="*/ 2191521 w 6514506"/>
              <a:gd name="connsiteY10242" fmla="*/ 1901856 h 3658174"/>
              <a:gd name="connsiteX10243" fmla="*/ 2195997 w 6514506"/>
              <a:gd name="connsiteY10243" fmla="*/ 1888711 h 3658174"/>
              <a:gd name="connsiteX10244" fmla="*/ 2195712 w 6514506"/>
              <a:gd name="connsiteY10244" fmla="*/ 1888711 h 3658174"/>
              <a:gd name="connsiteX10245" fmla="*/ 2195728 w 6514506"/>
              <a:gd name="connsiteY10245" fmla="*/ 1888616 h 3658174"/>
              <a:gd name="connsiteX10246" fmla="*/ 2193854 w 6514506"/>
              <a:gd name="connsiteY10246" fmla="*/ 1890867 h 3658174"/>
              <a:gd name="connsiteX10247" fmla="*/ 2192187 w 6514506"/>
              <a:gd name="connsiteY10247" fmla="*/ 1892712 h 3658174"/>
              <a:gd name="connsiteX10248" fmla="*/ 2191901 w 6514506"/>
              <a:gd name="connsiteY10248" fmla="*/ 1884330 h 3658174"/>
              <a:gd name="connsiteX10249" fmla="*/ 2196092 w 6514506"/>
              <a:gd name="connsiteY10249" fmla="*/ 1877472 h 3658174"/>
              <a:gd name="connsiteX10250" fmla="*/ 2199997 w 6514506"/>
              <a:gd name="connsiteY10250" fmla="*/ 1858898 h 3658174"/>
              <a:gd name="connsiteX10251" fmla="*/ 2200855 w 6514506"/>
              <a:gd name="connsiteY10251" fmla="*/ 1852040 h 3658174"/>
              <a:gd name="connsiteX10252" fmla="*/ 2198759 w 6514506"/>
              <a:gd name="connsiteY10252" fmla="*/ 1841848 h 3658174"/>
              <a:gd name="connsiteX10253" fmla="*/ 2201140 w 6514506"/>
              <a:gd name="connsiteY10253" fmla="*/ 1831943 h 3658174"/>
              <a:gd name="connsiteX10254" fmla="*/ 2198759 w 6514506"/>
              <a:gd name="connsiteY10254" fmla="*/ 1818131 h 3658174"/>
              <a:gd name="connsiteX10255" fmla="*/ 2197521 w 6514506"/>
              <a:gd name="connsiteY10255" fmla="*/ 1809464 h 3658174"/>
              <a:gd name="connsiteX10256" fmla="*/ 2195425 w 6514506"/>
              <a:gd name="connsiteY10256" fmla="*/ 1807368 h 3658174"/>
              <a:gd name="connsiteX10257" fmla="*/ 2192759 w 6514506"/>
              <a:gd name="connsiteY10257" fmla="*/ 1812416 h 3658174"/>
              <a:gd name="connsiteX10258" fmla="*/ 2192187 w 6514506"/>
              <a:gd name="connsiteY10258" fmla="*/ 1793557 h 3658174"/>
              <a:gd name="connsiteX10259" fmla="*/ 2192473 w 6514506"/>
              <a:gd name="connsiteY10259" fmla="*/ 1787842 h 3658174"/>
              <a:gd name="connsiteX10260" fmla="*/ 2191901 w 6514506"/>
              <a:gd name="connsiteY10260" fmla="*/ 1781841 h 3658174"/>
              <a:gd name="connsiteX10261" fmla="*/ 2191330 w 6514506"/>
              <a:gd name="connsiteY10261" fmla="*/ 1765648 h 3658174"/>
              <a:gd name="connsiteX10262" fmla="*/ 2189234 w 6514506"/>
              <a:gd name="connsiteY10262" fmla="*/ 1756695 h 3658174"/>
              <a:gd name="connsiteX10263" fmla="*/ 2189806 w 6514506"/>
              <a:gd name="connsiteY10263" fmla="*/ 1749456 h 3658174"/>
              <a:gd name="connsiteX10264" fmla="*/ 2188567 w 6514506"/>
              <a:gd name="connsiteY10264" fmla="*/ 1741931 h 3658174"/>
              <a:gd name="connsiteX10265" fmla="*/ 2185234 w 6514506"/>
              <a:gd name="connsiteY10265" fmla="*/ 1729073 h 3658174"/>
              <a:gd name="connsiteX10266" fmla="*/ 2177423 w 6514506"/>
              <a:gd name="connsiteY10266" fmla="*/ 1719452 h 3658174"/>
              <a:gd name="connsiteX10267" fmla="*/ 2167803 w 6514506"/>
              <a:gd name="connsiteY10267" fmla="*/ 1736216 h 3658174"/>
              <a:gd name="connsiteX10268" fmla="*/ 2151896 w 6514506"/>
              <a:gd name="connsiteY10268" fmla="*/ 1749361 h 3658174"/>
              <a:gd name="connsiteX10269" fmla="*/ 2147991 w 6514506"/>
              <a:gd name="connsiteY10269" fmla="*/ 1753838 h 3658174"/>
              <a:gd name="connsiteX10270" fmla="*/ 2143514 w 6514506"/>
              <a:gd name="connsiteY10270" fmla="*/ 1752314 h 3658174"/>
              <a:gd name="connsiteX10271" fmla="*/ 2141704 w 6514506"/>
              <a:gd name="connsiteY10271" fmla="*/ 1751075 h 3658174"/>
              <a:gd name="connsiteX10272" fmla="*/ 2138371 w 6514506"/>
              <a:gd name="connsiteY10272" fmla="*/ 1753171 h 3658174"/>
              <a:gd name="connsiteX10273" fmla="*/ 2134751 w 6514506"/>
              <a:gd name="connsiteY10273" fmla="*/ 1756123 h 3658174"/>
              <a:gd name="connsiteX10274" fmla="*/ 2133513 w 6514506"/>
              <a:gd name="connsiteY10274" fmla="*/ 1749551 h 3658174"/>
              <a:gd name="connsiteX10275" fmla="*/ 2130560 w 6514506"/>
              <a:gd name="connsiteY10275" fmla="*/ 1748027 h 3658174"/>
              <a:gd name="connsiteX10276" fmla="*/ 2125417 w 6514506"/>
              <a:gd name="connsiteY10276" fmla="*/ 1750980 h 3658174"/>
              <a:gd name="connsiteX10277" fmla="*/ 2122464 w 6514506"/>
              <a:gd name="connsiteY10277" fmla="*/ 1750980 h 3658174"/>
              <a:gd name="connsiteX10278" fmla="*/ 2124559 w 6514506"/>
              <a:gd name="connsiteY10278" fmla="*/ 1741646 h 3658174"/>
              <a:gd name="connsiteX10279" fmla="*/ 2128179 w 6514506"/>
              <a:gd name="connsiteY10279" fmla="*/ 1733835 h 3658174"/>
              <a:gd name="connsiteX10280" fmla="*/ 2132941 w 6514506"/>
              <a:gd name="connsiteY10280" fmla="*/ 1723072 h 3658174"/>
              <a:gd name="connsiteX10281" fmla="*/ 2135037 w 6514506"/>
              <a:gd name="connsiteY10281" fmla="*/ 1719167 h 3658174"/>
              <a:gd name="connsiteX10282" fmla="*/ 2134751 w 6514506"/>
              <a:gd name="connsiteY10282" fmla="*/ 1696688 h 3658174"/>
              <a:gd name="connsiteX10283" fmla="*/ 2133894 w 6514506"/>
              <a:gd name="connsiteY10283" fmla="*/ 1686781 h 3658174"/>
              <a:gd name="connsiteX10284" fmla="*/ 2133608 w 6514506"/>
              <a:gd name="connsiteY10284" fmla="*/ 1676304 h 3658174"/>
              <a:gd name="connsiteX10285" fmla="*/ 2130274 w 6514506"/>
              <a:gd name="connsiteY10285" fmla="*/ 1666969 h 3658174"/>
              <a:gd name="connsiteX10286" fmla="*/ 2128750 w 6514506"/>
              <a:gd name="connsiteY10286" fmla="*/ 1662493 h 3658174"/>
              <a:gd name="connsiteX10287" fmla="*/ 2125417 w 6514506"/>
              <a:gd name="connsiteY10287" fmla="*/ 1653539 h 3658174"/>
              <a:gd name="connsiteX10288" fmla="*/ 2120368 w 6514506"/>
              <a:gd name="connsiteY10288" fmla="*/ 1649348 h 3658174"/>
              <a:gd name="connsiteX10289" fmla="*/ 2108938 w 6514506"/>
              <a:gd name="connsiteY10289" fmla="*/ 1646015 h 3658174"/>
              <a:gd name="connsiteX10290" fmla="*/ 2104747 w 6514506"/>
              <a:gd name="connsiteY10290" fmla="*/ 1634299 h 3658174"/>
              <a:gd name="connsiteX10291" fmla="*/ 2105033 w 6514506"/>
              <a:gd name="connsiteY10291" fmla="*/ 1626774 h 3658174"/>
              <a:gd name="connsiteX10292" fmla="*/ 2103890 w 6514506"/>
              <a:gd name="connsiteY10292" fmla="*/ 1626869 h 3658174"/>
              <a:gd name="connsiteX10293" fmla="*/ 2102917 w 6514506"/>
              <a:gd name="connsiteY10293" fmla="*/ 1625811 h 3658174"/>
              <a:gd name="connsiteX10294" fmla="*/ 2102938 w 6514506"/>
              <a:gd name="connsiteY10294" fmla="*/ 1626012 h 3658174"/>
              <a:gd name="connsiteX10295" fmla="*/ 2103605 w 6514506"/>
              <a:gd name="connsiteY10295" fmla="*/ 1627441 h 3658174"/>
              <a:gd name="connsiteX10296" fmla="*/ 2101700 w 6514506"/>
              <a:gd name="connsiteY10296" fmla="*/ 1630679 h 3658174"/>
              <a:gd name="connsiteX10297" fmla="*/ 2099890 w 6514506"/>
              <a:gd name="connsiteY10297" fmla="*/ 1627060 h 3658174"/>
              <a:gd name="connsiteX10298" fmla="*/ 2098652 w 6514506"/>
              <a:gd name="connsiteY10298" fmla="*/ 1615058 h 3658174"/>
              <a:gd name="connsiteX10299" fmla="*/ 2100462 w 6514506"/>
              <a:gd name="connsiteY10299" fmla="*/ 1607914 h 3658174"/>
              <a:gd name="connsiteX10300" fmla="*/ 2095413 w 6514506"/>
              <a:gd name="connsiteY10300" fmla="*/ 1586007 h 3658174"/>
              <a:gd name="connsiteX10301" fmla="*/ 2081316 w 6514506"/>
              <a:gd name="connsiteY10301" fmla="*/ 1579720 h 3658174"/>
              <a:gd name="connsiteX10302" fmla="*/ 2081031 w 6514506"/>
              <a:gd name="connsiteY10302" fmla="*/ 1567147 h 3658174"/>
              <a:gd name="connsiteX10303" fmla="*/ 2078649 w 6514506"/>
              <a:gd name="connsiteY10303" fmla="*/ 1564099 h 3658174"/>
              <a:gd name="connsiteX10304" fmla="*/ 2077411 w 6514506"/>
              <a:gd name="connsiteY10304" fmla="*/ 1572196 h 3658174"/>
              <a:gd name="connsiteX10305" fmla="*/ 2075601 w 6514506"/>
              <a:gd name="connsiteY10305" fmla="*/ 1581816 h 3658174"/>
              <a:gd name="connsiteX10306" fmla="*/ 2076173 w 6514506"/>
              <a:gd name="connsiteY10306" fmla="*/ 1589626 h 3658174"/>
              <a:gd name="connsiteX10307" fmla="*/ 2076173 w 6514506"/>
              <a:gd name="connsiteY10307" fmla="*/ 1598961 h 3658174"/>
              <a:gd name="connsiteX10308" fmla="*/ 2072839 w 6514506"/>
              <a:gd name="connsiteY10308" fmla="*/ 1605247 h 3658174"/>
              <a:gd name="connsiteX10309" fmla="*/ 2068648 w 6514506"/>
              <a:gd name="connsiteY10309" fmla="*/ 1607629 h 3658174"/>
              <a:gd name="connsiteX10310" fmla="*/ 2064743 w 6514506"/>
              <a:gd name="connsiteY10310" fmla="*/ 1599246 h 3658174"/>
              <a:gd name="connsiteX10311" fmla="*/ 2062076 w 6514506"/>
              <a:gd name="connsiteY10311" fmla="*/ 1595627 h 3658174"/>
              <a:gd name="connsiteX10312" fmla="*/ 2057028 w 6514506"/>
              <a:gd name="connsiteY10312" fmla="*/ 1604962 h 3658174"/>
              <a:gd name="connsiteX10313" fmla="*/ 2054360 w 6514506"/>
              <a:gd name="connsiteY10313" fmla="*/ 1607629 h 3658174"/>
              <a:gd name="connsiteX10314" fmla="*/ 2051408 w 6514506"/>
              <a:gd name="connsiteY10314" fmla="*/ 1607057 h 3658174"/>
              <a:gd name="connsiteX10315" fmla="*/ 2048264 w 6514506"/>
              <a:gd name="connsiteY10315" fmla="*/ 1604676 h 3658174"/>
              <a:gd name="connsiteX10316" fmla="*/ 2048247 w 6514506"/>
              <a:gd name="connsiteY10316" fmla="*/ 1604515 h 3658174"/>
              <a:gd name="connsiteX10317" fmla="*/ 2044074 w 6514506"/>
              <a:gd name="connsiteY10317" fmla="*/ 1603152 h 3658174"/>
              <a:gd name="connsiteX10318" fmla="*/ 2039883 w 6514506"/>
              <a:gd name="connsiteY10318" fmla="*/ 1606486 h 3658174"/>
              <a:gd name="connsiteX10319" fmla="*/ 2036549 w 6514506"/>
              <a:gd name="connsiteY10319" fmla="*/ 1609153 h 3658174"/>
              <a:gd name="connsiteX10320" fmla="*/ 2031786 w 6514506"/>
              <a:gd name="connsiteY10320" fmla="*/ 1601914 h 3658174"/>
              <a:gd name="connsiteX10321" fmla="*/ 2028167 w 6514506"/>
              <a:gd name="connsiteY10321" fmla="*/ 1600676 h 3658174"/>
              <a:gd name="connsiteX10322" fmla="*/ 2021595 w 6514506"/>
              <a:gd name="connsiteY10322" fmla="*/ 1608201 h 3658174"/>
              <a:gd name="connsiteX10323" fmla="*/ 2007212 w 6514506"/>
              <a:gd name="connsiteY10323" fmla="*/ 1613249 h 3658174"/>
              <a:gd name="connsiteX10324" fmla="*/ 2000640 w 6514506"/>
              <a:gd name="connsiteY10324" fmla="*/ 1622869 h 3658174"/>
              <a:gd name="connsiteX10325" fmla="*/ 2001211 w 6514506"/>
              <a:gd name="connsiteY10325" fmla="*/ 1632489 h 3658174"/>
              <a:gd name="connsiteX10326" fmla="*/ 1998544 w 6514506"/>
              <a:gd name="connsiteY10326" fmla="*/ 1639347 h 3658174"/>
              <a:gd name="connsiteX10327" fmla="*/ 1983876 w 6514506"/>
              <a:gd name="connsiteY10327" fmla="*/ 1651920 h 3658174"/>
              <a:gd name="connsiteX10328" fmla="*/ 1971874 w 6514506"/>
              <a:gd name="connsiteY10328" fmla="*/ 1654302 h 3658174"/>
              <a:gd name="connsiteX10329" fmla="*/ 1964064 w 6514506"/>
              <a:gd name="connsiteY10329" fmla="*/ 1654302 h 3658174"/>
              <a:gd name="connsiteX10330" fmla="*/ 1964064 w 6514506"/>
              <a:gd name="connsiteY10330" fmla="*/ 1657254 h 3658174"/>
              <a:gd name="connsiteX10331" fmla="*/ 1965302 w 6514506"/>
              <a:gd name="connsiteY10331" fmla="*/ 1659350 h 3658174"/>
              <a:gd name="connsiteX10332" fmla="*/ 1954824 w 6514506"/>
              <a:gd name="connsiteY10332" fmla="*/ 1666589 h 3658174"/>
              <a:gd name="connsiteX10333" fmla="*/ 1950919 w 6514506"/>
              <a:gd name="connsiteY10333" fmla="*/ 1669923 h 3658174"/>
              <a:gd name="connsiteX10334" fmla="*/ 1948252 w 6514506"/>
              <a:gd name="connsiteY10334" fmla="*/ 1674114 h 3658174"/>
              <a:gd name="connsiteX10335" fmla="*/ 1941108 w 6514506"/>
              <a:gd name="connsiteY10335" fmla="*/ 1683734 h 3658174"/>
              <a:gd name="connsiteX10336" fmla="*/ 1935108 w 6514506"/>
              <a:gd name="connsiteY10336" fmla="*/ 1689163 h 3658174"/>
              <a:gd name="connsiteX10337" fmla="*/ 1927011 w 6514506"/>
              <a:gd name="connsiteY10337" fmla="*/ 1696021 h 3658174"/>
              <a:gd name="connsiteX10338" fmla="*/ 1918058 w 6514506"/>
              <a:gd name="connsiteY10338" fmla="*/ 1703546 h 3658174"/>
              <a:gd name="connsiteX10339" fmla="*/ 1903104 w 6514506"/>
              <a:gd name="connsiteY10339" fmla="*/ 1712499 h 3658174"/>
              <a:gd name="connsiteX10340" fmla="*/ 1900151 w 6514506"/>
              <a:gd name="connsiteY10340" fmla="*/ 1718214 h 3658174"/>
              <a:gd name="connsiteX10341" fmla="*/ 1899294 w 6514506"/>
              <a:gd name="connsiteY10341" fmla="*/ 1725739 h 3658174"/>
              <a:gd name="connsiteX10342" fmla="*/ 1887578 w 6514506"/>
              <a:gd name="connsiteY10342" fmla="*/ 1737455 h 3658174"/>
              <a:gd name="connsiteX10343" fmla="*/ 1875576 w 6514506"/>
              <a:gd name="connsiteY10343" fmla="*/ 1739550 h 3658174"/>
              <a:gd name="connsiteX10344" fmla="*/ 1866909 w 6514506"/>
              <a:gd name="connsiteY10344" fmla="*/ 1747075 h 3658174"/>
              <a:gd name="connsiteX10345" fmla="*/ 1854336 w 6514506"/>
              <a:gd name="connsiteY10345" fmla="*/ 1754600 h 3658174"/>
              <a:gd name="connsiteX10346" fmla="*/ 1850430 w 6514506"/>
              <a:gd name="connsiteY10346" fmla="*/ 1776793 h 3658174"/>
              <a:gd name="connsiteX10347" fmla="*/ 1848335 w 6514506"/>
              <a:gd name="connsiteY10347" fmla="*/ 1790604 h 3658174"/>
              <a:gd name="connsiteX10348" fmla="*/ 1849192 w 6514506"/>
              <a:gd name="connsiteY10348" fmla="*/ 1798129 h 3658174"/>
              <a:gd name="connsiteX10349" fmla="*/ 1846525 w 6514506"/>
              <a:gd name="connsiteY10349" fmla="*/ 1795748 h 3658174"/>
              <a:gd name="connsiteX10350" fmla="*/ 1845001 w 6514506"/>
              <a:gd name="connsiteY10350" fmla="*/ 1797843 h 3658174"/>
              <a:gd name="connsiteX10351" fmla="*/ 1850430 w 6514506"/>
              <a:gd name="connsiteY10351" fmla="*/ 1804130 h 3658174"/>
              <a:gd name="connsiteX10352" fmla="*/ 1851288 w 6514506"/>
              <a:gd name="connsiteY10352" fmla="*/ 1816417 h 3658174"/>
              <a:gd name="connsiteX10353" fmla="*/ 1839572 w 6514506"/>
              <a:gd name="connsiteY10353" fmla="*/ 1833467 h 3658174"/>
              <a:gd name="connsiteX10354" fmla="*/ 1833571 w 6514506"/>
              <a:gd name="connsiteY10354" fmla="*/ 1854136 h 3658174"/>
              <a:gd name="connsiteX10355" fmla="*/ 1833000 w 6514506"/>
              <a:gd name="connsiteY10355" fmla="*/ 1869376 h 3658174"/>
              <a:gd name="connsiteX10356" fmla="*/ 1831190 w 6514506"/>
              <a:gd name="connsiteY10356" fmla="*/ 1878711 h 3658174"/>
              <a:gd name="connsiteX10357" fmla="*/ 1825189 w 6514506"/>
              <a:gd name="connsiteY10357" fmla="*/ 1881663 h 3658174"/>
              <a:gd name="connsiteX10358" fmla="*/ 1817950 w 6514506"/>
              <a:gd name="connsiteY10358" fmla="*/ 1889474 h 3658174"/>
              <a:gd name="connsiteX10359" fmla="*/ 1816712 w 6514506"/>
              <a:gd name="connsiteY10359" fmla="*/ 1902047 h 3658174"/>
              <a:gd name="connsiteX10360" fmla="*/ 1816998 w 6514506"/>
              <a:gd name="connsiteY10360" fmla="*/ 1907762 h 3658174"/>
              <a:gd name="connsiteX10361" fmla="*/ 1806806 w 6514506"/>
              <a:gd name="connsiteY10361" fmla="*/ 1906238 h 3658174"/>
              <a:gd name="connsiteX10362" fmla="*/ 1797852 w 6514506"/>
              <a:gd name="connsiteY10362" fmla="*/ 1915572 h 3658174"/>
              <a:gd name="connsiteX10363" fmla="*/ 1792423 w 6514506"/>
              <a:gd name="connsiteY10363" fmla="*/ 1927002 h 3658174"/>
              <a:gd name="connsiteX10364" fmla="*/ 1778040 w 6514506"/>
              <a:gd name="connsiteY10364" fmla="*/ 1931193 h 3658174"/>
              <a:gd name="connsiteX10365" fmla="*/ 1768420 w 6514506"/>
              <a:gd name="connsiteY10365" fmla="*/ 1915001 h 3658174"/>
              <a:gd name="connsiteX10366" fmla="*/ 1767182 w 6514506"/>
              <a:gd name="connsiteY10366" fmla="*/ 1911381 h 3658174"/>
              <a:gd name="connsiteX10367" fmla="*/ 1763848 w 6514506"/>
              <a:gd name="connsiteY10367" fmla="*/ 1905381 h 3658174"/>
              <a:gd name="connsiteX10368" fmla="*/ 1759372 w 6514506"/>
              <a:gd name="connsiteY10368" fmla="*/ 1867662 h 3658174"/>
              <a:gd name="connsiteX10369" fmla="*/ 1755466 w 6514506"/>
              <a:gd name="connsiteY10369" fmla="*/ 1850612 h 3658174"/>
              <a:gd name="connsiteX10370" fmla="*/ 1751847 w 6514506"/>
              <a:gd name="connsiteY10370" fmla="*/ 1835372 h 3658174"/>
              <a:gd name="connsiteX10371" fmla="*/ 1745560 w 6514506"/>
              <a:gd name="connsiteY10371" fmla="*/ 1818322 h 3658174"/>
              <a:gd name="connsiteX10372" fmla="*/ 1744989 w 6514506"/>
              <a:gd name="connsiteY10372" fmla="*/ 1794986 h 3658174"/>
              <a:gd name="connsiteX10373" fmla="*/ 1745274 w 6514506"/>
              <a:gd name="connsiteY10373" fmla="*/ 1790223 h 3658174"/>
              <a:gd name="connsiteX10374" fmla="*/ 1742893 w 6514506"/>
              <a:gd name="connsiteY10374" fmla="*/ 1771935 h 3658174"/>
              <a:gd name="connsiteX10375" fmla="*/ 1738416 w 6514506"/>
              <a:gd name="connsiteY10375" fmla="*/ 1754600 h 3658174"/>
              <a:gd name="connsiteX10376" fmla="*/ 1731558 w 6514506"/>
              <a:gd name="connsiteY10376" fmla="*/ 1724025 h 3658174"/>
              <a:gd name="connsiteX10377" fmla="*/ 1733654 w 6514506"/>
              <a:gd name="connsiteY10377" fmla="*/ 1691925 h 3658174"/>
              <a:gd name="connsiteX10378" fmla="*/ 1733940 w 6514506"/>
              <a:gd name="connsiteY10378" fmla="*/ 1681734 h 3658174"/>
              <a:gd name="connsiteX10379" fmla="*/ 1732701 w 6514506"/>
              <a:gd name="connsiteY10379" fmla="*/ 1676971 h 3658174"/>
              <a:gd name="connsiteX10380" fmla="*/ 1733559 w 6514506"/>
              <a:gd name="connsiteY10380" fmla="*/ 1672209 h 3658174"/>
              <a:gd name="connsiteX10381" fmla="*/ 1734797 w 6514506"/>
              <a:gd name="connsiteY10381" fmla="*/ 1668875 h 3658174"/>
              <a:gd name="connsiteX10382" fmla="*/ 1724319 w 6514506"/>
              <a:gd name="connsiteY10382" fmla="*/ 1660493 h 3658174"/>
              <a:gd name="connsiteX10383" fmla="*/ 1730320 w 6514506"/>
              <a:gd name="connsiteY10383" fmla="*/ 1653921 h 3658174"/>
              <a:gd name="connsiteX10384" fmla="*/ 1735083 w 6514506"/>
              <a:gd name="connsiteY10384" fmla="*/ 1649158 h 3658174"/>
              <a:gd name="connsiteX10385" fmla="*/ 1735654 w 6514506"/>
              <a:gd name="connsiteY10385" fmla="*/ 1641348 h 3658174"/>
              <a:gd name="connsiteX10386" fmla="*/ 1736511 w 6514506"/>
              <a:gd name="connsiteY10386" fmla="*/ 1632680 h 3658174"/>
              <a:gd name="connsiteX10387" fmla="*/ 1737750 w 6514506"/>
              <a:gd name="connsiteY10387" fmla="*/ 1626965 h 3658174"/>
              <a:gd name="connsiteX10388" fmla="*/ 1740417 w 6514506"/>
              <a:gd name="connsiteY10388" fmla="*/ 1619154 h 3658174"/>
              <a:gd name="connsiteX10389" fmla="*/ 1740988 w 6514506"/>
              <a:gd name="connsiteY10389" fmla="*/ 1608391 h 3658174"/>
              <a:gd name="connsiteX10390" fmla="*/ 1742798 w 6514506"/>
              <a:gd name="connsiteY10390" fmla="*/ 1596961 h 3658174"/>
              <a:gd name="connsiteX10391" fmla="*/ 1743655 w 6514506"/>
              <a:gd name="connsiteY10391" fmla="*/ 1590389 h 3658174"/>
              <a:gd name="connsiteX10392" fmla="*/ 1744227 w 6514506"/>
              <a:gd name="connsiteY10392" fmla="*/ 1582293 h 3658174"/>
              <a:gd name="connsiteX10393" fmla="*/ 1746036 w 6514506"/>
              <a:gd name="connsiteY10393" fmla="*/ 1575720 h 3658174"/>
              <a:gd name="connsiteX10394" fmla="*/ 1739178 w 6514506"/>
              <a:gd name="connsiteY10394" fmla="*/ 1574482 h 3658174"/>
              <a:gd name="connsiteX10395" fmla="*/ 1736511 w 6514506"/>
              <a:gd name="connsiteY10395" fmla="*/ 1584960 h 3658174"/>
              <a:gd name="connsiteX10396" fmla="*/ 1732892 w 6514506"/>
              <a:gd name="connsiteY10396" fmla="*/ 1599057 h 3658174"/>
              <a:gd name="connsiteX10397" fmla="*/ 1720033 w 6514506"/>
              <a:gd name="connsiteY10397" fmla="*/ 1611058 h 3658174"/>
              <a:gd name="connsiteX10398" fmla="*/ 1699650 w 6514506"/>
              <a:gd name="connsiteY10398" fmla="*/ 1613725 h 3658174"/>
              <a:gd name="connsiteX10399" fmla="*/ 1686505 w 6514506"/>
              <a:gd name="connsiteY10399" fmla="*/ 1591818 h 3658174"/>
              <a:gd name="connsiteX10400" fmla="*/ 1680219 w 6514506"/>
              <a:gd name="connsiteY10400" fmla="*/ 1579816 h 3658174"/>
              <a:gd name="connsiteX10401" fmla="*/ 1679361 w 6514506"/>
              <a:gd name="connsiteY10401" fmla="*/ 1572958 h 3658174"/>
              <a:gd name="connsiteX10402" fmla="*/ 1684124 w 6514506"/>
              <a:gd name="connsiteY10402" fmla="*/ 1575911 h 3658174"/>
              <a:gd name="connsiteX10403" fmla="*/ 1689553 w 6514506"/>
              <a:gd name="connsiteY10403" fmla="*/ 1575625 h 3658174"/>
              <a:gd name="connsiteX10404" fmla="*/ 1693458 w 6514506"/>
              <a:gd name="connsiteY10404" fmla="*/ 1571720 h 3658174"/>
              <a:gd name="connsiteX10405" fmla="*/ 1699745 w 6514506"/>
              <a:gd name="connsiteY10405" fmla="*/ 1569339 h 3658174"/>
              <a:gd name="connsiteX10406" fmla="*/ 1705174 w 6514506"/>
              <a:gd name="connsiteY10406" fmla="*/ 1567529 h 3658174"/>
              <a:gd name="connsiteX10407" fmla="*/ 1709079 w 6514506"/>
              <a:gd name="connsiteY10407" fmla="*/ 1562385 h 3658174"/>
              <a:gd name="connsiteX10408" fmla="*/ 1712699 w 6514506"/>
              <a:gd name="connsiteY10408" fmla="*/ 1559718 h 3658174"/>
              <a:gd name="connsiteX10409" fmla="*/ 1710318 w 6514506"/>
              <a:gd name="connsiteY10409" fmla="*/ 1556766 h 3658174"/>
              <a:gd name="connsiteX10410" fmla="*/ 1687839 w 6514506"/>
              <a:gd name="connsiteY10410" fmla="*/ 1558290 h 3658174"/>
              <a:gd name="connsiteX10411" fmla="*/ 1679457 w 6514506"/>
              <a:gd name="connsiteY10411" fmla="*/ 1543050 h 3658174"/>
              <a:gd name="connsiteX10412" fmla="*/ 1680314 w 6514506"/>
              <a:gd name="connsiteY10412" fmla="*/ 1537620 h 3658174"/>
              <a:gd name="connsiteX10413" fmla="*/ 1674313 w 6514506"/>
              <a:gd name="connsiteY10413" fmla="*/ 1538192 h 3658174"/>
              <a:gd name="connsiteX10414" fmla="*/ 1668884 w 6514506"/>
              <a:gd name="connsiteY10414" fmla="*/ 1533429 h 3658174"/>
              <a:gd name="connsiteX10415" fmla="*/ 1669154 w 6514506"/>
              <a:gd name="connsiteY10415" fmla="*/ 1532640 h 3658174"/>
              <a:gd name="connsiteX10416" fmla="*/ 1668646 w 6514506"/>
              <a:gd name="connsiteY10416" fmla="*/ 1532156 h 3658174"/>
              <a:gd name="connsiteX10417" fmla="*/ 1664312 w 6514506"/>
              <a:gd name="connsiteY10417" fmla="*/ 1531239 h 3658174"/>
              <a:gd name="connsiteX10418" fmla="*/ 1661645 w 6514506"/>
              <a:gd name="connsiteY10418" fmla="*/ 1528572 h 3658174"/>
              <a:gd name="connsiteX10419" fmla="*/ 1662216 w 6514506"/>
              <a:gd name="connsiteY10419" fmla="*/ 1517808 h 3658174"/>
              <a:gd name="connsiteX10420" fmla="*/ 1659835 w 6514506"/>
              <a:gd name="connsiteY10420" fmla="*/ 1510284 h 3658174"/>
              <a:gd name="connsiteX10421" fmla="*/ 1655930 w 6514506"/>
              <a:gd name="connsiteY10421" fmla="*/ 1505521 h 3658174"/>
              <a:gd name="connsiteX10422" fmla="*/ 1653835 w 6514506"/>
              <a:gd name="connsiteY10422" fmla="*/ 1497425 h 3658174"/>
              <a:gd name="connsiteX10423" fmla="*/ 1641261 w 6514506"/>
              <a:gd name="connsiteY10423" fmla="*/ 1495329 h 3658174"/>
              <a:gd name="connsiteX10424" fmla="*/ 1625355 w 6514506"/>
              <a:gd name="connsiteY10424" fmla="*/ 1494091 h 3658174"/>
              <a:gd name="connsiteX10425" fmla="*/ 1613068 w 6514506"/>
              <a:gd name="connsiteY10425" fmla="*/ 1494948 h 3658174"/>
              <a:gd name="connsiteX10426" fmla="*/ 1608019 w 6514506"/>
              <a:gd name="connsiteY10426" fmla="*/ 1494948 h 3658174"/>
              <a:gd name="connsiteX10427" fmla="*/ 1587922 w 6514506"/>
              <a:gd name="connsiteY10427" fmla="*/ 1495520 h 3658174"/>
              <a:gd name="connsiteX10428" fmla="*/ 1575920 w 6514506"/>
              <a:gd name="connsiteY10428" fmla="*/ 1496091 h 3658174"/>
              <a:gd name="connsiteX10429" fmla="*/ 1568776 w 6514506"/>
              <a:gd name="connsiteY10429" fmla="*/ 1493996 h 3658174"/>
              <a:gd name="connsiteX10430" fmla="*/ 1563592 w 6514506"/>
              <a:gd name="connsiteY10430" fmla="*/ 1492814 h 3658174"/>
              <a:gd name="connsiteX10431" fmla="*/ 1563442 w 6514506"/>
              <a:gd name="connsiteY10431" fmla="*/ 1492853 h 3658174"/>
              <a:gd name="connsiteX10432" fmla="*/ 1556584 w 6514506"/>
              <a:gd name="connsiteY10432" fmla="*/ 1492567 h 3658174"/>
              <a:gd name="connsiteX10433" fmla="*/ 1548488 w 6514506"/>
              <a:gd name="connsiteY10433" fmla="*/ 1488662 h 3658174"/>
              <a:gd name="connsiteX10434" fmla="*/ 1543725 w 6514506"/>
              <a:gd name="connsiteY10434" fmla="*/ 1488662 h 3658174"/>
              <a:gd name="connsiteX10435" fmla="*/ 1533533 w 6514506"/>
              <a:gd name="connsiteY10435" fmla="*/ 1487138 h 3658174"/>
              <a:gd name="connsiteX10436" fmla="*/ 1523627 w 6514506"/>
              <a:gd name="connsiteY10436" fmla="*/ 1484186 h 3658174"/>
              <a:gd name="connsiteX10437" fmla="*/ 1519436 w 6514506"/>
              <a:gd name="connsiteY10437" fmla="*/ 1482662 h 3658174"/>
              <a:gd name="connsiteX10438" fmla="*/ 1510102 w 6514506"/>
              <a:gd name="connsiteY10438" fmla="*/ 1476946 h 3658174"/>
              <a:gd name="connsiteX10439" fmla="*/ 1502006 w 6514506"/>
              <a:gd name="connsiteY10439" fmla="*/ 1474851 h 3658174"/>
              <a:gd name="connsiteX10440" fmla="*/ 1497529 w 6514506"/>
              <a:gd name="connsiteY10440" fmla="*/ 1472755 h 3658174"/>
              <a:gd name="connsiteX10441" fmla="*/ 1496005 w 6514506"/>
              <a:gd name="connsiteY10441" fmla="*/ 1454467 h 3658174"/>
              <a:gd name="connsiteX10442" fmla="*/ 1496290 w 6514506"/>
              <a:gd name="connsiteY10442" fmla="*/ 1437989 h 3658174"/>
              <a:gd name="connsiteX10443" fmla="*/ 1487909 w 6514506"/>
              <a:gd name="connsiteY10443" fmla="*/ 1437704 h 3658174"/>
              <a:gd name="connsiteX10444" fmla="*/ 1475621 w 6514506"/>
              <a:gd name="connsiteY10444" fmla="*/ 1437704 h 3658174"/>
              <a:gd name="connsiteX10445" fmla="*/ 1460953 w 6514506"/>
              <a:gd name="connsiteY10445" fmla="*/ 1443418 h 3658174"/>
              <a:gd name="connsiteX10446" fmla="*/ 1451047 w 6514506"/>
              <a:gd name="connsiteY10446" fmla="*/ 1442847 h 3658174"/>
              <a:gd name="connsiteX10447" fmla="*/ 1438760 w 6514506"/>
              <a:gd name="connsiteY10447" fmla="*/ 1440180 h 3658174"/>
              <a:gd name="connsiteX10448" fmla="*/ 1430092 w 6514506"/>
              <a:gd name="connsiteY10448" fmla="*/ 1432084 h 3658174"/>
              <a:gd name="connsiteX10449" fmla="*/ 1424377 w 6514506"/>
              <a:gd name="connsiteY10449" fmla="*/ 1422749 h 3658174"/>
              <a:gd name="connsiteX10450" fmla="*/ 1423805 w 6514506"/>
              <a:gd name="connsiteY10450" fmla="*/ 1418272 h 3658174"/>
              <a:gd name="connsiteX10451" fmla="*/ 1414185 w 6514506"/>
              <a:gd name="connsiteY10451" fmla="*/ 1409891 h 3658174"/>
              <a:gd name="connsiteX10452" fmla="*/ 1407041 w 6514506"/>
              <a:gd name="connsiteY10452" fmla="*/ 1404461 h 3658174"/>
              <a:gd name="connsiteX10453" fmla="*/ 1406755 w 6514506"/>
              <a:gd name="connsiteY10453" fmla="*/ 1393984 h 3658174"/>
              <a:gd name="connsiteX10454" fmla="*/ 1407613 w 6514506"/>
              <a:gd name="connsiteY10454" fmla="*/ 1384649 h 3658174"/>
              <a:gd name="connsiteX10455" fmla="*/ 1405803 w 6514506"/>
              <a:gd name="connsiteY10455" fmla="*/ 1378363 h 3658174"/>
              <a:gd name="connsiteX10456" fmla="*/ 1403707 w 6514506"/>
              <a:gd name="connsiteY10456" fmla="*/ 1374172 h 3658174"/>
              <a:gd name="connsiteX10457" fmla="*/ 1402850 w 6514506"/>
              <a:gd name="connsiteY10457" fmla="*/ 1370838 h 3658174"/>
              <a:gd name="connsiteX10458" fmla="*/ 1403422 w 6514506"/>
              <a:gd name="connsiteY10458" fmla="*/ 1360646 h 3658174"/>
              <a:gd name="connsiteX10459" fmla="*/ 1401898 w 6514506"/>
              <a:gd name="connsiteY10459" fmla="*/ 1352264 h 3658174"/>
              <a:gd name="connsiteX10460" fmla="*/ 1398945 w 6514506"/>
              <a:gd name="connsiteY10460" fmla="*/ 1348073 h 3658174"/>
              <a:gd name="connsiteX10461" fmla="*/ 1392087 w 6514506"/>
              <a:gd name="connsiteY10461" fmla="*/ 1343596 h 3658174"/>
              <a:gd name="connsiteX10462" fmla="*/ 1389706 w 6514506"/>
              <a:gd name="connsiteY10462" fmla="*/ 1340263 h 3658174"/>
              <a:gd name="connsiteX10463" fmla="*/ 1386372 w 6514506"/>
              <a:gd name="connsiteY10463" fmla="*/ 1348930 h 3658174"/>
              <a:gd name="connsiteX10464" fmla="*/ 1378276 w 6514506"/>
              <a:gd name="connsiteY10464" fmla="*/ 1351026 h 3658174"/>
              <a:gd name="connsiteX10465" fmla="*/ 1372275 w 6514506"/>
              <a:gd name="connsiteY10465" fmla="*/ 1353121 h 3658174"/>
              <a:gd name="connsiteX10466" fmla="*/ 1369322 w 6514506"/>
              <a:gd name="connsiteY10466" fmla="*/ 1352550 h 3658174"/>
              <a:gd name="connsiteX10467" fmla="*/ 1367512 w 6514506"/>
              <a:gd name="connsiteY10467" fmla="*/ 1349216 h 3658174"/>
              <a:gd name="connsiteX10468" fmla="*/ 1366274 w 6514506"/>
              <a:gd name="connsiteY10468" fmla="*/ 1353407 h 3658174"/>
              <a:gd name="connsiteX10469" fmla="*/ 1361797 w 6514506"/>
              <a:gd name="connsiteY10469" fmla="*/ 1356741 h 3658174"/>
              <a:gd name="connsiteX10470" fmla="*/ 1359988 w 6514506"/>
              <a:gd name="connsiteY10470" fmla="*/ 1358836 h 3658174"/>
              <a:gd name="connsiteX10471" fmla="*/ 1363893 w 6514506"/>
              <a:gd name="connsiteY10471" fmla="*/ 1369314 h 3658174"/>
              <a:gd name="connsiteX10472" fmla="*/ 1361797 w 6514506"/>
              <a:gd name="connsiteY10472" fmla="*/ 1384935 h 3658174"/>
              <a:gd name="connsiteX10473" fmla="*/ 1360634 w 6514506"/>
              <a:gd name="connsiteY10473" fmla="*/ 1387479 h 3658174"/>
              <a:gd name="connsiteX10474" fmla="*/ 1361226 w 6514506"/>
              <a:gd name="connsiteY10474" fmla="*/ 1388363 h 3658174"/>
              <a:gd name="connsiteX10475" fmla="*/ 1360654 w 6514506"/>
              <a:gd name="connsiteY10475" fmla="*/ 1394078 h 3658174"/>
              <a:gd name="connsiteX10476" fmla="*/ 1361226 w 6514506"/>
              <a:gd name="connsiteY10476" fmla="*/ 1403413 h 3658174"/>
              <a:gd name="connsiteX10477" fmla="*/ 1362750 w 6514506"/>
              <a:gd name="connsiteY10477" fmla="*/ 1410271 h 3658174"/>
              <a:gd name="connsiteX10478" fmla="*/ 1369322 w 6514506"/>
              <a:gd name="connsiteY10478" fmla="*/ 1414748 h 3658174"/>
              <a:gd name="connsiteX10479" fmla="*/ 1369322 w 6514506"/>
              <a:gd name="connsiteY10479" fmla="*/ 1419510 h 3658174"/>
              <a:gd name="connsiteX10480" fmla="*/ 1371703 w 6514506"/>
              <a:gd name="connsiteY10480" fmla="*/ 1426368 h 3658174"/>
              <a:gd name="connsiteX10481" fmla="*/ 1373799 w 6514506"/>
              <a:gd name="connsiteY10481" fmla="*/ 1433607 h 3658174"/>
              <a:gd name="connsiteX10482" fmla="*/ 1373513 w 6514506"/>
              <a:gd name="connsiteY10482" fmla="*/ 1438370 h 3658174"/>
              <a:gd name="connsiteX10483" fmla="*/ 1371703 w 6514506"/>
              <a:gd name="connsiteY10483" fmla="*/ 1449133 h 3658174"/>
              <a:gd name="connsiteX10484" fmla="*/ 1369894 w 6514506"/>
              <a:gd name="connsiteY10484" fmla="*/ 1453610 h 3658174"/>
              <a:gd name="connsiteX10485" fmla="*/ 1368655 w 6514506"/>
              <a:gd name="connsiteY10485" fmla="*/ 1459325 h 3658174"/>
              <a:gd name="connsiteX10486" fmla="*/ 1368941 w 6514506"/>
              <a:gd name="connsiteY10486" fmla="*/ 1461706 h 3658174"/>
              <a:gd name="connsiteX10487" fmla="*/ 1371608 w 6514506"/>
              <a:gd name="connsiteY10487" fmla="*/ 1468945 h 3658174"/>
              <a:gd name="connsiteX10488" fmla="*/ 1372180 w 6514506"/>
              <a:gd name="connsiteY10488" fmla="*/ 1475517 h 3658174"/>
              <a:gd name="connsiteX10489" fmla="*/ 1372751 w 6514506"/>
              <a:gd name="connsiteY10489" fmla="*/ 1482089 h 3658174"/>
              <a:gd name="connsiteX10490" fmla="*/ 1373091 w 6514506"/>
              <a:gd name="connsiteY10490" fmla="*/ 1484898 h 3658174"/>
              <a:gd name="connsiteX10491" fmla="*/ 1374260 w 6514506"/>
              <a:gd name="connsiteY10491" fmla="*/ 1484508 h 3658174"/>
              <a:gd name="connsiteX10492" fmla="*/ 1374659 w 6514506"/>
              <a:gd name="connsiteY10492" fmla="*/ 1484288 h 3658174"/>
              <a:gd name="connsiteX10493" fmla="*/ 1374943 w 6514506"/>
              <a:gd name="connsiteY10493" fmla="*/ 1472660 h 3658174"/>
              <a:gd name="connsiteX10494" fmla="*/ 1380372 w 6514506"/>
              <a:gd name="connsiteY10494" fmla="*/ 1459515 h 3658174"/>
              <a:gd name="connsiteX10495" fmla="*/ 1389706 w 6514506"/>
              <a:gd name="connsiteY10495" fmla="*/ 1453229 h 3658174"/>
              <a:gd name="connsiteX10496" fmla="*/ 1394469 w 6514506"/>
              <a:gd name="connsiteY10496" fmla="*/ 1460373 h 3658174"/>
              <a:gd name="connsiteX10497" fmla="*/ 1391516 w 6514506"/>
              <a:gd name="connsiteY10497" fmla="*/ 1467898 h 3658174"/>
              <a:gd name="connsiteX10498" fmla="*/ 1391230 w 6514506"/>
              <a:gd name="connsiteY10498" fmla="*/ 1473613 h 3658174"/>
              <a:gd name="connsiteX10499" fmla="*/ 1387039 w 6514506"/>
              <a:gd name="connsiteY10499" fmla="*/ 1482566 h 3658174"/>
              <a:gd name="connsiteX10500" fmla="*/ 1380467 w 6514506"/>
              <a:gd name="connsiteY10500" fmla="*/ 1491901 h 3658174"/>
              <a:gd name="connsiteX10501" fmla="*/ 1380277 w 6514506"/>
              <a:gd name="connsiteY10501" fmla="*/ 1492047 h 3658174"/>
              <a:gd name="connsiteX10502" fmla="*/ 1380277 w 6514506"/>
              <a:gd name="connsiteY10502" fmla="*/ 1495615 h 3658174"/>
              <a:gd name="connsiteX10503" fmla="*/ 1379038 w 6514506"/>
              <a:gd name="connsiteY10503" fmla="*/ 1500377 h 3658174"/>
              <a:gd name="connsiteX10504" fmla="*/ 1383515 w 6514506"/>
              <a:gd name="connsiteY10504" fmla="*/ 1503044 h 3658174"/>
              <a:gd name="connsiteX10505" fmla="*/ 1386849 w 6514506"/>
              <a:gd name="connsiteY10505" fmla="*/ 1506950 h 3658174"/>
              <a:gd name="connsiteX10506" fmla="*/ 1396755 w 6514506"/>
              <a:gd name="connsiteY10506" fmla="*/ 1506950 h 3658174"/>
              <a:gd name="connsiteX10507" fmla="*/ 1403327 w 6514506"/>
              <a:gd name="connsiteY10507" fmla="*/ 1504568 h 3658174"/>
              <a:gd name="connsiteX10508" fmla="*/ 1408375 w 6514506"/>
              <a:gd name="connsiteY10508" fmla="*/ 1504282 h 3658174"/>
              <a:gd name="connsiteX10509" fmla="*/ 1413805 w 6514506"/>
              <a:gd name="connsiteY10509" fmla="*/ 1505806 h 3658174"/>
              <a:gd name="connsiteX10510" fmla="*/ 1423425 w 6514506"/>
              <a:gd name="connsiteY10510" fmla="*/ 1507045 h 3658174"/>
              <a:gd name="connsiteX10511" fmla="*/ 1427902 w 6514506"/>
              <a:gd name="connsiteY10511" fmla="*/ 1506473 h 3658174"/>
              <a:gd name="connsiteX10512" fmla="*/ 1429712 w 6514506"/>
              <a:gd name="connsiteY10512" fmla="*/ 1505235 h 3658174"/>
              <a:gd name="connsiteX10513" fmla="*/ 1433331 w 6514506"/>
              <a:gd name="connsiteY10513" fmla="*/ 1503997 h 3658174"/>
              <a:gd name="connsiteX10514" fmla="*/ 1435712 w 6514506"/>
              <a:gd name="connsiteY10514" fmla="*/ 1502187 h 3658174"/>
              <a:gd name="connsiteX10515" fmla="*/ 1440189 w 6514506"/>
              <a:gd name="connsiteY10515" fmla="*/ 1493805 h 3658174"/>
              <a:gd name="connsiteX10516" fmla="*/ 1462382 w 6514506"/>
              <a:gd name="connsiteY10516" fmla="*/ 1472850 h 3658174"/>
              <a:gd name="connsiteX10517" fmla="*/ 1471336 w 6514506"/>
              <a:gd name="connsiteY10517" fmla="*/ 1464754 h 3658174"/>
              <a:gd name="connsiteX10518" fmla="*/ 1472955 w 6514506"/>
              <a:gd name="connsiteY10518" fmla="*/ 1461801 h 3658174"/>
              <a:gd name="connsiteX10519" fmla="*/ 1472764 w 6514506"/>
              <a:gd name="connsiteY10519" fmla="*/ 1467897 h 3658174"/>
              <a:gd name="connsiteX10520" fmla="*/ 1472954 w 6514506"/>
              <a:gd name="connsiteY10520" fmla="*/ 1468353 h 3658174"/>
              <a:gd name="connsiteX10521" fmla="*/ 1472954 w 6514506"/>
              <a:gd name="connsiteY10521" fmla="*/ 1468183 h 3658174"/>
              <a:gd name="connsiteX10522" fmla="*/ 1472954 w 6514506"/>
              <a:gd name="connsiteY10522" fmla="*/ 1462754 h 3658174"/>
              <a:gd name="connsiteX10523" fmla="*/ 1479812 w 6514506"/>
              <a:gd name="connsiteY10523" fmla="*/ 1454848 h 3658174"/>
              <a:gd name="connsiteX10524" fmla="*/ 1481336 w 6514506"/>
              <a:gd name="connsiteY10524" fmla="*/ 1457801 h 3658174"/>
              <a:gd name="connsiteX10525" fmla="*/ 1475907 w 6514506"/>
              <a:gd name="connsiteY10525" fmla="*/ 1470374 h 3658174"/>
              <a:gd name="connsiteX10526" fmla="*/ 1475102 w 6514506"/>
              <a:gd name="connsiteY10526" fmla="*/ 1473506 h 3658174"/>
              <a:gd name="connsiteX10527" fmla="*/ 1475146 w 6514506"/>
              <a:gd name="connsiteY10527" fmla="*/ 1473612 h 3658174"/>
              <a:gd name="connsiteX10528" fmla="*/ 1472479 w 6514506"/>
              <a:gd name="connsiteY10528" fmla="*/ 1481899 h 3658174"/>
              <a:gd name="connsiteX10529" fmla="*/ 1471145 w 6514506"/>
              <a:gd name="connsiteY10529" fmla="*/ 1490662 h 3658174"/>
              <a:gd name="connsiteX10530" fmla="*/ 1470805 w 6514506"/>
              <a:gd name="connsiteY10530" fmla="*/ 1490685 h 3658174"/>
              <a:gd name="connsiteX10531" fmla="*/ 1471050 w 6514506"/>
              <a:gd name="connsiteY10531" fmla="*/ 1490947 h 3658174"/>
              <a:gd name="connsiteX10532" fmla="*/ 1472669 w 6514506"/>
              <a:gd name="connsiteY10532" fmla="*/ 1501044 h 3658174"/>
              <a:gd name="connsiteX10533" fmla="*/ 1484099 w 6514506"/>
              <a:gd name="connsiteY10533" fmla="*/ 1522285 h 3658174"/>
              <a:gd name="connsiteX10534" fmla="*/ 1502958 w 6514506"/>
              <a:gd name="connsiteY10534" fmla="*/ 1530667 h 3658174"/>
              <a:gd name="connsiteX10535" fmla="*/ 1510198 w 6514506"/>
              <a:gd name="connsiteY10535" fmla="*/ 1552860 h 3658174"/>
              <a:gd name="connsiteX10536" fmla="*/ 1514103 w 6514506"/>
              <a:gd name="connsiteY10536" fmla="*/ 1560670 h 3658174"/>
              <a:gd name="connsiteX10537" fmla="*/ 1507816 w 6514506"/>
              <a:gd name="connsiteY10537" fmla="*/ 1573529 h 3658174"/>
              <a:gd name="connsiteX10538" fmla="*/ 1493148 w 6514506"/>
              <a:gd name="connsiteY10538" fmla="*/ 1587340 h 3658174"/>
              <a:gd name="connsiteX10539" fmla="*/ 1486290 w 6514506"/>
              <a:gd name="connsiteY10539" fmla="*/ 1596675 h 3658174"/>
              <a:gd name="connsiteX10540" fmla="*/ 1481813 w 6514506"/>
              <a:gd name="connsiteY10540" fmla="*/ 1602961 h 3658174"/>
              <a:gd name="connsiteX10541" fmla="*/ 1478194 w 6514506"/>
              <a:gd name="connsiteY10541" fmla="*/ 1608010 h 3658174"/>
              <a:gd name="connsiteX10542" fmla="*/ 1473145 w 6514506"/>
              <a:gd name="connsiteY10542" fmla="*/ 1608010 h 3658174"/>
              <a:gd name="connsiteX10543" fmla="*/ 1471907 w 6514506"/>
              <a:gd name="connsiteY10543" fmla="*/ 1604390 h 3658174"/>
              <a:gd name="connsiteX10544" fmla="*/ 1468573 w 6514506"/>
              <a:gd name="connsiteY10544" fmla="*/ 1610105 h 3658174"/>
              <a:gd name="connsiteX10545" fmla="*/ 1465620 w 6514506"/>
              <a:gd name="connsiteY10545" fmla="*/ 1615820 h 3658174"/>
              <a:gd name="connsiteX10546" fmla="*/ 1460858 w 6514506"/>
              <a:gd name="connsiteY10546" fmla="*/ 1628107 h 3658174"/>
              <a:gd name="connsiteX10547" fmla="*/ 1458477 w 6514506"/>
              <a:gd name="connsiteY10547" fmla="*/ 1637442 h 3658174"/>
              <a:gd name="connsiteX10548" fmla="*/ 1458477 w 6514506"/>
              <a:gd name="connsiteY10548" fmla="*/ 1642490 h 3658174"/>
              <a:gd name="connsiteX10549" fmla="*/ 1454000 w 6514506"/>
              <a:gd name="connsiteY10549" fmla="*/ 1647253 h 3658174"/>
              <a:gd name="connsiteX10550" fmla="*/ 1432759 w 6514506"/>
              <a:gd name="connsiteY10550" fmla="*/ 1658302 h 3658174"/>
              <a:gd name="connsiteX10551" fmla="*/ 1430664 w 6514506"/>
              <a:gd name="connsiteY10551" fmla="*/ 1669065 h 3658174"/>
              <a:gd name="connsiteX10552" fmla="*/ 1424377 w 6514506"/>
              <a:gd name="connsiteY10552" fmla="*/ 1674494 h 3658174"/>
              <a:gd name="connsiteX10553" fmla="*/ 1407613 w 6514506"/>
              <a:gd name="connsiteY10553" fmla="*/ 1674208 h 3658174"/>
              <a:gd name="connsiteX10554" fmla="*/ 1401041 w 6514506"/>
              <a:gd name="connsiteY10554" fmla="*/ 1683543 h 3658174"/>
              <a:gd name="connsiteX10555" fmla="*/ 1398088 w 6514506"/>
              <a:gd name="connsiteY10555" fmla="*/ 1691067 h 3658174"/>
              <a:gd name="connsiteX10556" fmla="*/ 1391516 w 6514506"/>
              <a:gd name="connsiteY10556" fmla="*/ 1695830 h 3658174"/>
              <a:gd name="connsiteX10557" fmla="*/ 1380753 w 6514506"/>
              <a:gd name="connsiteY10557" fmla="*/ 1696116 h 3658174"/>
              <a:gd name="connsiteX10558" fmla="*/ 1373895 w 6514506"/>
              <a:gd name="connsiteY10558" fmla="*/ 1698497 h 3658174"/>
              <a:gd name="connsiteX10559" fmla="*/ 1368180 w 6514506"/>
              <a:gd name="connsiteY10559" fmla="*/ 1700878 h 3658174"/>
              <a:gd name="connsiteX10560" fmla="*/ 1362179 w 6514506"/>
              <a:gd name="connsiteY10560" fmla="*/ 1701640 h 3658174"/>
              <a:gd name="connsiteX10561" fmla="*/ 1362034 w 6514506"/>
              <a:gd name="connsiteY10561" fmla="*/ 1700651 h 3658174"/>
              <a:gd name="connsiteX10562" fmla="*/ 1361798 w 6514506"/>
              <a:gd name="connsiteY10562" fmla="*/ 1701260 h 3658174"/>
              <a:gd name="connsiteX10563" fmla="*/ 1357321 w 6514506"/>
              <a:gd name="connsiteY10563" fmla="*/ 1702308 h 3658174"/>
              <a:gd name="connsiteX10564" fmla="*/ 1342939 w 6514506"/>
              <a:gd name="connsiteY10564" fmla="*/ 1710118 h 3658174"/>
              <a:gd name="connsiteX10565" fmla="*/ 1339986 w 6514506"/>
              <a:gd name="connsiteY10565" fmla="*/ 1719738 h 3658174"/>
              <a:gd name="connsiteX10566" fmla="*/ 1339986 w 6514506"/>
              <a:gd name="connsiteY10566" fmla="*/ 1729930 h 3658174"/>
              <a:gd name="connsiteX10567" fmla="*/ 1329224 w 6514506"/>
              <a:gd name="connsiteY10567" fmla="*/ 1733835 h 3658174"/>
              <a:gd name="connsiteX10568" fmla="*/ 1316364 w 6514506"/>
              <a:gd name="connsiteY10568" fmla="*/ 1740979 h 3658174"/>
              <a:gd name="connsiteX10569" fmla="*/ 1300457 w 6514506"/>
              <a:gd name="connsiteY10569" fmla="*/ 1744503 h 3658174"/>
              <a:gd name="connsiteX10570" fmla="*/ 1289313 w 6514506"/>
              <a:gd name="connsiteY10570" fmla="*/ 1747837 h 3658174"/>
              <a:gd name="connsiteX10571" fmla="*/ 1270169 w 6514506"/>
              <a:gd name="connsiteY10571" fmla="*/ 1760124 h 3658174"/>
              <a:gd name="connsiteX10572" fmla="*/ 1260262 w 6514506"/>
              <a:gd name="connsiteY10572" fmla="*/ 1767649 h 3658174"/>
              <a:gd name="connsiteX10573" fmla="*/ 1252166 w 6514506"/>
              <a:gd name="connsiteY10573" fmla="*/ 1767649 h 3658174"/>
              <a:gd name="connsiteX10574" fmla="*/ 1241402 w 6514506"/>
              <a:gd name="connsiteY10574" fmla="*/ 1772412 h 3658174"/>
              <a:gd name="connsiteX10575" fmla="*/ 1225781 w 6514506"/>
              <a:gd name="connsiteY10575" fmla="*/ 1780794 h 3658174"/>
              <a:gd name="connsiteX10576" fmla="*/ 1208066 w 6514506"/>
              <a:gd name="connsiteY10576" fmla="*/ 1782603 h 3658174"/>
              <a:gd name="connsiteX10577" fmla="*/ 1197016 w 6514506"/>
              <a:gd name="connsiteY10577" fmla="*/ 1790700 h 3658174"/>
              <a:gd name="connsiteX10578" fmla="*/ 1187396 w 6514506"/>
              <a:gd name="connsiteY10578" fmla="*/ 1797938 h 3658174"/>
              <a:gd name="connsiteX10579" fmla="*/ 1180823 w 6514506"/>
              <a:gd name="connsiteY10579" fmla="*/ 1798224 h 3658174"/>
              <a:gd name="connsiteX10580" fmla="*/ 1168822 w 6514506"/>
              <a:gd name="connsiteY10580" fmla="*/ 1797938 h 3658174"/>
              <a:gd name="connsiteX10581" fmla="*/ 1163107 w 6514506"/>
              <a:gd name="connsiteY10581" fmla="*/ 1791366 h 3658174"/>
              <a:gd name="connsiteX10582" fmla="*/ 1161583 w 6514506"/>
              <a:gd name="connsiteY10582" fmla="*/ 1783270 h 3658174"/>
              <a:gd name="connsiteX10583" fmla="*/ 1163107 w 6514506"/>
              <a:gd name="connsiteY10583" fmla="*/ 1773936 h 3658174"/>
              <a:gd name="connsiteX10584" fmla="*/ 1162535 w 6514506"/>
              <a:gd name="connsiteY10584" fmla="*/ 1763172 h 3658174"/>
              <a:gd name="connsiteX10585" fmla="*/ 1159582 w 6514506"/>
              <a:gd name="connsiteY10585" fmla="*/ 1756600 h 3658174"/>
              <a:gd name="connsiteX10586" fmla="*/ 1161106 w 6514506"/>
              <a:gd name="connsiteY10586" fmla="*/ 1751171 h 3658174"/>
              <a:gd name="connsiteX10587" fmla="*/ 1162630 w 6514506"/>
              <a:gd name="connsiteY10587" fmla="*/ 1746123 h 3658174"/>
              <a:gd name="connsiteX10588" fmla="*/ 1163203 w 6514506"/>
              <a:gd name="connsiteY10588" fmla="*/ 1736216 h 3658174"/>
              <a:gd name="connsiteX10589" fmla="*/ 1164440 w 6514506"/>
              <a:gd name="connsiteY10589" fmla="*/ 1730787 h 3658174"/>
              <a:gd name="connsiteX10590" fmla="*/ 1162630 w 6514506"/>
              <a:gd name="connsiteY10590" fmla="*/ 1727834 h 3658174"/>
              <a:gd name="connsiteX10591" fmla="*/ 1164155 w 6514506"/>
              <a:gd name="connsiteY10591" fmla="*/ 1725739 h 3658174"/>
              <a:gd name="connsiteX10592" fmla="*/ 1166821 w 6514506"/>
              <a:gd name="connsiteY10592" fmla="*/ 1718881 h 3658174"/>
              <a:gd name="connsiteX10593" fmla="*/ 1167393 w 6514506"/>
              <a:gd name="connsiteY10593" fmla="*/ 1713166 h 3658174"/>
              <a:gd name="connsiteX10594" fmla="*/ 1170060 w 6514506"/>
              <a:gd name="connsiteY10594" fmla="*/ 1702688 h 3658174"/>
              <a:gd name="connsiteX10595" fmla="*/ 1170631 w 6514506"/>
              <a:gd name="connsiteY10595" fmla="*/ 1694211 h 3658174"/>
              <a:gd name="connsiteX10596" fmla="*/ 1170976 w 6514506"/>
              <a:gd name="connsiteY10596" fmla="*/ 1693811 h 3658174"/>
              <a:gd name="connsiteX10597" fmla="*/ 1170154 w 6514506"/>
              <a:gd name="connsiteY10597" fmla="*/ 1689068 h 3658174"/>
              <a:gd name="connsiteX10598" fmla="*/ 1167774 w 6514506"/>
              <a:gd name="connsiteY10598" fmla="*/ 1677066 h 3658174"/>
              <a:gd name="connsiteX10599" fmla="*/ 1165107 w 6514506"/>
              <a:gd name="connsiteY10599" fmla="*/ 1668398 h 3658174"/>
              <a:gd name="connsiteX10600" fmla="*/ 1163868 w 6514506"/>
              <a:gd name="connsiteY10600" fmla="*/ 1660588 h 3658174"/>
              <a:gd name="connsiteX10601" fmla="*/ 1159106 w 6514506"/>
              <a:gd name="connsiteY10601" fmla="*/ 1647729 h 3658174"/>
              <a:gd name="connsiteX10602" fmla="*/ 1156439 w 6514506"/>
              <a:gd name="connsiteY10602" fmla="*/ 1625250 h 3658174"/>
              <a:gd name="connsiteX10603" fmla="*/ 1155200 w 6514506"/>
              <a:gd name="connsiteY10603" fmla="*/ 1604581 h 3658174"/>
              <a:gd name="connsiteX10604" fmla="*/ 1151296 w 6514506"/>
              <a:gd name="connsiteY10604" fmla="*/ 1595913 h 3658174"/>
              <a:gd name="connsiteX10605" fmla="*/ 1146532 w 6514506"/>
              <a:gd name="connsiteY10605" fmla="*/ 1588388 h 3658174"/>
              <a:gd name="connsiteX10606" fmla="*/ 1141389 w 6514506"/>
              <a:gd name="connsiteY10606" fmla="*/ 1577911 h 3658174"/>
              <a:gd name="connsiteX10607" fmla="*/ 1139293 w 6514506"/>
              <a:gd name="connsiteY10607" fmla="*/ 1568005 h 3658174"/>
              <a:gd name="connsiteX10608" fmla="*/ 1140151 w 6514506"/>
              <a:gd name="connsiteY10608" fmla="*/ 1559337 h 3658174"/>
              <a:gd name="connsiteX10609" fmla="*/ 1142246 w 6514506"/>
              <a:gd name="connsiteY10609" fmla="*/ 1546193 h 3658174"/>
              <a:gd name="connsiteX10610" fmla="*/ 1142533 w 6514506"/>
              <a:gd name="connsiteY10610" fmla="*/ 1537811 h 3658174"/>
              <a:gd name="connsiteX10611" fmla="*/ 1144342 w 6514506"/>
              <a:gd name="connsiteY10611" fmla="*/ 1523714 h 3658174"/>
              <a:gd name="connsiteX10612" fmla="*/ 1145200 w 6514506"/>
              <a:gd name="connsiteY10612" fmla="*/ 1511998 h 3658174"/>
              <a:gd name="connsiteX10613" fmla="*/ 1146056 w 6514506"/>
              <a:gd name="connsiteY10613" fmla="*/ 1501520 h 3658174"/>
              <a:gd name="connsiteX10614" fmla="*/ 1143103 w 6514506"/>
              <a:gd name="connsiteY10614" fmla="*/ 1494377 h 3658174"/>
              <a:gd name="connsiteX10615" fmla="*/ 1141865 w 6514506"/>
              <a:gd name="connsiteY10615" fmla="*/ 1486280 h 3658174"/>
              <a:gd name="connsiteX10616" fmla="*/ 1136436 w 6514506"/>
              <a:gd name="connsiteY10616" fmla="*/ 1477613 h 3658174"/>
              <a:gd name="connsiteX10617" fmla="*/ 1131673 w 6514506"/>
              <a:gd name="connsiteY10617" fmla="*/ 1470469 h 3658174"/>
              <a:gd name="connsiteX10618" fmla="*/ 1133769 w 6514506"/>
              <a:gd name="connsiteY10618" fmla="*/ 1458182 h 3658174"/>
              <a:gd name="connsiteX10619" fmla="*/ 1132531 w 6514506"/>
              <a:gd name="connsiteY10619" fmla="*/ 1444656 h 3658174"/>
              <a:gd name="connsiteX10620" fmla="*/ 1131292 w 6514506"/>
              <a:gd name="connsiteY10620" fmla="*/ 1433607 h 3658174"/>
              <a:gd name="connsiteX10621" fmla="*/ 1131292 w 6514506"/>
              <a:gd name="connsiteY10621" fmla="*/ 1427321 h 3658174"/>
              <a:gd name="connsiteX10622" fmla="*/ 1129769 w 6514506"/>
              <a:gd name="connsiteY10622" fmla="*/ 1422177 h 3658174"/>
              <a:gd name="connsiteX10623" fmla="*/ 1130340 w 6514506"/>
              <a:gd name="connsiteY10623" fmla="*/ 1417986 h 3658174"/>
              <a:gd name="connsiteX10624" fmla="*/ 1130054 w 6514506"/>
              <a:gd name="connsiteY10624" fmla="*/ 1411414 h 3658174"/>
              <a:gd name="connsiteX10625" fmla="*/ 1129483 w 6514506"/>
              <a:gd name="connsiteY10625" fmla="*/ 1405985 h 3658174"/>
              <a:gd name="connsiteX10626" fmla="*/ 1129483 w 6514506"/>
              <a:gd name="connsiteY10626" fmla="*/ 1400270 h 3658174"/>
              <a:gd name="connsiteX10627" fmla="*/ 1129483 w 6514506"/>
              <a:gd name="connsiteY10627" fmla="*/ 1389221 h 3658174"/>
              <a:gd name="connsiteX10628" fmla="*/ 1127959 w 6514506"/>
              <a:gd name="connsiteY10628" fmla="*/ 1376648 h 3658174"/>
              <a:gd name="connsiteX10629" fmla="*/ 1124053 w 6514506"/>
              <a:gd name="connsiteY10629" fmla="*/ 1373981 h 3658174"/>
              <a:gd name="connsiteX10630" fmla="*/ 1120434 w 6514506"/>
              <a:gd name="connsiteY10630" fmla="*/ 1372171 h 3658174"/>
              <a:gd name="connsiteX10631" fmla="*/ 1119196 w 6514506"/>
              <a:gd name="connsiteY10631" fmla="*/ 1369790 h 3658174"/>
              <a:gd name="connsiteX10632" fmla="*/ 1122815 w 6514506"/>
              <a:gd name="connsiteY10632" fmla="*/ 1361693 h 3658174"/>
              <a:gd name="connsiteX10633" fmla="*/ 1134246 w 6514506"/>
              <a:gd name="connsiteY10633" fmla="*/ 1340453 h 3658174"/>
              <a:gd name="connsiteX10634" fmla="*/ 1136873 w 6514506"/>
              <a:gd name="connsiteY10634" fmla="*/ 1334032 h 3658174"/>
              <a:gd name="connsiteX10635" fmla="*/ 1136817 w 6514506"/>
              <a:gd name="connsiteY10635" fmla="*/ 1333785 h 3658174"/>
              <a:gd name="connsiteX10636" fmla="*/ 1136837 w 6514506"/>
              <a:gd name="connsiteY10636" fmla="*/ 1333754 h 3658174"/>
              <a:gd name="connsiteX10637" fmla="*/ 1135591 w 6514506"/>
              <a:gd name="connsiteY10637" fmla="*/ 1334133 h 3658174"/>
              <a:gd name="connsiteX10638" fmla="*/ 1135580 w 6514506"/>
              <a:gd name="connsiteY10638" fmla="*/ 1334261 h 3658174"/>
              <a:gd name="connsiteX10639" fmla="*/ 1129864 w 6514506"/>
              <a:gd name="connsiteY10639" fmla="*/ 1341405 h 3658174"/>
              <a:gd name="connsiteX10640" fmla="*/ 1120529 w 6514506"/>
              <a:gd name="connsiteY10640" fmla="*/ 1355502 h 3658174"/>
              <a:gd name="connsiteX10641" fmla="*/ 1117578 w 6514506"/>
              <a:gd name="connsiteY10641" fmla="*/ 1364836 h 3658174"/>
              <a:gd name="connsiteX10642" fmla="*/ 1112433 w 6514506"/>
              <a:gd name="connsiteY10642" fmla="*/ 1373790 h 3658174"/>
              <a:gd name="connsiteX10643" fmla="*/ 1106146 w 6514506"/>
              <a:gd name="connsiteY10643" fmla="*/ 1377981 h 3658174"/>
              <a:gd name="connsiteX10644" fmla="*/ 1103194 w 6514506"/>
              <a:gd name="connsiteY10644" fmla="*/ 1367504 h 3658174"/>
              <a:gd name="connsiteX10645" fmla="*/ 1101098 w 6514506"/>
              <a:gd name="connsiteY10645" fmla="*/ 1353692 h 3658174"/>
              <a:gd name="connsiteX10646" fmla="*/ 1101385 w 6514506"/>
              <a:gd name="connsiteY10646" fmla="*/ 1337785 h 3658174"/>
              <a:gd name="connsiteX10647" fmla="*/ 1098050 w 6514506"/>
              <a:gd name="connsiteY10647" fmla="*/ 1330261 h 3658174"/>
              <a:gd name="connsiteX10648" fmla="*/ 1101956 w 6514506"/>
              <a:gd name="connsiteY10648" fmla="*/ 1320926 h 3658174"/>
              <a:gd name="connsiteX10649" fmla="*/ 1103479 w 6514506"/>
              <a:gd name="connsiteY10649" fmla="*/ 1306544 h 3658174"/>
              <a:gd name="connsiteX10650" fmla="*/ 1098431 w 6514506"/>
              <a:gd name="connsiteY10650" fmla="*/ 1312544 h 3658174"/>
              <a:gd name="connsiteX10651" fmla="*/ 1095764 w 6514506"/>
              <a:gd name="connsiteY10651" fmla="*/ 1326070 h 3658174"/>
              <a:gd name="connsiteX10652" fmla="*/ 1093954 w 6514506"/>
              <a:gd name="connsiteY10652" fmla="*/ 1331785 h 3658174"/>
              <a:gd name="connsiteX10653" fmla="*/ 1094527 w 6514506"/>
              <a:gd name="connsiteY10653" fmla="*/ 1343215 h 3658174"/>
              <a:gd name="connsiteX10654" fmla="*/ 1092431 w 6514506"/>
              <a:gd name="connsiteY10654" fmla="*/ 1354645 h 3658174"/>
              <a:gd name="connsiteX10655" fmla="*/ 1097193 w 6514506"/>
              <a:gd name="connsiteY10655" fmla="*/ 1369313 h 3658174"/>
              <a:gd name="connsiteX10656" fmla="*/ 1096621 w 6514506"/>
              <a:gd name="connsiteY10656" fmla="*/ 1375314 h 3658174"/>
              <a:gd name="connsiteX10657" fmla="*/ 1095099 w 6514506"/>
              <a:gd name="connsiteY10657" fmla="*/ 1377124 h 3658174"/>
              <a:gd name="connsiteX10658" fmla="*/ 1094812 w 6514506"/>
              <a:gd name="connsiteY10658" fmla="*/ 1381029 h 3658174"/>
              <a:gd name="connsiteX10659" fmla="*/ 1094812 w 6514506"/>
              <a:gd name="connsiteY10659" fmla="*/ 1384363 h 3658174"/>
              <a:gd name="connsiteX10660" fmla="*/ 1096050 w 6514506"/>
              <a:gd name="connsiteY10660" fmla="*/ 1392173 h 3658174"/>
              <a:gd name="connsiteX10661" fmla="*/ 1094527 w 6514506"/>
              <a:gd name="connsiteY10661" fmla="*/ 1404175 h 3658174"/>
              <a:gd name="connsiteX10662" fmla="*/ 1093954 w 6514506"/>
              <a:gd name="connsiteY10662" fmla="*/ 1415224 h 3658174"/>
              <a:gd name="connsiteX10663" fmla="*/ 1094527 w 6514506"/>
              <a:gd name="connsiteY10663" fmla="*/ 1426654 h 3658174"/>
              <a:gd name="connsiteX10664" fmla="*/ 1095764 w 6514506"/>
              <a:gd name="connsiteY10664" fmla="*/ 1445513 h 3658174"/>
              <a:gd name="connsiteX10665" fmla="*/ 1095480 w 6514506"/>
              <a:gd name="connsiteY10665" fmla="*/ 1468850 h 3658174"/>
              <a:gd name="connsiteX10666" fmla="*/ 1095764 w 6514506"/>
              <a:gd name="connsiteY10666" fmla="*/ 1474850 h 3658174"/>
              <a:gd name="connsiteX10667" fmla="*/ 1097860 w 6514506"/>
              <a:gd name="connsiteY10667" fmla="*/ 1479613 h 3658174"/>
              <a:gd name="connsiteX10668" fmla="*/ 1096050 w 6514506"/>
              <a:gd name="connsiteY10668" fmla="*/ 1482565 h 3658174"/>
              <a:gd name="connsiteX10669" fmla="*/ 1092717 w 6514506"/>
              <a:gd name="connsiteY10669" fmla="*/ 1486471 h 3658174"/>
              <a:gd name="connsiteX10670" fmla="*/ 1090929 w 6514506"/>
              <a:gd name="connsiteY10670" fmla="*/ 1503975 h 3658174"/>
              <a:gd name="connsiteX10671" fmla="*/ 1094528 w 6514506"/>
              <a:gd name="connsiteY10671" fmla="*/ 1515903 h 3658174"/>
              <a:gd name="connsiteX10672" fmla="*/ 1099289 w 6514506"/>
              <a:gd name="connsiteY10672" fmla="*/ 1522190 h 3658174"/>
              <a:gd name="connsiteX10673" fmla="*/ 1099861 w 6514506"/>
              <a:gd name="connsiteY10673" fmla="*/ 1530286 h 3658174"/>
              <a:gd name="connsiteX10674" fmla="*/ 1101100 w 6514506"/>
              <a:gd name="connsiteY10674" fmla="*/ 1538668 h 3658174"/>
              <a:gd name="connsiteX10675" fmla="*/ 1101670 w 6514506"/>
              <a:gd name="connsiteY10675" fmla="*/ 1556670 h 3658174"/>
              <a:gd name="connsiteX10676" fmla="*/ 1100146 w 6514506"/>
              <a:gd name="connsiteY10676" fmla="*/ 1560004 h 3658174"/>
              <a:gd name="connsiteX10677" fmla="*/ 1099289 w 6514506"/>
              <a:gd name="connsiteY10677" fmla="*/ 1570482 h 3658174"/>
              <a:gd name="connsiteX10678" fmla="*/ 1096908 w 6514506"/>
              <a:gd name="connsiteY10678" fmla="*/ 1582198 h 3658174"/>
              <a:gd name="connsiteX10679" fmla="*/ 1094812 w 6514506"/>
              <a:gd name="connsiteY10679" fmla="*/ 1593247 h 3658174"/>
              <a:gd name="connsiteX10680" fmla="*/ 1093574 w 6514506"/>
              <a:gd name="connsiteY10680" fmla="*/ 1610296 h 3658174"/>
              <a:gd name="connsiteX10681" fmla="*/ 1093860 w 6514506"/>
              <a:gd name="connsiteY10681" fmla="*/ 1622298 h 3658174"/>
              <a:gd name="connsiteX10682" fmla="*/ 1096527 w 6514506"/>
              <a:gd name="connsiteY10682" fmla="*/ 1630108 h 3658174"/>
              <a:gd name="connsiteX10683" fmla="*/ 1101575 w 6514506"/>
              <a:gd name="connsiteY10683" fmla="*/ 1638776 h 3658174"/>
              <a:gd name="connsiteX10684" fmla="*/ 1104563 w 6514506"/>
              <a:gd name="connsiteY10684" fmla="*/ 1643256 h 3658174"/>
              <a:gd name="connsiteX10685" fmla="*/ 1104624 w 6514506"/>
              <a:gd name="connsiteY10685" fmla="*/ 1643157 h 3658174"/>
              <a:gd name="connsiteX10686" fmla="*/ 1104719 w 6514506"/>
              <a:gd name="connsiteY10686" fmla="*/ 1643491 h 3658174"/>
              <a:gd name="connsiteX10687" fmla="*/ 1104815 w 6514506"/>
              <a:gd name="connsiteY10687" fmla="*/ 1643634 h 3658174"/>
              <a:gd name="connsiteX10688" fmla="*/ 1104782 w 6514506"/>
              <a:gd name="connsiteY10688" fmla="*/ 1643712 h 3658174"/>
              <a:gd name="connsiteX10689" fmla="*/ 1107290 w 6514506"/>
              <a:gd name="connsiteY10689" fmla="*/ 1652492 h 3658174"/>
              <a:gd name="connsiteX10690" fmla="*/ 1106719 w 6514506"/>
              <a:gd name="connsiteY10690" fmla="*/ 1670780 h 3658174"/>
              <a:gd name="connsiteX10691" fmla="*/ 1107290 w 6514506"/>
              <a:gd name="connsiteY10691" fmla="*/ 1691735 h 3658174"/>
              <a:gd name="connsiteX10692" fmla="*/ 1105480 w 6514506"/>
              <a:gd name="connsiteY10692" fmla="*/ 1703736 h 3658174"/>
              <a:gd name="connsiteX10693" fmla="*/ 1105194 w 6514506"/>
              <a:gd name="connsiteY10693" fmla="*/ 1712690 h 3658174"/>
              <a:gd name="connsiteX10694" fmla="*/ 1108147 w 6514506"/>
              <a:gd name="connsiteY10694" fmla="*/ 1719548 h 3658174"/>
              <a:gd name="connsiteX10695" fmla="*/ 1111481 w 6514506"/>
              <a:gd name="connsiteY10695" fmla="*/ 1720786 h 3658174"/>
              <a:gd name="connsiteX10696" fmla="*/ 1113291 w 6514506"/>
              <a:gd name="connsiteY10696" fmla="*/ 1717166 h 3658174"/>
              <a:gd name="connsiteX10697" fmla="*/ 1115958 w 6514506"/>
              <a:gd name="connsiteY10697" fmla="*/ 1725263 h 3658174"/>
              <a:gd name="connsiteX10698" fmla="*/ 1122244 w 6514506"/>
              <a:gd name="connsiteY10698" fmla="*/ 1733073 h 3658174"/>
              <a:gd name="connsiteX10699" fmla="*/ 1127388 w 6514506"/>
              <a:gd name="connsiteY10699" fmla="*/ 1740312 h 3658174"/>
              <a:gd name="connsiteX10700" fmla="*/ 1131293 w 6514506"/>
              <a:gd name="connsiteY10700" fmla="*/ 1746313 h 3658174"/>
              <a:gd name="connsiteX10701" fmla="*/ 1134341 w 6514506"/>
              <a:gd name="connsiteY10701" fmla="*/ 1755933 h 3658174"/>
              <a:gd name="connsiteX10702" fmla="*/ 1143009 w 6514506"/>
              <a:gd name="connsiteY10702" fmla="*/ 1767935 h 3658174"/>
              <a:gd name="connsiteX10703" fmla="*/ 1145104 w 6514506"/>
              <a:gd name="connsiteY10703" fmla="*/ 1775459 h 3658174"/>
              <a:gd name="connsiteX10704" fmla="*/ 1147771 w 6514506"/>
              <a:gd name="connsiteY10704" fmla="*/ 1784413 h 3658174"/>
              <a:gd name="connsiteX10705" fmla="*/ 1151105 w 6514506"/>
              <a:gd name="connsiteY10705" fmla="*/ 1787080 h 3658174"/>
              <a:gd name="connsiteX10706" fmla="*/ 1155867 w 6514506"/>
              <a:gd name="connsiteY10706" fmla="*/ 1794605 h 3658174"/>
              <a:gd name="connsiteX10707" fmla="*/ 1158200 w 6514506"/>
              <a:gd name="connsiteY10707" fmla="*/ 1798896 h 3658174"/>
              <a:gd name="connsiteX10708" fmla="*/ 1158248 w 6514506"/>
              <a:gd name="connsiteY10708" fmla="*/ 1798891 h 3658174"/>
              <a:gd name="connsiteX10709" fmla="*/ 1160058 w 6514506"/>
              <a:gd name="connsiteY10709" fmla="*/ 1807654 h 3658174"/>
              <a:gd name="connsiteX10710" fmla="*/ 1154057 w 6514506"/>
              <a:gd name="connsiteY10710" fmla="*/ 1819370 h 3658174"/>
              <a:gd name="connsiteX10711" fmla="*/ 1142342 w 6514506"/>
              <a:gd name="connsiteY10711" fmla="*/ 1823561 h 3658174"/>
              <a:gd name="connsiteX10712" fmla="*/ 1146819 w 6514506"/>
              <a:gd name="connsiteY10712" fmla="*/ 1824799 h 3658174"/>
              <a:gd name="connsiteX10713" fmla="*/ 1155487 w 6514506"/>
              <a:gd name="connsiteY10713" fmla="*/ 1825085 h 3658174"/>
              <a:gd name="connsiteX10714" fmla="*/ 1156434 w 6514506"/>
              <a:gd name="connsiteY10714" fmla="*/ 1828996 h 3658174"/>
              <a:gd name="connsiteX10715" fmla="*/ 1156215 w 6514506"/>
              <a:gd name="connsiteY10715" fmla="*/ 1829265 h 3658174"/>
              <a:gd name="connsiteX10716" fmla="*/ 1156273 w 6514506"/>
              <a:gd name="connsiteY10716" fmla="*/ 1829240 h 3658174"/>
              <a:gd name="connsiteX10717" fmla="*/ 1156722 w 6514506"/>
              <a:gd name="connsiteY10717" fmla="*/ 1830184 h 3658174"/>
              <a:gd name="connsiteX10718" fmla="*/ 1156434 w 6514506"/>
              <a:gd name="connsiteY10718" fmla="*/ 1828996 h 3658174"/>
              <a:gd name="connsiteX10719" fmla="*/ 1156439 w 6514506"/>
              <a:gd name="connsiteY10719" fmla="*/ 1828990 h 3658174"/>
              <a:gd name="connsiteX10720" fmla="*/ 1156729 w 6514506"/>
              <a:gd name="connsiteY10720" fmla="*/ 1830197 h 3658174"/>
              <a:gd name="connsiteX10721" fmla="*/ 1157106 w 6514506"/>
              <a:gd name="connsiteY10721" fmla="*/ 1830990 h 3658174"/>
              <a:gd name="connsiteX10722" fmla="*/ 1158630 w 6514506"/>
              <a:gd name="connsiteY10722" fmla="*/ 1837848 h 3658174"/>
              <a:gd name="connsiteX10723" fmla="*/ 1163107 w 6514506"/>
              <a:gd name="connsiteY10723" fmla="*/ 1849850 h 3658174"/>
              <a:gd name="connsiteX10724" fmla="*/ 1176252 w 6514506"/>
              <a:gd name="connsiteY10724" fmla="*/ 1858517 h 3658174"/>
              <a:gd name="connsiteX10725" fmla="*/ 1182253 w 6514506"/>
              <a:gd name="connsiteY10725" fmla="*/ 1858232 h 3658174"/>
              <a:gd name="connsiteX10726" fmla="*/ 1187967 w 6514506"/>
              <a:gd name="connsiteY10726" fmla="*/ 1854326 h 3658174"/>
              <a:gd name="connsiteX10727" fmla="*/ 1192730 w 6514506"/>
              <a:gd name="connsiteY10727" fmla="*/ 1852802 h 3658174"/>
              <a:gd name="connsiteX10728" fmla="*/ 1200826 w 6514506"/>
              <a:gd name="connsiteY10728" fmla="*/ 1851278 h 3658174"/>
              <a:gd name="connsiteX10729" fmla="*/ 1205874 w 6514506"/>
              <a:gd name="connsiteY10729" fmla="*/ 1853945 h 3658174"/>
              <a:gd name="connsiteX10730" fmla="*/ 1215208 w 6514506"/>
              <a:gd name="connsiteY10730" fmla="*/ 1849183 h 3658174"/>
              <a:gd name="connsiteX10731" fmla="*/ 1228734 w 6514506"/>
              <a:gd name="connsiteY10731" fmla="*/ 1840515 h 3658174"/>
              <a:gd name="connsiteX10732" fmla="*/ 1241594 w 6514506"/>
              <a:gd name="connsiteY10732" fmla="*/ 1842039 h 3658174"/>
              <a:gd name="connsiteX10733" fmla="*/ 1251785 w 6514506"/>
              <a:gd name="connsiteY10733" fmla="*/ 1839944 h 3658174"/>
              <a:gd name="connsiteX10734" fmla="*/ 1265310 w 6514506"/>
              <a:gd name="connsiteY10734" fmla="*/ 1839086 h 3658174"/>
              <a:gd name="connsiteX10735" fmla="*/ 1275502 w 6514506"/>
              <a:gd name="connsiteY10735" fmla="*/ 1836419 h 3658174"/>
              <a:gd name="connsiteX10736" fmla="*/ 1287218 w 6514506"/>
              <a:gd name="connsiteY10736" fmla="*/ 1829561 h 3658174"/>
              <a:gd name="connsiteX10737" fmla="*/ 1296171 w 6514506"/>
              <a:gd name="connsiteY10737" fmla="*/ 1824132 h 3658174"/>
              <a:gd name="connsiteX10738" fmla="*/ 1300743 w 6514506"/>
              <a:gd name="connsiteY10738" fmla="*/ 1824418 h 3658174"/>
              <a:gd name="connsiteX10739" fmla="*/ 1304459 w 6514506"/>
              <a:gd name="connsiteY10739" fmla="*/ 1826894 h 3658174"/>
              <a:gd name="connsiteX10740" fmla="*/ 1299029 w 6514506"/>
              <a:gd name="connsiteY10740" fmla="*/ 1840610 h 3658174"/>
              <a:gd name="connsiteX10741" fmla="*/ 1300743 w 6514506"/>
              <a:gd name="connsiteY10741" fmla="*/ 1845373 h 3658174"/>
              <a:gd name="connsiteX10742" fmla="*/ 1298552 w 6514506"/>
              <a:gd name="connsiteY10742" fmla="*/ 1854040 h 3658174"/>
              <a:gd name="connsiteX10743" fmla="*/ 1299124 w 6514506"/>
              <a:gd name="connsiteY10743" fmla="*/ 1857660 h 3658174"/>
              <a:gd name="connsiteX10744" fmla="*/ 1293980 w 6514506"/>
              <a:gd name="connsiteY10744" fmla="*/ 1861280 h 3658174"/>
              <a:gd name="connsiteX10745" fmla="*/ 1288932 w 6514506"/>
              <a:gd name="connsiteY10745" fmla="*/ 1870614 h 3658174"/>
              <a:gd name="connsiteX10746" fmla="*/ 1286837 w 6514506"/>
              <a:gd name="connsiteY10746" fmla="*/ 1882615 h 3658174"/>
              <a:gd name="connsiteX10747" fmla="*/ 1284742 w 6514506"/>
              <a:gd name="connsiteY10747" fmla="*/ 1891950 h 3658174"/>
              <a:gd name="connsiteX10748" fmla="*/ 1277217 w 6514506"/>
              <a:gd name="connsiteY10748" fmla="*/ 1903952 h 3658174"/>
              <a:gd name="connsiteX10749" fmla="*/ 1271501 w 6514506"/>
              <a:gd name="connsiteY10749" fmla="*/ 1915096 h 3658174"/>
              <a:gd name="connsiteX10750" fmla="*/ 1266454 w 6514506"/>
              <a:gd name="connsiteY10750" fmla="*/ 1921954 h 3658174"/>
              <a:gd name="connsiteX10751" fmla="*/ 1263119 w 6514506"/>
              <a:gd name="connsiteY10751" fmla="*/ 1929479 h 3658174"/>
              <a:gd name="connsiteX10752" fmla="*/ 1261309 w 6514506"/>
              <a:gd name="connsiteY10752" fmla="*/ 1934622 h 3658174"/>
              <a:gd name="connsiteX10753" fmla="*/ 1257118 w 6514506"/>
              <a:gd name="connsiteY10753" fmla="*/ 1941480 h 3658174"/>
              <a:gd name="connsiteX10754" fmla="*/ 1249975 w 6514506"/>
              <a:gd name="connsiteY10754" fmla="*/ 1951386 h 3658174"/>
              <a:gd name="connsiteX10755" fmla="*/ 1243974 w 6514506"/>
              <a:gd name="connsiteY10755" fmla="*/ 1969103 h 3658174"/>
              <a:gd name="connsiteX10756" fmla="*/ 1242164 w 6514506"/>
              <a:gd name="connsiteY10756" fmla="*/ 1976913 h 3658174"/>
              <a:gd name="connsiteX10757" fmla="*/ 1238831 w 6514506"/>
              <a:gd name="connsiteY10757" fmla="*/ 1987962 h 3658174"/>
              <a:gd name="connsiteX10758" fmla="*/ 1231307 w 6514506"/>
              <a:gd name="connsiteY10758" fmla="*/ 2002631 h 3658174"/>
              <a:gd name="connsiteX10759" fmla="*/ 1219020 w 6514506"/>
              <a:gd name="connsiteY10759" fmla="*/ 2022728 h 3658174"/>
              <a:gd name="connsiteX10760" fmla="*/ 1203397 w 6514506"/>
              <a:gd name="connsiteY10760" fmla="*/ 2049684 h 3658174"/>
              <a:gd name="connsiteX10761" fmla="*/ 1185109 w 6514506"/>
              <a:gd name="connsiteY10761" fmla="*/ 2071877 h 3658174"/>
              <a:gd name="connsiteX10762" fmla="*/ 1164440 w 6514506"/>
              <a:gd name="connsiteY10762" fmla="*/ 2085974 h 3658174"/>
              <a:gd name="connsiteX10763" fmla="*/ 1151868 w 6514506"/>
              <a:gd name="connsiteY10763" fmla="*/ 2100357 h 3658174"/>
              <a:gd name="connsiteX10764" fmla="*/ 1139008 w 6514506"/>
              <a:gd name="connsiteY10764" fmla="*/ 2113787 h 3658174"/>
              <a:gd name="connsiteX10765" fmla="*/ 1128246 w 6514506"/>
              <a:gd name="connsiteY10765" fmla="*/ 2131504 h 3658174"/>
              <a:gd name="connsiteX10766" fmla="*/ 1118340 w 6514506"/>
              <a:gd name="connsiteY10766" fmla="*/ 2143505 h 3658174"/>
              <a:gd name="connsiteX10767" fmla="*/ 1115005 w 6514506"/>
              <a:gd name="connsiteY10767" fmla="*/ 2146839 h 3658174"/>
              <a:gd name="connsiteX10768" fmla="*/ 1109957 w 6514506"/>
              <a:gd name="connsiteY10768" fmla="*/ 2158269 h 3658174"/>
              <a:gd name="connsiteX10769" fmla="*/ 1104815 w 6514506"/>
              <a:gd name="connsiteY10769" fmla="*/ 2168461 h 3658174"/>
              <a:gd name="connsiteX10770" fmla="*/ 1102148 w 6514506"/>
              <a:gd name="connsiteY10770" fmla="*/ 2171128 h 3658174"/>
              <a:gd name="connsiteX10771" fmla="*/ 1099765 w 6514506"/>
              <a:gd name="connsiteY10771" fmla="*/ 2181891 h 3658174"/>
              <a:gd name="connsiteX10772" fmla="*/ 1099604 w 6514506"/>
              <a:gd name="connsiteY10772" fmla="*/ 2181683 h 3658174"/>
              <a:gd name="connsiteX10773" fmla="*/ 1099574 w 6514506"/>
              <a:gd name="connsiteY10773" fmla="*/ 2181986 h 3658174"/>
              <a:gd name="connsiteX10774" fmla="*/ 1087858 w 6514506"/>
              <a:gd name="connsiteY10774" fmla="*/ 2193702 h 3658174"/>
              <a:gd name="connsiteX10775" fmla="*/ 1085191 w 6514506"/>
              <a:gd name="connsiteY10775" fmla="*/ 2198179 h 3658174"/>
              <a:gd name="connsiteX10776" fmla="*/ 1081572 w 6514506"/>
              <a:gd name="connsiteY10776" fmla="*/ 2208656 h 3658174"/>
              <a:gd name="connsiteX10777" fmla="*/ 1076429 w 6514506"/>
              <a:gd name="connsiteY10777" fmla="*/ 2210752 h 3658174"/>
              <a:gd name="connsiteX10778" fmla="*/ 1074047 w 6514506"/>
              <a:gd name="connsiteY10778" fmla="*/ 2216181 h 3658174"/>
              <a:gd name="connsiteX10779" fmla="*/ 1074334 w 6514506"/>
              <a:gd name="connsiteY10779" fmla="*/ 2221229 h 3658174"/>
              <a:gd name="connsiteX10780" fmla="*/ 1071666 w 6514506"/>
              <a:gd name="connsiteY10780" fmla="*/ 2226944 h 3658174"/>
              <a:gd name="connsiteX10781" fmla="*/ 1068999 w 6514506"/>
              <a:gd name="connsiteY10781" fmla="*/ 2231135 h 3658174"/>
              <a:gd name="connsiteX10782" fmla="*/ 1066046 w 6514506"/>
              <a:gd name="connsiteY10782" fmla="*/ 2250947 h 3658174"/>
              <a:gd name="connsiteX10783" fmla="*/ 1063379 w 6514506"/>
              <a:gd name="connsiteY10783" fmla="*/ 2262949 h 3658174"/>
              <a:gd name="connsiteX10784" fmla="*/ 1060046 w 6514506"/>
              <a:gd name="connsiteY10784" fmla="*/ 2267711 h 3658174"/>
              <a:gd name="connsiteX10785" fmla="*/ 1059374 w 6514506"/>
              <a:gd name="connsiteY10785" fmla="*/ 2267046 h 3658174"/>
              <a:gd name="connsiteX10786" fmla="*/ 1058819 w 6514506"/>
              <a:gd name="connsiteY10786" fmla="*/ 2270568 h 3658174"/>
              <a:gd name="connsiteX10787" fmla="*/ 1058712 w 6514506"/>
              <a:gd name="connsiteY10787" fmla="*/ 2277331 h 3658174"/>
              <a:gd name="connsiteX10788" fmla="*/ 1054807 w 6514506"/>
              <a:gd name="connsiteY10788" fmla="*/ 2301525 h 3658174"/>
              <a:gd name="connsiteX10789" fmla="*/ 1067094 w 6514506"/>
              <a:gd name="connsiteY10789" fmla="*/ 2322385 h 3658174"/>
              <a:gd name="connsiteX10790" fmla="*/ 1070713 w 6514506"/>
              <a:gd name="connsiteY10790" fmla="*/ 2334767 h 3658174"/>
              <a:gd name="connsiteX10791" fmla="*/ 1070428 w 6514506"/>
              <a:gd name="connsiteY10791" fmla="*/ 2347150 h 3658174"/>
              <a:gd name="connsiteX10792" fmla="*/ 1071285 w 6514506"/>
              <a:gd name="connsiteY10792" fmla="*/ 2354675 h 3658174"/>
              <a:gd name="connsiteX10793" fmla="*/ 1071856 w 6514506"/>
              <a:gd name="connsiteY10793" fmla="*/ 2359818 h 3658174"/>
              <a:gd name="connsiteX10794" fmla="*/ 1071856 w 6514506"/>
              <a:gd name="connsiteY10794" fmla="*/ 2365533 h 3658174"/>
              <a:gd name="connsiteX10795" fmla="*/ 1076905 w 6514506"/>
              <a:gd name="connsiteY10795" fmla="*/ 2376392 h 3658174"/>
              <a:gd name="connsiteX10796" fmla="*/ 1077762 w 6514506"/>
              <a:gd name="connsiteY10796" fmla="*/ 2383059 h 3658174"/>
              <a:gd name="connsiteX10797" fmla="*/ 1077762 w 6514506"/>
              <a:gd name="connsiteY10797" fmla="*/ 2386964 h 3658174"/>
              <a:gd name="connsiteX10798" fmla="*/ 1081953 w 6514506"/>
              <a:gd name="connsiteY10798" fmla="*/ 2394203 h 3658174"/>
              <a:gd name="connsiteX10799" fmla="*/ 1081381 w 6514506"/>
              <a:gd name="connsiteY10799" fmla="*/ 2398109 h 3658174"/>
              <a:gd name="connsiteX10800" fmla="*/ 1083191 w 6514506"/>
              <a:gd name="connsiteY10800" fmla="*/ 2407157 h 3658174"/>
              <a:gd name="connsiteX10801" fmla="*/ 1088906 w 6514506"/>
              <a:gd name="connsiteY10801" fmla="*/ 2415349 h 3658174"/>
              <a:gd name="connsiteX10802" fmla="*/ 1095478 w 6514506"/>
              <a:gd name="connsiteY10802" fmla="*/ 2419921 h 3658174"/>
              <a:gd name="connsiteX10803" fmla="*/ 1099669 w 6514506"/>
              <a:gd name="connsiteY10803" fmla="*/ 2421730 h 3658174"/>
              <a:gd name="connsiteX10804" fmla="*/ 1100908 w 6514506"/>
              <a:gd name="connsiteY10804" fmla="*/ 2426302 h 3658174"/>
              <a:gd name="connsiteX10805" fmla="*/ 1101479 w 6514506"/>
              <a:gd name="connsiteY10805" fmla="*/ 2429065 h 3658174"/>
              <a:gd name="connsiteX10806" fmla="*/ 1099873 w 6514506"/>
              <a:gd name="connsiteY10806" fmla="*/ 2431037 h 3658174"/>
              <a:gd name="connsiteX10807" fmla="*/ 1101861 w 6514506"/>
              <a:gd name="connsiteY10807" fmla="*/ 2429446 h 3658174"/>
              <a:gd name="connsiteX10808" fmla="*/ 1102432 w 6514506"/>
              <a:gd name="connsiteY10808" fmla="*/ 2434209 h 3658174"/>
              <a:gd name="connsiteX10809" fmla="*/ 1105099 w 6514506"/>
              <a:gd name="connsiteY10809" fmla="*/ 2440495 h 3658174"/>
              <a:gd name="connsiteX10810" fmla="*/ 1104242 w 6514506"/>
              <a:gd name="connsiteY10810" fmla="*/ 2448306 h 3658174"/>
              <a:gd name="connsiteX10811" fmla="*/ 1103004 w 6514506"/>
              <a:gd name="connsiteY10811" fmla="*/ 2450401 h 3658174"/>
              <a:gd name="connsiteX10812" fmla="*/ 1106623 w 6514506"/>
              <a:gd name="connsiteY10812" fmla="*/ 2459355 h 3658174"/>
              <a:gd name="connsiteX10813" fmla="*/ 1108147 w 6514506"/>
              <a:gd name="connsiteY10813" fmla="*/ 2470403 h 3658174"/>
              <a:gd name="connsiteX10814" fmla="*/ 1108147 w 6514506"/>
              <a:gd name="connsiteY10814" fmla="*/ 2475547 h 3658174"/>
              <a:gd name="connsiteX10815" fmla="*/ 1110528 w 6514506"/>
              <a:gd name="connsiteY10815" fmla="*/ 2476785 h 3658174"/>
              <a:gd name="connsiteX10816" fmla="*/ 1112339 w 6514506"/>
              <a:gd name="connsiteY10816" fmla="*/ 2483358 h 3658174"/>
              <a:gd name="connsiteX10817" fmla="*/ 1110814 w 6514506"/>
              <a:gd name="connsiteY10817" fmla="*/ 2487263 h 3658174"/>
              <a:gd name="connsiteX10818" fmla="*/ 1110243 w 6514506"/>
              <a:gd name="connsiteY10818" fmla="*/ 2491168 h 3658174"/>
              <a:gd name="connsiteX10819" fmla="*/ 1114435 w 6514506"/>
              <a:gd name="connsiteY10819" fmla="*/ 2500788 h 3658174"/>
              <a:gd name="connsiteX10820" fmla="*/ 1117767 w 6514506"/>
              <a:gd name="connsiteY10820" fmla="*/ 2516695 h 3658174"/>
              <a:gd name="connsiteX10821" fmla="*/ 1119292 w 6514506"/>
              <a:gd name="connsiteY10821" fmla="*/ 2525077 h 3658174"/>
              <a:gd name="connsiteX10822" fmla="*/ 1120149 w 6514506"/>
              <a:gd name="connsiteY10822" fmla="*/ 2527744 h 3658174"/>
              <a:gd name="connsiteX10823" fmla="*/ 1125197 w 6514506"/>
              <a:gd name="connsiteY10823" fmla="*/ 2534602 h 3658174"/>
              <a:gd name="connsiteX10824" fmla="*/ 1123387 w 6514506"/>
              <a:gd name="connsiteY10824" fmla="*/ 2541746 h 3658174"/>
              <a:gd name="connsiteX10825" fmla="*/ 1121292 w 6514506"/>
              <a:gd name="connsiteY10825" fmla="*/ 2544413 h 3658174"/>
              <a:gd name="connsiteX10826" fmla="*/ 1123387 w 6514506"/>
              <a:gd name="connsiteY10826" fmla="*/ 2553081 h 3658174"/>
              <a:gd name="connsiteX10827" fmla="*/ 1126054 w 6514506"/>
              <a:gd name="connsiteY10827" fmla="*/ 2565082 h 3658174"/>
              <a:gd name="connsiteX10828" fmla="*/ 1121863 w 6514506"/>
              <a:gd name="connsiteY10828" fmla="*/ 2581275 h 3658174"/>
              <a:gd name="connsiteX10829" fmla="*/ 1119482 w 6514506"/>
              <a:gd name="connsiteY10829" fmla="*/ 2585466 h 3658174"/>
              <a:gd name="connsiteX10830" fmla="*/ 1118625 w 6514506"/>
              <a:gd name="connsiteY10830" fmla="*/ 2591752 h 3658174"/>
              <a:gd name="connsiteX10831" fmla="*/ 1112910 w 6514506"/>
              <a:gd name="connsiteY10831" fmla="*/ 2602515 h 3658174"/>
              <a:gd name="connsiteX10832" fmla="*/ 1105385 w 6514506"/>
              <a:gd name="connsiteY10832" fmla="*/ 2608516 h 3658174"/>
              <a:gd name="connsiteX10833" fmla="*/ 1097289 w 6514506"/>
              <a:gd name="connsiteY10833" fmla="*/ 2612421 h 3658174"/>
              <a:gd name="connsiteX10834" fmla="*/ 1094907 w 6514506"/>
              <a:gd name="connsiteY10834" fmla="*/ 2612993 h 3658174"/>
              <a:gd name="connsiteX10835" fmla="*/ 1094907 w 6514506"/>
              <a:gd name="connsiteY10835" fmla="*/ 2616612 h 3658174"/>
              <a:gd name="connsiteX10836" fmla="*/ 1091288 w 6514506"/>
              <a:gd name="connsiteY10836" fmla="*/ 2618708 h 3658174"/>
              <a:gd name="connsiteX10837" fmla="*/ 1083192 w 6514506"/>
              <a:gd name="connsiteY10837" fmla="*/ 2628328 h 3658174"/>
              <a:gd name="connsiteX10838" fmla="*/ 1079001 w 6514506"/>
              <a:gd name="connsiteY10838" fmla="*/ 2631662 h 3658174"/>
              <a:gd name="connsiteX10839" fmla="*/ 1076619 w 6514506"/>
              <a:gd name="connsiteY10839" fmla="*/ 2637948 h 3658174"/>
              <a:gd name="connsiteX10840" fmla="*/ 1073952 w 6514506"/>
              <a:gd name="connsiteY10840" fmla="*/ 2650235 h 3658174"/>
              <a:gd name="connsiteX10841" fmla="*/ 1073095 w 6514506"/>
              <a:gd name="connsiteY10841" fmla="*/ 2658332 h 3658174"/>
              <a:gd name="connsiteX10842" fmla="*/ 1067094 w 6514506"/>
              <a:gd name="connsiteY10842" fmla="*/ 2665190 h 3658174"/>
              <a:gd name="connsiteX10843" fmla="*/ 1062046 w 6514506"/>
              <a:gd name="connsiteY10843" fmla="*/ 2681668 h 3658174"/>
              <a:gd name="connsiteX10844" fmla="*/ 1057285 w 6514506"/>
              <a:gd name="connsiteY10844" fmla="*/ 2696336 h 3658174"/>
              <a:gd name="connsiteX10845" fmla="*/ 1057855 w 6514506"/>
              <a:gd name="connsiteY10845" fmla="*/ 2703480 h 3658174"/>
              <a:gd name="connsiteX10846" fmla="*/ 1061761 w 6514506"/>
              <a:gd name="connsiteY10846" fmla="*/ 2711576 h 3658174"/>
              <a:gd name="connsiteX10847" fmla="*/ 1067761 w 6514506"/>
              <a:gd name="connsiteY10847" fmla="*/ 2716053 h 3658174"/>
              <a:gd name="connsiteX10848" fmla="*/ 1071667 w 6514506"/>
              <a:gd name="connsiteY10848" fmla="*/ 2722054 h 3658174"/>
              <a:gd name="connsiteX10849" fmla="*/ 1076429 w 6514506"/>
              <a:gd name="connsiteY10849" fmla="*/ 2732532 h 3658174"/>
              <a:gd name="connsiteX10850" fmla="*/ 1081573 w 6514506"/>
              <a:gd name="connsiteY10850" fmla="*/ 2746628 h 3658174"/>
              <a:gd name="connsiteX10851" fmla="*/ 1084906 w 6514506"/>
              <a:gd name="connsiteY10851" fmla="*/ 2750248 h 3658174"/>
              <a:gd name="connsiteX10852" fmla="*/ 1088240 w 6514506"/>
              <a:gd name="connsiteY10852" fmla="*/ 2753867 h 3658174"/>
              <a:gd name="connsiteX10853" fmla="*/ 1092717 w 6514506"/>
              <a:gd name="connsiteY10853" fmla="*/ 2769774 h 3658174"/>
              <a:gd name="connsiteX10854" fmla="*/ 1094528 w 6514506"/>
              <a:gd name="connsiteY10854" fmla="*/ 2782919 h 3658174"/>
              <a:gd name="connsiteX10855" fmla="*/ 1097860 w 6514506"/>
              <a:gd name="connsiteY10855" fmla="*/ 2791015 h 3658174"/>
              <a:gd name="connsiteX10856" fmla="*/ 1096336 w 6514506"/>
              <a:gd name="connsiteY10856" fmla="*/ 2792253 h 3658174"/>
              <a:gd name="connsiteX10857" fmla="*/ 1099956 w 6514506"/>
              <a:gd name="connsiteY10857" fmla="*/ 2797968 h 3658174"/>
              <a:gd name="connsiteX10858" fmla="*/ 1099956 w 6514506"/>
              <a:gd name="connsiteY10858" fmla="*/ 2813208 h 3658174"/>
              <a:gd name="connsiteX10859" fmla="*/ 1081668 w 6514506"/>
              <a:gd name="connsiteY10859" fmla="*/ 2830925 h 3658174"/>
              <a:gd name="connsiteX10860" fmla="*/ 1070239 w 6514506"/>
              <a:gd name="connsiteY10860" fmla="*/ 2842355 h 3658174"/>
              <a:gd name="connsiteX10861" fmla="*/ 1069952 w 6514506"/>
              <a:gd name="connsiteY10861" fmla="*/ 2857023 h 3658174"/>
              <a:gd name="connsiteX10862" fmla="*/ 1073857 w 6514506"/>
              <a:gd name="connsiteY10862" fmla="*/ 2858833 h 3658174"/>
              <a:gd name="connsiteX10863" fmla="*/ 1077763 w 6514506"/>
              <a:gd name="connsiteY10863" fmla="*/ 2862167 h 3658174"/>
              <a:gd name="connsiteX10864" fmla="*/ 1080828 w 6514506"/>
              <a:gd name="connsiteY10864" fmla="*/ 2873201 h 3658174"/>
              <a:gd name="connsiteX10865" fmla="*/ 1081762 w 6514506"/>
              <a:gd name="connsiteY10865" fmla="*/ 2873883 h 3658174"/>
              <a:gd name="connsiteX10866" fmla="*/ 1082239 w 6514506"/>
              <a:gd name="connsiteY10866" fmla="*/ 2876168 h 3658174"/>
              <a:gd name="connsiteX10867" fmla="*/ 1081954 w 6514506"/>
              <a:gd name="connsiteY10867" fmla="*/ 2882169 h 3658174"/>
              <a:gd name="connsiteX10868" fmla="*/ 1084620 w 6514506"/>
              <a:gd name="connsiteY10868" fmla="*/ 2887599 h 3658174"/>
              <a:gd name="connsiteX10869" fmla="*/ 1087954 w 6514506"/>
              <a:gd name="connsiteY10869" fmla="*/ 2901124 h 3658174"/>
              <a:gd name="connsiteX10870" fmla="*/ 1091859 w 6514506"/>
              <a:gd name="connsiteY10870" fmla="*/ 2914935 h 3658174"/>
              <a:gd name="connsiteX10871" fmla="*/ 1087382 w 6514506"/>
              <a:gd name="connsiteY10871" fmla="*/ 2912554 h 3658174"/>
              <a:gd name="connsiteX10872" fmla="*/ 1084049 w 6514506"/>
              <a:gd name="connsiteY10872" fmla="*/ 2911030 h 3658174"/>
              <a:gd name="connsiteX10873" fmla="*/ 1088525 w 6514506"/>
              <a:gd name="connsiteY10873" fmla="*/ 2919698 h 3658174"/>
              <a:gd name="connsiteX10874" fmla="*/ 1089763 w 6514506"/>
              <a:gd name="connsiteY10874" fmla="*/ 2936176 h 3658174"/>
              <a:gd name="connsiteX10875" fmla="*/ 1085287 w 6514506"/>
              <a:gd name="connsiteY10875" fmla="*/ 2952083 h 3658174"/>
              <a:gd name="connsiteX10876" fmla="*/ 1080524 w 6514506"/>
              <a:gd name="connsiteY10876" fmla="*/ 2980848 h 3658174"/>
              <a:gd name="connsiteX10877" fmla="*/ 1069476 w 6514506"/>
              <a:gd name="connsiteY10877" fmla="*/ 3031235 h 3658174"/>
              <a:gd name="connsiteX10878" fmla="*/ 1059856 w 6514506"/>
              <a:gd name="connsiteY10878" fmla="*/ 3060001 h 3658174"/>
              <a:gd name="connsiteX10879" fmla="*/ 1046710 w 6514506"/>
              <a:gd name="connsiteY10879" fmla="*/ 3074955 h 3658174"/>
              <a:gd name="connsiteX10880" fmla="*/ 1036804 w 6514506"/>
              <a:gd name="connsiteY10880" fmla="*/ 3081242 h 3658174"/>
              <a:gd name="connsiteX10881" fmla="*/ 1034995 w 6514506"/>
              <a:gd name="connsiteY10881" fmla="*/ 3084194 h 3658174"/>
              <a:gd name="connsiteX10882" fmla="*/ 1024517 w 6514506"/>
              <a:gd name="connsiteY10882" fmla="*/ 3086290 h 3658174"/>
              <a:gd name="connsiteX10883" fmla="*/ 1018802 w 6514506"/>
              <a:gd name="connsiteY10883" fmla="*/ 3089243 h 3658174"/>
              <a:gd name="connsiteX10884" fmla="*/ 1008896 w 6514506"/>
              <a:gd name="connsiteY10884" fmla="*/ 3089814 h 3658174"/>
              <a:gd name="connsiteX10885" fmla="*/ 1000514 w 6514506"/>
              <a:gd name="connsiteY10885" fmla="*/ 3089528 h 3658174"/>
              <a:gd name="connsiteX10886" fmla="*/ 994227 w 6514506"/>
              <a:gd name="connsiteY10886" fmla="*/ 3092196 h 3658174"/>
              <a:gd name="connsiteX10887" fmla="*/ 984607 w 6514506"/>
              <a:gd name="connsiteY10887" fmla="*/ 3097339 h 3658174"/>
              <a:gd name="connsiteX10888" fmla="*/ 979846 w 6514506"/>
              <a:gd name="connsiteY10888" fmla="*/ 3102101 h 3658174"/>
              <a:gd name="connsiteX10889" fmla="*/ 969653 w 6514506"/>
              <a:gd name="connsiteY10889" fmla="*/ 3105054 h 3658174"/>
              <a:gd name="connsiteX10890" fmla="*/ 960033 w 6514506"/>
              <a:gd name="connsiteY10890" fmla="*/ 3112198 h 3658174"/>
              <a:gd name="connsiteX10891" fmla="*/ 951652 w 6514506"/>
              <a:gd name="connsiteY10891" fmla="*/ 3118484 h 3658174"/>
              <a:gd name="connsiteX10892" fmla="*/ 944126 w 6514506"/>
              <a:gd name="connsiteY10892" fmla="*/ 3118770 h 3658174"/>
              <a:gd name="connsiteX10893" fmla="*/ 941745 w 6514506"/>
              <a:gd name="connsiteY10893" fmla="*/ 3113627 h 3658174"/>
              <a:gd name="connsiteX10894" fmla="*/ 937554 w 6514506"/>
              <a:gd name="connsiteY10894" fmla="*/ 3107055 h 3658174"/>
              <a:gd name="connsiteX10895" fmla="*/ 930029 w 6514506"/>
              <a:gd name="connsiteY10895" fmla="*/ 3107340 h 3658174"/>
              <a:gd name="connsiteX10896" fmla="*/ 926410 w 6514506"/>
              <a:gd name="connsiteY10896" fmla="*/ 3107055 h 3658174"/>
              <a:gd name="connsiteX10897" fmla="*/ 926124 w 6514506"/>
              <a:gd name="connsiteY10897" fmla="*/ 3103435 h 3658174"/>
              <a:gd name="connsiteX10898" fmla="*/ 921647 w 6514506"/>
              <a:gd name="connsiteY10898" fmla="*/ 3107340 h 3658174"/>
              <a:gd name="connsiteX10899" fmla="*/ 917170 w 6514506"/>
              <a:gd name="connsiteY10899" fmla="*/ 3100768 h 3658174"/>
              <a:gd name="connsiteX10900" fmla="*/ 905454 w 6514506"/>
              <a:gd name="connsiteY10900" fmla="*/ 3086671 h 3658174"/>
              <a:gd name="connsiteX10901" fmla="*/ 903360 w 6514506"/>
              <a:gd name="connsiteY10901" fmla="*/ 3082766 h 3658174"/>
              <a:gd name="connsiteX10902" fmla="*/ 898882 w 6514506"/>
              <a:gd name="connsiteY10902" fmla="*/ 3078575 h 3658174"/>
              <a:gd name="connsiteX10903" fmla="*/ 897358 w 6514506"/>
              <a:gd name="connsiteY10903" fmla="*/ 3072860 h 3658174"/>
              <a:gd name="connsiteX10904" fmla="*/ 898882 w 6514506"/>
              <a:gd name="connsiteY10904" fmla="*/ 3061144 h 3658174"/>
              <a:gd name="connsiteX10905" fmla="*/ 896215 w 6514506"/>
              <a:gd name="connsiteY10905" fmla="*/ 3051524 h 3658174"/>
              <a:gd name="connsiteX10906" fmla="*/ 892596 w 6514506"/>
              <a:gd name="connsiteY10906" fmla="*/ 3047904 h 3658174"/>
              <a:gd name="connsiteX10907" fmla="*/ 883261 w 6514506"/>
              <a:gd name="connsiteY10907" fmla="*/ 3035903 h 3658174"/>
              <a:gd name="connsiteX10908" fmla="*/ 862592 w 6514506"/>
              <a:gd name="connsiteY10908" fmla="*/ 3013709 h 3658174"/>
              <a:gd name="connsiteX10909" fmla="*/ 844019 w 6514506"/>
              <a:gd name="connsiteY10909" fmla="*/ 2985516 h 3658174"/>
              <a:gd name="connsiteX10910" fmla="*/ 828112 w 6514506"/>
              <a:gd name="connsiteY10910" fmla="*/ 2970275 h 3658174"/>
              <a:gd name="connsiteX10911" fmla="*/ 821942 w 6514506"/>
              <a:gd name="connsiteY10911" fmla="*/ 2961489 h 3658174"/>
              <a:gd name="connsiteX10912" fmla="*/ 821349 w 6514506"/>
              <a:gd name="connsiteY10912" fmla="*/ 2961321 h 3658174"/>
              <a:gd name="connsiteX10913" fmla="*/ 806968 w 6514506"/>
              <a:gd name="connsiteY10913" fmla="*/ 2951987 h 3658174"/>
              <a:gd name="connsiteX10914" fmla="*/ 790488 w 6514506"/>
              <a:gd name="connsiteY10914" fmla="*/ 2925888 h 3658174"/>
              <a:gd name="connsiteX10915" fmla="*/ 781154 w 6514506"/>
              <a:gd name="connsiteY10915" fmla="*/ 2911792 h 3658174"/>
              <a:gd name="connsiteX10916" fmla="*/ 777249 w 6514506"/>
              <a:gd name="connsiteY10916" fmla="*/ 2903410 h 3658174"/>
              <a:gd name="connsiteX10917" fmla="*/ 766771 w 6514506"/>
              <a:gd name="connsiteY10917" fmla="*/ 2891122 h 3658174"/>
              <a:gd name="connsiteX10918" fmla="*/ 759532 w 6514506"/>
              <a:gd name="connsiteY10918" fmla="*/ 2874644 h 3658174"/>
              <a:gd name="connsiteX10919" fmla="*/ 753531 w 6514506"/>
              <a:gd name="connsiteY10919" fmla="*/ 2859690 h 3658174"/>
              <a:gd name="connsiteX10920" fmla="*/ 748769 w 6514506"/>
              <a:gd name="connsiteY10920" fmla="*/ 2852165 h 3658174"/>
              <a:gd name="connsiteX10921" fmla="*/ 744864 w 6514506"/>
              <a:gd name="connsiteY10921" fmla="*/ 2843783 h 3658174"/>
              <a:gd name="connsiteX10922" fmla="*/ 740387 w 6514506"/>
              <a:gd name="connsiteY10922" fmla="*/ 2834448 h 3658174"/>
              <a:gd name="connsiteX10923" fmla="*/ 733815 w 6514506"/>
              <a:gd name="connsiteY10923" fmla="*/ 2816446 h 3658174"/>
              <a:gd name="connsiteX10924" fmla="*/ 732005 w 6514506"/>
              <a:gd name="connsiteY10924" fmla="*/ 2808636 h 3658174"/>
              <a:gd name="connsiteX10925" fmla="*/ 733243 w 6514506"/>
              <a:gd name="connsiteY10925" fmla="*/ 2805016 h 3658174"/>
              <a:gd name="connsiteX10926" fmla="*/ 726386 w 6514506"/>
              <a:gd name="connsiteY10926" fmla="*/ 2793301 h 3658174"/>
              <a:gd name="connsiteX10927" fmla="*/ 712288 w 6514506"/>
              <a:gd name="connsiteY10927" fmla="*/ 2774441 h 3658174"/>
              <a:gd name="connsiteX10928" fmla="*/ 699144 w 6514506"/>
              <a:gd name="connsiteY10928" fmla="*/ 2760344 h 3658174"/>
              <a:gd name="connsiteX10929" fmla="*/ 690763 w 6514506"/>
              <a:gd name="connsiteY10929" fmla="*/ 2746247 h 3658174"/>
              <a:gd name="connsiteX10930" fmla="*/ 684762 w 6514506"/>
              <a:gd name="connsiteY10930" fmla="*/ 2735770 h 3658174"/>
              <a:gd name="connsiteX10931" fmla="*/ 674569 w 6514506"/>
              <a:gd name="connsiteY10931" fmla="*/ 2724721 h 3658174"/>
              <a:gd name="connsiteX10932" fmla="*/ 668283 w 6514506"/>
              <a:gd name="connsiteY10932" fmla="*/ 2714243 h 3658174"/>
              <a:gd name="connsiteX10933" fmla="*/ 664092 w 6514506"/>
              <a:gd name="connsiteY10933" fmla="*/ 2705861 h 3658174"/>
              <a:gd name="connsiteX10934" fmla="*/ 647613 w 6514506"/>
              <a:gd name="connsiteY10934" fmla="*/ 2690621 h 3658174"/>
              <a:gd name="connsiteX10935" fmla="*/ 633231 w 6514506"/>
              <a:gd name="connsiteY10935" fmla="*/ 2668713 h 3658174"/>
              <a:gd name="connsiteX10936" fmla="*/ 628864 w 6514506"/>
              <a:gd name="connsiteY10936" fmla="*/ 2652197 h 3658174"/>
              <a:gd name="connsiteX10937" fmla="*/ 628373 w 6514506"/>
              <a:gd name="connsiteY10937" fmla="*/ 2652236 h 3658174"/>
              <a:gd name="connsiteX10938" fmla="*/ 627992 w 6514506"/>
              <a:gd name="connsiteY10938" fmla="*/ 2649093 h 3658174"/>
              <a:gd name="connsiteX10939" fmla="*/ 622944 w 6514506"/>
              <a:gd name="connsiteY10939" fmla="*/ 2637377 h 3658174"/>
              <a:gd name="connsiteX10940" fmla="*/ 623229 w 6514506"/>
              <a:gd name="connsiteY10940" fmla="*/ 2634043 h 3658174"/>
              <a:gd name="connsiteX10941" fmla="*/ 623801 w 6514506"/>
              <a:gd name="connsiteY10941" fmla="*/ 2624423 h 3658174"/>
              <a:gd name="connsiteX10942" fmla="*/ 622277 w 6514506"/>
              <a:gd name="connsiteY10942" fmla="*/ 2617279 h 3658174"/>
              <a:gd name="connsiteX10943" fmla="*/ 618657 w 6514506"/>
              <a:gd name="connsiteY10943" fmla="*/ 2610421 h 3658174"/>
              <a:gd name="connsiteX10944" fmla="*/ 619896 w 6514506"/>
              <a:gd name="connsiteY10944" fmla="*/ 2606230 h 3658174"/>
              <a:gd name="connsiteX10945" fmla="*/ 622563 w 6514506"/>
              <a:gd name="connsiteY10945" fmla="*/ 2604421 h 3658174"/>
              <a:gd name="connsiteX10946" fmla="*/ 623420 w 6514506"/>
              <a:gd name="connsiteY10946" fmla="*/ 2596038 h 3658174"/>
              <a:gd name="connsiteX10947" fmla="*/ 619515 w 6514506"/>
              <a:gd name="connsiteY10947" fmla="*/ 2589466 h 3658174"/>
              <a:gd name="connsiteX10948" fmla="*/ 619800 w 6514506"/>
              <a:gd name="connsiteY10948" fmla="*/ 2572036 h 3658174"/>
              <a:gd name="connsiteX10949" fmla="*/ 617705 w 6514506"/>
              <a:gd name="connsiteY10949" fmla="*/ 2556796 h 3658174"/>
              <a:gd name="connsiteX10950" fmla="*/ 617991 w 6514506"/>
              <a:gd name="connsiteY10950" fmla="*/ 2542984 h 3658174"/>
              <a:gd name="connsiteX10951" fmla="*/ 619515 w 6514506"/>
              <a:gd name="connsiteY10951" fmla="*/ 2531935 h 3658174"/>
              <a:gd name="connsiteX10952" fmla="*/ 620372 w 6514506"/>
              <a:gd name="connsiteY10952" fmla="*/ 2520886 h 3658174"/>
              <a:gd name="connsiteX10953" fmla="*/ 624849 w 6514506"/>
              <a:gd name="connsiteY10953" fmla="*/ 2515171 h 3658174"/>
              <a:gd name="connsiteX10954" fmla="*/ 630564 w 6514506"/>
              <a:gd name="connsiteY10954" fmla="*/ 2507075 h 3658174"/>
              <a:gd name="connsiteX10955" fmla="*/ 629706 w 6514506"/>
              <a:gd name="connsiteY10955" fmla="*/ 2496026 h 3658174"/>
              <a:gd name="connsiteX10956" fmla="*/ 627325 w 6514506"/>
              <a:gd name="connsiteY10956" fmla="*/ 2480405 h 3658174"/>
              <a:gd name="connsiteX10957" fmla="*/ 621040 w 6514506"/>
              <a:gd name="connsiteY10957" fmla="*/ 2454307 h 3658174"/>
              <a:gd name="connsiteX10958" fmla="*/ 615324 w 6514506"/>
              <a:gd name="connsiteY10958" fmla="*/ 2445925 h 3658174"/>
              <a:gd name="connsiteX10959" fmla="*/ 612372 w 6514506"/>
              <a:gd name="connsiteY10959" fmla="*/ 2435733 h 3658174"/>
              <a:gd name="connsiteX10960" fmla="*/ 610561 w 6514506"/>
              <a:gd name="connsiteY10960" fmla="*/ 2425827 h 3658174"/>
              <a:gd name="connsiteX10961" fmla="*/ 606371 w 6514506"/>
              <a:gd name="connsiteY10961" fmla="*/ 2415921 h 3658174"/>
              <a:gd name="connsiteX10962" fmla="*/ 599512 w 6514506"/>
              <a:gd name="connsiteY10962" fmla="*/ 2407253 h 3658174"/>
              <a:gd name="connsiteX10963" fmla="*/ 600084 w 6514506"/>
              <a:gd name="connsiteY10963" fmla="*/ 2402491 h 3658174"/>
              <a:gd name="connsiteX10964" fmla="*/ 604275 w 6514506"/>
              <a:gd name="connsiteY10964" fmla="*/ 2402491 h 3658174"/>
              <a:gd name="connsiteX10965" fmla="*/ 604560 w 6514506"/>
              <a:gd name="connsiteY10965" fmla="*/ 2394109 h 3658174"/>
              <a:gd name="connsiteX10966" fmla="*/ 600941 w 6514506"/>
              <a:gd name="connsiteY10966" fmla="*/ 2382107 h 3658174"/>
              <a:gd name="connsiteX10967" fmla="*/ 594940 w 6514506"/>
              <a:gd name="connsiteY10967" fmla="*/ 2368677 h 3658174"/>
              <a:gd name="connsiteX10968" fmla="*/ 593130 w 6514506"/>
              <a:gd name="connsiteY10968" fmla="*/ 2360295 h 3658174"/>
              <a:gd name="connsiteX10969" fmla="*/ 590463 w 6514506"/>
              <a:gd name="connsiteY10969" fmla="*/ 2351341 h 3658174"/>
              <a:gd name="connsiteX10970" fmla="*/ 588082 w 6514506"/>
              <a:gd name="connsiteY10970" fmla="*/ 2342007 h 3658174"/>
              <a:gd name="connsiteX10971" fmla="*/ 579129 w 6514506"/>
              <a:gd name="connsiteY10971" fmla="*/ 2329434 h 3658174"/>
              <a:gd name="connsiteX10972" fmla="*/ 578271 w 6514506"/>
              <a:gd name="connsiteY10972" fmla="*/ 2321909 h 3658174"/>
              <a:gd name="connsiteX10973" fmla="*/ 582177 w 6514506"/>
              <a:gd name="connsiteY10973" fmla="*/ 2322481 h 3658174"/>
              <a:gd name="connsiteX10974" fmla="*/ 589987 w 6514506"/>
              <a:gd name="connsiteY10974" fmla="*/ 2319814 h 3658174"/>
              <a:gd name="connsiteX10975" fmla="*/ 592464 w 6514506"/>
              <a:gd name="connsiteY10975" fmla="*/ 2317909 h 3658174"/>
              <a:gd name="connsiteX10976" fmla="*/ 594371 w 6514506"/>
              <a:gd name="connsiteY10976" fmla="*/ 2317894 h 3658174"/>
              <a:gd name="connsiteX10977" fmla="*/ 592844 w 6514506"/>
              <a:gd name="connsiteY10977" fmla="*/ 2317813 h 3658174"/>
              <a:gd name="connsiteX10978" fmla="*/ 586177 w 6514506"/>
              <a:gd name="connsiteY10978" fmla="*/ 2315527 h 3658174"/>
              <a:gd name="connsiteX10979" fmla="*/ 577509 w 6514506"/>
              <a:gd name="connsiteY10979" fmla="*/ 2312574 h 3658174"/>
              <a:gd name="connsiteX10980" fmla="*/ 577509 w 6514506"/>
              <a:gd name="connsiteY10980" fmla="*/ 2312572 h 3658174"/>
              <a:gd name="connsiteX10981" fmla="*/ 573319 w 6514506"/>
              <a:gd name="connsiteY10981" fmla="*/ 2302097 h 3658174"/>
              <a:gd name="connsiteX10982" fmla="*/ 571509 w 6514506"/>
              <a:gd name="connsiteY10982" fmla="*/ 2293715 h 3658174"/>
              <a:gd name="connsiteX10983" fmla="*/ 571510 w 6514506"/>
              <a:gd name="connsiteY10983" fmla="*/ 2293714 h 3658174"/>
              <a:gd name="connsiteX10984" fmla="*/ 565508 w 6514506"/>
              <a:gd name="connsiteY10984" fmla="*/ 2282952 h 3658174"/>
              <a:gd name="connsiteX10985" fmla="*/ 561888 w 6514506"/>
              <a:gd name="connsiteY10985" fmla="*/ 2276665 h 3658174"/>
              <a:gd name="connsiteX10986" fmla="*/ 557983 w 6514506"/>
              <a:gd name="connsiteY10986" fmla="*/ 2268569 h 3658174"/>
              <a:gd name="connsiteX10987" fmla="*/ 552079 w 6514506"/>
              <a:gd name="connsiteY10987" fmla="*/ 2259139 h 3658174"/>
              <a:gd name="connsiteX10988" fmla="*/ 552000 w 6514506"/>
              <a:gd name="connsiteY10988" fmla="*/ 2258490 h 3658174"/>
              <a:gd name="connsiteX10989" fmla="*/ 549696 w 6514506"/>
              <a:gd name="connsiteY10989" fmla="*/ 2256186 h 3658174"/>
              <a:gd name="connsiteX10990" fmla="*/ 545791 w 6514506"/>
              <a:gd name="connsiteY10990" fmla="*/ 2253519 h 3658174"/>
              <a:gd name="connsiteX10991" fmla="*/ 541600 w 6514506"/>
              <a:gd name="connsiteY10991" fmla="*/ 2242756 h 3658174"/>
              <a:gd name="connsiteX10992" fmla="*/ 525979 w 6514506"/>
              <a:gd name="connsiteY10992" fmla="*/ 2224468 h 3658174"/>
              <a:gd name="connsiteX10993" fmla="*/ 526551 w 6514506"/>
              <a:gd name="connsiteY10993" fmla="*/ 2218753 h 3658174"/>
              <a:gd name="connsiteX10994" fmla="*/ 528932 w 6514506"/>
              <a:gd name="connsiteY10994" fmla="*/ 2217896 h 3658174"/>
              <a:gd name="connsiteX10995" fmla="*/ 522075 w 6514506"/>
              <a:gd name="connsiteY10995" fmla="*/ 2213419 h 3658174"/>
              <a:gd name="connsiteX10996" fmla="*/ 518169 w 6514506"/>
              <a:gd name="connsiteY10996" fmla="*/ 2205323 h 3658174"/>
              <a:gd name="connsiteX10997" fmla="*/ 520836 w 6514506"/>
              <a:gd name="connsiteY10997" fmla="*/ 2201417 h 3658174"/>
              <a:gd name="connsiteX10998" fmla="*/ 519312 w 6514506"/>
              <a:gd name="connsiteY10998" fmla="*/ 2197798 h 3658174"/>
              <a:gd name="connsiteX10999" fmla="*/ 510358 w 6514506"/>
              <a:gd name="connsiteY10999" fmla="*/ 2187892 h 3658174"/>
              <a:gd name="connsiteX11000" fmla="*/ 512454 w 6514506"/>
              <a:gd name="connsiteY11000" fmla="*/ 2184939 h 3658174"/>
              <a:gd name="connsiteX11001" fmla="*/ 519026 w 6514506"/>
              <a:gd name="connsiteY11001" fmla="*/ 2190368 h 3658174"/>
              <a:gd name="connsiteX11002" fmla="*/ 519312 w 6514506"/>
              <a:gd name="connsiteY11002" fmla="*/ 2187035 h 3658174"/>
              <a:gd name="connsiteX11003" fmla="*/ 514549 w 6514506"/>
              <a:gd name="connsiteY11003" fmla="*/ 2183415 h 3658174"/>
              <a:gd name="connsiteX11004" fmla="*/ 507977 w 6514506"/>
              <a:gd name="connsiteY11004" fmla="*/ 2176843 h 3658174"/>
              <a:gd name="connsiteX11005" fmla="*/ 506739 w 6514506"/>
              <a:gd name="connsiteY11005" fmla="*/ 2169604 h 3658174"/>
              <a:gd name="connsiteX11006" fmla="*/ 509406 w 6514506"/>
              <a:gd name="connsiteY11006" fmla="*/ 2161222 h 3658174"/>
              <a:gd name="connsiteX11007" fmla="*/ 514549 w 6514506"/>
              <a:gd name="connsiteY11007" fmla="*/ 2153697 h 3658174"/>
              <a:gd name="connsiteX11008" fmla="*/ 514549 w 6514506"/>
              <a:gd name="connsiteY11008" fmla="*/ 2131218 h 3658174"/>
              <a:gd name="connsiteX11009" fmla="*/ 516645 w 6514506"/>
              <a:gd name="connsiteY11009" fmla="*/ 2124646 h 3658174"/>
              <a:gd name="connsiteX11010" fmla="*/ 519026 w 6514506"/>
              <a:gd name="connsiteY11010" fmla="*/ 2122836 h 3658174"/>
              <a:gd name="connsiteX11011" fmla="*/ 518741 w 6514506"/>
              <a:gd name="connsiteY11011" fmla="*/ 2113883 h 3658174"/>
              <a:gd name="connsiteX11012" fmla="*/ 520218 w 6514506"/>
              <a:gd name="connsiteY11012" fmla="*/ 2110645 h 3658174"/>
              <a:gd name="connsiteX11013" fmla="*/ 518549 w 6514506"/>
              <a:gd name="connsiteY11013" fmla="*/ 2109978 h 3658174"/>
              <a:gd name="connsiteX11014" fmla="*/ 516739 w 6514506"/>
              <a:gd name="connsiteY11014" fmla="*/ 2106073 h 3658174"/>
              <a:gd name="connsiteX11015" fmla="*/ 517597 w 6514506"/>
              <a:gd name="connsiteY11015" fmla="*/ 2100643 h 3658174"/>
              <a:gd name="connsiteX11016" fmla="*/ 519692 w 6514506"/>
              <a:gd name="connsiteY11016" fmla="*/ 2092261 h 3658174"/>
              <a:gd name="connsiteX11017" fmla="*/ 521788 w 6514506"/>
              <a:gd name="connsiteY11017" fmla="*/ 2079117 h 3658174"/>
              <a:gd name="connsiteX11018" fmla="*/ 523216 w 6514506"/>
              <a:gd name="connsiteY11018" fmla="*/ 2072735 h 3658174"/>
              <a:gd name="connsiteX11019" fmla="*/ 523365 w 6514506"/>
              <a:gd name="connsiteY11019" fmla="*/ 2072826 h 3658174"/>
              <a:gd name="connsiteX11020" fmla="*/ 523788 w 6514506"/>
              <a:gd name="connsiteY11020" fmla="*/ 2068924 h 3658174"/>
              <a:gd name="connsiteX11021" fmla="*/ 523788 w 6514506"/>
              <a:gd name="connsiteY11021" fmla="*/ 2057209 h 3658174"/>
              <a:gd name="connsiteX11022" fmla="*/ 525312 w 6514506"/>
              <a:gd name="connsiteY11022" fmla="*/ 2049398 h 3658174"/>
              <a:gd name="connsiteX11023" fmla="*/ 524074 w 6514506"/>
              <a:gd name="connsiteY11023" fmla="*/ 2038635 h 3658174"/>
              <a:gd name="connsiteX11024" fmla="*/ 522264 w 6514506"/>
              <a:gd name="connsiteY11024" fmla="*/ 2029967 h 3658174"/>
              <a:gd name="connsiteX11025" fmla="*/ 522836 w 6514506"/>
              <a:gd name="connsiteY11025" fmla="*/ 2025490 h 3658174"/>
              <a:gd name="connsiteX11026" fmla="*/ 525217 w 6514506"/>
              <a:gd name="connsiteY11026" fmla="*/ 2023966 h 3658174"/>
              <a:gd name="connsiteX11027" fmla="*/ 522264 w 6514506"/>
              <a:gd name="connsiteY11027" fmla="*/ 2020347 h 3658174"/>
              <a:gd name="connsiteX11028" fmla="*/ 515406 w 6514506"/>
              <a:gd name="connsiteY11028" fmla="*/ 2016442 h 3658174"/>
              <a:gd name="connsiteX11029" fmla="*/ 513025 w 6514506"/>
              <a:gd name="connsiteY11029" fmla="*/ 2008631 h 3658174"/>
              <a:gd name="connsiteX11030" fmla="*/ 512168 w 6514506"/>
              <a:gd name="connsiteY11030" fmla="*/ 2002630 h 3658174"/>
              <a:gd name="connsiteX11031" fmla="*/ 509501 w 6514506"/>
              <a:gd name="connsiteY11031" fmla="*/ 1999678 h 3658174"/>
              <a:gd name="connsiteX11032" fmla="*/ 506072 w 6514506"/>
              <a:gd name="connsiteY11032" fmla="*/ 1998820 h 3658174"/>
              <a:gd name="connsiteX11033" fmla="*/ 506072 w 6514506"/>
              <a:gd name="connsiteY11033" fmla="*/ 1998780 h 3658174"/>
              <a:gd name="connsiteX11034" fmla="*/ 505976 w 6514506"/>
              <a:gd name="connsiteY11034" fmla="*/ 1999011 h 3658174"/>
              <a:gd name="connsiteX11035" fmla="*/ 504643 w 6514506"/>
              <a:gd name="connsiteY11035" fmla="*/ 1994725 h 3658174"/>
              <a:gd name="connsiteX11036" fmla="*/ 502262 w 6514506"/>
              <a:gd name="connsiteY11036" fmla="*/ 1994153 h 3658174"/>
              <a:gd name="connsiteX11037" fmla="*/ 499309 w 6514506"/>
              <a:gd name="connsiteY11037" fmla="*/ 1999868 h 3658174"/>
              <a:gd name="connsiteX11038" fmla="*/ 490927 w 6514506"/>
              <a:gd name="connsiteY11038" fmla="*/ 2002821 h 3658174"/>
              <a:gd name="connsiteX11039" fmla="*/ 484641 w 6514506"/>
              <a:gd name="connsiteY11039" fmla="*/ 2002535 h 3658174"/>
              <a:gd name="connsiteX11040" fmla="*/ 481307 w 6514506"/>
              <a:gd name="connsiteY11040" fmla="*/ 2002250 h 3658174"/>
              <a:gd name="connsiteX11041" fmla="*/ 472926 w 6514506"/>
              <a:gd name="connsiteY11041" fmla="*/ 2004917 h 3658174"/>
              <a:gd name="connsiteX11042" fmla="*/ 458828 w 6514506"/>
              <a:gd name="connsiteY11042" fmla="*/ 2002821 h 3658174"/>
              <a:gd name="connsiteX11043" fmla="*/ 454065 w 6514506"/>
              <a:gd name="connsiteY11043" fmla="*/ 1993201 h 3658174"/>
              <a:gd name="connsiteX11044" fmla="*/ 451970 w 6514506"/>
              <a:gd name="connsiteY11044" fmla="*/ 1982438 h 3658174"/>
              <a:gd name="connsiteX11045" fmla="*/ 455018 w 6514506"/>
              <a:gd name="connsiteY11045" fmla="*/ 1976437 h 3658174"/>
              <a:gd name="connsiteX11046" fmla="*/ 458351 w 6514506"/>
              <a:gd name="connsiteY11046" fmla="*/ 1974341 h 3658174"/>
              <a:gd name="connsiteX11047" fmla="*/ 454732 w 6514506"/>
              <a:gd name="connsiteY11047" fmla="*/ 1972532 h 3658174"/>
              <a:gd name="connsiteX11048" fmla="*/ 451112 w 6514506"/>
              <a:gd name="connsiteY11048" fmla="*/ 1968055 h 3658174"/>
              <a:gd name="connsiteX11049" fmla="*/ 451684 w 6514506"/>
              <a:gd name="connsiteY11049" fmla="*/ 1962340 h 3658174"/>
              <a:gd name="connsiteX11050" fmla="*/ 448350 w 6514506"/>
              <a:gd name="connsiteY11050" fmla="*/ 1956911 h 3658174"/>
              <a:gd name="connsiteX11051" fmla="*/ 438731 w 6514506"/>
              <a:gd name="connsiteY11051" fmla="*/ 1948814 h 3658174"/>
              <a:gd name="connsiteX11052" fmla="*/ 434539 w 6514506"/>
              <a:gd name="connsiteY11052" fmla="*/ 1947005 h 3658174"/>
              <a:gd name="connsiteX11053" fmla="*/ 439682 w 6514506"/>
              <a:gd name="connsiteY11053" fmla="*/ 1943099 h 3658174"/>
              <a:gd name="connsiteX11054" fmla="*/ 430063 w 6514506"/>
              <a:gd name="connsiteY11054" fmla="*/ 1941290 h 3658174"/>
              <a:gd name="connsiteX11055" fmla="*/ 420156 w 6514506"/>
              <a:gd name="connsiteY11055" fmla="*/ 1945766 h 3658174"/>
              <a:gd name="connsiteX11056" fmla="*/ 410822 w 6514506"/>
              <a:gd name="connsiteY11056" fmla="*/ 1946338 h 3658174"/>
              <a:gd name="connsiteX11057" fmla="*/ 410511 w 6514506"/>
              <a:gd name="connsiteY11057" fmla="*/ 1947274 h 3658174"/>
              <a:gd name="connsiteX11058" fmla="*/ 410440 w 6514506"/>
              <a:gd name="connsiteY11058" fmla="*/ 1947957 h 3658174"/>
              <a:gd name="connsiteX11059" fmla="*/ 410297 w 6514506"/>
              <a:gd name="connsiteY11059" fmla="*/ 1947913 h 3658174"/>
              <a:gd name="connsiteX11060" fmla="*/ 410155 w 6514506"/>
              <a:gd name="connsiteY11060" fmla="*/ 1948338 h 3658174"/>
              <a:gd name="connsiteX11061" fmla="*/ 410202 w 6514506"/>
              <a:gd name="connsiteY11061" fmla="*/ 1947883 h 3658174"/>
              <a:gd name="connsiteX11062" fmla="*/ 406154 w 6514506"/>
              <a:gd name="connsiteY11062" fmla="*/ 1946623 h 3658174"/>
              <a:gd name="connsiteX11063" fmla="*/ 403773 w 6514506"/>
              <a:gd name="connsiteY11063" fmla="*/ 1945100 h 3658174"/>
              <a:gd name="connsiteX11064" fmla="*/ 391200 w 6514506"/>
              <a:gd name="connsiteY11064" fmla="*/ 1949576 h 3658174"/>
              <a:gd name="connsiteX11065" fmla="*/ 388914 w 6514506"/>
              <a:gd name="connsiteY11065" fmla="*/ 1950148 h 3658174"/>
              <a:gd name="connsiteX11066" fmla="*/ 388972 w 6514506"/>
              <a:gd name="connsiteY11066" fmla="*/ 1947673 h 3658174"/>
              <a:gd name="connsiteX11067" fmla="*/ 388342 w 6514506"/>
              <a:gd name="connsiteY11067" fmla="*/ 1950529 h 3658174"/>
              <a:gd name="connsiteX11068" fmla="*/ 381103 w 6514506"/>
              <a:gd name="connsiteY11068" fmla="*/ 1953482 h 3658174"/>
              <a:gd name="connsiteX11069" fmla="*/ 380955 w 6514506"/>
              <a:gd name="connsiteY11069" fmla="*/ 1953333 h 3658174"/>
              <a:gd name="connsiteX11070" fmla="*/ 377485 w 6514506"/>
              <a:gd name="connsiteY11070" fmla="*/ 1956053 h 3658174"/>
              <a:gd name="connsiteX11071" fmla="*/ 374532 w 6514506"/>
              <a:gd name="connsiteY11071" fmla="*/ 1955482 h 3658174"/>
              <a:gd name="connsiteX11072" fmla="*/ 373675 w 6514506"/>
              <a:gd name="connsiteY11072" fmla="*/ 1953387 h 3658174"/>
              <a:gd name="connsiteX11073" fmla="*/ 371293 w 6514506"/>
              <a:gd name="connsiteY11073" fmla="*/ 1955482 h 3658174"/>
              <a:gd name="connsiteX11074" fmla="*/ 369198 w 6514506"/>
              <a:gd name="connsiteY11074" fmla="*/ 1955482 h 3658174"/>
              <a:gd name="connsiteX11075" fmla="*/ 366531 w 6514506"/>
              <a:gd name="connsiteY11075" fmla="*/ 1960530 h 3658174"/>
              <a:gd name="connsiteX11076" fmla="*/ 358149 w 6514506"/>
              <a:gd name="connsiteY11076" fmla="*/ 1966817 h 3658174"/>
              <a:gd name="connsiteX11077" fmla="*/ 344623 w 6514506"/>
              <a:gd name="connsiteY11077" fmla="*/ 1975484 h 3658174"/>
              <a:gd name="connsiteX11078" fmla="*/ 337384 w 6514506"/>
              <a:gd name="connsiteY11078" fmla="*/ 1979961 h 3658174"/>
              <a:gd name="connsiteX11079" fmla="*/ 329574 w 6514506"/>
              <a:gd name="connsiteY11079" fmla="*/ 1985391 h 3658174"/>
              <a:gd name="connsiteX11080" fmla="*/ 318525 w 6514506"/>
              <a:gd name="connsiteY11080" fmla="*/ 1986915 h 3658174"/>
              <a:gd name="connsiteX11081" fmla="*/ 309190 w 6514506"/>
              <a:gd name="connsiteY11081" fmla="*/ 1983295 h 3658174"/>
              <a:gd name="connsiteX11082" fmla="*/ 305985 w 6514506"/>
              <a:gd name="connsiteY11082" fmla="*/ 1981871 h 3658174"/>
              <a:gd name="connsiteX11083" fmla="*/ 300427 w 6514506"/>
              <a:gd name="connsiteY11083" fmla="*/ 1985010 h 3658174"/>
              <a:gd name="connsiteX11084" fmla="*/ 303475 w 6514506"/>
              <a:gd name="connsiteY11084" fmla="*/ 1977104 h 3658174"/>
              <a:gd name="connsiteX11085" fmla="*/ 299855 w 6514506"/>
              <a:gd name="connsiteY11085" fmla="*/ 1977104 h 3658174"/>
              <a:gd name="connsiteX11086" fmla="*/ 297188 w 6514506"/>
              <a:gd name="connsiteY11086" fmla="*/ 1980057 h 3658174"/>
              <a:gd name="connsiteX11087" fmla="*/ 295664 w 6514506"/>
              <a:gd name="connsiteY11087" fmla="*/ 1974627 h 3658174"/>
              <a:gd name="connsiteX11088" fmla="*/ 294140 w 6514506"/>
              <a:gd name="connsiteY11088" fmla="*/ 1972246 h 3658174"/>
              <a:gd name="connsiteX11089" fmla="*/ 281281 w 6514506"/>
              <a:gd name="connsiteY11089" fmla="*/ 1973770 h 3658174"/>
              <a:gd name="connsiteX11090" fmla="*/ 282805 w 6514506"/>
              <a:gd name="connsiteY11090" fmla="*/ 1976818 h 3658174"/>
              <a:gd name="connsiteX11091" fmla="*/ 284044 w 6514506"/>
              <a:gd name="connsiteY11091" fmla="*/ 1978628 h 3658174"/>
              <a:gd name="connsiteX11092" fmla="*/ 275662 w 6514506"/>
              <a:gd name="connsiteY11092" fmla="*/ 1978628 h 3658174"/>
              <a:gd name="connsiteX11093" fmla="*/ 268804 w 6514506"/>
              <a:gd name="connsiteY11093" fmla="*/ 1975675 h 3658174"/>
              <a:gd name="connsiteX11094" fmla="*/ 269089 w 6514506"/>
              <a:gd name="connsiteY11094" fmla="*/ 1978342 h 3658174"/>
              <a:gd name="connsiteX11095" fmla="*/ 265756 w 6514506"/>
              <a:gd name="connsiteY11095" fmla="*/ 1980723 h 3658174"/>
              <a:gd name="connsiteX11096" fmla="*/ 256136 w 6514506"/>
              <a:gd name="connsiteY11096" fmla="*/ 1983390 h 3658174"/>
              <a:gd name="connsiteX11097" fmla="*/ 229180 w 6514506"/>
              <a:gd name="connsiteY11097" fmla="*/ 1996249 h 3658174"/>
              <a:gd name="connsiteX11098" fmla="*/ 225847 w 6514506"/>
              <a:gd name="connsiteY11098" fmla="*/ 1997868 h 3658174"/>
              <a:gd name="connsiteX11099" fmla="*/ 225197 w 6514506"/>
              <a:gd name="connsiteY11099" fmla="*/ 1996750 h 3658174"/>
              <a:gd name="connsiteX11100" fmla="*/ 212702 w 6514506"/>
              <a:gd name="connsiteY11100" fmla="*/ 1993582 h 3658174"/>
              <a:gd name="connsiteX11101" fmla="*/ 195653 w 6514506"/>
              <a:gd name="connsiteY11101" fmla="*/ 1971674 h 3658174"/>
              <a:gd name="connsiteX11102" fmla="*/ 187556 w 6514506"/>
              <a:gd name="connsiteY11102" fmla="*/ 1956434 h 3658174"/>
              <a:gd name="connsiteX11103" fmla="*/ 181555 w 6514506"/>
              <a:gd name="connsiteY11103" fmla="*/ 1946242 h 3658174"/>
              <a:gd name="connsiteX11104" fmla="*/ 180031 w 6514506"/>
              <a:gd name="connsiteY11104" fmla="*/ 1941766 h 3658174"/>
              <a:gd name="connsiteX11105" fmla="*/ 176698 w 6514506"/>
              <a:gd name="connsiteY11105" fmla="*/ 1939384 h 3658174"/>
              <a:gd name="connsiteX11106" fmla="*/ 172221 w 6514506"/>
              <a:gd name="connsiteY11106" fmla="*/ 1930050 h 3658174"/>
              <a:gd name="connsiteX11107" fmla="*/ 167744 w 6514506"/>
              <a:gd name="connsiteY11107" fmla="*/ 1924621 h 3658174"/>
              <a:gd name="connsiteX11108" fmla="*/ 163839 w 6514506"/>
              <a:gd name="connsiteY11108" fmla="*/ 1919191 h 3658174"/>
              <a:gd name="connsiteX11109" fmla="*/ 161934 w 6514506"/>
              <a:gd name="connsiteY11109" fmla="*/ 1917382 h 3658174"/>
              <a:gd name="connsiteX11110" fmla="*/ 162776 w 6514506"/>
              <a:gd name="connsiteY11110" fmla="*/ 1917121 h 3658174"/>
              <a:gd name="connsiteX11111" fmla="*/ 161743 w 6514506"/>
              <a:gd name="connsiteY11111" fmla="*/ 1917287 h 3658174"/>
              <a:gd name="connsiteX11112" fmla="*/ 159458 w 6514506"/>
              <a:gd name="connsiteY11112" fmla="*/ 1911667 h 3658174"/>
              <a:gd name="connsiteX11113" fmla="*/ 149838 w 6514506"/>
              <a:gd name="connsiteY11113" fmla="*/ 1907191 h 3658174"/>
              <a:gd name="connsiteX11114" fmla="*/ 150694 w 6514506"/>
              <a:gd name="connsiteY11114" fmla="*/ 1903571 h 3658174"/>
              <a:gd name="connsiteX11115" fmla="*/ 151933 w 6514506"/>
              <a:gd name="connsiteY11115" fmla="*/ 1901190 h 3658174"/>
              <a:gd name="connsiteX11116" fmla="*/ 154885 w 6514506"/>
              <a:gd name="connsiteY11116" fmla="*/ 1896999 h 3658174"/>
              <a:gd name="connsiteX11117" fmla="*/ 148027 w 6514506"/>
              <a:gd name="connsiteY11117" fmla="*/ 1889855 h 3658174"/>
              <a:gd name="connsiteX11118" fmla="*/ 144979 w 6514506"/>
              <a:gd name="connsiteY11118" fmla="*/ 1885950 h 3658174"/>
              <a:gd name="connsiteX11119" fmla="*/ 144694 w 6514506"/>
              <a:gd name="connsiteY11119" fmla="*/ 1876996 h 3658174"/>
              <a:gd name="connsiteX11120" fmla="*/ 143170 w 6514506"/>
              <a:gd name="connsiteY11120" fmla="*/ 1873091 h 3658174"/>
              <a:gd name="connsiteX11121" fmla="*/ 147361 w 6514506"/>
              <a:gd name="connsiteY11121" fmla="*/ 1865947 h 3658174"/>
              <a:gd name="connsiteX11122" fmla="*/ 144979 w 6514506"/>
              <a:gd name="connsiteY11122" fmla="*/ 1860899 h 3658174"/>
              <a:gd name="connsiteX11123" fmla="*/ 142312 w 6514506"/>
              <a:gd name="connsiteY11123" fmla="*/ 1855184 h 3658174"/>
              <a:gd name="connsiteX11124" fmla="*/ 142789 w 6514506"/>
              <a:gd name="connsiteY11124" fmla="*/ 1850993 h 3658174"/>
              <a:gd name="connsiteX11125" fmla="*/ 142905 w 6514506"/>
              <a:gd name="connsiteY11125" fmla="*/ 1850820 h 3658174"/>
              <a:gd name="connsiteX11126" fmla="*/ 142883 w 6514506"/>
              <a:gd name="connsiteY11126" fmla="*/ 1850803 h 3658174"/>
              <a:gd name="connsiteX11127" fmla="*/ 144122 w 6514506"/>
              <a:gd name="connsiteY11127" fmla="*/ 1846612 h 3658174"/>
              <a:gd name="connsiteX11128" fmla="*/ 144693 w 6514506"/>
              <a:gd name="connsiteY11128" fmla="*/ 1836706 h 3658174"/>
              <a:gd name="connsiteX11129" fmla="*/ 142883 w 6514506"/>
              <a:gd name="connsiteY11129" fmla="*/ 1824418 h 3658174"/>
              <a:gd name="connsiteX11130" fmla="*/ 140789 w 6514506"/>
              <a:gd name="connsiteY11130" fmla="*/ 1821370 h 3658174"/>
              <a:gd name="connsiteX11131" fmla="*/ 137454 w 6514506"/>
              <a:gd name="connsiteY11131" fmla="*/ 1819561 h 3658174"/>
              <a:gd name="connsiteX11132" fmla="*/ 135358 w 6514506"/>
              <a:gd name="connsiteY11132" fmla="*/ 1815370 h 3658174"/>
              <a:gd name="connsiteX11133" fmla="*/ 129929 w 6514506"/>
              <a:gd name="connsiteY11133" fmla="*/ 1812417 h 3658174"/>
              <a:gd name="connsiteX11134" fmla="*/ 129929 w 6514506"/>
              <a:gd name="connsiteY11134" fmla="*/ 1808226 h 3658174"/>
              <a:gd name="connsiteX11135" fmla="*/ 131168 w 6514506"/>
              <a:gd name="connsiteY11135" fmla="*/ 1800987 h 3658174"/>
              <a:gd name="connsiteX11136" fmla="*/ 133263 w 6514506"/>
              <a:gd name="connsiteY11136" fmla="*/ 1793176 h 3658174"/>
              <a:gd name="connsiteX11137" fmla="*/ 133834 w 6514506"/>
              <a:gd name="connsiteY11137" fmla="*/ 1787747 h 3658174"/>
              <a:gd name="connsiteX11138" fmla="*/ 130502 w 6514506"/>
              <a:gd name="connsiteY11138" fmla="*/ 1788985 h 3658174"/>
              <a:gd name="connsiteX11139" fmla="*/ 128405 w 6514506"/>
              <a:gd name="connsiteY11139" fmla="*/ 1786318 h 3658174"/>
              <a:gd name="connsiteX11140" fmla="*/ 126405 w 6514506"/>
              <a:gd name="connsiteY11140" fmla="*/ 1785842 h 3658174"/>
              <a:gd name="connsiteX11141" fmla="*/ 127194 w 6514506"/>
              <a:gd name="connsiteY11141" fmla="*/ 1784459 h 3658174"/>
              <a:gd name="connsiteX11142" fmla="*/ 126120 w 6514506"/>
              <a:gd name="connsiteY11142" fmla="*/ 1782889 h 3658174"/>
              <a:gd name="connsiteX11143" fmla="*/ 123072 w 6514506"/>
              <a:gd name="connsiteY11143" fmla="*/ 1780508 h 3658174"/>
              <a:gd name="connsiteX11144" fmla="*/ 120119 w 6514506"/>
              <a:gd name="connsiteY11144" fmla="*/ 1773650 h 3658174"/>
              <a:gd name="connsiteX11145" fmla="*/ 118024 w 6514506"/>
              <a:gd name="connsiteY11145" fmla="*/ 1764315 h 3658174"/>
              <a:gd name="connsiteX11146" fmla="*/ 125834 w 6514506"/>
              <a:gd name="connsiteY11146" fmla="*/ 1759267 h 3658174"/>
              <a:gd name="connsiteX11147" fmla="*/ 121357 w 6514506"/>
              <a:gd name="connsiteY11147" fmla="*/ 1757171 h 3658174"/>
              <a:gd name="connsiteX11148" fmla="*/ 118690 w 6514506"/>
              <a:gd name="connsiteY11148" fmla="*/ 1755933 h 3658174"/>
              <a:gd name="connsiteX11149" fmla="*/ 115356 w 6514506"/>
              <a:gd name="connsiteY11149" fmla="*/ 1752599 h 3658174"/>
              <a:gd name="connsiteX11150" fmla="*/ 115643 w 6514506"/>
              <a:gd name="connsiteY11150" fmla="*/ 1747170 h 3658174"/>
              <a:gd name="connsiteX11151" fmla="*/ 112975 w 6514506"/>
              <a:gd name="connsiteY11151" fmla="*/ 1744217 h 3658174"/>
              <a:gd name="connsiteX11152" fmla="*/ 107932 w 6514506"/>
              <a:gd name="connsiteY11152" fmla="*/ 1739460 h 3658174"/>
              <a:gd name="connsiteX11153" fmla="*/ 107831 w 6514506"/>
              <a:gd name="connsiteY11153" fmla="*/ 1739455 h 3658174"/>
              <a:gd name="connsiteX11154" fmla="*/ 112022 w 6514506"/>
              <a:gd name="connsiteY11154" fmla="*/ 1734407 h 3658174"/>
              <a:gd name="connsiteX11155" fmla="*/ 114118 w 6514506"/>
              <a:gd name="connsiteY11155" fmla="*/ 1729645 h 3658174"/>
              <a:gd name="connsiteX11156" fmla="*/ 112022 w 6514506"/>
              <a:gd name="connsiteY11156" fmla="*/ 1726025 h 3658174"/>
              <a:gd name="connsiteX11157" fmla="*/ 111165 w 6514506"/>
              <a:gd name="connsiteY11157" fmla="*/ 1722406 h 3658174"/>
              <a:gd name="connsiteX11158" fmla="*/ 113356 w 6514506"/>
              <a:gd name="connsiteY11158" fmla="*/ 1717072 h 3658174"/>
              <a:gd name="connsiteX11159" fmla="*/ 113722 w 6514506"/>
              <a:gd name="connsiteY11159" fmla="*/ 1716871 h 3658174"/>
              <a:gd name="connsiteX11160" fmla="*/ 114690 w 6514506"/>
              <a:gd name="connsiteY11160" fmla="*/ 1712119 h 3658174"/>
              <a:gd name="connsiteX11161" fmla="*/ 121833 w 6514506"/>
              <a:gd name="connsiteY11161" fmla="*/ 1708213 h 3658174"/>
              <a:gd name="connsiteX11162" fmla="*/ 121833 w 6514506"/>
              <a:gd name="connsiteY11162" fmla="*/ 1702784 h 3658174"/>
              <a:gd name="connsiteX11163" fmla="*/ 121290 w 6514506"/>
              <a:gd name="connsiteY11163" fmla="*/ 1701092 h 3658174"/>
              <a:gd name="connsiteX11164" fmla="*/ 119642 w 6514506"/>
              <a:gd name="connsiteY11164" fmla="*/ 1700117 h 3658174"/>
              <a:gd name="connsiteX11165" fmla="*/ 121929 w 6514506"/>
              <a:gd name="connsiteY11165" fmla="*/ 1695069 h 3658174"/>
              <a:gd name="connsiteX11166" fmla="*/ 122214 w 6514506"/>
              <a:gd name="connsiteY11166" fmla="*/ 1691164 h 3658174"/>
              <a:gd name="connsiteX11167" fmla="*/ 122785 w 6514506"/>
              <a:gd name="connsiteY11167" fmla="*/ 1688211 h 3658174"/>
              <a:gd name="connsiteX11168" fmla="*/ 123071 w 6514506"/>
              <a:gd name="connsiteY11168" fmla="*/ 1685544 h 3658174"/>
              <a:gd name="connsiteX11169" fmla="*/ 118023 w 6514506"/>
              <a:gd name="connsiteY11169" fmla="*/ 1672971 h 3658174"/>
              <a:gd name="connsiteX11170" fmla="*/ 123738 w 6514506"/>
              <a:gd name="connsiteY11170" fmla="*/ 1656207 h 3658174"/>
              <a:gd name="connsiteX11171" fmla="*/ 134502 w 6514506"/>
              <a:gd name="connsiteY11171" fmla="*/ 1641824 h 3658174"/>
              <a:gd name="connsiteX11172" fmla="*/ 140789 w 6514506"/>
              <a:gd name="connsiteY11172" fmla="*/ 1625060 h 3658174"/>
              <a:gd name="connsiteX11173" fmla="*/ 141645 w 6514506"/>
              <a:gd name="connsiteY11173" fmla="*/ 1621441 h 3658174"/>
              <a:gd name="connsiteX11174" fmla="*/ 141741 w 6514506"/>
              <a:gd name="connsiteY11174" fmla="*/ 1621227 h 3658174"/>
              <a:gd name="connsiteX11175" fmla="*/ 141741 w 6514506"/>
              <a:gd name="connsiteY11175" fmla="*/ 1615249 h 3658174"/>
              <a:gd name="connsiteX11176" fmla="*/ 147170 w 6514506"/>
              <a:gd name="connsiteY11176" fmla="*/ 1601724 h 3658174"/>
              <a:gd name="connsiteX11177" fmla="*/ 163077 w 6514506"/>
              <a:gd name="connsiteY11177" fmla="*/ 1572387 h 3658174"/>
              <a:gd name="connsiteX11178" fmla="*/ 170316 w 6514506"/>
              <a:gd name="connsiteY11178" fmla="*/ 1545145 h 3658174"/>
              <a:gd name="connsiteX11179" fmla="*/ 173269 w 6514506"/>
              <a:gd name="connsiteY11179" fmla="*/ 1523238 h 3658174"/>
              <a:gd name="connsiteX11180" fmla="*/ 175650 w 6514506"/>
              <a:gd name="connsiteY11180" fmla="*/ 1517523 h 3658174"/>
              <a:gd name="connsiteX11181" fmla="*/ 178984 w 6514506"/>
              <a:gd name="connsiteY11181" fmla="*/ 1515142 h 3658174"/>
              <a:gd name="connsiteX11182" fmla="*/ 179555 w 6514506"/>
              <a:gd name="connsiteY11182" fmla="*/ 1510951 h 3658174"/>
              <a:gd name="connsiteX11183" fmla="*/ 182508 w 6514506"/>
              <a:gd name="connsiteY11183" fmla="*/ 1504950 h 3658174"/>
              <a:gd name="connsiteX11184" fmla="*/ 184889 w 6514506"/>
              <a:gd name="connsiteY11184" fmla="*/ 1496282 h 3658174"/>
              <a:gd name="connsiteX11185" fmla="*/ 188794 w 6514506"/>
              <a:gd name="connsiteY11185" fmla="*/ 1483423 h 3658174"/>
              <a:gd name="connsiteX11186" fmla="*/ 186985 w 6514506"/>
              <a:gd name="connsiteY11186" fmla="*/ 1477423 h 3658174"/>
              <a:gd name="connsiteX11187" fmla="*/ 183365 w 6514506"/>
              <a:gd name="connsiteY11187" fmla="*/ 1472946 h 3658174"/>
              <a:gd name="connsiteX11188" fmla="*/ 179174 w 6514506"/>
              <a:gd name="connsiteY11188" fmla="*/ 1471422 h 3658174"/>
              <a:gd name="connsiteX11189" fmla="*/ 181460 w 6514506"/>
              <a:gd name="connsiteY11189" fmla="*/ 1461802 h 3658174"/>
              <a:gd name="connsiteX11190" fmla="*/ 184089 w 6514506"/>
              <a:gd name="connsiteY11190" fmla="*/ 1461400 h 3658174"/>
              <a:gd name="connsiteX11191" fmla="*/ 190127 w 6514506"/>
              <a:gd name="connsiteY11191" fmla="*/ 1449324 h 3658174"/>
              <a:gd name="connsiteX11192" fmla="*/ 195271 w 6514506"/>
              <a:gd name="connsiteY11192" fmla="*/ 1437894 h 3658174"/>
              <a:gd name="connsiteX11193" fmla="*/ 203082 w 6514506"/>
              <a:gd name="connsiteY11193" fmla="*/ 1427988 h 3658174"/>
              <a:gd name="connsiteX11194" fmla="*/ 210606 w 6514506"/>
              <a:gd name="connsiteY11194" fmla="*/ 1422273 h 3658174"/>
              <a:gd name="connsiteX11195" fmla="*/ 216321 w 6514506"/>
              <a:gd name="connsiteY11195" fmla="*/ 1412652 h 3658174"/>
              <a:gd name="connsiteX11196" fmla="*/ 222322 w 6514506"/>
              <a:gd name="connsiteY11196" fmla="*/ 1403985 h 3658174"/>
              <a:gd name="connsiteX11197" fmla="*/ 224132 w 6514506"/>
              <a:gd name="connsiteY11197" fmla="*/ 1397413 h 3658174"/>
              <a:gd name="connsiteX11198" fmla="*/ 235848 w 6514506"/>
              <a:gd name="connsiteY11198" fmla="*/ 1385982 h 3658174"/>
              <a:gd name="connsiteX11199" fmla="*/ 238515 w 6514506"/>
              <a:gd name="connsiteY11199" fmla="*/ 1381792 h 3658174"/>
              <a:gd name="connsiteX11200" fmla="*/ 240039 w 6514506"/>
              <a:gd name="connsiteY11200" fmla="*/ 1376076 h 3658174"/>
              <a:gd name="connsiteX11201" fmla="*/ 253183 w 6514506"/>
              <a:gd name="connsiteY11201" fmla="*/ 1363503 h 3658174"/>
              <a:gd name="connsiteX11202" fmla="*/ 260708 w 6514506"/>
              <a:gd name="connsiteY11202" fmla="*/ 1357217 h 3658174"/>
              <a:gd name="connsiteX11203" fmla="*/ 263090 w 6514506"/>
              <a:gd name="connsiteY11203" fmla="*/ 1353312 h 3658174"/>
              <a:gd name="connsiteX11204" fmla="*/ 266709 w 6514506"/>
              <a:gd name="connsiteY11204" fmla="*/ 1347311 h 3658174"/>
              <a:gd name="connsiteX11205" fmla="*/ 278139 w 6514506"/>
              <a:gd name="connsiteY11205" fmla="*/ 1336548 h 3658174"/>
              <a:gd name="connsiteX11206" fmla="*/ 291283 w 6514506"/>
              <a:gd name="connsiteY11206" fmla="*/ 1315593 h 3658174"/>
              <a:gd name="connsiteX11207" fmla="*/ 307475 w 6514506"/>
              <a:gd name="connsiteY11207" fmla="*/ 1305972 h 3658174"/>
              <a:gd name="connsiteX11208" fmla="*/ 315286 w 6514506"/>
              <a:gd name="connsiteY11208" fmla="*/ 1288923 h 3658174"/>
              <a:gd name="connsiteX11209" fmla="*/ 326811 w 6514506"/>
              <a:gd name="connsiteY11209" fmla="*/ 1275016 h 3658174"/>
              <a:gd name="connsiteX11210" fmla="*/ 326830 w 6514506"/>
              <a:gd name="connsiteY11210" fmla="*/ 1274853 h 3658174"/>
              <a:gd name="connsiteX11211" fmla="*/ 326621 w 6514506"/>
              <a:gd name="connsiteY11211" fmla="*/ 1274825 h 3658174"/>
              <a:gd name="connsiteX11212" fmla="*/ 326866 w 6514506"/>
              <a:gd name="connsiteY11212" fmla="*/ 1274528 h 3658174"/>
              <a:gd name="connsiteX11213" fmla="*/ 326907 w 6514506"/>
              <a:gd name="connsiteY11213" fmla="*/ 1274159 h 3658174"/>
              <a:gd name="connsiteX11214" fmla="*/ 327141 w 6514506"/>
              <a:gd name="connsiteY11214" fmla="*/ 1274194 h 3658174"/>
              <a:gd name="connsiteX11215" fmla="*/ 334622 w 6514506"/>
              <a:gd name="connsiteY11215" fmla="*/ 1265110 h 3658174"/>
              <a:gd name="connsiteX11216" fmla="*/ 342718 w 6514506"/>
              <a:gd name="connsiteY11216" fmla="*/ 1260919 h 3658174"/>
              <a:gd name="connsiteX11217" fmla="*/ 355291 w 6514506"/>
              <a:gd name="connsiteY11217" fmla="*/ 1257013 h 3658174"/>
              <a:gd name="connsiteX11218" fmla="*/ 364626 w 6514506"/>
              <a:gd name="connsiteY11218" fmla="*/ 1251584 h 3658174"/>
              <a:gd name="connsiteX11219" fmla="*/ 376056 w 6514506"/>
              <a:gd name="connsiteY11219" fmla="*/ 1244345 h 3658174"/>
              <a:gd name="connsiteX11220" fmla="*/ 389582 w 6514506"/>
              <a:gd name="connsiteY11220" fmla="*/ 1234439 h 3658174"/>
              <a:gd name="connsiteX11221" fmla="*/ 400344 w 6514506"/>
              <a:gd name="connsiteY11221" fmla="*/ 1225771 h 3658174"/>
              <a:gd name="connsiteX11222" fmla="*/ 413490 w 6514506"/>
              <a:gd name="connsiteY11222" fmla="*/ 1217104 h 3658174"/>
              <a:gd name="connsiteX11223" fmla="*/ 418919 w 6514506"/>
              <a:gd name="connsiteY11223" fmla="*/ 1203959 h 3658174"/>
              <a:gd name="connsiteX11224" fmla="*/ 420442 w 6514506"/>
              <a:gd name="connsiteY11224" fmla="*/ 1196434 h 3658174"/>
              <a:gd name="connsiteX11225" fmla="*/ 426157 w 6514506"/>
              <a:gd name="connsiteY11225" fmla="*/ 1185385 h 3658174"/>
              <a:gd name="connsiteX11226" fmla="*/ 430064 w 6514506"/>
              <a:gd name="connsiteY11226" fmla="*/ 1173670 h 3658174"/>
              <a:gd name="connsiteX11227" fmla="*/ 436635 w 6514506"/>
              <a:gd name="connsiteY11227" fmla="*/ 1164335 h 3658174"/>
              <a:gd name="connsiteX11228" fmla="*/ 445969 w 6514506"/>
              <a:gd name="connsiteY11228" fmla="*/ 1156525 h 3658174"/>
              <a:gd name="connsiteX11229" fmla="*/ 449874 w 6514506"/>
              <a:gd name="connsiteY11229" fmla="*/ 1147571 h 3658174"/>
              <a:gd name="connsiteX11230" fmla="*/ 460352 w 6514506"/>
              <a:gd name="connsiteY11230" fmla="*/ 1138237 h 3658174"/>
              <a:gd name="connsiteX11231" fmla="*/ 472639 w 6514506"/>
              <a:gd name="connsiteY11231" fmla="*/ 1128902 h 3658174"/>
              <a:gd name="connsiteX11232" fmla="*/ 484069 w 6514506"/>
              <a:gd name="connsiteY11232" fmla="*/ 1122901 h 3658174"/>
              <a:gd name="connsiteX11233" fmla="*/ 499309 w 6514506"/>
              <a:gd name="connsiteY11233" fmla="*/ 1118139 h 3658174"/>
              <a:gd name="connsiteX11234" fmla="*/ 518169 w 6514506"/>
              <a:gd name="connsiteY11234" fmla="*/ 1104994 h 3658174"/>
              <a:gd name="connsiteX11235" fmla="*/ 529885 w 6514506"/>
              <a:gd name="connsiteY11235" fmla="*/ 1087945 h 3658174"/>
              <a:gd name="connsiteX11236" fmla="*/ 541600 w 6514506"/>
              <a:gd name="connsiteY11236" fmla="*/ 1069657 h 3658174"/>
              <a:gd name="connsiteX11237" fmla="*/ 554459 w 6514506"/>
              <a:gd name="connsiteY11237" fmla="*/ 1060036 h 3658174"/>
              <a:gd name="connsiteX11238" fmla="*/ 559221 w 6514506"/>
              <a:gd name="connsiteY11238" fmla="*/ 1063370 h 3658174"/>
              <a:gd name="connsiteX11239" fmla="*/ 556840 w 6514506"/>
              <a:gd name="connsiteY11239" fmla="*/ 1074133 h 3658174"/>
              <a:gd name="connsiteX11240" fmla="*/ 568557 w 6514506"/>
              <a:gd name="connsiteY11240" fmla="*/ 1083468 h 3658174"/>
              <a:gd name="connsiteX11241" fmla="*/ 577510 w 6514506"/>
              <a:gd name="connsiteY11241" fmla="*/ 1084706 h 3658174"/>
              <a:gd name="connsiteX11242" fmla="*/ 585035 w 6514506"/>
              <a:gd name="connsiteY11242" fmla="*/ 1084706 h 3658174"/>
              <a:gd name="connsiteX11243" fmla="*/ 590464 w 6514506"/>
              <a:gd name="connsiteY11243" fmla="*/ 1086516 h 3658174"/>
              <a:gd name="connsiteX11244" fmla="*/ 600655 w 6514506"/>
              <a:gd name="connsiteY11244" fmla="*/ 1091564 h 3658174"/>
              <a:gd name="connsiteX11245" fmla="*/ 598750 w 6514506"/>
              <a:gd name="connsiteY11245" fmla="*/ 1092612 h 3658174"/>
              <a:gd name="connsiteX11246" fmla="*/ 598794 w 6514506"/>
              <a:gd name="connsiteY11246" fmla="*/ 1092940 h 3658174"/>
              <a:gd name="connsiteX11247" fmla="*/ 609038 w 6514506"/>
              <a:gd name="connsiteY11247" fmla="*/ 1090612 h 3658174"/>
              <a:gd name="connsiteX11248" fmla="*/ 616562 w 6514506"/>
              <a:gd name="connsiteY11248" fmla="*/ 1085849 h 3658174"/>
              <a:gd name="connsiteX11249" fmla="*/ 621992 w 6514506"/>
              <a:gd name="connsiteY11249" fmla="*/ 1081372 h 3658174"/>
              <a:gd name="connsiteX11250" fmla="*/ 631897 w 6514506"/>
              <a:gd name="connsiteY11250" fmla="*/ 1079563 h 3658174"/>
              <a:gd name="connsiteX11251" fmla="*/ 636945 w 6514506"/>
              <a:gd name="connsiteY11251" fmla="*/ 1079277 h 3658174"/>
              <a:gd name="connsiteX11252" fmla="*/ 645327 w 6514506"/>
              <a:gd name="connsiteY11252" fmla="*/ 1078420 h 3658174"/>
              <a:gd name="connsiteX11253" fmla="*/ 653423 w 6514506"/>
              <a:gd name="connsiteY11253" fmla="*/ 1070609 h 3658174"/>
              <a:gd name="connsiteX11254" fmla="*/ 666949 w 6514506"/>
              <a:gd name="connsiteY11254" fmla="*/ 1064894 h 3658174"/>
              <a:gd name="connsiteX11255" fmla="*/ 677713 w 6514506"/>
              <a:gd name="connsiteY11255" fmla="*/ 1062227 h 3658174"/>
              <a:gd name="connsiteX11256" fmla="*/ 699335 w 6514506"/>
              <a:gd name="connsiteY11256" fmla="*/ 1063084 h 3658174"/>
              <a:gd name="connsiteX11257" fmla="*/ 711908 w 6514506"/>
              <a:gd name="connsiteY11257" fmla="*/ 1063370 h 3658174"/>
              <a:gd name="connsiteX11258" fmla="*/ 720003 w 6514506"/>
              <a:gd name="connsiteY11258" fmla="*/ 1062799 h 3658174"/>
              <a:gd name="connsiteX11259" fmla="*/ 728100 w 6514506"/>
              <a:gd name="connsiteY11259" fmla="*/ 1065751 h 3658174"/>
              <a:gd name="connsiteX11260" fmla="*/ 742197 w 6514506"/>
              <a:gd name="connsiteY11260" fmla="*/ 1071752 h 3658174"/>
              <a:gd name="connsiteX11261" fmla="*/ 752103 w 6514506"/>
              <a:gd name="connsiteY11261" fmla="*/ 1069085 h 3658174"/>
              <a:gd name="connsiteX11262" fmla="*/ 760485 w 6514506"/>
              <a:gd name="connsiteY11262" fmla="*/ 1067275 h 3658174"/>
              <a:gd name="connsiteX11263" fmla="*/ 768581 w 6514506"/>
              <a:gd name="connsiteY11263" fmla="*/ 1071752 h 3658174"/>
              <a:gd name="connsiteX11264" fmla="*/ 771534 w 6514506"/>
              <a:gd name="connsiteY11264" fmla="*/ 1067847 h 3658174"/>
              <a:gd name="connsiteX11265" fmla="*/ 776677 w 6514506"/>
              <a:gd name="connsiteY11265" fmla="*/ 1069942 h 3658174"/>
              <a:gd name="connsiteX11266" fmla="*/ 785060 w 6514506"/>
              <a:gd name="connsiteY11266" fmla="*/ 1072895 h 3658174"/>
              <a:gd name="connsiteX11267" fmla="*/ 793086 w 6514506"/>
              <a:gd name="connsiteY11267" fmla="*/ 1072670 h 3658174"/>
              <a:gd name="connsiteX11268" fmla="*/ 793155 w 6514506"/>
              <a:gd name="connsiteY11268" fmla="*/ 1072609 h 3658174"/>
              <a:gd name="connsiteX11269" fmla="*/ 804204 w 6514506"/>
              <a:gd name="connsiteY11269" fmla="*/ 1068704 h 3658174"/>
              <a:gd name="connsiteX11270" fmla="*/ 818301 w 6514506"/>
              <a:gd name="connsiteY11270" fmla="*/ 1070514 h 3658174"/>
              <a:gd name="connsiteX11271" fmla="*/ 819159 w 6514506"/>
              <a:gd name="connsiteY11271" fmla="*/ 1077372 h 3658174"/>
              <a:gd name="connsiteX11272" fmla="*/ 820397 w 6514506"/>
              <a:gd name="connsiteY11272" fmla="*/ 1082801 h 3658174"/>
              <a:gd name="connsiteX11273" fmla="*/ 828779 w 6514506"/>
              <a:gd name="connsiteY11273" fmla="*/ 1078896 h 3658174"/>
              <a:gd name="connsiteX11274" fmla="*/ 832970 w 6514506"/>
              <a:gd name="connsiteY11274" fmla="*/ 1078324 h 3658174"/>
              <a:gd name="connsiteX11275" fmla="*/ 831733 w 6514506"/>
              <a:gd name="connsiteY11275" fmla="*/ 1084325 h 3658174"/>
              <a:gd name="connsiteX11276" fmla="*/ 818587 w 6514506"/>
              <a:gd name="connsiteY11276" fmla="*/ 1094231 h 3658174"/>
              <a:gd name="connsiteX11277" fmla="*/ 814968 w 6514506"/>
              <a:gd name="connsiteY11277" fmla="*/ 1111567 h 3658174"/>
              <a:gd name="connsiteX11278" fmla="*/ 814682 w 6514506"/>
              <a:gd name="connsiteY11278" fmla="*/ 1121473 h 3658174"/>
              <a:gd name="connsiteX11279" fmla="*/ 811348 w 6514506"/>
              <a:gd name="connsiteY11279" fmla="*/ 1128712 h 3658174"/>
              <a:gd name="connsiteX11280" fmla="*/ 802395 w 6514506"/>
              <a:gd name="connsiteY11280" fmla="*/ 1139475 h 3658174"/>
              <a:gd name="connsiteX11281" fmla="*/ 785345 w 6514506"/>
              <a:gd name="connsiteY11281" fmla="*/ 1149095 h 3658174"/>
              <a:gd name="connsiteX11282" fmla="*/ 781440 w 6514506"/>
              <a:gd name="connsiteY11282" fmla="*/ 1160144 h 3658174"/>
              <a:gd name="connsiteX11283" fmla="*/ 783821 w 6514506"/>
              <a:gd name="connsiteY11283" fmla="*/ 1166145 h 3658174"/>
              <a:gd name="connsiteX11284" fmla="*/ 787440 w 6514506"/>
              <a:gd name="connsiteY11284" fmla="*/ 1170050 h 3658174"/>
              <a:gd name="connsiteX11285" fmla="*/ 790774 w 6514506"/>
              <a:gd name="connsiteY11285" fmla="*/ 1174813 h 3658174"/>
              <a:gd name="connsiteX11286" fmla="*/ 792012 w 6514506"/>
              <a:gd name="connsiteY11286" fmla="*/ 1180813 h 3658174"/>
              <a:gd name="connsiteX11287" fmla="*/ 792049 w 6514506"/>
              <a:gd name="connsiteY11287" fmla="*/ 1181285 h 3658174"/>
              <a:gd name="connsiteX11288" fmla="*/ 792203 w 6514506"/>
              <a:gd name="connsiteY11288" fmla="*/ 1180718 h 3658174"/>
              <a:gd name="connsiteX11289" fmla="*/ 798775 w 6514506"/>
              <a:gd name="connsiteY11289" fmla="*/ 1188814 h 3658174"/>
              <a:gd name="connsiteX11290" fmla="*/ 808396 w 6514506"/>
              <a:gd name="connsiteY11290" fmla="*/ 1194529 h 3658174"/>
              <a:gd name="connsiteX11291" fmla="*/ 816492 w 6514506"/>
              <a:gd name="connsiteY11291" fmla="*/ 1196339 h 3658174"/>
              <a:gd name="connsiteX11292" fmla="*/ 822493 w 6514506"/>
              <a:gd name="connsiteY11292" fmla="*/ 1201483 h 3658174"/>
              <a:gd name="connsiteX11293" fmla="*/ 828779 w 6514506"/>
              <a:gd name="connsiteY11293" fmla="*/ 1204435 h 3658174"/>
              <a:gd name="connsiteX11294" fmla="*/ 834780 w 6514506"/>
              <a:gd name="connsiteY11294" fmla="*/ 1211579 h 3658174"/>
              <a:gd name="connsiteX11295" fmla="*/ 835637 w 6514506"/>
              <a:gd name="connsiteY11295" fmla="*/ 1215484 h 3658174"/>
              <a:gd name="connsiteX11296" fmla="*/ 836875 w 6514506"/>
              <a:gd name="connsiteY11296" fmla="*/ 1220247 h 3658174"/>
              <a:gd name="connsiteX11297" fmla="*/ 837161 w 6514506"/>
              <a:gd name="connsiteY11297" fmla="*/ 1230724 h 3658174"/>
              <a:gd name="connsiteX11298" fmla="*/ 842590 w 6514506"/>
              <a:gd name="connsiteY11298" fmla="*/ 1245393 h 3658174"/>
              <a:gd name="connsiteX11299" fmla="*/ 859069 w 6514506"/>
              <a:gd name="connsiteY11299" fmla="*/ 1251108 h 3658174"/>
              <a:gd name="connsiteX11300" fmla="*/ 871356 w 6514506"/>
              <a:gd name="connsiteY11300" fmla="*/ 1267015 h 3658174"/>
              <a:gd name="connsiteX11301" fmla="*/ 882405 w 6514506"/>
              <a:gd name="connsiteY11301" fmla="*/ 1281397 h 3658174"/>
              <a:gd name="connsiteX11302" fmla="*/ 894121 w 6514506"/>
              <a:gd name="connsiteY11302" fmla="*/ 1275682 h 3658174"/>
              <a:gd name="connsiteX11303" fmla="*/ 906408 w 6514506"/>
              <a:gd name="connsiteY11303" fmla="*/ 1262824 h 3658174"/>
              <a:gd name="connsiteX11304" fmla="*/ 910313 w 6514506"/>
              <a:gd name="connsiteY11304" fmla="*/ 1242154 h 3658174"/>
              <a:gd name="connsiteX11305" fmla="*/ 917171 w 6514506"/>
              <a:gd name="connsiteY11305" fmla="*/ 1229581 h 3658174"/>
              <a:gd name="connsiteX11306" fmla="*/ 930030 w 6514506"/>
              <a:gd name="connsiteY11306" fmla="*/ 1219390 h 3658174"/>
              <a:gd name="connsiteX11307" fmla="*/ 947080 w 6514506"/>
              <a:gd name="connsiteY11307" fmla="*/ 1215199 h 3658174"/>
              <a:gd name="connsiteX11308" fmla="*/ 958510 w 6514506"/>
              <a:gd name="connsiteY11308" fmla="*/ 1216437 h 3658174"/>
              <a:gd name="connsiteX11309" fmla="*/ 968987 w 6514506"/>
              <a:gd name="connsiteY11309" fmla="*/ 1223009 h 3658174"/>
              <a:gd name="connsiteX11310" fmla="*/ 969559 w 6514506"/>
              <a:gd name="connsiteY11310" fmla="*/ 1229867 h 3658174"/>
              <a:gd name="connsiteX11311" fmla="*/ 970416 w 6514506"/>
              <a:gd name="connsiteY11311" fmla="*/ 1234915 h 3658174"/>
              <a:gd name="connsiteX11312" fmla="*/ 974035 w 6514506"/>
              <a:gd name="connsiteY11312" fmla="*/ 1238535 h 3658174"/>
              <a:gd name="connsiteX11313" fmla="*/ 978226 w 6514506"/>
              <a:gd name="connsiteY11313" fmla="*/ 1240630 h 3658174"/>
              <a:gd name="connsiteX11314" fmla="*/ 983656 w 6514506"/>
              <a:gd name="connsiteY11314" fmla="*/ 1245393 h 3658174"/>
              <a:gd name="connsiteX11315" fmla="*/ 990514 w 6514506"/>
              <a:gd name="connsiteY11315" fmla="*/ 1246917 h 3658174"/>
              <a:gd name="connsiteX11316" fmla="*/ 996229 w 6514506"/>
              <a:gd name="connsiteY11316" fmla="*/ 1254156 h 3658174"/>
              <a:gd name="connsiteX11317" fmla="*/ 996081 w 6514506"/>
              <a:gd name="connsiteY11317" fmla="*/ 1254210 h 3658174"/>
              <a:gd name="connsiteX11318" fmla="*/ 1000229 w 6514506"/>
              <a:gd name="connsiteY11318" fmla="*/ 1259585 h 3658174"/>
              <a:gd name="connsiteX11319" fmla="*/ 1013755 w 6514506"/>
              <a:gd name="connsiteY11319" fmla="*/ 1265872 h 3658174"/>
              <a:gd name="connsiteX11320" fmla="*/ 1023090 w 6514506"/>
              <a:gd name="connsiteY11320" fmla="*/ 1272730 h 3658174"/>
              <a:gd name="connsiteX11321" fmla="*/ 1027565 w 6514506"/>
              <a:gd name="connsiteY11321" fmla="*/ 1276064 h 3658174"/>
              <a:gd name="connsiteX11322" fmla="*/ 1032994 w 6514506"/>
              <a:gd name="connsiteY11322" fmla="*/ 1276921 h 3658174"/>
              <a:gd name="connsiteX11323" fmla="*/ 1040138 w 6514506"/>
              <a:gd name="connsiteY11323" fmla="*/ 1279588 h 3658174"/>
              <a:gd name="connsiteX11324" fmla="*/ 1047663 w 6514506"/>
              <a:gd name="connsiteY11324" fmla="*/ 1283493 h 3658174"/>
              <a:gd name="connsiteX11325" fmla="*/ 1058712 w 6514506"/>
              <a:gd name="connsiteY11325" fmla="*/ 1287398 h 3658174"/>
              <a:gd name="connsiteX11326" fmla="*/ 1071285 w 6514506"/>
              <a:gd name="connsiteY11326" fmla="*/ 1276635 h 3658174"/>
              <a:gd name="connsiteX11327" fmla="*/ 1076429 w 6514506"/>
              <a:gd name="connsiteY11327" fmla="*/ 1273682 h 3658174"/>
              <a:gd name="connsiteX11328" fmla="*/ 1080619 w 6514506"/>
              <a:gd name="connsiteY11328" fmla="*/ 1273397 h 3658174"/>
              <a:gd name="connsiteX11329" fmla="*/ 1083287 w 6514506"/>
              <a:gd name="connsiteY11329" fmla="*/ 1275778 h 3658174"/>
              <a:gd name="connsiteX11330" fmla="*/ 1089573 w 6514506"/>
              <a:gd name="connsiteY11330" fmla="*/ 1275778 h 3658174"/>
              <a:gd name="connsiteX11331" fmla="*/ 1093764 w 6514506"/>
              <a:gd name="connsiteY11331" fmla="*/ 1275206 h 3658174"/>
              <a:gd name="connsiteX11332" fmla="*/ 1099765 w 6514506"/>
              <a:gd name="connsiteY11332" fmla="*/ 1276064 h 3658174"/>
              <a:gd name="connsiteX11333" fmla="*/ 1102432 w 6514506"/>
              <a:gd name="connsiteY11333" fmla="*/ 1277873 h 3658174"/>
              <a:gd name="connsiteX11334" fmla="*/ 1101194 w 6514506"/>
              <a:gd name="connsiteY11334" fmla="*/ 1282636 h 3658174"/>
              <a:gd name="connsiteX11335" fmla="*/ 1105099 w 6514506"/>
              <a:gd name="connsiteY11335" fmla="*/ 1286541 h 3658174"/>
              <a:gd name="connsiteX11336" fmla="*/ 1111385 w 6514506"/>
              <a:gd name="connsiteY11336" fmla="*/ 1284446 h 3658174"/>
              <a:gd name="connsiteX11337" fmla="*/ 1121577 w 6514506"/>
              <a:gd name="connsiteY11337" fmla="*/ 1290446 h 3658174"/>
              <a:gd name="connsiteX11338" fmla="*/ 1138527 w 6514506"/>
              <a:gd name="connsiteY11338" fmla="*/ 1287356 h 3658174"/>
              <a:gd name="connsiteX11339" fmla="*/ 1139484 w 6514506"/>
              <a:gd name="connsiteY11339" fmla="*/ 1286350 h 3658174"/>
              <a:gd name="connsiteX11340" fmla="*/ 1154439 w 6514506"/>
              <a:gd name="connsiteY11340" fmla="*/ 1268348 h 3658174"/>
              <a:gd name="connsiteX11341" fmla="*/ 1162536 w 6514506"/>
              <a:gd name="connsiteY11341" fmla="*/ 1254537 h 3658174"/>
              <a:gd name="connsiteX11342" fmla="*/ 1172441 w 6514506"/>
              <a:gd name="connsiteY11342" fmla="*/ 1243488 h 3658174"/>
              <a:gd name="connsiteX11343" fmla="*/ 1176690 w 6514506"/>
              <a:gd name="connsiteY11343" fmla="*/ 1237669 h 3658174"/>
              <a:gd name="connsiteX11344" fmla="*/ 1176632 w 6514506"/>
              <a:gd name="connsiteY11344" fmla="*/ 1237582 h 3658174"/>
              <a:gd name="connsiteX11345" fmla="*/ 1186062 w 6514506"/>
              <a:gd name="connsiteY11345" fmla="*/ 1227486 h 3658174"/>
              <a:gd name="connsiteX11346" fmla="*/ 1195015 w 6514506"/>
              <a:gd name="connsiteY11346" fmla="*/ 1212532 h 3658174"/>
              <a:gd name="connsiteX11347" fmla="*/ 1200726 w 6514506"/>
              <a:gd name="connsiteY11347" fmla="*/ 1202062 h 3658174"/>
              <a:gd name="connsiteX11348" fmla="*/ 1200635 w 6514506"/>
              <a:gd name="connsiteY11348" fmla="*/ 1201959 h 3658174"/>
              <a:gd name="connsiteX11349" fmla="*/ 1204826 w 6514506"/>
              <a:gd name="connsiteY11349" fmla="*/ 1192339 h 3658174"/>
              <a:gd name="connsiteX11350" fmla="*/ 1208159 w 6514506"/>
              <a:gd name="connsiteY11350" fmla="*/ 1184814 h 3658174"/>
              <a:gd name="connsiteX11351" fmla="*/ 1212922 w 6514506"/>
              <a:gd name="connsiteY11351" fmla="*/ 1170431 h 3658174"/>
              <a:gd name="connsiteX11352" fmla="*/ 1213144 w 6514506"/>
              <a:gd name="connsiteY11352" fmla="*/ 1170565 h 3658174"/>
              <a:gd name="connsiteX11353" fmla="*/ 1217006 w 6514506"/>
              <a:gd name="connsiteY11353" fmla="*/ 1163406 h 3658174"/>
              <a:gd name="connsiteX11354" fmla="*/ 1224543 w 6514506"/>
              <a:gd name="connsiteY11354" fmla="*/ 1157763 h 3658174"/>
              <a:gd name="connsiteX11355" fmla="*/ 1223019 w 6514506"/>
              <a:gd name="connsiteY11355" fmla="*/ 1150238 h 3658174"/>
              <a:gd name="connsiteX11356" fmla="*/ 1209207 w 6514506"/>
              <a:gd name="connsiteY11356" fmla="*/ 1148143 h 3658174"/>
              <a:gd name="connsiteX11357" fmla="*/ 1194253 w 6514506"/>
              <a:gd name="connsiteY11357" fmla="*/ 1154715 h 3658174"/>
              <a:gd name="connsiteX11358" fmla="*/ 1186728 w 6514506"/>
              <a:gd name="connsiteY11358" fmla="*/ 1159478 h 3658174"/>
              <a:gd name="connsiteX11359" fmla="*/ 1183110 w 6514506"/>
              <a:gd name="connsiteY11359" fmla="*/ 1158906 h 3658174"/>
              <a:gd name="connsiteX11360" fmla="*/ 1172060 w 6514506"/>
              <a:gd name="connsiteY11360" fmla="*/ 1159478 h 3658174"/>
              <a:gd name="connsiteX11361" fmla="*/ 1161582 w 6514506"/>
              <a:gd name="connsiteY11361" fmla="*/ 1152620 h 3658174"/>
              <a:gd name="connsiteX11362" fmla="*/ 1145391 w 6514506"/>
              <a:gd name="connsiteY11362" fmla="*/ 1140332 h 3658174"/>
              <a:gd name="connsiteX11363" fmla="*/ 1133103 w 6514506"/>
              <a:gd name="connsiteY11363" fmla="*/ 1146047 h 3658174"/>
              <a:gd name="connsiteX11364" fmla="*/ 1126246 w 6514506"/>
              <a:gd name="connsiteY11364" fmla="*/ 1150810 h 3658174"/>
              <a:gd name="connsiteX11365" fmla="*/ 1124435 w 6514506"/>
              <a:gd name="connsiteY11365" fmla="*/ 1148143 h 3658174"/>
              <a:gd name="connsiteX11366" fmla="*/ 1116910 w 6514506"/>
              <a:gd name="connsiteY11366" fmla="*/ 1148714 h 3658174"/>
              <a:gd name="connsiteX11367" fmla="*/ 1111481 w 6514506"/>
              <a:gd name="connsiteY11367" fmla="*/ 1143285 h 3658174"/>
              <a:gd name="connsiteX11368" fmla="*/ 1108528 w 6514506"/>
              <a:gd name="connsiteY11368" fmla="*/ 1137284 h 3658174"/>
              <a:gd name="connsiteX11369" fmla="*/ 1104624 w 6514506"/>
              <a:gd name="connsiteY11369" fmla="*/ 1136046 h 3658174"/>
              <a:gd name="connsiteX11370" fmla="*/ 1101290 w 6514506"/>
              <a:gd name="connsiteY11370" fmla="*/ 1134522 h 3658174"/>
              <a:gd name="connsiteX11371" fmla="*/ 1097670 w 6514506"/>
              <a:gd name="connsiteY11371" fmla="*/ 1133951 h 3658174"/>
              <a:gd name="connsiteX11372" fmla="*/ 1091669 w 6514506"/>
              <a:gd name="connsiteY11372" fmla="*/ 1130617 h 3658174"/>
              <a:gd name="connsiteX11373" fmla="*/ 1097384 w 6514506"/>
              <a:gd name="connsiteY11373" fmla="*/ 1127283 h 3658174"/>
              <a:gd name="connsiteX11374" fmla="*/ 1098623 w 6514506"/>
              <a:gd name="connsiteY11374" fmla="*/ 1124330 h 3658174"/>
              <a:gd name="connsiteX11375" fmla="*/ 1088146 w 6514506"/>
              <a:gd name="connsiteY11375" fmla="*/ 1124045 h 3658174"/>
              <a:gd name="connsiteX11376" fmla="*/ 1089384 w 6514506"/>
              <a:gd name="connsiteY11376" fmla="*/ 1121378 h 3658174"/>
              <a:gd name="connsiteX11377" fmla="*/ 1088811 w 6514506"/>
              <a:gd name="connsiteY11377" fmla="*/ 1118711 h 3658174"/>
              <a:gd name="connsiteX11378" fmla="*/ 1088240 w 6514506"/>
              <a:gd name="connsiteY11378" fmla="*/ 1114805 h 3658174"/>
              <a:gd name="connsiteX11379" fmla="*/ 1092145 w 6514506"/>
              <a:gd name="connsiteY11379" fmla="*/ 1108233 h 3658174"/>
              <a:gd name="connsiteX11380" fmla="*/ 1093955 w 6514506"/>
              <a:gd name="connsiteY11380" fmla="*/ 1104899 h 3658174"/>
              <a:gd name="connsiteX11381" fmla="*/ 1094527 w 6514506"/>
              <a:gd name="connsiteY11381" fmla="*/ 1100137 h 3658174"/>
              <a:gd name="connsiteX11382" fmla="*/ 1091859 w 6514506"/>
              <a:gd name="connsiteY11382" fmla="*/ 1096232 h 3658174"/>
              <a:gd name="connsiteX11383" fmla="*/ 1087668 w 6514506"/>
              <a:gd name="connsiteY11383" fmla="*/ 1093850 h 3658174"/>
              <a:gd name="connsiteX11384" fmla="*/ 1085287 w 6514506"/>
              <a:gd name="connsiteY11384" fmla="*/ 1091469 h 3658174"/>
              <a:gd name="connsiteX11385" fmla="*/ 1086812 w 6514506"/>
              <a:gd name="connsiteY11385" fmla="*/ 1086326 h 3658174"/>
              <a:gd name="connsiteX11386" fmla="*/ 1088907 w 6514506"/>
              <a:gd name="connsiteY11386" fmla="*/ 1081849 h 3658174"/>
              <a:gd name="connsiteX11387" fmla="*/ 1093098 w 6514506"/>
              <a:gd name="connsiteY11387" fmla="*/ 1082135 h 3658174"/>
              <a:gd name="connsiteX11388" fmla="*/ 1096050 w 6514506"/>
              <a:gd name="connsiteY11388" fmla="*/ 1082706 h 3658174"/>
              <a:gd name="connsiteX11389" fmla="*/ 1098146 w 6514506"/>
              <a:gd name="connsiteY11389" fmla="*/ 1078229 h 3658174"/>
              <a:gd name="connsiteX11390" fmla="*/ 1101481 w 6514506"/>
              <a:gd name="connsiteY11390" fmla="*/ 1074324 h 3658174"/>
              <a:gd name="connsiteX11391" fmla="*/ 1102051 w 6514506"/>
              <a:gd name="connsiteY11391" fmla="*/ 1069562 h 3658174"/>
              <a:gd name="connsiteX11392" fmla="*/ 1102908 w 6514506"/>
              <a:gd name="connsiteY11392" fmla="*/ 1063275 h 3658174"/>
              <a:gd name="connsiteX11393" fmla="*/ 1099003 w 6514506"/>
              <a:gd name="connsiteY11393" fmla="*/ 1051845 h 3658174"/>
              <a:gd name="connsiteX11394" fmla="*/ 1112339 w 6514506"/>
              <a:gd name="connsiteY11394" fmla="*/ 1040606 h 3658174"/>
              <a:gd name="connsiteX11395" fmla="*/ 1126626 w 6514506"/>
              <a:gd name="connsiteY11395" fmla="*/ 1039558 h 3658174"/>
              <a:gd name="connsiteX11396" fmla="*/ 1131769 w 6514506"/>
              <a:gd name="connsiteY11396" fmla="*/ 1039272 h 3658174"/>
              <a:gd name="connsiteX11397" fmla="*/ 1137198 w 6514506"/>
              <a:gd name="connsiteY11397" fmla="*/ 1036605 h 3658174"/>
              <a:gd name="connsiteX11398" fmla="*/ 1145009 w 6514506"/>
              <a:gd name="connsiteY11398" fmla="*/ 1039939 h 3658174"/>
              <a:gd name="connsiteX11399" fmla="*/ 1151868 w 6514506"/>
              <a:gd name="connsiteY11399" fmla="*/ 1037843 h 3658174"/>
              <a:gd name="connsiteX11400" fmla="*/ 1152438 w 6514506"/>
              <a:gd name="connsiteY11400" fmla="*/ 1033367 h 3658174"/>
              <a:gd name="connsiteX11401" fmla="*/ 1166821 w 6514506"/>
              <a:gd name="connsiteY11401" fmla="*/ 1034224 h 3658174"/>
              <a:gd name="connsiteX11402" fmla="*/ 1167679 w 6514506"/>
              <a:gd name="connsiteY11402" fmla="*/ 1031271 h 3658174"/>
              <a:gd name="connsiteX11403" fmla="*/ 1169488 w 6514506"/>
              <a:gd name="connsiteY11403" fmla="*/ 1024985 h 3658174"/>
              <a:gd name="connsiteX11404" fmla="*/ 1180918 w 6514506"/>
              <a:gd name="connsiteY11404" fmla="*/ 1024699 h 3658174"/>
              <a:gd name="connsiteX11405" fmla="*/ 1191967 w 6514506"/>
              <a:gd name="connsiteY11405" fmla="*/ 1026509 h 3658174"/>
              <a:gd name="connsiteX11406" fmla="*/ 1199778 w 6514506"/>
              <a:gd name="connsiteY11406" fmla="*/ 1026223 h 3658174"/>
              <a:gd name="connsiteX11407" fmla="*/ 1204540 w 6514506"/>
              <a:gd name="connsiteY11407" fmla="*/ 1023270 h 3658174"/>
              <a:gd name="connsiteX11408" fmla="*/ 1214446 w 6514506"/>
              <a:gd name="connsiteY11408" fmla="*/ 1019651 h 3658174"/>
              <a:gd name="connsiteX11409" fmla="*/ 1235115 w 6514506"/>
              <a:gd name="connsiteY11409" fmla="*/ 1013936 h 3658174"/>
              <a:gd name="connsiteX11410" fmla="*/ 1246474 w 6514506"/>
              <a:gd name="connsiteY11410" fmla="*/ 1012364 h 3658174"/>
              <a:gd name="connsiteX11411" fmla="*/ 1253975 w 6514506"/>
              <a:gd name="connsiteY11411" fmla="*/ 1013936 h 3658174"/>
              <a:gd name="connsiteX11412" fmla="*/ 1267786 w 6514506"/>
              <a:gd name="connsiteY11412" fmla="*/ 1013364 h 3658174"/>
              <a:gd name="connsiteX11413" fmla="*/ 1273215 w 6514506"/>
              <a:gd name="connsiteY11413" fmla="*/ 1013078 h 3658174"/>
              <a:gd name="connsiteX11414" fmla="*/ 1270549 w 6514506"/>
              <a:gd name="connsiteY11414" fmla="*/ 1020603 h 3658174"/>
              <a:gd name="connsiteX11415" fmla="*/ 1278931 w 6514506"/>
              <a:gd name="connsiteY11415" fmla="*/ 1025747 h 3658174"/>
              <a:gd name="connsiteX11416" fmla="*/ 1283979 w 6514506"/>
              <a:gd name="connsiteY11416" fmla="*/ 1026318 h 3658174"/>
              <a:gd name="connsiteX11417" fmla="*/ 1282170 w 6514506"/>
              <a:gd name="connsiteY11417" fmla="*/ 1031747 h 3658174"/>
              <a:gd name="connsiteX11418" fmla="*/ 1285789 w 6514506"/>
              <a:gd name="connsiteY11418" fmla="*/ 1039844 h 3658174"/>
              <a:gd name="connsiteX11419" fmla="*/ 1296266 w 6514506"/>
              <a:gd name="connsiteY11419" fmla="*/ 1044892 h 3658174"/>
              <a:gd name="connsiteX11420" fmla="*/ 1301886 w 6514506"/>
              <a:gd name="connsiteY11420" fmla="*/ 1046225 h 3658174"/>
              <a:gd name="connsiteX11421" fmla="*/ 1307220 w 6514506"/>
              <a:gd name="connsiteY11421" fmla="*/ 1048607 h 3658174"/>
              <a:gd name="connsiteX11422" fmla="*/ 1310172 w 6514506"/>
              <a:gd name="connsiteY11422" fmla="*/ 1052226 h 3658174"/>
              <a:gd name="connsiteX11423" fmla="*/ 1316459 w 6514506"/>
              <a:gd name="connsiteY11423" fmla="*/ 1051655 h 3658174"/>
              <a:gd name="connsiteX11424" fmla="*/ 1324555 w 6514506"/>
              <a:gd name="connsiteY11424" fmla="*/ 1049273 h 3658174"/>
              <a:gd name="connsiteX11425" fmla="*/ 1332651 w 6514506"/>
              <a:gd name="connsiteY11425" fmla="*/ 1054036 h 3658174"/>
              <a:gd name="connsiteX11426" fmla="*/ 1341986 w 6514506"/>
              <a:gd name="connsiteY11426" fmla="*/ 1054893 h 3658174"/>
              <a:gd name="connsiteX11427" fmla="*/ 1357607 w 6514506"/>
              <a:gd name="connsiteY11427" fmla="*/ 1050988 h 3658174"/>
              <a:gd name="connsiteX11428" fmla="*/ 1368847 w 6514506"/>
              <a:gd name="connsiteY11428" fmla="*/ 1044606 h 3658174"/>
              <a:gd name="connsiteX11429" fmla="*/ 1368936 w 6514506"/>
              <a:gd name="connsiteY11429" fmla="*/ 1044596 h 3658174"/>
              <a:gd name="connsiteX11430" fmla="*/ 1368561 w 6514506"/>
              <a:gd name="connsiteY11430" fmla="*/ 1044416 h 3658174"/>
              <a:gd name="connsiteX11431" fmla="*/ 1370752 w 6514506"/>
              <a:gd name="connsiteY11431" fmla="*/ 1040035 h 3658174"/>
              <a:gd name="connsiteX11432" fmla="*/ 1377038 w 6514506"/>
              <a:gd name="connsiteY11432" fmla="*/ 1019365 h 3658174"/>
              <a:gd name="connsiteX11433" fmla="*/ 1371323 w 6514506"/>
              <a:gd name="connsiteY11433" fmla="*/ 1005268 h 3658174"/>
              <a:gd name="connsiteX11434" fmla="*/ 1364751 w 6514506"/>
              <a:gd name="connsiteY11434" fmla="*/ 998696 h 3658174"/>
              <a:gd name="connsiteX11435" fmla="*/ 1361417 w 6514506"/>
              <a:gd name="connsiteY11435" fmla="*/ 991838 h 3658174"/>
              <a:gd name="connsiteX11436" fmla="*/ 1365837 w 6514506"/>
              <a:gd name="connsiteY11436" fmla="*/ 993187 h 3658174"/>
              <a:gd name="connsiteX11437" fmla="*/ 1361226 w 6514506"/>
              <a:gd name="connsiteY11437" fmla="*/ 990028 h 3658174"/>
              <a:gd name="connsiteX11438" fmla="*/ 1359417 w 6514506"/>
              <a:gd name="connsiteY11438" fmla="*/ 981074 h 3658174"/>
              <a:gd name="connsiteX11439" fmla="*/ 1353130 w 6514506"/>
              <a:gd name="connsiteY11439" fmla="*/ 970882 h 3658174"/>
              <a:gd name="connsiteX11440" fmla="*/ 1343797 w 6514506"/>
              <a:gd name="connsiteY11440" fmla="*/ 958024 h 3658174"/>
              <a:gd name="connsiteX11441" fmla="*/ 1341129 w 6514506"/>
              <a:gd name="connsiteY11441" fmla="*/ 948689 h 3658174"/>
              <a:gd name="connsiteX11442" fmla="*/ 1339320 w 6514506"/>
              <a:gd name="connsiteY11442" fmla="*/ 938783 h 3658174"/>
              <a:gd name="connsiteX11443" fmla="*/ 1343510 w 6514506"/>
              <a:gd name="connsiteY11443" fmla="*/ 934306 h 3658174"/>
              <a:gd name="connsiteX11444" fmla="*/ 1348939 w 6514506"/>
              <a:gd name="connsiteY11444" fmla="*/ 936116 h 3658174"/>
              <a:gd name="connsiteX11445" fmla="*/ 1351320 w 6514506"/>
              <a:gd name="connsiteY11445" fmla="*/ 936973 h 3658174"/>
              <a:gd name="connsiteX11446" fmla="*/ 1356083 w 6514506"/>
              <a:gd name="connsiteY11446" fmla="*/ 934878 h 3658174"/>
              <a:gd name="connsiteX11447" fmla="*/ 1363893 w 6514506"/>
              <a:gd name="connsiteY11447" fmla="*/ 923829 h 3658174"/>
              <a:gd name="connsiteX11448" fmla="*/ 1371989 w 6514506"/>
              <a:gd name="connsiteY11448" fmla="*/ 922305 h 3658174"/>
              <a:gd name="connsiteX11449" fmla="*/ 1374942 w 6514506"/>
              <a:gd name="connsiteY11449" fmla="*/ 921733 h 3658174"/>
              <a:gd name="connsiteX11450" fmla="*/ 1371037 w 6514506"/>
              <a:gd name="connsiteY11450" fmla="*/ 914494 h 3658174"/>
              <a:gd name="connsiteX11451" fmla="*/ 1369513 w 6514506"/>
              <a:gd name="connsiteY11451" fmla="*/ 909446 h 3658174"/>
              <a:gd name="connsiteX11452" fmla="*/ 1378181 w 6514506"/>
              <a:gd name="connsiteY11452" fmla="*/ 908589 h 3658174"/>
              <a:gd name="connsiteX11453" fmla="*/ 1382658 w 6514506"/>
              <a:gd name="connsiteY11453" fmla="*/ 907732 h 3658174"/>
              <a:gd name="connsiteX11454" fmla="*/ 1394945 w 6514506"/>
              <a:gd name="connsiteY11454" fmla="*/ 904398 h 3658174"/>
              <a:gd name="connsiteX11455" fmla="*/ 1397897 w 6514506"/>
              <a:gd name="connsiteY11455" fmla="*/ 900778 h 3658174"/>
              <a:gd name="connsiteX11456" fmla="*/ 1392183 w 6514506"/>
              <a:gd name="connsiteY11456" fmla="*/ 899540 h 3658174"/>
              <a:gd name="connsiteX11457" fmla="*/ 1386182 w 6514506"/>
              <a:gd name="connsiteY11457" fmla="*/ 900112 h 3658174"/>
              <a:gd name="connsiteX11458" fmla="*/ 1385865 w 6514506"/>
              <a:gd name="connsiteY11458" fmla="*/ 896730 h 3658174"/>
              <a:gd name="connsiteX11459" fmla="*/ 1384467 w 6514506"/>
              <a:gd name="connsiteY11459" fmla="*/ 899635 h 3658174"/>
              <a:gd name="connsiteX11460" fmla="*/ 1385324 w 6514506"/>
              <a:gd name="connsiteY11460" fmla="*/ 900683 h 3658174"/>
              <a:gd name="connsiteX11461" fmla="*/ 1378752 w 6514506"/>
              <a:gd name="connsiteY11461" fmla="*/ 900969 h 3658174"/>
              <a:gd name="connsiteX11462" fmla="*/ 1374847 w 6514506"/>
              <a:gd name="connsiteY11462" fmla="*/ 898302 h 3658174"/>
              <a:gd name="connsiteX11463" fmla="*/ 1366751 w 6514506"/>
              <a:gd name="connsiteY11463" fmla="*/ 901921 h 3658174"/>
              <a:gd name="connsiteX11464" fmla="*/ 1363131 w 6514506"/>
              <a:gd name="connsiteY11464" fmla="*/ 902207 h 3658174"/>
              <a:gd name="connsiteX11465" fmla="*/ 1354749 w 6514506"/>
              <a:gd name="connsiteY11465" fmla="*/ 905160 h 3658174"/>
              <a:gd name="connsiteX11466" fmla="*/ 1349987 w 6514506"/>
              <a:gd name="connsiteY11466" fmla="*/ 906970 h 3658174"/>
              <a:gd name="connsiteX11467" fmla="*/ 1348178 w 6514506"/>
              <a:gd name="connsiteY11467" fmla="*/ 906017 h 3658174"/>
              <a:gd name="connsiteX11468" fmla="*/ 1344176 w 6514506"/>
              <a:gd name="connsiteY11468" fmla="*/ 909351 h 3658174"/>
              <a:gd name="connsiteX11469" fmla="*/ 1341128 w 6514506"/>
              <a:gd name="connsiteY11469" fmla="*/ 908970 h 3658174"/>
              <a:gd name="connsiteX11470" fmla="*/ 1336462 w 6514506"/>
              <a:gd name="connsiteY11470" fmla="*/ 907922 h 3658174"/>
              <a:gd name="connsiteX11471" fmla="*/ 1326364 w 6514506"/>
              <a:gd name="connsiteY11471" fmla="*/ 913256 h 3658174"/>
              <a:gd name="connsiteX11472" fmla="*/ 1323697 w 6514506"/>
              <a:gd name="connsiteY11472" fmla="*/ 911065 h 3658174"/>
              <a:gd name="connsiteX11473" fmla="*/ 1327412 w 6514506"/>
              <a:gd name="connsiteY11473" fmla="*/ 907922 h 3658174"/>
              <a:gd name="connsiteX11474" fmla="*/ 1320650 w 6514506"/>
              <a:gd name="connsiteY11474" fmla="*/ 909256 h 3658174"/>
              <a:gd name="connsiteX11475" fmla="*/ 1308553 w 6514506"/>
              <a:gd name="connsiteY11475" fmla="*/ 911256 h 3658174"/>
              <a:gd name="connsiteX11476" fmla="*/ 1307219 w 6514506"/>
              <a:gd name="connsiteY11476" fmla="*/ 913542 h 3658174"/>
              <a:gd name="connsiteX11477" fmla="*/ 1312553 w 6514506"/>
              <a:gd name="connsiteY11477" fmla="*/ 921352 h 3658174"/>
              <a:gd name="connsiteX11478" fmla="*/ 1313601 w 6514506"/>
              <a:gd name="connsiteY11478" fmla="*/ 928782 h 3658174"/>
              <a:gd name="connsiteX11479" fmla="*/ 1319697 w 6514506"/>
              <a:gd name="connsiteY11479" fmla="*/ 930496 h 3658174"/>
              <a:gd name="connsiteX11480" fmla="*/ 1331794 w 6514506"/>
              <a:gd name="connsiteY11480" fmla="*/ 930115 h 3658174"/>
              <a:gd name="connsiteX11481" fmla="*/ 1334462 w 6514506"/>
              <a:gd name="connsiteY11481" fmla="*/ 934497 h 3658174"/>
              <a:gd name="connsiteX11482" fmla="*/ 1329127 w 6514506"/>
              <a:gd name="connsiteY11482" fmla="*/ 940878 h 3658174"/>
              <a:gd name="connsiteX11483" fmla="*/ 1320364 w 6514506"/>
              <a:gd name="connsiteY11483" fmla="*/ 942212 h 3658174"/>
              <a:gd name="connsiteX11484" fmla="*/ 1308934 w 6514506"/>
              <a:gd name="connsiteY11484" fmla="*/ 944593 h 3658174"/>
              <a:gd name="connsiteX11485" fmla="*/ 1300838 w 6514506"/>
              <a:gd name="connsiteY11485" fmla="*/ 948975 h 3658174"/>
              <a:gd name="connsiteX11486" fmla="*/ 1289408 w 6514506"/>
              <a:gd name="connsiteY11486" fmla="*/ 951356 h 3658174"/>
              <a:gd name="connsiteX11487" fmla="*/ 1278645 w 6514506"/>
              <a:gd name="connsiteY11487" fmla="*/ 955547 h 3658174"/>
              <a:gd name="connsiteX11488" fmla="*/ 1279882 w 6514506"/>
              <a:gd name="connsiteY11488" fmla="*/ 940593 h 3658174"/>
              <a:gd name="connsiteX11489" fmla="*/ 1280740 w 6514506"/>
              <a:gd name="connsiteY11489" fmla="*/ 929544 h 3658174"/>
              <a:gd name="connsiteX11490" fmla="*/ 1278645 w 6514506"/>
              <a:gd name="connsiteY11490" fmla="*/ 923257 h 3658174"/>
              <a:gd name="connsiteX11491" fmla="*/ 1275978 w 6514506"/>
              <a:gd name="connsiteY11491" fmla="*/ 919352 h 3658174"/>
              <a:gd name="connsiteX11492" fmla="*/ 1287979 w 6514506"/>
              <a:gd name="connsiteY11492" fmla="*/ 916971 h 3658174"/>
              <a:gd name="connsiteX11493" fmla="*/ 1296933 w 6514506"/>
              <a:gd name="connsiteY11493" fmla="*/ 913066 h 3658174"/>
              <a:gd name="connsiteX11494" fmla="*/ 1289789 w 6514506"/>
              <a:gd name="connsiteY11494" fmla="*/ 907922 h 3658174"/>
              <a:gd name="connsiteX11495" fmla="*/ 1279311 w 6514506"/>
              <a:gd name="connsiteY11495" fmla="*/ 901921 h 3658174"/>
              <a:gd name="connsiteX11496" fmla="*/ 1275978 w 6514506"/>
              <a:gd name="connsiteY11496" fmla="*/ 897730 h 3658174"/>
              <a:gd name="connsiteX11497" fmla="*/ 1273596 w 6514506"/>
              <a:gd name="connsiteY11497" fmla="*/ 890206 h 3658174"/>
              <a:gd name="connsiteX11498" fmla="*/ 1260738 w 6514506"/>
              <a:gd name="connsiteY11498" fmla="*/ 893825 h 3658174"/>
              <a:gd name="connsiteX11499" fmla="*/ 1252641 w 6514506"/>
              <a:gd name="connsiteY11499" fmla="*/ 899826 h 3658174"/>
              <a:gd name="connsiteX11500" fmla="*/ 1248736 w 6514506"/>
              <a:gd name="connsiteY11500" fmla="*/ 900112 h 3658174"/>
              <a:gd name="connsiteX11501" fmla="*/ 1245117 w 6514506"/>
              <a:gd name="connsiteY11501" fmla="*/ 905826 h 3658174"/>
              <a:gd name="connsiteX11502" fmla="*/ 1234067 w 6514506"/>
              <a:gd name="connsiteY11502" fmla="*/ 910018 h 3658174"/>
              <a:gd name="connsiteX11503" fmla="*/ 1230449 w 6514506"/>
              <a:gd name="connsiteY11503" fmla="*/ 914209 h 3658174"/>
              <a:gd name="connsiteX11504" fmla="*/ 1229733 w 6514506"/>
              <a:gd name="connsiteY11504" fmla="*/ 914863 h 3658174"/>
              <a:gd name="connsiteX11505" fmla="*/ 1228786 w 6514506"/>
              <a:gd name="connsiteY11505" fmla="*/ 914868 h 3658174"/>
              <a:gd name="connsiteX11506" fmla="*/ 1229984 w 6514506"/>
              <a:gd name="connsiteY11506" fmla="*/ 916710 h 3658174"/>
              <a:gd name="connsiteX11507" fmla="*/ 1228924 w 6514506"/>
              <a:gd name="connsiteY11507" fmla="*/ 919353 h 3658174"/>
              <a:gd name="connsiteX11508" fmla="*/ 1224352 w 6514506"/>
              <a:gd name="connsiteY11508" fmla="*/ 925449 h 3658174"/>
              <a:gd name="connsiteX11509" fmla="*/ 1213875 w 6514506"/>
              <a:gd name="connsiteY11509" fmla="*/ 932021 h 3658174"/>
              <a:gd name="connsiteX11510" fmla="*/ 1210541 w 6514506"/>
              <a:gd name="connsiteY11510" fmla="*/ 929068 h 3658174"/>
              <a:gd name="connsiteX11511" fmla="*/ 1210255 w 6514506"/>
              <a:gd name="connsiteY11511" fmla="*/ 924306 h 3658174"/>
              <a:gd name="connsiteX11512" fmla="*/ 1206636 w 6514506"/>
              <a:gd name="connsiteY11512" fmla="*/ 928497 h 3658174"/>
              <a:gd name="connsiteX11513" fmla="*/ 1203969 w 6514506"/>
              <a:gd name="connsiteY11513" fmla="*/ 932116 h 3658174"/>
              <a:gd name="connsiteX11514" fmla="*/ 1201302 w 6514506"/>
              <a:gd name="connsiteY11514" fmla="*/ 936308 h 3658174"/>
              <a:gd name="connsiteX11515" fmla="*/ 1192349 w 6514506"/>
              <a:gd name="connsiteY11515" fmla="*/ 951547 h 3658174"/>
              <a:gd name="connsiteX11516" fmla="*/ 1189491 w 6514506"/>
              <a:gd name="connsiteY11516" fmla="*/ 956500 h 3658174"/>
              <a:gd name="connsiteX11517" fmla="*/ 1189231 w 6514506"/>
              <a:gd name="connsiteY11517" fmla="*/ 956456 h 3658174"/>
              <a:gd name="connsiteX11518" fmla="*/ 1179870 w 6514506"/>
              <a:gd name="connsiteY11518" fmla="*/ 963453 h 3658174"/>
              <a:gd name="connsiteX11519" fmla="*/ 1168821 w 6514506"/>
              <a:gd name="connsiteY11519" fmla="*/ 968216 h 3658174"/>
              <a:gd name="connsiteX11520" fmla="*/ 1164630 w 6514506"/>
              <a:gd name="connsiteY11520" fmla="*/ 975359 h 3658174"/>
              <a:gd name="connsiteX11521" fmla="*/ 1158343 w 6514506"/>
              <a:gd name="connsiteY11521" fmla="*/ 980503 h 3658174"/>
              <a:gd name="connsiteX11522" fmla="*/ 1159582 w 6514506"/>
              <a:gd name="connsiteY11522" fmla="*/ 985932 h 3658174"/>
              <a:gd name="connsiteX11523" fmla="*/ 1159772 w 6514506"/>
              <a:gd name="connsiteY11523" fmla="*/ 999267 h 3658174"/>
              <a:gd name="connsiteX11524" fmla="*/ 1158154 w 6514506"/>
              <a:gd name="connsiteY11524" fmla="*/ 999076 h 3658174"/>
              <a:gd name="connsiteX11525" fmla="*/ 1150628 w 6514506"/>
              <a:gd name="connsiteY11525" fmla="*/ 994314 h 3658174"/>
              <a:gd name="connsiteX11526" fmla="*/ 1144342 w 6514506"/>
              <a:gd name="connsiteY11526" fmla="*/ 993743 h 3658174"/>
              <a:gd name="connsiteX11527" fmla="*/ 1138055 w 6514506"/>
              <a:gd name="connsiteY11527" fmla="*/ 996695 h 3658174"/>
              <a:gd name="connsiteX11528" fmla="*/ 1132626 w 6514506"/>
              <a:gd name="connsiteY11528" fmla="*/ 997933 h 3658174"/>
              <a:gd name="connsiteX11529" fmla="*/ 1126625 w 6514506"/>
              <a:gd name="connsiteY11529" fmla="*/ 998505 h 3658174"/>
              <a:gd name="connsiteX11530" fmla="*/ 1126403 w 6514506"/>
              <a:gd name="connsiteY11530" fmla="*/ 998582 h 3658174"/>
              <a:gd name="connsiteX11531" fmla="*/ 1126721 w 6514506"/>
              <a:gd name="connsiteY11531" fmla="*/ 998600 h 3658174"/>
              <a:gd name="connsiteX11532" fmla="*/ 1132721 w 6514506"/>
              <a:gd name="connsiteY11532" fmla="*/ 998029 h 3658174"/>
              <a:gd name="connsiteX11533" fmla="*/ 1138152 w 6514506"/>
              <a:gd name="connsiteY11533" fmla="*/ 996790 h 3658174"/>
              <a:gd name="connsiteX11534" fmla="*/ 1144437 w 6514506"/>
              <a:gd name="connsiteY11534" fmla="*/ 993838 h 3658174"/>
              <a:gd name="connsiteX11535" fmla="*/ 1150725 w 6514506"/>
              <a:gd name="connsiteY11535" fmla="*/ 994409 h 3658174"/>
              <a:gd name="connsiteX11536" fmla="*/ 1158248 w 6514506"/>
              <a:gd name="connsiteY11536" fmla="*/ 999172 h 3658174"/>
              <a:gd name="connsiteX11537" fmla="*/ 1159772 w 6514506"/>
              <a:gd name="connsiteY11537" fmla="*/ 999362 h 3658174"/>
              <a:gd name="connsiteX11538" fmla="*/ 1159296 w 6514506"/>
              <a:gd name="connsiteY11538" fmla="*/ 1001934 h 3658174"/>
              <a:gd name="connsiteX11539" fmla="*/ 1161393 w 6514506"/>
              <a:gd name="connsiteY11539" fmla="*/ 1015745 h 3658174"/>
              <a:gd name="connsiteX11540" fmla="*/ 1164725 w 6514506"/>
              <a:gd name="connsiteY11540" fmla="*/ 1020222 h 3658174"/>
              <a:gd name="connsiteX11541" fmla="*/ 1151581 w 6514506"/>
              <a:gd name="connsiteY11541" fmla="*/ 1023556 h 3658174"/>
              <a:gd name="connsiteX11542" fmla="*/ 1143770 w 6514506"/>
              <a:gd name="connsiteY11542" fmla="*/ 1023556 h 3658174"/>
              <a:gd name="connsiteX11543" fmla="*/ 1135103 w 6514506"/>
              <a:gd name="connsiteY11543" fmla="*/ 1023841 h 3658174"/>
              <a:gd name="connsiteX11544" fmla="*/ 1125197 w 6514506"/>
              <a:gd name="connsiteY11544" fmla="*/ 1031366 h 3658174"/>
              <a:gd name="connsiteX11545" fmla="*/ 1115576 w 6514506"/>
              <a:gd name="connsiteY11545" fmla="*/ 1034319 h 3658174"/>
              <a:gd name="connsiteX11546" fmla="*/ 1106909 w 6514506"/>
              <a:gd name="connsiteY11546" fmla="*/ 1036986 h 3658174"/>
              <a:gd name="connsiteX11547" fmla="*/ 1115862 w 6514506"/>
              <a:gd name="connsiteY11547" fmla="*/ 1030414 h 3658174"/>
              <a:gd name="connsiteX11548" fmla="*/ 1115576 w 6514506"/>
              <a:gd name="connsiteY11548" fmla="*/ 1026794 h 3658174"/>
              <a:gd name="connsiteX11549" fmla="*/ 1111100 w 6514506"/>
              <a:gd name="connsiteY11549" fmla="*/ 1024413 h 3658174"/>
              <a:gd name="connsiteX11550" fmla="*/ 1110909 w 6514506"/>
              <a:gd name="connsiteY11550" fmla="*/ 1022794 h 3658174"/>
              <a:gd name="connsiteX11551" fmla="*/ 1119291 w 6514506"/>
              <a:gd name="connsiteY11551" fmla="*/ 1016507 h 3658174"/>
              <a:gd name="connsiteX11552" fmla="*/ 1125293 w 6514506"/>
              <a:gd name="connsiteY11552" fmla="*/ 1001839 h 3658174"/>
              <a:gd name="connsiteX11553" fmla="*/ 1125054 w 6514506"/>
              <a:gd name="connsiteY11553" fmla="*/ 999051 h 3658174"/>
              <a:gd name="connsiteX11554" fmla="*/ 1124885 w 6514506"/>
              <a:gd name="connsiteY11554" fmla="*/ 999110 h 3658174"/>
              <a:gd name="connsiteX11555" fmla="*/ 1125102 w 6514506"/>
              <a:gd name="connsiteY11555" fmla="*/ 1001648 h 3658174"/>
              <a:gd name="connsiteX11556" fmla="*/ 1119101 w 6514506"/>
              <a:gd name="connsiteY11556" fmla="*/ 1016317 h 3658174"/>
              <a:gd name="connsiteX11557" fmla="*/ 1110720 w 6514506"/>
              <a:gd name="connsiteY11557" fmla="*/ 1022603 h 3658174"/>
              <a:gd name="connsiteX11558" fmla="*/ 1110909 w 6514506"/>
              <a:gd name="connsiteY11558" fmla="*/ 1024222 h 3658174"/>
              <a:gd name="connsiteX11559" fmla="*/ 1106719 w 6514506"/>
              <a:gd name="connsiteY11559" fmla="*/ 1018222 h 3658174"/>
              <a:gd name="connsiteX11560" fmla="*/ 1101290 w 6514506"/>
              <a:gd name="connsiteY11560" fmla="*/ 1016983 h 3658174"/>
              <a:gd name="connsiteX11561" fmla="*/ 1093764 w 6514506"/>
              <a:gd name="connsiteY11561" fmla="*/ 1016983 h 3658174"/>
              <a:gd name="connsiteX11562" fmla="*/ 1088049 w 6514506"/>
              <a:gd name="connsiteY11562" fmla="*/ 1016698 h 3658174"/>
              <a:gd name="connsiteX11563" fmla="*/ 1082049 w 6514506"/>
              <a:gd name="connsiteY11563" fmla="*/ 1020317 h 3658174"/>
              <a:gd name="connsiteX11564" fmla="*/ 1074524 w 6514506"/>
              <a:gd name="connsiteY11564" fmla="*/ 1020889 h 3658174"/>
              <a:gd name="connsiteX11565" fmla="*/ 1074810 w 6514506"/>
              <a:gd name="connsiteY11565" fmla="*/ 1028699 h 3658174"/>
              <a:gd name="connsiteX11566" fmla="*/ 1074524 w 6514506"/>
              <a:gd name="connsiteY11566" fmla="*/ 1031366 h 3658174"/>
              <a:gd name="connsiteX11567" fmla="*/ 1070904 w 6514506"/>
              <a:gd name="connsiteY11567" fmla="*/ 1033747 h 3658174"/>
              <a:gd name="connsiteX11568" fmla="*/ 1068237 w 6514506"/>
              <a:gd name="connsiteY11568" fmla="*/ 1034605 h 3658174"/>
              <a:gd name="connsiteX11569" fmla="*/ 1065570 w 6514506"/>
              <a:gd name="connsiteY11569" fmla="*/ 1035462 h 3658174"/>
              <a:gd name="connsiteX11570" fmla="*/ 1062618 w 6514506"/>
              <a:gd name="connsiteY11570" fmla="*/ 1036033 h 3658174"/>
              <a:gd name="connsiteX11571" fmla="*/ 1060522 w 6514506"/>
              <a:gd name="connsiteY11571" fmla="*/ 1027080 h 3658174"/>
              <a:gd name="connsiteX11572" fmla="*/ 1062046 w 6514506"/>
              <a:gd name="connsiteY11572" fmla="*/ 1020508 h 3658174"/>
              <a:gd name="connsiteX11573" fmla="*/ 1055188 w 6514506"/>
              <a:gd name="connsiteY11573" fmla="*/ 1021079 h 3658174"/>
              <a:gd name="connsiteX11574" fmla="*/ 1050426 w 6514506"/>
              <a:gd name="connsiteY11574" fmla="*/ 1029175 h 3658174"/>
              <a:gd name="connsiteX11575" fmla="*/ 1049187 w 6514506"/>
              <a:gd name="connsiteY11575" fmla="*/ 1042701 h 3658174"/>
              <a:gd name="connsiteX11576" fmla="*/ 1050045 w 6514506"/>
              <a:gd name="connsiteY11576" fmla="*/ 1054988 h 3658174"/>
              <a:gd name="connsiteX11577" fmla="*/ 1047854 w 6514506"/>
              <a:gd name="connsiteY11577" fmla="*/ 1057274 h 3658174"/>
              <a:gd name="connsiteX11578" fmla="*/ 1047092 w 6514506"/>
              <a:gd name="connsiteY11578" fmla="*/ 1053655 h 3658174"/>
              <a:gd name="connsiteX11579" fmla="*/ 1044425 w 6514506"/>
              <a:gd name="connsiteY11579" fmla="*/ 1052797 h 3658174"/>
              <a:gd name="connsiteX11580" fmla="*/ 1044711 w 6514506"/>
              <a:gd name="connsiteY11580" fmla="*/ 1058227 h 3658174"/>
              <a:gd name="connsiteX11581" fmla="*/ 1038616 w 6514506"/>
              <a:gd name="connsiteY11581" fmla="*/ 1058322 h 3658174"/>
              <a:gd name="connsiteX11582" fmla="*/ 1033185 w 6514506"/>
              <a:gd name="connsiteY11582" fmla="*/ 1061656 h 3658174"/>
              <a:gd name="connsiteX11583" fmla="*/ 1040424 w 6514506"/>
              <a:gd name="connsiteY11583" fmla="*/ 1064608 h 3658174"/>
              <a:gd name="connsiteX11584" fmla="*/ 1046711 w 6514506"/>
              <a:gd name="connsiteY11584" fmla="*/ 1072705 h 3658174"/>
              <a:gd name="connsiteX11585" fmla="*/ 1049665 w 6514506"/>
              <a:gd name="connsiteY11585" fmla="*/ 1083468 h 3658174"/>
              <a:gd name="connsiteX11586" fmla="*/ 1046044 w 6514506"/>
              <a:gd name="connsiteY11586" fmla="*/ 1093945 h 3658174"/>
              <a:gd name="connsiteX11587" fmla="*/ 1039472 w 6514506"/>
              <a:gd name="connsiteY11587" fmla="*/ 1095755 h 3658174"/>
              <a:gd name="connsiteX11588" fmla="*/ 1032614 w 6514506"/>
              <a:gd name="connsiteY11588" fmla="*/ 1091278 h 3658174"/>
              <a:gd name="connsiteX11589" fmla="*/ 1029948 w 6514506"/>
              <a:gd name="connsiteY11589" fmla="*/ 1098136 h 3658174"/>
              <a:gd name="connsiteX11590" fmla="*/ 1031471 w 6514506"/>
              <a:gd name="connsiteY11590" fmla="*/ 1106233 h 3658174"/>
              <a:gd name="connsiteX11591" fmla="*/ 1024327 w 6514506"/>
              <a:gd name="connsiteY11591" fmla="*/ 1100803 h 3658174"/>
              <a:gd name="connsiteX11592" fmla="*/ 1021660 w 6514506"/>
              <a:gd name="connsiteY11592" fmla="*/ 1099565 h 3658174"/>
              <a:gd name="connsiteX11593" fmla="*/ 1021660 w 6514506"/>
              <a:gd name="connsiteY11593" fmla="*/ 1109185 h 3658174"/>
              <a:gd name="connsiteX11594" fmla="*/ 1017755 w 6514506"/>
              <a:gd name="connsiteY11594" fmla="*/ 1121758 h 3658174"/>
              <a:gd name="connsiteX11595" fmla="*/ 1014135 w 6514506"/>
              <a:gd name="connsiteY11595" fmla="*/ 1122044 h 3658174"/>
              <a:gd name="connsiteX11596" fmla="*/ 1007849 w 6514506"/>
              <a:gd name="connsiteY11596" fmla="*/ 1125378 h 3658174"/>
              <a:gd name="connsiteX11597" fmla="*/ 1003944 w 6514506"/>
              <a:gd name="connsiteY11597" fmla="*/ 1122425 h 3658174"/>
              <a:gd name="connsiteX11598" fmla="*/ 1005182 w 6514506"/>
              <a:gd name="connsiteY11598" fmla="*/ 1116710 h 3658174"/>
              <a:gd name="connsiteX11599" fmla="*/ 1005182 w 6514506"/>
              <a:gd name="connsiteY11599" fmla="*/ 1111281 h 3658174"/>
              <a:gd name="connsiteX11600" fmla="*/ 1001277 w 6514506"/>
              <a:gd name="connsiteY11600" fmla="*/ 1111567 h 3658174"/>
              <a:gd name="connsiteX11601" fmla="*/ 997371 w 6514506"/>
              <a:gd name="connsiteY11601" fmla="*/ 1114234 h 3658174"/>
              <a:gd name="connsiteX11602" fmla="*/ 996800 w 6514506"/>
              <a:gd name="connsiteY11602" fmla="*/ 1106709 h 3658174"/>
              <a:gd name="connsiteX11603" fmla="*/ 999467 w 6514506"/>
              <a:gd name="connsiteY11603" fmla="*/ 1103661 h 3658174"/>
              <a:gd name="connsiteX11604" fmla="*/ 999753 w 6514506"/>
              <a:gd name="connsiteY11604" fmla="*/ 1099756 h 3658174"/>
              <a:gd name="connsiteX11605" fmla="*/ 1000991 w 6514506"/>
              <a:gd name="connsiteY11605" fmla="*/ 1091659 h 3658174"/>
              <a:gd name="connsiteX11606" fmla="*/ 1000991 w 6514506"/>
              <a:gd name="connsiteY11606" fmla="*/ 1083563 h 3658174"/>
              <a:gd name="connsiteX11607" fmla="*/ 1009087 w 6514506"/>
              <a:gd name="connsiteY11607" fmla="*/ 1077848 h 3658174"/>
              <a:gd name="connsiteX11608" fmla="*/ 1015659 w 6514506"/>
              <a:gd name="connsiteY11608" fmla="*/ 1079372 h 3658174"/>
              <a:gd name="connsiteX11609" fmla="*/ 1022232 w 6514506"/>
              <a:gd name="connsiteY11609" fmla="*/ 1080610 h 3658174"/>
              <a:gd name="connsiteX11610" fmla="*/ 1028804 w 6514506"/>
              <a:gd name="connsiteY11610" fmla="*/ 1085087 h 3658174"/>
              <a:gd name="connsiteX11611" fmla="*/ 1033852 w 6514506"/>
              <a:gd name="connsiteY11611" fmla="*/ 1088040 h 3658174"/>
              <a:gd name="connsiteX11612" fmla="*/ 1032329 w 6514506"/>
              <a:gd name="connsiteY11612" fmla="*/ 1082325 h 3658174"/>
              <a:gd name="connsiteX11613" fmla="*/ 1028137 w 6514506"/>
              <a:gd name="connsiteY11613" fmla="*/ 1077848 h 3658174"/>
              <a:gd name="connsiteX11614" fmla="*/ 1023661 w 6514506"/>
              <a:gd name="connsiteY11614" fmla="*/ 1075467 h 3658174"/>
              <a:gd name="connsiteX11615" fmla="*/ 1019755 w 6514506"/>
              <a:gd name="connsiteY11615" fmla="*/ 1074895 h 3658174"/>
              <a:gd name="connsiteX11616" fmla="*/ 1014993 w 6514506"/>
              <a:gd name="connsiteY11616" fmla="*/ 1072800 h 3658174"/>
              <a:gd name="connsiteX11617" fmla="*/ 1011373 w 6514506"/>
              <a:gd name="connsiteY11617" fmla="*/ 1070990 h 3658174"/>
              <a:gd name="connsiteX11618" fmla="*/ 1007469 w 6514506"/>
              <a:gd name="connsiteY11618" fmla="*/ 1064704 h 3658174"/>
              <a:gd name="connsiteX11619" fmla="*/ 1005372 w 6514506"/>
              <a:gd name="connsiteY11619" fmla="*/ 1040986 h 3658174"/>
              <a:gd name="connsiteX11620" fmla="*/ 1005944 w 6514506"/>
              <a:gd name="connsiteY11620" fmla="*/ 1033176 h 3658174"/>
              <a:gd name="connsiteX11621" fmla="*/ 1006208 w 6514506"/>
              <a:gd name="connsiteY11621" fmla="*/ 1032873 h 3658174"/>
              <a:gd name="connsiteX11622" fmla="*/ 1006039 w 6514506"/>
              <a:gd name="connsiteY11622" fmla="*/ 1026604 h 3658174"/>
              <a:gd name="connsiteX11623" fmla="*/ 1003848 w 6514506"/>
              <a:gd name="connsiteY11623" fmla="*/ 1022508 h 3658174"/>
              <a:gd name="connsiteX11624" fmla="*/ 1005753 w 6514506"/>
              <a:gd name="connsiteY11624" fmla="*/ 1015174 h 3658174"/>
              <a:gd name="connsiteX11625" fmla="*/ 1009182 w 6514506"/>
              <a:gd name="connsiteY11625" fmla="*/ 1006887 h 3658174"/>
              <a:gd name="connsiteX11626" fmla="*/ 1014612 w 6514506"/>
              <a:gd name="connsiteY11626" fmla="*/ 996410 h 3658174"/>
              <a:gd name="connsiteX11627" fmla="*/ 1021850 w 6514506"/>
              <a:gd name="connsiteY11627" fmla="*/ 986218 h 3658174"/>
              <a:gd name="connsiteX11628" fmla="*/ 1025452 w 6514506"/>
              <a:gd name="connsiteY11628" fmla="*/ 978731 h 3658174"/>
              <a:gd name="connsiteX11629" fmla="*/ 1025380 w 6514506"/>
              <a:gd name="connsiteY11629" fmla="*/ 978504 h 3658174"/>
              <a:gd name="connsiteX11630" fmla="*/ 1023660 w 6514506"/>
              <a:gd name="connsiteY11630" fmla="*/ 975455 h 3658174"/>
              <a:gd name="connsiteX11631" fmla="*/ 1022789 w 6514506"/>
              <a:gd name="connsiteY11631" fmla="*/ 971435 h 3658174"/>
              <a:gd name="connsiteX11632" fmla="*/ 1021279 w 6514506"/>
              <a:gd name="connsiteY11632" fmla="*/ 968597 h 3658174"/>
              <a:gd name="connsiteX11633" fmla="*/ 1020651 w 6514506"/>
              <a:gd name="connsiteY11633" fmla="*/ 964959 h 3658174"/>
              <a:gd name="connsiteX11634" fmla="*/ 1020327 w 6514506"/>
              <a:gd name="connsiteY11634" fmla="*/ 964084 h 3658174"/>
              <a:gd name="connsiteX11635" fmla="*/ 1019374 w 6514506"/>
              <a:gd name="connsiteY11635" fmla="*/ 959358 h 3658174"/>
              <a:gd name="connsiteX11636" fmla="*/ 1019630 w 6514506"/>
              <a:gd name="connsiteY11636" fmla="*/ 959049 h 3658174"/>
              <a:gd name="connsiteX11637" fmla="*/ 1019470 w 6514506"/>
              <a:gd name="connsiteY11637" fmla="*/ 958119 h 3658174"/>
              <a:gd name="connsiteX11638" fmla="*/ 1019469 w 6514506"/>
              <a:gd name="connsiteY11638" fmla="*/ 958119 h 3658174"/>
              <a:gd name="connsiteX11639" fmla="*/ 1014040 w 6514506"/>
              <a:gd name="connsiteY11639" fmla="*/ 950023 h 3658174"/>
              <a:gd name="connsiteX11640" fmla="*/ 1007467 w 6514506"/>
              <a:gd name="connsiteY11640" fmla="*/ 942498 h 3658174"/>
              <a:gd name="connsiteX11641" fmla="*/ 1005372 w 6514506"/>
              <a:gd name="connsiteY11641" fmla="*/ 939164 h 3658174"/>
              <a:gd name="connsiteX11642" fmla="*/ 1013182 w 6514506"/>
              <a:gd name="connsiteY11642" fmla="*/ 943355 h 3658174"/>
              <a:gd name="connsiteX11643" fmla="*/ 1014040 w 6514506"/>
              <a:gd name="connsiteY11643" fmla="*/ 940403 h 3658174"/>
              <a:gd name="connsiteX11644" fmla="*/ 1010134 w 6514506"/>
              <a:gd name="connsiteY11644" fmla="*/ 934687 h 3658174"/>
              <a:gd name="connsiteX11645" fmla="*/ 1000514 w 6514506"/>
              <a:gd name="connsiteY11645" fmla="*/ 928115 h 3658174"/>
              <a:gd name="connsiteX11646" fmla="*/ 997847 w 6514506"/>
              <a:gd name="connsiteY11646" fmla="*/ 924210 h 3658174"/>
              <a:gd name="connsiteX11647" fmla="*/ 997847 w 6514506"/>
              <a:gd name="connsiteY11647" fmla="*/ 918495 h 3658174"/>
              <a:gd name="connsiteX11648" fmla="*/ 993656 w 6514506"/>
              <a:gd name="connsiteY11648" fmla="*/ 910399 h 3658174"/>
              <a:gd name="connsiteX11649" fmla="*/ 996323 w 6514506"/>
              <a:gd name="connsiteY11649" fmla="*/ 902874 h 3658174"/>
              <a:gd name="connsiteX11650" fmla="*/ 997180 w 6514506"/>
              <a:gd name="connsiteY11650" fmla="*/ 899255 h 3658174"/>
              <a:gd name="connsiteX11651" fmla="*/ 999847 w 6514506"/>
              <a:gd name="connsiteY11651" fmla="*/ 890301 h 3658174"/>
              <a:gd name="connsiteX11652" fmla="*/ 998323 w 6514506"/>
              <a:gd name="connsiteY11652" fmla="*/ 880395 h 3658174"/>
              <a:gd name="connsiteX11653" fmla="*/ 989941 w 6514506"/>
              <a:gd name="connsiteY11653" fmla="*/ 884872 h 3658174"/>
              <a:gd name="connsiteX11654" fmla="*/ 983083 w 6514506"/>
              <a:gd name="connsiteY11654" fmla="*/ 885443 h 3658174"/>
              <a:gd name="connsiteX11655" fmla="*/ 983578 w 6514506"/>
              <a:gd name="connsiteY11655" fmla="*/ 875070 h 3658174"/>
              <a:gd name="connsiteX11656" fmla="*/ 983696 w 6514506"/>
              <a:gd name="connsiteY11656" fmla="*/ 875079 h 3658174"/>
              <a:gd name="connsiteX11657" fmla="*/ 983936 w 6514506"/>
              <a:gd name="connsiteY11657" fmla="*/ 873495 h 3658174"/>
              <a:gd name="connsiteX11658" fmla="*/ 983750 w 6514506"/>
              <a:gd name="connsiteY11658" fmla="*/ 873537 h 3658174"/>
              <a:gd name="connsiteX11659" fmla="*/ 981369 w 6514506"/>
              <a:gd name="connsiteY11659" fmla="*/ 866679 h 3658174"/>
              <a:gd name="connsiteX11660" fmla="*/ 971749 w 6514506"/>
              <a:gd name="connsiteY11660" fmla="*/ 867250 h 3658174"/>
              <a:gd name="connsiteX11661" fmla="*/ 965463 w 6514506"/>
              <a:gd name="connsiteY11661" fmla="*/ 868774 h 3658174"/>
              <a:gd name="connsiteX11662" fmla="*/ 963367 w 6514506"/>
              <a:gd name="connsiteY11662" fmla="*/ 873823 h 3658174"/>
              <a:gd name="connsiteX11663" fmla="*/ 964606 w 6514506"/>
              <a:gd name="connsiteY11663" fmla="*/ 875632 h 3658174"/>
              <a:gd name="connsiteX11664" fmla="*/ 959842 w 6514506"/>
              <a:gd name="connsiteY11664" fmla="*/ 883729 h 3658174"/>
              <a:gd name="connsiteX11665" fmla="*/ 953270 w 6514506"/>
              <a:gd name="connsiteY11665" fmla="*/ 897826 h 3658174"/>
              <a:gd name="connsiteX11666" fmla="*/ 958318 w 6514506"/>
              <a:gd name="connsiteY11666" fmla="*/ 914590 h 3658174"/>
              <a:gd name="connsiteX11667" fmla="*/ 958033 w 6514506"/>
              <a:gd name="connsiteY11667" fmla="*/ 928401 h 3658174"/>
              <a:gd name="connsiteX11668" fmla="*/ 957175 w 6514506"/>
              <a:gd name="connsiteY11668" fmla="*/ 937069 h 3658174"/>
              <a:gd name="connsiteX11669" fmla="*/ 956318 w 6514506"/>
              <a:gd name="connsiteY11669" fmla="*/ 953261 h 3658174"/>
              <a:gd name="connsiteX11670" fmla="*/ 971939 w 6514506"/>
              <a:gd name="connsiteY11670" fmla="*/ 967358 h 3658174"/>
              <a:gd name="connsiteX11671" fmla="*/ 974606 w 6514506"/>
              <a:gd name="connsiteY11671" fmla="*/ 970311 h 3658174"/>
              <a:gd name="connsiteX11672" fmla="*/ 971939 w 6514506"/>
              <a:gd name="connsiteY11672" fmla="*/ 974502 h 3658174"/>
              <a:gd name="connsiteX11673" fmla="*/ 974320 w 6514506"/>
              <a:gd name="connsiteY11673" fmla="*/ 985551 h 3658174"/>
              <a:gd name="connsiteX11674" fmla="*/ 982702 w 6514506"/>
              <a:gd name="connsiteY11674" fmla="*/ 997267 h 3658174"/>
              <a:gd name="connsiteX11675" fmla="*/ 988703 w 6514506"/>
              <a:gd name="connsiteY11675" fmla="*/ 1005934 h 3658174"/>
              <a:gd name="connsiteX11676" fmla="*/ 991085 w 6514506"/>
              <a:gd name="connsiteY11676" fmla="*/ 1014031 h 3658174"/>
              <a:gd name="connsiteX11677" fmla="*/ 985084 w 6514506"/>
              <a:gd name="connsiteY11677" fmla="*/ 1023937 h 3658174"/>
              <a:gd name="connsiteX11678" fmla="*/ 980322 w 6514506"/>
              <a:gd name="connsiteY11678" fmla="*/ 1027556 h 3658174"/>
              <a:gd name="connsiteX11679" fmla="*/ 980607 w 6514506"/>
              <a:gd name="connsiteY11679" fmla="*/ 1021841 h 3658174"/>
              <a:gd name="connsiteX11680" fmla="*/ 979369 w 6514506"/>
              <a:gd name="connsiteY11680" fmla="*/ 1016126 h 3658174"/>
              <a:gd name="connsiteX11681" fmla="*/ 973083 w 6514506"/>
              <a:gd name="connsiteY11681" fmla="*/ 1011935 h 3658174"/>
              <a:gd name="connsiteX11682" fmla="*/ 963748 w 6514506"/>
              <a:gd name="connsiteY11682" fmla="*/ 1011649 h 3658174"/>
              <a:gd name="connsiteX11683" fmla="*/ 958033 w 6514506"/>
              <a:gd name="connsiteY11683" fmla="*/ 1019174 h 3658174"/>
              <a:gd name="connsiteX11684" fmla="*/ 955938 w 6514506"/>
              <a:gd name="connsiteY11684" fmla="*/ 1031461 h 3658174"/>
              <a:gd name="connsiteX11685" fmla="*/ 953842 w 6514506"/>
              <a:gd name="connsiteY11685" fmla="*/ 1045273 h 3658174"/>
              <a:gd name="connsiteX11686" fmla="*/ 945746 w 6514506"/>
              <a:gd name="connsiteY11686" fmla="*/ 1049178 h 3658174"/>
              <a:gd name="connsiteX11687" fmla="*/ 939745 w 6514506"/>
              <a:gd name="connsiteY11687" fmla="*/ 1054893 h 3658174"/>
              <a:gd name="connsiteX11688" fmla="*/ 935554 w 6514506"/>
              <a:gd name="connsiteY11688" fmla="*/ 1060322 h 3658174"/>
              <a:gd name="connsiteX11689" fmla="*/ 927743 w 6514506"/>
              <a:gd name="connsiteY11689" fmla="*/ 1067180 h 3658174"/>
              <a:gd name="connsiteX11690" fmla="*/ 918409 w 6514506"/>
              <a:gd name="connsiteY11690" fmla="*/ 1068704 h 3658174"/>
              <a:gd name="connsiteX11691" fmla="*/ 920504 w 6514506"/>
              <a:gd name="connsiteY11691" fmla="*/ 1062418 h 3658174"/>
              <a:gd name="connsiteX11692" fmla="*/ 925934 w 6514506"/>
              <a:gd name="connsiteY11692" fmla="*/ 1055845 h 3658174"/>
              <a:gd name="connsiteX11693" fmla="*/ 934316 w 6514506"/>
              <a:gd name="connsiteY11693" fmla="*/ 1048035 h 3658174"/>
              <a:gd name="connsiteX11694" fmla="*/ 938507 w 6514506"/>
              <a:gd name="connsiteY11694" fmla="*/ 1039653 h 3658174"/>
              <a:gd name="connsiteX11695" fmla="*/ 940030 w 6514506"/>
              <a:gd name="connsiteY11695" fmla="*/ 1028604 h 3658174"/>
              <a:gd name="connsiteX11696" fmla="*/ 943078 w 6514506"/>
              <a:gd name="connsiteY11696" fmla="*/ 1019365 h 3658174"/>
              <a:gd name="connsiteX11697" fmla="*/ 936792 w 6514506"/>
              <a:gd name="connsiteY11697" fmla="*/ 1013935 h 3658174"/>
              <a:gd name="connsiteX11698" fmla="*/ 932029 w 6514506"/>
              <a:gd name="connsiteY11698" fmla="*/ 1008220 h 3658174"/>
              <a:gd name="connsiteX11699" fmla="*/ 936220 w 6514506"/>
              <a:gd name="connsiteY11699" fmla="*/ 1000696 h 3658174"/>
              <a:gd name="connsiteX11700" fmla="*/ 931458 w 6514506"/>
              <a:gd name="connsiteY11700" fmla="*/ 996790 h 3658174"/>
              <a:gd name="connsiteX11701" fmla="*/ 933839 w 6514506"/>
              <a:gd name="connsiteY11701" fmla="*/ 992599 h 3658174"/>
              <a:gd name="connsiteX11702" fmla="*/ 932029 w 6514506"/>
              <a:gd name="connsiteY11702" fmla="*/ 982408 h 3658174"/>
              <a:gd name="connsiteX11703" fmla="*/ 922409 w 6514506"/>
              <a:gd name="connsiteY11703" fmla="*/ 976407 h 3658174"/>
              <a:gd name="connsiteX11704" fmla="*/ 917647 w 6514506"/>
              <a:gd name="connsiteY11704" fmla="*/ 972787 h 3658174"/>
              <a:gd name="connsiteX11705" fmla="*/ 915837 w 6514506"/>
              <a:gd name="connsiteY11705" fmla="*/ 965644 h 3658174"/>
              <a:gd name="connsiteX11706" fmla="*/ 912884 w 6514506"/>
              <a:gd name="connsiteY11706" fmla="*/ 958786 h 3658174"/>
              <a:gd name="connsiteX11707" fmla="*/ 911075 w 6514506"/>
              <a:gd name="connsiteY11707" fmla="*/ 951928 h 3658174"/>
              <a:gd name="connsiteX11708" fmla="*/ 909836 w 6514506"/>
              <a:gd name="connsiteY11708" fmla="*/ 943260 h 3658174"/>
              <a:gd name="connsiteX11709" fmla="*/ 910123 w 6514506"/>
              <a:gd name="connsiteY11709" fmla="*/ 937831 h 3658174"/>
              <a:gd name="connsiteX11710" fmla="*/ 908884 w 6514506"/>
              <a:gd name="connsiteY11710" fmla="*/ 930306 h 3658174"/>
              <a:gd name="connsiteX11711" fmla="*/ 906502 w 6514506"/>
              <a:gd name="connsiteY11711" fmla="*/ 922495 h 3658174"/>
              <a:gd name="connsiteX11712" fmla="*/ 908312 w 6514506"/>
              <a:gd name="connsiteY11712" fmla="*/ 917352 h 3658174"/>
              <a:gd name="connsiteX11713" fmla="*/ 910693 w 6514506"/>
              <a:gd name="connsiteY11713" fmla="*/ 905350 h 3658174"/>
              <a:gd name="connsiteX11714" fmla="*/ 908312 w 6514506"/>
              <a:gd name="connsiteY11714" fmla="*/ 891825 h 3658174"/>
              <a:gd name="connsiteX11715" fmla="*/ 899930 w 6514506"/>
              <a:gd name="connsiteY11715" fmla="*/ 885253 h 3658174"/>
              <a:gd name="connsiteX11716" fmla="*/ 886786 w 6514506"/>
              <a:gd name="connsiteY11716" fmla="*/ 890682 h 3658174"/>
              <a:gd name="connsiteX11717" fmla="*/ 873745 w 6514506"/>
              <a:gd name="connsiteY11717" fmla="*/ 896306 h 3658174"/>
              <a:gd name="connsiteX11718" fmla="*/ 874212 w 6514506"/>
              <a:gd name="connsiteY11718" fmla="*/ 896588 h 3658174"/>
              <a:gd name="connsiteX11719" fmla="*/ 867189 w 6514506"/>
              <a:gd name="connsiteY11719" fmla="*/ 899134 h 3658174"/>
              <a:gd name="connsiteX11720" fmla="*/ 867164 w 6514506"/>
              <a:gd name="connsiteY11720" fmla="*/ 899145 h 3658174"/>
              <a:gd name="connsiteX11721" fmla="*/ 867164 w 6514506"/>
              <a:gd name="connsiteY11721" fmla="*/ 899160 h 3658174"/>
              <a:gd name="connsiteX11722" fmla="*/ 853639 w 6514506"/>
              <a:gd name="connsiteY11722" fmla="*/ 905161 h 3658174"/>
              <a:gd name="connsiteX11723" fmla="*/ 844686 w 6514506"/>
              <a:gd name="connsiteY11723" fmla="*/ 909066 h 3658174"/>
              <a:gd name="connsiteX11724" fmla="*/ 839256 w 6514506"/>
              <a:gd name="connsiteY11724" fmla="*/ 908209 h 3658174"/>
              <a:gd name="connsiteX11725" fmla="*/ 833827 w 6514506"/>
              <a:gd name="connsiteY11725" fmla="*/ 903446 h 3658174"/>
              <a:gd name="connsiteX11726" fmla="*/ 827254 w 6514506"/>
              <a:gd name="connsiteY11726" fmla="*/ 897731 h 3658174"/>
              <a:gd name="connsiteX11727" fmla="*/ 819159 w 6514506"/>
              <a:gd name="connsiteY11727" fmla="*/ 893540 h 3658174"/>
              <a:gd name="connsiteX11728" fmla="*/ 811063 w 6514506"/>
              <a:gd name="connsiteY11728" fmla="*/ 891445 h 3658174"/>
              <a:gd name="connsiteX11729" fmla="*/ 799632 w 6514506"/>
              <a:gd name="connsiteY11729" fmla="*/ 895921 h 3658174"/>
              <a:gd name="connsiteX11730" fmla="*/ 792107 w 6514506"/>
              <a:gd name="connsiteY11730" fmla="*/ 899827 h 3658174"/>
              <a:gd name="connsiteX11731" fmla="*/ 786392 w 6514506"/>
              <a:gd name="connsiteY11731" fmla="*/ 915448 h 3658174"/>
              <a:gd name="connsiteX11732" fmla="*/ 786202 w 6514506"/>
              <a:gd name="connsiteY11732" fmla="*/ 918591 h 3658174"/>
              <a:gd name="connsiteX11733" fmla="*/ 785908 w 6514506"/>
              <a:gd name="connsiteY11733" fmla="*/ 918413 h 3658174"/>
              <a:gd name="connsiteX11734" fmla="*/ 785155 w 6514506"/>
              <a:gd name="connsiteY11734" fmla="*/ 923162 h 3658174"/>
              <a:gd name="connsiteX11735" fmla="*/ 781250 w 6514506"/>
              <a:gd name="connsiteY11735" fmla="*/ 927353 h 3658174"/>
              <a:gd name="connsiteX11736" fmla="*/ 772296 w 6514506"/>
              <a:gd name="connsiteY11736" fmla="*/ 934592 h 3658174"/>
              <a:gd name="connsiteX11737" fmla="*/ 759723 w 6514506"/>
              <a:gd name="connsiteY11737" fmla="*/ 939640 h 3658174"/>
              <a:gd name="connsiteX11738" fmla="*/ 751914 w 6514506"/>
              <a:gd name="connsiteY11738" fmla="*/ 943831 h 3658174"/>
              <a:gd name="connsiteX11739" fmla="*/ 739912 w 6514506"/>
              <a:gd name="connsiteY11739" fmla="*/ 946213 h 3658174"/>
              <a:gd name="connsiteX11740" fmla="*/ 728482 w 6514506"/>
              <a:gd name="connsiteY11740" fmla="*/ 949546 h 3658174"/>
              <a:gd name="connsiteX11741" fmla="*/ 724862 w 6514506"/>
              <a:gd name="connsiteY11741" fmla="*/ 957643 h 3658174"/>
              <a:gd name="connsiteX11742" fmla="*/ 721909 w 6514506"/>
              <a:gd name="connsiteY11742" fmla="*/ 957928 h 3658174"/>
              <a:gd name="connsiteX11743" fmla="*/ 716766 w 6514506"/>
              <a:gd name="connsiteY11743" fmla="*/ 959738 h 3658174"/>
              <a:gd name="connsiteX11744" fmla="*/ 701144 w 6514506"/>
              <a:gd name="connsiteY11744" fmla="*/ 971168 h 3658174"/>
              <a:gd name="connsiteX11745" fmla="*/ 688571 w 6514506"/>
              <a:gd name="connsiteY11745" fmla="*/ 983170 h 3658174"/>
              <a:gd name="connsiteX11746" fmla="*/ 687047 w 6514506"/>
              <a:gd name="connsiteY11746" fmla="*/ 996981 h 3658174"/>
              <a:gd name="connsiteX11747" fmla="*/ 686190 w 6514506"/>
              <a:gd name="connsiteY11747" fmla="*/ 1003839 h 3658174"/>
              <a:gd name="connsiteX11748" fmla="*/ 680189 w 6514506"/>
              <a:gd name="connsiteY11748" fmla="*/ 1006792 h 3658174"/>
              <a:gd name="connsiteX11749" fmla="*/ 672665 w 6514506"/>
              <a:gd name="connsiteY11749" fmla="*/ 1010411 h 3658174"/>
              <a:gd name="connsiteX11750" fmla="*/ 660092 w 6514506"/>
              <a:gd name="connsiteY11750" fmla="*/ 1023556 h 3658174"/>
              <a:gd name="connsiteX11751" fmla="*/ 656472 w 6514506"/>
              <a:gd name="connsiteY11751" fmla="*/ 1028318 h 3658174"/>
              <a:gd name="connsiteX11752" fmla="*/ 653806 w 6514506"/>
              <a:gd name="connsiteY11752" fmla="*/ 1031271 h 3658174"/>
              <a:gd name="connsiteX11753" fmla="*/ 645709 w 6514506"/>
              <a:gd name="connsiteY11753" fmla="*/ 1031557 h 3658174"/>
              <a:gd name="connsiteX11754" fmla="*/ 639708 w 6514506"/>
              <a:gd name="connsiteY11754" fmla="*/ 1032795 h 3658174"/>
              <a:gd name="connsiteX11755" fmla="*/ 630373 w 6514506"/>
              <a:gd name="connsiteY11755" fmla="*/ 1042701 h 3658174"/>
              <a:gd name="connsiteX11756" fmla="*/ 616848 w 6514506"/>
              <a:gd name="connsiteY11756" fmla="*/ 1048702 h 3658174"/>
              <a:gd name="connsiteX11757" fmla="*/ 611133 w 6514506"/>
              <a:gd name="connsiteY11757" fmla="*/ 1046892 h 3658174"/>
              <a:gd name="connsiteX11758" fmla="*/ 606371 w 6514506"/>
              <a:gd name="connsiteY11758" fmla="*/ 1046320 h 3658174"/>
              <a:gd name="connsiteX11759" fmla="*/ 597988 w 6514506"/>
              <a:gd name="connsiteY11759" fmla="*/ 1043653 h 3658174"/>
              <a:gd name="connsiteX11760" fmla="*/ 580272 w 6514506"/>
              <a:gd name="connsiteY11760" fmla="*/ 1044892 h 3658174"/>
              <a:gd name="connsiteX11761" fmla="*/ 570937 w 6514506"/>
              <a:gd name="connsiteY11761" fmla="*/ 1048225 h 3658174"/>
              <a:gd name="connsiteX11762" fmla="*/ 561032 w 6514506"/>
              <a:gd name="connsiteY11762" fmla="*/ 1054798 h 3658174"/>
              <a:gd name="connsiteX11763" fmla="*/ 554174 w 6514506"/>
              <a:gd name="connsiteY11763" fmla="*/ 1049083 h 3658174"/>
              <a:gd name="connsiteX11764" fmla="*/ 555697 w 6514506"/>
              <a:gd name="connsiteY11764" fmla="*/ 1035938 h 3658174"/>
              <a:gd name="connsiteX11765" fmla="*/ 557793 w 6514506"/>
              <a:gd name="connsiteY11765" fmla="*/ 1031747 h 3658174"/>
              <a:gd name="connsiteX11766" fmla="*/ 556269 w 6514506"/>
              <a:gd name="connsiteY11766" fmla="*/ 1027842 h 3658174"/>
              <a:gd name="connsiteX11767" fmla="*/ 552649 w 6514506"/>
              <a:gd name="connsiteY11767" fmla="*/ 1025175 h 3658174"/>
              <a:gd name="connsiteX11768" fmla="*/ 544840 w 6514506"/>
              <a:gd name="connsiteY11768" fmla="*/ 1022508 h 3658174"/>
              <a:gd name="connsiteX11769" fmla="*/ 544840 w 6514506"/>
              <a:gd name="connsiteY11769" fmla="*/ 1022497 h 3658174"/>
              <a:gd name="connsiteX11770" fmla="*/ 544743 w 6514506"/>
              <a:gd name="connsiteY11770" fmla="*/ 1022509 h 3658174"/>
              <a:gd name="connsiteX11771" fmla="*/ 535409 w 6514506"/>
              <a:gd name="connsiteY11771" fmla="*/ 1021270 h 3658174"/>
              <a:gd name="connsiteX11772" fmla="*/ 524360 w 6514506"/>
              <a:gd name="connsiteY11772" fmla="*/ 1019461 h 3658174"/>
              <a:gd name="connsiteX11773" fmla="*/ 526170 w 6514506"/>
              <a:gd name="connsiteY11773" fmla="*/ 1013746 h 3658174"/>
              <a:gd name="connsiteX11774" fmla="*/ 531885 w 6514506"/>
              <a:gd name="connsiteY11774" fmla="*/ 1001458 h 3658174"/>
              <a:gd name="connsiteX11775" fmla="*/ 538171 w 6514506"/>
              <a:gd name="connsiteY11775" fmla="*/ 992124 h 3658174"/>
              <a:gd name="connsiteX11776" fmla="*/ 541124 w 6514506"/>
              <a:gd name="connsiteY11776" fmla="*/ 986123 h 3658174"/>
              <a:gd name="connsiteX11777" fmla="*/ 543791 w 6514506"/>
              <a:gd name="connsiteY11777" fmla="*/ 984599 h 3658174"/>
              <a:gd name="connsiteX11778" fmla="*/ 540839 w 6514506"/>
              <a:gd name="connsiteY11778" fmla="*/ 982504 h 3658174"/>
              <a:gd name="connsiteX11779" fmla="*/ 537885 w 6514506"/>
              <a:gd name="connsiteY11779" fmla="*/ 981646 h 3658174"/>
              <a:gd name="connsiteX11780" fmla="*/ 539409 w 6514506"/>
              <a:gd name="connsiteY11780" fmla="*/ 978313 h 3658174"/>
              <a:gd name="connsiteX11781" fmla="*/ 543029 w 6514506"/>
              <a:gd name="connsiteY11781" fmla="*/ 973836 h 3658174"/>
              <a:gd name="connsiteX11782" fmla="*/ 544839 w 6514506"/>
              <a:gd name="connsiteY11782" fmla="*/ 963073 h 3658174"/>
              <a:gd name="connsiteX11783" fmla="*/ 551982 w 6514506"/>
              <a:gd name="connsiteY11783" fmla="*/ 955929 h 3658174"/>
              <a:gd name="connsiteX11784" fmla="*/ 557697 w 6514506"/>
              <a:gd name="connsiteY11784" fmla="*/ 950214 h 3658174"/>
              <a:gd name="connsiteX11785" fmla="*/ 567603 w 6514506"/>
              <a:gd name="connsiteY11785" fmla="*/ 939165 h 3658174"/>
              <a:gd name="connsiteX11786" fmla="*/ 578652 w 6514506"/>
              <a:gd name="connsiteY11786" fmla="*/ 926592 h 3658174"/>
              <a:gd name="connsiteX11787" fmla="*/ 585510 w 6514506"/>
              <a:gd name="connsiteY11787" fmla="*/ 920305 h 3658174"/>
              <a:gd name="connsiteX11788" fmla="*/ 588844 w 6514506"/>
              <a:gd name="connsiteY11788" fmla="*/ 911638 h 3658174"/>
              <a:gd name="connsiteX11789" fmla="*/ 594273 w 6514506"/>
              <a:gd name="connsiteY11789" fmla="*/ 901160 h 3658174"/>
              <a:gd name="connsiteX11790" fmla="*/ 597702 w 6514506"/>
              <a:gd name="connsiteY11790" fmla="*/ 894302 h 3658174"/>
              <a:gd name="connsiteX11791" fmla="*/ 597816 w 6514506"/>
              <a:gd name="connsiteY11791" fmla="*/ 894215 h 3658174"/>
              <a:gd name="connsiteX11792" fmla="*/ 597798 w 6514506"/>
              <a:gd name="connsiteY11792" fmla="*/ 893920 h 3658174"/>
              <a:gd name="connsiteX11793" fmla="*/ 600941 w 6514506"/>
              <a:gd name="connsiteY11793" fmla="*/ 887634 h 3658174"/>
              <a:gd name="connsiteX11794" fmla="*/ 606086 w 6514506"/>
              <a:gd name="connsiteY11794" fmla="*/ 881062 h 3658174"/>
              <a:gd name="connsiteX11795" fmla="*/ 609991 w 6514506"/>
              <a:gd name="connsiteY11795" fmla="*/ 878109 h 3658174"/>
              <a:gd name="connsiteX11796" fmla="*/ 609705 w 6514506"/>
              <a:gd name="connsiteY11796" fmla="*/ 874775 h 3658174"/>
              <a:gd name="connsiteX11797" fmla="*/ 609991 w 6514506"/>
              <a:gd name="connsiteY11797" fmla="*/ 871156 h 3658174"/>
              <a:gd name="connsiteX11798" fmla="*/ 609133 w 6514506"/>
              <a:gd name="connsiteY11798" fmla="*/ 868774 h 3658174"/>
              <a:gd name="connsiteX11799" fmla="*/ 610657 w 6514506"/>
              <a:gd name="connsiteY11799" fmla="*/ 860678 h 3658174"/>
              <a:gd name="connsiteX11800" fmla="*/ 624182 w 6514506"/>
              <a:gd name="connsiteY11800" fmla="*/ 855916 h 3658174"/>
              <a:gd name="connsiteX11801" fmla="*/ 631707 w 6514506"/>
              <a:gd name="connsiteY11801" fmla="*/ 855058 h 3658174"/>
              <a:gd name="connsiteX11802" fmla="*/ 638279 w 6514506"/>
              <a:gd name="connsiteY11802" fmla="*/ 849629 h 3658174"/>
              <a:gd name="connsiteX11803" fmla="*/ 645423 w 6514506"/>
              <a:gd name="connsiteY11803" fmla="*/ 851439 h 3658174"/>
              <a:gd name="connsiteX11804" fmla="*/ 649614 w 6514506"/>
              <a:gd name="connsiteY11804" fmla="*/ 853534 h 3658174"/>
              <a:gd name="connsiteX11805" fmla="*/ 665235 w 6514506"/>
              <a:gd name="connsiteY11805" fmla="*/ 858964 h 3658174"/>
              <a:gd name="connsiteX11806" fmla="*/ 674855 w 6514506"/>
              <a:gd name="connsiteY11806" fmla="*/ 861059 h 3658174"/>
              <a:gd name="connsiteX11807" fmla="*/ 687429 w 6514506"/>
              <a:gd name="connsiteY11807" fmla="*/ 867060 h 3658174"/>
              <a:gd name="connsiteX11808" fmla="*/ 702097 w 6514506"/>
              <a:gd name="connsiteY11808" fmla="*/ 870965 h 3658174"/>
              <a:gd name="connsiteX11809" fmla="*/ 710480 w 6514506"/>
              <a:gd name="connsiteY11809" fmla="*/ 874299 h 3658174"/>
              <a:gd name="connsiteX11810" fmla="*/ 718290 w 6514506"/>
              <a:gd name="connsiteY11810" fmla="*/ 877918 h 3658174"/>
              <a:gd name="connsiteX11811" fmla="*/ 724956 w 6514506"/>
              <a:gd name="connsiteY11811" fmla="*/ 877252 h 3658174"/>
              <a:gd name="connsiteX11812" fmla="*/ 724956 w 6514506"/>
              <a:gd name="connsiteY11812" fmla="*/ 877252 h 3658174"/>
              <a:gd name="connsiteX11813" fmla="*/ 729147 w 6514506"/>
              <a:gd name="connsiteY11813" fmla="*/ 874681 h 3658174"/>
              <a:gd name="connsiteX11814" fmla="*/ 738481 w 6514506"/>
              <a:gd name="connsiteY11814" fmla="*/ 866585 h 3658174"/>
              <a:gd name="connsiteX11815" fmla="*/ 748673 w 6514506"/>
              <a:gd name="connsiteY11815" fmla="*/ 855536 h 3658174"/>
              <a:gd name="connsiteX11816" fmla="*/ 755246 w 6514506"/>
              <a:gd name="connsiteY11816" fmla="*/ 849249 h 3658174"/>
              <a:gd name="connsiteX11817" fmla="*/ 754960 w 6514506"/>
              <a:gd name="connsiteY11817" fmla="*/ 845629 h 3658174"/>
              <a:gd name="connsiteX11818" fmla="*/ 760389 w 6514506"/>
              <a:gd name="connsiteY11818" fmla="*/ 839343 h 3658174"/>
              <a:gd name="connsiteX11819" fmla="*/ 767533 w 6514506"/>
              <a:gd name="connsiteY11819" fmla="*/ 829437 h 3658174"/>
              <a:gd name="connsiteX11820" fmla="*/ 769914 w 6514506"/>
              <a:gd name="connsiteY11820" fmla="*/ 831818 h 3658174"/>
              <a:gd name="connsiteX11821" fmla="*/ 772582 w 6514506"/>
              <a:gd name="connsiteY11821" fmla="*/ 833628 h 3658174"/>
              <a:gd name="connsiteX11822" fmla="*/ 773152 w 6514506"/>
              <a:gd name="connsiteY11822" fmla="*/ 823150 h 3658174"/>
              <a:gd name="connsiteX11823" fmla="*/ 775819 w 6514506"/>
              <a:gd name="connsiteY11823" fmla="*/ 816578 h 3658174"/>
              <a:gd name="connsiteX11824" fmla="*/ 779154 w 6514506"/>
              <a:gd name="connsiteY11824" fmla="*/ 806101 h 3658174"/>
              <a:gd name="connsiteX11825" fmla="*/ 777915 w 6514506"/>
              <a:gd name="connsiteY11825" fmla="*/ 801625 h 3658174"/>
              <a:gd name="connsiteX11826" fmla="*/ 775819 w 6514506"/>
              <a:gd name="connsiteY11826" fmla="*/ 796577 h 3658174"/>
              <a:gd name="connsiteX11827" fmla="*/ 777915 w 6514506"/>
              <a:gd name="connsiteY11827" fmla="*/ 784289 h 3658174"/>
              <a:gd name="connsiteX11828" fmla="*/ 784773 w 6514506"/>
              <a:gd name="connsiteY11828" fmla="*/ 778859 h 3658174"/>
              <a:gd name="connsiteX11829" fmla="*/ 784488 w 6514506"/>
              <a:gd name="connsiteY11829" fmla="*/ 775717 h 3658174"/>
              <a:gd name="connsiteX11830" fmla="*/ 777629 w 6514506"/>
              <a:gd name="connsiteY11830" fmla="*/ 766573 h 3658174"/>
              <a:gd name="connsiteX11831" fmla="*/ 770105 w 6514506"/>
              <a:gd name="connsiteY11831" fmla="*/ 760286 h 3658174"/>
              <a:gd name="connsiteX11832" fmla="*/ 765437 w 6514506"/>
              <a:gd name="connsiteY11832" fmla="*/ 755524 h 3658174"/>
              <a:gd name="connsiteX11833" fmla="*/ 761057 w 6514506"/>
              <a:gd name="connsiteY11833" fmla="*/ 752761 h 3658174"/>
              <a:gd name="connsiteX11834" fmla="*/ 764961 w 6514506"/>
              <a:gd name="connsiteY11834" fmla="*/ 751905 h 3658174"/>
              <a:gd name="connsiteX11835" fmla="*/ 768866 w 6514506"/>
              <a:gd name="connsiteY11835" fmla="*/ 750380 h 3658174"/>
              <a:gd name="connsiteX11836" fmla="*/ 769819 w 6514506"/>
              <a:gd name="connsiteY11836" fmla="*/ 745428 h 3658174"/>
              <a:gd name="connsiteX11837" fmla="*/ 768295 w 6514506"/>
              <a:gd name="connsiteY11837" fmla="*/ 743140 h 3658174"/>
              <a:gd name="connsiteX11838" fmla="*/ 774296 w 6514506"/>
              <a:gd name="connsiteY11838" fmla="*/ 737141 h 3658174"/>
              <a:gd name="connsiteX11839" fmla="*/ 784488 w 6514506"/>
              <a:gd name="connsiteY11839" fmla="*/ 738950 h 3658174"/>
              <a:gd name="connsiteX11840" fmla="*/ 791060 w 6514506"/>
              <a:gd name="connsiteY11840" fmla="*/ 738379 h 3658174"/>
              <a:gd name="connsiteX11841" fmla="*/ 794965 w 6514506"/>
              <a:gd name="connsiteY11841" fmla="*/ 735426 h 3658174"/>
              <a:gd name="connsiteX11842" fmla="*/ 797917 w 6514506"/>
              <a:gd name="connsiteY11842" fmla="*/ 739332 h 3658174"/>
              <a:gd name="connsiteX11843" fmla="*/ 805442 w 6514506"/>
              <a:gd name="connsiteY11843" fmla="*/ 743522 h 3658174"/>
              <a:gd name="connsiteX11844" fmla="*/ 812586 w 6514506"/>
              <a:gd name="connsiteY11844" fmla="*/ 745332 h 3658174"/>
              <a:gd name="connsiteX11845" fmla="*/ 817729 w 6514506"/>
              <a:gd name="connsiteY11845" fmla="*/ 748666 h 3658174"/>
              <a:gd name="connsiteX11846" fmla="*/ 818301 w 6514506"/>
              <a:gd name="connsiteY11846" fmla="*/ 746284 h 3658174"/>
              <a:gd name="connsiteX11847" fmla="*/ 818301 w 6514506"/>
              <a:gd name="connsiteY11847" fmla="*/ 741808 h 3658174"/>
              <a:gd name="connsiteX11848" fmla="*/ 823730 w 6514506"/>
              <a:gd name="connsiteY11848" fmla="*/ 733997 h 3658174"/>
              <a:gd name="connsiteX11849" fmla="*/ 828207 w 6514506"/>
              <a:gd name="connsiteY11849" fmla="*/ 722282 h 3658174"/>
              <a:gd name="connsiteX11850" fmla="*/ 835066 w 6514506"/>
              <a:gd name="connsiteY11850" fmla="*/ 719328 h 3658174"/>
              <a:gd name="connsiteX11851" fmla="*/ 837733 w 6514506"/>
              <a:gd name="connsiteY11851" fmla="*/ 725616 h 3658174"/>
              <a:gd name="connsiteX11852" fmla="*/ 846400 w 6514506"/>
              <a:gd name="connsiteY11852" fmla="*/ 732474 h 3658174"/>
              <a:gd name="connsiteX11853" fmla="*/ 858115 w 6514506"/>
              <a:gd name="connsiteY11853" fmla="*/ 731235 h 3658174"/>
              <a:gd name="connsiteX11854" fmla="*/ 870974 w 6514506"/>
              <a:gd name="connsiteY11854" fmla="*/ 724090 h 3658174"/>
              <a:gd name="connsiteX11855" fmla="*/ 889549 w 6514506"/>
              <a:gd name="connsiteY11855" fmla="*/ 712661 h 3658174"/>
              <a:gd name="connsiteX11856" fmla="*/ 907266 w 6514506"/>
              <a:gd name="connsiteY11856" fmla="*/ 702755 h 3658174"/>
              <a:gd name="connsiteX11857" fmla="*/ 914313 w 6514506"/>
              <a:gd name="connsiteY11857" fmla="*/ 701803 h 3658174"/>
              <a:gd name="connsiteX11858" fmla="*/ 914739 w 6514506"/>
              <a:gd name="connsiteY11858" fmla="*/ 702336 h 3658174"/>
              <a:gd name="connsiteX11859" fmla="*/ 929268 w 6514506"/>
              <a:gd name="connsiteY11859" fmla="*/ 696755 h 3658174"/>
              <a:gd name="connsiteX11860" fmla="*/ 931211 w 6514506"/>
              <a:gd name="connsiteY11860" fmla="*/ 696678 h 3658174"/>
              <a:gd name="connsiteX11861" fmla="*/ 931011 w 6514506"/>
              <a:gd name="connsiteY11861" fmla="*/ 696578 h 3658174"/>
              <a:gd name="connsiteX11862" fmla="*/ 937388 w 6514506"/>
              <a:gd name="connsiteY11862" fmla="*/ 695932 h 3658174"/>
              <a:gd name="connsiteX11863" fmla="*/ 943078 w 6514506"/>
              <a:gd name="connsiteY11863" fmla="*/ 697326 h 3658174"/>
              <a:gd name="connsiteX11864" fmla="*/ 942507 w 6514506"/>
              <a:gd name="connsiteY11864" fmla="*/ 694659 h 3658174"/>
              <a:gd name="connsiteX11865" fmla="*/ 938316 w 6514506"/>
              <a:gd name="connsiteY11865" fmla="*/ 691324 h 3658174"/>
              <a:gd name="connsiteX11866" fmla="*/ 948508 w 6514506"/>
              <a:gd name="connsiteY11866" fmla="*/ 692849 h 3658174"/>
              <a:gd name="connsiteX11867" fmla="*/ 947937 w 6514506"/>
              <a:gd name="connsiteY11867" fmla="*/ 688658 h 3658174"/>
              <a:gd name="connsiteX11868" fmla="*/ 952699 w 6514506"/>
              <a:gd name="connsiteY11868" fmla="*/ 687801 h 3658174"/>
              <a:gd name="connsiteX11869" fmla="*/ 955651 w 6514506"/>
              <a:gd name="connsiteY11869" fmla="*/ 685705 h 3658174"/>
              <a:gd name="connsiteX11870" fmla="*/ 957462 w 6514506"/>
              <a:gd name="connsiteY11870" fmla="*/ 679704 h 3658174"/>
              <a:gd name="connsiteX11871" fmla="*/ 967367 w 6514506"/>
              <a:gd name="connsiteY11871" fmla="*/ 674275 h 3658174"/>
              <a:gd name="connsiteX11872" fmla="*/ 976987 w 6514506"/>
              <a:gd name="connsiteY11872" fmla="*/ 665607 h 3658174"/>
              <a:gd name="connsiteX11873" fmla="*/ 984226 w 6514506"/>
              <a:gd name="connsiteY11873" fmla="*/ 659892 h 3658174"/>
              <a:gd name="connsiteX11874" fmla="*/ 986893 w 6514506"/>
              <a:gd name="connsiteY11874" fmla="*/ 664369 h 3658174"/>
              <a:gd name="connsiteX11875" fmla="*/ 983560 w 6514506"/>
              <a:gd name="connsiteY11875" fmla="*/ 670370 h 3658174"/>
              <a:gd name="connsiteX11876" fmla="*/ 981750 w 6514506"/>
              <a:gd name="connsiteY11876" fmla="*/ 676371 h 3658174"/>
              <a:gd name="connsiteX11877" fmla="*/ 987466 w 6514506"/>
              <a:gd name="connsiteY11877" fmla="*/ 677895 h 3658174"/>
              <a:gd name="connsiteX11878" fmla="*/ 992513 w 6514506"/>
              <a:gd name="connsiteY11878" fmla="*/ 676085 h 3658174"/>
              <a:gd name="connsiteX11879" fmla="*/ 992799 w 6514506"/>
              <a:gd name="connsiteY11879" fmla="*/ 672465 h 3658174"/>
              <a:gd name="connsiteX11880" fmla="*/ 992227 w 6514506"/>
              <a:gd name="connsiteY11880" fmla="*/ 665607 h 3658174"/>
              <a:gd name="connsiteX11881" fmla="*/ 997943 w 6514506"/>
              <a:gd name="connsiteY11881" fmla="*/ 655701 h 3658174"/>
              <a:gd name="connsiteX11882" fmla="*/ 1007563 w 6514506"/>
              <a:gd name="connsiteY11882" fmla="*/ 649986 h 3658174"/>
              <a:gd name="connsiteX11883" fmla="*/ 1018041 w 6514506"/>
              <a:gd name="connsiteY11883" fmla="*/ 651224 h 3658174"/>
              <a:gd name="connsiteX11884" fmla="*/ 1022517 w 6514506"/>
              <a:gd name="connsiteY11884" fmla="*/ 656273 h 3658174"/>
              <a:gd name="connsiteX11885" fmla="*/ 1023565 w 6514506"/>
              <a:gd name="connsiteY11885" fmla="*/ 659130 h 3658174"/>
              <a:gd name="connsiteX11886" fmla="*/ 1022571 w 6514506"/>
              <a:gd name="connsiteY11886" fmla="*/ 661131 h 3658174"/>
              <a:gd name="connsiteX11887" fmla="*/ 1023375 w 6514506"/>
              <a:gd name="connsiteY11887" fmla="*/ 660367 h 3658174"/>
              <a:gd name="connsiteX11888" fmla="*/ 1023851 w 6514506"/>
              <a:gd name="connsiteY11888" fmla="*/ 659320 h 3658174"/>
              <a:gd name="connsiteX11889" fmla="*/ 1026137 w 6514506"/>
              <a:gd name="connsiteY11889" fmla="*/ 655605 h 3658174"/>
              <a:gd name="connsiteX11890" fmla="*/ 1032995 w 6514506"/>
              <a:gd name="connsiteY11890" fmla="*/ 650842 h 3658174"/>
              <a:gd name="connsiteX11891" fmla="*/ 1039567 w 6514506"/>
              <a:gd name="connsiteY11891" fmla="*/ 654176 h 3658174"/>
              <a:gd name="connsiteX11892" fmla="*/ 1037472 w 6514506"/>
              <a:gd name="connsiteY11892" fmla="*/ 658939 h 3658174"/>
              <a:gd name="connsiteX11893" fmla="*/ 1040425 w 6514506"/>
              <a:gd name="connsiteY11893" fmla="*/ 658367 h 3658174"/>
              <a:gd name="connsiteX11894" fmla="*/ 1043377 w 6514506"/>
              <a:gd name="connsiteY11894" fmla="*/ 655986 h 3658174"/>
              <a:gd name="connsiteX11895" fmla="*/ 1046330 w 6514506"/>
              <a:gd name="connsiteY11895" fmla="*/ 655129 h 3658174"/>
              <a:gd name="connsiteX11896" fmla="*/ 1052617 w 6514506"/>
              <a:gd name="connsiteY11896" fmla="*/ 651509 h 3658174"/>
              <a:gd name="connsiteX11897" fmla="*/ 1056808 w 6514506"/>
              <a:gd name="connsiteY11897" fmla="*/ 649414 h 3658174"/>
              <a:gd name="connsiteX11898" fmla="*/ 1059475 w 6514506"/>
              <a:gd name="connsiteY11898" fmla="*/ 646461 h 3658174"/>
              <a:gd name="connsiteX11899" fmla="*/ 1061284 w 6514506"/>
              <a:gd name="connsiteY11899" fmla="*/ 644938 h 3658174"/>
              <a:gd name="connsiteX11900" fmla="*/ 1063094 w 6514506"/>
              <a:gd name="connsiteY11900" fmla="*/ 640174 h 3658174"/>
              <a:gd name="connsiteX11901" fmla="*/ 1062808 w 6514506"/>
              <a:gd name="connsiteY11901" fmla="*/ 637222 h 3658174"/>
              <a:gd name="connsiteX11902" fmla="*/ 1064047 w 6514506"/>
              <a:gd name="connsiteY11902" fmla="*/ 634840 h 3658174"/>
              <a:gd name="connsiteX11903" fmla="*/ 1067953 w 6514506"/>
              <a:gd name="connsiteY11903" fmla="*/ 631221 h 3658174"/>
              <a:gd name="connsiteX11904" fmla="*/ 1072225 w 6514506"/>
              <a:gd name="connsiteY11904" fmla="*/ 624811 h 3658174"/>
              <a:gd name="connsiteX11905" fmla="*/ 1072142 w 6514506"/>
              <a:gd name="connsiteY11905" fmla="*/ 624744 h 3658174"/>
              <a:gd name="connsiteX11906" fmla="*/ 1072523 w 6514506"/>
              <a:gd name="connsiteY11906" fmla="*/ 624364 h 3658174"/>
              <a:gd name="connsiteX11907" fmla="*/ 1072714 w 6514506"/>
              <a:gd name="connsiteY11907" fmla="*/ 624077 h 3658174"/>
              <a:gd name="connsiteX11908" fmla="*/ 1072765 w 6514506"/>
              <a:gd name="connsiteY11908" fmla="*/ 624102 h 3658174"/>
              <a:gd name="connsiteX11909" fmla="*/ 1079571 w 6514506"/>
              <a:gd name="connsiteY11909" fmla="*/ 614553 h 3658174"/>
              <a:gd name="connsiteX11910" fmla="*/ 1079286 w 6514506"/>
              <a:gd name="connsiteY11910" fmla="*/ 610076 h 3658174"/>
              <a:gd name="connsiteX11911" fmla="*/ 1076619 w 6514506"/>
              <a:gd name="connsiteY11911" fmla="*/ 610362 h 3658174"/>
              <a:gd name="connsiteX11912" fmla="*/ 1082334 w 6514506"/>
              <a:gd name="connsiteY11912" fmla="*/ 602265 h 3658174"/>
              <a:gd name="connsiteX11913" fmla="*/ 1085668 w 6514506"/>
              <a:gd name="connsiteY11913" fmla="*/ 600741 h 3658174"/>
              <a:gd name="connsiteX11914" fmla="*/ 1087763 w 6514506"/>
              <a:gd name="connsiteY11914" fmla="*/ 603123 h 3658174"/>
              <a:gd name="connsiteX11915" fmla="*/ 1088335 w 6514506"/>
              <a:gd name="connsiteY11915" fmla="*/ 597693 h 3658174"/>
              <a:gd name="connsiteX11916" fmla="*/ 1088906 w 6514506"/>
              <a:gd name="connsiteY11916" fmla="*/ 592264 h 3658174"/>
              <a:gd name="connsiteX11917" fmla="*/ 1093954 w 6514506"/>
              <a:gd name="connsiteY11917" fmla="*/ 588930 h 3658174"/>
              <a:gd name="connsiteX11918" fmla="*/ 1096621 w 6514506"/>
              <a:gd name="connsiteY11918" fmla="*/ 587406 h 3658174"/>
              <a:gd name="connsiteX11919" fmla="*/ 1097193 w 6514506"/>
              <a:gd name="connsiteY11919" fmla="*/ 583787 h 3658174"/>
              <a:gd name="connsiteX11920" fmla="*/ 1102241 w 6514506"/>
              <a:gd name="connsiteY11920" fmla="*/ 581691 h 3658174"/>
              <a:gd name="connsiteX11921" fmla="*/ 1107004 w 6514506"/>
              <a:gd name="connsiteY11921" fmla="*/ 576643 h 3658174"/>
              <a:gd name="connsiteX11922" fmla="*/ 1118052 w 6514506"/>
              <a:gd name="connsiteY11922" fmla="*/ 574262 h 3658174"/>
              <a:gd name="connsiteX11923" fmla="*/ 1131197 w 6514506"/>
              <a:gd name="connsiteY11923" fmla="*/ 570928 h 3658174"/>
              <a:gd name="connsiteX11924" fmla="*/ 1137198 w 6514506"/>
              <a:gd name="connsiteY11924" fmla="*/ 567594 h 3658174"/>
              <a:gd name="connsiteX11925" fmla="*/ 1147104 w 6514506"/>
              <a:gd name="connsiteY11925" fmla="*/ 567880 h 3658174"/>
              <a:gd name="connsiteX11926" fmla="*/ 1147675 w 6514506"/>
              <a:gd name="connsiteY11926" fmla="*/ 570547 h 3658174"/>
              <a:gd name="connsiteX11927" fmla="*/ 1141960 w 6514506"/>
              <a:gd name="connsiteY11927" fmla="*/ 577691 h 3658174"/>
              <a:gd name="connsiteX11928" fmla="*/ 1136912 w 6514506"/>
              <a:gd name="connsiteY11928" fmla="*/ 582168 h 3658174"/>
              <a:gd name="connsiteX11929" fmla="*/ 1131769 w 6514506"/>
              <a:gd name="connsiteY11929" fmla="*/ 578834 h 3658174"/>
              <a:gd name="connsiteX11930" fmla="*/ 1123387 w 6514506"/>
              <a:gd name="connsiteY11930" fmla="*/ 577596 h 3658174"/>
              <a:gd name="connsiteX11931" fmla="*/ 1110242 w 6514506"/>
              <a:gd name="connsiteY11931" fmla="*/ 578453 h 3658174"/>
              <a:gd name="connsiteX11932" fmla="*/ 1107956 w 6514506"/>
              <a:gd name="connsiteY11932" fmla="*/ 579501 h 3658174"/>
              <a:gd name="connsiteX11933" fmla="*/ 1104908 w 6514506"/>
              <a:gd name="connsiteY11933" fmla="*/ 582168 h 3658174"/>
              <a:gd name="connsiteX11934" fmla="*/ 1106337 w 6514506"/>
              <a:gd name="connsiteY11934" fmla="*/ 584454 h 3658174"/>
              <a:gd name="connsiteX11935" fmla="*/ 1109671 w 6514506"/>
              <a:gd name="connsiteY11935" fmla="*/ 584739 h 3658174"/>
              <a:gd name="connsiteX11936" fmla="*/ 1113290 w 6514506"/>
              <a:gd name="connsiteY11936" fmla="*/ 584739 h 3658174"/>
              <a:gd name="connsiteX11937" fmla="*/ 1119577 w 6514506"/>
              <a:gd name="connsiteY11937" fmla="*/ 582072 h 3658174"/>
              <a:gd name="connsiteX11938" fmla="*/ 1127387 w 6514506"/>
              <a:gd name="connsiteY11938" fmla="*/ 580263 h 3658174"/>
              <a:gd name="connsiteX11939" fmla="*/ 1131864 w 6514506"/>
              <a:gd name="connsiteY11939" fmla="*/ 584454 h 3658174"/>
              <a:gd name="connsiteX11940" fmla="*/ 1129197 w 6514506"/>
              <a:gd name="connsiteY11940" fmla="*/ 589883 h 3658174"/>
              <a:gd name="connsiteX11941" fmla="*/ 1129197 w 6514506"/>
              <a:gd name="connsiteY11941" fmla="*/ 595884 h 3658174"/>
              <a:gd name="connsiteX11942" fmla="*/ 1125292 w 6514506"/>
              <a:gd name="connsiteY11942" fmla="*/ 602456 h 3658174"/>
              <a:gd name="connsiteX11943" fmla="*/ 1121100 w 6514506"/>
              <a:gd name="connsiteY11943" fmla="*/ 601599 h 3658174"/>
              <a:gd name="connsiteX11944" fmla="*/ 1118719 w 6514506"/>
              <a:gd name="connsiteY11944" fmla="*/ 601599 h 3658174"/>
              <a:gd name="connsiteX11945" fmla="*/ 1112719 w 6514506"/>
              <a:gd name="connsiteY11945" fmla="*/ 607885 h 3658174"/>
              <a:gd name="connsiteX11946" fmla="*/ 1107575 w 6514506"/>
              <a:gd name="connsiteY11946" fmla="*/ 608742 h 3658174"/>
              <a:gd name="connsiteX11947" fmla="*/ 1101574 w 6514506"/>
              <a:gd name="connsiteY11947" fmla="*/ 611124 h 3658174"/>
              <a:gd name="connsiteX11948" fmla="*/ 1098621 w 6514506"/>
              <a:gd name="connsiteY11948" fmla="*/ 613219 h 3658174"/>
              <a:gd name="connsiteX11949" fmla="*/ 1095002 w 6514506"/>
              <a:gd name="connsiteY11949" fmla="*/ 617124 h 3658174"/>
              <a:gd name="connsiteX11950" fmla="*/ 1093478 w 6514506"/>
              <a:gd name="connsiteY11950" fmla="*/ 620744 h 3658174"/>
              <a:gd name="connsiteX11951" fmla="*/ 1091097 w 6514506"/>
              <a:gd name="connsiteY11951" fmla="*/ 623411 h 3658174"/>
              <a:gd name="connsiteX11952" fmla="*/ 1086430 w 6514506"/>
              <a:gd name="connsiteY11952" fmla="*/ 626840 h 3658174"/>
              <a:gd name="connsiteX11953" fmla="*/ 1081277 w 6514506"/>
              <a:gd name="connsiteY11953" fmla="*/ 631993 h 3658174"/>
              <a:gd name="connsiteX11954" fmla="*/ 1081382 w 6514506"/>
              <a:gd name="connsiteY11954" fmla="*/ 632459 h 3658174"/>
              <a:gd name="connsiteX11955" fmla="*/ 1085287 w 6514506"/>
              <a:gd name="connsiteY11955" fmla="*/ 633031 h 3658174"/>
              <a:gd name="connsiteX11956" fmla="*/ 1087383 w 6514506"/>
              <a:gd name="connsiteY11956" fmla="*/ 635698 h 3658174"/>
              <a:gd name="connsiteX11957" fmla="*/ 1087954 w 6514506"/>
              <a:gd name="connsiteY11957" fmla="*/ 640746 h 3658174"/>
              <a:gd name="connsiteX11958" fmla="*/ 1089194 w 6514506"/>
              <a:gd name="connsiteY11958" fmla="*/ 643699 h 3658174"/>
              <a:gd name="connsiteX11959" fmla="*/ 1093955 w 6514506"/>
              <a:gd name="connsiteY11959" fmla="*/ 644556 h 3658174"/>
              <a:gd name="connsiteX11960" fmla="*/ 1093669 w 6514506"/>
              <a:gd name="connsiteY11960" fmla="*/ 649604 h 3658174"/>
              <a:gd name="connsiteX11961" fmla="*/ 1090050 w 6514506"/>
              <a:gd name="connsiteY11961" fmla="*/ 654652 h 3658174"/>
              <a:gd name="connsiteX11962" fmla="*/ 1095765 w 6514506"/>
              <a:gd name="connsiteY11962" fmla="*/ 657034 h 3658174"/>
              <a:gd name="connsiteX11963" fmla="*/ 1099956 w 6514506"/>
              <a:gd name="connsiteY11963" fmla="*/ 654938 h 3658174"/>
              <a:gd name="connsiteX11964" fmla="*/ 1104719 w 6514506"/>
              <a:gd name="connsiteY11964" fmla="*/ 652271 h 3658174"/>
              <a:gd name="connsiteX11965" fmla="*/ 1109481 w 6514506"/>
              <a:gd name="connsiteY11965" fmla="*/ 647509 h 3658174"/>
              <a:gd name="connsiteX11966" fmla="*/ 1117006 w 6514506"/>
              <a:gd name="connsiteY11966" fmla="*/ 642746 h 3658174"/>
              <a:gd name="connsiteX11967" fmla="*/ 1121768 w 6514506"/>
              <a:gd name="connsiteY11967" fmla="*/ 642460 h 3658174"/>
              <a:gd name="connsiteX11968" fmla="*/ 1125007 w 6514506"/>
              <a:gd name="connsiteY11968" fmla="*/ 644461 h 3658174"/>
              <a:gd name="connsiteX11969" fmla="*/ 1126721 w 6514506"/>
              <a:gd name="connsiteY11969" fmla="*/ 645794 h 3658174"/>
              <a:gd name="connsiteX11970" fmla="*/ 1128627 w 6514506"/>
              <a:gd name="connsiteY11970" fmla="*/ 648747 h 3658174"/>
              <a:gd name="connsiteX11971" fmla="*/ 1130722 w 6514506"/>
              <a:gd name="connsiteY11971" fmla="*/ 654748 h 3658174"/>
              <a:gd name="connsiteX11972" fmla="*/ 1130150 w 6514506"/>
              <a:gd name="connsiteY11972" fmla="*/ 658939 h 3658174"/>
              <a:gd name="connsiteX11973" fmla="*/ 1131007 w 6514506"/>
              <a:gd name="connsiteY11973" fmla="*/ 665511 h 3658174"/>
              <a:gd name="connsiteX11974" fmla="*/ 1132912 w 6514506"/>
              <a:gd name="connsiteY11974" fmla="*/ 666082 h 3658174"/>
              <a:gd name="connsiteX11975" fmla="*/ 1140360 w 6514506"/>
              <a:gd name="connsiteY11975" fmla="*/ 666082 h 3658174"/>
              <a:gd name="connsiteX11976" fmla="*/ 1140627 w 6514506"/>
              <a:gd name="connsiteY11976" fmla="*/ 665893 h 3658174"/>
              <a:gd name="connsiteX11977" fmla="*/ 1151105 w 6514506"/>
              <a:gd name="connsiteY11977" fmla="*/ 663226 h 3658174"/>
              <a:gd name="connsiteX11978" fmla="*/ 1168154 w 6514506"/>
              <a:gd name="connsiteY11978" fmla="*/ 660844 h 3658174"/>
              <a:gd name="connsiteX11979" fmla="*/ 1176822 w 6514506"/>
              <a:gd name="connsiteY11979" fmla="*/ 656939 h 3658174"/>
              <a:gd name="connsiteX11980" fmla="*/ 1194158 w 6514506"/>
              <a:gd name="connsiteY11980" fmla="*/ 655701 h 3658174"/>
              <a:gd name="connsiteX11981" fmla="*/ 1207018 w 6514506"/>
              <a:gd name="connsiteY11981" fmla="*/ 661130 h 3658174"/>
              <a:gd name="connsiteX11982" fmla="*/ 1206445 w 6514506"/>
              <a:gd name="connsiteY11982" fmla="*/ 663226 h 3658174"/>
              <a:gd name="connsiteX11983" fmla="*/ 1207018 w 6514506"/>
              <a:gd name="connsiteY11983" fmla="*/ 668655 h 3658174"/>
              <a:gd name="connsiteX11984" fmla="*/ 1215113 w 6514506"/>
              <a:gd name="connsiteY11984" fmla="*/ 672846 h 3658174"/>
              <a:gd name="connsiteX11985" fmla="*/ 1220828 w 6514506"/>
              <a:gd name="connsiteY11985" fmla="*/ 671036 h 3658174"/>
              <a:gd name="connsiteX11986" fmla="*/ 1223009 w 6514506"/>
              <a:gd name="connsiteY11986" fmla="*/ 668380 h 3658174"/>
              <a:gd name="connsiteX11987" fmla="*/ 1222638 w 6514506"/>
              <a:gd name="connsiteY11987" fmla="*/ 668178 h 3658174"/>
              <a:gd name="connsiteX11988" fmla="*/ 1223019 w 6514506"/>
              <a:gd name="connsiteY11988" fmla="*/ 668368 h 3658174"/>
              <a:gd name="connsiteX11989" fmla="*/ 1228353 w 6514506"/>
              <a:gd name="connsiteY11989" fmla="*/ 660558 h 3658174"/>
              <a:gd name="connsiteX11990" fmla="*/ 1238259 w 6514506"/>
              <a:gd name="connsiteY11990" fmla="*/ 659701 h 3658174"/>
              <a:gd name="connsiteX11991" fmla="*/ 1251785 w 6514506"/>
              <a:gd name="connsiteY11991" fmla="*/ 662653 h 3658174"/>
              <a:gd name="connsiteX11992" fmla="*/ 1255213 w 6514506"/>
              <a:gd name="connsiteY11992" fmla="*/ 657129 h 3658174"/>
              <a:gd name="connsiteX11993" fmla="*/ 1259880 w 6514506"/>
              <a:gd name="connsiteY11993" fmla="*/ 647033 h 3658174"/>
              <a:gd name="connsiteX11994" fmla="*/ 1266738 w 6514506"/>
              <a:gd name="connsiteY11994" fmla="*/ 635603 h 3658174"/>
              <a:gd name="connsiteX11995" fmla="*/ 1266928 w 6514506"/>
              <a:gd name="connsiteY11995" fmla="*/ 635478 h 3658174"/>
              <a:gd name="connsiteX11996" fmla="*/ 1266643 w 6514506"/>
              <a:gd name="connsiteY11996" fmla="*/ 635508 h 3658174"/>
              <a:gd name="connsiteX11997" fmla="*/ 1275978 w 6514506"/>
              <a:gd name="connsiteY11997" fmla="*/ 622935 h 3658174"/>
              <a:gd name="connsiteX11998" fmla="*/ 1285312 w 6514506"/>
              <a:gd name="connsiteY11998" fmla="*/ 614838 h 3658174"/>
              <a:gd name="connsiteX11999" fmla="*/ 1296075 w 6514506"/>
              <a:gd name="connsiteY11999" fmla="*/ 606171 h 3658174"/>
              <a:gd name="connsiteX12000" fmla="*/ 1300647 w 6514506"/>
              <a:gd name="connsiteY12000" fmla="*/ 603789 h 3658174"/>
              <a:gd name="connsiteX12001" fmla="*/ 1309982 w 6514506"/>
              <a:gd name="connsiteY12001" fmla="*/ 603885 h 3658174"/>
              <a:gd name="connsiteX12002" fmla="*/ 1314459 w 6514506"/>
              <a:gd name="connsiteY12002" fmla="*/ 606552 h 3658174"/>
              <a:gd name="connsiteX12003" fmla="*/ 1313888 w 6514506"/>
              <a:gd name="connsiteY12003" fmla="*/ 611981 h 3658174"/>
              <a:gd name="connsiteX12004" fmla="*/ 1321697 w 6514506"/>
              <a:gd name="connsiteY12004" fmla="*/ 624268 h 3658174"/>
              <a:gd name="connsiteX12005" fmla="*/ 1336366 w 6514506"/>
              <a:gd name="connsiteY12005" fmla="*/ 611409 h 3658174"/>
              <a:gd name="connsiteX12006" fmla="*/ 1341891 w 6514506"/>
              <a:gd name="connsiteY12006" fmla="*/ 604837 h 3658174"/>
              <a:gd name="connsiteX12007" fmla="*/ 1347987 w 6514506"/>
              <a:gd name="connsiteY12007" fmla="*/ 600360 h 3658174"/>
              <a:gd name="connsiteX12008" fmla="*/ 1346749 w 6514506"/>
              <a:gd name="connsiteY12008" fmla="*/ 595217 h 3658174"/>
              <a:gd name="connsiteX12009" fmla="*/ 1343796 w 6514506"/>
              <a:gd name="connsiteY12009" fmla="*/ 590740 h 3658174"/>
              <a:gd name="connsiteX12010" fmla="*/ 1350654 w 6514506"/>
              <a:gd name="connsiteY12010" fmla="*/ 576643 h 3658174"/>
              <a:gd name="connsiteX12011" fmla="*/ 1359988 w 6514506"/>
              <a:gd name="connsiteY12011" fmla="*/ 572166 h 3658174"/>
              <a:gd name="connsiteX12012" fmla="*/ 1374371 w 6514506"/>
              <a:gd name="connsiteY12012" fmla="*/ 569499 h 3658174"/>
              <a:gd name="connsiteX12013" fmla="*/ 1380086 w 6514506"/>
              <a:gd name="connsiteY12013" fmla="*/ 569785 h 3658174"/>
              <a:gd name="connsiteX12014" fmla="*/ 1387325 w 6514506"/>
              <a:gd name="connsiteY12014" fmla="*/ 570071 h 3658174"/>
              <a:gd name="connsiteX12015" fmla="*/ 1399327 w 6514506"/>
              <a:gd name="connsiteY12015" fmla="*/ 574833 h 3658174"/>
              <a:gd name="connsiteX12016" fmla="*/ 1405613 w 6514506"/>
              <a:gd name="connsiteY12016" fmla="*/ 577786 h 3658174"/>
              <a:gd name="connsiteX12017" fmla="*/ 1414567 w 6514506"/>
              <a:gd name="connsiteY12017" fmla="*/ 581120 h 3658174"/>
              <a:gd name="connsiteX12018" fmla="*/ 1418499 w 6514506"/>
              <a:gd name="connsiteY12018" fmla="*/ 579865 h 3658174"/>
              <a:gd name="connsiteX12019" fmla="*/ 1421520 w 6514506"/>
              <a:gd name="connsiteY12019" fmla="*/ 574929 h 3658174"/>
              <a:gd name="connsiteX12020" fmla="*/ 1421656 w 6514506"/>
              <a:gd name="connsiteY12020" fmla="*/ 574942 h 3658174"/>
              <a:gd name="connsiteX12021" fmla="*/ 1422187 w 6514506"/>
              <a:gd name="connsiteY12021" fmla="*/ 573976 h 3658174"/>
              <a:gd name="connsiteX12022" fmla="*/ 1422951 w 6514506"/>
              <a:gd name="connsiteY12022" fmla="*/ 575067 h 3658174"/>
              <a:gd name="connsiteX12023" fmla="*/ 1424472 w 6514506"/>
              <a:gd name="connsiteY12023" fmla="*/ 575215 h 3658174"/>
              <a:gd name="connsiteX12024" fmla="*/ 1428759 w 6514506"/>
              <a:gd name="connsiteY12024" fmla="*/ 575785 h 3658174"/>
              <a:gd name="connsiteX12025" fmla="*/ 1439141 w 6514506"/>
              <a:gd name="connsiteY12025" fmla="*/ 571880 h 3658174"/>
              <a:gd name="connsiteX12026" fmla="*/ 1448761 w 6514506"/>
              <a:gd name="connsiteY12026" fmla="*/ 573691 h 3658174"/>
              <a:gd name="connsiteX12027" fmla="*/ 1449999 w 6514506"/>
              <a:gd name="connsiteY12027" fmla="*/ 571595 h 3658174"/>
              <a:gd name="connsiteX12028" fmla="*/ 1446380 w 6514506"/>
              <a:gd name="connsiteY12028" fmla="*/ 567119 h 3658174"/>
              <a:gd name="connsiteX12029" fmla="*/ 1440950 w 6514506"/>
              <a:gd name="connsiteY12029" fmla="*/ 561118 h 3658174"/>
              <a:gd name="connsiteX12030" fmla="*/ 1444856 w 6514506"/>
              <a:gd name="connsiteY12030" fmla="*/ 554831 h 3658174"/>
              <a:gd name="connsiteX12031" fmla="*/ 1441522 w 6514506"/>
              <a:gd name="connsiteY12031" fmla="*/ 553593 h 3658174"/>
              <a:gd name="connsiteX12032" fmla="*/ 1433712 w 6514506"/>
              <a:gd name="connsiteY12032" fmla="*/ 555974 h 3658174"/>
              <a:gd name="connsiteX12033" fmla="*/ 1432854 w 6514506"/>
              <a:gd name="connsiteY12033" fmla="*/ 555974 h 3658174"/>
              <a:gd name="connsiteX12034" fmla="*/ 1431330 w 6514506"/>
              <a:gd name="connsiteY12034" fmla="*/ 555784 h 3658174"/>
              <a:gd name="connsiteX12035" fmla="*/ 1431685 w 6514506"/>
              <a:gd name="connsiteY12035" fmla="*/ 555495 h 3658174"/>
              <a:gd name="connsiteX12036" fmla="*/ 1430378 w 6514506"/>
              <a:gd name="connsiteY12036" fmla="*/ 556355 h 3658174"/>
              <a:gd name="connsiteX12037" fmla="*/ 1413043 w 6514506"/>
              <a:gd name="connsiteY12037" fmla="*/ 553307 h 3658174"/>
              <a:gd name="connsiteX12038" fmla="*/ 1399231 w 6514506"/>
              <a:gd name="connsiteY12038" fmla="*/ 552735 h 3658174"/>
              <a:gd name="connsiteX12039" fmla="*/ 1390564 w 6514506"/>
              <a:gd name="connsiteY12039" fmla="*/ 554259 h 3658174"/>
              <a:gd name="connsiteX12040" fmla="*/ 1380943 w 6514506"/>
              <a:gd name="connsiteY12040" fmla="*/ 556926 h 3658174"/>
              <a:gd name="connsiteX12041" fmla="*/ 1372561 w 6514506"/>
              <a:gd name="connsiteY12041" fmla="*/ 554831 h 3658174"/>
              <a:gd name="connsiteX12042" fmla="*/ 1362941 w 6514506"/>
              <a:gd name="connsiteY12042" fmla="*/ 555402 h 3658174"/>
              <a:gd name="connsiteX12043" fmla="*/ 1358179 w 6514506"/>
              <a:gd name="connsiteY12043" fmla="*/ 557498 h 3658174"/>
              <a:gd name="connsiteX12044" fmla="*/ 1357893 w 6514506"/>
              <a:gd name="connsiteY12044" fmla="*/ 554164 h 3658174"/>
              <a:gd name="connsiteX12045" fmla="*/ 1361798 w 6514506"/>
              <a:gd name="connsiteY12045" fmla="*/ 547877 h 3658174"/>
              <a:gd name="connsiteX12046" fmla="*/ 1360560 w 6514506"/>
              <a:gd name="connsiteY12046" fmla="*/ 538257 h 3658174"/>
              <a:gd name="connsiteX12047" fmla="*/ 1355797 w 6514506"/>
              <a:gd name="connsiteY12047" fmla="*/ 536734 h 3658174"/>
              <a:gd name="connsiteX12048" fmla="*/ 1353988 w 6514506"/>
              <a:gd name="connsiteY12048" fmla="*/ 532257 h 3658174"/>
              <a:gd name="connsiteX12049" fmla="*/ 1358464 w 6514506"/>
              <a:gd name="connsiteY12049" fmla="*/ 524446 h 3658174"/>
              <a:gd name="connsiteX12050" fmla="*/ 1365322 w 6514506"/>
              <a:gd name="connsiteY12050" fmla="*/ 514254 h 3658174"/>
              <a:gd name="connsiteX12051" fmla="*/ 1369990 w 6514506"/>
              <a:gd name="connsiteY12051" fmla="*/ 506444 h 3658174"/>
              <a:gd name="connsiteX12052" fmla="*/ 1380277 w 6514506"/>
              <a:gd name="connsiteY12052" fmla="*/ 495014 h 3658174"/>
              <a:gd name="connsiteX12053" fmla="*/ 1382944 w 6514506"/>
              <a:gd name="connsiteY12053" fmla="*/ 490251 h 3658174"/>
              <a:gd name="connsiteX12054" fmla="*/ 1396088 w 6514506"/>
              <a:gd name="connsiteY12054" fmla="*/ 480631 h 3658174"/>
              <a:gd name="connsiteX12055" fmla="*/ 1404756 w 6514506"/>
              <a:gd name="connsiteY12055" fmla="*/ 473487 h 3658174"/>
              <a:gd name="connsiteX12056" fmla="*/ 1408947 w 6514506"/>
              <a:gd name="connsiteY12056" fmla="*/ 472630 h 3658174"/>
              <a:gd name="connsiteX12057" fmla="*/ 1414948 w 6514506"/>
              <a:gd name="connsiteY12057" fmla="*/ 473868 h 3658174"/>
              <a:gd name="connsiteX12058" fmla="*/ 1420663 w 6514506"/>
              <a:gd name="connsiteY12058" fmla="*/ 467583 h 3658174"/>
              <a:gd name="connsiteX12059" fmla="*/ 1436569 w 6514506"/>
              <a:gd name="connsiteY12059" fmla="*/ 463962 h 3658174"/>
              <a:gd name="connsiteX12060" fmla="*/ 1442570 w 6514506"/>
              <a:gd name="connsiteY12060" fmla="*/ 462438 h 3658174"/>
              <a:gd name="connsiteX12061" fmla="*/ 1445904 w 6514506"/>
              <a:gd name="connsiteY12061" fmla="*/ 460057 h 3658174"/>
              <a:gd name="connsiteX12062" fmla="*/ 1450666 w 6514506"/>
              <a:gd name="connsiteY12062" fmla="*/ 456437 h 3658174"/>
              <a:gd name="connsiteX12063" fmla="*/ 1466573 w 6514506"/>
              <a:gd name="connsiteY12063" fmla="*/ 449579 h 3658174"/>
              <a:gd name="connsiteX12064" fmla="*/ 1476193 w 6514506"/>
              <a:gd name="connsiteY12064" fmla="*/ 446246 h 3658174"/>
              <a:gd name="connsiteX12065" fmla="*/ 1485814 w 6514506"/>
              <a:gd name="connsiteY12065" fmla="*/ 442627 h 3658174"/>
              <a:gd name="connsiteX12066" fmla="*/ 1492100 w 6514506"/>
              <a:gd name="connsiteY12066" fmla="*/ 434816 h 3658174"/>
              <a:gd name="connsiteX12067" fmla="*/ 1488195 w 6514506"/>
              <a:gd name="connsiteY12067" fmla="*/ 425863 h 3658174"/>
              <a:gd name="connsiteX12068" fmla="*/ 1486858 w 6514506"/>
              <a:gd name="connsiteY12068" fmla="*/ 425076 h 3658174"/>
              <a:gd name="connsiteX12069" fmla="*/ 1486195 w 6514506"/>
              <a:gd name="connsiteY12069" fmla="*/ 424910 h 3658174"/>
              <a:gd name="connsiteX12070" fmla="*/ 1477908 w 6514506"/>
              <a:gd name="connsiteY12070" fmla="*/ 422243 h 3658174"/>
              <a:gd name="connsiteX12071" fmla="*/ 1472479 w 6514506"/>
              <a:gd name="connsiteY12071" fmla="*/ 421386 h 3658174"/>
              <a:gd name="connsiteX12072" fmla="*/ 1469526 w 6514506"/>
              <a:gd name="connsiteY12072" fmla="*/ 420814 h 3658174"/>
              <a:gd name="connsiteX12073" fmla="*/ 1457525 w 6514506"/>
              <a:gd name="connsiteY12073" fmla="*/ 416909 h 3658174"/>
              <a:gd name="connsiteX12074" fmla="*/ 1449714 w 6514506"/>
              <a:gd name="connsiteY12074" fmla="*/ 422338 h 3658174"/>
              <a:gd name="connsiteX12075" fmla="*/ 1445809 w 6514506"/>
              <a:gd name="connsiteY12075" fmla="*/ 425958 h 3658174"/>
              <a:gd name="connsiteX12076" fmla="*/ 1440094 w 6514506"/>
              <a:gd name="connsiteY12076" fmla="*/ 429577 h 3658174"/>
              <a:gd name="connsiteX12077" fmla="*/ 1429330 w 6514506"/>
              <a:gd name="connsiteY12077" fmla="*/ 435864 h 3658174"/>
              <a:gd name="connsiteX12078" fmla="*/ 1428092 w 6514506"/>
              <a:gd name="connsiteY12078" fmla="*/ 440055 h 3658174"/>
              <a:gd name="connsiteX12079" fmla="*/ 1427806 w 6514506"/>
              <a:gd name="connsiteY12079" fmla="*/ 443007 h 3658174"/>
              <a:gd name="connsiteX12080" fmla="*/ 1411042 w 6514506"/>
              <a:gd name="connsiteY12080" fmla="*/ 452342 h 3658174"/>
              <a:gd name="connsiteX12081" fmla="*/ 1398660 w 6514506"/>
              <a:gd name="connsiteY12081" fmla="*/ 458724 h 3658174"/>
              <a:gd name="connsiteX12082" fmla="*/ 1386849 w 6514506"/>
              <a:gd name="connsiteY12082" fmla="*/ 459486 h 3658174"/>
              <a:gd name="connsiteX12083" fmla="*/ 1373038 w 6514506"/>
              <a:gd name="connsiteY12083" fmla="*/ 464915 h 3658174"/>
              <a:gd name="connsiteX12084" fmla="*/ 1369133 w 6514506"/>
              <a:gd name="connsiteY12084" fmla="*/ 464058 h 3658174"/>
              <a:gd name="connsiteX12085" fmla="*/ 1362275 w 6514506"/>
              <a:gd name="connsiteY12085" fmla="*/ 464915 h 3658174"/>
              <a:gd name="connsiteX12086" fmla="*/ 1359893 w 6514506"/>
              <a:gd name="connsiteY12086" fmla="*/ 467010 h 3658174"/>
              <a:gd name="connsiteX12087" fmla="*/ 1358369 w 6514506"/>
              <a:gd name="connsiteY12087" fmla="*/ 469963 h 3658174"/>
              <a:gd name="connsiteX12088" fmla="*/ 1350273 w 6514506"/>
              <a:gd name="connsiteY12088" fmla="*/ 470820 h 3658174"/>
              <a:gd name="connsiteX12089" fmla="*/ 1347606 w 6514506"/>
              <a:gd name="connsiteY12089" fmla="*/ 474155 h 3658174"/>
              <a:gd name="connsiteX12090" fmla="*/ 1341034 w 6514506"/>
              <a:gd name="connsiteY12090" fmla="*/ 477774 h 3658174"/>
              <a:gd name="connsiteX12091" fmla="*/ 1338652 w 6514506"/>
              <a:gd name="connsiteY12091" fmla="*/ 480727 h 3658174"/>
              <a:gd name="connsiteX12092" fmla="*/ 1333223 w 6514506"/>
              <a:gd name="connsiteY12092" fmla="*/ 487013 h 3658174"/>
              <a:gd name="connsiteX12093" fmla="*/ 1322460 w 6514506"/>
              <a:gd name="connsiteY12093" fmla="*/ 494824 h 3658174"/>
              <a:gd name="connsiteX12094" fmla="*/ 1319126 w 6514506"/>
              <a:gd name="connsiteY12094" fmla="*/ 496062 h 3658174"/>
              <a:gd name="connsiteX12095" fmla="*/ 1315221 w 6514506"/>
              <a:gd name="connsiteY12095" fmla="*/ 496633 h 3658174"/>
              <a:gd name="connsiteX12096" fmla="*/ 1311601 w 6514506"/>
              <a:gd name="connsiteY12096" fmla="*/ 501110 h 3658174"/>
              <a:gd name="connsiteX12097" fmla="*/ 1301219 w 6514506"/>
              <a:gd name="connsiteY12097" fmla="*/ 512159 h 3658174"/>
              <a:gd name="connsiteX12098" fmla="*/ 1300267 w 6514506"/>
              <a:gd name="connsiteY12098" fmla="*/ 517017 h 3658174"/>
              <a:gd name="connsiteX12099" fmla="*/ 1300171 w 6514506"/>
              <a:gd name="connsiteY12099" fmla="*/ 521589 h 3658174"/>
              <a:gd name="connsiteX12100" fmla="*/ 1305316 w 6514506"/>
              <a:gd name="connsiteY12100" fmla="*/ 524922 h 3658174"/>
              <a:gd name="connsiteX12101" fmla="*/ 1303791 w 6514506"/>
              <a:gd name="connsiteY12101" fmla="*/ 530637 h 3658174"/>
              <a:gd name="connsiteX12102" fmla="*/ 1303221 w 6514506"/>
              <a:gd name="connsiteY12102" fmla="*/ 533971 h 3658174"/>
              <a:gd name="connsiteX12103" fmla="*/ 1301219 w 6514506"/>
              <a:gd name="connsiteY12103" fmla="*/ 543591 h 3658174"/>
              <a:gd name="connsiteX12104" fmla="*/ 1297409 w 6514506"/>
              <a:gd name="connsiteY12104" fmla="*/ 543782 h 3658174"/>
              <a:gd name="connsiteX12105" fmla="*/ 1293219 w 6514506"/>
              <a:gd name="connsiteY12105" fmla="*/ 548926 h 3658174"/>
              <a:gd name="connsiteX12106" fmla="*/ 1288743 w 6514506"/>
              <a:gd name="connsiteY12106" fmla="*/ 556069 h 3658174"/>
              <a:gd name="connsiteX12107" fmla="*/ 1276168 w 6514506"/>
              <a:gd name="connsiteY12107" fmla="*/ 560833 h 3658174"/>
              <a:gd name="connsiteX12108" fmla="*/ 1271977 w 6514506"/>
              <a:gd name="connsiteY12108" fmla="*/ 559308 h 3658174"/>
              <a:gd name="connsiteX12109" fmla="*/ 1271977 w 6514506"/>
              <a:gd name="connsiteY12109" fmla="*/ 556926 h 3658174"/>
              <a:gd name="connsiteX12110" fmla="*/ 1264168 w 6514506"/>
              <a:gd name="connsiteY12110" fmla="*/ 562070 h 3658174"/>
              <a:gd name="connsiteX12111" fmla="*/ 1252737 w 6514506"/>
              <a:gd name="connsiteY12111" fmla="*/ 563308 h 3658174"/>
              <a:gd name="connsiteX12112" fmla="*/ 1250356 w 6514506"/>
              <a:gd name="connsiteY12112" fmla="*/ 563594 h 3658174"/>
              <a:gd name="connsiteX12113" fmla="*/ 1247403 w 6514506"/>
              <a:gd name="connsiteY12113" fmla="*/ 565975 h 3658174"/>
              <a:gd name="connsiteX12114" fmla="*/ 1243783 w 6514506"/>
              <a:gd name="connsiteY12114" fmla="*/ 567499 h 3658174"/>
              <a:gd name="connsiteX12115" fmla="*/ 1243498 w 6514506"/>
              <a:gd name="connsiteY12115" fmla="*/ 571119 h 3658174"/>
              <a:gd name="connsiteX12116" fmla="*/ 1239021 w 6514506"/>
              <a:gd name="connsiteY12116" fmla="*/ 575881 h 3658174"/>
              <a:gd name="connsiteX12117" fmla="*/ 1236641 w 6514506"/>
              <a:gd name="connsiteY12117" fmla="*/ 578548 h 3658174"/>
              <a:gd name="connsiteX12118" fmla="*/ 1234258 w 6514506"/>
              <a:gd name="connsiteY12118" fmla="*/ 578834 h 3658174"/>
              <a:gd name="connsiteX12119" fmla="*/ 1232163 w 6514506"/>
              <a:gd name="connsiteY12119" fmla="*/ 585120 h 3658174"/>
              <a:gd name="connsiteX12120" fmla="*/ 1224638 w 6514506"/>
              <a:gd name="connsiteY12120" fmla="*/ 592264 h 3658174"/>
              <a:gd name="connsiteX12121" fmla="*/ 1219876 w 6514506"/>
              <a:gd name="connsiteY12121" fmla="*/ 597312 h 3658174"/>
              <a:gd name="connsiteX12122" fmla="*/ 1210541 w 6514506"/>
              <a:gd name="connsiteY12122" fmla="*/ 605694 h 3658174"/>
              <a:gd name="connsiteX12123" fmla="*/ 1196158 w 6514506"/>
              <a:gd name="connsiteY12123" fmla="*/ 617125 h 3658174"/>
              <a:gd name="connsiteX12124" fmla="*/ 1184443 w 6514506"/>
              <a:gd name="connsiteY12124" fmla="*/ 615315 h 3658174"/>
              <a:gd name="connsiteX12125" fmla="*/ 1176632 w 6514506"/>
              <a:gd name="connsiteY12125" fmla="*/ 615600 h 3658174"/>
              <a:gd name="connsiteX12126" fmla="*/ 1174251 w 6514506"/>
              <a:gd name="connsiteY12126" fmla="*/ 617411 h 3658174"/>
              <a:gd name="connsiteX12127" fmla="*/ 1168536 w 6514506"/>
              <a:gd name="connsiteY12127" fmla="*/ 617982 h 3658174"/>
              <a:gd name="connsiteX12128" fmla="*/ 1164059 w 6514506"/>
              <a:gd name="connsiteY12128" fmla="*/ 626364 h 3658174"/>
              <a:gd name="connsiteX12129" fmla="*/ 1155106 w 6514506"/>
              <a:gd name="connsiteY12129" fmla="*/ 631507 h 3658174"/>
              <a:gd name="connsiteX12130" fmla="*/ 1144342 w 6514506"/>
              <a:gd name="connsiteY12130" fmla="*/ 629699 h 3658174"/>
              <a:gd name="connsiteX12131" fmla="*/ 1141390 w 6514506"/>
              <a:gd name="connsiteY12131" fmla="*/ 625793 h 3658174"/>
              <a:gd name="connsiteX12132" fmla="*/ 1141390 w 6514506"/>
              <a:gd name="connsiteY12132" fmla="*/ 623697 h 3658174"/>
              <a:gd name="connsiteX12133" fmla="*/ 1139008 w 6514506"/>
              <a:gd name="connsiteY12133" fmla="*/ 622173 h 3658174"/>
              <a:gd name="connsiteX12134" fmla="*/ 1141104 w 6514506"/>
              <a:gd name="connsiteY12134" fmla="*/ 619220 h 3658174"/>
              <a:gd name="connsiteX12135" fmla="*/ 1142914 w 6514506"/>
              <a:gd name="connsiteY12135" fmla="*/ 615315 h 3658174"/>
              <a:gd name="connsiteX12136" fmla="*/ 1144438 w 6514506"/>
              <a:gd name="connsiteY12136" fmla="*/ 612648 h 3658174"/>
              <a:gd name="connsiteX12137" fmla="*/ 1147390 w 6514506"/>
              <a:gd name="connsiteY12137" fmla="*/ 607218 h 3658174"/>
              <a:gd name="connsiteX12138" fmla="*/ 1150725 w 6514506"/>
              <a:gd name="connsiteY12138" fmla="*/ 603028 h 3658174"/>
              <a:gd name="connsiteX12139" fmla="*/ 1154058 w 6514506"/>
              <a:gd name="connsiteY12139" fmla="*/ 604552 h 3658174"/>
              <a:gd name="connsiteX12140" fmla="*/ 1155583 w 6514506"/>
              <a:gd name="connsiteY12140" fmla="*/ 600646 h 3658174"/>
              <a:gd name="connsiteX12141" fmla="*/ 1159487 w 6514506"/>
              <a:gd name="connsiteY12141" fmla="*/ 597027 h 3658174"/>
              <a:gd name="connsiteX12142" fmla="*/ 1159487 w 6514506"/>
              <a:gd name="connsiteY12142" fmla="*/ 592264 h 3658174"/>
              <a:gd name="connsiteX12143" fmla="*/ 1160059 w 6514506"/>
              <a:gd name="connsiteY12143" fmla="*/ 585406 h 3658174"/>
              <a:gd name="connsiteX12144" fmla="*/ 1160059 w 6514506"/>
              <a:gd name="connsiteY12144" fmla="*/ 578834 h 3658174"/>
              <a:gd name="connsiteX12145" fmla="*/ 1161297 w 6514506"/>
              <a:gd name="connsiteY12145" fmla="*/ 574643 h 3658174"/>
              <a:gd name="connsiteX12146" fmla="*/ 1164631 w 6514506"/>
              <a:gd name="connsiteY12146" fmla="*/ 565975 h 3658174"/>
              <a:gd name="connsiteX12147" fmla="*/ 1176632 w 6514506"/>
              <a:gd name="connsiteY12147" fmla="*/ 559117 h 3658174"/>
              <a:gd name="connsiteX12148" fmla="*/ 1175775 w 6514506"/>
              <a:gd name="connsiteY12148" fmla="*/ 554069 h 3658174"/>
              <a:gd name="connsiteX12149" fmla="*/ 1174538 w 6514506"/>
              <a:gd name="connsiteY12149" fmla="*/ 550735 h 3658174"/>
              <a:gd name="connsiteX12150" fmla="*/ 1173679 w 6514506"/>
              <a:gd name="connsiteY12150" fmla="*/ 548354 h 3658174"/>
              <a:gd name="connsiteX12151" fmla="*/ 1177299 w 6514506"/>
              <a:gd name="connsiteY12151" fmla="*/ 542639 h 3658174"/>
              <a:gd name="connsiteX12152" fmla="*/ 1181491 w 6514506"/>
              <a:gd name="connsiteY12152" fmla="*/ 536067 h 3658174"/>
              <a:gd name="connsiteX12153" fmla="*/ 1181503 w 6514506"/>
              <a:gd name="connsiteY12153" fmla="*/ 536058 h 3658174"/>
              <a:gd name="connsiteX12154" fmla="*/ 1181299 w 6514506"/>
              <a:gd name="connsiteY12154" fmla="*/ 535495 h 3658174"/>
              <a:gd name="connsiteX12155" fmla="*/ 1187300 w 6514506"/>
              <a:gd name="connsiteY12155" fmla="*/ 526827 h 3658174"/>
              <a:gd name="connsiteX12156" fmla="*/ 1186729 w 6514506"/>
              <a:gd name="connsiteY12156" fmla="*/ 523493 h 3658174"/>
              <a:gd name="connsiteX12157" fmla="*/ 1181014 w 6514506"/>
              <a:gd name="connsiteY12157" fmla="*/ 526160 h 3658174"/>
              <a:gd name="connsiteX12158" fmla="*/ 1172347 w 6514506"/>
              <a:gd name="connsiteY12158" fmla="*/ 533685 h 3658174"/>
              <a:gd name="connsiteX12159" fmla="*/ 1165488 w 6514506"/>
              <a:gd name="connsiteY12159" fmla="*/ 533971 h 3658174"/>
              <a:gd name="connsiteX12160" fmla="*/ 1163392 w 6514506"/>
              <a:gd name="connsiteY12160" fmla="*/ 532733 h 3658174"/>
              <a:gd name="connsiteX12161" fmla="*/ 1160344 w 6514506"/>
              <a:gd name="connsiteY12161" fmla="*/ 534542 h 3658174"/>
              <a:gd name="connsiteX12162" fmla="*/ 1157393 w 6514506"/>
              <a:gd name="connsiteY12162" fmla="*/ 536923 h 3658174"/>
              <a:gd name="connsiteX12163" fmla="*/ 1148724 w 6514506"/>
              <a:gd name="connsiteY12163" fmla="*/ 540543 h 3658174"/>
              <a:gd name="connsiteX12164" fmla="*/ 1128055 w 6514506"/>
              <a:gd name="connsiteY12164" fmla="*/ 548068 h 3658174"/>
              <a:gd name="connsiteX12165" fmla="*/ 1111005 w 6514506"/>
              <a:gd name="connsiteY12165" fmla="*/ 548639 h 3658174"/>
              <a:gd name="connsiteX12166" fmla="*/ 1107385 w 6514506"/>
              <a:gd name="connsiteY12166" fmla="*/ 546829 h 3658174"/>
              <a:gd name="connsiteX12167" fmla="*/ 1104719 w 6514506"/>
              <a:gd name="connsiteY12167" fmla="*/ 548639 h 3658174"/>
              <a:gd name="connsiteX12168" fmla="*/ 1105004 w 6514506"/>
              <a:gd name="connsiteY12168" fmla="*/ 544162 h 3658174"/>
              <a:gd name="connsiteX12169" fmla="*/ 1103766 w 6514506"/>
              <a:gd name="connsiteY12169" fmla="*/ 534256 h 3658174"/>
              <a:gd name="connsiteX12170" fmla="*/ 1110053 w 6514506"/>
              <a:gd name="connsiteY12170" fmla="*/ 525589 h 3658174"/>
              <a:gd name="connsiteX12171" fmla="*/ 1117864 w 6514506"/>
              <a:gd name="connsiteY12171" fmla="*/ 522922 h 3658174"/>
              <a:gd name="connsiteX12172" fmla="*/ 1124435 w 6514506"/>
              <a:gd name="connsiteY12172" fmla="*/ 518159 h 3658174"/>
              <a:gd name="connsiteX12173" fmla="*/ 1130150 w 6514506"/>
              <a:gd name="connsiteY12173" fmla="*/ 515778 h 3658174"/>
              <a:gd name="connsiteX12174" fmla="*/ 1122625 w 6514506"/>
              <a:gd name="connsiteY12174" fmla="*/ 514921 h 3658174"/>
              <a:gd name="connsiteX12175" fmla="*/ 1116054 w 6514506"/>
              <a:gd name="connsiteY12175" fmla="*/ 511301 h 3658174"/>
              <a:gd name="connsiteX12176" fmla="*/ 1124721 w 6514506"/>
              <a:gd name="connsiteY12176" fmla="*/ 508349 h 3658174"/>
              <a:gd name="connsiteX12177" fmla="*/ 1130722 w 6514506"/>
              <a:gd name="connsiteY12177" fmla="*/ 505967 h 3658174"/>
              <a:gd name="connsiteX12178" fmla="*/ 1132246 w 6514506"/>
              <a:gd name="connsiteY12178" fmla="*/ 502348 h 3658174"/>
              <a:gd name="connsiteX12179" fmla="*/ 1139389 w 6514506"/>
              <a:gd name="connsiteY12179" fmla="*/ 499966 h 3658174"/>
              <a:gd name="connsiteX12180" fmla="*/ 1148058 w 6514506"/>
              <a:gd name="connsiteY12180" fmla="*/ 495775 h 3658174"/>
              <a:gd name="connsiteX12181" fmla="*/ 1152820 w 6514506"/>
              <a:gd name="connsiteY12181" fmla="*/ 496347 h 3658174"/>
              <a:gd name="connsiteX12182" fmla="*/ 1159106 w 6514506"/>
              <a:gd name="connsiteY12182" fmla="*/ 493394 h 3658174"/>
              <a:gd name="connsiteX12183" fmla="*/ 1151962 w 6514506"/>
              <a:gd name="connsiteY12183" fmla="*/ 491870 h 3658174"/>
              <a:gd name="connsiteX12184" fmla="*/ 1136341 w 6514506"/>
              <a:gd name="connsiteY12184" fmla="*/ 498157 h 3658174"/>
              <a:gd name="connsiteX12185" fmla="*/ 1134246 w 6514506"/>
              <a:gd name="connsiteY12185" fmla="*/ 489775 h 3658174"/>
              <a:gd name="connsiteX12186" fmla="*/ 1138438 w 6514506"/>
              <a:gd name="connsiteY12186" fmla="*/ 481393 h 3658174"/>
              <a:gd name="connsiteX12187" fmla="*/ 1141771 w 6514506"/>
              <a:gd name="connsiteY12187" fmla="*/ 478727 h 3658174"/>
              <a:gd name="connsiteX12188" fmla="*/ 1146533 w 6514506"/>
              <a:gd name="connsiteY12188" fmla="*/ 480535 h 3658174"/>
              <a:gd name="connsiteX12189" fmla="*/ 1146819 w 6514506"/>
              <a:gd name="connsiteY12189" fmla="*/ 478154 h 3658174"/>
              <a:gd name="connsiteX12190" fmla="*/ 1145009 w 6514506"/>
              <a:gd name="connsiteY12190" fmla="*/ 475773 h 3658174"/>
              <a:gd name="connsiteX12191" fmla="*/ 1149200 w 6514506"/>
              <a:gd name="connsiteY12191" fmla="*/ 474916 h 3658174"/>
              <a:gd name="connsiteX12192" fmla="*/ 1159106 w 6514506"/>
              <a:gd name="connsiteY12192" fmla="*/ 476440 h 3658174"/>
              <a:gd name="connsiteX12193" fmla="*/ 1165107 w 6514506"/>
              <a:gd name="connsiteY12193" fmla="*/ 477678 h 3658174"/>
              <a:gd name="connsiteX12194" fmla="*/ 1168726 w 6514506"/>
              <a:gd name="connsiteY12194" fmla="*/ 481012 h 3658174"/>
              <a:gd name="connsiteX12195" fmla="*/ 1170536 w 6514506"/>
              <a:gd name="connsiteY12195" fmla="*/ 482821 h 3658174"/>
              <a:gd name="connsiteX12196" fmla="*/ 1176824 w 6514506"/>
              <a:gd name="connsiteY12196" fmla="*/ 480154 h 3658174"/>
              <a:gd name="connsiteX12197" fmla="*/ 1181299 w 6514506"/>
              <a:gd name="connsiteY12197" fmla="*/ 477773 h 3658174"/>
              <a:gd name="connsiteX12198" fmla="*/ 1184252 w 6514506"/>
              <a:gd name="connsiteY12198" fmla="*/ 474439 h 3658174"/>
              <a:gd name="connsiteX12199" fmla="*/ 1185109 w 6514506"/>
              <a:gd name="connsiteY12199" fmla="*/ 472630 h 3658174"/>
              <a:gd name="connsiteX12200" fmla="*/ 1179680 w 6514506"/>
              <a:gd name="connsiteY12200" fmla="*/ 475297 h 3658174"/>
              <a:gd name="connsiteX12201" fmla="*/ 1168250 w 6514506"/>
              <a:gd name="connsiteY12201" fmla="*/ 476154 h 3658174"/>
              <a:gd name="connsiteX12202" fmla="*/ 1157773 w 6514506"/>
              <a:gd name="connsiteY12202" fmla="*/ 473487 h 3658174"/>
              <a:gd name="connsiteX12203" fmla="*/ 1151773 w 6514506"/>
              <a:gd name="connsiteY12203" fmla="*/ 468724 h 3658174"/>
              <a:gd name="connsiteX12204" fmla="*/ 1155963 w 6514506"/>
              <a:gd name="connsiteY12204" fmla="*/ 466343 h 3658174"/>
              <a:gd name="connsiteX12205" fmla="*/ 1157773 w 6514506"/>
              <a:gd name="connsiteY12205" fmla="*/ 460628 h 3658174"/>
              <a:gd name="connsiteX12206" fmla="*/ 1165583 w 6514506"/>
              <a:gd name="connsiteY12206" fmla="*/ 457294 h 3658174"/>
              <a:gd name="connsiteX12207" fmla="*/ 1171871 w 6514506"/>
              <a:gd name="connsiteY12207" fmla="*/ 459104 h 3658174"/>
              <a:gd name="connsiteX12208" fmla="*/ 1178156 w 6514506"/>
              <a:gd name="connsiteY12208" fmla="*/ 463581 h 3658174"/>
              <a:gd name="connsiteX12209" fmla="*/ 1179013 w 6514506"/>
              <a:gd name="connsiteY12209" fmla="*/ 461771 h 3658174"/>
              <a:gd name="connsiteX12210" fmla="*/ 1175394 w 6514506"/>
              <a:gd name="connsiteY12210" fmla="*/ 458437 h 3658174"/>
              <a:gd name="connsiteX12211" fmla="*/ 1168536 w 6514506"/>
              <a:gd name="connsiteY12211" fmla="*/ 455486 h 3658174"/>
              <a:gd name="connsiteX12212" fmla="*/ 1167298 w 6514506"/>
              <a:gd name="connsiteY12212" fmla="*/ 453103 h 3658174"/>
              <a:gd name="connsiteX12213" fmla="*/ 1169393 w 6514506"/>
              <a:gd name="connsiteY12213" fmla="*/ 451008 h 3658174"/>
              <a:gd name="connsiteX12214" fmla="*/ 1171774 w 6514506"/>
              <a:gd name="connsiteY12214" fmla="*/ 447674 h 3658174"/>
              <a:gd name="connsiteX12215" fmla="*/ 1180156 w 6514506"/>
              <a:gd name="connsiteY12215" fmla="*/ 452151 h 3658174"/>
              <a:gd name="connsiteX12216" fmla="*/ 1183490 w 6514506"/>
              <a:gd name="connsiteY12216" fmla="*/ 453675 h 3658174"/>
              <a:gd name="connsiteX12217" fmla="*/ 1185872 w 6514506"/>
              <a:gd name="connsiteY12217" fmla="*/ 450722 h 3658174"/>
              <a:gd name="connsiteX12218" fmla="*/ 1191586 w 6514506"/>
              <a:gd name="connsiteY12218" fmla="*/ 447769 h 3658174"/>
              <a:gd name="connsiteX12219" fmla="*/ 1197016 w 6514506"/>
              <a:gd name="connsiteY12219" fmla="*/ 448055 h 3658174"/>
              <a:gd name="connsiteX12220" fmla="*/ 1195492 w 6514506"/>
              <a:gd name="connsiteY12220" fmla="*/ 453770 h 3658174"/>
              <a:gd name="connsiteX12221" fmla="*/ 1191873 w 6514506"/>
              <a:gd name="connsiteY12221" fmla="*/ 457961 h 3658174"/>
              <a:gd name="connsiteX12222" fmla="*/ 1196064 w 6514506"/>
              <a:gd name="connsiteY12222" fmla="*/ 456723 h 3658174"/>
              <a:gd name="connsiteX12223" fmla="*/ 1200255 w 6514506"/>
              <a:gd name="connsiteY12223" fmla="*/ 454342 h 3658174"/>
              <a:gd name="connsiteX12224" fmla="*/ 1201111 w 6514506"/>
              <a:gd name="connsiteY12224" fmla="*/ 452246 h 3658174"/>
              <a:gd name="connsiteX12225" fmla="*/ 1199016 w 6514506"/>
              <a:gd name="connsiteY12225" fmla="*/ 447198 h 3658174"/>
              <a:gd name="connsiteX12226" fmla="*/ 1198444 w 6514506"/>
              <a:gd name="connsiteY12226" fmla="*/ 442721 h 3658174"/>
              <a:gd name="connsiteX12227" fmla="*/ 1204445 w 6514506"/>
              <a:gd name="connsiteY12227" fmla="*/ 446912 h 3658174"/>
              <a:gd name="connsiteX12228" fmla="*/ 1207779 w 6514506"/>
              <a:gd name="connsiteY12228" fmla="*/ 448436 h 3658174"/>
              <a:gd name="connsiteX12229" fmla="*/ 1211113 w 6514506"/>
              <a:gd name="connsiteY12229" fmla="*/ 448722 h 3658174"/>
              <a:gd name="connsiteX12230" fmla="*/ 1214732 w 6514506"/>
              <a:gd name="connsiteY12230" fmla="*/ 450246 h 3658174"/>
              <a:gd name="connsiteX12231" fmla="*/ 1211398 w 6514506"/>
              <a:gd name="connsiteY12231" fmla="*/ 445769 h 3658174"/>
              <a:gd name="connsiteX12232" fmla="*/ 1207779 w 6514506"/>
              <a:gd name="connsiteY12232" fmla="*/ 439483 h 3658174"/>
              <a:gd name="connsiteX12233" fmla="*/ 1213780 w 6514506"/>
              <a:gd name="connsiteY12233" fmla="*/ 438244 h 3658174"/>
              <a:gd name="connsiteX12234" fmla="*/ 1217113 w 6514506"/>
              <a:gd name="connsiteY12234" fmla="*/ 446055 h 3658174"/>
              <a:gd name="connsiteX12235" fmla="*/ 1218923 w 6514506"/>
              <a:gd name="connsiteY12235" fmla="*/ 448722 h 3658174"/>
              <a:gd name="connsiteX12236" fmla="*/ 1221971 w 6514506"/>
              <a:gd name="connsiteY12236" fmla="*/ 441197 h 3658174"/>
              <a:gd name="connsiteX12237" fmla="*/ 1222543 w 6514506"/>
              <a:gd name="connsiteY12237" fmla="*/ 444150 h 3658174"/>
              <a:gd name="connsiteX12238" fmla="*/ 1222543 w 6514506"/>
              <a:gd name="connsiteY12238" fmla="*/ 449579 h 3658174"/>
              <a:gd name="connsiteX12239" fmla="*/ 1226162 w 6514506"/>
              <a:gd name="connsiteY12239" fmla="*/ 442435 h 3658174"/>
              <a:gd name="connsiteX12240" fmla="*/ 1231307 w 6514506"/>
              <a:gd name="connsiteY12240" fmla="*/ 439102 h 3658174"/>
              <a:gd name="connsiteX12241" fmla="*/ 1234926 w 6514506"/>
              <a:gd name="connsiteY12241" fmla="*/ 437578 h 3658174"/>
              <a:gd name="connsiteX12242" fmla="*/ 1236735 w 6514506"/>
              <a:gd name="connsiteY12242" fmla="*/ 435768 h 3658174"/>
              <a:gd name="connsiteX12243" fmla="*/ 1239403 w 6514506"/>
              <a:gd name="connsiteY12243" fmla="*/ 434911 h 3658174"/>
              <a:gd name="connsiteX12244" fmla="*/ 1243307 w 6514506"/>
              <a:gd name="connsiteY12244" fmla="*/ 434053 h 3658174"/>
              <a:gd name="connsiteX12245" fmla="*/ 1248736 w 6514506"/>
              <a:gd name="connsiteY12245" fmla="*/ 435863 h 3658174"/>
              <a:gd name="connsiteX12246" fmla="*/ 1254451 w 6514506"/>
              <a:gd name="connsiteY12246" fmla="*/ 435863 h 3658174"/>
              <a:gd name="connsiteX12247" fmla="*/ 1258928 w 6514506"/>
              <a:gd name="connsiteY12247" fmla="*/ 440054 h 3658174"/>
              <a:gd name="connsiteX12248" fmla="*/ 1263976 w 6514506"/>
              <a:gd name="connsiteY12248" fmla="*/ 440340 h 3658174"/>
              <a:gd name="connsiteX12249" fmla="*/ 1273311 w 6514506"/>
              <a:gd name="connsiteY12249" fmla="*/ 435292 h 3658174"/>
              <a:gd name="connsiteX12250" fmla="*/ 1278073 w 6514506"/>
              <a:gd name="connsiteY12250" fmla="*/ 433196 h 3658174"/>
              <a:gd name="connsiteX12251" fmla="*/ 1284646 w 6514506"/>
              <a:gd name="connsiteY12251" fmla="*/ 428719 h 3658174"/>
              <a:gd name="connsiteX12252" fmla="*/ 1282836 w 6514506"/>
              <a:gd name="connsiteY12252" fmla="*/ 427481 h 3658174"/>
              <a:gd name="connsiteX12253" fmla="*/ 1275978 w 6514506"/>
              <a:gd name="connsiteY12253" fmla="*/ 430434 h 3658174"/>
              <a:gd name="connsiteX12254" fmla="*/ 1271501 w 6514506"/>
              <a:gd name="connsiteY12254" fmla="*/ 433387 h 3658174"/>
              <a:gd name="connsiteX12255" fmla="*/ 1263691 w 6514506"/>
              <a:gd name="connsiteY12255" fmla="*/ 435482 h 3658174"/>
              <a:gd name="connsiteX12256" fmla="*/ 1257404 w 6514506"/>
              <a:gd name="connsiteY12256" fmla="*/ 431863 h 3658174"/>
              <a:gd name="connsiteX12257" fmla="*/ 1265500 w 6514506"/>
              <a:gd name="connsiteY12257" fmla="*/ 427957 h 3658174"/>
              <a:gd name="connsiteX12258" fmla="*/ 1269691 w 6514506"/>
              <a:gd name="connsiteY12258" fmla="*/ 426719 h 3658174"/>
              <a:gd name="connsiteX12259" fmla="*/ 1266359 w 6514506"/>
              <a:gd name="connsiteY12259" fmla="*/ 425195 h 3658174"/>
              <a:gd name="connsiteX12260" fmla="*/ 1271501 w 6514506"/>
              <a:gd name="connsiteY12260" fmla="*/ 422242 h 3658174"/>
              <a:gd name="connsiteX12261" fmla="*/ 1286455 w 6514506"/>
              <a:gd name="connsiteY12261" fmla="*/ 418052 h 3658174"/>
              <a:gd name="connsiteX12262" fmla="*/ 1294267 w 6514506"/>
              <a:gd name="connsiteY12262" fmla="*/ 418337 h 3658174"/>
              <a:gd name="connsiteX12263" fmla="*/ 1296933 w 6514506"/>
              <a:gd name="connsiteY12263" fmla="*/ 415670 h 3658174"/>
              <a:gd name="connsiteX12264" fmla="*/ 1299028 w 6514506"/>
              <a:gd name="connsiteY12264" fmla="*/ 414146 h 3658174"/>
              <a:gd name="connsiteX12265" fmla="*/ 1301314 w 6514506"/>
              <a:gd name="connsiteY12265" fmla="*/ 413956 h 3658174"/>
              <a:gd name="connsiteX12266" fmla="*/ 1305124 w 6514506"/>
              <a:gd name="connsiteY12266" fmla="*/ 410336 h 3658174"/>
              <a:gd name="connsiteX12267" fmla="*/ 1315316 w 6514506"/>
              <a:gd name="connsiteY12267" fmla="*/ 411574 h 3658174"/>
              <a:gd name="connsiteX12268" fmla="*/ 1309887 w 6514506"/>
              <a:gd name="connsiteY12268" fmla="*/ 408622 h 3658174"/>
              <a:gd name="connsiteX12269" fmla="*/ 1308363 w 6514506"/>
              <a:gd name="connsiteY12269" fmla="*/ 406526 h 3658174"/>
              <a:gd name="connsiteX12270" fmla="*/ 1316173 w 6514506"/>
              <a:gd name="connsiteY12270" fmla="*/ 405002 h 3658174"/>
              <a:gd name="connsiteX12271" fmla="*/ 1319126 w 6514506"/>
              <a:gd name="connsiteY12271" fmla="*/ 406526 h 3658174"/>
              <a:gd name="connsiteX12272" fmla="*/ 1328462 w 6514506"/>
              <a:gd name="connsiteY12272" fmla="*/ 406812 h 3658174"/>
              <a:gd name="connsiteX12273" fmla="*/ 1325127 w 6514506"/>
              <a:gd name="connsiteY12273" fmla="*/ 405002 h 3658174"/>
              <a:gd name="connsiteX12274" fmla="*/ 1320650 w 6514506"/>
              <a:gd name="connsiteY12274" fmla="*/ 402335 h 3658174"/>
              <a:gd name="connsiteX12275" fmla="*/ 1323317 w 6514506"/>
              <a:gd name="connsiteY12275" fmla="*/ 399382 h 3658174"/>
              <a:gd name="connsiteX12276" fmla="*/ 1329889 w 6514506"/>
              <a:gd name="connsiteY12276" fmla="*/ 396430 h 3658174"/>
              <a:gd name="connsiteX12277" fmla="*/ 1335319 w 6514506"/>
              <a:gd name="connsiteY12277" fmla="*/ 394334 h 3658174"/>
              <a:gd name="connsiteX12278" fmla="*/ 1339796 w 6514506"/>
              <a:gd name="connsiteY12278" fmla="*/ 393763 h 3658174"/>
              <a:gd name="connsiteX12279" fmla="*/ 1344273 w 6514506"/>
              <a:gd name="connsiteY12279" fmla="*/ 390810 h 3658174"/>
              <a:gd name="connsiteX12280" fmla="*/ 1349701 w 6514506"/>
              <a:gd name="connsiteY12280" fmla="*/ 386619 h 3658174"/>
              <a:gd name="connsiteX12281" fmla="*/ 1354750 w 6514506"/>
              <a:gd name="connsiteY12281" fmla="*/ 384809 h 3658174"/>
              <a:gd name="connsiteX12282" fmla="*/ 1360465 w 6514506"/>
              <a:gd name="connsiteY12282" fmla="*/ 386047 h 3658174"/>
              <a:gd name="connsiteX12283" fmla="*/ 1359607 w 6514506"/>
              <a:gd name="connsiteY12283" fmla="*/ 383952 h 3658174"/>
              <a:gd name="connsiteX12284" fmla="*/ 1358369 w 6514506"/>
              <a:gd name="connsiteY12284" fmla="*/ 380047 h 3658174"/>
              <a:gd name="connsiteX12285" fmla="*/ 1364084 w 6514506"/>
              <a:gd name="connsiteY12285" fmla="*/ 379189 h 3658174"/>
              <a:gd name="connsiteX12286" fmla="*/ 1367418 w 6514506"/>
              <a:gd name="connsiteY12286" fmla="*/ 377380 h 3658174"/>
              <a:gd name="connsiteX12287" fmla="*/ 1372847 w 6514506"/>
              <a:gd name="connsiteY12287" fmla="*/ 372331 h 3658174"/>
              <a:gd name="connsiteX12288" fmla="*/ 1376467 w 6514506"/>
              <a:gd name="connsiteY12288" fmla="*/ 369951 h 3658174"/>
              <a:gd name="connsiteX12289" fmla="*/ 1385801 w 6514506"/>
              <a:gd name="connsiteY12289" fmla="*/ 368140 h 3658174"/>
              <a:gd name="connsiteX12290" fmla="*/ 1391802 w 6514506"/>
              <a:gd name="connsiteY12290" fmla="*/ 368426 h 3658174"/>
              <a:gd name="connsiteX12291" fmla="*/ 1398946 w 6514506"/>
              <a:gd name="connsiteY12291" fmla="*/ 367569 h 3658174"/>
              <a:gd name="connsiteX12292" fmla="*/ 1407042 w 6514506"/>
              <a:gd name="connsiteY12292" fmla="*/ 370522 h 3658174"/>
              <a:gd name="connsiteX12293" fmla="*/ 1402565 w 6514506"/>
              <a:gd name="connsiteY12293" fmla="*/ 365473 h 3658174"/>
              <a:gd name="connsiteX12294" fmla="*/ 1403137 w 6514506"/>
              <a:gd name="connsiteY12294" fmla="*/ 358901 h 3658174"/>
              <a:gd name="connsiteX12295" fmla="*/ 1409423 w 6514506"/>
              <a:gd name="connsiteY12295" fmla="*/ 360139 h 3658174"/>
              <a:gd name="connsiteX12296" fmla="*/ 1411804 w 6514506"/>
              <a:gd name="connsiteY12296" fmla="*/ 363759 h 3658174"/>
              <a:gd name="connsiteX12297" fmla="*/ 1412376 w 6514506"/>
              <a:gd name="connsiteY12297" fmla="*/ 358711 h 3658174"/>
              <a:gd name="connsiteX12298" fmla="*/ 1419901 w 6514506"/>
              <a:gd name="connsiteY12298" fmla="*/ 351854 h 3658174"/>
              <a:gd name="connsiteX12299" fmla="*/ 1426473 w 6514506"/>
              <a:gd name="connsiteY12299" fmla="*/ 354234 h 3658174"/>
              <a:gd name="connsiteX12300" fmla="*/ 1428568 w 6514506"/>
              <a:gd name="connsiteY12300" fmla="*/ 349758 h 3658174"/>
              <a:gd name="connsiteX12301" fmla="*/ 1431235 w 6514506"/>
              <a:gd name="connsiteY12301" fmla="*/ 346804 h 3658174"/>
              <a:gd name="connsiteX12302" fmla="*/ 1435712 w 6514506"/>
              <a:gd name="connsiteY12302" fmla="*/ 344709 h 3658174"/>
              <a:gd name="connsiteX12303" fmla="*/ 1439903 w 6514506"/>
              <a:gd name="connsiteY12303" fmla="*/ 343852 h 3658174"/>
              <a:gd name="connsiteX12304" fmla="*/ 1436570 w 6514506"/>
              <a:gd name="connsiteY12304" fmla="*/ 347757 h 3658174"/>
              <a:gd name="connsiteX12305" fmla="*/ 1433617 w 6514506"/>
              <a:gd name="connsiteY12305" fmla="*/ 352519 h 3658174"/>
              <a:gd name="connsiteX12306" fmla="*/ 1436570 w 6514506"/>
              <a:gd name="connsiteY12306" fmla="*/ 351662 h 3658174"/>
              <a:gd name="connsiteX12307" fmla="*/ 1441618 w 6514506"/>
              <a:gd name="connsiteY12307" fmla="*/ 349281 h 3658174"/>
              <a:gd name="connsiteX12308" fmla="*/ 1442189 w 6514506"/>
              <a:gd name="connsiteY12308" fmla="*/ 345947 h 3658174"/>
              <a:gd name="connsiteX12309" fmla="*/ 1445523 w 6514506"/>
              <a:gd name="connsiteY12309" fmla="*/ 343280 h 3658174"/>
              <a:gd name="connsiteX12310" fmla="*/ 1448857 w 6514506"/>
              <a:gd name="connsiteY12310" fmla="*/ 346900 h 3658174"/>
              <a:gd name="connsiteX12311" fmla="*/ 1454572 w 6514506"/>
              <a:gd name="connsiteY12311" fmla="*/ 346042 h 3658174"/>
              <a:gd name="connsiteX12312" fmla="*/ 1454286 w 6514506"/>
              <a:gd name="connsiteY12312" fmla="*/ 343661 h 3658174"/>
              <a:gd name="connsiteX12313" fmla="*/ 1452191 w 6514506"/>
              <a:gd name="connsiteY12313" fmla="*/ 341566 h 3658174"/>
              <a:gd name="connsiteX12314" fmla="*/ 1457620 w 6514506"/>
              <a:gd name="connsiteY12314" fmla="*/ 340042 h 3658174"/>
              <a:gd name="connsiteX12315" fmla="*/ 1463049 w 6514506"/>
              <a:gd name="connsiteY12315" fmla="*/ 339470 h 3658174"/>
              <a:gd name="connsiteX12316" fmla="*/ 1467240 w 6514506"/>
              <a:gd name="connsiteY12316" fmla="*/ 340708 h 3658174"/>
              <a:gd name="connsiteX12317" fmla="*/ 1468764 w 6514506"/>
              <a:gd name="connsiteY12317" fmla="*/ 337375 h 3658174"/>
              <a:gd name="connsiteX12318" fmla="*/ 1479241 w 6514506"/>
              <a:gd name="connsiteY12318" fmla="*/ 331945 h 3658174"/>
              <a:gd name="connsiteX12319" fmla="*/ 1489433 w 6514506"/>
              <a:gd name="connsiteY12319" fmla="*/ 328326 h 3658174"/>
              <a:gd name="connsiteX12320" fmla="*/ 1490671 w 6514506"/>
              <a:gd name="connsiteY12320" fmla="*/ 330707 h 3658174"/>
              <a:gd name="connsiteX12321" fmla="*/ 1492481 w 6514506"/>
              <a:gd name="connsiteY12321" fmla="*/ 334612 h 3658174"/>
              <a:gd name="connsiteX12322" fmla="*/ 1494005 w 6514506"/>
              <a:gd name="connsiteY12322" fmla="*/ 330707 h 3658174"/>
              <a:gd name="connsiteX12323" fmla="*/ 1497339 w 6514506"/>
              <a:gd name="connsiteY12323" fmla="*/ 330707 h 3658174"/>
              <a:gd name="connsiteX12324" fmla="*/ 1498196 w 6514506"/>
              <a:gd name="connsiteY12324" fmla="*/ 335184 h 3658174"/>
              <a:gd name="connsiteX12325" fmla="*/ 1499053 w 6514506"/>
              <a:gd name="connsiteY12325" fmla="*/ 330421 h 3658174"/>
              <a:gd name="connsiteX12326" fmla="*/ 1495148 w 6514506"/>
              <a:gd name="connsiteY12326" fmla="*/ 323849 h 3658174"/>
              <a:gd name="connsiteX12327" fmla="*/ 1501435 w 6514506"/>
              <a:gd name="connsiteY12327" fmla="*/ 320515 h 3658174"/>
              <a:gd name="connsiteX12328" fmla="*/ 1505340 w 6514506"/>
              <a:gd name="connsiteY12328" fmla="*/ 322039 h 3658174"/>
              <a:gd name="connsiteX12329" fmla="*/ 1510388 w 6514506"/>
              <a:gd name="connsiteY12329" fmla="*/ 324706 h 3658174"/>
              <a:gd name="connsiteX12330" fmla="*/ 1508293 w 6514506"/>
              <a:gd name="connsiteY12330" fmla="*/ 328897 h 3658174"/>
              <a:gd name="connsiteX12331" fmla="*/ 1509817 w 6514506"/>
              <a:gd name="connsiteY12331" fmla="*/ 330136 h 3658174"/>
              <a:gd name="connsiteX12332" fmla="*/ 1518199 w 6514506"/>
              <a:gd name="connsiteY12332" fmla="*/ 326230 h 3658174"/>
              <a:gd name="connsiteX12333" fmla="*/ 1518199 w 6514506"/>
              <a:gd name="connsiteY12333" fmla="*/ 329183 h 3658174"/>
              <a:gd name="connsiteX12334" fmla="*/ 1512198 w 6514506"/>
              <a:gd name="connsiteY12334" fmla="*/ 333374 h 3658174"/>
              <a:gd name="connsiteX12335" fmla="*/ 1512770 w 6514506"/>
              <a:gd name="connsiteY12335" fmla="*/ 335755 h 3658174"/>
              <a:gd name="connsiteX12336" fmla="*/ 1519056 w 6514506"/>
              <a:gd name="connsiteY12336" fmla="*/ 332136 h 3658174"/>
              <a:gd name="connsiteX12337" fmla="*/ 1524771 w 6514506"/>
              <a:gd name="connsiteY12337" fmla="*/ 328231 h 3658174"/>
              <a:gd name="connsiteX12338" fmla="*/ 1529248 w 6514506"/>
              <a:gd name="connsiteY12338" fmla="*/ 325278 h 3658174"/>
              <a:gd name="connsiteX12339" fmla="*/ 1533153 w 6514506"/>
              <a:gd name="connsiteY12339" fmla="*/ 324040 h 3658174"/>
              <a:gd name="connsiteX12340" fmla="*/ 1534963 w 6514506"/>
              <a:gd name="connsiteY12340" fmla="*/ 333374 h 3658174"/>
              <a:gd name="connsiteX12341" fmla="*/ 1537058 w 6514506"/>
              <a:gd name="connsiteY12341" fmla="*/ 333946 h 3658174"/>
              <a:gd name="connsiteX12342" fmla="*/ 1538868 w 6514506"/>
              <a:gd name="connsiteY12342" fmla="*/ 329469 h 3658174"/>
              <a:gd name="connsiteX12343" fmla="*/ 1539725 w 6514506"/>
              <a:gd name="connsiteY12343" fmla="*/ 324421 h 3658174"/>
              <a:gd name="connsiteX12344" fmla="*/ 1543916 w 6514506"/>
              <a:gd name="connsiteY12344" fmla="*/ 320230 h 3658174"/>
              <a:gd name="connsiteX12345" fmla="*/ 1550488 w 6514506"/>
              <a:gd name="connsiteY12345" fmla="*/ 322325 h 3658174"/>
              <a:gd name="connsiteX12346" fmla="*/ 1553822 w 6514506"/>
              <a:gd name="connsiteY12346" fmla="*/ 324421 h 3658174"/>
              <a:gd name="connsiteX12347" fmla="*/ 1557442 w 6514506"/>
              <a:gd name="connsiteY12347" fmla="*/ 328040 h 3658174"/>
              <a:gd name="connsiteX12348" fmla="*/ 1558680 w 6514506"/>
              <a:gd name="connsiteY12348" fmla="*/ 332517 h 3658174"/>
              <a:gd name="connsiteX12349" fmla="*/ 1560775 w 6514506"/>
              <a:gd name="connsiteY12349" fmla="*/ 330707 h 3658174"/>
              <a:gd name="connsiteX12350" fmla="*/ 1564681 w 6514506"/>
              <a:gd name="connsiteY12350" fmla="*/ 327088 h 3658174"/>
              <a:gd name="connsiteX12351" fmla="*/ 1576968 w 6514506"/>
              <a:gd name="connsiteY12351" fmla="*/ 323468 h 3658174"/>
              <a:gd name="connsiteX12352" fmla="*/ 1582397 w 6514506"/>
              <a:gd name="connsiteY12352" fmla="*/ 320801 h 3658174"/>
              <a:gd name="connsiteX12353" fmla="*/ 1586588 w 6514506"/>
              <a:gd name="connsiteY12353" fmla="*/ 318991 h 3658174"/>
              <a:gd name="connsiteX12354" fmla="*/ 1588684 w 6514506"/>
              <a:gd name="connsiteY12354" fmla="*/ 318134 h 3658174"/>
              <a:gd name="connsiteX12355" fmla="*/ 1586874 w 6514506"/>
              <a:gd name="connsiteY12355" fmla="*/ 314800 h 3658174"/>
              <a:gd name="connsiteX12356" fmla="*/ 1598590 w 6514506"/>
              <a:gd name="connsiteY12356" fmla="*/ 315658 h 3658174"/>
              <a:gd name="connsiteX12357" fmla="*/ 1596208 w 6514506"/>
              <a:gd name="connsiteY12357" fmla="*/ 320420 h 3658174"/>
              <a:gd name="connsiteX12358" fmla="*/ 1587255 w 6514506"/>
              <a:gd name="connsiteY12358" fmla="*/ 328231 h 3658174"/>
              <a:gd name="connsiteX12359" fmla="*/ 1589350 w 6514506"/>
              <a:gd name="connsiteY12359" fmla="*/ 330898 h 3658174"/>
              <a:gd name="connsiteX12360" fmla="*/ 1597447 w 6514506"/>
              <a:gd name="connsiteY12360" fmla="*/ 324897 h 3658174"/>
              <a:gd name="connsiteX12361" fmla="*/ 1611544 w 6514506"/>
              <a:gd name="connsiteY12361" fmla="*/ 319182 h 3658174"/>
              <a:gd name="connsiteX12362" fmla="*/ 1613925 w 6514506"/>
              <a:gd name="connsiteY12362" fmla="*/ 322801 h 3658174"/>
              <a:gd name="connsiteX12363" fmla="*/ 1607638 w 6514506"/>
              <a:gd name="connsiteY12363" fmla="*/ 329374 h 3658174"/>
              <a:gd name="connsiteX12364" fmla="*/ 1610972 w 6514506"/>
              <a:gd name="connsiteY12364" fmla="*/ 331755 h 3658174"/>
              <a:gd name="connsiteX12365" fmla="*/ 1615449 w 6514506"/>
              <a:gd name="connsiteY12365" fmla="*/ 330898 h 3658174"/>
              <a:gd name="connsiteX12366" fmla="*/ 1622688 w 6514506"/>
              <a:gd name="connsiteY12366" fmla="*/ 326421 h 3658174"/>
              <a:gd name="connsiteX12367" fmla="*/ 1624498 w 6514506"/>
              <a:gd name="connsiteY12367" fmla="*/ 322231 h 3658174"/>
              <a:gd name="connsiteX12368" fmla="*/ 1633832 w 6514506"/>
              <a:gd name="connsiteY12368" fmla="*/ 319849 h 3658174"/>
              <a:gd name="connsiteX12369" fmla="*/ 1630213 w 6514506"/>
              <a:gd name="connsiteY12369" fmla="*/ 329755 h 3658174"/>
              <a:gd name="connsiteX12370" fmla="*/ 1629355 w 6514506"/>
              <a:gd name="connsiteY12370" fmla="*/ 334517 h 3658174"/>
              <a:gd name="connsiteX12371" fmla="*/ 1637452 w 6514506"/>
              <a:gd name="connsiteY12371" fmla="*/ 329088 h 3658174"/>
              <a:gd name="connsiteX12372" fmla="*/ 1646120 w 6514506"/>
              <a:gd name="connsiteY12372" fmla="*/ 330612 h 3658174"/>
              <a:gd name="connsiteX12373" fmla="*/ 1648215 w 6514506"/>
              <a:gd name="connsiteY12373" fmla="*/ 333279 h 3658174"/>
              <a:gd name="connsiteX12374" fmla="*/ 1651834 w 6514506"/>
              <a:gd name="connsiteY12374" fmla="*/ 334803 h 3658174"/>
              <a:gd name="connsiteX12375" fmla="*/ 1653644 w 6514506"/>
              <a:gd name="connsiteY12375" fmla="*/ 339565 h 3658174"/>
              <a:gd name="connsiteX12376" fmla="*/ 1648215 w 6514506"/>
              <a:gd name="connsiteY12376" fmla="*/ 346423 h 3658174"/>
              <a:gd name="connsiteX12377" fmla="*/ 1635642 w 6514506"/>
              <a:gd name="connsiteY12377" fmla="*/ 340708 h 3658174"/>
              <a:gd name="connsiteX12378" fmla="*/ 1635642 w 6514506"/>
              <a:gd name="connsiteY12378" fmla="*/ 344328 h 3658174"/>
              <a:gd name="connsiteX12379" fmla="*/ 1635642 w 6514506"/>
              <a:gd name="connsiteY12379" fmla="*/ 347281 h 3658174"/>
              <a:gd name="connsiteX12380" fmla="*/ 1637452 w 6514506"/>
              <a:gd name="connsiteY12380" fmla="*/ 350233 h 3658174"/>
              <a:gd name="connsiteX12381" fmla="*/ 1644024 w 6514506"/>
              <a:gd name="connsiteY12381" fmla="*/ 350519 h 3658174"/>
              <a:gd name="connsiteX12382" fmla="*/ 1649191 w 6514506"/>
              <a:gd name="connsiteY12382" fmla="*/ 351954 h 3658174"/>
              <a:gd name="connsiteX12383" fmla="*/ 1651834 w 6514506"/>
              <a:gd name="connsiteY12383" fmla="*/ 351758 h 3658174"/>
              <a:gd name="connsiteX12384" fmla="*/ 1653358 w 6514506"/>
              <a:gd name="connsiteY12384" fmla="*/ 356997 h 3658174"/>
              <a:gd name="connsiteX12385" fmla="*/ 1656692 w 6514506"/>
              <a:gd name="connsiteY12385" fmla="*/ 358806 h 3658174"/>
              <a:gd name="connsiteX12386" fmla="*/ 1660026 w 6514506"/>
              <a:gd name="connsiteY12386" fmla="*/ 358234 h 3658174"/>
              <a:gd name="connsiteX12387" fmla="*/ 1661550 w 6514506"/>
              <a:gd name="connsiteY12387" fmla="*/ 355854 h 3658174"/>
              <a:gd name="connsiteX12388" fmla="*/ 1664502 w 6514506"/>
              <a:gd name="connsiteY12388" fmla="*/ 354997 h 3658174"/>
              <a:gd name="connsiteX12389" fmla="*/ 1668693 w 6514506"/>
              <a:gd name="connsiteY12389" fmla="*/ 356235 h 3658174"/>
              <a:gd name="connsiteX12390" fmla="*/ 1671075 w 6514506"/>
              <a:gd name="connsiteY12390" fmla="*/ 363474 h 3658174"/>
              <a:gd name="connsiteX12391" fmla="*/ 1663835 w 6514506"/>
              <a:gd name="connsiteY12391" fmla="*/ 359568 h 3658174"/>
              <a:gd name="connsiteX12392" fmla="*/ 1663264 w 6514506"/>
              <a:gd name="connsiteY12392" fmla="*/ 363474 h 3658174"/>
              <a:gd name="connsiteX12393" fmla="*/ 1666598 w 6514506"/>
              <a:gd name="connsiteY12393" fmla="*/ 364998 h 3658174"/>
              <a:gd name="connsiteX12394" fmla="*/ 1669265 w 6514506"/>
              <a:gd name="connsiteY12394" fmla="*/ 367664 h 3658174"/>
              <a:gd name="connsiteX12395" fmla="*/ 1668693 w 6514506"/>
              <a:gd name="connsiteY12395" fmla="*/ 371569 h 3658174"/>
              <a:gd name="connsiteX12396" fmla="*/ 1672599 w 6514506"/>
              <a:gd name="connsiteY12396" fmla="*/ 372141 h 3658174"/>
              <a:gd name="connsiteX12397" fmla="*/ 1685743 w 6514506"/>
              <a:gd name="connsiteY12397" fmla="*/ 374522 h 3658174"/>
              <a:gd name="connsiteX12398" fmla="*/ 1691744 w 6514506"/>
              <a:gd name="connsiteY12398" fmla="*/ 375379 h 3658174"/>
              <a:gd name="connsiteX12399" fmla="*/ 1701935 w 6514506"/>
              <a:gd name="connsiteY12399" fmla="*/ 383191 h 3658174"/>
              <a:gd name="connsiteX12400" fmla="*/ 1717176 w 6514506"/>
              <a:gd name="connsiteY12400" fmla="*/ 402622 h 3658174"/>
              <a:gd name="connsiteX12401" fmla="*/ 1719557 w 6514506"/>
              <a:gd name="connsiteY12401" fmla="*/ 402908 h 3658174"/>
              <a:gd name="connsiteX12402" fmla="*/ 1723748 w 6514506"/>
              <a:gd name="connsiteY12402" fmla="*/ 408336 h 3658174"/>
              <a:gd name="connsiteX12403" fmla="*/ 1724605 w 6514506"/>
              <a:gd name="connsiteY12403" fmla="*/ 411956 h 3658174"/>
              <a:gd name="connsiteX12404" fmla="*/ 1727558 w 6514506"/>
              <a:gd name="connsiteY12404" fmla="*/ 412813 h 3658174"/>
              <a:gd name="connsiteX12405" fmla="*/ 1728415 w 6514506"/>
              <a:gd name="connsiteY12405" fmla="*/ 418242 h 3658174"/>
              <a:gd name="connsiteX12406" fmla="*/ 1729653 w 6514506"/>
              <a:gd name="connsiteY12406" fmla="*/ 421196 h 3658174"/>
              <a:gd name="connsiteX12407" fmla="*/ 1729939 w 6514506"/>
              <a:gd name="connsiteY12407" fmla="*/ 425958 h 3658174"/>
              <a:gd name="connsiteX12408" fmla="*/ 1726605 w 6514506"/>
              <a:gd name="connsiteY12408" fmla="*/ 437960 h 3658174"/>
              <a:gd name="connsiteX12409" fmla="*/ 1716699 w 6514506"/>
              <a:gd name="connsiteY12409" fmla="*/ 445484 h 3658174"/>
              <a:gd name="connsiteX12410" fmla="*/ 1690029 w 6514506"/>
              <a:gd name="connsiteY12410" fmla="*/ 454437 h 3658174"/>
              <a:gd name="connsiteX12411" fmla="*/ 1661264 w 6514506"/>
              <a:gd name="connsiteY12411" fmla="*/ 449961 h 3658174"/>
              <a:gd name="connsiteX12412" fmla="*/ 1646881 w 6514506"/>
              <a:gd name="connsiteY12412" fmla="*/ 444913 h 3658174"/>
              <a:gd name="connsiteX12413" fmla="*/ 1635451 w 6514506"/>
              <a:gd name="connsiteY12413" fmla="*/ 436245 h 3658174"/>
              <a:gd name="connsiteX12414" fmla="*/ 1630974 w 6514506"/>
              <a:gd name="connsiteY12414" fmla="*/ 431767 h 3658174"/>
              <a:gd name="connsiteX12415" fmla="*/ 1629450 w 6514506"/>
              <a:gd name="connsiteY12415" fmla="*/ 428816 h 3658174"/>
              <a:gd name="connsiteX12416" fmla="*/ 1622878 w 6514506"/>
              <a:gd name="connsiteY12416" fmla="*/ 425863 h 3658174"/>
              <a:gd name="connsiteX12417" fmla="*/ 1617163 w 6514506"/>
              <a:gd name="connsiteY12417" fmla="*/ 421672 h 3658174"/>
              <a:gd name="connsiteX12418" fmla="*/ 1611162 w 6514506"/>
              <a:gd name="connsiteY12418" fmla="*/ 418719 h 3658174"/>
              <a:gd name="connsiteX12419" fmla="*/ 1618687 w 6514506"/>
              <a:gd name="connsiteY12419" fmla="*/ 428911 h 3658174"/>
              <a:gd name="connsiteX12420" fmla="*/ 1621068 w 6514506"/>
              <a:gd name="connsiteY12420" fmla="*/ 437292 h 3658174"/>
              <a:gd name="connsiteX12421" fmla="*/ 1620211 w 6514506"/>
              <a:gd name="connsiteY12421" fmla="*/ 440912 h 3658174"/>
              <a:gd name="connsiteX12422" fmla="*/ 1621735 w 6514506"/>
              <a:gd name="connsiteY12422" fmla="*/ 451104 h 3658174"/>
              <a:gd name="connsiteX12423" fmla="*/ 1615163 w 6514506"/>
              <a:gd name="connsiteY12423" fmla="*/ 457962 h 3658174"/>
              <a:gd name="connsiteX12424" fmla="*/ 1611543 w 6514506"/>
              <a:gd name="connsiteY12424" fmla="*/ 463676 h 3658174"/>
              <a:gd name="connsiteX12425" fmla="*/ 1605828 w 6514506"/>
              <a:gd name="connsiteY12425" fmla="*/ 472058 h 3658174"/>
              <a:gd name="connsiteX12426" fmla="*/ 1602495 w 6514506"/>
              <a:gd name="connsiteY12426" fmla="*/ 478345 h 3658174"/>
              <a:gd name="connsiteX12427" fmla="*/ 1603352 w 6514506"/>
              <a:gd name="connsiteY12427" fmla="*/ 481678 h 3658174"/>
              <a:gd name="connsiteX12428" fmla="*/ 1607257 w 6514506"/>
              <a:gd name="connsiteY12428" fmla="*/ 484632 h 3658174"/>
              <a:gd name="connsiteX12429" fmla="*/ 1608781 w 6514506"/>
              <a:gd name="connsiteY12429" fmla="*/ 493014 h 3658174"/>
              <a:gd name="connsiteX12430" fmla="*/ 1611162 w 6514506"/>
              <a:gd name="connsiteY12430" fmla="*/ 498442 h 3658174"/>
              <a:gd name="connsiteX12431" fmla="*/ 1617734 w 6514506"/>
              <a:gd name="connsiteY12431" fmla="*/ 503492 h 3658174"/>
              <a:gd name="connsiteX12432" fmla="*/ 1622497 w 6514506"/>
              <a:gd name="connsiteY12432" fmla="*/ 504348 h 3658174"/>
              <a:gd name="connsiteX12433" fmla="*/ 1628784 w 6514506"/>
              <a:gd name="connsiteY12433" fmla="*/ 503110 h 3658174"/>
              <a:gd name="connsiteX12434" fmla="*/ 1632403 w 6514506"/>
              <a:gd name="connsiteY12434" fmla="*/ 498634 h 3658174"/>
              <a:gd name="connsiteX12435" fmla="*/ 1633927 w 6514506"/>
              <a:gd name="connsiteY12435" fmla="*/ 493586 h 3658174"/>
              <a:gd name="connsiteX12436" fmla="*/ 1631832 w 6514506"/>
              <a:gd name="connsiteY12436" fmla="*/ 489109 h 3658174"/>
              <a:gd name="connsiteX12437" fmla="*/ 1629164 w 6514506"/>
              <a:gd name="connsiteY12437" fmla="*/ 483679 h 3658174"/>
              <a:gd name="connsiteX12438" fmla="*/ 1627069 w 6514506"/>
              <a:gd name="connsiteY12438" fmla="*/ 477107 h 3658174"/>
              <a:gd name="connsiteX12439" fmla="*/ 1629164 w 6514506"/>
              <a:gd name="connsiteY12439" fmla="*/ 474440 h 3658174"/>
              <a:gd name="connsiteX12440" fmla="*/ 1632117 w 6514506"/>
              <a:gd name="connsiteY12440" fmla="*/ 474726 h 3658174"/>
              <a:gd name="connsiteX12441" fmla="*/ 1637547 w 6514506"/>
              <a:gd name="connsiteY12441" fmla="*/ 471392 h 3658174"/>
              <a:gd name="connsiteX12442" fmla="*/ 1643833 w 6514506"/>
              <a:gd name="connsiteY12442" fmla="*/ 477679 h 3658174"/>
              <a:gd name="connsiteX12443" fmla="*/ 1644119 w 6514506"/>
              <a:gd name="connsiteY12443" fmla="*/ 483393 h 3658174"/>
              <a:gd name="connsiteX12444" fmla="*/ 1647167 w 6514506"/>
              <a:gd name="connsiteY12444" fmla="*/ 484632 h 3658174"/>
              <a:gd name="connsiteX12445" fmla="*/ 1659740 w 6514506"/>
              <a:gd name="connsiteY12445" fmla="*/ 490061 h 3658174"/>
              <a:gd name="connsiteX12446" fmla="*/ 1666312 w 6514506"/>
              <a:gd name="connsiteY12446" fmla="*/ 491871 h 3658174"/>
              <a:gd name="connsiteX12447" fmla="*/ 1669646 w 6514506"/>
              <a:gd name="connsiteY12447" fmla="*/ 490347 h 3658174"/>
              <a:gd name="connsiteX12448" fmla="*/ 1673551 w 6514506"/>
              <a:gd name="connsiteY12448" fmla="*/ 488822 h 3658174"/>
              <a:gd name="connsiteX12449" fmla="*/ 1676885 w 6514506"/>
              <a:gd name="connsiteY12449" fmla="*/ 487012 h 3658174"/>
              <a:gd name="connsiteX12450" fmla="*/ 1679266 w 6514506"/>
              <a:gd name="connsiteY12450" fmla="*/ 487299 h 3658174"/>
              <a:gd name="connsiteX12451" fmla="*/ 1677742 w 6514506"/>
              <a:gd name="connsiteY12451" fmla="*/ 478345 h 3658174"/>
              <a:gd name="connsiteX12452" fmla="*/ 1682219 w 6514506"/>
              <a:gd name="connsiteY12452" fmla="*/ 470534 h 3658174"/>
              <a:gd name="connsiteX12453" fmla="*/ 1689743 w 6514506"/>
              <a:gd name="connsiteY12453" fmla="*/ 466915 h 3658174"/>
              <a:gd name="connsiteX12454" fmla="*/ 1702031 w 6514506"/>
              <a:gd name="connsiteY12454" fmla="*/ 463582 h 3658174"/>
              <a:gd name="connsiteX12455" fmla="*/ 1718795 w 6514506"/>
              <a:gd name="connsiteY12455" fmla="*/ 457867 h 3658174"/>
              <a:gd name="connsiteX12456" fmla="*/ 1727177 w 6514506"/>
              <a:gd name="connsiteY12456" fmla="*/ 456343 h 3658174"/>
              <a:gd name="connsiteX12457" fmla="*/ 1734321 w 6514506"/>
              <a:gd name="connsiteY12457" fmla="*/ 458724 h 3658174"/>
              <a:gd name="connsiteX12458" fmla="*/ 1738797 w 6514506"/>
              <a:gd name="connsiteY12458" fmla="*/ 465296 h 3658174"/>
              <a:gd name="connsiteX12459" fmla="*/ 1742417 w 6514506"/>
              <a:gd name="connsiteY12459" fmla="*/ 467963 h 3658174"/>
              <a:gd name="connsiteX12460" fmla="*/ 1745084 w 6514506"/>
              <a:gd name="connsiteY12460" fmla="*/ 465296 h 3658174"/>
              <a:gd name="connsiteX12461" fmla="*/ 1753180 w 6514506"/>
              <a:gd name="connsiteY12461" fmla="*/ 458437 h 3658174"/>
              <a:gd name="connsiteX12462" fmla="*/ 1758609 w 6514506"/>
              <a:gd name="connsiteY12462" fmla="*/ 452438 h 3658174"/>
              <a:gd name="connsiteX12463" fmla="*/ 1760133 w 6514506"/>
              <a:gd name="connsiteY12463" fmla="*/ 445198 h 3658174"/>
              <a:gd name="connsiteX12464" fmla="*/ 1768801 w 6514506"/>
              <a:gd name="connsiteY12464" fmla="*/ 432340 h 3658174"/>
              <a:gd name="connsiteX12465" fmla="*/ 1775945 w 6514506"/>
              <a:gd name="connsiteY12465" fmla="*/ 426053 h 3658174"/>
              <a:gd name="connsiteX12466" fmla="*/ 1780707 w 6514506"/>
              <a:gd name="connsiteY12466" fmla="*/ 416719 h 3658174"/>
              <a:gd name="connsiteX12467" fmla="*/ 1778612 w 6514506"/>
              <a:gd name="connsiteY12467" fmla="*/ 406527 h 3658174"/>
              <a:gd name="connsiteX12468" fmla="*/ 1785470 w 6514506"/>
              <a:gd name="connsiteY12468" fmla="*/ 409194 h 3658174"/>
              <a:gd name="connsiteX12469" fmla="*/ 1793852 w 6514506"/>
              <a:gd name="connsiteY12469" fmla="*/ 412527 h 3658174"/>
              <a:gd name="connsiteX12470" fmla="*/ 1805282 w 6514506"/>
              <a:gd name="connsiteY12470" fmla="*/ 415194 h 3658174"/>
              <a:gd name="connsiteX12471" fmla="*/ 1804710 w 6514506"/>
              <a:gd name="connsiteY12471" fmla="*/ 434626 h 3658174"/>
              <a:gd name="connsiteX12472" fmla="*/ 1802043 w 6514506"/>
              <a:gd name="connsiteY12472" fmla="*/ 435863 h 3658174"/>
              <a:gd name="connsiteX12473" fmla="*/ 1796042 w 6514506"/>
              <a:gd name="connsiteY12473" fmla="*/ 433768 h 3658174"/>
              <a:gd name="connsiteX12474" fmla="*/ 1786422 w 6514506"/>
              <a:gd name="connsiteY12474" fmla="*/ 435006 h 3658174"/>
              <a:gd name="connsiteX12475" fmla="*/ 1782803 w 6514506"/>
              <a:gd name="connsiteY12475" fmla="*/ 436816 h 3658174"/>
              <a:gd name="connsiteX12476" fmla="*/ 1779469 w 6514506"/>
              <a:gd name="connsiteY12476" fmla="*/ 442531 h 3658174"/>
              <a:gd name="connsiteX12477" fmla="*/ 1780993 w 6514506"/>
              <a:gd name="connsiteY12477" fmla="*/ 450914 h 3658174"/>
              <a:gd name="connsiteX12478" fmla="*/ 1785184 w 6514506"/>
              <a:gd name="connsiteY12478" fmla="*/ 456629 h 3658174"/>
              <a:gd name="connsiteX12479" fmla="*/ 1786708 w 6514506"/>
              <a:gd name="connsiteY12479" fmla="*/ 458437 h 3658174"/>
              <a:gd name="connsiteX12480" fmla="*/ 1790042 w 6514506"/>
              <a:gd name="connsiteY12480" fmla="*/ 459962 h 3658174"/>
              <a:gd name="connsiteX12481" fmla="*/ 1801472 w 6514506"/>
              <a:gd name="connsiteY12481" fmla="*/ 461201 h 3658174"/>
              <a:gd name="connsiteX12482" fmla="*/ 1808330 w 6514506"/>
              <a:gd name="connsiteY12482" fmla="*/ 454343 h 3658174"/>
              <a:gd name="connsiteX12483" fmla="*/ 1816997 w 6514506"/>
              <a:gd name="connsiteY12483" fmla="*/ 445007 h 3658174"/>
              <a:gd name="connsiteX12484" fmla="*/ 1825380 w 6514506"/>
              <a:gd name="connsiteY12484" fmla="*/ 443483 h 3658174"/>
              <a:gd name="connsiteX12485" fmla="*/ 1830809 w 6514506"/>
              <a:gd name="connsiteY12485" fmla="*/ 445294 h 3658174"/>
              <a:gd name="connsiteX12486" fmla="*/ 1833190 w 6514506"/>
              <a:gd name="connsiteY12486" fmla="*/ 442627 h 3658174"/>
              <a:gd name="connsiteX12487" fmla="*/ 1837381 w 6514506"/>
              <a:gd name="connsiteY12487" fmla="*/ 437864 h 3658174"/>
              <a:gd name="connsiteX12488" fmla="*/ 1859288 w 6514506"/>
              <a:gd name="connsiteY12488" fmla="*/ 433673 h 3658174"/>
              <a:gd name="connsiteX12489" fmla="*/ 1872433 w 6514506"/>
              <a:gd name="connsiteY12489" fmla="*/ 431291 h 3658174"/>
              <a:gd name="connsiteX12490" fmla="*/ 1878720 w 6514506"/>
              <a:gd name="connsiteY12490" fmla="*/ 431005 h 3658174"/>
              <a:gd name="connsiteX12491" fmla="*/ 1887101 w 6514506"/>
              <a:gd name="connsiteY12491" fmla="*/ 428339 h 3658174"/>
              <a:gd name="connsiteX12492" fmla="*/ 1884720 w 6514506"/>
              <a:gd name="connsiteY12492" fmla="*/ 437673 h 3658174"/>
              <a:gd name="connsiteX12493" fmla="*/ 1887673 w 6514506"/>
              <a:gd name="connsiteY12493" fmla="*/ 438911 h 3658174"/>
              <a:gd name="connsiteX12494" fmla="*/ 1890626 w 6514506"/>
              <a:gd name="connsiteY12494" fmla="*/ 430815 h 3658174"/>
              <a:gd name="connsiteX12495" fmla="*/ 1911581 w 6514506"/>
              <a:gd name="connsiteY12495" fmla="*/ 423291 h 3658174"/>
              <a:gd name="connsiteX12496" fmla="*/ 1922344 w 6514506"/>
              <a:gd name="connsiteY12496" fmla="*/ 423862 h 3658174"/>
              <a:gd name="connsiteX12497" fmla="*/ 1918439 w 6514506"/>
              <a:gd name="connsiteY12497" fmla="*/ 425671 h 3658174"/>
              <a:gd name="connsiteX12498" fmla="*/ 1911581 w 6514506"/>
              <a:gd name="connsiteY12498" fmla="*/ 431102 h 3658174"/>
              <a:gd name="connsiteX12499" fmla="*/ 1904437 w 6514506"/>
              <a:gd name="connsiteY12499" fmla="*/ 435293 h 3658174"/>
              <a:gd name="connsiteX12500" fmla="*/ 1909580 w 6514506"/>
              <a:gd name="connsiteY12500" fmla="*/ 439483 h 3658174"/>
              <a:gd name="connsiteX12501" fmla="*/ 1917391 w 6514506"/>
              <a:gd name="connsiteY12501" fmla="*/ 441008 h 3658174"/>
              <a:gd name="connsiteX12502" fmla="*/ 1921010 w 6514506"/>
              <a:gd name="connsiteY12502" fmla="*/ 439483 h 3658174"/>
              <a:gd name="connsiteX12503" fmla="*/ 1932060 w 6514506"/>
              <a:gd name="connsiteY12503" fmla="*/ 434340 h 3658174"/>
              <a:gd name="connsiteX12504" fmla="*/ 1949395 w 6514506"/>
              <a:gd name="connsiteY12504" fmla="*/ 439102 h 3658174"/>
              <a:gd name="connsiteX12505" fmla="*/ 1967112 w 6514506"/>
              <a:gd name="connsiteY12505" fmla="*/ 435482 h 3658174"/>
              <a:gd name="connsiteX12506" fmla="*/ 1983876 w 6514506"/>
              <a:gd name="connsiteY12506" fmla="*/ 433959 h 3658174"/>
              <a:gd name="connsiteX12507" fmla="*/ 1985400 w 6514506"/>
              <a:gd name="connsiteY12507" fmla="*/ 440531 h 3658174"/>
              <a:gd name="connsiteX12508" fmla="*/ 1982447 w 6514506"/>
              <a:gd name="connsiteY12508" fmla="*/ 445675 h 3658174"/>
              <a:gd name="connsiteX12509" fmla="*/ 1989972 w 6514506"/>
              <a:gd name="connsiteY12509" fmla="*/ 443579 h 3658174"/>
              <a:gd name="connsiteX12510" fmla="*/ 2001687 w 6514506"/>
              <a:gd name="connsiteY12510" fmla="*/ 441198 h 3658174"/>
              <a:gd name="connsiteX12511" fmla="*/ 2010641 w 6514506"/>
              <a:gd name="connsiteY12511" fmla="*/ 434912 h 3658174"/>
              <a:gd name="connsiteX12512" fmla="*/ 2009784 w 6514506"/>
              <a:gd name="connsiteY12512" fmla="*/ 431959 h 3658174"/>
              <a:gd name="connsiteX12513" fmla="*/ 2007402 w 6514506"/>
              <a:gd name="connsiteY12513" fmla="*/ 428053 h 3658174"/>
              <a:gd name="connsiteX12514" fmla="*/ 2015784 w 6514506"/>
              <a:gd name="connsiteY12514" fmla="*/ 418147 h 3658174"/>
              <a:gd name="connsiteX12515" fmla="*/ 2032263 w 6514506"/>
              <a:gd name="connsiteY12515" fmla="*/ 421766 h 3658174"/>
              <a:gd name="connsiteX12516" fmla="*/ 2057123 w 6514506"/>
              <a:gd name="connsiteY12516" fmla="*/ 432815 h 3658174"/>
              <a:gd name="connsiteX12517" fmla="*/ 2062552 w 6514506"/>
              <a:gd name="connsiteY12517" fmla="*/ 437292 h 3658174"/>
              <a:gd name="connsiteX12518" fmla="*/ 2064647 w 6514506"/>
              <a:gd name="connsiteY12518" fmla="*/ 440246 h 3658174"/>
              <a:gd name="connsiteX12519" fmla="*/ 2073982 w 6514506"/>
              <a:gd name="connsiteY12519" fmla="*/ 445007 h 3658174"/>
              <a:gd name="connsiteX12520" fmla="*/ 2075792 w 6514506"/>
              <a:gd name="connsiteY12520" fmla="*/ 447675 h 3658174"/>
              <a:gd name="connsiteX12521" fmla="*/ 2086555 w 6514506"/>
              <a:gd name="connsiteY12521" fmla="*/ 455486 h 3658174"/>
              <a:gd name="connsiteX12522" fmla="*/ 2091984 w 6514506"/>
              <a:gd name="connsiteY12522" fmla="*/ 469583 h 3658174"/>
              <a:gd name="connsiteX12523" fmla="*/ 2097985 w 6514506"/>
              <a:gd name="connsiteY12523" fmla="*/ 468343 h 3658174"/>
              <a:gd name="connsiteX12524" fmla="*/ 2102462 w 6514506"/>
              <a:gd name="connsiteY12524" fmla="*/ 464438 h 3658174"/>
              <a:gd name="connsiteX12525" fmla="*/ 2110272 w 6514506"/>
              <a:gd name="connsiteY12525" fmla="*/ 455770 h 3658174"/>
              <a:gd name="connsiteX12526" fmla="*/ 2107891 w 6514506"/>
              <a:gd name="connsiteY12526" fmla="*/ 450723 h 3658174"/>
              <a:gd name="connsiteX12527" fmla="*/ 2107034 w 6514506"/>
              <a:gd name="connsiteY12527" fmla="*/ 439293 h 3658174"/>
              <a:gd name="connsiteX12528" fmla="*/ 2107320 w 6514506"/>
              <a:gd name="connsiteY12528" fmla="*/ 436340 h 3658174"/>
              <a:gd name="connsiteX12529" fmla="*/ 2102843 w 6514506"/>
              <a:gd name="connsiteY12529" fmla="*/ 435482 h 3658174"/>
              <a:gd name="connsiteX12530" fmla="*/ 2097699 w 6514506"/>
              <a:gd name="connsiteY12530" fmla="*/ 433673 h 3658174"/>
              <a:gd name="connsiteX12531" fmla="*/ 2096175 w 6514506"/>
              <a:gd name="connsiteY12531" fmla="*/ 430721 h 3658174"/>
              <a:gd name="connsiteX12532" fmla="*/ 2098557 w 6514506"/>
              <a:gd name="connsiteY12532" fmla="*/ 424147 h 3658174"/>
              <a:gd name="connsiteX12533" fmla="*/ 2100938 w 6514506"/>
              <a:gd name="connsiteY12533" fmla="*/ 421766 h 3658174"/>
              <a:gd name="connsiteX12534" fmla="*/ 2103319 w 6514506"/>
              <a:gd name="connsiteY12534" fmla="*/ 420242 h 3658174"/>
              <a:gd name="connsiteX12535" fmla="*/ 2105986 w 6514506"/>
              <a:gd name="connsiteY12535" fmla="*/ 414528 h 3658174"/>
              <a:gd name="connsiteX12536" fmla="*/ 2108653 w 6514506"/>
              <a:gd name="connsiteY12536" fmla="*/ 405193 h 3658174"/>
              <a:gd name="connsiteX12537" fmla="*/ 2111320 w 6514506"/>
              <a:gd name="connsiteY12537" fmla="*/ 398621 h 3658174"/>
              <a:gd name="connsiteX12538" fmla="*/ 2135609 w 6514506"/>
              <a:gd name="connsiteY12538" fmla="*/ 389667 h 3658174"/>
              <a:gd name="connsiteX12539" fmla="*/ 2155707 w 6514506"/>
              <a:gd name="connsiteY12539" fmla="*/ 372331 h 3658174"/>
              <a:gd name="connsiteX12540" fmla="*/ 2170947 w 6514506"/>
              <a:gd name="connsiteY12540" fmla="*/ 359759 h 3658174"/>
              <a:gd name="connsiteX12541" fmla="*/ 2175138 w 6514506"/>
              <a:gd name="connsiteY12541" fmla="*/ 360617 h 3658174"/>
              <a:gd name="connsiteX12542" fmla="*/ 2177233 w 6514506"/>
              <a:gd name="connsiteY12542" fmla="*/ 364236 h 3658174"/>
              <a:gd name="connsiteX12543" fmla="*/ 2207427 w 6514506"/>
              <a:gd name="connsiteY12543" fmla="*/ 370713 h 3658174"/>
              <a:gd name="connsiteX12544" fmla="*/ 2203141 w 6514506"/>
              <a:gd name="connsiteY12544" fmla="*/ 382334 h 3658174"/>
              <a:gd name="connsiteX12545" fmla="*/ 2196283 w 6514506"/>
              <a:gd name="connsiteY12545" fmla="*/ 393573 h 3658174"/>
              <a:gd name="connsiteX12546" fmla="*/ 2189901 w 6514506"/>
              <a:gd name="connsiteY12546" fmla="*/ 397764 h 3658174"/>
              <a:gd name="connsiteX12547" fmla="*/ 2185425 w 6514506"/>
              <a:gd name="connsiteY12547" fmla="*/ 405288 h 3658174"/>
              <a:gd name="connsiteX12548" fmla="*/ 2181805 w 6514506"/>
              <a:gd name="connsiteY12548" fmla="*/ 421481 h 3658174"/>
              <a:gd name="connsiteX12549" fmla="*/ 2173709 w 6514506"/>
              <a:gd name="connsiteY12549" fmla="*/ 434054 h 3658174"/>
              <a:gd name="connsiteX12550" fmla="*/ 2165041 w 6514506"/>
              <a:gd name="connsiteY12550" fmla="*/ 448437 h 3658174"/>
              <a:gd name="connsiteX12551" fmla="*/ 2164755 w 6514506"/>
              <a:gd name="connsiteY12551" fmla="*/ 461962 h 3658174"/>
              <a:gd name="connsiteX12552" fmla="*/ 2164184 w 6514506"/>
              <a:gd name="connsiteY12552" fmla="*/ 473011 h 3658174"/>
              <a:gd name="connsiteX12553" fmla="*/ 2152468 w 6514506"/>
              <a:gd name="connsiteY12553" fmla="*/ 487109 h 3658174"/>
              <a:gd name="connsiteX12554" fmla="*/ 2139324 w 6514506"/>
              <a:gd name="connsiteY12554" fmla="*/ 494348 h 3658174"/>
              <a:gd name="connsiteX12555" fmla="*/ 2134561 w 6514506"/>
              <a:gd name="connsiteY12555" fmla="*/ 496443 h 3658174"/>
              <a:gd name="connsiteX12556" fmla="*/ 2131608 w 6514506"/>
              <a:gd name="connsiteY12556" fmla="*/ 499110 h 3658174"/>
              <a:gd name="connsiteX12557" fmla="*/ 2124084 w 6514506"/>
              <a:gd name="connsiteY12557" fmla="*/ 503301 h 3658174"/>
              <a:gd name="connsiteX12558" fmla="*/ 2115701 w 6514506"/>
              <a:gd name="connsiteY12558" fmla="*/ 505682 h 3658174"/>
              <a:gd name="connsiteX12559" fmla="*/ 2113606 w 6514506"/>
              <a:gd name="connsiteY12559" fmla="*/ 508634 h 3658174"/>
              <a:gd name="connsiteX12560" fmla="*/ 2106081 w 6514506"/>
              <a:gd name="connsiteY12560" fmla="*/ 514064 h 3658174"/>
              <a:gd name="connsiteX12561" fmla="*/ 2097128 w 6514506"/>
              <a:gd name="connsiteY12561" fmla="*/ 509302 h 3658174"/>
              <a:gd name="connsiteX12562" fmla="*/ 2083031 w 6514506"/>
              <a:gd name="connsiteY12562" fmla="*/ 503015 h 3658174"/>
              <a:gd name="connsiteX12563" fmla="*/ 2080364 w 6514506"/>
              <a:gd name="connsiteY12563" fmla="*/ 504824 h 3658174"/>
              <a:gd name="connsiteX12564" fmla="*/ 2085793 w 6514506"/>
              <a:gd name="connsiteY12564" fmla="*/ 510540 h 3658174"/>
              <a:gd name="connsiteX12565" fmla="*/ 2097795 w 6514506"/>
              <a:gd name="connsiteY12565" fmla="*/ 518351 h 3658174"/>
              <a:gd name="connsiteX12566" fmla="*/ 2114273 w 6514506"/>
              <a:gd name="connsiteY12566" fmla="*/ 520159 h 3658174"/>
              <a:gd name="connsiteX12567" fmla="*/ 2124464 w 6514506"/>
              <a:gd name="connsiteY12567" fmla="*/ 518351 h 3658174"/>
              <a:gd name="connsiteX12568" fmla="*/ 2139133 w 6514506"/>
              <a:gd name="connsiteY12568" fmla="*/ 512064 h 3658174"/>
              <a:gd name="connsiteX12569" fmla="*/ 2153516 w 6514506"/>
              <a:gd name="connsiteY12569" fmla="*/ 503968 h 3658174"/>
              <a:gd name="connsiteX12570" fmla="*/ 2161898 w 6514506"/>
              <a:gd name="connsiteY12570" fmla="*/ 497967 h 3658174"/>
              <a:gd name="connsiteX12571" fmla="*/ 2169042 w 6514506"/>
              <a:gd name="connsiteY12571" fmla="*/ 494348 h 3658174"/>
              <a:gd name="connsiteX12572" fmla="*/ 2177995 w 6514506"/>
              <a:gd name="connsiteY12572" fmla="*/ 478440 h 3658174"/>
              <a:gd name="connsiteX12573" fmla="*/ 2180662 w 6514506"/>
              <a:gd name="connsiteY12573" fmla="*/ 467392 h 3658174"/>
              <a:gd name="connsiteX12574" fmla="*/ 2201331 w 6514506"/>
              <a:gd name="connsiteY12574" fmla="*/ 464724 h 3658174"/>
              <a:gd name="connsiteX12575" fmla="*/ 2208856 w 6514506"/>
              <a:gd name="connsiteY12575" fmla="*/ 466535 h 3658174"/>
              <a:gd name="connsiteX12576" fmla="*/ 2213047 w 6514506"/>
              <a:gd name="connsiteY12576" fmla="*/ 472249 h 3658174"/>
              <a:gd name="connsiteX12577" fmla="*/ 2209142 w 6514506"/>
              <a:gd name="connsiteY12577" fmla="*/ 487490 h 3658174"/>
              <a:gd name="connsiteX12578" fmla="*/ 2209713 w 6514506"/>
              <a:gd name="connsiteY12578" fmla="*/ 493204 h 3658174"/>
              <a:gd name="connsiteX12579" fmla="*/ 2221715 w 6514506"/>
              <a:gd name="connsiteY12579" fmla="*/ 495300 h 3658174"/>
              <a:gd name="connsiteX12580" fmla="*/ 2216952 w 6514506"/>
              <a:gd name="connsiteY12580" fmla="*/ 491966 h 3658174"/>
              <a:gd name="connsiteX12581" fmla="*/ 2213333 w 6514506"/>
              <a:gd name="connsiteY12581" fmla="*/ 485680 h 3658174"/>
              <a:gd name="connsiteX12582" fmla="*/ 2218381 w 6514506"/>
              <a:gd name="connsiteY12582" fmla="*/ 480251 h 3658174"/>
              <a:gd name="connsiteX12583" fmla="*/ 2222572 w 6514506"/>
              <a:gd name="connsiteY12583" fmla="*/ 473964 h 3658174"/>
              <a:gd name="connsiteX12584" fmla="*/ 2216000 w 6514506"/>
              <a:gd name="connsiteY12584" fmla="*/ 463200 h 3658174"/>
              <a:gd name="connsiteX12585" fmla="*/ 2208475 w 6514506"/>
              <a:gd name="connsiteY12585" fmla="*/ 460820 h 3658174"/>
              <a:gd name="connsiteX12586" fmla="*/ 2199522 w 6514506"/>
              <a:gd name="connsiteY12586" fmla="*/ 458437 h 3658174"/>
              <a:gd name="connsiteX12587" fmla="*/ 2189616 w 6514506"/>
              <a:gd name="connsiteY12587" fmla="*/ 456343 h 3658174"/>
              <a:gd name="connsiteX12588" fmla="*/ 2180662 w 6514506"/>
              <a:gd name="connsiteY12588" fmla="*/ 453390 h 3658174"/>
              <a:gd name="connsiteX12589" fmla="*/ 2179424 w 6514506"/>
              <a:gd name="connsiteY12589" fmla="*/ 449771 h 3658174"/>
              <a:gd name="connsiteX12590" fmla="*/ 2186282 w 6514506"/>
              <a:gd name="connsiteY12590" fmla="*/ 441102 h 3658174"/>
              <a:gd name="connsiteX12591" fmla="*/ 2189235 w 6514506"/>
              <a:gd name="connsiteY12591" fmla="*/ 435388 h 3658174"/>
              <a:gd name="connsiteX12592" fmla="*/ 2197902 w 6514506"/>
              <a:gd name="connsiteY12592" fmla="*/ 428816 h 3658174"/>
              <a:gd name="connsiteX12593" fmla="*/ 2196093 w 6514506"/>
              <a:gd name="connsiteY12593" fmla="*/ 408145 h 3658174"/>
              <a:gd name="connsiteX12594" fmla="*/ 2205046 w 6514506"/>
              <a:gd name="connsiteY12594" fmla="*/ 400335 h 3658174"/>
              <a:gd name="connsiteX12595" fmla="*/ 2211618 w 6514506"/>
              <a:gd name="connsiteY12595" fmla="*/ 394906 h 3658174"/>
              <a:gd name="connsiteX12596" fmla="*/ 2225430 w 6514506"/>
              <a:gd name="connsiteY12596" fmla="*/ 388048 h 3658174"/>
              <a:gd name="connsiteX12597" fmla="*/ 2235335 w 6514506"/>
              <a:gd name="connsiteY12597" fmla="*/ 374333 h 3658174"/>
              <a:gd name="connsiteX12598" fmla="*/ 2240098 w 6514506"/>
              <a:gd name="connsiteY12598" fmla="*/ 374617 h 3658174"/>
              <a:gd name="connsiteX12599" fmla="*/ 2233812 w 6514506"/>
              <a:gd name="connsiteY12599" fmla="*/ 388333 h 3658174"/>
              <a:gd name="connsiteX12600" fmla="*/ 2229621 w 6514506"/>
              <a:gd name="connsiteY12600" fmla="*/ 396715 h 3658174"/>
              <a:gd name="connsiteX12601" fmla="*/ 2225144 w 6514506"/>
              <a:gd name="connsiteY12601" fmla="*/ 404527 h 3658174"/>
              <a:gd name="connsiteX12602" fmla="*/ 2246099 w 6514506"/>
              <a:gd name="connsiteY12602" fmla="*/ 413195 h 3658174"/>
              <a:gd name="connsiteX12603" fmla="*/ 2257814 w 6514506"/>
              <a:gd name="connsiteY12603" fmla="*/ 419194 h 3658174"/>
              <a:gd name="connsiteX12604" fmla="*/ 2259339 w 6514506"/>
              <a:gd name="connsiteY12604" fmla="*/ 416527 h 3658174"/>
              <a:gd name="connsiteX12605" fmla="*/ 2257243 w 6514506"/>
              <a:gd name="connsiteY12605" fmla="*/ 412052 h 3658174"/>
              <a:gd name="connsiteX12606" fmla="*/ 2253338 w 6514506"/>
              <a:gd name="connsiteY12606" fmla="*/ 409099 h 3658174"/>
              <a:gd name="connsiteX12607" fmla="*/ 2241908 w 6514506"/>
              <a:gd name="connsiteY12607" fmla="*/ 401573 h 3658174"/>
              <a:gd name="connsiteX12608" fmla="*/ 2246385 w 6514506"/>
              <a:gd name="connsiteY12608" fmla="*/ 393192 h 3658174"/>
              <a:gd name="connsiteX12609" fmla="*/ 2257434 w 6514506"/>
              <a:gd name="connsiteY12609" fmla="*/ 394716 h 3658174"/>
              <a:gd name="connsiteX12610" fmla="*/ 2267625 w 6514506"/>
              <a:gd name="connsiteY12610" fmla="*/ 397669 h 3658174"/>
              <a:gd name="connsiteX12611" fmla="*/ 2264006 w 6514506"/>
              <a:gd name="connsiteY12611" fmla="*/ 391381 h 3658174"/>
              <a:gd name="connsiteX12612" fmla="*/ 2262482 w 6514506"/>
              <a:gd name="connsiteY12612" fmla="*/ 388048 h 3658174"/>
              <a:gd name="connsiteX12613" fmla="*/ 2269054 w 6514506"/>
              <a:gd name="connsiteY12613" fmla="*/ 385953 h 3658174"/>
              <a:gd name="connsiteX12614" fmla="*/ 2279817 w 6514506"/>
              <a:gd name="connsiteY12614" fmla="*/ 386810 h 3658174"/>
              <a:gd name="connsiteX12615" fmla="*/ 2290866 w 6514506"/>
              <a:gd name="connsiteY12615" fmla="*/ 391573 h 3658174"/>
              <a:gd name="connsiteX12616" fmla="*/ 2296296 w 6514506"/>
              <a:gd name="connsiteY12616" fmla="*/ 395478 h 3658174"/>
              <a:gd name="connsiteX12617" fmla="*/ 2299915 w 6514506"/>
              <a:gd name="connsiteY12617" fmla="*/ 397574 h 3658174"/>
              <a:gd name="connsiteX12618" fmla="*/ 2300201 w 6514506"/>
              <a:gd name="connsiteY12618" fmla="*/ 400240 h 3658174"/>
              <a:gd name="connsiteX12619" fmla="*/ 2306487 w 6514506"/>
              <a:gd name="connsiteY12619" fmla="*/ 404145 h 3658174"/>
              <a:gd name="connsiteX12620" fmla="*/ 2318489 w 6514506"/>
              <a:gd name="connsiteY12620" fmla="*/ 406527 h 3658174"/>
              <a:gd name="connsiteX12621" fmla="*/ 2322394 w 6514506"/>
              <a:gd name="connsiteY12621" fmla="*/ 409860 h 3658174"/>
              <a:gd name="connsiteX12622" fmla="*/ 2313726 w 6514506"/>
              <a:gd name="connsiteY12622" fmla="*/ 414337 h 3658174"/>
              <a:gd name="connsiteX12623" fmla="*/ 2310107 w 6514506"/>
              <a:gd name="connsiteY12623" fmla="*/ 417385 h 3658174"/>
              <a:gd name="connsiteX12624" fmla="*/ 2303820 w 6514506"/>
              <a:gd name="connsiteY12624" fmla="*/ 424910 h 3658174"/>
              <a:gd name="connsiteX12625" fmla="*/ 2302010 w 6514506"/>
              <a:gd name="connsiteY12625" fmla="*/ 430624 h 3658174"/>
              <a:gd name="connsiteX12626" fmla="*/ 2300201 w 6514506"/>
              <a:gd name="connsiteY12626" fmla="*/ 433578 h 3658174"/>
              <a:gd name="connsiteX12627" fmla="*/ 2304963 w 6514506"/>
              <a:gd name="connsiteY12627" fmla="*/ 430624 h 3658174"/>
              <a:gd name="connsiteX12628" fmla="*/ 2310012 w 6514506"/>
              <a:gd name="connsiteY12628" fmla="*/ 430911 h 3658174"/>
              <a:gd name="connsiteX12629" fmla="*/ 2304582 w 6514506"/>
              <a:gd name="connsiteY12629" fmla="*/ 440816 h 3658174"/>
              <a:gd name="connsiteX12630" fmla="*/ 2303725 w 6514506"/>
              <a:gd name="connsiteY12630" fmla="*/ 447675 h 3658174"/>
              <a:gd name="connsiteX12631" fmla="*/ 2306392 w 6514506"/>
              <a:gd name="connsiteY12631" fmla="*/ 453676 h 3658174"/>
              <a:gd name="connsiteX12632" fmla="*/ 2313917 w 6514506"/>
              <a:gd name="connsiteY12632" fmla="*/ 459962 h 3658174"/>
              <a:gd name="connsiteX12633" fmla="*/ 2314774 w 6514506"/>
              <a:gd name="connsiteY12633" fmla="*/ 457010 h 3658174"/>
              <a:gd name="connsiteX12634" fmla="*/ 2307630 w 6514506"/>
              <a:gd name="connsiteY12634" fmla="*/ 447389 h 3658174"/>
              <a:gd name="connsiteX12635" fmla="*/ 2310583 w 6514506"/>
              <a:gd name="connsiteY12635" fmla="*/ 441960 h 3658174"/>
              <a:gd name="connsiteX12636" fmla="*/ 2316012 w 6514506"/>
              <a:gd name="connsiteY12636" fmla="*/ 442245 h 3658174"/>
              <a:gd name="connsiteX12637" fmla="*/ 2318393 w 6514506"/>
              <a:gd name="connsiteY12637" fmla="*/ 434720 h 3658174"/>
              <a:gd name="connsiteX12638" fmla="*/ 2316298 w 6514506"/>
              <a:gd name="connsiteY12638" fmla="*/ 425386 h 3658174"/>
              <a:gd name="connsiteX12639" fmla="*/ 2327061 w 6514506"/>
              <a:gd name="connsiteY12639" fmla="*/ 410718 h 3658174"/>
              <a:gd name="connsiteX12640" fmla="*/ 2323442 w 6514506"/>
              <a:gd name="connsiteY12640" fmla="*/ 401384 h 3658174"/>
              <a:gd name="connsiteX12641" fmla="*/ 2318679 w 6514506"/>
              <a:gd name="connsiteY12641" fmla="*/ 395097 h 3658174"/>
              <a:gd name="connsiteX12642" fmla="*/ 2310583 w 6514506"/>
              <a:gd name="connsiteY12642" fmla="*/ 389095 h 3658174"/>
              <a:gd name="connsiteX12643" fmla="*/ 2306678 w 6514506"/>
              <a:gd name="connsiteY12643" fmla="*/ 381000 h 3658174"/>
              <a:gd name="connsiteX12644" fmla="*/ 2308488 w 6514506"/>
              <a:gd name="connsiteY12644" fmla="*/ 373474 h 3658174"/>
              <a:gd name="connsiteX12645" fmla="*/ 2314774 w 6514506"/>
              <a:gd name="connsiteY12645" fmla="*/ 362997 h 3658174"/>
              <a:gd name="connsiteX12646" fmla="*/ 2332110 w 6514506"/>
              <a:gd name="connsiteY12646" fmla="*/ 360901 h 3658174"/>
              <a:gd name="connsiteX12647" fmla="*/ 2347730 w 6514506"/>
              <a:gd name="connsiteY12647" fmla="*/ 363855 h 3658174"/>
              <a:gd name="connsiteX12648" fmla="*/ 2370210 w 6514506"/>
              <a:gd name="connsiteY12648" fmla="*/ 366807 h 3658174"/>
              <a:gd name="connsiteX12649" fmla="*/ 2377353 w 6514506"/>
              <a:gd name="connsiteY12649" fmla="*/ 368046 h 3658174"/>
              <a:gd name="connsiteX12650" fmla="*/ 2386307 w 6514506"/>
              <a:gd name="connsiteY12650" fmla="*/ 364141 h 3658174"/>
              <a:gd name="connsiteX12651" fmla="*/ 2394117 w 6514506"/>
              <a:gd name="connsiteY12651" fmla="*/ 365378 h 3658174"/>
              <a:gd name="connsiteX12652" fmla="*/ 2383640 w 6514506"/>
              <a:gd name="connsiteY12652" fmla="*/ 370142 h 3658174"/>
              <a:gd name="connsiteX12653" fmla="*/ 2393832 w 6514506"/>
              <a:gd name="connsiteY12653" fmla="*/ 371379 h 3658174"/>
              <a:gd name="connsiteX12654" fmla="*/ 2400118 w 6514506"/>
              <a:gd name="connsiteY12654" fmla="*/ 359378 h 3658174"/>
              <a:gd name="connsiteX12655" fmla="*/ 2395927 w 6514506"/>
              <a:gd name="connsiteY12655" fmla="*/ 350996 h 3658174"/>
              <a:gd name="connsiteX12656" fmla="*/ 2392308 w 6514506"/>
              <a:gd name="connsiteY12656" fmla="*/ 348329 h 3658174"/>
              <a:gd name="connsiteX12657" fmla="*/ 2400404 w 6514506"/>
              <a:gd name="connsiteY12657" fmla="*/ 349567 h 3658174"/>
              <a:gd name="connsiteX12658" fmla="*/ 2404881 w 6514506"/>
              <a:gd name="connsiteY12658" fmla="*/ 351092 h 3658174"/>
              <a:gd name="connsiteX12659" fmla="*/ 2397070 w 6514506"/>
              <a:gd name="connsiteY12659" fmla="*/ 344519 h 3658174"/>
              <a:gd name="connsiteX12660" fmla="*/ 2400690 w 6514506"/>
              <a:gd name="connsiteY12660" fmla="*/ 344234 h 3658174"/>
              <a:gd name="connsiteX12661" fmla="*/ 2407929 w 6514506"/>
              <a:gd name="connsiteY12661" fmla="*/ 345090 h 3658174"/>
              <a:gd name="connsiteX12662" fmla="*/ 2414215 w 6514506"/>
              <a:gd name="connsiteY12662" fmla="*/ 341757 h 3658174"/>
              <a:gd name="connsiteX12663" fmla="*/ 2411548 w 6514506"/>
              <a:gd name="connsiteY12663" fmla="*/ 337565 h 3658174"/>
              <a:gd name="connsiteX12664" fmla="*/ 2419073 w 6514506"/>
              <a:gd name="connsiteY12664" fmla="*/ 336995 h 3658174"/>
              <a:gd name="connsiteX12665" fmla="*/ 2434694 w 6514506"/>
              <a:gd name="connsiteY12665" fmla="*/ 334612 h 3658174"/>
              <a:gd name="connsiteX12666" fmla="*/ 2447552 w 6514506"/>
              <a:gd name="connsiteY12666" fmla="*/ 332803 h 3658174"/>
              <a:gd name="connsiteX12667" fmla="*/ 2458316 w 6514506"/>
              <a:gd name="connsiteY12667" fmla="*/ 329470 h 3658174"/>
              <a:gd name="connsiteX12668" fmla="*/ 2464317 w 6514506"/>
              <a:gd name="connsiteY12668" fmla="*/ 328897 h 3658174"/>
              <a:gd name="connsiteX12669" fmla="*/ 2469365 w 6514506"/>
              <a:gd name="connsiteY12669" fmla="*/ 328517 h 3658174"/>
              <a:gd name="connsiteX12670" fmla="*/ 2484605 w 6514506"/>
              <a:gd name="connsiteY12670" fmla="*/ 326326 h 3658174"/>
              <a:gd name="connsiteX12671" fmla="*/ 2501464 w 6514506"/>
              <a:gd name="connsiteY12671" fmla="*/ 326326 h 3658174"/>
              <a:gd name="connsiteX12672" fmla="*/ 2500607 w 6514506"/>
              <a:gd name="connsiteY12672" fmla="*/ 324136 h 3658174"/>
              <a:gd name="connsiteX12673" fmla="*/ 2494416 w 6514506"/>
              <a:gd name="connsiteY12673" fmla="*/ 320612 h 3658174"/>
              <a:gd name="connsiteX12674" fmla="*/ 2520514 w 6514506"/>
              <a:gd name="connsiteY12674" fmla="*/ 320612 h 3658174"/>
              <a:gd name="connsiteX12675" fmla="*/ 2529849 w 6514506"/>
              <a:gd name="connsiteY12675" fmla="*/ 324612 h 3658174"/>
              <a:gd name="connsiteX12676" fmla="*/ 2531182 w 6514506"/>
              <a:gd name="connsiteY12676" fmla="*/ 327278 h 3658174"/>
              <a:gd name="connsiteX12677" fmla="*/ 2536040 w 6514506"/>
              <a:gd name="connsiteY12677" fmla="*/ 326707 h 3658174"/>
              <a:gd name="connsiteX12678" fmla="*/ 2539564 w 6514506"/>
              <a:gd name="connsiteY12678" fmla="*/ 326992 h 3658174"/>
              <a:gd name="connsiteX12679" fmla="*/ 2544422 w 6514506"/>
              <a:gd name="connsiteY12679" fmla="*/ 326041 h 3658174"/>
              <a:gd name="connsiteX12680" fmla="*/ 2555947 w 6514506"/>
              <a:gd name="connsiteY12680" fmla="*/ 320326 h 3658174"/>
              <a:gd name="connsiteX12681" fmla="*/ 2571473 w 6514506"/>
              <a:gd name="connsiteY12681" fmla="*/ 321182 h 3658174"/>
              <a:gd name="connsiteX12682" fmla="*/ 2576807 w 6514506"/>
              <a:gd name="connsiteY12682" fmla="*/ 326135 h 3658174"/>
              <a:gd name="connsiteX12683" fmla="*/ 2577664 w 6514506"/>
              <a:gd name="connsiteY12683" fmla="*/ 321182 h 3658174"/>
              <a:gd name="connsiteX12684" fmla="*/ 2570616 w 6514506"/>
              <a:gd name="connsiteY12684" fmla="*/ 313182 h 3658174"/>
              <a:gd name="connsiteX12685" fmla="*/ 2586141 w 6514506"/>
              <a:gd name="connsiteY12685" fmla="*/ 315848 h 3658174"/>
              <a:gd name="connsiteX12686" fmla="*/ 2607382 w 6514506"/>
              <a:gd name="connsiteY12686" fmla="*/ 322517 h 3658174"/>
              <a:gd name="connsiteX12687" fmla="*/ 2604620 w 6514506"/>
              <a:gd name="connsiteY12687" fmla="*/ 318801 h 3658174"/>
              <a:gd name="connsiteX12688" fmla="*/ 2602905 w 6514506"/>
              <a:gd name="connsiteY12688" fmla="*/ 304990 h 3658174"/>
              <a:gd name="connsiteX12689" fmla="*/ 2626527 w 6514506"/>
              <a:gd name="connsiteY12689" fmla="*/ 292894 h 3658174"/>
              <a:gd name="connsiteX12690" fmla="*/ 2642827 w 6514506"/>
              <a:gd name="connsiteY12690" fmla="*/ 289191 h 3658174"/>
              <a:gd name="connsiteX12691" fmla="*/ 2682309 w 6514506"/>
              <a:gd name="connsiteY12691" fmla="*/ 283548 h 3658174"/>
              <a:gd name="connsiteX12692" fmla="*/ 2687868 w 6514506"/>
              <a:gd name="connsiteY12692" fmla="*/ 285465 h 3658174"/>
              <a:gd name="connsiteX12693" fmla="*/ 2676819 w 6514506"/>
              <a:gd name="connsiteY12693" fmla="*/ 284989 h 3658174"/>
              <a:gd name="connsiteX12694" fmla="*/ 2682309 w 6514506"/>
              <a:gd name="connsiteY12694" fmla="*/ 283548 h 3658174"/>
              <a:gd name="connsiteX12695" fmla="*/ 2679010 w 6514506"/>
              <a:gd name="connsiteY12695" fmla="*/ 279273 h 3658174"/>
              <a:gd name="connsiteX12696" fmla="*/ 2676343 w 6514506"/>
              <a:gd name="connsiteY12696" fmla="*/ 281750 h 3658174"/>
              <a:gd name="connsiteX12697" fmla="*/ 2672343 w 6514506"/>
              <a:gd name="connsiteY12697" fmla="*/ 280988 h 3658174"/>
              <a:gd name="connsiteX12698" fmla="*/ 2679010 w 6514506"/>
              <a:gd name="connsiteY12698" fmla="*/ 279273 h 3658174"/>
              <a:gd name="connsiteX12699" fmla="*/ 4627444 w 6514506"/>
              <a:gd name="connsiteY12699" fmla="*/ 268890 h 3658174"/>
              <a:gd name="connsiteX12700" fmla="*/ 4629254 w 6514506"/>
              <a:gd name="connsiteY12700" fmla="*/ 274605 h 3658174"/>
              <a:gd name="connsiteX12701" fmla="*/ 4627730 w 6514506"/>
              <a:gd name="connsiteY12701" fmla="*/ 277272 h 3658174"/>
              <a:gd name="connsiteX12702" fmla="*/ 4624777 w 6514506"/>
              <a:gd name="connsiteY12702" fmla="*/ 281749 h 3658174"/>
              <a:gd name="connsiteX12703" fmla="*/ 4620967 w 6514506"/>
              <a:gd name="connsiteY12703" fmla="*/ 284035 h 3658174"/>
              <a:gd name="connsiteX12704" fmla="*/ 4622491 w 6514506"/>
              <a:gd name="connsiteY12704" fmla="*/ 285559 h 3658174"/>
              <a:gd name="connsiteX12705" fmla="*/ 4632111 w 6514506"/>
              <a:gd name="connsiteY12705" fmla="*/ 291560 h 3658174"/>
              <a:gd name="connsiteX12706" fmla="*/ 4637255 w 6514506"/>
              <a:gd name="connsiteY12706" fmla="*/ 294512 h 3658174"/>
              <a:gd name="connsiteX12707" fmla="*/ 4642017 w 6514506"/>
              <a:gd name="connsiteY12707" fmla="*/ 294512 h 3658174"/>
              <a:gd name="connsiteX12708" fmla="*/ 4647732 w 6514506"/>
              <a:gd name="connsiteY12708" fmla="*/ 294798 h 3658174"/>
              <a:gd name="connsiteX12709" fmla="*/ 4653162 w 6514506"/>
              <a:gd name="connsiteY12709" fmla="*/ 291845 h 3658174"/>
              <a:gd name="connsiteX12710" fmla="*/ 4658877 w 6514506"/>
              <a:gd name="connsiteY12710" fmla="*/ 300799 h 3658174"/>
              <a:gd name="connsiteX12711" fmla="*/ 4668497 w 6514506"/>
              <a:gd name="connsiteY12711" fmla="*/ 309752 h 3658174"/>
              <a:gd name="connsiteX12712" fmla="*/ 4662210 w 6514506"/>
              <a:gd name="connsiteY12712" fmla="*/ 315753 h 3658174"/>
              <a:gd name="connsiteX12713" fmla="*/ 4655352 w 6514506"/>
              <a:gd name="connsiteY12713" fmla="*/ 317849 h 3658174"/>
              <a:gd name="connsiteX12714" fmla="*/ 4650209 w 6514506"/>
              <a:gd name="connsiteY12714" fmla="*/ 320516 h 3658174"/>
              <a:gd name="connsiteX12715" fmla="*/ 4650780 w 6514506"/>
              <a:gd name="connsiteY12715" fmla="*/ 326802 h 3658174"/>
              <a:gd name="connsiteX12716" fmla="*/ 4643256 w 6514506"/>
              <a:gd name="connsiteY12716" fmla="*/ 328040 h 3658174"/>
              <a:gd name="connsiteX12717" fmla="*/ 4626777 w 6514506"/>
              <a:gd name="connsiteY12717" fmla="*/ 318420 h 3658174"/>
              <a:gd name="connsiteX12718" fmla="*/ 4616871 w 6514506"/>
              <a:gd name="connsiteY12718" fmla="*/ 314515 h 3658174"/>
              <a:gd name="connsiteX12719" fmla="*/ 4610870 w 6514506"/>
              <a:gd name="connsiteY12719" fmla="*/ 312991 h 3658174"/>
              <a:gd name="connsiteX12720" fmla="*/ 4604584 w 6514506"/>
              <a:gd name="connsiteY12720" fmla="*/ 313848 h 3658174"/>
              <a:gd name="connsiteX12721" fmla="*/ 4598583 w 6514506"/>
              <a:gd name="connsiteY12721" fmla="*/ 313277 h 3658174"/>
              <a:gd name="connsiteX12722" fmla="*/ 4593154 w 6514506"/>
              <a:gd name="connsiteY12722" fmla="*/ 312419 h 3658174"/>
              <a:gd name="connsiteX12723" fmla="*/ 4585344 w 6514506"/>
              <a:gd name="connsiteY12723" fmla="*/ 307657 h 3658174"/>
              <a:gd name="connsiteX12724" fmla="*/ 4573628 w 6514506"/>
              <a:gd name="connsiteY12724" fmla="*/ 300132 h 3658174"/>
              <a:gd name="connsiteX12725" fmla="*/ 4579629 w 6514506"/>
              <a:gd name="connsiteY12725" fmla="*/ 296798 h 3658174"/>
              <a:gd name="connsiteX12726" fmla="*/ 4587439 w 6514506"/>
              <a:gd name="connsiteY12726" fmla="*/ 297370 h 3658174"/>
              <a:gd name="connsiteX12727" fmla="*/ 4599441 w 6514506"/>
              <a:gd name="connsiteY12727" fmla="*/ 300989 h 3658174"/>
              <a:gd name="connsiteX12728" fmla="*/ 4603917 w 6514506"/>
              <a:gd name="connsiteY12728" fmla="*/ 299180 h 3658174"/>
              <a:gd name="connsiteX12729" fmla="*/ 4603060 w 6514506"/>
              <a:gd name="connsiteY12729" fmla="*/ 294703 h 3658174"/>
              <a:gd name="connsiteX12730" fmla="*/ 4585725 w 6514506"/>
              <a:gd name="connsiteY12730" fmla="*/ 290798 h 3658174"/>
              <a:gd name="connsiteX12731" fmla="*/ 4577057 w 6514506"/>
              <a:gd name="connsiteY12731" fmla="*/ 281463 h 3658174"/>
              <a:gd name="connsiteX12732" fmla="*/ 4583629 w 6514506"/>
              <a:gd name="connsiteY12732" fmla="*/ 276415 h 3658174"/>
              <a:gd name="connsiteX12733" fmla="*/ 4595345 w 6514506"/>
              <a:gd name="connsiteY12733" fmla="*/ 278510 h 3658174"/>
              <a:gd name="connsiteX12734" fmla="*/ 4618110 w 6514506"/>
              <a:gd name="connsiteY12734" fmla="*/ 272224 h 3658174"/>
              <a:gd name="connsiteX12735" fmla="*/ 4627444 w 6514506"/>
              <a:gd name="connsiteY12735" fmla="*/ 268890 h 3658174"/>
              <a:gd name="connsiteX12736" fmla="*/ 2203713 w 6514506"/>
              <a:gd name="connsiteY12736" fmla="*/ 268225 h 3658174"/>
              <a:gd name="connsiteX12737" fmla="*/ 2209142 w 6514506"/>
              <a:gd name="connsiteY12737" fmla="*/ 272320 h 3658174"/>
              <a:gd name="connsiteX12738" fmla="*/ 2206475 w 6514506"/>
              <a:gd name="connsiteY12738" fmla="*/ 282797 h 3658174"/>
              <a:gd name="connsiteX12739" fmla="*/ 2185520 w 6514506"/>
              <a:gd name="connsiteY12739" fmla="*/ 288226 h 3658174"/>
              <a:gd name="connsiteX12740" fmla="*/ 2157992 w 6514506"/>
              <a:gd name="connsiteY12740" fmla="*/ 292132 h 3658174"/>
              <a:gd name="connsiteX12741" fmla="*/ 2144181 w 6514506"/>
              <a:gd name="connsiteY12741" fmla="*/ 294227 h 3658174"/>
              <a:gd name="connsiteX12742" fmla="*/ 2137323 w 6514506"/>
              <a:gd name="connsiteY12742" fmla="*/ 292704 h 3658174"/>
              <a:gd name="connsiteX12743" fmla="*/ 2132561 w 6514506"/>
              <a:gd name="connsiteY12743" fmla="*/ 293561 h 3658174"/>
              <a:gd name="connsiteX12744" fmla="*/ 2116940 w 6514506"/>
              <a:gd name="connsiteY12744" fmla="*/ 295943 h 3658174"/>
              <a:gd name="connsiteX12745" fmla="*/ 2107320 w 6514506"/>
              <a:gd name="connsiteY12745" fmla="*/ 297181 h 3658174"/>
              <a:gd name="connsiteX12746" fmla="*/ 2101033 w 6514506"/>
              <a:gd name="connsiteY12746" fmla="*/ 298038 h 3658174"/>
              <a:gd name="connsiteX12747" fmla="*/ 2095985 w 6514506"/>
              <a:gd name="connsiteY12747" fmla="*/ 298610 h 3658174"/>
              <a:gd name="connsiteX12748" fmla="*/ 2086364 w 6514506"/>
              <a:gd name="connsiteY12748" fmla="*/ 301943 h 3658174"/>
              <a:gd name="connsiteX12749" fmla="*/ 2083412 w 6514506"/>
              <a:gd name="connsiteY12749" fmla="*/ 307658 h 3658174"/>
              <a:gd name="connsiteX12750" fmla="*/ 2072649 w 6514506"/>
              <a:gd name="connsiteY12750" fmla="*/ 307372 h 3658174"/>
              <a:gd name="connsiteX12751" fmla="*/ 2068743 w 6514506"/>
              <a:gd name="connsiteY12751" fmla="*/ 306514 h 3658174"/>
              <a:gd name="connsiteX12752" fmla="*/ 2061885 w 6514506"/>
              <a:gd name="connsiteY12752" fmla="*/ 306514 h 3658174"/>
              <a:gd name="connsiteX12753" fmla="*/ 2058551 w 6514506"/>
              <a:gd name="connsiteY12753" fmla="*/ 306800 h 3658174"/>
              <a:gd name="connsiteX12754" fmla="*/ 2056170 w 6514506"/>
              <a:gd name="connsiteY12754" fmla="*/ 314040 h 3658174"/>
              <a:gd name="connsiteX12755" fmla="*/ 2045121 w 6514506"/>
              <a:gd name="connsiteY12755" fmla="*/ 316707 h 3658174"/>
              <a:gd name="connsiteX12756" fmla="*/ 2041216 w 6514506"/>
              <a:gd name="connsiteY12756" fmla="*/ 312802 h 3658174"/>
              <a:gd name="connsiteX12757" fmla="*/ 2039692 w 6514506"/>
              <a:gd name="connsiteY12757" fmla="*/ 315754 h 3658174"/>
              <a:gd name="connsiteX12758" fmla="*/ 2039120 w 6514506"/>
              <a:gd name="connsiteY12758" fmla="*/ 321754 h 3658174"/>
              <a:gd name="connsiteX12759" fmla="*/ 2034644 w 6514506"/>
              <a:gd name="connsiteY12759" fmla="*/ 318135 h 3658174"/>
              <a:gd name="connsiteX12760" fmla="*/ 2030453 w 6514506"/>
              <a:gd name="connsiteY12760" fmla="*/ 318993 h 3658174"/>
              <a:gd name="connsiteX12761" fmla="*/ 2033120 w 6514506"/>
              <a:gd name="connsiteY12761" fmla="*/ 325565 h 3658174"/>
              <a:gd name="connsiteX12762" fmla="*/ 2028643 w 6514506"/>
              <a:gd name="connsiteY12762" fmla="*/ 323184 h 3658174"/>
              <a:gd name="connsiteX12763" fmla="*/ 2026833 w 6514506"/>
              <a:gd name="connsiteY12763" fmla="*/ 325280 h 3658174"/>
              <a:gd name="connsiteX12764" fmla="*/ 2024452 w 6514506"/>
              <a:gd name="connsiteY12764" fmla="*/ 330041 h 3658174"/>
              <a:gd name="connsiteX12765" fmla="*/ 2012165 w 6514506"/>
              <a:gd name="connsiteY12765" fmla="*/ 328232 h 3658174"/>
              <a:gd name="connsiteX12766" fmla="*/ 2001687 w 6514506"/>
              <a:gd name="connsiteY12766" fmla="*/ 324613 h 3658174"/>
              <a:gd name="connsiteX12767" fmla="*/ 1994829 w 6514506"/>
              <a:gd name="connsiteY12767" fmla="*/ 323375 h 3658174"/>
              <a:gd name="connsiteX12768" fmla="*/ 1995401 w 6514506"/>
              <a:gd name="connsiteY12768" fmla="*/ 320708 h 3658174"/>
              <a:gd name="connsiteX12769" fmla="*/ 2002545 w 6514506"/>
              <a:gd name="connsiteY12769" fmla="*/ 319849 h 3658174"/>
              <a:gd name="connsiteX12770" fmla="*/ 2002830 w 6514506"/>
              <a:gd name="connsiteY12770" fmla="*/ 317564 h 3658174"/>
              <a:gd name="connsiteX12771" fmla="*/ 1994162 w 6514506"/>
              <a:gd name="connsiteY12771" fmla="*/ 317183 h 3658174"/>
              <a:gd name="connsiteX12772" fmla="*/ 1989971 w 6514506"/>
              <a:gd name="connsiteY12772" fmla="*/ 315944 h 3658174"/>
              <a:gd name="connsiteX12773" fmla="*/ 1994734 w 6514506"/>
              <a:gd name="connsiteY12773" fmla="*/ 313850 h 3658174"/>
              <a:gd name="connsiteX12774" fmla="*/ 2007593 w 6514506"/>
              <a:gd name="connsiteY12774" fmla="*/ 312991 h 3658174"/>
              <a:gd name="connsiteX12775" fmla="*/ 2014451 w 6514506"/>
              <a:gd name="connsiteY12775" fmla="*/ 312707 h 3658174"/>
              <a:gd name="connsiteX12776" fmla="*/ 2017784 w 6514506"/>
              <a:gd name="connsiteY12776" fmla="*/ 311849 h 3658174"/>
              <a:gd name="connsiteX12777" fmla="*/ 2016260 w 6514506"/>
              <a:gd name="connsiteY12777" fmla="*/ 307658 h 3658174"/>
              <a:gd name="connsiteX12778" fmla="*/ 2020166 w 6514506"/>
              <a:gd name="connsiteY12778" fmla="*/ 305563 h 3658174"/>
              <a:gd name="connsiteX12779" fmla="*/ 2024071 w 6514506"/>
              <a:gd name="connsiteY12779" fmla="*/ 304705 h 3658174"/>
              <a:gd name="connsiteX12780" fmla="*/ 2024928 w 6514506"/>
              <a:gd name="connsiteY12780" fmla="*/ 300515 h 3658174"/>
              <a:gd name="connsiteX12781" fmla="*/ 2032453 w 6514506"/>
              <a:gd name="connsiteY12781" fmla="*/ 301753 h 3658174"/>
              <a:gd name="connsiteX12782" fmla="*/ 2038454 w 6514506"/>
              <a:gd name="connsiteY12782" fmla="*/ 301466 h 3658174"/>
              <a:gd name="connsiteX12783" fmla="*/ 2031215 w 6514506"/>
              <a:gd name="connsiteY12783" fmla="*/ 298133 h 3658174"/>
              <a:gd name="connsiteX12784" fmla="*/ 2033882 w 6514506"/>
              <a:gd name="connsiteY12784" fmla="*/ 296038 h 3658174"/>
              <a:gd name="connsiteX12785" fmla="*/ 2036263 w 6514506"/>
              <a:gd name="connsiteY12785" fmla="*/ 293942 h 3658174"/>
              <a:gd name="connsiteX12786" fmla="*/ 2036834 w 6514506"/>
              <a:gd name="connsiteY12786" fmla="*/ 290609 h 3658174"/>
              <a:gd name="connsiteX12787" fmla="*/ 2041883 w 6514506"/>
              <a:gd name="connsiteY12787" fmla="*/ 291847 h 3658174"/>
              <a:gd name="connsiteX12788" fmla="*/ 2051122 w 6514506"/>
              <a:gd name="connsiteY12788" fmla="*/ 288798 h 3658174"/>
              <a:gd name="connsiteX12789" fmla="*/ 2057980 w 6514506"/>
              <a:gd name="connsiteY12789" fmla="*/ 287275 h 3658174"/>
              <a:gd name="connsiteX12790" fmla="*/ 2060933 w 6514506"/>
              <a:gd name="connsiteY12790" fmla="*/ 288512 h 3658174"/>
              <a:gd name="connsiteX12791" fmla="*/ 2063314 w 6514506"/>
              <a:gd name="connsiteY12791" fmla="*/ 284036 h 3658174"/>
              <a:gd name="connsiteX12792" fmla="*/ 2069600 w 6514506"/>
              <a:gd name="connsiteY12792" fmla="*/ 282797 h 3658174"/>
              <a:gd name="connsiteX12793" fmla="*/ 2071696 w 6514506"/>
              <a:gd name="connsiteY12793" fmla="*/ 280702 h 3658174"/>
              <a:gd name="connsiteX12794" fmla="*/ 2078840 w 6514506"/>
              <a:gd name="connsiteY12794" fmla="*/ 282797 h 3658174"/>
              <a:gd name="connsiteX12795" fmla="*/ 2091794 w 6514506"/>
              <a:gd name="connsiteY12795" fmla="*/ 280892 h 3658174"/>
              <a:gd name="connsiteX12796" fmla="*/ 2102843 w 6514506"/>
              <a:gd name="connsiteY12796" fmla="*/ 277558 h 3658174"/>
              <a:gd name="connsiteX12797" fmla="*/ 2106176 w 6514506"/>
              <a:gd name="connsiteY12797" fmla="*/ 276987 h 3658174"/>
              <a:gd name="connsiteX12798" fmla="*/ 2107700 w 6514506"/>
              <a:gd name="connsiteY12798" fmla="*/ 279369 h 3658174"/>
              <a:gd name="connsiteX12799" fmla="*/ 2113130 w 6514506"/>
              <a:gd name="connsiteY12799" fmla="*/ 276701 h 3658174"/>
              <a:gd name="connsiteX12800" fmla="*/ 2120654 w 6514506"/>
              <a:gd name="connsiteY12800" fmla="*/ 272225 h 3658174"/>
              <a:gd name="connsiteX12801" fmla="*/ 2130560 w 6514506"/>
              <a:gd name="connsiteY12801" fmla="*/ 276131 h 3658174"/>
              <a:gd name="connsiteX12802" fmla="*/ 2136847 w 6514506"/>
              <a:gd name="connsiteY12802" fmla="*/ 277654 h 3658174"/>
              <a:gd name="connsiteX12803" fmla="*/ 2148277 w 6514506"/>
              <a:gd name="connsiteY12803" fmla="*/ 277369 h 3658174"/>
              <a:gd name="connsiteX12804" fmla="*/ 2156087 w 6514506"/>
              <a:gd name="connsiteY12804" fmla="*/ 276512 h 3658174"/>
              <a:gd name="connsiteX12805" fmla="*/ 2167517 w 6514506"/>
              <a:gd name="connsiteY12805" fmla="*/ 274415 h 3658174"/>
              <a:gd name="connsiteX12806" fmla="*/ 2177138 w 6514506"/>
              <a:gd name="connsiteY12806" fmla="*/ 273177 h 3658174"/>
              <a:gd name="connsiteX12807" fmla="*/ 2184948 w 6514506"/>
              <a:gd name="connsiteY12807" fmla="*/ 270797 h 3658174"/>
              <a:gd name="connsiteX12808" fmla="*/ 2195997 w 6514506"/>
              <a:gd name="connsiteY12808" fmla="*/ 268414 h 3658174"/>
              <a:gd name="connsiteX12809" fmla="*/ 2203713 w 6514506"/>
              <a:gd name="connsiteY12809" fmla="*/ 268225 h 3658174"/>
              <a:gd name="connsiteX12810" fmla="*/ 4614514 w 6514506"/>
              <a:gd name="connsiteY12810" fmla="*/ 268009 h 3658174"/>
              <a:gd name="connsiteX12811" fmla="*/ 4612489 w 6514506"/>
              <a:gd name="connsiteY12811" fmla="*/ 270700 h 3658174"/>
              <a:gd name="connsiteX12812" fmla="*/ 4601059 w 6514506"/>
              <a:gd name="connsiteY12812" fmla="*/ 275177 h 3658174"/>
              <a:gd name="connsiteX12813" fmla="*/ 4600774 w 6514506"/>
              <a:gd name="connsiteY12813" fmla="*/ 272510 h 3658174"/>
              <a:gd name="connsiteX12814" fmla="*/ 4610680 w 6514506"/>
              <a:gd name="connsiteY12814" fmla="*/ 268033 h 3658174"/>
              <a:gd name="connsiteX12815" fmla="*/ 4614514 w 6514506"/>
              <a:gd name="connsiteY12815" fmla="*/ 268009 h 3658174"/>
              <a:gd name="connsiteX12816" fmla="*/ 933935 w 6514506"/>
              <a:gd name="connsiteY12816" fmla="*/ 267652 h 3658174"/>
              <a:gd name="connsiteX12817" fmla="*/ 935746 w 6514506"/>
              <a:gd name="connsiteY12817" fmla="*/ 277558 h 3658174"/>
              <a:gd name="connsiteX12818" fmla="*/ 931839 w 6514506"/>
              <a:gd name="connsiteY12818" fmla="*/ 284130 h 3658174"/>
              <a:gd name="connsiteX12819" fmla="*/ 928887 w 6514506"/>
              <a:gd name="connsiteY12819" fmla="*/ 282035 h 3658174"/>
              <a:gd name="connsiteX12820" fmla="*/ 926505 w 6514506"/>
              <a:gd name="connsiteY12820" fmla="*/ 286226 h 3658174"/>
              <a:gd name="connsiteX12821" fmla="*/ 923173 w 6514506"/>
              <a:gd name="connsiteY12821" fmla="*/ 292798 h 3658174"/>
              <a:gd name="connsiteX12822" fmla="*/ 925553 w 6514506"/>
              <a:gd name="connsiteY12822" fmla="*/ 293084 h 3658174"/>
              <a:gd name="connsiteX12823" fmla="*/ 934221 w 6514506"/>
              <a:gd name="connsiteY12823" fmla="*/ 291274 h 3658174"/>
              <a:gd name="connsiteX12824" fmla="*/ 936316 w 6514506"/>
              <a:gd name="connsiteY12824" fmla="*/ 292512 h 3658174"/>
              <a:gd name="connsiteX12825" fmla="*/ 938126 w 6514506"/>
              <a:gd name="connsiteY12825" fmla="*/ 294036 h 3658174"/>
              <a:gd name="connsiteX12826" fmla="*/ 944984 w 6514506"/>
              <a:gd name="connsiteY12826" fmla="*/ 288607 h 3658174"/>
              <a:gd name="connsiteX12827" fmla="*/ 953366 w 6514506"/>
              <a:gd name="connsiteY12827" fmla="*/ 283464 h 3658174"/>
              <a:gd name="connsiteX12828" fmla="*/ 954890 w 6514506"/>
              <a:gd name="connsiteY12828" fmla="*/ 287369 h 3658174"/>
              <a:gd name="connsiteX12829" fmla="*/ 958224 w 6514506"/>
              <a:gd name="connsiteY12829" fmla="*/ 290036 h 3658174"/>
              <a:gd name="connsiteX12830" fmla="*/ 965748 w 6514506"/>
              <a:gd name="connsiteY12830" fmla="*/ 286131 h 3658174"/>
              <a:gd name="connsiteX12831" fmla="*/ 971749 w 6514506"/>
              <a:gd name="connsiteY12831" fmla="*/ 286988 h 3658174"/>
              <a:gd name="connsiteX12832" fmla="*/ 973559 w 6514506"/>
              <a:gd name="connsiteY12832" fmla="*/ 292036 h 3658174"/>
              <a:gd name="connsiteX12833" fmla="*/ 972702 w 6514506"/>
              <a:gd name="connsiteY12833" fmla="*/ 296227 h 3658174"/>
              <a:gd name="connsiteX12834" fmla="*/ 981369 w 6514506"/>
              <a:gd name="connsiteY12834" fmla="*/ 287559 h 3658174"/>
              <a:gd name="connsiteX12835" fmla="*/ 984322 w 6514506"/>
              <a:gd name="connsiteY12835" fmla="*/ 290607 h 3658174"/>
              <a:gd name="connsiteX12836" fmla="*/ 990323 w 6514506"/>
              <a:gd name="connsiteY12836" fmla="*/ 290607 h 3658174"/>
              <a:gd name="connsiteX12837" fmla="*/ 996324 w 6514506"/>
              <a:gd name="connsiteY12837" fmla="*/ 292131 h 3658174"/>
              <a:gd name="connsiteX12838" fmla="*/ 1001086 w 6514506"/>
              <a:gd name="connsiteY12838" fmla="*/ 292989 h 3658174"/>
              <a:gd name="connsiteX12839" fmla="*/ 1008611 w 6514506"/>
              <a:gd name="connsiteY12839" fmla="*/ 288798 h 3658174"/>
              <a:gd name="connsiteX12840" fmla="*/ 1014040 w 6514506"/>
              <a:gd name="connsiteY12840" fmla="*/ 292989 h 3658174"/>
              <a:gd name="connsiteX12841" fmla="*/ 1017374 w 6514506"/>
              <a:gd name="connsiteY12841" fmla="*/ 295370 h 3658174"/>
              <a:gd name="connsiteX12842" fmla="*/ 1024899 w 6514506"/>
              <a:gd name="connsiteY12842" fmla="*/ 295656 h 3658174"/>
              <a:gd name="connsiteX12843" fmla="*/ 1022232 w 6514506"/>
              <a:gd name="connsiteY12843" fmla="*/ 297465 h 3658174"/>
              <a:gd name="connsiteX12844" fmla="*/ 1016802 w 6514506"/>
              <a:gd name="connsiteY12844" fmla="*/ 299847 h 3658174"/>
              <a:gd name="connsiteX12845" fmla="*/ 1016231 w 6514506"/>
              <a:gd name="connsiteY12845" fmla="*/ 302514 h 3658174"/>
              <a:gd name="connsiteX12846" fmla="*/ 1013183 w 6514506"/>
              <a:gd name="connsiteY12846" fmla="*/ 306133 h 3658174"/>
              <a:gd name="connsiteX12847" fmla="*/ 1011373 w 6514506"/>
              <a:gd name="connsiteY12847" fmla="*/ 309467 h 3658174"/>
              <a:gd name="connsiteX12848" fmla="*/ 1014326 w 6514506"/>
              <a:gd name="connsiteY12848" fmla="*/ 315468 h 3658174"/>
              <a:gd name="connsiteX12849" fmla="*/ 1010992 w 6514506"/>
              <a:gd name="connsiteY12849" fmla="*/ 321468 h 3658174"/>
              <a:gd name="connsiteX12850" fmla="*/ 1003182 w 6514506"/>
              <a:gd name="connsiteY12850" fmla="*/ 328041 h 3658174"/>
              <a:gd name="connsiteX12851" fmla="*/ 998134 w 6514506"/>
              <a:gd name="connsiteY12851" fmla="*/ 332517 h 3658174"/>
              <a:gd name="connsiteX12852" fmla="*/ 989752 w 6514506"/>
              <a:gd name="connsiteY12852" fmla="*/ 334613 h 3658174"/>
              <a:gd name="connsiteX12853" fmla="*/ 985560 w 6514506"/>
              <a:gd name="connsiteY12853" fmla="*/ 334613 h 3658174"/>
              <a:gd name="connsiteX12854" fmla="*/ 977464 w 6514506"/>
              <a:gd name="connsiteY12854" fmla="*/ 337947 h 3658174"/>
              <a:gd name="connsiteX12855" fmla="*/ 970225 w 6514506"/>
              <a:gd name="connsiteY12855" fmla="*/ 336423 h 3658174"/>
              <a:gd name="connsiteX12856" fmla="*/ 966320 w 6514506"/>
              <a:gd name="connsiteY12856" fmla="*/ 335851 h 3658174"/>
              <a:gd name="connsiteX12857" fmla="*/ 955271 w 6514506"/>
              <a:gd name="connsiteY12857" fmla="*/ 338232 h 3658174"/>
              <a:gd name="connsiteX12858" fmla="*/ 945936 w 6514506"/>
              <a:gd name="connsiteY12858" fmla="*/ 342138 h 3658174"/>
              <a:gd name="connsiteX12859" fmla="*/ 932793 w 6514506"/>
              <a:gd name="connsiteY12859" fmla="*/ 342995 h 3658174"/>
              <a:gd name="connsiteX12860" fmla="*/ 924981 w 6514506"/>
              <a:gd name="connsiteY12860" fmla="*/ 339090 h 3658174"/>
              <a:gd name="connsiteX12861" fmla="*/ 920791 w 6514506"/>
              <a:gd name="connsiteY12861" fmla="*/ 340899 h 3658174"/>
              <a:gd name="connsiteX12862" fmla="*/ 913647 w 6514506"/>
              <a:gd name="connsiteY12862" fmla="*/ 345090 h 3658174"/>
              <a:gd name="connsiteX12863" fmla="*/ 907075 w 6514506"/>
              <a:gd name="connsiteY12863" fmla="*/ 346614 h 3658174"/>
              <a:gd name="connsiteX12864" fmla="*/ 898692 w 6514506"/>
              <a:gd name="connsiteY12864" fmla="*/ 343947 h 3658174"/>
              <a:gd name="connsiteX12865" fmla="*/ 891834 w 6514506"/>
              <a:gd name="connsiteY12865" fmla="*/ 337375 h 3658174"/>
              <a:gd name="connsiteX12866" fmla="*/ 888502 w 6514506"/>
              <a:gd name="connsiteY12866" fmla="*/ 331660 h 3658174"/>
              <a:gd name="connsiteX12867" fmla="*/ 884596 w 6514506"/>
              <a:gd name="connsiteY12867" fmla="*/ 325659 h 3658174"/>
              <a:gd name="connsiteX12868" fmla="*/ 878880 w 6514506"/>
              <a:gd name="connsiteY12868" fmla="*/ 325374 h 3658174"/>
              <a:gd name="connsiteX12869" fmla="*/ 870498 w 6514506"/>
              <a:gd name="connsiteY12869" fmla="*/ 321183 h 3658174"/>
              <a:gd name="connsiteX12870" fmla="*/ 873832 w 6514506"/>
              <a:gd name="connsiteY12870" fmla="*/ 317277 h 3658174"/>
              <a:gd name="connsiteX12871" fmla="*/ 886691 w 6514506"/>
              <a:gd name="connsiteY12871" fmla="*/ 315753 h 3658174"/>
              <a:gd name="connsiteX12872" fmla="*/ 888786 w 6514506"/>
              <a:gd name="connsiteY12872" fmla="*/ 310705 h 3658174"/>
              <a:gd name="connsiteX12873" fmla="*/ 889644 w 6514506"/>
              <a:gd name="connsiteY12873" fmla="*/ 307371 h 3658174"/>
              <a:gd name="connsiteX12874" fmla="*/ 889929 w 6514506"/>
              <a:gd name="connsiteY12874" fmla="*/ 303180 h 3658174"/>
              <a:gd name="connsiteX12875" fmla="*/ 882786 w 6514506"/>
              <a:gd name="connsiteY12875" fmla="*/ 301275 h 3658174"/>
              <a:gd name="connsiteX12876" fmla="*/ 876213 w 6514506"/>
              <a:gd name="connsiteY12876" fmla="*/ 298608 h 3658174"/>
              <a:gd name="connsiteX12877" fmla="*/ 873832 w 6514506"/>
              <a:gd name="connsiteY12877" fmla="*/ 295275 h 3658174"/>
              <a:gd name="connsiteX12878" fmla="*/ 878309 w 6514506"/>
              <a:gd name="connsiteY12878" fmla="*/ 294703 h 3658174"/>
              <a:gd name="connsiteX12879" fmla="*/ 889358 w 6514506"/>
              <a:gd name="connsiteY12879" fmla="*/ 297656 h 3658174"/>
              <a:gd name="connsiteX12880" fmla="*/ 900407 w 6514506"/>
              <a:gd name="connsiteY12880" fmla="*/ 299751 h 3658174"/>
              <a:gd name="connsiteX12881" fmla="*/ 908217 w 6514506"/>
              <a:gd name="connsiteY12881" fmla="*/ 300037 h 3658174"/>
              <a:gd name="connsiteX12882" fmla="*/ 905836 w 6514506"/>
              <a:gd name="connsiteY12882" fmla="*/ 297942 h 3658174"/>
              <a:gd name="connsiteX12883" fmla="*/ 906694 w 6514506"/>
              <a:gd name="connsiteY12883" fmla="*/ 293179 h 3658174"/>
              <a:gd name="connsiteX12884" fmla="*/ 910313 w 6514506"/>
              <a:gd name="connsiteY12884" fmla="*/ 291084 h 3658174"/>
              <a:gd name="connsiteX12885" fmla="*/ 898883 w 6514506"/>
              <a:gd name="connsiteY12885" fmla="*/ 285083 h 3658174"/>
              <a:gd name="connsiteX12886" fmla="*/ 894121 w 6514506"/>
              <a:gd name="connsiteY12886" fmla="*/ 278511 h 3658174"/>
              <a:gd name="connsiteX12887" fmla="*/ 898597 w 6514506"/>
              <a:gd name="connsiteY12887" fmla="*/ 279082 h 3658174"/>
              <a:gd name="connsiteX12888" fmla="*/ 901931 w 6514506"/>
              <a:gd name="connsiteY12888" fmla="*/ 279939 h 3658174"/>
              <a:gd name="connsiteX12889" fmla="*/ 900693 w 6514506"/>
              <a:gd name="connsiteY12889" fmla="*/ 275748 h 3658174"/>
              <a:gd name="connsiteX12890" fmla="*/ 905455 w 6514506"/>
              <a:gd name="connsiteY12890" fmla="*/ 275463 h 3658174"/>
              <a:gd name="connsiteX12891" fmla="*/ 907836 w 6514506"/>
              <a:gd name="connsiteY12891" fmla="*/ 276320 h 3658174"/>
              <a:gd name="connsiteX12892" fmla="*/ 911456 w 6514506"/>
              <a:gd name="connsiteY12892" fmla="*/ 275082 h 3658174"/>
              <a:gd name="connsiteX12893" fmla="*/ 913266 w 6514506"/>
              <a:gd name="connsiteY12893" fmla="*/ 273843 h 3658174"/>
              <a:gd name="connsiteX12894" fmla="*/ 919839 w 6514506"/>
              <a:gd name="connsiteY12894" fmla="*/ 268414 h 3658174"/>
              <a:gd name="connsiteX12895" fmla="*/ 923743 w 6514506"/>
              <a:gd name="connsiteY12895" fmla="*/ 271748 h 3658174"/>
              <a:gd name="connsiteX12896" fmla="*/ 920791 w 6514506"/>
              <a:gd name="connsiteY12896" fmla="*/ 278987 h 3658174"/>
              <a:gd name="connsiteX12897" fmla="*/ 923457 w 6514506"/>
              <a:gd name="connsiteY12897" fmla="*/ 279558 h 3658174"/>
              <a:gd name="connsiteX12898" fmla="*/ 926791 w 6514506"/>
              <a:gd name="connsiteY12898" fmla="*/ 272034 h 3658174"/>
              <a:gd name="connsiteX12899" fmla="*/ 929744 w 6514506"/>
              <a:gd name="connsiteY12899" fmla="*/ 271176 h 3658174"/>
              <a:gd name="connsiteX12900" fmla="*/ 930315 w 6514506"/>
              <a:gd name="connsiteY12900" fmla="*/ 268509 h 3658174"/>
              <a:gd name="connsiteX12901" fmla="*/ 933935 w 6514506"/>
              <a:gd name="connsiteY12901" fmla="*/ 267652 h 3658174"/>
              <a:gd name="connsiteX12902" fmla="*/ 4349980 w 6514506"/>
              <a:gd name="connsiteY12902" fmla="*/ 267080 h 3658174"/>
              <a:gd name="connsiteX12903" fmla="*/ 4354171 w 6514506"/>
              <a:gd name="connsiteY12903" fmla="*/ 268604 h 3658174"/>
              <a:gd name="connsiteX12904" fmla="*/ 4349695 w 6514506"/>
              <a:gd name="connsiteY12904" fmla="*/ 277844 h 3658174"/>
              <a:gd name="connsiteX12905" fmla="*/ 4346361 w 6514506"/>
              <a:gd name="connsiteY12905" fmla="*/ 275177 h 3658174"/>
              <a:gd name="connsiteX12906" fmla="*/ 4349980 w 6514506"/>
              <a:gd name="connsiteY12906" fmla="*/ 267080 h 3658174"/>
              <a:gd name="connsiteX12907" fmla="*/ 5248379 w 6514506"/>
              <a:gd name="connsiteY12907" fmla="*/ 256698 h 3658174"/>
              <a:gd name="connsiteX12908" fmla="*/ 5246283 w 6514506"/>
              <a:gd name="connsiteY12908" fmla="*/ 262128 h 3658174"/>
              <a:gd name="connsiteX12909" fmla="*/ 5243330 w 6514506"/>
              <a:gd name="connsiteY12909" fmla="*/ 261556 h 3658174"/>
              <a:gd name="connsiteX12910" fmla="*/ 5245712 w 6514506"/>
              <a:gd name="connsiteY12910" fmla="*/ 257556 h 3658174"/>
              <a:gd name="connsiteX12911" fmla="*/ 5248379 w 6514506"/>
              <a:gd name="connsiteY12911" fmla="*/ 256698 h 3658174"/>
              <a:gd name="connsiteX12912" fmla="*/ 4691547 w 6514506"/>
              <a:gd name="connsiteY12912" fmla="*/ 252698 h 3658174"/>
              <a:gd name="connsiteX12913" fmla="*/ 4702977 w 6514506"/>
              <a:gd name="connsiteY12913" fmla="*/ 255365 h 3658174"/>
              <a:gd name="connsiteX12914" fmla="*/ 4707454 w 6514506"/>
              <a:gd name="connsiteY12914" fmla="*/ 262604 h 3658174"/>
              <a:gd name="connsiteX12915" fmla="*/ 4706406 w 6514506"/>
              <a:gd name="connsiteY12915" fmla="*/ 267081 h 3658174"/>
              <a:gd name="connsiteX12916" fmla="*/ 4706406 w 6514506"/>
              <a:gd name="connsiteY12916" fmla="*/ 270986 h 3658174"/>
              <a:gd name="connsiteX12917" fmla="*/ 4706120 w 6514506"/>
              <a:gd name="connsiteY12917" fmla="*/ 282416 h 3658174"/>
              <a:gd name="connsiteX12918" fmla="*/ 4690880 w 6514506"/>
              <a:gd name="connsiteY12918" fmla="*/ 284797 h 3658174"/>
              <a:gd name="connsiteX12919" fmla="*/ 4684308 w 6514506"/>
              <a:gd name="connsiteY12919" fmla="*/ 286321 h 3658174"/>
              <a:gd name="connsiteX12920" fmla="*/ 4683070 w 6514506"/>
              <a:gd name="connsiteY12920" fmla="*/ 289941 h 3658174"/>
              <a:gd name="connsiteX12921" fmla="*/ 4691166 w 6514506"/>
              <a:gd name="connsiteY12921" fmla="*/ 294418 h 3658174"/>
              <a:gd name="connsiteX12922" fmla="*/ 4695357 w 6514506"/>
              <a:gd name="connsiteY12922" fmla="*/ 300419 h 3658174"/>
              <a:gd name="connsiteX12923" fmla="*/ 4686022 w 6514506"/>
              <a:gd name="connsiteY12923" fmla="*/ 304609 h 3658174"/>
              <a:gd name="connsiteX12924" fmla="*/ 4681260 w 6514506"/>
              <a:gd name="connsiteY12924" fmla="*/ 301942 h 3658174"/>
              <a:gd name="connsiteX12925" fmla="*/ 4677926 w 6514506"/>
              <a:gd name="connsiteY12925" fmla="*/ 298609 h 3658174"/>
              <a:gd name="connsiteX12926" fmla="*/ 4667734 w 6514506"/>
              <a:gd name="connsiteY12926" fmla="*/ 292608 h 3658174"/>
              <a:gd name="connsiteX12927" fmla="*/ 4658114 w 6514506"/>
              <a:gd name="connsiteY12927" fmla="*/ 284607 h 3658174"/>
              <a:gd name="connsiteX12928" fmla="*/ 4655733 w 6514506"/>
              <a:gd name="connsiteY12928" fmla="*/ 281273 h 3658174"/>
              <a:gd name="connsiteX12929" fmla="*/ 4654495 w 6514506"/>
              <a:gd name="connsiteY12929" fmla="*/ 277082 h 3658174"/>
              <a:gd name="connsiteX12930" fmla="*/ 4647637 w 6514506"/>
              <a:gd name="connsiteY12930" fmla="*/ 272605 h 3658174"/>
              <a:gd name="connsiteX12931" fmla="*/ 4647065 w 6514506"/>
              <a:gd name="connsiteY12931" fmla="*/ 268986 h 3658174"/>
              <a:gd name="connsiteX12932" fmla="*/ 4648303 w 6514506"/>
              <a:gd name="connsiteY12932" fmla="*/ 267176 h 3658174"/>
              <a:gd name="connsiteX12933" fmla="*/ 4644684 w 6514506"/>
              <a:gd name="connsiteY12933" fmla="*/ 263271 h 3658174"/>
              <a:gd name="connsiteX12934" fmla="*/ 4650685 w 6514506"/>
              <a:gd name="connsiteY12934" fmla="*/ 261747 h 3658174"/>
              <a:gd name="connsiteX12935" fmla="*/ 4656114 w 6514506"/>
              <a:gd name="connsiteY12935" fmla="*/ 261747 h 3658174"/>
              <a:gd name="connsiteX12936" fmla="*/ 4660590 w 6514506"/>
              <a:gd name="connsiteY12936" fmla="*/ 259080 h 3658174"/>
              <a:gd name="connsiteX12937" fmla="*/ 4667830 w 6514506"/>
              <a:gd name="connsiteY12937" fmla="*/ 255175 h 3658174"/>
              <a:gd name="connsiteX12938" fmla="*/ 4677164 w 6514506"/>
              <a:gd name="connsiteY12938" fmla="*/ 258127 h 3658174"/>
              <a:gd name="connsiteX12939" fmla="*/ 4681641 w 6514506"/>
              <a:gd name="connsiteY12939" fmla="*/ 256032 h 3658174"/>
              <a:gd name="connsiteX12940" fmla="*/ 4691547 w 6514506"/>
              <a:gd name="connsiteY12940" fmla="*/ 252698 h 3658174"/>
              <a:gd name="connsiteX12941" fmla="*/ 4520192 w 6514506"/>
              <a:gd name="connsiteY12941" fmla="*/ 250031 h 3658174"/>
              <a:gd name="connsiteX12942" fmla="*/ 4524097 w 6514506"/>
              <a:gd name="connsiteY12942" fmla="*/ 256031 h 3658174"/>
              <a:gd name="connsiteX12943" fmla="*/ 4516001 w 6514506"/>
              <a:gd name="connsiteY12943" fmla="*/ 255460 h 3658174"/>
              <a:gd name="connsiteX12944" fmla="*/ 4520192 w 6514506"/>
              <a:gd name="connsiteY12944" fmla="*/ 250031 h 3658174"/>
              <a:gd name="connsiteX12945" fmla="*/ 2639672 w 6514506"/>
              <a:gd name="connsiteY12945" fmla="*/ 247936 h 3658174"/>
              <a:gd name="connsiteX12946" fmla="*/ 2635100 w 6514506"/>
              <a:gd name="connsiteY12946" fmla="*/ 260508 h 3658174"/>
              <a:gd name="connsiteX12947" fmla="*/ 2639672 w 6514506"/>
              <a:gd name="connsiteY12947" fmla="*/ 259842 h 3658174"/>
              <a:gd name="connsiteX12948" fmla="*/ 2653388 w 6514506"/>
              <a:gd name="connsiteY12948" fmla="*/ 257461 h 3658174"/>
              <a:gd name="connsiteX12949" fmla="*/ 2657960 w 6514506"/>
              <a:gd name="connsiteY12949" fmla="*/ 263175 h 3658174"/>
              <a:gd name="connsiteX12950" fmla="*/ 2665389 w 6514506"/>
              <a:gd name="connsiteY12950" fmla="*/ 272796 h 3658174"/>
              <a:gd name="connsiteX12951" fmla="*/ 2654626 w 6514506"/>
              <a:gd name="connsiteY12951" fmla="*/ 277178 h 3658174"/>
              <a:gd name="connsiteX12952" fmla="*/ 2634147 w 6514506"/>
              <a:gd name="connsiteY12952" fmla="*/ 280701 h 3658174"/>
              <a:gd name="connsiteX12953" fmla="*/ 2625098 w 6514506"/>
              <a:gd name="connsiteY12953" fmla="*/ 278511 h 3658174"/>
              <a:gd name="connsiteX12954" fmla="*/ 2603858 w 6514506"/>
              <a:gd name="connsiteY12954" fmla="*/ 281369 h 3658174"/>
              <a:gd name="connsiteX12955" fmla="*/ 2591190 w 6514506"/>
              <a:gd name="connsiteY12955" fmla="*/ 282320 h 3658174"/>
              <a:gd name="connsiteX12956" fmla="*/ 2596809 w 6514506"/>
              <a:gd name="connsiteY12956" fmla="*/ 274511 h 3658174"/>
              <a:gd name="connsiteX12957" fmla="*/ 2608715 w 6514506"/>
              <a:gd name="connsiteY12957" fmla="*/ 266985 h 3658174"/>
              <a:gd name="connsiteX12958" fmla="*/ 2613383 w 6514506"/>
              <a:gd name="connsiteY12958" fmla="*/ 265651 h 3658174"/>
              <a:gd name="connsiteX12959" fmla="*/ 2621574 w 6514506"/>
              <a:gd name="connsiteY12959" fmla="*/ 254126 h 3658174"/>
              <a:gd name="connsiteX12960" fmla="*/ 2629575 w 6514506"/>
              <a:gd name="connsiteY12960" fmla="*/ 250603 h 3658174"/>
              <a:gd name="connsiteX12961" fmla="*/ 2633957 w 6514506"/>
              <a:gd name="connsiteY12961" fmla="*/ 250603 h 3658174"/>
              <a:gd name="connsiteX12962" fmla="*/ 2639672 w 6514506"/>
              <a:gd name="connsiteY12962" fmla="*/ 247936 h 3658174"/>
              <a:gd name="connsiteX12963" fmla="*/ 4379032 w 6514506"/>
              <a:gd name="connsiteY12963" fmla="*/ 239554 h 3658174"/>
              <a:gd name="connsiteX12964" fmla="*/ 4379889 w 6514506"/>
              <a:gd name="connsiteY12964" fmla="*/ 244030 h 3658174"/>
              <a:gd name="connsiteX12965" fmla="*/ 4372745 w 6514506"/>
              <a:gd name="connsiteY12965" fmla="*/ 245554 h 3658174"/>
              <a:gd name="connsiteX12966" fmla="*/ 4379032 w 6514506"/>
              <a:gd name="connsiteY12966" fmla="*/ 239554 h 3658174"/>
              <a:gd name="connsiteX12967" fmla="*/ 4523526 w 6514506"/>
              <a:gd name="connsiteY12967" fmla="*/ 236219 h 3658174"/>
              <a:gd name="connsiteX12968" fmla="*/ 4526193 w 6514506"/>
              <a:gd name="connsiteY12968" fmla="*/ 238886 h 3658174"/>
              <a:gd name="connsiteX12969" fmla="*/ 4526288 w 6514506"/>
              <a:gd name="connsiteY12969" fmla="*/ 241554 h 3658174"/>
              <a:gd name="connsiteX12970" fmla="*/ 4520859 w 6514506"/>
              <a:gd name="connsiteY12970" fmla="*/ 246126 h 3658174"/>
              <a:gd name="connsiteX12971" fmla="*/ 4523526 w 6514506"/>
              <a:gd name="connsiteY12971" fmla="*/ 236219 h 3658174"/>
              <a:gd name="connsiteX12972" fmla="*/ 4434944 w 6514506"/>
              <a:gd name="connsiteY12972" fmla="*/ 234600 h 3658174"/>
              <a:gd name="connsiteX12973" fmla="*/ 4444278 w 6514506"/>
              <a:gd name="connsiteY12973" fmla="*/ 234886 h 3658174"/>
              <a:gd name="connsiteX12974" fmla="*/ 4453232 w 6514506"/>
              <a:gd name="connsiteY12974" fmla="*/ 240887 h 3658174"/>
              <a:gd name="connsiteX12975" fmla="*/ 4461614 w 6514506"/>
              <a:gd name="connsiteY12975" fmla="*/ 245363 h 3658174"/>
              <a:gd name="connsiteX12976" fmla="*/ 4468281 w 6514506"/>
              <a:gd name="connsiteY12976" fmla="*/ 251364 h 3658174"/>
              <a:gd name="connsiteX12977" fmla="*/ 4471234 w 6514506"/>
              <a:gd name="connsiteY12977" fmla="*/ 251650 h 3658174"/>
              <a:gd name="connsiteX12978" fmla="*/ 4476663 w 6514506"/>
              <a:gd name="connsiteY12978" fmla="*/ 252221 h 3658174"/>
              <a:gd name="connsiteX12979" fmla="*/ 4480568 w 6514506"/>
              <a:gd name="connsiteY12979" fmla="*/ 252507 h 3658174"/>
              <a:gd name="connsiteX12980" fmla="*/ 4475806 w 6514506"/>
              <a:gd name="connsiteY12980" fmla="*/ 244697 h 3658174"/>
              <a:gd name="connsiteX12981" fmla="*/ 4477902 w 6514506"/>
              <a:gd name="connsiteY12981" fmla="*/ 241363 h 3658174"/>
              <a:gd name="connsiteX12982" fmla="*/ 4492760 w 6514506"/>
              <a:gd name="connsiteY12982" fmla="*/ 253460 h 3658174"/>
              <a:gd name="connsiteX12983" fmla="*/ 4497809 w 6514506"/>
              <a:gd name="connsiteY12983" fmla="*/ 260318 h 3658174"/>
              <a:gd name="connsiteX12984" fmla="*/ 4498380 w 6514506"/>
              <a:gd name="connsiteY12984" fmla="*/ 264794 h 3658174"/>
              <a:gd name="connsiteX12985" fmla="*/ 4488474 w 6514506"/>
              <a:gd name="connsiteY12985" fmla="*/ 269938 h 3658174"/>
              <a:gd name="connsiteX12986" fmla="*/ 4480950 w 6514506"/>
              <a:gd name="connsiteY12986" fmla="*/ 270795 h 3658174"/>
              <a:gd name="connsiteX12987" fmla="*/ 4475806 w 6514506"/>
              <a:gd name="connsiteY12987" fmla="*/ 271652 h 3658174"/>
              <a:gd name="connsiteX12988" fmla="*/ 4471615 w 6514506"/>
              <a:gd name="connsiteY12988" fmla="*/ 268414 h 3658174"/>
              <a:gd name="connsiteX12989" fmla="*/ 4465614 w 6514506"/>
              <a:gd name="connsiteY12989" fmla="*/ 269557 h 3658174"/>
              <a:gd name="connsiteX12990" fmla="*/ 4458090 w 6514506"/>
              <a:gd name="connsiteY12990" fmla="*/ 277939 h 3658174"/>
              <a:gd name="connsiteX12991" fmla="*/ 4454184 w 6514506"/>
              <a:gd name="connsiteY12991" fmla="*/ 280034 h 3658174"/>
              <a:gd name="connsiteX12992" fmla="*/ 4441897 w 6514506"/>
              <a:gd name="connsiteY12992" fmla="*/ 288702 h 3658174"/>
              <a:gd name="connsiteX12993" fmla="*/ 4420942 w 6514506"/>
              <a:gd name="connsiteY12993" fmla="*/ 294131 h 3658174"/>
              <a:gd name="connsiteX12994" fmla="*/ 4415799 w 6514506"/>
              <a:gd name="connsiteY12994" fmla="*/ 287559 h 3658174"/>
              <a:gd name="connsiteX12995" fmla="*/ 4422371 w 6514506"/>
              <a:gd name="connsiteY12995" fmla="*/ 282797 h 3658174"/>
              <a:gd name="connsiteX12996" fmla="*/ 4429229 w 6514506"/>
              <a:gd name="connsiteY12996" fmla="*/ 279177 h 3658174"/>
              <a:gd name="connsiteX12997" fmla="*/ 4437897 w 6514506"/>
              <a:gd name="connsiteY12997" fmla="*/ 273748 h 3658174"/>
              <a:gd name="connsiteX12998" fmla="*/ 4432848 w 6514506"/>
              <a:gd name="connsiteY12998" fmla="*/ 271938 h 3658174"/>
              <a:gd name="connsiteX12999" fmla="*/ 4422085 w 6514506"/>
              <a:gd name="connsiteY12999" fmla="*/ 274891 h 3658174"/>
              <a:gd name="connsiteX13000" fmla="*/ 4416370 w 6514506"/>
              <a:gd name="connsiteY13000" fmla="*/ 276129 h 3658174"/>
              <a:gd name="connsiteX13001" fmla="*/ 4406750 w 6514506"/>
              <a:gd name="connsiteY13001" fmla="*/ 274891 h 3658174"/>
              <a:gd name="connsiteX13002" fmla="*/ 4402559 w 6514506"/>
              <a:gd name="connsiteY13002" fmla="*/ 276986 h 3658174"/>
              <a:gd name="connsiteX13003" fmla="*/ 4395034 w 6514506"/>
              <a:gd name="connsiteY13003" fmla="*/ 281463 h 3658174"/>
              <a:gd name="connsiteX13004" fmla="*/ 4388462 w 6514506"/>
              <a:gd name="connsiteY13004" fmla="*/ 281177 h 3658174"/>
              <a:gd name="connsiteX13005" fmla="*/ 4382747 w 6514506"/>
              <a:gd name="connsiteY13005" fmla="*/ 282987 h 3658174"/>
              <a:gd name="connsiteX13006" fmla="*/ 4377984 w 6514506"/>
              <a:gd name="connsiteY13006" fmla="*/ 283559 h 3658174"/>
              <a:gd name="connsiteX13007" fmla="*/ 4366554 w 6514506"/>
              <a:gd name="connsiteY13007" fmla="*/ 280225 h 3658174"/>
              <a:gd name="connsiteX13008" fmla="*/ 4371984 w 6514506"/>
              <a:gd name="connsiteY13008" fmla="*/ 273938 h 3658174"/>
              <a:gd name="connsiteX13009" fmla="*/ 4380651 w 6514506"/>
              <a:gd name="connsiteY13009" fmla="*/ 271271 h 3658174"/>
              <a:gd name="connsiteX13010" fmla="*/ 4380080 w 6514506"/>
              <a:gd name="connsiteY13010" fmla="*/ 268890 h 3658174"/>
              <a:gd name="connsiteX13011" fmla="*/ 4371698 w 6514506"/>
              <a:gd name="connsiteY13011" fmla="*/ 271271 h 3658174"/>
              <a:gd name="connsiteX13012" fmla="*/ 4369888 w 6514506"/>
              <a:gd name="connsiteY13012" fmla="*/ 268319 h 3658174"/>
              <a:gd name="connsiteX13013" fmla="*/ 4380937 w 6514506"/>
              <a:gd name="connsiteY13013" fmla="*/ 266223 h 3658174"/>
              <a:gd name="connsiteX13014" fmla="*/ 4380080 w 6514506"/>
              <a:gd name="connsiteY13014" fmla="*/ 263842 h 3658174"/>
              <a:gd name="connsiteX13015" fmla="*/ 4373508 w 6514506"/>
              <a:gd name="connsiteY13015" fmla="*/ 264413 h 3658174"/>
              <a:gd name="connsiteX13016" fmla="*/ 4373508 w 6514506"/>
              <a:gd name="connsiteY13016" fmla="*/ 258127 h 3658174"/>
              <a:gd name="connsiteX13017" fmla="*/ 4374746 w 6514506"/>
              <a:gd name="connsiteY13017" fmla="*/ 255460 h 3658174"/>
              <a:gd name="connsiteX13018" fmla="*/ 4375032 w 6514506"/>
              <a:gd name="connsiteY13018" fmla="*/ 251555 h 3658174"/>
              <a:gd name="connsiteX13019" fmla="*/ 4384652 w 6514506"/>
              <a:gd name="connsiteY13019" fmla="*/ 251840 h 3658174"/>
              <a:gd name="connsiteX13020" fmla="*/ 4398177 w 6514506"/>
              <a:gd name="connsiteY13020" fmla="*/ 253650 h 3658174"/>
              <a:gd name="connsiteX13021" fmla="*/ 4409893 w 6514506"/>
              <a:gd name="connsiteY13021" fmla="*/ 254222 h 3658174"/>
              <a:gd name="connsiteX13022" fmla="*/ 4422180 w 6514506"/>
              <a:gd name="connsiteY13022" fmla="*/ 261080 h 3658174"/>
              <a:gd name="connsiteX13023" fmla="*/ 4432943 w 6514506"/>
              <a:gd name="connsiteY13023" fmla="*/ 261651 h 3658174"/>
              <a:gd name="connsiteX13024" fmla="*/ 4445802 w 6514506"/>
              <a:gd name="connsiteY13024" fmla="*/ 260413 h 3658174"/>
              <a:gd name="connsiteX13025" fmla="*/ 4454756 w 6514506"/>
              <a:gd name="connsiteY13025" fmla="*/ 259175 h 3658174"/>
              <a:gd name="connsiteX13026" fmla="*/ 4442468 w 6514506"/>
              <a:gd name="connsiteY13026" fmla="*/ 255841 h 3658174"/>
              <a:gd name="connsiteX13027" fmla="*/ 4442754 w 6514506"/>
              <a:gd name="connsiteY13027" fmla="*/ 251650 h 3658174"/>
              <a:gd name="connsiteX13028" fmla="*/ 4438849 w 6514506"/>
              <a:gd name="connsiteY13028" fmla="*/ 249554 h 3658174"/>
              <a:gd name="connsiteX13029" fmla="*/ 4430753 w 6514506"/>
              <a:gd name="connsiteY13029" fmla="*/ 249173 h 3658174"/>
              <a:gd name="connsiteX13030" fmla="*/ 4428086 w 6514506"/>
              <a:gd name="connsiteY13030" fmla="*/ 239077 h 3658174"/>
              <a:gd name="connsiteX13031" fmla="*/ 4434944 w 6514506"/>
              <a:gd name="connsiteY13031" fmla="*/ 234600 h 3658174"/>
              <a:gd name="connsiteX13032" fmla="*/ 4516287 w 6514506"/>
              <a:gd name="connsiteY13032" fmla="*/ 234124 h 3658174"/>
              <a:gd name="connsiteX13033" fmla="*/ 4516287 w 6514506"/>
              <a:gd name="connsiteY13033" fmla="*/ 238886 h 3658174"/>
              <a:gd name="connsiteX13034" fmla="*/ 4509715 w 6514506"/>
              <a:gd name="connsiteY13034" fmla="*/ 239553 h 3658174"/>
              <a:gd name="connsiteX13035" fmla="*/ 4516287 w 6514506"/>
              <a:gd name="connsiteY13035" fmla="*/ 234124 h 3658174"/>
              <a:gd name="connsiteX13036" fmla="*/ 4802513 w 6514506"/>
              <a:gd name="connsiteY13036" fmla="*/ 233839 h 3658174"/>
              <a:gd name="connsiteX13037" fmla="*/ 4812324 w 6514506"/>
              <a:gd name="connsiteY13037" fmla="*/ 235362 h 3658174"/>
              <a:gd name="connsiteX13038" fmla="*/ 4822516 w 6514506"/>
              <a:gd name="connsiteY13038" fmla="*/ 244983 h 3658174"/>
              <a:gd name="connsiteX13039" fmla="*/ 4836041 w 6514506"/>
              <a:gd name="connsiteY13039" fmla="*/ 253650 h 3658174"/>
              <a:gd name="connsiteX13040" fmla="*/ 4844423 w 6514506"/>
              <a:gd name="connsiteY13040" fmla="*/ 263556 h 3658174"/>
              <a:gd name="connsiteX13041" fmla="*/ 4845757 w 6514506"/>
              <a:gd name="connsiteY13041" fmla="*/ 266890 h 3658174"/>
              <a:gd name="connsiteX13042" fmla="*/ 4844138 w 6514506"/>
              <a:gd name="connsiteY13042" fmla="*/ 268700 h 3658174"/>
              <a:gd name="connsiteX13043" fmla="*/ 4844423 w 6514506"/>
              <a:gd name="connsiteY13043" fmla="*/ 272034 h 3658174"/>
              <a:gd name="connsiteX13044" fmla="*/ 4849853 w 6514506"/>
              <a:gd name="connsiteY13044" fmla="*/ 272034 h 3658174"/>
              <a:gd name="connsiteX13045" fmla="*/ 4850710 w 6514506"/>
              <a:gd name="connsiteY13045" fmla="*/ 266604 h 3658174"/>
              <a:gd name="connsiteX13046" fmla="*/ 4851948 w 6514506"/>
              <a:gd name="connsiteY13046" fmla="*/ 262985 h 3658174"/>
              <a:gd name="connsiteX13047" fmla="*/ 4856425 w 6514506"/>
              <a:gd name="connsiteY13047" fmla="*/ 259651 h 3658174"/>
              <a:gd name="connsiteX13048" fmla="*/ 4866902 w 6514506"/>
              <a:gd name="connsiteY13048" fmla="*/ 258413 h 3658174"/>
              <a:gd name="connsiteX13049" fmla="*/ 4871665 w 6514506"/>
              <a:gd name="connsiteY13049" fmla="*/ 266700 h 3658174"/>
              <a:gd name="connsiteX13050" fmla="*/ 4874046 w 6514506"/>
              <a:gd name="connsiteY13050" fmla="*/ 265557 h 3658174"/>
              <a:gd name="connsiteX13051" fmla="*/ 4876713 w 6514506"/>
              <a:gd name="connsiteY13051" fmla="*/ 265557 h 3658174"/>
              <a:gd name="connsiteX13052" fmla="*/ 4878809 w 6514506"/>
              <a:gd name="connsiteY13052" fmla="*/ 263461 h 3658174"/>
              <a:gd name="connsiteX13053" fmla="*/ 4873093 w 6514506"/>
              <a:gd name="connsiteY13053" fmla="*/ 258699 h 3658174"/>
              <a:gd name="connsiteX13054" fmla="*/ 4873665 w 6514506"/>
              <a:gd name="connsiteY13054" fmla="*/ 247650 h 3658174"/>
              <a:gd name="connsiteX13055" fmla="*/ 4885952 w 6514506"/>
              <a:gd name="connsiteY13055" fmla="*/ 244697 h 3658174"/>
              <a:gd name="connsiteX13056" fmla="*/ 4902144 w 6514506"/>
              <a:gd name="connsiteY13056" fmla="*/ 242316 h 3658174"/>
              <a:gd name="connsiteX13057" fmla="*/ 4915956 w 6514506"/>
              <a:gd name="connsiteY13057" fmla="*/ 240506 h 3658174"/>
              <a:gd name="connsiteX13058" fmla="*/ 4921385 w 6514506"/>
              <a:gd name="connsiteY13058" fmla="*/ 247078 h 3658174"/>
              <a:gd name="connsiteX13059" fmla="*/ 4913289 w 6514506"/>
              <a:gd name="connsiteY13059" fmla="*/ 252507 h 3658174"/>
              <a:gd name="connsiteX13060" fmla="*/ 4915099 w 6514506"/>
              <a:gd name="connsiteY13060" fmla="*/ 254317 h 3658174"/>
              <a:gd name="connsiteX13061" fmla="*/ 4920528 w 6514506"/>
              <a:gd name="connsiteY13061" fmla="*/ 250698 h 3658174"/>
              <a:gd name="connsiteX13062" fmla="*/ 4925672 w 6514506"/>
              <a:gd name="connsiteY13062" fmla="*/ 248031 h 3658174"/>
              <a:gd name="connsiteX13063" fmla="*/ 4933196 w 6514506"/>
              <a:gd name="connsiteY13063" fmla="*/ 254031 h 3658174"/>
              <a:gd name="connsiteX13064" fmla="*/ 4931672 w 6514506"/>
              <a:gd name="connsiteY13064" fmla="*/ 261175 h 3658174"/>
              <a:gd name="connsiteX13065" fmla="*/ 4932911 w 6514506"/>
              <a:gd name="connsiteY13065" fmla="*/ 264795 h 3658174"/>
              <a:gd name="connsiteX13066" fmla="*/ 4937673 w 6514506"/>
              <a:gd name="connsiteY13066" fmla="*/ 266604 h 3658174"/>
              <a:gd name="connsiteX13067" fmla="*/ 4941864 w 6514506"/>
              <a:gd name="connsiteY13067" fmla="*/ 268414 h 3658174"/>
              <a:gd name="connsiteX13068" fmla="*/ 4939768 w 6514506"/>
              <a:gd name="connsiteY13068" fmla="*/ 258794 h 3658174"/>
              <a:gd name="connsiteX13069" fmla="*/ 4953866 w 6514506"/>
              <a:gd name="connsiteY13069" fmla="*/ 262413 h 3658174"/>
              <a:gd name="connsiteX13070" fmla="*/ 4956532 w 6514506"/>
              <a:gd name="connsiteY13070" fmla="*/ 268414 h 3658174"/>
              <a:gd name="connsiteX13071" fmla="*/ 4958628 w 6514506"/>
              <a:gd name="connsiteY13071" fmla="*/ 267557 h 3658174"/>
              <a:gd name="connsiteX13072" fmla="*/ 4961676 w 6514506"/>
              <a:gd name="connsiteY13072" fmla="*/ 267271 h 3658174"/>
              <a:gd name="connsiteX13073" fmla="*/ 4964343 w 6514506"/>
              <a:gd name="connsiteY13073" fmla="*/ 266033 h 3658174"/>
              <a:gd name="connsiteX13074" fmla="*/ 4960723 w 6514506"/>
              <a:gd name="connsiteY13074" fmla="*/ 259746 h 3658174"/>
              <a:gd name="connsiteX13075" fmla="*/ 4964057 w 6514506"/>
              <a:gd name="connsiteY13075" fmla="*/ 256127 h 3658174"/>
              <a:gd name="connsiteX13076" fmla="*/ 4980821 w 6514506"/>
              <a:gd name="connsiteY13076" fmla="*/ 257937 h 3658174"/>
              <a:gd name="connsiteX13077" fmla="*/ 4986822 w 6514506"/>
              <a:gd name="connsiteY13077" fmla="*/ 258794 h 3658174"/>
              <a:gd name="connsiteX13078" fmla="*/ 4988632 w 6514506"/>
              <a:gd name="connsiteY13078" fmla="*/ 262699 h 3658174"/>
              <a:gd name="connsiteX13079" fmla="*/ 4983869 w 6514506"/>
              <a:gd name="connsiteY13079" fmla="*/ 268700 h 3658174"/>
              <a:gd name="connsiteX13080" fmla="*/ 4985965 w 6514506"/>
              <a:gd name="connsiteY13080" fmla="*/ 274986 h 3658174"/>
              <a:gd name="connsiteX13081" fmla="*/ 4991680 w 6514506"/>
              <a:gd name="connsiteY13081" fmla="*/ 269557 h 3658174"/>
              <a:gd name="connsiteX13082" fmla="*/ 4995013 w 6514506"/>
              <a:gd name="connsiteY13082" fmla="*/ 265080 h 3658174"/>
              <a:gd name="connsiteX13083" fmla="*/ 4999490 w 6514506"/>
              <a:gd name="connsiteY13083" fmla="*/ 267462 h 3658174"/>
              <a:gd name="connsiteX13084" fmla="*/ 5001014 w 6514506"/>
              <a:gd name="connsiteY13084" fmla="*/ 274320 h 3658174"/>
              <a:gd name="connsiteX13085" fmla="*/ 5008158 w 6514506"/>
              <a:gd name="connsiteY13085" fmla="*/ 267081 h 3658174"/>
              <a:gd name="connsiteX13086" fmla="*/ 5017397 w 6514506"/>
              <a:gd name="connsiteY13086" fmla="*/ 262890 h 3658174"/>
              <a:gd name="connsiteX13087" fmla="*/ 5027875 w 6514506"/>
              <a:gd name="connsiteY13087" fmla="*/ 264699 h 3658174"/>
              <a:gd name="connsiteX13088" fmla="*/ 5023970 w 6514506"/>
              <a:gd name="connsiteY13088" fmla="*/ 268890 h 3658174"/>
              <a:gd name="connsiteX13089" fmla="*/ 5014349 w 6514506"/>
              <a:gd name="connsiteY13089" fmla="*/ 277844 h 3658174"/>
              <a:gd name="connsiteX13090" fmla="*/ 5016445 w 6514506"/>
              <a:gd name="connsiteY13090" fmla="*/ 280511 h 3658174"/>
              <a:gd name="connsiteX13091" fmla="*/ 5024255 w 6514506"/>
              <a:gd name="connsiteY13091" fmla="*/ 273653 h 3658174"/>
              <a:gd name="connsiteX13092" fmla="*/ 5026636 w 6514506"/>
              <a:gd name="connsiteY13092" fmla="*/ 276320 h 3658174"/>
              <a:gd name="connsiteX13093" fmla="*/ 5029970 w 6514506"/>
              <a:gd name="connsiteY13093" fmla="*/ 275748 h 3658174"/>
              <a:gd name="connsiteX13094" fmla="*/ 5036828 w 6514506"/>
              <a:gd name="connsiteY13094" fmla="*/ 267652 h 3658174"/>
              <a:gd name="connsiteX13095" fmla="*/ 5045210 w 6514506"/>
              <a:gd name="connsiteY13095" fmla="*/ 270319 h 3658174"/>
              <a:gd name="connsiteX13096" fmla="*/ 5050926 w 6514506"/>
              <a:gd name="connsiteY13096" fmla="*/ 275367 h 3658174"/>
              <a:gd name="connsiteX13097" fmla="*/ 5052163 w 6514506"/>
              <a:gd name="connsiteY13097" fmla="*/ 279844 h 3658174"/>
              <a:gd name="connsiteX13098" fmla="*/ 5045306 w 6514506"/>
              <a:gd name="connsiteY13098" fmla="*/ 282225 h 3658174"/>
              <a:gd name="connsiteX13099" fmla="*/ 5033018 w 6514506"/>
              <a:gd name="connsiteY13099" fmla="*/ 283464 h 3658174"/>
              <a:gd name="connsiteX13100" fmla="*/ 5024065 w 6514506"/>
              <a:gd name="connsiteY13100" fmla="*/ 283464 h 3658174"/>
              <a:gd name="connsiteX13101" fmla="*/ 5022255 w 6514506"/>
              <a:gd name="connsiteY13101" fmla="*/ 284988 h 3658174"/>
              <a:gd name="connsiteX13102" fmla="*/ 5034257 w 6514506"/>
              <a:gd name="connsiteY13102" fmla="*/ 287083 h 3658174"/>
              <a:gd name="connsiteX13103" fmla="*/ 5044448 w 6514506"/>
              <a:gd name="connsiteY13103" fmla="*/ 289750 h 3658174"/>
              <a:gd name="connsiteX13104" fmla="*/ 5049592 w 6514506"/>
              <a:gd name="connsiteY13104" fmla="*/ 289750 h 3658174"/>
              <a:gd name="connsiteX13105" fmla="*/ 5067880 w 6514506"/>
              <a:gd name="connsiteY13105" fmla="*/ 285845 h 3658174"/>
              <a:gd name="connsiteX13106" fmla="*/ 5076262 w 6514506"/>
              <a:gd name="connsiteY13106" fmla="*/ 287655 h 3658174"/>
              <a:gd name="connsiteX13107" fmla="*/ 5074166 w 6514506"/>
              <a:gd name="connsiteY13107" fmla="*/ 290322 h 3658174"/>
              <a:gd name="connsiteX13108" fmla="*/ 5069403 w 6514506"/>
              <a:gd name="connsiteY13108" fmla="*/ 293274 h 3658174"/>
              <a:gd name="connsiteX13109" fmla="*/ 5063117 w 6514506"/>
              <a:gd name="connsiteY13109" fmla="*/ 294513 h 3658174"/>
              <a:gd name="connsiteX13110" fmla="*/ 5055878 w 6514506"/>
              <a:gd name="connsiteY13110" fmla="*/ 292989 h 3658174"/>
              <a:gd name="connsiteX13111" fmla="*/ 5054640 w 6514506"/>
              <a:gd name="connsiteY13111" fmla="*/ 294798 h 3658174"/>
              <a:gd name="connsiteX13112" fmla="*/ 5059402 w 6514506"/>
              <a:gd name="connsiteY13112" fmla="*/ 298037 h 3658174"/>
              <a:gd name="connsiteX13113" fmla="*/ 5064165 w 6514506"/>
              <a:gd name="connsiteY13113" fmla="*/ 297751 h 3658174"/>
              <a:gd name="connsiteX13114" fmla="*/ 5064165 w 6514506"/>
              <a:gd name="connsiteY13114" fmla="*/ 301656 h 3658174"/>
              <a:gd name="connsiteX13115" fmla="*/ 5057307 w 6514506"/>
              <a:gd name="connsiteY13115" fmla="*/ 304990 h 3658174"/>
              <a:gd name="connsiteX13116" fmla="*/ 5054926 w 6514506"/>
              <a:gd name="connsiteY13116" fmla="*/ 307657 h 3658174"/>
              <a:gd name="connsiteX13117" fmla="*/ 5065975 w 6514506"/>
              <a:gd name="connsiteY13117" fmla="*/ 306133 h 3658174"/>
              <a:gd name="connsiteX13118" fmla="*/ 5069880 w 6514506"/>
              <a:gd name="connsiteY13118" fmla="*/ 307371 h 3658174"/>
              <a:gd name="connsiteX13119" fmla="*/ 5073500 w 6514506"/>
              <a:gd name="connsiteY13119" fmla="*/ 307371 h 3658174"/>
              <a:gd name="connsiteX13120" fmla="*/ 5084548 w 6514506"/>
              <a:gd name="connsiteY13120" fmla="*/ 305181 h 3658174"/>
              <a:gd name="connsiteX13121" fmla="*/ 5098074 w 6514506"/>
              <a:gd name="connsiteY13121" fmla="*/ 311277 h 3658174"/>
              <a:gd name="connsiteX13122" fmla="*/ 5103789 w 6514506"/>
              <a:gd name="connsiteY13122" fmla="*/ 312134 h 3658174"/>
              <a:gd name="connsiteX13123" fmla="*/ 5109504 w 6514506"/>
              <a:gd name="connsiteY13123" fmla="*/ 316896 h 3658174"/>
              <a:gd name="connsiteX13124" fmla="*/ 5113981 w 6514506"/>
              <a:gd name="connsiteY13124" fmla="*/ 318135 h 3658174"/>
              <a:gd name="connsiteX13125" fmla="*/ 5117315 w 6514506"/>
              <a:gd name="connsiteY13125" fmla="*/ 316611 h 3658174"/>
              <a:gd name="connsiteX13126" fmla="*/ 5119410 w 6514506"/>
              <a:gd name="connsiteY13126" fmla="*/ 320611 h 3658174"/>
              <a:gd name="connsiteX13127" fmla="*/ 5126268 w 6514506"/>
              <a:gd name="connsiteY13127" fmla="*/ 316611 h 3658174"/>
              <a:gd name="connsiteX13128" fmla="*/ 5124172 w 6514506"/>
              <a:gd name="connsiteY13128" fmla="*/ 309753 h 3658174"/>
              <a:gd name="connsiteX13129" fmla="*/ 5127126 w 6514506"/>
              <a:gd name="connsiteY13129" fmla="*/ 313086 h 3658174"/>
              <a:gd name="connsiteX13130" fmla="*/ 5131316 w 6514506"/>
              <a:gd name="connsiteY13130" fmla="*/ 315182 h 3658174"/>
              <a:gd name="connsiteX13131" fmla="*/ 5143318 w 6514506"/>
              <a:gd name="connsiteY13131" fmla="*/ 316420 h 3658174"/>
              <a:gd name="connsiteX13132" fmla="*/ 5146270 w 6514506"/>
              <a:gd name="connsiteY13132" fmla="*/ 321564 h 3658174"/>
              <a:gd name="connsiteX13133" fmla="*/ 5146270 w 6514506"/>
              <a:gd name="connsiteY13133" fmla="*/ 324516 h 3658174"/>
              <a:gd name="connsiteX13134" fmla="*/ 5148938 w 6514506"/>
              <a:gd name="connsiteY13134" fmla="*/ 328707 h 3658174"/>
              <a:gd name="connsiteX13135" fmla="*/ 5152843 w 6514506"/>
              <a:gd name="connsiteY13135" fmla="*/ 328136 h 3658174"/>
              <a:gd name="connsiteX13136" fmla="*/ 5159129 w 6514506"/>
              <a:gd name="connsiteY13136" fmla="*/ 327279 h 3658174"/>
              <a:gd name="connsiteX13137" fmla="*/ 5161511 w 6514506"/>
              <a:gd name="connsiteY13137" fmla="*/ 325183 h 3658174"/>
              <a:gd name="connsiteX13138" fmla="*/ 5165702 w 6514506"/>
              <a:gd name="connsiteY13138" fmla="*/ 323659 h 3658174"/>
              <a:gd name="connsiteX13139" fmla="*/ 5170178 w 6514506"/>
              <a:gd name="connsiteY13139" fmla="*/ 333851 h 3658174"/>
              <a:gd name="connsiteX13140" fmla="*/ 5177322 w 6514506"/>
              <a:gd name="connsiteY13140" fmla="*/ 330231 h 3658174"/>
              <a:gd name="connsiteX13141" fmla="*/ 5178560 w 6514506"/>
              <a:gd name="connsiteY13141" fmla="*/ 327564 h 3658174"/>
              <a:gd name="connsiteX13142" fmla="*/ 5180941 w 6514506"/>
              <a:gd name="connsiteY13142" fmla="*/ 325183 h 3658174"/>
              <a:gd name="connsiteX13143" fmla="*/ 5183609 w 6514506"/>
              <a:gd name="connsiteY13143" fmla="*/ 323945 h 3658174"/>
              <a:gd name="connsiteX13144" fmla="*/ 5192562 w 6514506"/>
              <a:gd name="connsiteY13144" fmla="*/ 325469 h 3658174"/>
              <a:gd name="connsiteX13145" fmla="*/ 5197039 w 6514506"/>
              <a:gd name="connsiteY13145" fmla="*/ 327850 h 3658174"/>
              <a:gd name="connsiteX13146" fmla="*/ 5199420 w 6514506"/>
              <a:gd name="connsiteY13146" fmla="*/ 335661 h 3658174"/>
              <a:gd name="connsiteX13147" fmla="*/ 5194277 w 6514506"/>
              <a:gd name="connsiteY13147" fmla="*/ 335661 h 3658174"/>
              <a:gd name="connsiteX13148" fmla="*/ 5197325 w 6514506"/>
              <a:gd name="connsiteY13148" fmla="*/ 341376 h 3658174"/>
              <a:gd name="connsiteX13149" fmla="*/ 5198182 w 6514506"/>
              <a:gd name="connsiteY13149" fmla="*/ 344043 h 3658174"/>
              <a:gd name="connsiteX13150" fmla="*/ 5200277 w 6514506"/>
              <a:gd name="connsiteY13150" fmla="*/ 349472 h 3658174"/>
              <a:gd name="connsiteX13151" fmla="*/ 5199420 w 6514506"/>
              <a:gd name="connsiteY13151" fmla="*/ 351853 h 3658174"/>
              <a:gd name="connsiteX13152" fmla="*/ 5191038 w 6514506"/>
              <a:gd name="connsiteY13152" fmla="*/ 348900 h 3658174"/>
              <a:gd name="connsiteX13153" fmla="*/ 5190466 w 6514506"/>
              <a:gd name="connsiteY13153" fmla="*/ 351567 h 3658174"/>
              <a:gd name="connsiteX13154" fmla="*/ 5197610 w 6514506"/>
              <a:gd name="connsiteY13154" fmla="*/ 358711 h 3658174"/>
              <a:gd name="connsiteX13155" fmla="*/ 5202087 w 6514506"/>
              <a:gd name="connsiteY13155" fmla="*/ 363855 h 3658174"/>
              <a:gd name="connsiteX13156" fmla="*/ 5203326 w 6514506"/>
              <a:gd name="connsiteY13156" fmla="*/ 367474 h 3658174"/>
              <a:gd name="connsiteX13157" fmla="*/ 5199706 w 6514506"/>
              <a:gd name="connsiteY13157" fmla="*/ 366617 h 3658174"/>
              <a:gd name="connsiteX13158" fmla="*/ 5196372 w 6514506"/>
              <a:gd name="connsiteY13158" fmla="*/ 366903 h 3658174"/>
              <a:gd name="connsiteX13159" fmla="*/ 5183799 w 6514506"/>
              <a:gd name="connsiteY13159" fmla="*/ 362712 h 3658174"/>
              <a:gd name="connsiteX13160" fmla="*/ 5179036 w 6514506"/>
              <a:gd name="connsiteY13160" fmla="*/ 361188 h 3658174"/>
              <a:gd name="connsiteX13161" fmla="*/ 5173322 w 6514506"/>
              <a:gd name="connsiteY13161" fmla="*/ 357568 h 3658174"/>
              <a:gd name="connsiteX13162" fmla="*/ 5167321 w 6514506"/>
              <a:gd name="connsiteY13162" fmla="*/ 352139 h 3658174"/>
              <a:gd name="connsiteX13163" fmla="*/ 5165226 w 6514506"/>
              <a:gd name="connsiteY13163" fmla="*/ 341947 h 3658174"/>
              <a:gd name="connsiteX13164" fmla="*/ 5162272 w 6514506"/>
              <a:gd name="connsiteY13164" fmla="*/ 343471 h 3658174"/>
              <a:gd name="connsiteX13165" fmla="*/ 5161701 w 6514506"/>
              <a:gd name="connsiteY13165" fmla="*/ 352806 h 3658174"/>
              <a:gd name="connsiteX13166" fmla="*/ 5153033 w 6514506"/>
              <a:gd name="connsiteY13166" fmla="*/ 349186 h 3658174"/>
              <a:gd name="connsiteX13167" fmla="*/ 5150081 w 6514506"/>
              <a:gd name="connsiteY13167" fmla="*/ 347091 h 3658174"/>
              <a:gd name="connsiteX13168" fmla="*/ 5140746 w 6514506"/>
              <a:gd name="connsiteY13168" fmla="*/ 350424 h 3658174"/>
              <a:gd name="connsiteX13169" fmla="*/ 5128459 w 6514506"/>
              <a:gd name="connsiteY13169" fmla="*/ 347757 h 3658174"/>
              <a:gd name="connsiteX13170" fmla="*/ 5119505 w 6514506"/>
              <a:gd name="connsiteY13170" fmla="*/ 349281 h 3658174"/>
              <a:gd name="connsiteX13171" fmla="*/ 5124268 w 6514506"/>
              <a:gd name="connsiteY13171" fmla="*/ 352234 h 3658174"/>
              <a:gd name="connsiteX13172" fmla="*/ 5128459 w 6514506"/>
              <a:gd name="connsiteY13172" fmla="*/ 354330 h 3658174"/>
              <a:gd name="connsiteX13173" fmla="*/ 5132650 w 6514506"/>
              <a:gd name="connsiteY13173" fmla="*/ 358235 h 3658174"/>
              <a:gd name="connsiteX13174" fmla="*/ 5131126 w 6514506"/>
              <a:gd name="connsiteY13174" fmla="*/ 360045 h 3658174"/>
              <a:gd name="connsiteX13175" fmla="*/ 5117981 w 6514506"/>
              <a:gd name="connsiteY13175" fmla="*/ 357663 h 3658174"/>
              <a:gd name="connsiteX13176" fmla="*/ 5119791 w 6514506"/>
              <a:gd name="connsiteY13176" fmla="*/ 359473 h 3658174"/>
              <a:gd name="connsiteX13177" fmla="*/ 5131793 w 6514506"/>
              <a:gd name="connsiteY13177" fmla="*/ 364902 h 3658174"/>
              <a:gd name="connsiteX13178" fmla="*/ 5139317 w 6514506"/>
              <a:gd name="connsiteY13178" fmla="*/ 368522 h 3658174"/>
              <a:gd name="connsiteX13179" fmla="*/ 5149509 w 6514506"/>
              <a:gd name="connsiteY13179" fmla="*/ 369760 h 3658174"/>
              <a:gd name="connsiteX13180" fmla="*/ 5158463 w 6514506"/>
              <a:gd name="connsiteY13180" fmla="*/ 373665 h 3658174"/>
              <a:gd name="connsiteX13181" fmla="*/ 5165987 w 6514506"/>
              <a:gd name="connsiteY13181" fmla="*/ 377856 h 3658174"/>
              <a:gd name="connsiteX13182" fmla="*/ 5170178 w 6514506"/>
              <a:gd name="connsiteY13182" fmla="*/ 377571 h 3658174"/>
              <a:gd name="connsiteX13183" fmla="*/ 5174084 w 6514506"/>
              <a:gd name="connsiteY13183" fmla="*/ 375189 h 3658174"/>
              <a:gd name="connsiteX13184" fmla="*/ 5179513 w 6514506"/>
              <a:gd name="connsiteY13184" fmla="*/ 378809 h 3658174"/>
              <a:gd name="connsiteX13185" fmla="*/ 5181894 w 6514506"/>
              <a:gd name="connsiteY13185" fmla="*/ 378523 h 3658174"/>
              <a:gd name="connsiteX13186" fmla="*/ 5189704 w 6514506"/>
              <a:gd name="connsiteY13186" fmla="*/ 382428 h 3658174"/>
              <a:gd name="connsiteX13187" fmla="*/ 5194181 w 6514506"/>
              <a:gd name="connsiteY13187" fmla="*/ 384524 h 3658174"/>
              <a:gd name="connsiteX13188" fmla="*/ 5199896 w 6514506"/>
              <a:gd name="connsiteY13188" fmla="*/ 386619 h 3658174"/>
              <a:gd name="connsiteX13189" fmla="*/ 5204659 w 6514506"/>
              <a:gd name="connsiteY13189" fmla="*/ 392049 h 3658174"/>
              <a:gd name="connsiteX13190" fmla="*/ 5216375 w 6514506"/>
              <a:gd name="connsiteY13190" fmla="*/ 391763 h 3658174"/>
              <a:gd name="connsiteX13191" fmla="*/ 5220566 w 6514506"/>
              <a:gd name="connsiteY13191" fmla="*/ 394716 h 3658174"/>
              <a:gd name="connsiteX13192" fmla="*/ 5227710 w 6514506"/>
              <a:gd name="connsiteY13192" fmla="*/ 400716 h 3658174"/>
              <a:gd name="connsiteX13193" fmla="*/ 5232757 w 6514506"/>
              <a:gd name="connsiteY13193" fmla="*/ 406146 h 3658174"/>
              <a:gd name="connsiteX13194" fmla="*/ 5227710 w 6514506"/>
              <a:gd name="connsiteY13194" fmla="*/ 405288 h 3658174"/>
              <a:gd name="connsiteX13195" fmla="*/ 5224757 w 6514506"/>
              <a:gd name="connsiteY13195" fmla="*/ 404431 h 3658174"/>
              <a:gd name="connsiteX13196" fmla="*/ 5234948 w 6514506"/>
              <a:gd name="connsiteY13196" fmla="*/ 410718 h 3658174"/>
              <a:gd name="connsiteX13197" fmla="*/ 5240377 w 6514506"/>
              <a:gd name="connsiteY13197" fmla="*/ 414337 h 3658174"/>
              <a:gd name="connsiteX13198" fmla="*/ 5236472 w 6514506"/>
              <a:gd name="connsiteY13198" fmla="*/ 414909 h 3658174"/>
              <a:gd name="connsiteX13199" fmla="*/ 5236472 w 6514506"/>
              <a:gd name="connsiteY13199" fmla="*/ 417576 h 3658174"/>
              <a:gd name="connsiteX13200" fmla="*/ 5243997 w 6514506"/>
              <a:gd name="connsiteY13200" fmla="*/ 424148 h 3658174"/>
              <a:gd name="connsiteX13201" fmla="*/ 5237425 w 6514506"/>
              <a:gd name="connsiteY13201" fmla="*/ 424434 h 3658174"/>
              <a:gd name="connsiteX13202" fmla="*/ 5232662 w 6514506"/>
              <a:gd name="connsiteY13202" fmla="*/ 419004 h 3658174"/>
              <a:gd name="connsiteX13203" fmla="*/ 5229995 w 6514506"/>
              <a:gd name="connsiteY13203" fmla="*/ 419004 h 3658174"/>
              <a:gd name="connsiteX13204" fmla="*/ 5223423 w 6514506"/>
              <a:gd name="connsiteY13204" fmla="*/ 419290 h 3658174"/>
              <a:gd name="connsiteX13205" fmla="*/ 5219232 w 6514506"/>
              <a:gd name="connsiteY13205" fmla="*/ 419290 h 3658174"/>
              <a:gd name="connsiteX13206" fmla="*/ 5215327 w 6514506"/>
              <a:gd name="connsiteY13206" fmla="*/ 418719 h 3658174"/>
              <a:gd name="connsiteX13207" fmla="*/ 5211422 w 6514506"/>
              <a:gd name="connsiteY13207" fmla="*/ 419576 h 3658174"/>
              <a:gd name="connsiteX13208" fmla="*/ 5206373 w 6514506"/>
              <a:gd name="connsiteY13208" fmla="*/ 417766 h 3658174"/>
              <a:gd name="connsiteX13209" fmla="*/ 5200372 w 6514506"/>
              <a:gd name="connsiteY13209" fmla="*/ 417195 h 3658174"/>
              <a:gd name="connsiteX13210" fmla="*/ 5193228 w 6514506"/>
              <a:gd name="connsiteY13210" fmla="*/ 413289 h 3658174"/>
              <a:gd name="connsiteX13211" fmla="*/ 5188466 w 6514506"/>
              <a:gd name="connsiteY13211" fmla="*/ 410622 h 3658174"/>
              <a:gd name="connsiteX13212" fmla="*/ 5189038 w 6514506"/>
              <a:gd name="connsiteY13212" fmla="*/ 415671 h 3658174"/>
              <a:gd name="connsiteX13213" fmla="*/ 5180085 w 6514506"/>
              <a:gd name="connsiteY13213" fmla="*/ 413289 h 3658174"/>
              <a:gd name="connsiteX13214" fmla="*/ 5170178 w 6514506"/>
              <a:gd name="connsiteY13214" fmla="*/ 413004 h 3658174"/>
              <a:gd name="connsiteX13215" fmla="*/ 5168940 w 6514506"/>
              <a:gd name="connsiteY13215" fmla="*/ 415671 h 3658174"/>
              <a:gd name="connsiteX13216" fmla="*/ 5177322 w 6514506"/>
              <a:gd name="connsiteY13216" fmla="*/ 416909 h 3658174"/>
              <a:gd name="connsiteX13217" fmla="*/ 5188752 w 6514506"/>
              <a:gd name="connsiteY13217" fmla="*/ 420528 h 3658174"/>
              <a:gd name="connsiteX13218" fmla="*/ 5194467 w 6514506"/>
              <a:gd name="connsiteY13218" fmla="*/ 421767 h 3658174"/>
              <a:gd name="connsiteX13219" fmla="*/ 5204659 w 6514506"/>
              <a:gd name="connsiteY13219" fmla="*/ 424434 h 3658174"/>
              <a:gd name="connsiteX13220" fmla="*/ 5222947 w 6514506"/>
              <a:gd name="connsiteY13220" fmla="*/ 428339 h 3658174"/>
              <a:gd name="connsiteX13221" fmla="*/ 5238568 w 6514506"/>
              <a:gd name="connsiteY13221" fmla="*/ 434340 h 3658174"/>
              <a:gd name="connsiteX13222" fmla="*/ 5239139 w 6514506"/>
              <a:gd name="connsiteY13222" fmla="*/ 437007 h 3658174"/>
              <a:gd name="connsiteX13223" fmla="*/ 5240949 w 6514506"/>
              <a:gd name="connsiteY13223" fmla="*/ 440340 h 3658174"/>
              <a:gd name="connsiteX13224" fmla="*/ 5243045 w 6514506"/>
              <a:gd name="connsiteY13224" fmla="*/ 443960 h 3658174"/>
              <a:gd name="connsiteX13225" fmla="*/ 5233138 w 6514506"/>
              <a:gd name="connsiteY13225" fmla="*/ 442722 h 3658174"/>
              <a:gd name="connsiteX13226" fmla="*/ 5222661 w 6514506"/>
              <a:gd name="connsiteY13226" fmla="*/ 442436 h 3658174"/>
              <a:gd name="connsiteX13227" fmla="*/ 5205230 w 6514506"/>
              <a:gd name="connsiteY13227" fmla="*/ 443960 h 3658174"/>
              <a:gd name="connsiteX13228" fmla="*/ 5195610 w 6514506"/>
              <a:gd name="connsiteY13228" fmla="*/ 444817 h 3658174"/>
              <a:gd name="connsiteX13229" fmla="*/ 5187800 w 6514506"/>
              <a:gd name="connsiteY13229" fmla="*/ 440626 h 3658174"/>
              <a:gd name="connsiteX13230" fmla="*/ 5181799 w 6514506"/>
              <a:gd name="connsiteY13230" fmla="*/ 437959 h 3658174"/>
              <a:gd name="connsiteX13231" fmla="*/ 5175798 w 6514506"/>
              <a:gd name="connsiteY13231" fmla="*/ 441579 h 3658174"/>
              <a:gd name="connsiteX13232" fmla="*/ 5166559 w 6514506"/>
              <a:gd name="connsiteY13232" fmla="*/ 440340 h 3658174"/>
              <a:gd name="connsiteX13233" fmla="*/ 5160558 w 6514506"/>
              <a:gd name="connsiteY13233" fmla="*/ 437388 h 3658174"/>
              <a:gd name="connsiteX13234" fmla="*/ 5155510 w 6514506"/>
              <a:gd name="connsiteY13234" fmla="*/ 435292 h 3658174"/>
              <a:gd name="connsiteX13235" fmla="*/ 5144747 w 6514506"/>
              <a:gd name="connsiteY13235" fmla="*/ 433197 h 3658174"/>
              <a:gd name="connsiteX13236" fmla="*/ 5141413 w 6514506"/>
              <a:gd name="connsiteY13236" fmla="*/ 426910 h 3658174"/>
              <a:gd name="connsiteX13237" fmla="*/ 5138365 w 6514506"/>
              <a:gd name="connsiteY13237" fmla="*/ 421195 h 3658174"/>
              <a:gd name="connsiteX13238" fmla="*/ 5133888 w 6514506"/>
              <a:gd name="connsiteY13238" fmla="*/ 420624 h 3658174"/>
              <a:gd name="connsiteX13239" fmla="*/ 5130268 w 6514506"/>
              <a:gd name="connsiteY13239" fmla="*/ 423005 h 3658174"/>
              <a:gd name="connsiteX13240" fmla="*/ 5126077 w 6514506"/>
              <a:gd name="connsiteY13240" fmla="*/ 422148 h 3658174"/>
              <a:gd name="connsiteX13241" fmla="*/ 5121315 w 6514506"/>
              <a:gd name="connsiteY13241" fmla="*/ 418814 h 3658174"/>
              <a:gd name="connsiteX13242" fmla="*/ 5122553 w 6514506"/>
              <a:gd name="connsiteY13242" fmla="*/ 424243 h 3658174"/>
              <a:gd name="connsiteX13243" fmla="*/ 5118362 w 6514506"/>
              <a:gd name="connsiteY13243" fmla="*/ 422719 h 3658174"/>
              <a:gd name="connsiteX13244" fmla="*/ 5109409 w 6514506"/>
              <a:gd name="connsiteY13244" fmla="*/ 415194 h 3658174"/>
              <a:gd name="connsiteX13245" fmla="*/ 5104646 w 6514506"/>
              <a:gd name="connsiteY13245" fmla="*/ 414623 h 3658174"/>
              <a:gd name="connsiteX13246" fmla="*/ 5098360 w 6514506"/>
              <a:gd name="connsiteY13246" fmla="*/ 413385 h 3658174"/>
              <a:gd name="connsiteX13247" fmla="*/ 5095979 w 6514506"/>
              <a:gd name="connsiteY13247" fmla="*/ 416052 h 3658174"/>
              <a:gd name="connsiteX13248" fmla="*/ 5093026 w 6514506"/>
              <a:gd name="connsiteY13248" fmla="*/ 415194 h 3658174"/>
              <a:gd name="connsiteX13249" fmla="*/ 5089120 w 6514506"/>
              <a:gd name="connsiteY13249" fmla="*/ 409194 h 3658174"/>
              <a:gd name="connsiteX13250" fmla="*/ 5086168 w 6514506"/>
              <a:gd name="connsiteY13250" fmla="*/ 408336 h 3658174"/>
              <a:gd name="connsiteX13251" fmla="*/ 5081024 w 6514506"/>
              <a:gd name="connsiteY13251" fmla="*/ 408908 h 3658174"/>
              <a:gd name="connsiteX13252" fmla="*/ 5074452 w 6514506"/>
              <a:gd name="connsiteY13252" fmla="*/ 408622 h 3658174"/>
              <a:gd name="connsiteX13253" fmla="*/ 5077500 w 6514506"/>
              <a:gd name="connsiteY13253" fmla="*/ 413385 h 3658174"/>
              <a:gd name="connsiteX13254" fmla="*/ 5081977 w 6514506"/>
              <a:gd name="connsiteY13254" fmla="*/ 413385 h 3658174"/>
              <a:gd name="connsiteX13255" fmla="*/ 5078643 w 6514506"/>
              <a:gd name="connsiteY13255" fmla="*/ 418433 h 3658174"/>
              <a:gd name="connsiteX13256" fmla="*/ 5071785 w 6514506"/>
              <a:gd name="connsiteY13256" fmla="*/ 418147 h 3658174"/>
              <a:gd name="connsiteX13257" fmla="*/ 5070547 w 6514506"/>
              <a:gd name="connsiteY13257" fmla="*/ 420243 h 3658174"/>
              <a:gd name="connsiteX13258" fmla="*/ 5066356 w 6514506"/>
              <a:gd name="connsiteY13258" fmla="*/ 423576 h 3658174"/>
              <a:gd name="connsiteX13259" fmla="*/ 5062450 w 6514506"/>
              <a:gd name="connsiteY13259" fmla="*/ 426910 h 3658174"/>
              <a:gd name="connsiteX13260" fmla="*/ 5057974 w 6514506"/>
              <a:gd name="connsiteY13260" fmla="*/ 427767 h 3658174"/>
              <a:gd name="connsiteX13261" fmla="*/ 5050449 w 6514506"/>
              <a:gd name="connsiteY13261" fmla="*/ 426910 h 3658174"/>
              <a:gd name="connsiteX13262" fmla="*/ 5046544 w 6514506"/>
              <a:gd name="connsiteY13262" fmla="*/ 427767 h 3658174"/>
              <a:gd name="connsiteX13263" fmla="*/ 5040257 w 6514506"/>
              <a:gd name="connsiteY13263" fmla="*/ 425672 h 3658174"/>
              <a:gd name="connsiteX13264" fmla="*/ 5032447 w 6514506"/>
              <a:gd name="connsiteY13264" fmla="*/ 418528 h 3658174"/>
              <a:gd name="connsiteX13265" fmla="*/ 5028541 w 6514506"/>
              <a:gd name="connsiteY13265" fmla="*/ 409860 h 3658174"/>
              <a:gd name="connsiteX13266" fmla="*/ 5028541 w 6514506"/>
              <a:gd name="connsiteY13266" fmla="*/ 406241 h 3658174"/>
              <a:gd name="connsiteX13267" fmla="*/ 5030351 w 6514506"/>
              <a:gd name="connsiteY13267" fmla="*/ 400526 h 3658174"/>
              <a:gd name="connsiteX13268" fmla="*/ 5044448 w 6514506"/>
              <a:gd name="connsiteY13268" fmla="*/ 397859 h 3658174"/>
              <a:gd name="connsiteX13269" fmla="*/ 5049497 w 6514506"/>
              <a:gd name="connsiteY13269" fmla="*/ 397859 h 3658174"/>
              <a:gd name="connsiteX13270" fmla="*/ 5054640 w 6514506"/>
              <a:gd name="connsiteY13270" fmla="*/ 395192 h 3658174"/>
              <a:gd name="connsiteX13271" fmla="*/ 5057974 w 6514506"/>
              <a:gd name="connsiteY13271" fmla="*/ 393382 h 3658174"/>
              <a:gd name="connsiteX13272" fmla="*/ 5061593 w 6514506"/>
              <a:gd name="connsiteY13272" fmla="*/ 390429 h 3658174"/>
              <a:gd name="connsiteX13273" fmla="*/ 5064927 w 6514506"/>
              <a:gd name="connsiteY13273" fmla="*/ 388334 h 3658174"/>
              <a:gd name="connsiteX13274" fmla="*/ 5064927 w 6514506"/>
              <a:gd name="connsiteY13274" fmla="*/ 385381 h 3658174"/>
              <a:gd name="connsiteX13275" fmla="*/ 5052354 w 6514506"/>
              <a:gd name="connsiteY13275" fmla="*/ 375189 h 3658174"/>
              <a:gd name="connsiteX13276" fmla="*/ 5054450 w 6514506"/>
              <a:gd name="connsiteY13276" fmla="*/ 367379 h 3658174"/>
              <a:gd name="connsiteX13277" fmla="*/ 5067022 w 6514506"/>
              <a:gd name="connsiteY13277" fmla="*/ 361950 h 3658174"/>
              <a:gd name="connsiteX13278" fmla="*/ 5088263 w 6514506"/>
              <a:gd name="connsiteY13278" fmla="*/ 368522 h 3658174"/>
              <a:gd name="connsiteX13279" fmla="*/ 5093693 w 6514506"/>
              <a:gd name="connsiteY13279" fmla="*/ 369093 h 3658174"/>
              <a:gd name="connsiteX13280" fmla="*/ 5099407 w 6514506"/>
              <a:gd name="connsiteY13280" fmla="*/ 364902 h 3658174"/>
              <a:gd name="connsiteX13281" fmla="*/ 5108742 w 6514506"/>
              <a:gd name="connsiteY13281" fmla="*/ 362235 h 3658174"/>
              <a:gd name="connsiteX13282" fmla="*/ 5110266 w 6514506"/>
              <a:gd name="connsiteY13282" fmla="*/ 359568 h 3658174"/>
              <a:gd name="connsiteX13283" fmla="*/ 5106361 w 6514506"/>
              <a:gd name="connsiteY13283" fmla="*/ 358044 h 3658174"/>
              <a:gd name="connsiteX13284" fmla="*/ 5105122 w 6514506"/>
              <a:gd name="connsiteY13284" fmla="*/ 355949 h 3658174"/>
              <a:gd name="connsiteX13285" fmla="*/ 5103027 w 6514506"/>
              <a:gd name="connsiteY13285" fmla="*/ 352996 h 3658174"/>
              <a:gd name="connsiteX13286" fmla="*/ 5094073 w 6514506"/>
              <a:gd name="connsiteY13286" fmla="*/ 353853 h 3658174"/>
              <a:gd name="connsiteX13287" fmla="*/ 5086549 w 6514506"/>
              <a:gd name="connsiteY13287" fmla="*/ 354139 h 3658174"/>
              <a:gd name="connsiteX13288" fmla="*/ 5080548 w 6514506"/>
              <a:gd name="connsiteY13288" fmla="*/ 353282 h 3658174"/>
              <a:gd name="connsiteX13289" fmla="*/ 5073976 w 6514506"/>
              <a:gd name="connsiteY13289" fmla="*/ 351758 h 3658174"/>
              <a:gd name="connsiteX13290" fmla="*/ 5072166 w 6514506"/>
              <a:gd name="connsiteY13290" fmla="*/ 358330 h 3658174"/>
              <a:gd name="connsiteX13291" fmla="*/ 5059878 w 6514506"/>
              <a:gd name="connsiteY13291" fmla="*/ 359568 h 3658174"/>
              <a:gd name="connsiteX13292" fmla="*/ 5051211 w 6514506"/>
              <a:gd name="connsiteY13292" fmla="*/ 355949 h 3658174"/>
              <a:gd name="connsiteX13293" fmla="*/ 5048830 w 6514506"/>
              <a:gd name="connsiteY13293" fmla="*/ 348138 h 3658174"/>
              <a:gd name="connsiteX13294" fmla="*/ 5053021 w 6514506"/>
              <a:gd name="connsiteY13294" fmla="*/ 340042 h 3658174"/>
              <a:gd name="connsiteX13295" fmla="*/ 5056926 w 6514506"/>
              <a:gd name="connsiteY13295" fmla="*/ 338899 h 3658174"/>
              <a:gd name="connsiteX13296" fmla="*/ 5049401 w 6514506"/>
              <a:gd name="connsiteY13296" fmla="*/ 335946 h 3658174"/>
              <a:gd name="connsiteX13297" fmla="*/ 5046068 w 6514506"/>
              <a:gd name="connsiteY13297" fmla="*/ 339852 h 3658174"/>
              <a:gd name="connsiteX13298" fmla="*/ 5037400 w 6514506"/>
              <a:gd name="connsiteY13298" fmla="*/ 342233 h 3658174"/>
              <a:gd name="connsiteX13299" fmla="*/ 5012826 w 6514506"/>
              <a:gd name="connsiteY13299" fmla="*/ 325469 h 3658174"/>
              <a:gd name="connsiteX13300" fmla="*/ 5006253 w 6514506"/>
              <a:gd name="connsiteY13300" fmla="*/ 321849 h 3658174"/>
              <a:gd name="connsiteX13301" fmla="*/ 5001205 w 6514506"/>
              <a:gd name="connsiteY13301" fmla="*/ 317373 h 3658174"/>
              <a:gd name="connsiteX13302" fmla="*/ 4993109 w 6514506"/>
              <a:gd name="connsiteY13302" fmla="*/ 318897 h 3658174"/>
              <a:gd name="connsiteX13303" fmla="*/ 4991584 w 6514506"/>
              <a:gd name="connsiteY13303" fmla="*/ 315563 h 3658174"/>
              <a:gd name="connsiteX13304" fmla="*/ 4987393 w 6514506"/>
              <a:gd name="connsiteY13304" fmla="*/ 313753 h 3658174"/>
              <a:gd name="connsiteX13305" fmla="*/ 4981107 w 6514506"/>
              <a:gd name="connsiteY13305" fmla="*/ 319468 h 3658174"/>
              <a:gd name="connsiteX13306" fmla="*/ 4975678 w 6514506"/>
              <a:gd name="connsiteY13306" fmla="*/ 327279 h 3658174"/>
              <a:gd name="connsiteX13307" fmla="*/ 4969391 w 6514506"/>
              <a:gd name="connsiteY13307" fmla="*/ 325183 h 3658174"/>
              <a:gd name="connsiteX13308" fmla="*/ 4968819 w 6514506"/>
              <a:gd name="connsiteY13308" fmla="*/ 318611 h 3658174"/>
              <a:gd name="connsiteX13309" fmla="*/ 4971201 w 6514506"/>
              <a:gd name="connsiteY13309" fmla="*/ 311753 h 3658174"/>
              <a:gd name="connsiteX13310" fmla="*/ 4961866 w 6514506"/>
              <a:gd name="connsiteY13310" fmla="*/ 307848 h 3658174"/>
              <a:gd name="connsiteX13311" fmla="*/ 4958247 w 6514506"/>
              <a:gd name="connsiteY13311" fmla="*/ 305752 h 3658174"/>
              <a:gd name="connsiteX13312" fmla="*/ 4954627 w 6514506"/>
              <a:gd name="connsiteY13312" fmla="*/ 303942 h 3658174"/>
              <a:gd name="connsiteX13313" fmla="*/ 4941769 w 6514506"/>
              <a:gd name="connsiteY13313" fmla="*/ 306038 h 3658174"/>
              <a:gd name="connsiteX13314" fmla="*/ 4933387 w 6514506"/>
              <a:gd name="connsiteY13314" fmla="*/ 306609 h 3658174"/>
              <a:gd name="connsiteX13315" fmla="*/ 4922338 w 6514506"/>
              <a:gd name="connsiteY13315" fmla="*/ 297275 h 3658174"/>
              <a:gd name="connsiteX13316" fmla="*/ 4916909 w 6514506"/>
              <a:gd name="connsiteY13316" fmla="*/ 296037 h 3658174"/>
              <a:gd name="connsiteX13317" fmla="*/ 4907574 w 6514506"/>
              <a:gd name="connsiteY13317" fmla="*/ 296037 h 3658174"/>
              <a:gd name="connsiteX13318" fmla="*/ 4901288 w 6514506"/>
              <a:gd name="connsiteY13318" fmla="*/ 291560 h 3658174"/>
              <a:gd name="connsiteX13319" fmla="*/ 4899192 w 6514506"/>
              <a:gd name="connsiteY13319" fmla="*/ 292798 h 3658174"/>
              <a:gd name="connsiteX13320" fmla="*/ 4898335 w 6514506"/>
              <a:gd name="connsiteY13320" fmla="*/ 296703 h 3658174"/>
              <a:gd name="connsiteX13321" fmla="*/ 4902811 w 6514506"/>
              <a:gd name="connsiteY13321" fmla="*/ 298799 h 3658174"/>
              <a:gd name="connsiteX13322" fmla="*/ 4910908 w 6514506"/>
              <a:gd name="connsiteY13322" fmla="*/ 301752 h 3658174"/>
              <a:gd name="connsiteX13323" fmla="*/ 4909098 w 6514506"/>
              <a:gd name="connsiteY13323" fmla="*/ 308610 h 3658174"/>
              <a:gd name="connsiteX13324" fmla="*/ 4901573 w 6514506"/>
              <a:gd name="connsiteY13324" fmla="*/ 307371 h 3658174"/>
              <a:gd name="connsiteX13325" fmla="*/ 4894429 w 6514506"/>
              <a:gd name="connsiteY13325" fmla="*/ 308610 h 3658174"/>
              <a:gd name="connsiteX13326" fmla="*/ 4880904 w 6514506"/>
              <a:gd name="connsiteY13326" fmla="*/ 307752 h 3658174"/>
              <a:gd name="connsiteX13327" fmla="*/ 4874332 w 6514506"/>
              <a:gd name="connsiteY13327" fmla="*/ 306228 h 3658174"/>
              <a:gd name="connsiteX13328" fmla="*/ 4876427 w 6514506"/>
              <a:gd name="connsiteY13328" fmla="*/ 309181 h 3658174"/>
              <a:gd name="connsiteX13329" fmla="*/ 4887857 w 6514506"/>
              <a:gd name="connsiteY13329" fmla="*/ 313086 h 3658174"/>
              <a:gd name="connsiteX13330" fmla="*/ 4893858 w 6514506"/>
              <a:gd name="connsiteY13330" fmla="*/ 314610 h 3658174"/>
              <a:gd name="connsiteX13331" fmla="*/ 4880999 w 6514506"/>
              <a:gd name="connsiteY13331" fmla="*/ 314896 h 3658174"/>
              <a:gd name="connsiteX13332" fmla="*/ 4862140 w 6514506"/>
              <a:gd name="connsiteY13332" fmla="*/ 308038 h 3658174"/>
              <a:gd name="connsiteX13333" fmla="*/ 4861568 w 6514506"/>
              <a:gd name="connsiteY13333" fmla="*/ 310134 h 3658174"/>
              <a:gd name="connsiteX13334" fmla="*/ 4873570 w 6514506"/>
              <a:gd name="connsiteY13334" fmla="*/ 313753 h 3658174"/>
              <a:gd name="connsiteX13335" fmla="*/ 4872331 w 6514506"/>
              <a:gd name="connsiteY13335" fmla="*/ 317658 h 3658174"/>
              <a:gd name="connsiteX13336" fmla="*/ 4863949 w 6514506"/>
              <a:gd name="connsiteY13336" fmla="*/ 317658 h 3658174"/>
              <a:gd name="connsiteX13337" fmla="*/ 4856139 w 6514506"/>
              <a:gd name="connsiteY13337" fmla="*/ 319182 h 3658174"/>
              <a:gd name="connsiteX13338" fmla="*/ 4842042 w 6514506"/>
              <a:gd name="connsiteY13338" fmla="*/ 320706 h 3658174"/>
              <a:gd name="connsiteX13339" fmla="*/ 4833660 w 6514506"/>
              <a:gd name="connsiteY13339" fmla="*/ 322516 h 3658174"/>
              <a:gd name="connsiteX13340" fmla="*/ 4815658 w 6514506"/>
              <a:gd name="connsiteY13340" fmla="*/ 319563 h 3658174"/>
              <a:gd name="connsiteX13341" fmla="*/ 4807562 w 6514506"/>
              <a:gd name="connsiteY13341" fmla="*/ 318039 h 3658174"/>
              <a:gd name="connsiteX13342" fmla="*/ 4805180 w 6514506"/>
              <a:gd name="connsiteY13342" fmla="*/ 319278 h 3658174"/>
              <a:gd name="connsiteX13343" fmla="*/ 4803942 w 6514506"/>
              <a:gd name="connsiteY13343" fmla="*/ 323754 h 3658174"/>
              <a:gd name="connsiteX13344" fmla="*/ 4799180 w 6514506"/>
              <a:gd name="connsiteY13344" fmla="*/ 326707 h 3658174"/>
              <a:gd name="connsiteX13345" fmla="*/ 4794989 w 6514506"/>
              <a:gd name="connsiteY13345" fmla="*/ 327183 h 3658174"/>
              <a:gd name="connsiteX13346" fmla="*/ 4776700 w 6514506"/>
              <a:gd name="connsiteY13346" fmla="*/ 321278 h 3658174"/>
              <a:gd name="connsiteX13347" fmla="*/ 4769176 w 6514506"/>
              <a:gd name="connsiteY13347" fmla="*/ 313753 h 3658174"/>
              <a:gd name="connsiteX13348" fmla="*/ 4769747 w 6514506"/>
              <a:gd name="connsiteY13348" fmla="*/ 309562 h 3658174"/>
              <a:gd name="connsiteX13349" fmla="*/ 4786797 w 6514506"/>
              <a:gd name="connsiteY13349" fmla="*/ 310134 h 3658174"/>
              <a:gd name="connsiteX13350" fmla="*/ 4795179 w 6514506"/>
              <a:gd name="connsiteY13350" fmla="*/ 308610 h 3658174"/>
              <a:gd name="connsiteX13351" fmla="*/ 4793083 w 6514506"/>
              <a:gd name="connsiteY13351" fmla="*/ 304419 h 3658174"/>
              <a:gd name="connsiteX13352" fmla="*/ 4784987 w 6514506"/>
              <a:gd name="connsiteY13352" fmla="*/ 302895 h 3658174"/>
              <a:gd name="connsiteX13353" fmla="*/ 4777463 w 6514506"/>
              <a:gd name="connsiteY13353" fmla="*/ 302895 h 3658174"/>
              <a:gd name="connsiteX13354" fmla="*/ 4766032 w 6514506"/>
              <a:gd name="connsiteY13354" fmla="*/ 304990 h 3658174"/>
              <a:gd name="connsiteX13355" fmla="*/ 4760603 w 6514506"/>
              <a:gd name="connsiteY13355" fmla="*/ 304800 h 3658174"/>
              <a:gd name="connsiteX13356" fmla="*/ 4751650 w 6514506"/>
              <a:gd name="connsiteY13356" fmla="*/ 302133 h 3658174"/>
              <a:gd name="connsiteX13357" fmla="*/ 4746221 w 6514506"/>
              <a:gd name="connsiteY13357" fmla="*/ 295846 h 3658174"/>
              <a:gd name="connsiteX13358" fmla="*/ 4739648 w 6514506"/>
              <a:gd name="connsiteY13358" fmla="*/ 289845 h 3658174"/>
              <a:gd name="connsiteX13359" fmla="*/ 4736029 w 6514506"/>
              <a:gd name="connsiteY13359" fmla="*/ 282702 h 3658174"/>
              <a:gd name="connsiteX13360" fmla="*/ 4733362 w 6514506"/>
              <a:gd name="connsiteY13360" fmla="*/ 275844 h 3658174"/>
              <a:gd name="connsiteX13361" fmla="*/ 4734886 w 6514506"/>
              <a:gd name="connsiteY13361" fmla="*/ 262890 h 3658174"/>
              <a:gd name="connsiteX13362" fmla="*/ 4764699 w 6514506"/>
              <a:gd name="connsiteY13362" fmla="*/ 241363 h 3658174"/>
              <a:gd name="connsiteX13363" fmla="*/ 4770319 w 6514506"/>
              <a:gd name="connsiteY13363" fmla="*/ 240315 h 3658174"/>
              <a:gd name="connsiteX13364" fmla="*/ 4772700 w 6514506"/>
              <a:gd name="connsiteY13364" fmla="*/ 242982 h 3658174"/>
              <a:gd name="connsiteX13365" fmla="*/ 4767938 w 6514506"/>
              <a:gd name="connsiteY13365" fmla="*/ 257651 h 3658174"/>
              <a:gd name="connsiteX13366" fmla="*/ 4775462 w 6514506"/>
              <a:gd name="connsiteY13366" fmla="*/ 269367 h 3658174"/>
              <a:gd name="connsiteX13367" fmla="*/ 4793750 w 6514506"/>
              <a:gd name="connsiteY13367" fmla="*/ 286797 h 3658174"/>
              <a:gd name="connsiteX13368" fmla="*/ 4805466 w 6514506"/>
              <a:gd name="connsiteY13368" fmla="*/ 290988 h 3658174"/>
              <a:gd name="connsiteX13369" fmla="*/ 4812991 w 6514506"/>
              <a:gd name="connsiteY13369" fmla="*/ 294608 h 3658174"/>
              <a:gd name="connsiteX13370" fmla="*/ 4809371 w 6514506"/>
              <a:gd name="connsiteY13370" fmla="*/ 298513 h 3658174"/>
              <a:gd name="connsiteX13371" fmla="*/ 4805180 w 6514506"/>
              <a:gd name="connsiteY13371" fmla="*/ 302704 h 3658174"/>
              <a:gd name="connsiteX13372" fmla="*/ 4818991 w 6514506"/>
              <a:gd name="connsiteY13372" fmla="*/ 300894 h 3658174"/>
              <a:gd name="connsiteX13373" fmla="*/ 4824135 w 6514506"/>
              <a:gd name="connsiteY13373" fmla="*/ 301752 h 3658174"/>
              <a:gd name="connsiteX13374" fmla="*/ 4818991 w 6514506"/>
              <a:gd name="connsiteY13374" fmla="*/ 293370 h 3658174"/>
              <a:gd name="connsiteX13375" fmla="*/ 4816039 w 6514506"/>
              <a:gd name="connsiteY13375" fmla="*/ 288893 h 3658174"/>
              <a:gd name="connsiteX13376" fmla="*/ 4809181 w 6514506"/>
              <a:gd name="connsiteY13376" fmla="*/ 285940 h 3658174"/>
              <a:gd name="connsiteX13377" fmla="*/ 4798703 w 6514506"/>
              <a:gd name="connsiteY13377" fmla="*/ 284702 h 3658174"/>
              <a:gd name="connsiteX13378" fmla="*/ 4792417 w 6514506"/>
              <a:gd name="connsiteY13378" fmla="*/ 275748 h 3658174"/>
              <a:gd name="connsiteX13379" fmla="*/ 4799941 w 6514506"/>
              <a:gd name="connsiteY13379" fmla="*/ 274224 h 3658174"/>
              <a:gd name="connsiteX13380" fmla="*/ 4803561 w 6514506"/>
              <a:gd name="connsiteY13380" fmla="*/ 272986 h 3658174"/>
              <a:gd name="connsiteX13381" fmla="*/ 4791845 w 6514506"/>
              <a:gd name="connsiteY13381" fmla="*/ 270605 h 3658174"/>
              <a:gd name="connsiteX13382" fmla="*/ 4784701 w 6514506"/>
              <a:gd name="connsiteY13382" fmla="*/ 269748 h 3658174"/>
              <a:gd name="connsiteX13383" fmla="*/ 4778701 w 6514506"/>
              <a:gd name="connsiteY13383" fmla="*/ 264033 h 3658174"/>
              <a:gd name="connsiteX13384" fmla="*/ 4784130 w 6514506"/>
              <a:gd name="connsiteY13384" fmla="*/ 261651 h 3658174"/>
              <a:gd name="connsiteX13385" fmla="*/ 4790702 w 6514506"/>
              <a:gd name="connsiteY13385" fmla="*/ 258699 h 3658174"/>
              <a:gd name="connsiteX13386" fmla="*/ 4789178 w 6514506"/>
              <a:gd name="connsiteY13386" fmla="*/ 252412 h 3658174"/>
              <a:gd name="connsiteX13387" fmla="*/ 4780511 w 6514506"/>
              <a:gd name="connsiteY13387" fmla="*/ 252698 h 3658174"/>
              <a:gd name="connsiteX13388" fmla="*/ 4779272 w 6514506"/>
              <a:gd name="connsiteY13388" fmla="*/ 249745 h 3658174"/>
              <a:gd name="connsiteX13389" fmla="*/ 4787083 w 6514506"/>
              <a:gd name="connsiteY13389" fmla="*/ 246411 h 3658174"/>
              <a:gd name="connsiteX13390" fmla="*/ 4791274 w 6514506"/>
              <a:gd name="connsiteY13390" fmla="*/ 241935 h 3658174"/>
              <a:gd name="connsiteX13391" fmla="*/ 4796703 w 6514506"/>
              <a:gd name="connsiteY13391" fmla="*/ 237744 h 3658174"/>
              <a:gd name="connsiteX13392" fmla="*/ 4802513 w 6514506"/>
              <a:gd name="connsiteY13392" fmla="*/ 233839 h 3658174"/>
              <a:gd name="connsiteX13393" fmla="*/ 4603822 w 6514506"/>
              <a:gd name="connsiteY13393" fmla="*/ 233553 h 3658174"/>
              <a:gd name="connsiteX13394" fmla="*/ 4604679 w 6514506"/>
              <a:gd name="connsiteY13394" fmla="*/ 236220 h 3658174"/>
              <a:gd name="connsiteX13395" fmla="*/ 4603822 w 6514506"/>
              <a:gd name="connsiteY13395" fmla="*/ 239553 h 3658174"/>
              <a:gd name="connsiteX13396" fmla="*/ 4600488 w 6514506"/>
              <a:gd name="connsiteY13396" fmla="*/ 240125 h 3658174"/>
              <a:gd name="connsiteX13397" fmla="*/ 4603822 w 6514506"/>
              <a:gd name="connsiteY13397" fmla="*/ 233553 h 3658174"/>
              <a:gd name="connsiteX13398" fmla="*/ 4625444 w 6514506"/>
              <a:gd name="connsiteY13398" fmla="*/ 230505 h 3658174"/>
              <a:gd name="connsiteX13399" fmla="*/ 4640684 w 6514506"/>
              <a:gd name="connsiteY13399" fmla="*/ 233839 h 3658174"/>
              <a:gd name="connsiteX13400" fmla="*/ 4650304 w 6514506"/>
              <a:gd name="connsiteY13400" fmla="*/ 242221 h 3658174"/>
              <a:gd name="connsiteX13401" fmla="*/ 4644303 w 6514506"/>
              <a:gd name="connsiteY13401" fmla="*/ 248507 h 3658174"/>
              <a:gd name="connsiteX13402" fmla="*/ 4633254 w 6514506"/>
              <a:gd name="connsiteY13402" fmla="*/ 247936 h 3658174"/>
              <a:gd name="connsiteX13403" fmla="*/ 4629635 w 6514506"/>
              <a:gd name="connsiteY13403" fmla="*/ 246697 h 3658174"/>
              <a:gd name="connsiteX13404" fmla="*/ 4622110 w 6514506"/>
              <a:gd name="connsiteY13404" fmla="*/ 246412 h 3658174"/>
              <a:gd name="connsiteX13405" fmla="*/ 4618490 w 6514506"/>
              <a:gd name="connsiteY13405" fmla="*/ 244316 h 3658174"/>
              <a:gd name="connsiteX13406" fmla="*/ 4615538 w 6514506"/>
              <a:gd name="connsiteY13406" fmla="*/ 244030 h 3658174"/>
              <a:gd name="connsiteX13407" fmla="*/ 4611632 w 6514506"/>
              <a:gd name="connsiteY13407" fmla="*/ 236506 h 3658174"/>
              <a:gd name="connsiteX13408" fmla="*/ 4625444 w 6514506"/>
              <a:gd name="connsiteY13408" fmla="*/ 230505 h 3658174"/>
              <a:gd name="connsiteX13409" fmla="*/ 4334550 w 6514506"/>
              <a:gd name="connsiteY13409" fmla="*/ 230219 h 3658174"/>
              <a:gd name="connsiteX13410" fmla="*/ 4340265 w 6514506"/>
              <a:gd name="connsiteY13410" fmla="*/ 230790 h 3658174"/>
              <a:gd name="connsiteX13411" fmla="*/ 4351695 w 6514506"/>
              <a:gd name="connsiteY13411" fmla="*/ 232314 h 3658174"/>
              <a:gd name="connsiteX13412" fmla="*/ 4355029 w 6514506"/>
              <a:gd name="connsiteY13412" fmla="*/ 235648 h 3658174"/>
              <a:gd name="connsiteX13413" fmla="*/ 4357886 w 6514506"/>
              <a:gd name="connsiteY13413" fmla="*/ 240315 h 3658174"/>
              <a:gd name="connsiteX13414" fmla="*/ 4357601 w 6514506"/>
              <a:gd name="connsiteY13414" fmla="*/ 243935 h 3658174"/>
              <a:gd name="connsiteX13415" fmla="*/ 4355505 w 6514506"/>
              <a:gd name="connsiteY13415" fmla="*/ 250507 h 3658174"/>
              <a:gd name="connsiteX13416" fmla="*/ 4352172 w 6514506"/>
              <a:gd name="connsiteY13416" fmla="*/ 258603 h 3658174"/>
              <a:gd name="connsiteX13417" fmla="*/ 4341408 w 6514506"/>
              <a:gd name="connsiteY13417" fmla="*/ 256508 h 3658174"/>
              <a:gd name="connsiteX13418" fmla="*/ 4338075 w 6514506"/>
              <a:gd name="connsiteY13418" fmla="*/ 256222 h 3658174"/>
              <a:gd name="connsiteX13419" fmla="*/ 4334741 w 6514506"/>
              <a:gd name="connsiteY13419" fmla="*/ 258889 h 3658174"/>
              <a:gd name="connsiteX13420" fmla="*/ 4333217 w 6514506"/>
              <a:gd name="connsiteY13420" fmla="*/ 263175 h 3658174"/>
              <a:gd name="connsiteX13421" fmla="*/ 4327216 w 6514506"/>
              <a:gd name="connsiteY13421" fmla="*/ 264699 h 3658174"/>
              <a:gd name="connsiteX13422" fmla="*/ 4325120 w 6514506"/>
              <a:gd name="connsiteY13422" fmla="*/ 268033 h 3658174"/>
              <a:gd name="connsiteX13423" fmla="*/ 4325978 w 6514506"/>
              <a:gd name="connsiteY13423" fmla="*/ 275558 h 3658174"/>
              <a:gd name="connsiteX13424" fmla="*/ 4313976 w 6514506"/>
              <a:gd name="connsiteY13424" fmla="*/ 270795 h 3658174"/>
              <a:gd name="connsiteX13425" fmla="*/ 4311595 w 6514506"/>
              <a:gd name="connsiteY13425" fmla="*/ 273176 h 3658174"/>
              <a:gd name="connsiteX13426" fmla="*/ 4310071 w 6514506"/>
              <a:gd name="connsiteY13426" fmla="*/ 276510 h 3658174"/>
              <a:gd name="connsiteX13427" fmla="*/ 4302261 w 6514506"/>
              <a:gd name="connsiteY13427" fmla="*/ 274129 h 3658174"/>
              <a:gd name="connsiteX13428" fmla="*/ 4290545 w 6514506"/>
              <a:gd name="connsiteY13428" fmla="*/ 275653 h 3658174"/>
              <a:gd name="connsiteX13429" fmla="*/ 4279115 w 6514506"/>
              <a:gd name="connsiteY13429" fmla="*/ 273557 h 3658174"/>
              <a:gd name="connsiteX13430" fmla="*/ 4281782 w 6514506"/>
              <a:gd name="connsiteY13430" fmla="*/ 267557 h 3658174"/>
              <a:gd name="connsiteX13431" fmla="*/ 4288068 w 6514506"/>
              <a:gd name="connsiteY13431" fmla="*/ 265461 h 3658174"/>
              <a:gd name="connsiteX13432" fmla="*/ 4292259 w 6514506"/>
              <a:gd name="connsiteY13432" fmla="*/ 262794 h 3658174"/>
              <a:gd name="connsiteX13433" fmla="*/ 4297689 w 6514506"/>
              <a:gd name="connsiteY13433" fmla="*/ 254412 h 3658174"/>
              <a:gd name="connsiteX13434" fmla="*/ 4306642 w 6514506"/>
              <a:gd name="connsiteY13434" fmla="*/ 245459 h 3658174"/>
              <a:gd name="connsiteX13435" fmla="*/ 4328264 w 6514506"/>
              <a:gd name="connsiteY13435" fmla="*/ 235838 h 3658174"/>
              <a:gd name="connsiteX13436" fmla="*/ 4333979 w 6514506"/>
              <a:gd name="connsiteY13436" fmla="*/ 232886 h 3658174"/>
              <a:gd name="connsiteX13437" fmla="*/ 4334550 w 6514506"/>
              <a:gd name="connsiteY13437" fmla="*/ 230219 h 3658174"/>
              <a:gd name="connsiteX13438" fmla="*/ 5215232 w 6514506"/>
              <a:gd name="connsiteY13438" fmla="*/ 229456 h 3658174"/>
              <a:gd name="connsiteX13439" fmla="*/ 5227233 w 6514506"/>
              <a:gd name="connsiteY13439" fmla="*/ 230314 h 3658174"/>
              <a:gd name="connsiteX13440" fmla="*/ 5232949 w 6514506"/>
              <a:gd name="connsiteY13440" fmla="*/ 231171 h 3658174"/>
              <a:gd name="connsiteX13441" fmla="*/ 5233520 w 6514506"/>
              <a:gd name="connsiteY13441" fmla="*/ 238029 h 3658174"/>
              <a:gd name="connsiteX13442" fmla="*/ 5222090 w 6514506"/>
              <a:gd name="connsiteY13442" fmla="*/ 247363 h 3658174"/>
              <a:gd name="connsiteX13443" fmla="*/ 5215232 w 6514506"/>
              <a:gd name="connsiteY13443" fmla="*/ 245839 h 3658174"/>
              <a:gd name="connsiteX13444" fmla="*/ 5213994 w 6514506"/>
              <a:gd name="connsiteY13444" fmla="*/ 243458 h 3658174"/>
              <a:gd name="connsiteX13445" fmla="*/ 5207136 w 6514506"/>
              <a:gd name="connsiteY13445" fmla="*/ 245554 h 3658174"/>
              <a:gd name="connsiteX13446" fmla="*/ 5202945 w 6514506"/>
              <a:gd name="connsiteY13446" fmla="*/ 244696 h 3658174"/>
              <a:gd name="connsiteX13447" fmla="*/ 5202088 w 6514506"/>
              <a:gd name="connsiteY13447" fmla="*/ 241363 h 3658174"/>
              <a:gd name="connsiteX13448" fmla="*/ 5196944 w 6514506"/>
              <a:gd name="connsiteY13448" fmla="*/ 239267 h 3658174"/>
              <a:gd name="connsiteX13449" fmla="*/ 5195134 w 6514506"/>
              <a:gd name="connsiteY13449" fmla="*/ 235171 h 3658174"/>
              <a:gd name="connsiteX13450" fmla="*/ 5194277 w 6514506"/>
              <a:gd name="connsiteY13450" fmla="*/ 231266 h 3658174"/>
              <a:gd name="connsiteX13451" fmla="*/ 5215232 w 6514506"/>
              <a:gd name="connsiteY13451" fmla="*/ 229456 h 3658174"/>
              <a:gd name="connsiteX13452" fmla="*/ 4510001 w 6514506"/>
              <a:gd name="connsiteY13452" fmla="*/ 228790 h 3658174"/>
              <a:gd name="connsiteX13453" fmla="*/ 4512096 w 6514506"/>
              <a:gd name="connsiteY13453" fmla="*/ 233267 h 3658174"/>
              <a:gd name="connsiteX13454" fmla="*/ 4505143 w 6514506"/>
              <a:gd name="connsiteY13454" fmla="*/ 236220 h 3658174"/>
              <a:gd name="connsiteX13455" fmla="*/ 4500381 w 6514506"/>
              <a:gd name="connsiteY13455" fmla="*/ 231743 h 3658174"/>
              <a:gd name="connsiteX13456" fmla="*/ 4510001 w 6514506"/>
              <a:gd name="connsiteY13456" fmla="*/ 228790 h 3658174"/>
              <a:gd name="connsiteX13457" fmla="*/ 5237996 w 6514506"/>
              <a:gd name="connsiteY13457" fmla="*/ 228028 h 3658174"/>
              <a:gd name="connsiteX13458" fmla="*/ 5240092 w 6514506"/>
              <a:gd name="connsiteY13458" fmla="*/ 228028 h 3658174"/>
              <a:gd name="connsiteX13459" fmla="*/ 5243045 w 6514506"/>
              <a:gd name="connsiteY13459" fmla="*/ 231934 h 3658174"/>
              <a:gd name="connsiteX13460" fmla="*/ 5240663 w 6514506"/>
              <a:gd name="connsiteY13460" fmla="*/ 232219 h 3658174"/>
              <a:gd name="connsiteX13461" fmla="*/ 5237996 w 6514506"/>
              <a:gd name="connsiteY13461" fmla="*/ 228028 h 3658174"/>
              <a:gd name="connsiteX13462" fmla="*/ 2586808 w 6514506"/>
              <a:gd name="connsiteY13462" fmla="*/ 226695 h 3658174"/>
              <a:gd name="connsiteX13463" fmla="*/ 2581094 w 6514506"/>
              <a:gd name="connsiteY13463" fmla="*/ 237744 h 3658174"/>
              <a:gd name="connsiteX13464" fmla="*/ 2585094 w 6514506"/>
              <a:gd name="connsiteY13464" fmla="*/ 238506 h 3658174"/>
              <a:gd name="connsiteX13465" fmla="*/ 2590809 w 6514506"/>
              <a:gd name="connsiteY13465" fmla="*/ 235363 h 3658174"/>
              <a:gd name="connsiteX13466" fmla="*/ 2595667 w 6514506"/>
              <a:gd name="connsiteY13466" fmla="*/ 233554 h 3658174"/>
              <a:gd name="connsiteX13467" fmla="*/ 2606716 w 6514506"/>
              <a:gd name="connsiteY13467" fmla="*/ 232695 h 3658174"/>
              <a:gd name="connsiteX13468" fmla="*/ 2607192 w 6514506"/>
              <a:gd name="connsiteY13468" fmla="*/ 241554 h 3658174"/>
              <a:gd name="connsiteX13469" fmla="*/ 2601477 w 6514506"/>
              <a:gd name="connsiteY13469" fmla="*/ 248603 h 3658174"/>
              <a:gd name="connsiteX13470" fmla="*/ 2600620 w 6514506"/>
              <a:gd name="connsiteY13470" fmla="*/ 253460 h 3658174"/>
              <a:gd name="connsiteX13471" fmla="*/ 2594428 w 6514506"/>
              <a:gd name="connsiteY13471" fmla="*/ 263367 h 3658174"/>
              <a:gd name="connsiteX13472" fmla="*/ 2574045 w 6514506"/>
              <a:gd name="connsiteY13472" fmla="*/ 261938 h 3658174"/>
              <a:gd name="connsiteX13473" fmla="*/ 2561662 w 6514506"/>
              <a:gd name="connsiteY13473" fmla="*/ 257080 h 3658174"/>
              <a:gd name="connsiteX13474" fmla="*/ 2548423 w 6514506"/>
              <a:gd name="connsiteY13474" fmla="*/ 251365 h 3658174"/>
              <a:gd name="connsiteX13475" fmla="*/ 2542327 w 6514506"/>
              <a:gd name="connsiteY13475" fmla="*/ 245651 h 3658174"/>
              <a:gd name="connsiteX13476" fmla="*/ 2535659 w 6514506"/>
              <a:gd name="connsiteY13476" fmla="*/ 241364 h 3658174"/>
              <a:gd name="connsiteX13477" fmla="*/ 2532516 w 6514506"/>
              <a:gd name="connsiteY13477" fmla="*/ 238697 h 3658174"/>
              <a:gd name="connsiteX13478" fmla="*/ 2544803 w 6514506"/>
              <a:gd name="connsiteY13478" fmla="*/ 234411 h 3658174"/>
              <a:gd name="connsiteX13479" fmla="*/ 2549185 w 6514506"/>
              <a:gd name="connsiteY13479" fmla="*/ 234411 h 3658174"/>
              <a:gd name="connsiteX13480" fmla="*/ 2549756 w 6514506"/>
              <a:gd name="connsiteY13480" fmla="*/ 229744 h 3658174"/>
              <a:gd name="connsiteX13481" fmla="*/ 2559472 w 6514506"/>
              <a:gd name="connsiteY13481" fmla="*/ 227553 h 3658174"/>
              <a:gd name="connsiteX13482" fmla="*/ 2586808 w 6514506"/>
              <a:gd name="connsiteY13482" fmla="*/ 226695 h 3658174"/>
              <a:gd name="connsiteX13483" fmla="*/ 2520514 w 6514506"/>
              <a:gd name="connsiteY13483" fmla="*/ 223552 h 3658174"/>
              <a:gd name="connsiteX13484" fmla="*/ 2536421 w 6514506"/>
              <a:gd name="connsiteY13484" fmla="*/ 230886 h 3658174"/>
              <a:gd name="connsiteX13485" fmla="*/ 2535468 w 6514506"/>
              <a:gd name="connsiteY13485" fmla="*/ 233934 h 3658174"/>
              <a:gd name="connsiteX13486" fmla="*/ 2528515 w 6514506"/>
              <a:gd name="connsiteY13486" fmla="*/ 234219 h 3658174"/>
              <a:gd name="connsiteX13487" fmla="*/ 2520990 w 6514506"/>
              <a:gd name="connsiteY13487" fmla="*/ 234695 h 3658174"/>
              <a:gd name="connsiteX13488" fmla="*/ 2517847 w 6514506"/>
              <a:gd name="connsiteY13488" fmla="*/ 231553 h 3658174"/>
              <a:gd name="connsiteX13489" fmla="*/ 2511179 w 6514506"/>
              <a:gd name="connsiteY13489" fmla="*/ 226694 h 3658174"/>
              <a:gd name="connsiteX13490" fmla="*/ 2520514 w 6514506"/>
              <a:gd name="connsiteY13490" fmla="*/ 223552 h 3658174"/>
              <a:gd name="connsiteX13491" fmla="*/ 4859247 w 6514506"/>
              <a:gd name="connsiteY13491" fmla="*/ 223432 h 3658174"/>
              <a:gd name="connsiteX13492" fmla="*/ 4864902 w 6514506"/>
              <a:gd name="connsiteY13492" fmla="*/ 224027 h 3658174"/>
              <a:gd name="connsiteX13493" fmla="*/ 4869094 w 6514506"/>
              <a:gd name="connsiteY13493" fmla="*/ 227933 h 3658174"/>
              <a:gd name="connsiteX13494" fmla="*/ 4871189 w 6514506"/>
              <a:gd name="connsiteY13494" fmla="*/ 233076 h 3658174"/>
              <a:gd name="connsiteX13495" fmla="*/ 4880142 w 6514506"/>
              <a:gd name="connsiteY13495" fmla="*/ 236410 h 3658174"/>
              <a:gd name="connsiteX13496" fmla="*/ 4878904 w 6514506"/>
              <a:gd name="connsiteY13496" fmla="*/ 243554 h 3658174"/>
              <a:gd name="connsiteX13497" fmla="*/ 4860902 w 6514506"/>
              <a:gd name="connsiteY13497" fmla="*/ 247173 h 3658174"/>
              <a:gd name="connsiteX13498" fmla="*/ 4842328 w 6514506"/>
              <a:gd name="connsiteY13498" fmla="*/ 250793 h 3658174"/>
              <a:gd name="connsiteX13499" fmla="*/ 4831184 w 6514506"/>
              <a:gd name="connsiteY13499" fmla="*/ 243268 h 3658174"/>
              <a:gd name="connsiteX13500" fmla="*/ 4824040 w 6514506"/>
              <a:gd name="connsiteY13500" fmla="*/ 238124 h 3658174"/>
              <a:gd name="connsiteX13501" fmla="*/ 4822040 w 6514506"/>
              <a:gd name="connsiteY13501" fmla="*/ 231552 h 3658174"/>
              <a:gd name="connsiteX13502" fmla="*/ 4827088 w 6514506"/>
              <a:gd name="connsiteY13502" fmla="*/ 228885 h 3658174"/>
              <a:gd name="connsiteX13503" fmla="*/ 4851377 w 6514506"/>
              <a:gd name="connsiteY13503" fmla="*/ 225266 h 3658174"/>
              <a:gd name="connsiteX13504" fmla="*/ 4859247 w 6514506"/>
              <a:gd name="connsiteY13504" fmla="*/ 223432 h 3658174"/>
              <a:gd name="connsiteX13505" fmla="*/ 4501905 w 6514506"/>
              <a:gd name="connsiteY13505" fmla="*/ 223361 h 3658174"/>
              <a:gd name="connsiteX13506" fmla="*/ 4504286 w 6514506"/>
              <a:gd name="connsiteY13506" fmla="*/ 225170 h 3658174"/>
              <a:gd name="connsiteX13507" fmla="*/ 4501619 w 6514506"/>
              <a:gd name="connsiteY13507" fmla="*/ 229647 h 3658174"/>
              <a:gd name="connsiteX13508" fmla="*/ 4496190 w 6514506"/>
              <a:gd name="connsiteY13508" fmla="*/ 225742 h 3658174"/>
              <a:gd name="connsiteX13509" fmla="*/ 4501905 w 6514506"/>
              <a:gd name="connsiteY13509" fmla="*/ 223361 h 3658174"/>
              <a:gd name="connsiteX13510" fmla="*/ 4617253 w 6514506"/>
              <a:gd name="connsiteY13510" fmla="*/ 222409 h 3658174"/>
              <a:gd name="connsiteX13511" fmla="*/ 4619348 w 6514506"/>
              <a:gd name="connsiteY13511" fmla="*/ 223647 h 3658174"/>
              <a:gd name="connsiteX13512" fmla="*/ 4619920 w 6514506"/>
              <a:gd name="connsiteY13512" fmla="*/ 225742 h 3658174"/>
              <a:gd name="connsiteX13513" fmla="*/ 4613919 w 6514506"/>
              <a:gd name="connsiteY13513" fmla="*/ 223933 h 3658174"/>
              <a:gd name="connsiteX13514" fmla="*/ 4617253 w 6514506"/>
              <a:gd name="connsiteY13514" fmla="*/ 222409 h 3658174"/>
              <a:gd name="connsiteX13515" fmla="*/ 1220448 w 6514506"/>
              <a:gd name="connsiteY13515" fmla="*/ 215836 h 3658174"/>
              <a:gd name="connsiteX13516" fmla="*/ 1222542 w 6514506"/>
              <a:gd name="connsiteY13516" fmla="*/ 218503 h 3658174"/>
              <a:gd name="connsiteX13517" fmla="*/ 1217208 w 6514506"/>
              <a:gd name="connsiteY13517" fmla="*/ 222122 h 3658174"/>
              <a:gd name="connsiteX13518" fmla="*/ 1209683 w 6514506"/>
              <a:gd name="connsiteY13518" fmla="*/ 220598 h 3658174"/>
              <a:gd name="connsiteX13519" fmla="*/ 1209398 w 6514506"/>
              <a:gd name="connsiteY13519" fmla="*/ 217645 h 3658174"/>
              <a:gd name="connsiteX13520" fmla="*/ 1220448 w 6514506"/>
              <a:gd name="connsiteY13520" fmla="*/ 215836 h 3658174"/>
              <a:gd name="connsiteX13521" fmla="*/ 4352005 w 6514506"/>
              <a:gd name="connsiteY13521" fmla="*/ 214514 h 3658174"/>
              <a:gd name="connsiteX13522" fmla="*/ 4356838 w 6514506"/>
              <a:gd name="connsiteY13522" fmla="*/ 216121 h 3658174"/>
              <a:gd name="connsiteX13523" fmla="*/ 4362839 w 6514506"/>
              <a:gd name="connsiteY13523" fmla="*/ 223360 h 3658174"/>
              <a:gd name="connsiteX13524" fmla="*/ 4353219 w 6514506"/>
              <a:gd name="connsiteY13524" fmla="*/ 224218 h 3658174"/>
              <a:gd name="connsiteX13525" fmla="*/ 4349599 w 6514506"/>
              <a:gd name="connsiteY13525" fmla="*/ 216979 h 3658174"/>
              <a:gd name="connsiteX13526" fmla="*/ 4352005 w 6514506"/>
              <a:gd name="connsiteY13526" fmla="*/ 214514 h 3658174"/>
              <a:gd name="connsiteX13527" fmla="*/ 4554078 w 6514506"/>
              <a:gd name="connsiteY13527" fmla="*/ 214180 h 3658174"/>
              <a:gd name="connsiteX13528" fmla="*/ 4558197 w 6514506"/>
              <a:gd name="connsiteY13528" fmla="*/ 214693 h 3658174"/>
              <a:gd name="connsiteX13529" fmla="*/ 4567817 w 6514506"/>
              <a:gd name="connsiteY13529" fmla="*/ 215931 h 3658174"/>
              <a:gd name="connsiteX13530" fmla="*/ 4572579 w 6514506"/>
              <a:gd name="connsiteY13530" fmla="*/ 218026 h 3658174"/>
              <a:gd name="connsiteX13531" fmla="*/ 4573437 w 6514506"/>
              <a:gd name="connsiteY13531" fmla="*/ 220693 h 3658174"/>
              <a:gd name="connsiteX13532" fmla="*/ 4578866 w 6514506"/>
              <a:gd name="connsiteY13532" fmla="*/ 223075 h 3658174"/>
              <a:gd name="connsiteX13533" fmla="*/ 4582200 w 6514506"/>
              <a:gd name="connsiteY13533" fmla="*/ 226218 h 3658174"/>
              <a:gd name="connsiteX13534" fmla="*/ 4585534 w 6514506"/>
              <a:gd name="connsiteY13534" fmla="*/ 233743 h 3658174"/>
              <a:gd name="connsiteX13535" fmla="*/ 4589153 w 6514506"/>
              <a:gd name="connsiteY13535" fmla="*/ 234981 h 3658174"/>
              <a:gd name="connsiteX13536" fmla="*/ 4592772 w 6514506"/>
              <a:gd name="connsiteY13536" fmla="*/ 240696 h 3658174"/>
              <a:gd name="connsiteX13537" fmla="*/ 4594868 w 6514506"/>
              <a:gd name="connsiteY13537" fmla="*/ 243649 h 3658174"/>
              <a:gd name="connsiteX13538" fmla="*/ 4597535 w 6514506"/>
              <a:gd name="connsiteY13538" fmla="*/ 248125 h 3658174"/>
              <a:gd name="connsiteX13539" fmla="*/ 4574199 w 6514506"/>
              <a:gd name="connsiteY13539" fmla="*/ 256222 h 3658174"/>
              <a:gd name="connsiteX13540" fmla="*/ 4561912 w 6514506"/>
              <a:gd name="connsiteY13540" fmla="*/ 243649 h 3658174"/>
              <a:gd name="connsiteX13541" fmla="*/ 4555530 w 6514506"/>
              <a:gd name="connsiteY13541" fmla="*/ 241363 h 3658174"/>
              <a:gd name="connsiteX13542" fmla="*/ 4545719 w 6514506"/>
              <a:gd name="connsiteY13542" fmla="*/ 245458 h 3658174"/>
              <a:gd name="connsiteX13543" fmla="*/ 4533146 w 6514506"/>
              <a:gd name="connsiteY13543" fmla="*/ 249364 h 3658174"/>
              <a:gd name="connsiteX13544" fmla="*/ 4531622 w 6514506"/>
              <a:gd name="connsiteY13544" fmla="*/ 244315 h 3658174"/>
              <a:gd name="connsiteX13545" fmla="*/ 4538766 w 6514506"/>
              <a:gd name="connsiteY13545" fmla="*/ 241934 h 3658174"/>
              <a:gd name="connsiteX13546" fmla="*/ 4540004 w 6514506"/>
              <a:gd name="connsiteY13546" fmla="*/ 239267 h 3658174"/>
              <a:gd name="connsiteX13547" fmla="*/ 4528288 w 6514506"/>
              <a:gd name="connsiteY13547" fmla="*/ 233266 h 3658174"/>
              <a:gd name="connsiteX13548" fmla="*/ 4521716 w 6514506"/>
              <a:gd name="connsiteY13548" fmla="*/ 229361 h 3658174"/>
              <a:gd name="connsiteX13549" fmla="*/ 4530098 w 6514506"/>
              <a:gd name="connsiteY13549" fmla="*/ 228504 h 3658174"/>
              <a:gd name="connsiteX13550" fmla="*/ 4546576 w 6514506"/>
              <a:gd name="connsiteY13550" fmla="*/ 233933 h 3658174"/>
              <a:gd name="connsiteX13551" fmla="*/ 4560102 w 6514506"/>
              <a:gd name="connsiteY13551" fmla="*/ 235457 h 3658174"/>
              <a:gd name="connsiteX13552" fmla="*/ 4558578 w 6514506"/>
              <a:gd name="connsiteY13552" fmla="*/ 233933 h 3658174"/>
              <a:gd name="connsiteX13553" fmla="*/ 4544481 w 6514506"/>
              <a:gd name="connsiteY13553" fmla="*/ 230314 h 3658174"/>
              <a:gd name="connsiteX13554" fmla="*/ 4542385 w 6514506"/>
              <a:gd name="connsiteY13554" fmla="*/ 225170 h 3658174"/>
              <a:gd name="connsiteX13555" fmla="*/ 4541147 w 6514506"/>
              <a:gd name="connsiteY13555" fmla="*/ 223170 h 3658174"/>
              <a:gd name="connsiteX13556" fmla="*/ 4540290 w 6514506"/>
              <a:gd name="connsiteY13556" fmla="*/ 219265 h 3658174"/>
              <a:gd name="connsiteX13557" fmla="*/ 4551339 w 6514506"/>
              <a:gd name="connsiteY13557" fmla="*/ 219836 h 3658174"/>
              <a:gd name="connsiteX13558" fmla="*/ 4555815 w 6514506"/>
              <a:gd name="connsiteY13558" fmla="*/ 218026 h 3658174"/>
              <a:gd name="connsiteX13559" fmla="*/ 4554078 w 6514506"/>
              <a:gd name="connsiteY13559" fmla="*/ 214180 h 3658174"/>
              <a:gd name="connsiteX13560" fmla="*/ 4400940 w 6514506"/>
              <a:gd name="connsiteY13560" fmla="*/ 209550 h 3658174"/>
              <a:gd name="connsiteX13561" fmla="*/ 4408179 w 6514506"/>
              <a:gd name="connsiteY13561" fmla="*/ 209550 h 3658174"/>
              <a:gd name="connsiteX13562" fmla="*/ 4408084 w 6514506"/>
              <a:gd name="connsiteY13562" fmla="*/ 212788 h 3658174"/>
              <a:gd name="connsiteX13563" fmla="*/ 4401892 w 6514506"/>
              <a:gd name="connsiteY13563" fmla="*/ 215836 h 3658174"/>
              <a:gd name="connsiteX13564" fmla="*/ 4406083 w 6514506"/>
              <a:gd name="connsiteY13564" fmla="*/ 218218 h 3658174"/>
              <a:gd name="connsiteX13565" fmla="*/ 4412084 w 6514506"/>
              <a:gd name="connsiteY13565" fmla="*/ 220313 h 3658174"/>
              <a:gd name="connsiteX13566" fmla="*/ 4408750 w 6514506"/>
              <a:gd name="connsiteY13566" fmla="*/ 228124 h 3658174"/>
              <a:gd name="connsiteX13567" fmla="*/ 4400368 w 6514506"/>
              <a:gd name="connsiteY13567" fmla="*/ 229648 h 3658174"/>
              <a:gd name="connsiteX13568" fmla="*/ 4386557 w 6514506"/>
              <a:gd name="connsiteY13568" fmla="*/ 230219 h 3658174"/>
              <a:gd name="connsiteX13569" fmla="*/ 4372174 w 6514506"/>
              <a:gd name="connsiteY13569" fmla="*/ 225076 h 3658174"/>
              <a:gd name="connsiteX13570" fmla="*/ 4380556 w 6514506"/>
              <a:gd name="connsiteY13570" fmla="*/ 216979 h 3658174"/>
              <a:gd name="connsiteX13571" fmla="*/ 4393701 w 6514506"/>
              <a:gd name="connsiteY13571" fmla="*/ 211931 h 3658174"/>
              <a:gd name="connsiteX13572" fmla="*/ 4400940 w 6514506"/>
              <a:gd name="connsiteY13572" fmla="*/ 209550 h 3658174"/>
              <a:gd name="connsiteX13573" fmla="*/ 4470330 w 6514506"/>
              <a:gd name="connsiteY13573" fmla="*/ 205573 h 3658174"/>
              <a:gd name="connsiteX13574" fmla="*/ 4473139 w 6514506"/>
              <a:gd name="connsiteY13574" fmla="*/ 207454 h 3658174"/>
              <a:gd name="connsiteX13575" fmla="*/ 4480950 w 6514506"/>
              <a:gd name="connsiteY13575" fmla="*/ 214122 h 3658174"/>
              <a:gd name="connsiteX13576" fmla="*/ 4480093 w 6514506"/>
              <a:gd name="connsiteY13576" fmla="*/ 216789 h 3658174"/>
              <a:gd name="connsiteX13577" fmla="*/ 4468662 w 6514506"/>
              <a:gd name="connsiteY13577" fmla="*/ 208692 h 3658174"/>
              <a:gd name="connsiteX13578" fmla="*/ 4470330 w 6514506"/>
              <a:gd name="connsiteY13578" fmla="*/ 205573 h 3658174"/>
              <a:gd name="connsiteX13579" fmla="*/ 5184371 w 6514506"/>
              <a:gd name="connsiteY13579" fmla="*/ 204311 h 3658174"/>
              <a:gd name="connsiteX13580" fmla="*/ 5189133 w 6514506"/>
              <a:gd name="connsiteY13580" fmla="*/ 205168 h 3658174"/>
              <a:gd name="connsiteX13581" fmla="*/ 5187895 w 6514506"/>
              <a:gd name="connsiteY13581" fmla="*/ 207835 h 3658174"/>
              <a:gd name="connsiteX13582" fmla="*/ 5184942 w 6514506"/>
              <a:gd name="connsiteY13582" fmla="*/ 208216 h 3658174"/>
              <a:gd name="connsiteX13583" fmla="*/ 5184371 w 6514506"/>
              <a:gd name="connsiteY13583" fmla="*/ 204311 h 3658174"/>
              <a:gd name="connsiteX13584" fmla="*/ 1712699 w 6514506"/>
              <a:gd name="connsiteY13584" fmla="*/ 200310 h 3658174"/>
              <a:gd name="connsiteX13585" fmla="*/ 1708222 w 6514506"/>
              <a:gd name="connsiteY13585" fmla="*/ 203644 h 3658174"/>
              <a:gd name="connsiteX13586" fmla="*/ 1712699 w 6514506"/>
              <a:gd name="connsiteY13586" fmla="*/ 200310 h 3658174"/>
              <a:gd name="connsiteX13587" fmla="*/ 2573807 w 6514506"/>
              <a:gd name="connsiteY13587" fmla="*/ 199394 h 3658174"/>
              <a:gd name="connsiteX13588" fmla="*/ 2581188 w 6514506"/>
              <a:gd name="connsiteY13588" fmla="*/ 204693 h 3658174"/>
              <a:gd name="connsiteX13589" fmla="*/ 2590618 w 6514506"/>
              <a:gd name="connsiteY13589" fmla="*/ 210978 h 3658174"/>
              <a:gd name="connsiteX13590" fmla="*/ 2591475 w 6514506"/>
              <a:gd name="connsiteY13590" fmla="*/ 215932 h 3658174"/>
              <a:gd name="connsiteX13591" fmla="*/ 2584808 w 6514506"/>
              <a:gd name="connsiteY13591" fmla="*/ 219932 h 3658174"/>
              <a:gd name="connsiteX13592" fmla="*/ 2572425 w 6514506"/>
              <a:gd name="connsiteY13592" fmla="*/ 223457 h 3658174"/>
              <a:gd name="connsiteX13593" fmla="*/ 2544517 w 6514506"/>
              <a:gd name="connsiteY13593" fmla="*/ 225648 h 3658174"/>
              <a:gd name="connsiteX13594" fmla="*/ 2532611 w 6514506"/>
              <a:gd name="connsiteY13594" fmla="*/ 224790 h 3658174"/>
              <a:gd name="connsiteX13595" fmla="*/ 2533182 w 6514506"/>
              <a:gd name="connsiteY13595" fmla="*/ 220598 h 3658174"/>
              <a:gd name="connsiteX13596" fmla="*/ 2528134 w 6514506"/>
              <a:gd name="connsiteY13596" fmla="*/ 217266 h 3658174"/>
              <a:gd name="connsiteX13597" fmla="*/ 2524133 w 6514506"/>
              <a:gd name="connsiteY13597" fmla="*/ 214599 h 3658174"/>
              <a:gd name="connsiteX13598" fmla="*/ 2532992 w 6514506"/>
              <a:gd name="connsiteY13598" fmla="*/ 213740 h 3658174"/>
              <a:gd name="connsiteX13599" fmla="*/ 2541374 w 6514506"/>
              <a:gd name="connsiteY13599" fmla="*/ 208883 h 3658174"/>
              <a:gd name="connsiteX13600" fmla="*/ 2552423 w 6514506"/>
              <a:gd name="connsiteY13600" fmla="*/ 204501 h 3658174"/>
              <a:gd name="connsiteX13601" fmla="*/ 2560043 w 6514506"/>
              <a:gd name="connsiteY13601" fmla="*/ 204025 h 3658174"/>
              <a:gd name="connsiteX13602" fmla="*/ 2571854 w 6514506"/>
              <a:gd name="connsiteY13602" fmla="*/ 201168 h 3658174"/>
              <a:gd name="connsiteX13603" fmla="*/ 2573807 w 6514506"/>
              <a:gd name="connsiteY13603" fmla="*/ 199394 h 3658174"/>
              <a:gd name="connsiteX13604" fmla="*/ 4510001 w 6514506"/>
              <a:gd name="connsiteY13604" fmla="*/ 198405 h 3658174"/>
              <a:gd name="connsiteX13605" fmla="*/ 4511525 w 6514506"/>
              <a:gd name="connsiteY13605" fmla="*/ 201739 h 3658174"/>
              <a:gd name="connsiteX13606" fmla="*/ 4508763 w 6514506"/>
              <a:gd name="connsiteY13606" fmla="*/ 203739 h 3658174"/>
              <a:gd name="connsiteX13607" fmla="*/ 4500667 w 6514506"/>
              <a:gd name="connsiteY13607" fmla="*/ 201072 h 3658174"/>
              <a:gd name="connsiteX13608" fmla="*/ 4510001 w 6514506"/>
              <a:gd name="connsiteY13608" fmla="*/ 198405 h 3658174"/>
              <a:gd name="connsiteX13609" fmla="*/ 4790667 w 6514506"/>
              <a:gd name="connsiteY13609" fmla="*/ 194989 h 3658174"/>
              <a:gd name="connsiteX13610" fmla="*/ 4794322 w 6514506"/>
              <a:gd name="connsiteY13610" fmla="*/ 199263 h 3658174"/>
              <a:gd name="connsiteX13611" fmla="*/ 4797274 w 6514506"/>
              <a:gd name="connsiteY13611" fmla="*/ 204311 h 3658174"/>
              <a:gd name="connsiteX13612" fmla="*/ 4802704 w 6514506"/>
              <a:gd name="connsiteY13612" fmla="*/ 205835 h 3658174"/>
              <a:gd name="connsiteX13613" fmla="*/ 4802132 w 6514506"/>
              <a:gd name="connsiteY13613" fmla="*/ 209169 h 3658174"/>
              <a:gd name="connsiteX13614" fmla="*/ 4800894 w 6514506"/>
              <a:gd name="connsiteY13614" fmla="*/ 212503 h 3658174"/>
              <a:gd name="connsiteX13615" fmla="*/ 4802132 w 6514506"/>
              <a:gd name="connsiteY13615" fmla="*/ 219075 h 3658174"/>
              <a:gd name="connsiteX13616" fmla="*/ 4794036 w 6514506"/>
              <a:gd name="connsiteY13616" fmla="*/ 220885 h 3658174"/>
              <a:gd name="connsiteX13617" fmla="*/ 4783844 w 6514506"/>
              <a:gd name="connsiteY13617" fmla="*/ 222694 h 3658174"/>
              <a:gd name="connsiteX13618" fmla="*/ 4776986 w 6514506"/>
              <a:gd name="connsiteY13618" fmla="*/ 223933 h 3658174"/>
              <a:gd name="connsiteX13619" fmla="*/ 4769176 w 6514506"/>
              <a:gd name="connsiteY13619" fmla="*/ 223361 h 3658174"/>
              <a:gd name="connsiteX13620" fmla="*/ 4765080 w 6514506"/>
              <a:gd name="connsiteY13620" fmla="*/ 220789 h 3658174"/>
              <a:gd name="connsiteX13621" fmla="*/ 4762508 w 6514506"/>
              <a:gd name="connsiteY13621" fmla="*/ 222885 h 3658174"/>
              <a:gd name="connsiteX13622" fmla="*/ 4765080 w 6514506"/>
              <a:gd name="connsiteY13622" fmla="*/ 229171 h 3658174"/>
              <a:gd name="connsiteX13623" fmla="*/ 4753555 w 6514506"/>
              <a:gd name="connsiteY13623" fmla="*/ 228314 h 3658174"/>
              <a:gd name="connsiteX13624" fmla="*/ 4749364 w 6514506"/>
              <a:gd name="connsiteY13624" fmla="*/ 229171 h 3658174"/>
              <a:gd name="connsiteX13625" fmla="*/ 4741553 w 6514506"/>
              <a:gd name="connsiteY13625" fmla="*/ 230410 h 3658174"/>
              <a:gd name="connsiteX13626" fmla="*/ 4736505 w 6514506"/>
              <a:gd name="connsiteY13626" fmla="*/ 230981 h 3658174"/>
              <a:gd name="connsiteX13627" fmla="*/ 4727171 w 6514506"/>
              <a:gd name="connsiteY13627" fmla="*/ 233648 h 3658174"/>
              <a:gd name="connsiteX13628" fmla="*/ 4720027 w 6514506"/>
              <a:gd name="connsiteY13628" fmla="*/ 235172 h 3658174"/>
              <a:gd name="connsiteX13629" fmla="*/ 4708978 w 6514506"/>
              <a:gd name="connsiteY13629" fmla="*/ 229457 h 3658174"/>
              <a:gd name="connsiteX13630" fmla="*/ 4705644 w 6514506"/>
              <a:gd name="connsiteY13630" fmla="*/ 230029 h 3658174"/>
              <a:gd name="connsiteX13631" fmla="*/ 4702977 w 6514506"/>
              <a:gd name="connsiteY13631" fmla="*/ 232410 h 3658174"/>
              <a:gd name="connsiteX13632" fmla="*/ 4700310 w 6514506"/>
              <a:gd name="connsiteY13632" fmla="*/ 234505 h 3658174"/>
              <a:gd name="connsiteX13633" fmla="*/ 4695452 w 6514506"/>
              <a:gd name="connsiteY13633" fmla="*/ 238982 h 3658174"/>
              <a:gd name="connsiteX13634" fmla="*/ 4684022 w 6514506"/>
              <a:gd name="connsiteY13634" fmla="*/ 240220 h 3658174"/>
              <a:gd name="connsiteX13635" fmla="*/ 4665448 w 6514506"/>
              <a:gd name="connsiteY13635" fmla="*/ 238696 h 3658174"/>
              <a:gd name="connsiteX13636" fmla="*/ 4660305 w 6514506"/>
              <a:gd name="connsiteY13636" fmla="*/ 231553 h 3658174"/>
              <a:gd name="connsiteX13637" fmla="*/ 4660876 w 6514506"/>
              <a:gd name="connsiteY13637" fmla="*/ 228219 h 3658174"/>
              <a:gd name="connsiteX13638" fmla="*/ 4653352 w 6514506"/>
              <a:gd name="connsiteY13638" fmla="*/ 221361 h 3658174"/>
              <a:gd name="connsiteX13639" fmla="*/ 4650685 w 6514506"/>
              <a:gd name="connsiteY13639" fmla="*/ 218027 h 3658174"/>
              <a:gd name="connsiteX13640" fmla="*/ 4646208 w 6514506"/>
              <a:gd name="connsiteY13640" fmla="*/ 214693 h 3658174"/>
              <a:gd name="connsiteX13641" fmla="*/ 4637255 w 6514506"/>
              <a:gd name="connsiteY13641" fmla="*/ 212598 h 3658174"/>
              <a:gd name="connsiteX13642" fmla="*/ 4627920 w 6514506"/>
              <a:gd name="connsiteY13642" fmla="*/ 214408 h 3658174"/>
              <a:gd name="connsiteX13643" fmla="*/ 4621062 w 6514506"/>
              <a:gd name="connsiteY13643" fmla="*/ 213169 h 3658174"/>
              <a:gd name="connsiteX13644" fmla="*/ 4609061 w 6514506"/>
              <a:gd name="connsiteY13644" fmla="*/ 215836 h 3658174"/>
              <a:gd name="connsiteX13645" fmla="*/ 4604584 w 6514506"/>
              <a:gd name="connsiteY13645" fmla="*/ 215265 h 3658174"/>
              <a:gd name="connsiteX13646" fmla="*/ 4602203 w 6514506"/>
              <a:gd name="connsiteY13646" fmla="*/ 214693 h 3658174"/>
              <a:gd name="connsiteX13647" fmla="*/ 4589344 w 6514506"/>
              <a:gd name="connsiteY13647" fmla="*/ 212598 h 3658174"/>
              <a:gd name="connsiteX13648" fmla="*/ 4582200 w 6514506"/>
              <a:gd name="connsiteY13648" fmla="*/ 210502 h 3658174"/>
              <a:gd name="connsiteX13649" fmla="*/ 4579247 w 6514506"/>
              <a:gd name="connsiteY13649" fmla="*/ 205740 h 3658174"/>
              <a:gd name="connsiteX13650" fmla="*/ 4581629 w 6514506"/>
              <a:gd name="connsiteY13650" fmla="*/ 202787 h 3658174"/>
              <a:gd name="connsiteX13651" fmla="*/ 4589153 w 6514506"/>
              <a:gd name="connsiteY13651" fmla="*/ 199834 h 3658174"/>
              <a:gd name="connsiteX13652" fmla="*/ 4611346 w 6514506"/>
              <a:gd name="connsiteY13652" fmla="*/ 205835 h 3658174"/>
              <a:gd name="connsiteX13653" fmla="*/ 4619443 w 6514506"/>
              <a:gd name="connsiteY13653" fmla="*/ 207073 h 3658174"/>
              <a:gd name="connsiteX13654" fmla="*/ 4625158 w 6514506"/>
              <a:gd name="connsiteY13654" fmla="*/ 205549 h 3658174"/>
              <a:gd name="connsiteX13655" fmla="*/ 4632682 w 6514506"/>
              <a:gd name="connsiteY13655" fmla="*/ 202882 h 3658174"/>
              <a:gd name="connsiteX13656" fmla="*/ 4642303 w 6514506"/>
              <a:gd name="connsiteY13656" fmla="*/ 200501 h 3658174"/>
              <a:gd name="connsiteX13657" fmla="*/ 4651256 w 6514506"/>
              <a:gd name="connsiteY13657" fmla="*/ 201358 h 3658174"/>
              <a:gd name="connsiteX13658" fmla="*/ 4655162 w 6514506"/>
              <a:gd name="connsiteY13658" fmla="*/ 203740 h 3658174"/>
              <a:gd name="connsiteX13659" fmla="*/ 4661734 w 6514506"/>
              <a:gd name="connsiteY13659" fmla="*/ 202501 h 3658174"/>
              <a:gd name="connsiteX13660" fmla="*/ 4667163 w 6514506"/>
              <a:gd name="connsiteY13660" fmla="*/ 205168 h 3658174"/>
              <a:gd name="connsiteX13661" fmla="*/ 4655162 w 6514506"/>
              <a:gd name="connsiteY13661" fmla="*/ 207264 h 3658174"/>
              <a:gd name="connsiteX13662" fmla="*/ 4658781 w 6514506"/>
              <a:gd name="connsiteY13662" fmla="*/ 210883 h 3658174"/>
              <a:gd name="connsiteX13663" fmla="*/ 4663543 w 6514506"/>
              <a:gd name="connsiteY13663" fmla="*/ 216027 h 3658174"/>
              <a:gd name="connsiteX13664" fmla="*/ 4666211 w 6514506"/>
              <a:gd name="connsiteY13664" fmla="*/ 217265 h 3658174"/>
              <a:gd name="connsiteX13665" fmla="*/ 4676688 w 6514506"/>
              <a:gd name="connsiteY13665" fmla="*/ 214312 h 3658174"/>
              <a:gd name="connsiteX13666" fmla="*/ 4685356 w 6514506"/>
              <a:gd name="connsiteY13666" fmla="*/ 215170 h 3658174"/>
              <a:gd name="connsiteX13667" fmla="*/ 4690499 w 6514506"/>
              <a:gd name="connsiteY13667" fmla="*/ 215170 h 3658174"/>
              <a:gd name="connsiteX13668" fmla="*/ 4691738 w 6514506"/>
              <a:gd name="connsiteY13668" fmla="*/ 211931 h 3658174"/>
              <a:gd name="connsiteX13669" fmla="*/ 4701358 w 6514506"/>
              <a:gd name="connsiteY13669" fmla="*/ 211931 h 3658174"/>
              <a:gd name="connsiteX13670" fmla="*/ 4713073 w 6514506"/>
              <a:gd name="connsiteY13670" fmla="*/ 211074 h 3658174"/>
              <a:gd name="connsiteX13671" fmla="*/ 4722408 w 6514506"/>
              <a:gd name="connsiteY13671" fmla="*/ 211931 h 3658174"/>
              <a:gd name="connsiteX13672" fmla="*/ 4725361 w 6514506"/>
              <a:gd name="connsiteY13672" fmla="*/ 209836 h 3658174"/>
              <a:gd name="connsiteX13673" fmla="*/ 4729838 w 6514506"/>
              <a:gd name="connsiteY13673" fmla="*/ 205930 h 3658174"/>
              <a:gd name="connsiteX13674" fmla="*/ 4735267 w 6514506"/>
              <a:gd name="connsiteY13674" fmla="*/ 202311 h 3658174"/>
              <a:gd name="connsiteX13675" fmla="*/ 4740410 w 6514506"/>
              <a:gd name="connsiteY13675" fmla="*/ 200215 h 3658174"/>
              <a:gd name="connsiteX13676" fmla="*/ 4748792 w 6514506"/>
              <a:gd name="connsiteY13676" fmla="*/ 199358 h 3658174"/>
              <a:gd name="connsiteX13677" fmla="*/ 4765461 w 6514506"/>
              <a:gd name="connsiteY13677" fmla="*/ 195453 h 3658174"/>
              <a:gd name="connsiteX13678" fmla="*/ 4764985 w 6514506"/>
              <a:gd name="connsiteY13678" fmla="*/ 195643 h 3658174"/>
              <a:gd name="connsiteX13679" fmla="*/ 4769462 w 6514506"/>
              <a:gd name="connsiteY13679" fmla="*/ 196501 h 3658174"/>
              <a:gd name="connsiteX13680" fmla="*/ 4775462 w 6514506"/>
              <a:gd name="connsiteY13680" fmla="*/ 195643 h 3658174"/>
              <a:gd name="connsiteX13681" fmla="*/ 4781177 w 6514506"/>
              <a:gd name="connsiteY13681" fmla="*/ 195358 h 3658174"/>
              <a:gd name="connsiteX13682" fmla="*/ 4785654 w 6514506"/>
              <a:gd name="connsiteY13682" fmla="*/ 195358 h 3658174"/>
              <a:gd name="connsiteX13683" fmla="*/ 4790667 w 6514506"/>
              <a:gd name="connsiteY13683" fmla="*/ 194989 h 3658174"/>
              <a:gd name="connsiteX13684" fmla="*/ 2520133 w 6514506"/>
              <a:gd name="connsiteY13684" fmla="*/ 194787 h 3658174"/>
              <a:gd name="connsiteX13685" fmla="*/ 2524134 w 6514506"/>
              <a:gd name="connsiteY13685" fmla="*/ 198787 h 3658174"/>
              <a:gd name="connsiteX13686" fmla="*/ 2514799 w 6514506"/>
              <a:gd name="connsiteY13686" fmla="*/ 199644 h 3658174"/>
              <a:gd name="connsiteX13687" fmla="*/ 2520133 w 6514506"/>
              <a:gd name="connsiteY13687" fmla="*/ 194787 h 3658174"/>
              <a:gd name="connsiteX13688" fmla="*/ 4402082 w 6514506"/>
              <a:gd name="connsiteY13688" fmla="*/ 194310 h 3658174"/>
              <a:gd name="connsiteX13689" fmla="*/ 4410750 w 6514506"/>
              <a:gd name="connsiteY13689" fmla="*/ 196119 h 3658174"/>
              <a:gd name="connsiteX13690" fmla="*/ 4414084 w 6514506"/>
              <a:gd name="connsiteY13690" fmla="*/ 198786 h 3658174"/>
              <a:gd name="connsiteX13691" fmla="*/ 4413417 w 6514506"/>
              <a:gd name="connsiteY13691" fmla="*/ 202596 h 3658174"/>
              <a:gd name="connsiteX13692" fmla="*/ 4399034 w 6514506"/>
              <a:gd name="connsiteY13692" fmla="*/ 205359 h 3658174"/>
              <a:gd name="connsiteX13693" fmla="*/ 4388557 w 6514506"/>
              <a:gd name="connsiteY13693" fmla="*/ 206883 h 3658174"/>
              <a:gd name="connsiteX13694" fmla="*/ 4376555 w 6514506"/>
              <a:gd name="connsiteY13694" fmla="*/ 207740 h 3658174"/>
              <a:gd name="connsiteX13695" fmla="*/ 4365506 w 6514506"/>
              <a:gd name="connsiteY13695" fmla="*/ 211645 h 3658174"/>
              <a:gd name="connsiteX13696" fmla="*/ 4364935 w 6514506"/>
              <a:gd name="connsiteY13696" fmla="*/ 207740 h 3658174"/>
              <a:gd name="connsiteX13697" fmla="*/ 4372745 w 6514506"/>
              <a:gd name="connsiteY13697" fmla="*/ 204787 h 3658174"/>
              <a:gd name="connsiteX13698" fmla="*/ 4383223 w 6514506"/>
              <a:gd name="connsiteY13698" fmla="*/ 201168 h 3658174"/>
              <a:gd name="connsiteX13699" fmla="*/ 4393129 w 6514506"/>
              <a:gd name="connsiteY13699" fmla="*/ 196691 h 3658174"/>
              <a:gd name="connsiteX13700" fmla="*/ 4402082 w 6514506"/>
              <a:gd name="connsiteY13700" fmla="*/ 194310 h 3658174"/>
              <a:gd name="connsiteX13701" fmla="*/ 2388653 w 6514506"/>
              <a:gd name="connsiteY13701" fmla="*/ 193810 h 3658174"/>
              <a:gd name="connsiteX13702" fmla="*/ 2392308 w 6514506"/>
              <a:gd name="connsiteY13702" fmla="*/ 195454 h 3658174"/>
              <a:gd name="connsiteX13703" fmla="*/ 2383640 w 6514506"/>
              <a:gd name="connsiteY13703" fmla="*/ 194882 h 3658174"/>
              <a:gd name="connsiteX13704" fmla="*/ 2388653 w 6514506"/>
              <a:gd name="connsiteY13704" fmla="*/ 193810 h 3658174"/>
              <a:gd name="connsiteX13705" fmla="*/ 4654114 w 6514506"/>
              <a:gd name="connsiteY13705" fmla="*/ 193072 h 3658174"/>
              <a:gd name="connsiteX13706" fmla="*/ 4655353 w 6514506"/>
              <a:gd name="connsiteY13706" fmla="*/ 198215 h 3658174"/>
              <a:gd name="connsiteX13707" fmla="*/ 4649637 w 6514506"/>
              <a:gd name="connsiteY13707" fmla="*/ 194881 h 3658174"/>
              <a:gd name="connsiteX13708" fmla="*/ 4654114 w 6514506"/>
              <a:gd name="connsiteY13708" fmla="*/ 193072 h 3658174"/>
              <a:gd name="connsiteX13709" fmla="*/ 2147896 w 6514506"/>
              <a:gd name="connsiteY13709" fmla="*/ 188881 h 3658174"/>
              <a:gd name="connsiteX13710" fmla="*/ 2154754 w 6514506"/>
              <a:gd name="connsiteY13710" fmla="*/ 189739 h 3658174"/>
              <a:gd name="connsiteX13711" fmla="*/ 2148754 w 6514506"/>
              <a:gd name="connsiteY13711" fmla="*/ 192500 h 3658174"/>
              <a:gd name="connsiteX13712" fmla="*/ 2147896 w 6514506"/>
              <a:gd name="connsiteY13712" fmla="*/ 188881 h 3658174"/>
              <a:gd name="connsiteX13713" fmla="*/ 4790321 w 6514506"/>
              <a:gd name="connsiteY13713" fmla="*/ 185165 h 3658174"/>
              <a:gd name="connsiteX13714" fmla="*/ 4786988 w 6514506"/>
              <a:gd name="connsiteY13714" fmla="*/ 189928 h 3658174"/>
              <a:gd name="connsiteX13715" fmla="*/ 4784606 w 6514506"/>
              <a:gd name="connsiteY13715" fmla="*/ 188118 h 3658174"/>
              <a:gd name="connsiteX13716" fmla="*/ 4790321 w 6514506"/>
              <a:gd name="connsiteY13716" fmla="*/ 185165 h 3658174"/>
              <a:gd name="connsiteX13717" fmla="*/ 4610680 w 6514506"/>
              <a:gd name="connsiteY13717" fmla="*/ 182594 h 3658174"/>
              <a:gd name="connsiteX13718" fmla="*/ 4612204 w 6514506"/>
              <a:gd name="connsiteY13718" fmla="*/ 187357 h 3658174"/>
              <a:gd name="connsiteX13719" fmla="*/ 4608013 w 6514506"/>
              <a:gd name="connsiteY13719" fmla="*/ 190404 h 3658174"/>
              <a:gd name="connsiteX13720" fmla="*/ 4603536 w 6514506"/>
              <a:gd name="connsiteY13720" fmla="*/ 191262 h 3658174"/>
              <a:gd name="connsiteX13721" fmla="*/ 4599059 w 6514506"/>
              <a:gd name="connsiteY13721" fmla="*/ 190690 h 3658174"/>
              <a:gd name="connsiteX13722" fmla="*/ 4580486 w 6514506"/>
              <a:gd name="connsiteY13722" fmla="*/ 194024 h 3658174"/>
              <a:gd name="connsiteX13723" fmla="*/ 4577152 w 6514506"/>
              <a:gd name="connsiteY13723" fmla="*/ 190404 h 3658174"/>
              <a:gd name="connsiteX13724" fmla="*/ 4584677 w 6514506"/>
              <a:gd name="connsiteY13724" fmla="*/ 188595 h 3658174"/>
              <a:gd name="connsiteX13725" fmla="*/ 4601441 w 6514506"/>
              <a:gd name="connsiteY13725" fmla="*/ 185833 h 3658174"/>
              <a:gd name="connsiteX13726" fmla="*/ 4610680 w 6514506"/>
              <a:gd name="connsiteY13726" fmla="*/ 182594 h 3658174"/>
              <a:gd name="connsiteX13727" fmla="*/ 2123607 w 6514506"/>
              <a:gd name="connsiteY13727" fmla="*/ 177261 h 3658174"/>
              <a:gd name="connsiteX13728" fmla="*/ 2129322 w 6514506"/>
              <a:gd name="connsiteY13728" fmla="*/ 181166 h 3658174"/>
              <a:gd name="connsiteX13729" fmla="*/ 2122464 w 6514506"/>
              <a:gd name="connsiteY13729" fmla="*/ 183547 h 3658174"/>
              <a:gd name="connsiteX13730" fmla="*/ 2116654 w 6514506"/>
              <a:gd name="connsiteY13730" fmla="*/ 181738 h 3658174"/>
              <a:gd name="connsiteX13731" fmla="*/ 2115797 w 6514506"/>
              <a:gd name="connsiteY13731" fmla="*/ 178118 h 3658174"/>
              <a:gd name="connsiteX13732" fmla="*/ 2123607 w 6514506"/>
              <a:gd name="connsiteY13732" fmla="*/ 177261 h 3658174"/>
              <a:gd name="connsiteX13733" fmla="*/ 4639065 w 6514506"/>
              <a:gd name="connsiteY13733" fmla="*/ 177165 h 3658174"/>
              <a:gd name="connsiteX13734" fmla="*/ 4640303 w 6514506"/>
              <a:gd name="connsiteY13734" fmla="*/ 183451 h 3658174"/>
              <a:gd name="connsiteX13735" fmla="*/ 4639065 w 6514506"/>
              <a:gd name="connsiteY13735" fmla="*/ 187642 h 3658174"/>
              <a:gd name="connsiteX13736" fmla="*/ 4636112 w 6514506"/>
              <a:gd name="connsiteY13736" fmla="*/ 181927 h 3658174"/>
              <a:gd name="connsiteX13737" fmla="*/ 4639065 w 6514506"/>
              <a:gd name="connsiteY13737" fmla="*/ 177165 h 3658174"/>
              <a:gd name="connsiteX13738" fmla="*/ 2137038 w 6514506"/>
              <a:gd name="connsiteY13738" fmla="*/ 176688 h 3658174"/>
              <a:gd name="connsiteX13739" fmla="*/ 2149325 w 6514506"/>
              <a:gd name="connsiteY13739" fmla="*/ 179641 h 3658174"/>
              <a:gd name="connsiteX13740" fmla="*/ 2150563 w 6514506"/>
              <a:gd name="connsiteY13740" fmla="*/ 182976 h 3658174"/>
              <a:gd name="connsiteX13741" fmla="*/ 2143039 w 6514506"/>
              <a:gd name="connsiteY13741" fmla="*/ 182690 h 3658174"/>
              <a:gd name="connsiteX13742" fmla="*/ 2139133 w 6514506"/>
              <a:gd name="connsiteY13742" fmla="*/ 185071 h 3658174"/>
              <a:gd name="connsiteX13743" fmla="*/ 2131895 w 6514506"/>
              <a:gd name="connsiteY13743" fmla="*/ 180593 h 3658174"/>
              <a:gd name="connsiteX13744" fmla="*/ 2137038 w 6514506"/>
              <a:gd name="connsiteY13744" fmla="*/ 176688 h 3658174"/>
              <a:gd name="connsiteX13745" fmla="*/ 2058265 w 6514506"/>
              <a:gd name="connsiteY13745" fmla="*/ 174592 h 3658174"/>
              <a:gd name="connsiteX13746" fmla="*/ 2060932 w 6514506"/>
              <a:gd name="connsiteY13746" fmla="*/ 175832 h 3658174"/>
              <a:gd name="connsiteX13747" fmla="*/ 2060075 w 6514506"/>
              <a:gd name="connsiteY13747" fmla="*/ 181547 h 3658174"/>
              <a:gd name="connsiteX13748" fmla="*/ 2052836 w 6514506"/>
              <a:gd name="connsiteY13748" fmla="*/ 179355 h 3658174"/>
              <a:gd name="connsiteX13749" fmla="*/ 2051979 w 6514506"/>
              <a:gd name="connsiteY13749" fmla="*/ 176688 h 3658174"/>
              <a:gd name="connsiteX13750" fmla="*/ 2058265 w 6514506"/>
              <a:gd name="connsiteY13750" fmla="*/ 174592 h 3658174"/>
              <a:gd name="connsiteX13751" fmla="*/ 2081602 w 6514506"/>
              <a:gd name="connsiteY13751" fmla="*/ 170973 h 3658174"/>
              <a:gd name="connsiteX13752" fmla="*/ 2089984 w 6514506"/>
              <a:gd name="connsiteY13752" fmla="*/ 172498 h 3658174"/>
              <a:gd name="connsiteX13753" fmla="*/ 2090841 w 6514506"/>
              <a:gd name="connsiteY13753" fmla="*/ 176688 h 3658174"/>
              <a:gd name="connsiteX13754" fmla="*/ 2085126 w 6514506"/>
              <a:gd name="connsiteY13754" fmla="*/ 176975 h 3658174"/>
              <a:gd name="connsiteX13755" fmla="*/ 2080078 w 6514506"/>
              <a:gd name="connsiteY13755" fmla="*/ 174592 h 3658174"/>
              <a:gd name="connsiteX13756" fmla="*/ 2081602 w 6514506"/>
              <a:gd name="connsiteY13756" fmla="*/ 170973 h 3658174"/>
              <a:gd name="connsiteX13757" fmla="*/ 4447612 w 6514506"/>
              <a:gd name="connsiteY13757" fmla="*/ 170497 h 3658174"/>
              <a:gd name="connsiteX13758" fmla="*/ 4464376 w 6514506"/>
              <a:gd name="connsiteY13758" fmla="*/ 172021 h 3658174"/>
              <a:gd name="connsiteX13759" fmla="*/ 4469519 w 6514506"/>
              <a:gd name="connsiteY13759" fmla="*/ 173260 h 3658174"/>
              <a:gd name="connsiteX13760" fmla="*/ 4473425 w 6514506"/>
              <a:gd name="connsiteY13760" fmla="*/ 170878 h 3658174"/>
              <a:gd name="connsiteX13761" fmla="*/ 4484188 w 6514506"/>
              <a:gd name="connsiteY13761" fmla="*/ 170878 h 3658174"/>
              <a:gd name="connsiteX13762" fmla="*/ 4490474 w 6514506"/>
              <a:gd name="connsiteY13762" fmla="*/ 173545 h 3658174"/>
              <a:gd name="connsiteX13763" fmla="*/ 4492570 w 6514506"/>
              <a:gd name="connsiteY13763" fmla="*/ 175641 h 3658174"/>
              <a:gd name="connsiteX13764" fmla="*/ 4504286 w 6514506"/>
              <a:gd name="connsiteY13764" fmla="*/ 175641 h 3658174"/>
              <a:gd name="connsiteX13765" fmla="*/ 4513239 w 6514506"/>
              <a:gd name="connsiteY13765" fmla="*/ 181070 h 3658174"/>
              <a:gd name="connsiteX13766" fmla="*/ 4524669 w 6514506"/>
              <a:gd name="connsiteY13766" fmla="*/ 184118 h 3658174"/>
              <a:gd name="connsiteX13767" fmla="*/ 4534575 w 6514506"/>
              <a:gd name="connsiteY13767" fmla="*/ 189166 h 3658174"/>
              <a:gd name="connsiteX13768" fmla="*/ 4538099 w 6514506"/>
              <a:gd name="connsiteY13768" fmla="*/ 193167 h 3658174"/>
              <a:gd name="connsiteX13769" fmla="*/ 4532670 w 6514506"/>
              <a:gd name="connsiteY13769" fmla="*/ 197358 h 3658174"/>
              <a:gd name="connsiteX13770" fmla="*/ 4517049 w 6514506"/>
              <a:gd name="connsiteY13770" fmla="*/ 195262 h 3658174"/>
              <a:gd name="connsiteX13771" fmla="*/ 4504476 w 6514506"/>
              <a:gd name="connsiteY13771" fmla="*/ 191071 h 3658174"/>
              <a:gd name="connsiteX13772" fmla="*/ 4497904 w 6514506"/>
              <a:gd name="connsiteY13772" fmla="*/ 189547 h 3658174"/>
              <a:gd name="connsiteX13773" fmla="*/ 4485045 w 6514506"/>
              <a:gd name="connsiteY13773" fmla="*/ 188976 h 3658174"/>
              <a:gd name="connsiteX13774" fmla="*/ 4480283 w 6514506"/>
              <a:gd name="connsiteY13774" fmla="*/ 188404 h 3658174"/>
              <a:gd name="connsiteX13775" fmla="*/ 4472472 w 6514506"/>
              <a:gd name="connsiteY13775" fmla="*/ 188976 h 3658174"/>
              <a:gd name="connsiteX13776" fmla="*/ 4459328 w 6514506"/>
              <a:gd name="connsiteY13776" fmla="*/ 193738 h 3658174"/>
              <a:gd name="connsiteX13777" fmla="*/ 4457518 w 6514506"/>
              <a:gd name="connsiteY13777" fmla="*/ 188023 h 3658174"/>
              <a:gd name="connsiteX13778" fmla="*/ 4467995 w 6514506"/>
              <a:gd name="connsiteY13778" fmla="*/ 185642 h 3658174"/>
              <a:gd name="connsiteX13779" fmla="*/ 4464090 w 6514506"/>
              <a:gd name="connsiteY13779" fmla="*/ 182975 h 3658174"/>
              <a:gd name="connsiteX13780" fmla="*/ 4455994 w 6514506"/>
              <a:gd name="connsiteY13780" fmla="*/ 180022 h 3658174"/>
              <a:gd name="connsiteX13781" fmla="*/ 4452660 w 6514506"/>
              <a:gd name="connsiteY13781" fmla="*/ 180308 h 3658174"/>
              <a:gd name="connsiteX13782" fmla="*/ 4448183 w 6514506"/>
              <a:gd name="connsiteY13782" fmla="*/ 181546 h 3658174"/>
              <a:gd name="connsiteX13783" fmla="*/ 4439516 w 6514506"/>
              <a:gd name="connsiteY13783" fmla="*/ 181261 h 3658174"/>
              <a:gd name="connsiteX13784" fmla="*/ 4435325 w 6514506"/>
              <a:gd name="connsiteY13784" fmla="*/ 182785 h 3658174"/>
              <a:gd name="connsiteX13785" fmla="*/ 4429324 w 6514506"/>
              <a:gd name="connsiteY13785" fmla="*/ 179165 h 3658174"/>
              <a:gd name="connsiteX13786" fmla="*/ 4428467 w 6514506"/>
              <a:gd name="connsiteY13786" fmla="*/ 173450 h 3658174"/>
              <a:gd name="connsiteX13787" fmla="*/ 4447612 w 6514506"/>
              <a:gd name="connsiteY13787" fmla="*/ 170497 h 3658174"/>
              <a:gd name="connsiteX13788" fmla="*/ 2169994 w 6514506"/>
              <a:gd name="connsiteY13788" fmla="*/ 170403 h 3658174"/>
              <a:gd name="connsiteX13789" fmla="*/ 2176566 w 6514506"/>
              <a:gd name="connsiteY13789" fmla="*/ 172498 h 3658174"/>
              <a:gd name="connsiteX13790" fmla="*/ 2187330 w 6514506"/>
              <a:gd name="connsiteY13790" fmla="*/ 173735 h 3658174"/>
              <a:gd name="connsiteX13791" fmla="*/ 2192378 w 6514506"/>
              <a:gd name="connsiteY13791" fmla="*/ 173451 h 3658174"/>
              <a:gd name="connsiteX13792" fmla="*/ 2190568 w 6514506"/>
              <a:gd name="connsiteY13792" fmla="*/ 179451 h 3658174"/>
              <a:gd name="connsiteX13793" fmla="*/ 2179805 w 6514506"/>
              <a:gd name="connsiteY13793" fmla="*/ 183928 h 3658174"/>
              <a:gd name="connsiteX13794" fmla="*/ 2171137 w 6514506"/>
              <a:gd name="connsiteY13794" fmla="*/ 183071 h 3658174"/>
              <a:gd name="connsiteX13795" fmla="*/ 2163708 w 6514506"/>
              <a:gd name="connsiteY13795" fmla="*/ 181452 h 3658174"/>
              <a:gd name="connsiteX13796" fmla="*/ 2161898 w 6514506"/>
              <a:gd name="connsiteY13796" fmla="*/ 176688 h 3658174"/>
              <a:gd name="connsiteX13797" fmla="*/ 2169994 w 6514506"/>
              <a:gd name="connsiteY13797" fmla="*/ 170403 h 3658174"/>
              <a:gd name="connsiteX13798" fmla="*/ 2051312 w 6514506"/>
              <a:gd name="connsiteY13798" fmla="*/ 170402 h 3658174"/>
              <a:gd name="connsiteX13799" fmla="*/ 2052169 w 6514506"/>
              <a:gd name="connsiteY13799" fmla="*/ 172783 h 3658174"/>
              <a:gd name="connsiteX13800" fmla="*/ 2049217 w 6514506"/>
              <a:gd name="connsiteY13800" fmla="*/ 174878 h 3658174"/>
              <a:gd name="connsiteX13801" fmla="*/ 2051312 w 6514506"/>
              <a:gd name="connsiteY13801" fmla="*/ 170402 h 3658174"/>
              <a:gd name="connsiteX13802" fmla="*/ 2226858 w 6514506"/>
              <a:gd name="connsiteY13802" fmla="*/ 169735 h 3658174"/>
              <a:gd name="connsiteX13803" fmla="*/ 2225048 w 6514506"/>
              <a:gd name="connsiteY13803" fmla="*/ 179641 h 3658174"/>
              <a:gd name="connsiteX13804" fmla="*/ 2214285 w 6514506"/>
              <a:gd name="connsiteY13804" fmla="*/ 181452 h 3658174"/>
              <a:gd name="connsiteX13805" fmla="*/ 2202283 w 6514506"/>
              <a:gd name="connsiteY13805" fmla="*/ 180879 h 3658174"/>
              <a:gd name="connsiteX13806" fmla="*/ 2200188 w 6514506"/>
              <a:gd name="connsiteY13806" fmla="*/ 178213 h 3658174"/>
              <a:gd name="connsiteX13807" fmla="*/ 2203141 w 6514506"/>
              <a:gd name="connsiteY13807" fmla="*/ 173451 h 3658174"/>
              <a:gd name="connsiteX13808" fmla="*/ 2209808 w 6514506"/>
              <a:gd name="connsiteY13808" fmla="*/ 173926 h 3658174"/>
              <a:gd name="connsiteX13809" fmla="*/ 2217904 w 6514506"/>
              <a:gd name="connsiteY13809" fmla="*/ 172403 h 3658174"/>
              <a:gd name="connsiteX13810" fmla="*/ 2226858 w 6514506"/>
              <a:gd name="connsiteY13810" fmla="*/ 169735 h 3658174"/>
              <a:gd name="connsiteX13811" fmla="*/ 2126965 w 6514506"/>
              <a:gd name="connsiteY13811" fmla="*/ 168664 h 3658174"/>
              <a:gd name="connsiteX13812" fmla="*/ 2132275 w 6514506"/>
              <a:gd name="connsiteY13812" fmla="*/ 170308 h 3658174"/>
              <a:gd name="connsiteX13813" fmla="*/ 2122083 w 6514506"/>
              <a:gd name="connsiteY13813" fmla="*/ 169449 h 3658174"/>
              <a:gd name="connsiteX13814" fmla="*/ 2126965 w 6514506"/>
              <a:gd name="connsiteY13814" fmla="*/ 168664 h 3658174"/>
              <a:gd name="connsiteX13815" fmla="*/ 2154278 w 6514506"/>
              <a:gd name="connsiteY13815" fmla="*/ 168485 h 3658174"/>
              <a:gd name="connsiteX13816" fmla="*/ 2158945 w 6514506"/>
              <a:gd name="connsiteY13816" fmla="*/ 170020 h 3658174"/>
              <a:gd name="connsiteX13817" fmla="*/ 2149610 w 6514506"/>
              <a:gd name="connsiteY13817" fmla="*/ 169163 h 3658174"/>
              <a:gd name="connsiteX13818" fmla="*/ 2154278 w 6514506"/>
              <a:gd name="connsiteY13818" fmla="*/ 168485 h 3658174"/>
              <a:gd name="connsiteX13819" fmla="*/ 4529004 w 6514506"/>
              <a:gd name="connsiteY13819" fmla="*/ 166960 h 3658174"/>
              <a:gd name="connsiteX13820" fmla="*/ 4537528 w 6514506"/>
              <a:gd name="connsiteY13820" fmla="*/ 168306 h 3658174"/>
              <a:gd name="connsiteX13821" fmla="*/ 4554292 w 6514506"/>
              <a:gd name="connsiteY13821" fmla="*/ 172211 h 3658174"/>
              <a:gd name="connsiteX13822" fmla="*/ 4562103 w 6514506"/>
              <a:gd name="connsiteY13822" fmla="*/ 172783 h 3658174"/>
              <a:gd name="connsiteX13823" fmla="*/ 4574390 w 6514506"/>
              <a:gd name="connsiteY13823" fmla="*/ 169449 h 3658174"/>
              <a:gd name="connsiteX13824" fmla="*/ 4577724 w 6514506"/>
              <a:gd name="connsiteY13824" fmla="*/ 175450 h 3658174"/>
              <a:gd name="connsiteX13825" fmla="*/ 4578962 w 6514506"/>
              <a:gd name="connsiteY13825" fmla="*/ 180212 h 3658174"/>
              <a:gd name="connsiteX13826" fmla="*/ 4576295 w 6514506"/>
              <a:gd name="connsiteY13826" fmla="*/ 185356 h 3658174"/>
              <a:gd name="connsiteX13827" fmla="*/ 4565532 w 6514506"/>
              <a:gd name="connsiteY13827" fmla="*/ 189261 h 3658174"/>
              <a:gd name="connsiteX13828" fmla="*/ 4557150 w 6514506"/>
              <a:gd name="connsiteY13828" fmla="*/ 191071 h 3658174"/>
              <a:gd name="connsiteX13829" fmla="*/ 4549054 w 6514506"/>
              <a:gd name="connsiteY13829" fmla="*/ 189832 h 3658174"/>
              <a:gd name="connsiteX13830" fmla="*/ 4547815 w 6514506"/>
              <a:gd name="connsiteY13830" fmla="*/ 185927 h 3658174"/>
              <a:gd name="connsiteX13831" fmla="*/ 4552292 w 6514506"/>
              <a:gd name="connsiteY13831" fmla="*/ 183260 h 3658174"/>
              <a:gd name="connsiteX13832" fmla="*/ 4544481 w 6514506"/>
              <a:gd name="connsiteY13832" fmla="*/ 181450 h 3658174"/>
              <a:gd name="connsiteX13833" fmla="*/ 4533718 w 6514506"/>
              <a:gd name="connsiteY13833" fmla="*/ 179355 h 3658174"/>
              <a:gd name="connsiteX13834" fmla="*/ 4528003 w 6514506"/>
              <a:gd name="connsiteY13834" fmla="*/ 174878 h 3658174"/>
              <a:gd name="connsiteX13835" fmla="*/ 4526479 w 6514506"/>
              <a:gd name="connsiteY13835" fmla="*/ 169830 h 3658174"/>
              <a:gd name="connsiteX13836" fmla="*/ 4529004 w 6514506"/>
              <a:gd name="connsiteY13836" fmla="*/ 166960 h 3658174"/>
              <a:gd name="connsiteX13837" fmla="*/ 5086549 w 6514506"/>
              <a:gd name="connsiteY13837" fmla="*/ 166592 h 3658174"/>
              <a:gd name="connsiteX13838" fmla="*/ 5091026 w 6514506"/>
              <a:gd name="connsiteY13838" fmla="*/ 169259 h 3658174"/>
              <a:gd name="connsiteX13839" fmla="*/ 5086549 w 6514506"/>
              <a:gd name="connsiteY13839" fmla="*/ 171640 h 3658174"/>
              <a:gd name="connsiteX13840" fmla="*/ 5085692 w 6514506"/>
              <a:gd name="connsiteY13840" fmla="*/ 169545 h 3658174"/>
              <a:gd name="connsiteX13841" fmla="*/ 5086549 w 6514506"/>
              <a:gd name="connsiteY13841" fmla="*/ 166592 h 3658174"/>
              <a:gd name="connsiteX13842" fmla="*/ 2103509 w 6514506"/>
              <a:gd name="connsiteY13842" fmla="*/ 166403 h 3658174"/>
              <a:gd name="connsiteX13843" fmla="*/ 2101985 w 6514506"/>
              <a:gd name="connsiteY13843" fmla="*/ 170022 h 3658174"/>
              <a:gd name="connsiteX13844" fmla="*/ 2103509 w 6514506"/>
              <a:gd name="connsiteY13844" fmla="*/ 166403 h 3658174"/>
              <a:gd name="connsiteX13845" fmla="*/ 2188342 w 6514506"/>
              <a:gd name="connsiteY13845" fmla="*/ 166318 h 3658174"/>
              <a:gd name="connsiteX13846" fmla="*/ 2189711 w 6514506"/>
              <a:gd name="connsiteY13846" fmla="*/ 167354 h 3658174"/>
              <a:gd name="connsiteX13847" fmla="*/ 2178948 w 6514506"/>
              <a:gd name="connsiteY13847" fmla="*/ 170402 h 3658174"/>
              <a:gd name="connsiteX13848" fmla="*/ 2172947 w 6514506"/>
              <a:gd name="connsiteY13848" fmla="*/ 168592 h 3658174"/>
              <a:gd name="connsiteX13849" fmla="*/ 2181615 w 6514506"/>
              <a:gd name="connsiteY13849" fmla="*/ 167069 h 3658174"/>
              <a:gd name="connsiteX13850" fmla="*/ 2188342 w 6514506"/>
              <a:gd name="connsiteY13850" fmla="*/ 166318 h 3658174"/>
              <a:gd name="connsiteX13851" fmla="*/ 1001848 w 6514506"/>
              <a:gd name="connsiteY13851" fmla="*/ 164782 h 3658174"/>
              <a:gd name="connsiteX13852" fmla="*/ 1012325 w 6514506"/>
              <a:gd name="connsiteY13852" fmla="*/ 166020 h 3658174"/>
              <a:gd name="connsiteX13853" fmla="*/ 1021279 w 6514506"/>
              <a:gd name="connsiteY13853" fmla="*/ 166306 h 3658174"/>
              <a:gd name="connsiteX13854" fmla="*/ 1023946 w 6514506"/>
              <a:gd name="connsiteY13854" fmla="*/ 168116 h 3658174"/>
              <a:gd name="connsiteX13855" fmla="*/ 1023374 w 6514506"/>
              <a:gd name="connsiteY13855" fmla="*/ 171450 h 3658174"/>
              <a:gd name="connsiteX13856" fmla="*/ 1018612 w 6514506"/>
              <a:gd name="connsiteY13856" fmla="*/ 174117 h 3658174"/>
              <a:gd name="connsiteX13857" fmla="*/ 1009658 w 6514506"/>
              <a:gd name="connsiteY13857" fmla="*/ 172022 h 3658174"/>
              <a:gd name="connsiteX13858" fmla="*/ 1000705 w 6514506"/>
              <a:gd name="connsiteY13858" fmla="*/ 169926 h 3658174"/>
              <a:gd name="connsiteX13859" fmla="*/ 992609 w 6514506"/>
              <a:gd name="connsiteY13859" fmla="*/ 168687 h 3658174"/>
              <a:gd name="connsiteX13860" fmla="*/ 991370 w 6514506"/>
              <a:gd name="connsiteY13860" fmla="*/ 166306 h 3658174"/>
              <a:gd name="connsiteX13861" fmla="*/ 1001848 w 6514506"/>
              <a:gd name="connsiteY13861" fmla="*/ 164782 h 3658174"/>
              <a:gd name="connsiteX13862" fmla="*/ 2111606 w 6514506"/>
              <a:gd name="connsiteY13862" fmla="*/ 164115 h 3658174"/>
              <a:gd name="connsiteX13863" fmla="*/ 2118178 w 6514506"/>
              <a:gd name="connsiteY13863" fmla="*/ 168307 h 3658174"/>
              <a:gd name="connsiteX13864" fmla="*/ 2113035 w 6514506"/>
              <a:gd name="connsiteY13864" fmla="*/ 168021 h 3658174"/>
              <a:gd name="connsiteX13865" fmla="*/ 2110368 w 6514506"/>
              <a:gd name="connsiteY13865" fmla="*/ 166497 h 3658174"/>
              <a:gd name="connsiteX13866" fmla="*/ 2111606 w 6514506"/>
              <a:gd name="connsiteY13866" fmla="*/ 164115 h 3658174"/>
              <a:gd name="connsiteX13867" fmla="*/ 2155040 w 6514506"/>
              <a:gd name="connsiteY13867" fmla="*/ 159353 h 3658174"/>
              <a:gd name="connsiteX13868" fmla="*/ 2157707 w 6514506"/>
              <a:gd name="connsiteY13868" fmla="*/ 161734 h 3658174"/>
              <a:gd name="connsiteX13869" fmla="*/ 2152659 w 6514506"/>
              <a:gd name="connsiteY13869" fmla="*/ 162593 h 3658174"/>
              <a:gd name="connsiteX13870" fmla="*/ 2148753 w 6514506"/>
              <a:gd name="connsiteY13870" fmla="*/ 160210 h 3658174"/>
              <a:gd name="connsiteX13871" fmla="*/ 2155040 w 6514506"/>
              <a:gd name="connsiteY13871" fmla="*/ 159353 h 3658174"/>
              <a:gd name="connsiteX13872" fmla="*/ 1790899 w 6514506"/>
              <a:gd name="connsiteY13872" fmla="*/ 159258 h 3658174"/>
              <a:gd name="connsiteX13873" fmla="*/ 1801662 w 6514506"/>
              <a:gd name="connsiteY13873" fmla="*/ 162591 h 3658174"/>
              <a:gd name="connsiteX13874" fmla="*/ 1802900 w 6514506"/>
              <a:gd name="connsiteY13874" fmla="*/ 164687 h 3658174"/>
              <a:gd name="connsiteX13875" fmla="*/ 1793566 w 6514506"/>
              <a:gd name="connsiteY13875" fmla="*/ 162591 h 3658174"/>
              <a:gd name="connsiteX13876" fmla="*/ 1789089 w 6514506"/>
              <a:gd name="connsiteY13876" fmla="*/ 162591 h 3658174"/>
              <a:gd name="connsiteX13877" fmla="*/ 1784898 w 6514506"/>
              <a:gd name="connsiteY13877" fmla="*/ 161353 h 3658174"/>
              <a:gd name="connsiteX13878" fmla="*/ 1790899 w 6514506"/>
              <a:gd name="connsiteY13878" fmla="*/ 159258 h 3658174"/>
              <a:gd name="connsiteX13879" fmla="*/ 2138847 w 6514506"/>
              <a:gd name="connsiteY13879" fmla="*/ 159258 h 3658174"/>
              <a:gd name="connsiteX13880" fmla="*/ 2143038 w 6514506"/>
              <a:gd name="connsiteY13880" fmla="*/ 160781 h 3658174"/>
              <a:gd name="connsiteX13881" fmla="*/ 2151420 w 6514506"/>
              <a:gd name="connsiteY13881" fmla="*/ 165545 h 3658174"/>
              <a:gd name="connsiteX13882" fmla="*/ 2146372 w 6514506"/>
              <a:gd name="connsiteY13882" fmla="*/ 165545 h 3658174"/>
              <a:gd name="connsiteX13883" fmla="*/ 2141228 w 6514506"/>
              <a:gd name="connsiteY13883" fmla="*/ 162592 h 3658174"/>
              <a:gd name="connsiteX13884" fmla="*/ 2138847 w 6514506"/>
              <a:gd name="connsiteY13884" fmla="*/ 159258 h 3658174"/>
              <a:gd name="connsiteX13885" fmla="*/ 1700031 w 6514506"/>
              <a:gd name="connsiteY13885" fmla="*/ 158972 h 3658174"/>
              <a:gd name="connsiteX13886" fmla="*/ 1708222 w 6514506"/>
              <a:gd name="connsiteY13886" fmla="*/ 159257 h 3658174"/>
              <a:gd name="connsiteX13887" fmla="*/ 1716318 w 6514506"/>
              <a:gd name="connsiteY13887" fmla="*/ 159829 h 3658174"/>
              <a:gd name="connsiteX13888" fmla="*/ 1721748 w 6514506"/>
              <a:gd name="connsiteY13888" fmla="*/ 160400 h 3658174"/>
              <a:gd name="connsiteX13889" fmla="*/ 1719366 w 6514506"/>
              <a:gd name="connsiteY13889" fmla="*/ 163448 h 3658174"/>
              <a:gd name="connsiteX13890" fmla="*/ 1716414 w 6514506"/>
              <a:gd name="connsiteY13890" fmla="*/ 167639 h 3658174"/>
              <a:gd name="connsiteX13891" fmla="*/ 1720605 w 6514506"/>
              <a:gd name="connsiteY13891" fmla="*/ 171544 h 3658174"/>
              <a:gd name="connsiteX13892" fmla="*/ 1726605 w 6514506"/>
              <a:gd name="connsiteY13892" fmla="*/ 175736 h 3658174"/>
              <a:gd name="connsiteX13893" fmla="*/ 1721176 w 6514506"/>
              <a:gd name="connsiteY13893" fmla="*/ 176307 h 3658174"/>
              <a:gd name="connsiteX13894" fmla="*/ 1714604 w 6514506"/>
              <a:gd name="connsiteY13894" fmla="*/ 177831 h 3658174"/>
              <a:gd name="connsiteX13895" fmla="*/ 1704984 w 6514506"/>
              <a:gd name="connsiteY13895" fmla="*/ 178688 h 3658174"/>
              <a:gd name="connsiteX13896" fmla="*/ 1695649 w 6514506"/>
              <a:gd name="connsiteY13896" fmla="*/ 178117 h 3658174"/>
              <a:gd name="connsiteX13897" fmla="*/ 1699840 w 6514506"/>
              <a:gd name="connsiteY13897" fmla="*/ 173926 h 3658174"/>
              <a:gd name="connsiteX13898" fmla="*/ 1696506 w 6514506"/>
              <a:gd name="connsiteY13898" fmla="*/ 171259 h 3658174"/>
              <a:gd name="connsiteX13899" fmla="*/ 1686886 w 6514506"/>
              <a:gd name="connsiteY13899" fmla="*/ 172116 h 3658174"/>
              <a:gd name="connsiteX13900" fmla="*/ 1687172 w 6514506"/>
              <a:gd name="connsiteY13900" fmla="*/ 168211 h 3658174"/>
              <a:gd name="connsiteX13901" fmla="*/ 1694316 w 6514506"/>
              <a:gd name="connsiteY13901" fmla="*/ 163734 h 3658174"/>
              <a:gd name="connsiteX13902" fmla="*/ 1700031 w 6514506"/>
              <a:gd name="connsiteY13902" fmla="*/ 158972 h 3658174"/>
              <a:gd name="connsiteX13903" fmla="*/ 2120274 w 6514506"/>
              <a:gd name="connsiteY13903" fmla="*/ 156876 h 3658174"/>
              <a:gd name="connsiteX13904" fmla="*/ 2128656 w 6514506"/>
              <a:gd name="connsiteY13904" fmla="*/ 161354 h 3658174"/>
              <a:gd name="connsiteX13905" fmla="*/ 2135514 w 6514506"/>
              <a:gd name="connsiteY13905" fmla="*/ 164973 h 3658174"/>
              <a:gd name="connsiteX13906" fmla="*/ 2141800 w 6514506"/>
              <a:gd name="connsiteY13906" fmla="*/ 166782 h 3658174"/>
              <a:gd name="connsiteX13907" fmla="*/ 2144753 w 6514506"/>
              <a:gd name="connsiteY13907" fmla="*/ 170973 h 3658174"/>
              <a:gd name="connsiteX13908" fmla="*/ 2133323 w 6514506"/>
              <a:gd name="connsiteY13908" fmla="*/ 169163 h 3658174"/>
              <a:gd name="connsiteX13909" fmla="*/ 2127894 w 6514506"/>
              <a:gd name="connsiteY13909" fmla="*/ 166212 h 3658174"/>
              <a:gd name="connsiteX13910" fmla="*/ 2123703 w 6514506"/>
              <a:gd name="connsiteY13910" fmla="*/ 164973 h 3658174"/>
              <a:gd name="connsiteX13911" fmla="*/ 2119226 w 6514506"/>
              <a:gd name="connsiteY13911" fmla="*/ 163164 h 3658174"/>
              <a:gd name="connsiteX13912" fmla="*/ 2116654 w 6514506"/>
              <a:gd name="connsiteY13912" fmla="*/ 160497 h 3658174"/>
              <a:gd name="connsiteX13913" fmla="*/ 2120274 w 6514506"/>
              <a:gd name="connsiteY13913" fmla="*/ 156876 h 3658174"/>
              <a:gd name="connsiteX13914" fmla="*/ 1768706 w 6514506"/>
              <a:gd name="connsiteY13914" fmla="*/ 156876 h 3658174"/>
              <a:gd name="connsiteX13915" fmla="*/ 1768706 w 6514506"/>
              <a:gd name="connsiteY13915" fmla="*/ 161638 h 3658174"/>
              <a:gd name="connsiteX13916" fmla="*/ 1768706 w 6514506"/>
              <a:gd name="connsiteY13916" fmla="*/ 156876 h 3658174"/>
              <a:gd name="connsiteX13917" fmla="*/ 2055218 w 6514506"/>
              <a:gd name="connsiteY13917" fmla="*/ 155543 h 3658174"/>
              <a:gd name="connsiteX13918" fmla="*/ 2068744 w 6514506"/>
              <a:gd name="connsiteY13918" fmla="*/ 155829 h 3658174"/>
              <a:gd name="connsiteX13919" fmla="*/ 2071125 w 6514506"/>
              <a:gd name="connsiteY13919" fmla="*/ 158495 h 3658174"/>
              <a:gd name="connsiteX13920" fmla="*/ 2070553 w 6514506"/>
              <a:gd name="connsiteY13920" fmla="*/ 160592 h 3658174"/>
              <a:gd name="connsiteX13921" fmla="*/ 2073887 w 6514506"/>
              <a:gd name="connsiteY13921" fmla="*/ 163926 h 3658174"/>
              <a:gd name="connsiteX13922" fmla="*/ 2063695 w 6514506"/>
              <a:gd name="connsiteY13922" fmla="*/ 164783 h 3658174"/>
              <a:gd name="connsiteX13923" fmla="*/ 2051408 w 6514506"/>
              <a:gd name="connsiteY13923" fmla="*/ 164496 h 3658174"/>
              <a:gd name="connsiteX13924" fmla="*/ 2044169 w 6514506"/>
              <a:gd name="connsiteY13924" fmla="*/ 164496 h 3658174"/>
              <a:gd name="connsiteX13925" fmla="*/ 2038168 w 6514506"/>
              <a:gd name="connsiteY13925" fmla="*/ 165734 h 3658174"/>
              <a:gd name="connsiteX13926" fmla="*/ 2038740 w 6514506"/>
              <a:gd name="connsiteY13926" fmla="*/ 168687 h 3658174"/>
              <a:gd name="connsiteX13927" fmla="*/ 2035406 w 6514506"/>
              <a:gd name="connsiteY13927" fmla="*/ 170497 h 3658174"/>
              <a:gd name="connsiteX13928" fmla="*/ 2027881 w 6514506"/>
              <a:gd name="connsiteY13928" fmla="*/ 169641 h 3658174"/>
              <a:gd name="connsiteX13929" fmla="*/ 2027024 w 6514506"/>
              <a:gd name="connsiteY13929" fmla="*/ 167830 h 3658174"/>
              <a:gd name="connsiteX13930" fmla="*/ 2024357 w 6514506"/>
              <a:gd name="connsiteY13930" fmla="*/ 165449 h 3658174"/>
              <a:gd name="connsiteX13931" fmla="*/ 2018928 w 6514506"/>
              <a:gd name="connsiteY13931" fmla="*/ 167355 h 3658174"/>
              <a:gd name="connsiteX13932" fmla="*/ 2015975 w 6514506"/>
              <a:gd name="connsiteY13932" fmla="*/ 165545 h 3658174"/>
              <a:gd name="connsiteX13933" fmla="*/ 2022833 w 6514506"/>
              <a:gd name="connsiteY13933" fmla="*/ 161639 h 3658174"/>
              <a:gd name="connsiteX13934" fmla="*/ 2028262 w 6514506"/>
              <a:gd name="connsiteY13934" fmla="*/ 162211 h 3658174"/>
              <a:gd name="connsiteX13935" fmla="*/ 2033025 w 6514506"/>
              <a:gd name="connsiteY13935" fmla="*/ 160973 h 3658174"/>
              <a:gd name="connsiteX13936" fmla="*/ 2050074 w 6514506"/>
              <a:gd name="connsiteY13936" fmla="*/ 160686 h 3658174"/>
              <a:gd name="connsiteX13937" fmla="*/ 2051884 w 6514506"/>
              <a:gd name="connsiteY13937" fmla="*/ 157068 h 3658174"/>
              <a:gd name="connsiteX13938" fmla="*/ 2055218 w 6514506"/>
              <a:gd name="connsiteY13938" fmla="*/ 155543 h 3658174"/>
              <a:gd name="connsiteX13939" fmla="*/ 2215238 w 6514506"/>
              <a:gd name="connsiteY13939" fmla="*/ 154209 h 3658174"/>
              <a:gd name="connsiteX13940" fmla="*/ 2223334 w 6514506"/>
              <a:gd name="connsiteY13940" fmla="*/ 157162 h 3658174"/>
              <a:gd name="connsiteX13941" fmla="*/ 2216476 w 6514506"/>
              <a:gd name="connsiteY13941" fmla="*/ 156592 h 3658174"/>
              <a:gd name="connsiteX13942" fmla="*/ 2215238 w 6514506"/>
              <a:gd name="connsiteY13942" fmla="*/ 154209 h 3658174"/>
              <a:gd name="connsiteX13943" fmla="*/ 2144848 w 6514506"/>
              <a:gd name="connsiteY13943" fmla="*/ 153638 h 3658174"/>
              <a:gd name="connsiteX13944" fmla="*/ 2150563 w 6514506"/>
              <a:gd name="connsiteY13944" fmla="*/ 153638 h 3658174"/>
              <a:gd name="connsiteX13945" fmla="*/ 2155992 w 6514506"/>
              <a:gd name="connsiteY13945" fmla="*/ 156973 h 3658174"/>
              <a:gd name="connsiteX13946" fmla="*/ 2146086 w 6514506"/>
              <a:gd name="connsiteY13946" fmla="*/ 157829 h 3658174"/>
              <a:gd name="connsiteX13947" fmla="*/ 2142181 w 6514506"/>
              <a:gd name="connsiteY13947" fmla="*/ 157544 h 3658174"/>
              <a:gd name="connsiteX13948" fmla="*/ 2138561 w 6514506"/>
              <a:gd name="connsiteY13948" fmla="*/ 156592 h 3658174"/>
              <a:gd name="connsiteX13949" fmla="*/ 2136466 w 6514506"/>
              <a:gd name="connsiteY13949" fmla="*/ 153925 h 3658174"/>
              <a:gd name="connsiteX13950" fmla="*/ 2144848 w 6514506"/>
              <a:gd name="connsiteY13950" fmla="*/ 153638 h 3658174"/>
              <a:gd name="connsiteX13951" fmla="*/ 2027595 w 6514506"/>
              <a:gd name="connsiteY13951" fmla="*/ 152113 h 3658174"/>
              <a:gd name="connsiteX13952" fmla="*/ 2038073 w 6514506"/>
              <a:gd name="connsiteY13952" fmla="*/ 154209 h 3658174"/>
              <a:gd name="connsiteX13953" fmla="*/ 2037215 w 6514506"/>
              <a:gd name="connsiteY13953" fmla="*/ 157544 h 3658174"/>
              <a:gd name="connsiteX13954" fmla="*/ 2028833 w 6514506"/>
              <a:gd name="connsiteY13954" fmla="*/ 154876 h 3658174"/>
              <a:gd name="connsiteX13955" fmla="*/ 2021309 w 6514506"/>
              <a:gd name="connsiteY13955" fmla="*/ 156400 h 3658174"/>
              <a:gd name="connsiteX13956" fmla="*/ 2014165 w 6514506"/>
              <a:gd name="connsiteY13956" fmla="*/ 158782 h 3658174"/>
              <a:gd name="connsiteX13957" fmla="*/ 2007878 w 6514506"/>
              <a:gd name="connsiteY13957" fmla="*/ 158115 h 3658174"/>
              <a:gd name="connsiteX13958" fmla="*/ 2006640 w 6514506"/>
              <a:gd name="connsiteY13958" fmla="*/ 155162 h 3658174"/>
              <a:gd name="connsiteX13959" fmla="*/ 2016832 w 6514506"/>
              <a:gd name="connsiteY13959" fmla="*/ 153352 h 3658174"/>
              <a:gd name="connsiteX13960" fmla="*/ 2027595 w 6514506"/>
              <a:gd name="connsiteY13960" fmla="*/ 152113 h 3658174"/>
              <a:gd name="connsiteX13961" fmla="*/ 1696316 w 6514506"/>
              <a:gd name="connsiteY13961" fmla="*/ 151828 h 3658174"/>
              <a:gd name="connsiteX13962" fmla="*/ 1707365 w 6514506"/>
              <a:gd name="connsiteY13962" fmla="*/ 152685 h 3658174"/>
              <a:gd name="connsiteX13963" fmla="*/ 1712127 w 6514506"/>
              <a:gd name="connsiteY13963" fmla="*/ 156876 h 3658174"/>
              <a:gd name="connsiteX13964" fmla="*/ 1700697 w 6514506"/>
              <a:gd name="connsiteY13964" fmla="*/ 155638 h 3658174"/>
              <a:gd name="connsiteX13965" fmla="*/ 1695078 w 6514506"/>
              <a:gd name="connsiteY13965" fmla="*/ 154780 h 3658174"/>
              <a:gd name="connsiteX13966" fmla="*/ 1696316 w 6514506"/>
              <a:gd name="connsiteY13966" fmla="*/ 151828 h 3658174"/>
              <a:gd name="connsiteX13967" fmla="*/ 2155897 w 6514506"/>
              <a:gd name="connsiteY13967" fmla="*/ 151162 h 3658174"/>
              <a:gd name="connsiteX13968" fmla="*/ 2162755 w 6514506"/>
              <a:gd name="connsiteY13968" fmla="*/ 155923 h 3658174"/>
              <a:gd name="connsiteX13969" fmla="*/ 2153230 w 6514506"/>
              <a:gd name="connsiteY13969" fmla="*/ 152972 h 3658174"/>
              <a:gd name="connsiteX13970" fmla="*/ 2155897 w 6514506"/>
              <a:gd name="connsiteY13970" fmla="*/ 151162 h 3658174"/>
              <a:gd name="connsiteX13971" fmla="*/ 2175042 w 6514506"/>
              <a:gd name="connsiteY13971" fmla="*/ 146971 h 3658174"/>
              <a:gd name="connsiteX13972" fmla="*/ 2177423 w 6514506"/>
              <a:gd name="connsiteY13972" fmla="*/ 148494 h 3658174"/>
              <a:gd name="connsiteX13973" fmla="*/ 2170280 w 6514506"/>
              <a:gd name="connsiteY13973" fmla="*/ 150304 h 3658174"/>
              <a:gd name="connsiteX13974" fmla="*/ 2166660 w 6514506"/>
              <a:gd name="connsiteY13974" fmla="*/ 148494 h 3658174"/>
              <a:gd name="connsiteX13975" fmla="*/ 2175042 w 6514506"/>
              <a:gd name="connsiteY13975" fmla="*/ 146971 h 3658174"/>
              <a:gd name="connsiteX13976" fmla="*/ 4659543 w 6514506"/>
              <a:gd name="connsiteY13976" fmla="*/ 143922 h 3658174"/>
              <a:gd name="connsiteX13977" fmla="*/ 4654780 w 6514506"/>
              <a:gd name="connsiteY13977" fmla="*/ 146018 h 3658174"/>
              <a:gd name="connsiteX13978" fmla="*/ 4659543 w 6514506"/>
              <a:gd name="connsiteY13978" fmla="*/ 143922 h 3658174"/>
              <a:gd name="connsiteX13979" fmla="*/ 4503715 w 6514506"/>
              <a:gd name="connsiteY13979" fmla="*/ 143636 h 3658174"/>
              <a:gd name="connsiteX13980" fmla="*/ 4510001 w 6514506"/>
              <a:gd name="connsiteY13980" fmla="*/ 145160 h 3658174"/>
              <a:gd name="connsiteX13981" fmla="*/ 4516859 w 6514506"/>
              <a:gd name="connsiteY13981" fmla="*/ 147541 h 3658174"/>
              <a:gd name="connsiteX13982" fmla="*/ 4522003 w 6514506"/>
              <a:gd name="connsiteY13982" fmla="*/ 149065 h 3658174"/>
              <a:gd name="connsiteX13983" fmla="*/ 4517526 w 6514506"/>
              <a:gd name="connsiteY13983" fmla="*/ 151065 h 3658174"/>
              <a:gd name="connsiteX13984" fmla="*/ 4510001 w 6514506"/>
              <a:gd name="connsiteY13984" fmla="*/ 149922 h 3658174"/>
              <a:gd name="connsiteX13985" fmla="*/ 4506668 w 6514506"/>
              <a:gd name="connsiteY13985" fmla="*/ 149637 h 3658174"/>
              <a:gd name="connsiteX13986" fmla="*/ 4502191 w 6514506"/>
              <a:gd name="connsiteY13986" fmla="*/ 146970 h 3658174"/>
              <a:gd name="connsiteX13987" fmla="*/ 4503715 w 6514506"/>
              <a:gd name="connsiteY13987" fmla="*/ 143636 h 3658174"/>
              <a:gd name="connsiteX13988" fmla="*/ 4848423 w 6514506"/>
              <a:gd name="connsiteY13988" fmla="*/ 142303 h 3658174"/>
              <a:gd name="connsiteX13989" fmla="*/ 4843280 w 6514506"/>
              <a:gd name="connsiteY13989" fmla="*/ 145256 h 3658174"/>
              <a:gd name="connsiteX13990" fmla="*/ 4842423 w 6514506"/>
              <a:gd name="connsiteY13990" fmla="*/ 143160 h 3658174"/>
              <a:gd name="connsiteX13991" fmla="*/ 4848423 w 6514506"/>
              <a:gd name="connsiteY13991" fmla="*/ 142303 h 3658174"/>
              <a:gd name="connsiteX13992" fmla="*/ 1085097 w 6514506"/>
              <a:gd name="connsiteY13992" fmla="*/ 141160 h 3658174"/>
              <a:gd name="connsiteX13993" fmla="*/ 1091669 w 6514506"/>
              <a:gd name="connsiteY13993" fmla="*/ 142684 h 3658174"/>
              <a:gd name="connsiteX13994" fmla="*/ 1097955 w 6514506"/>
              <a:gd name="connsiteY13994" fmla="*/ 148971 h 3658174"/>
              <a:gd name="connsiteX13995" fmla="*/ 1097384 w 6514506"/>
              <a:gd name="connsiteY13995" fmla="*/ 153162 h 3658174"/>
              <a:gd name="connsiteX13996" fmla="*/ 1094050 w 6514506"/>
              <a:gd name="connsiteY13996" fmla="*/ 152590 h 3658174"/>
              <a:gd name="connsiteX13997" fmla="*/ 1092240 w 6514506"/>
              <a:gd name="connsiteY13997" fmla="*/ 154972 h 3658174"/>
              <a:gd name="connsiteX13998" fmla="*/ 1086525 w 6514506"/>
              <a:gd name="connsiteY13998" fmla="*/ 153924 h 3658174"/>
              <a:gd name="connsiteX13999" fmla="*/ 1081763 w 6514506"/>
              <a:gd name="connsiteY13999" fmla="*/ 148876 h 3658174"/>
              <a:gd name="connsiteX14000" fmla="*/ 1079667 w 6514506"/>
              <a:gd name="connsiteY14000" fmla="*/ 144113 h 3658174"/>
              <a:gd name="connsiteX14001" fmla="*/ 1085097 w 6514506"/>
              <a:gd name="connsiteY14001" fmla="*/ 141160 h 3658174"/>
              <a:gd name="connsiteX14002" fmla="*/ 4859188 w 6514506"/>
              <a:gd name="connsiteY14002" fmla="*/ 138779 h 3658174"/>
              <a:gd name="connsiteX14003" fmla="*/ 4857949 w 6514506"/>
              <a:gd name="connsiteY14003" fmla="*/ 141160 h 3658174"/>
              <a:gd name="connsiteX14004" fmla="*/ 4856140 w 6514506"/>
              <a:gd name="connsiteY14004" fmla="*/ 139636 h 3658174"/>
              <a:gd name="connsiteX14005" fmla="*/ 4859188 w 6514506"/>
              <a:gd name="connsiteY14005" fmla="*/ 138779 h 3658174"/>
              <a:gd name="connsiteX14006" fmla="*/ 1864956 w 6514506"/>
              <a:gd name="connsiteY14006" fmla="*/ 138410 h 3658174"/>
              <a:gd name="connsiteX14007" fmla="*/ 1870623 w 6514506"/>
              <a:gd name="connsiteY14007" fmla="*/ 139922 h 3658174"/>
              <a:gd name="connsiteX14008" fmla="*/ 1864051 w 6514506"/>
              <a:gd name="connsiteY14008" fmla="*/ 142589 h 3658174"/>
              <a:gd name="connsiteX14009" fmla="*/ 1854145 w 6514506"/>
              <a:gd name="connsiteY14009" fmla="*/ 141636 h 3658174"/>
              <a:gd name="connsiteX14010" fmla="*/ 1854145 w 6514506"/>
              <a:gd name="connsiteY14010" fmla="*/ 138684 h 3658174"/>
              <a:gd name="connsiteX14011" fmla="*/ 1864956 w 6514506"/>
              <a:gd name="connsiteY14011" fmla="*/ 138410 h 3658174"/>
              <a:gd name="connsiteX14012" fmla="*/ 1708639 w 6514506"/>
              <a:gd name="connsiteY14012" fmla="*/ 138386 h 3658174"/>
              <a:gd name="connsiteX14013" fmla="*/ 1710889 w 6514506"/>
              <a:gd name="connsiteY14013" fmla="*/ 140970 h 3658174"/>
              <a:gd name="connsiteX14014" fmla="*/ 1703745 w 6514506"/>
              <a:gd name="connsiteY14014" fmla="*/ 138874 h 3658174"/>
              <a:gd name="connsiteX14015" fmla="*/ 1708639 w 6514506"/>
              <a:gd name="connsiteY14015" fmla="*/ 138386 h 3658174"/>
              <a:gd name="connsiteX14016" fmla="*/ 1091955 w 6514506"/>
              <a:gd name="connsiteY14016" fmla="*/ 136397 h 3658174"/>
              <a:gd name="connsiteX14017" fmla="*/ 1104242 w 6514506"/>
              <a:gd name="connsiteY14017" fmla="*/ 140588 h 3658174"/>
              <a:gd name="connsiteX14018" fmla="*/ 1106623 w 6514506"/>
              <a:gd name="connsiteY14018" fmla="*/ 147446 h 3658174"/>
              <a:gd name="connsiteX14019" fmla="*/ 1099384 w 6514506"/>
              <a:gd name="connsiteY14019" fmla="*/ 145922 h 3658174"/>
              <a:gd name="connsiteX14020" fmla="*/ 1095860 w 6514506"/>
              <a:gd name="connsiteY14020" fmla="*/ 141255 h 3658174"/>
              <a:gd name="connsiteX14021" fmla="*/ 1090431 w 6514506"/>
              <a:gd name="connsiteY14021" fmla="*/ 139731 h 3658174"/>
              <a:gd name="connsiteX14022" fmla="*/ 1091955 w 6514506"/>
              <a:gd name="connsiteY14022" fmla="*/ 136397 h 3658174"/>
              <a:gd name="connsiteX14023" fmla="*/ 1087858 w 6514506"/>
              <a:gd name="connsiteY14023" fmla="*/ 128015 h 3658174"/>
              <a:gd name="connsiteX14024" fmla="*/ 1100431 w 6514506"/>
              <a:gd name="connsiteY14024" fmla="*/ 132778 h 3658174"/>
              <a:gd name="connsiteX14025" fmla="*/ 1099193 w 6514506"/>
              <a:gd name="connsiteY14025" fmla="*/ 134588 h 3658174"/>
              <a:gd name="connsiteX14026" fmla="*/ 1091669 w 6514506"/>
              <a:gd name="connsiteY14026" fmla="*/ 134016 h 3658174"/>
              <a:gd name="connsiteX14027" fmla="*/ 1088525 w 6514506"/>
              <a:gd name="connsiteY14027" fmla="*/ 133635 h 3658174"/>
              <a:gd name="connsiteX14028" fmla="*/ 1083097 w 6514506"/>
              <a:gd name="connsiteY14028" fmla="*/ 130683 h 3658174"/>
              <a:gd name="connsiteX14029" fmla="*/ 1087858 w 6514506"/>
              <a:gd name="connsiteY14029" fmla="*/ 128015 h 3658174"/>
              <a:gd name="connsiteX14030" fmla="*/ 1154916 w 6514506"/>
              <a:gd name="connsiteY14030" fmla="*/ 123254 h 3658174"/>
              <a:gd name="connsiteX14031" fmla="*/ 1164821 w 6514506"/>
              <a:gd name="connsiteY14031" fmla="*/ 126587 h 3658174"/>
              <a:gd name="connsiteX14032" fmla="*/ 1156153 w 6514506"/>
              <a:gd name="connsiteY14032" fmla="*/ 128301 h 3658174"/>
              <a:gd name="connsiteX14033" fmla="*/ 1150725 w 6514506"/>
              <a:gd name="connsiteY14033" fmla="*/ 125635 h 3658174"/>
              <a:gd name="connsiteX14034" fmla="*/ 1154916 w 6514506"/>
              <a:gd name="connsiteY14034" fmla="*/ 123254 h 3658174"/>
              <a:gd name="connsiteX14035" fmla="*/ 1600304 w 6514506"/>
              <a:gd name="connsiteY14035" fmla="*/ 121157 h 3658174"/>
              <a:gd name="connsiteX14036" fmla="*/ 1603637 w 6514506"/>
              <a:gd name="connsiteY14036" fmla="*/ 130111 h 3658174"/>
              <a:gd name="connsiteX14037" fmla="*/ 1603923 w 6514506"/>
              <a:gd name="connsiteY14037" fmla="*/ 139064 h 3658174"/>
              <a:gd name="connsiteX14038" fmla="*/ 1602113 w 6514506"/>
              <a:gd name="connsiteY14038" fmla="*/ 135159 h 3658174"/>
              <a:gd name="connsiteX14039" fmla="*/ 1600304 w 6514506"/>
              <a:gd name="connsiteY14039" fmla="*/ 129730 h 3658174"/>
              <a:gd name="connsiteX14040" fmla="*/ 1598208 w 6514506"/>
              <a:gd name="connsiteY14040" fmla="*/ 125063 h 3658174"/>
              <a:gd name="connsiteX14041" fmla="*/ 1600304 w 6514506"/>
              <a:gd name="connsiteY14041" fmla="*/ 121157 h 3658174"/>
              <a:gd name="connsiteX14042" fmla="*/ 4619634 w 6514506"/>
              <a:gd name="connsiteY14042" fmla="*/ 118490 h 3658174"/>
              <a:gd name="connsiteX14043" fmla="*/ 4621158 w 6514506"/>
              <a:gd name="connsiteY14043" fmla="*/ 123062 h 3658174"/>
              <a:gd name="connsiteX14044" fmla="*/ 4615157 w 6514506"/>
              <a:gd name="connsiteY14044" fmla="*/ 119728 h 3658174"/>
              <a:gd name="connsiteX14045" fmla="*/ 4619634 w 6514506"/>
              <a:gd name="connsiteY14045" fmla="*/ 118490 h 3658174"/>
              <a:gd name="connsiteX14046" fmla="*/ 1174727 w 6514506"/>
              <a:gd name="connsiteY14046" fmla="*/ 118204 h 3658174"/>
              <a:gd name="connsiteX14047" fmla="*/ 1179203 w 6514506"/>
              <a:gd name="connsiteY14047" fmla="*/ 119062 h 3658174"/>
              <a:gd name="connsiteX14048" fmla="*/ 1175583 w 6514506"/>
              <a:gd name="connsiteY14048" fmla="*/ 120871 h 3658174"/>
              <a:gd name="connsiteX14049" fmla="*/ 1174727 w 6514506"/>
              <a:gd name="connsiteY14049" fmla="*/ 118204 h 3658174"/>
              <a:gd name="connsiteX14050" fmla="*/ 1210446 w 6514506"/>
              <a:gd name="connsiteY14050" fmla="*/ 115156 h 3658174"/>
              <a:gd name="connsiteX14051" fmla="*/ 1213399 w 6514506"/>
              <a:gd name="connsiteY14051" fmla="*/ 118776 h 3658174"/>
              <a:gd name="connsiteX14052" fmla="*/ 1208541 w 6514506"/>
              <a:gd name="connsiteY14052" fmla="*/ 123253 h 3658174"/>
              <a:gd name="connsiteX14053" fmla="*/ 1203778 w 6514506"/>
              <a:gd name="connsiteY14053" fmla="*/ 120300 h 3658174"/>
              <a:gd name="connsiteX14054" fmla="*/ 1202921 w 6514506"/>
              <a:gd name="connsiteY14054" fmla="*/ 116395 h 3658174"/>
              <a:gd name="connsiteX14055" fmla="*/ 1210446 w 6514506"/>
              <a:gd name="connsiteY14055" fmla="*/ 115156 h 3658174"/>
              <a:gd name="connsiteX14056" fmla="*/ 1731844 w 6514506"/>
              <a:gd name="connsiteY14056" fmla="*/ 108680 h 3658174"/>
              <a:gd name="connsiteX14057" fmla="*/ 1735178 w 6514506"/>
              <a:gd name="connsiteY14057" fmla="*/ 112871 h 3658174"/>
              <a:gd name="connsiteX14058" fmla="*/ 1742989 w 6514506"/>
              <a:gd name="connsiteY14058" fmla="*/ 118872 h 3658174"/>
              <a:gd name="connsiteX14059" fmla="*/ 1749561 w 6514506"/>
              <a:gd name="connsiteY14059" fmla="*/ 122491 h 3658174"/>
              <a:gd name="connsiteX14060" fmla="*/ 1754038 w 6514506"/>
              <a:gd name="connsiteY14060" fmla="*/ 123063 h 3658174"/>
              <a:gd name="connsiteX14061" fmla="*/ 1762991 w 6514506"/>
              <a:gd name="connsiteY14061" fmla="*/ 116776 h 3658174"/>
              <a:gd name="connsiteX14062" fmla="*/ 1762134 w 6514506"/>
              <a:gd name="connsiteY14062" fmla="*/ 122205 h 3658174"/>
              <a:gd name="connsiteX14063" fmla="*/ 1764515 w 6514506"/>
              <a:gd name="connsiteY14063" fmla="*/ 125825 h 3658174"/>
              <a:gd name="connsiteX14064" fmla="*/ 1775088 w 6514506"/>
              <a:gd name="connsiteY14064" fmla="*/ 122110 h 3658174"/>
              <a:gd name="connsiteX14065" fmla="*/ 1786137 w 6514506"/>
              <a:gd name="connsiteY14065" fmla="*/ 124491 h 3658174"/>
              <a:gd name="connsiteX14066" fmla="*/ 1795757 w 6514506"/>
              <a:gd name="connsiteY14066" fmla="*/ 128968 h 3658174"/>
              <a:gd name="connsiteX14067" fmla="*/ 1801472 w 6514506"/>
              <a:gd name="connsiteY14067" fmla="*/ 134683 h 3658174"/>
              <a:gd name="connsiteX14068" fmla="*/ 1793947 w 6514506"/>
              <a:gd name="connsiteY14068" fmla="*/ 139446 h 3658174"/>
              <a:gd name="connsiteX14069" fmla="*/ 1780422 w 6514506"/>
              <a:gd name="connsiteY14069" fmla="*/ 142113 h 3658174"/>
              <a:gd name="connsiteX14070" fmla="*/ 1772897 w 6514506"/>
              <a:gd name="connsiteY14070" fmla="*/ 144780 h 3658174"/>
              <a:gd name="connsiteX14071" fmla="*/ 1763277 w 6514506"/>
              <a:gd name="connsiteY14071" fmla="*/ 145637 h 3658174"/>
              <a:gd name="connsiteX14072" fmla="*/ 1752799 w 6514506"/>
              <a:gd name="connsiteY14072" fmla="*/ 145637 h 3658174"/>
              <a:gd name="connsiteX14073" fmla="*/ 1742608 w 6514506"/>
              <a:gd name="connsiteY14073" fmla="*/ 139636 h 3658174"/>
              <a:gd name="connsiteX14074" fmla="*/ 1739655 w 6514506"/>
              <a:gd name="connsiteY14074" fmla="*/ 136969 h 3658174"/>
              <a:gd name="connsiteX14075" fmla="*/ 1728892 w 6514506"/>
              <a:gd name="connsiteY14075" fmla="*/ 134874 h 3658174"/>
              <a:gd name="connsiteX14076" fmla="*/ 1718700 w 6514506"/>
              <a:gd name="connsiteY14076" fmla="*/ 130397 h 3658174"/>
              <a:gd name="connsiteX14077" fmla="*/ 1718700 w 6514506"/>
              <a:gd name="connsiteY14077" fmla="*/ 127444 h 3658174"/>
              <a:gd name="connsiteX14078" fmla="*/ 1730701 w 6514506"/>
              <a:gd name="connsiteY14078" fmla="*/ 128968 h 3658174"/>
              <a:gd name="connsiteX14079" fmla="*/ 1739655 w 6514506"/>
              <a:gd name="connsiteY14079" fmla="*/ 128682 h 3658174"/>
              <a:gd name="connsiteX14080" fmla="*/ 1729463 w 6514506"/>
              <a:gd name="connsiteY14080" fmla="*/ 126587 h 3658174"/>
              <a:gd name="connsiteX14081" fmla="*/ 1713842 w 6514506"/>
              <a:gd name="connsiteY14081" fmla="*/ 123634 h 3658174"/>
              <a:gd name="connsiteX14082" fmla="*/ 1713271 w 6514506"/>
              <a:gd name="connsiteY14082" fmla="*/ 119157 h 3658174"/>
              <a:gd name="connsiteX14083" fmla="*/ 1713556 w 6514506"/>
              <a:gd name="connsiteY14083" fmla="*/ 114395 h 3658174"/>
              <a:gd name="connsiteX14084" fmla="*/ 1715652 w 6514506"/>
              <a:gd name="connsiteY14084" fmla="*/ 110490 h 3658174"/>
              <a:gd name="connsiteX14085" fmla="*/ 1723748 w 6514506"/>
              <a:gd name="connsiteY14085" fmla="*/ 115252 h 3658174"/>
              <a:gd name="connsiteX14086" fmla="*/ 1726415 w 6514506"/>
              <a:gd name="connsiteY14086" fmla="*/ 117633 h 3658174"/>
              <a:gd name="connsiteX14087" fmla="*/ 1727653 w 6514506"/>
              <a:gd name="connsiteY14087" fmla="*/ 112585 h 3658174"/>
              <a:gd name="connsiteX14088" fmla="*/ 1730606 w 6514506"/>
              <a:gd name="connsiteY14088" fmla="*/ 114109 h 3658174"/>
              <a:gd name="connsiteX14089" fmla="*/ 1731844 w 6514506"/>
              <a:gd name="connsiteY14089" fmla="*/ 108680 h 3658174"/>
              <a:gd name="connsiteX14090" fmla="*/ 1634784 w 6514506"/>
              <a:gd name="connsiteY14090" fmla="*/ 108680 h 3658174"/>
              <a:gd name="connsiteX14091" fmla="*/ 1640213 w 6514506"/>
              <a:gd name="connsiteY14091" fmla="*/ 110489 h 3658174"/>
              <a:gd name="connsiteX14092" fmla="*/ 1645262 w 6514506"/>
              <a:gd name="connsiteY14092" fmla="*/ 112013 h 3658174"/>
              <a:gd name="connsiteX14093" fmla="*/ 1653644 w 6514506"/>
              <a:gd name="connsiteY14093" fmla="*/ 113537 h 3658174"/>
              <a:gd name="connsiteX14094" fmla="*/ 1644976 w 6514506"/>
              <a:gd name="connsiteY14094" fmla="*/ 115347 h 3658174"/>
              <a:gd name="connsiteX14095" fmla="*/ 1640785 w 6514506"/>
              <a:gd name="connsiteY14095" fmla="*/ 116204 h 3658174"/>
              <a:gd name="connsiteX14096" fmla="*/ 1643738 w 6514506"/>
              <a:gd name="connsiteY14096" fmla="*/ 118300 h 3658174"/>
              <a:gd name="connsiteX14097" fmla="*/ 1647357 w 6514506"/>
              <a:gd name="connsiteY14097" fmla="*/ 122205 h 3658174"/>
              <a:gd name="connsiteX14098" fmla="*/ 1649738 w 6514506"/>
              <a:gd name="connsiteY14098" fmla="*/ 124872 h 3658174"/>
              <a:gd name="connsiteX14099" fmla="*/ 1658120 w 6514506"/>
              <a:gd name="connsiteY14099" fmla="*/ 116490 h 3658174"/>
              <a:gd name="connsiteX14100" fmla="*/ 1668312 w 6514506"/>
              <a:gd name="connsiteY14100" fmla="*/ 114966 h 3658174"/>
              <a:gd name="connsiteX14101" fmla="*/ 1666788 w 6514506"/>
              <a:gd name="connsiteY14101" fmla="*/ 122777 h 3658174"/>
              <a:gd name="connsiteX14102" fmla="*/ 1663454 w 6514506"/>
              <a:gd name="connsiteY14102" fmla="*/ 131159 h 3658174"/>
              <a:gd name="connsiteX14103" fmla="*/ 1664978 w 6514506"/>
              <a:gd name="connsiteY14103" fmla="*/ 135064 h 3658174"/>
              <a:gd name="connsiteX14104" fmla="*/ 1671265 w 6514506"/>
              <a:gd name="connsiteY14104" fmla="*/ 126396 h 3658174"/>
              <a:gd name="connsiteX14105" fmla="*/ 1679933 w 6514506"/>
              <a:gd name="connsiteY14105" fmla="*/ 116776 h 3658174"/>
              <a:gd name="connsiteX14106" fmla="*/ 1687457 w 6514506"/>
              <a:gd name="connsiteY14106" fmla="*/ 113156 h 3658174"/>
              <a:gd name="connsiteX14107" fmla="*/ 1691077 w 6514506"/>
              <a:gd name="connsiteY14107" fmla="*/ 114014 h 3658174"/>
              <a:gd name="connsiteX14108" fmla="*/ 1692887 w 6514506"/>
              <a:gd name="connsiteY14108" fmla="*/ 117633 h 3658174"/>
              <a:gd name="connsiteX14109" fmla="*/ 1693458 w 6514506"/>
              <a:gd name="connsiteY14109" fmla="*/ 124205 h 3658174"/>
              <a:gd name="connsiteX14110" fmla="*/ 1690124 w 6514506"/>
              <a:gd name="connsiteY14110" fmla="*/ 128682 h 3658174"/>
              <a:gd name="connsiteX14111" fmla="*/ 1696982 w 6514506"/>
              <a:gd name="connsiteY14111" fmla="*/ 123920 h 3658174"/>
              <a:gd name="connsiteX14112" fmla="*/ 1701745 w 6514506"/>
              <a:gd name="connsiteY14112" fmla="*/ 124491 h 3658174"/>
              <a:gd name="connsiteX14113" fmla="*/ 1699649 w 6514506"/>
              <a:gd name="connsiteY14113" fmla="*/ 130492 h 3658174"/>
              <a:gd name="connsiteX14114" fmla="*/ 1699364 w 6514506"/>
              <a:gd name="connsiteY14114" fmla="*/ 136493 h 3658174"/>
              <a:gd name="connsiteX14115" fmla="*/ 1704412 w 6514506"/>
              <a:gd name="connsiteY14115" fmla="*/ 144875 h 3658174"/>
              <a:gd name="connsiteX14116" fmla="*/ 1712794 w 6514506"/>
              <a:gd name="connsiteY14116" fmla="*/ 149637 h 3658174"/>
              <a:gd name="connsiteX14117" fmla="*/ 1707365 w 6514506"/>
              <a:gd name="connsiteY14117" fmla="*/ 149066 h 3658174"/>
              <a:gd name="connsiteX14118" fmla="*/ 1695363 w 6514506"/>
              <a:gd name="connsiteY14118" fmla="*/ 146970 h 3658174"/>
              <a:gd name="connsiteX14119" fmla="*/ 1685457 w 6514506"/>
              <a:gd name="connsiteY14119" fmla="*/ 147827 h 3658174"/>
              <a:gd name="connsiteX14120" fmla="*/ 1678599 w 6514506"/>
              <a:gd name="connsiteY14120" fmla="*/ 152590 h 3658174"/>
              <a:gd name="connsiteX14121" fmla="*/ 1671741 w 6514506"/>
              <a:gd name="connsiteY14121" fmla="*/ 154685 h 3658174"/>
              <a:gd name="connsiteX14122" fmla="*/ 1667264 w 6514506"/>
              <a:gd name="connsiteY14122" fmla="*/ 156781 h 3658174"/>
              <a:gd name="connsiteX14123" fmla="*/ 1660978 w 6514506"/>
              <a:gd name="connsiteY14123" fmla="*/ 163353 h 3658174"/>
              <a:gd name="connsiteX14124" fmla="*/ 1651643 w 6514506"/>
              <a:gd name="connsiteY14124" fmla="*/ 164591 h 3658174"/>
              <a:gd name="connsiteX14125" fmla="*/ 1642976 w 6514506"/>
              <a:gd name="connsiteY14125" fmla="*/ 166115 h 3658174"/>
              <a:gd name="connsiteX14126" fmla="*/ 1631545 w 6514506"/>
              <a:gd name="connsiteY14126" fmla="*/ 176307 h 3658174"/>
              <a:gd name="connsiteX14127" fmla="*/ 1623164 w 6514506"/>
              <a:gd name="connsiteY14127" fmla="*/ 181355 h 3658174"/>
              <a:gd name="connsiteX14128" fmla="*/ 1614496 w 6514506"/>
              <a:gd name="connsiteY14128" fmla="*/ 177736 h 3658174"/>
              <a:gd name="connsiteX14129" fmla="*/ 1614210 w 6514506"/>
              <a:gd name="connsiteY14129" fmla="*/ 171735 h 3658174"/>
              <a:gd name="connsiteX14130" fmla="*/ 1617544 w 6514506"/>
              <a:gd name="connsiteY14130" fmla="*/ 168782 h 3658174"/>
              <a:gd name="connsiteX14131" fmla="*/ 1610019 w 6514506"/>
              <a:gd name="connsiteY14131" fmla="*/ 167544 h 3658174"/>
              <a:gd name="connsiteX14132" fmla="*/ 1607924 w 6514506"/>
              <a:gd name="connsiteY14132" fmla="*/ 155543 h 3658174"/>
              <a:gd name="connsiteX14133" fmla="*/ 1617544 w 6514506"/>
              <a:gd name="connsiteY14133" fmla="*/ 157638 h 3658174"/>
              <a:gd name="connsiteX14134" fmla="*/ 1624402 w 6514506"/>
              <a:gd name="connsiteY14134" fmla="*/ 160972 h 3658174"/>
              <a:gd name="connsiteX14135" fmla="*/ 1626783 w 6514506"/>
              <a:gd name="connsiteY14135" fmla="*/ 160115 h 3658174"/>
              <a:gd name="connsiteX14136" fmla="*/ 1625545 w 6514506"/>
              <a:gd name="connsiteY14136" fmla="*/ 155638 h 3658174"/>
              <a:gd name="connsiteX14137" fmla="*/ 1637832 w 6514506"/>
              <a:gd name="connsiteY14137" fmla="*/ 156209 h 3658174"/>
              <a:gd name="connsiteX14138" fmla="*/ 1645928 w 6514506"/>
              <a:gd name="connsiteY14138" fmla="*/ 155352 h 3658174"/>
              <a:gd name="connsiteX14139" fmla="*/ 1642976 w 6514506"/>
              <a:gd name="connsiteY14139" fmla="*/ 154781 h 3658174"/>
              <a:gd name="connsiteX14140" fmla="*/ 1634308 w 6514506"/>
              <a:gd name="connsiteY14140" fmla="*/ 153257 h 3658174"/>
              <a:gd name="connsiteX14141" fmla="*/ 1626497 w 6514506"/>
              <a:gd name="connsiteY14141" fmla="*/ 151447 h 3658174"/>
              <a:gd name="connsiteX14142" fmla="*/ 1614782 w 6514506"/>
              <a:gd name="connsiteY14142" fmla="*/ 149637 h 3658174"/>
              <a:gd name="connsiteX14143" fmla="*/ 1622306 w 6514506"/>
              <a:gd name="connsiteY14143" fmla="*/ 143922 h 3658174"/>
              <a:gd name="connsiteX14144" fmla="*/ 1634594 w 6514506"/>
              <a:gd name="connsiteY14144" fmla="*/ 146303 h 3658174"/>
              <a:gd name="connsiteX14145" fmla="*/ 1650500 w 6514506"/>
              <a:gd name="connsiteY14145" fmla="*/ 145732 h 3658174"/>
              <a:gd name="connsiteX14146" fmla="*/ 1658597 w 6514506"/>
              <a:gd name="connsiteY14146" fmla="*/ 146589 h 3658174"/>
              <a:gd name="connsiteX14147" fmla="*/ 1657073 w 6514506"/>
              <a:gd name="connsiteY14147" fmla="*/ 142112 h 3658174"/>
              <a:gd name="connsiteX14148" fmla="*/ 1659454 w 6514506"/>
              <a:gd name="connsiteY14148" fmla="*/ 140017 h 3658174"/>
              <a:gd name="connsiteX14149" fmla="*/ 1652882 w 6514506"/>
              <a:gd name="connsiteY14149" fmla="*/ 140874 h 3658174"/>
              <a:gd name="connsiteX14150" fmla="*/ 1647452 w 6514506"/>
              <a:gd name="connsiteY14150" fmla="*/ 138493 h 3658174"/>
              <a:gd name="connsiteX14151" fmla="*/ 1648024 w 6514506"/>
              <a:gd name="connsiteY14151" fmla="*/ 134302 h 3658174"/>
              <a:gd name="connsiteX14152" fmla="*/ 1640785 w 6514506"/>
              <a:gd name="connsiteY14152" fmla="*/ 136969 h 3658174"/>
              <a:gd name="connsiteX14153" fmla="*/ 1633641 w 6514506"/>
              <a:gd name="connsiteY14153" fmla="*/ 139922 h 3658174"/>
              <a:gd name="connsiteX14154" fmla="*/ 1619544 w 6514506"/>
              <a:gd name="connsiteY14154" fmla="*/ 139064 h 3658174"/>
              <a:gd name="connsiteX14155" fmla="*/ 1621068 w 6514506"/>
              <a:gd name="connsiteY14155" fmla="*/ 134302 h 3658174"/>
              <a:gd name="connsiteX14156" fmla="*/ 1621640 w 6514506"/>
              <a:gd name="connsiteY14156" fmla="*/ 131921 h 3658174"/>
              <a:gd name="connsiteX14157" fmla="*/ 1615639 w 6514506"/>
              <a:gd name="connsiteY14157" fmla="*/ 128015 h 3658174"/>
              <a:gd name="connsiteX14158" fmla="*/ 1619544 w 6514506"/>
              <a:gd name="connsiteY14158" fmla="*/ 123824 h 3658174"/>
              <a:gd name="connsiteX14159" fmla="*/ 1624021 w 6514506"/>
              <a:gd name="connsiteY14159" fmla="*/ 118776 h 3658174"/>
              <a:gd name="connsiteX14160" fmla="*/ 1618020 w 6514506"/>
              <a:gd name="connsiteY14160" fmla="*/ 118205 h 3658174"/>
              <a:gd name="connsiteX14161" fmla="*/ 1612305 w 6514506"/>
              <a:gd name="connsiteY14161" fmla="*/ 120014 h 3658174"/>
              <a:gd name="connsiteX14162" fmla="*/ 1612019 w 6514506"/>
              <a:gd name="connsiteY14162" fmla="*/ 114966 h 3658174"/>
              <a:gd name="connsiteX14163" fmla="*/ 1621640 w 6514506"/>
              <a:gd name="connsiteY14163" fmla="*/ 110489 h 3658174"/>
              <a:gd name="connsiteX14164" fmla="*/ 1628498 w 6514506"/>
              <a:gd name="connsiteY14164" fmla="*/ 110775 h 3658174"/>
              <a:gd name="connsiteX14165" fmla="*/ 1634784 w 6514506"/>
              <a:gd name="connsiteY14165" fmla="*/ 108680 h 3658174"/>
              <a:gd name="connsiteX14166" fmla="*/ 4534147 w 6514506"/>
              <a:gd name="connsiteY14166" fmla="*/ 105001 h 3658174"/>
              <a:gd name="connsiteX14167" fmla="*/ 4542100 w 6514506"/>
              <a:gd name="connsiteY14167" fmla="*/ 105918 h 3658174"/>
              <a:gd name="connsiteX14168" fmla="*/ 4555245 w 6514506"/>
              <a:gd name="connsiteY14168" fmla="*/ 110109 h 3658174"/>
              <a:gd name="connsiteX14169" fmla="*/ 4564198 w 6514506"/>
              <a:gd name="connsiteY14169" fmla="*/ 114014 h 3658174"/>
              <a:gd name="connsiteX14170" fmla="*/ 4586677 w 6514506"/>
              <a:gd name="connsiteY14170" fmla="*/ 121253 h 3658174"/>
              <a:gd name="connsiteX14171" fmla="*/ 4606108 w 6514506"/>
              <a:gd name="connsiteY14171" fmla="*/ 119443 h 3658174"/>
              <a:gd name="connsiteX14172" fmla="*/ 4615729 w 6514506"/>
              <a:gd name="connsiteY14172" fmla="*/ 123634 h 3658174"/>
              <a:gd name="connsiteX14173" fmla="*/ 4623825 w 6514506"/>
              <a:gd name="connsiteY14173" fmla="*/ 123348 h 3658174"/>
              <a:gd name="connsiteX14174" fmla="*/ 4629254 w 6514506"/>
              <a:gd name="connsiteY14174" fmla="*/ 126682 h 3658174"/>
              <a:gd name="connsiteX14175" fmla="*/ 4631350 w 6514506"/>
              <a:gd name="connsiteY14175" fmla="*/ 132683 h 3658174"/>
              <a:gd name="connsiteX14176" fmla="*/ 4640589 w 6514506"/>
              <a:gd name="connsiteY14176" fmla="*/ 129730 h 3658174"/>
              <a:gd name="connsiteX14177" fmla="*/ 4656210 w 6514506"/>
              <a:gd name="connsiteY14177" fmla="*/ 131826 h 3658174"/>
              <a:gd name="connsiteX14178" fmla="*/ 4656496 w 6514506"/>
              <a:gd name="connsiteY14178" fmla="*/ 139636 h 3658174"/>
              <a:gd name="connsiteX14179" fmla="*/ 4651066 w 6514506"/>
              <a:gd name="connsiteY14179" fmla="*/ 142970 h 3658174"/>
              <a:gd name="connsiteX14180" fmla="*/ 4648399 w 6514506"/>
              <a:gd name="connsiteY14180" fmla="*/ 144208 h 3658174"/>
              <a:gd name="connsiteX14181" fmla="*/ 4646018 w 6514506"/>
              <a:gd name="connsiteY14181" fmla="*/ 148971 h 3658174"/>
              <a:gd name="connsiteX14182" fmla="*/ 4643065 w 6514506"/>
              <a:gd name="connsiteY14182" fmla="*/ 151638 h 3658174"/>
              <a:gd name="connsiteX14183" fmla="*/ 4637350 w 6514506"/>
              <a:gd name="connsiteY14183" fmla="*/ 148685 h 3658174"/>
              <a:gd name="connsiteX14184" fmla="*/ 4643351 w 6514506"/>
              <a:gd name="connsiteY14184" fmla="*/ 157353 h 3658174"/>
              <a:gd name="connsiteX14185" fmla="*/ 4641541 w 6514506"/>
              <a:gd name="connsiteY14185" fmla="*/ 160020 h 3658174"/>
              <a:gd name="connsiteX14186" fmla="*/ 4631921 w 6514506"/>
              <a:gd name="connsiteY14186" fmla="*/ 157924 h 3658174"/>
              <a:gd name="connsiteX14187" fmla="*/ 4634302 w 6514506"/>
              <a:gd name="connsiteY14187" fmla="*/ 160305 h 3658174"/>
              <a:gd name="connsiteX14188" fmla="*/ 4635826 w 6514506"/>
              <a:gd name="connsiteY14188" fmla="*/ 166306 h 3658174"/>
              <a:gd name="connsiteX14189" fmla="*/ 4628587 w 6514506"/>
              <a:gd name="connsiteY14189" fmla="*/ 165449 h 3658174"/>
              <a:gd name="connsiteX14190" fmla="*/ 4619348 w 6514506"/>
              <a:gd name="connsiteY14190" fmla="*/ 162782 h 3658174"/>
              <a:gd name="connsiteX14191" fmla="*/ 4624777 w 6514506"/>
              <a:gd name="connsiteY14191" fmla="*/ 165735 h 3658174"/>
              <a:gd name="connsiteX14192" fmla="*/ 4624777 w 6514506"/>
              <a:gd name="connsiteY14192" fmla="*/ 169354 h 3658174"/>
              <a:gd name="connsiteX14193" fmla="*/ 4619348 w 6514506"/>
              <a:gd name="connsiteY14193" fmla="*/ 170878 h 3658174"/>
              <a:gd name="connsiteX14194" fmla="*/ 4614395 w 6514506"/>
              <a:gd name="connsiteY14194" fmla="*/ 171831 h 3658174"/>
              <a:gd name="connsiteX14195" fmla="*/ 4598774 w 6514506"/>
              <a:gd name="connsiteY14195" fmla="*/ 171831 h 3658174"/>
              <a:gd name="connsiteX14196" fmla="*/ 4594583 w 6514506"/>
              <a:gd name="connsiteY14196" fmla="*/ 168878 h 3658174"/>
              <a:gd name="connsiteX14197" fmla="*/ 4599346 w 6514506"/>
              <a:gd name="connsiteY14197" fmla="*/ 164687 h 3658174"/>
              <a:gd name="connsiteX14198" fmla="*/ 4590963 w 6514506"/>
              <a:gd name="connsiteY14198" fmla="*/ 163830 h 3658174"/>
              <a:gd name="connsiteX14199" fmla="*/ 4581058 w 6514506"/>
              <a:gd name="connsiteY14199" fmla="*/ 167449 h 3658174"/>
              <a:gd name="connsiteX14200" fmla="*/ 4581058 w 6514506"/>
              <a:gd name="connsiteY14200" fmla="*/ 164115 h 3658174"/>
              <a:gd name="connsiteX14201" fmla="*/ 4578676 w 6514506"/>
              <a:gd name="connsiteY14201" fmla="*/ 162020 h 3658174"/>
              <a:gd name="connsiteX14202" fmla="*/ 4576009 w 6514506"/>
              <a:gd name="connsiteY14202" fmla="*/ 154781 h 3658174"/>
              <a:gd name="connsiteX14203" fmla="*/ 4590392 w 6514506"/>
              <a:gd name="connsiteY14203" fmla="*/ 151447 h 3658174"/>
              <a:gd name="connsiteX14204" fmla="*/ 4603537 w 6514506"/>
              <a:gd name="connsiteY14204" fmla="*/ 149352 h 3658174"/>
              <a:gd name="connsiteX14205" fmla="*/ 4600203 w 6514506"/>
              <a:gd name="connsiteY14205" fmla="*/ 147828 h 3658174"/>
              <a:gd name="connsiteX14206" fmla="*/ 4588201 w 6514506"/>
              <a:gd name="connsiteY14206" fmla="*/ 145732 h 3658174"/>
              <a:gd name="connsiteX14207" fmla="*/ 4583629 w 6514506"/>
              <a:gd name="connsiteY14207" fmla="*/ 146875 h 3658174"/>
              <a:gd name="connsiteX14208" fmla="*/ 4573819 w 6514506"/>
              <a:gd name="connsiteY14208" fmla="*/ 150209 h 3658174"/>
              <a:gd name="connsiteX14209" fmla="*/ 4566008 w 6514506"/>
              <a:gd name="connsiteY14209" fmla="*/ 152019 h 3658174"/>
              <a:gd name="connsiteX14210" fmla="*/ 4561245 w 6514506"/>
              <a:gd name="connsiteY14210" fmla="*/ 150780 h 3658174"/>
              <a:gd name="connsiteX14211" fmla="*/ 4568104 w 6514506"/>
              <a:gd name="connsiteY14211" fmla="*/ 147447 h 3658174"/>
              <a:gd name="connsiteX14212" fmla="*/ 4561245 w 6514506"/>
              <a:gd name="connsiteY14212" fmla="*/ 147447 h 3658174"/>
              <a:gd name="connsiteX14213" fmla="*/ 4551339 w 6514506"/>
              <a:gd name="connsiteY14213" fmla="*/ 147732 h 3658174"/>
              <a:gd name="connsiteX14214" fmla="*/ 4541434 w 6514506"/>
              <a:gd name="connsiteY14214" fmla="*/ 141732 h 3658174"/>
              <a:gd name="connsiteX14215" fmla="*/ 4544767 w 6514506"/>
              <a:gd name="connsiteY14215" fmla="*/ 139636 h 3658174"/>
              <a:gd name="connsiteX14216" fmla="*/ 4556197 w 6514506"/>
              <a:gd name="connsiteY14216" fmla="*/ 138112 h 3658174"/>
              <a:gd name="connsiteX14217" fmla="*/ 4566961 w 6514506"/>
              <a:gd name="connsiteY14217" fmla="*/ 138398 h 3658174"/>
              <a:gd name="connsiteX14218" fmla="*/ 4570580 w 6514506"/>
              <a:gd name="connsiteY14218" fmla="*/ 136874 h 3658174"/>
              <a:gd name="connsiteX14219" fmla="*/ 4568580 w 6514506"/>
              <a:gd name="connsiteY14219" fmla="*/ 133540 h 3658174"/>
              <a:gd name="connsiteX14220" fmla="*/ 4565246 w 6514506"/>
              <a:gd name="connsiteY14220" fmla="*/ 132016 h 3658174"/>
              <a:gd name="connsiteX14221" fmla="*/ 4551720 w 6514506"/>
              <a:gd name="connsiteY14221" fmla="*/ 135921 h 3658174"/>
              <a:gd name="connsiteX14222" fmla="*/ 4535814 w 6514506"/>
              <a:gd name="connsiteY14222" fmla="*/ 136207 h 3658174"/>
              <a:gd name="connsiteX14223" fmla="*/ 4537624 w 6514506"/>
              <a:gd name="connsiteY14223" fmla="*/ 132016 h 3658174"/>
              <a:gd name="connsiteX14224" fmla="*/ 4534290 w 6514506"/>
              <a:gd name="connsiteY14224" fmla="*/ 129921 h 3658174"/>
              <a:gd name="connsiteX14225" fmla="*/ 4533718 w 6514506"/>
              <a:gd name="connsiteY14225" fmla="*/ 126015 h 3658174"/>
              <a:gd name="connsiteX14226" fmla="*/ 4543624 w 6514506"/>
              <a:gd name="connsiteY14226" fmla="*/ 124491 h 3658174"/>
              <a:gd name="connsiteX14227" fmla="*/ 4559245 w 6514506"/>
              <a:gd name="connsiteY14227" fmla="*/ 124777 h 3658174"/>
              <a:gd name="connsiteX14228" fmla="*/ 4559817 w 6514506"/>
              <a:gd name="connsiteY14228" fmla="*/ 122110 h 3658174"/>
              <a:gd name="connsiteX14229" fmla="*/ 4552292 w 6514506"/>
              <a:gd name="connsiteY14229" fmla="*/ 121824 h 3658174"/>
              <a:gd name="connsiteX14230" fmla="*/ 4545148 w 6514506"/>
              <a:gd name="connsiteY14230" fmla="*/ 120300 h 3658174"/>
              <a:gd name="connsiteX14231" fmla="*/ 4539147 w 6514506"/>
              <a:gd name="connsiteY14231" fmla="*/ 119443 h 3658174"/>
              <a:gd name="connsiteX14232" fmla="*/ 4525622 w 6514506"/>
              <a:gd name="connsiteY14232" fmla="*/ 122396 h 3658174"/>
              <a:gd name="connsiteX14233" fmla="*/ 4508858 w 6514506"/>
              <a:gd name="connsiteY14233" fmla="*/ 122682 h 3658174"/>
              <a:gd name="connsiteX14234" fmla="*/ 4515430 w 6514506"/>
              <a:gd name="connsiteY14234" fmla="*/ 116967 h 3658174"/>
              <a:gd name="connsiteX14235" fmla="*/ 4533433 w 6514506"/>
              <a:gd name="connsiteY14235" fmla="*/ 111918 h 3658174"/>
              <a:gd name="connsiteX14236" fmla="*/ 4527146 w 6514506"/>
              <a:gd name="connsiteY14236" fmla="*/ 111633 h 3658174"/>
              <a:gd name="connsiteX14237" fmla="*/ 4519621 w 6514506"/>
              <a:gd name="connsiteY14237" fmla="*/ 113061 h 3658174"/>
              <a:gd name="connsiteX14238" fmla="*/ 4509144 w 6514506"/>
              <a:gd name="connsiteY14238" fmla="*/ 114871 h 3658174"/>
              <a:gd name="connsiteX14239" fmla="*/ 4509429 w 6514506"/>
              <a:gd name="connsiteY14239" fmla="*/ 111633 h 3658174"/>
              <a:gd name="connsiteX14240" fmla="*/ 4526194 w 6514506"/>
              <a:gd name="connsiteY14240" fmla="*/ 107442 h 3658174"/>
              <a:gd name="connsiteX14241" fmla="*/ 4534147 w 6514506"/>
              <a:gd name="connsiteY14241" fmla="*/ 105001 h 3658174"/>
              <a:gd name="connsiteX14242" fmla="*/ 1238545 w 6514506"/>
              <a:gd name="connsiteY14242" fmla="*/ 92107 h 3658174"/>
              <a:gd name="connsiteX14243" fmla="*/ 1240927 w 6514506"/>
              <a:gd name="connsiteY14243" fmla="*/ 93345 h 3658174"/>
              <a:gd name="connsiteX14244" fmla="*/ 1233115 w 6514506"/>
              <a:gd name="connsiteY14244" fmla="*/ 100870 h 3658174"/>
              <a:gd name="connsiteX14245" fmla="*/ 1227781 w 6514506"/>
              <a:gd name="connsiteY14245" fmla="*/ 104394 h 3658174"/>
              <a:gd name="connsiteX14246" fmla="*/ 1225972 w 6514506"/>
              <a:gd name="connsiteY14246" fmla="*/ 102584 h 3658174"/>
              <a:gd name="connsiteX14247" fmla="*/ 1231020 w 6514506"/>
              <a:gd name="connsiteY14247" fmla="*/ 99250 h 3658174"/>
              <a:gd name="connsiteX14248" fmla="*/ 1238545 w 6514506"/>
              <a:gd name="connsiteY14248" fmla="*/ 92107 h 3658174"/>
              <a:gd name="connsiteX14249" fmla="*/ 4831268 w 6514506"/>
              <a:gd name="connsiteY14249" fmla="*/ 24919 h 3658174"/>
              <a:gd name="connsiteX14250" fmla="*/ 4836804 w 6514506"/>
              <a:gd name="connsiteY14250" fmla="*/ 29146 h 3658174"/>
              <a:gd name="connsiteX14251" fmla="*/ 4834708 w 6514506"/>
              <a:gd name="connsiteY14251" fmla="*/ 39338 h 3658174"/>
              <a:gd name="connsiteX14252" fmla="*/ 4824516 w 6514506"/>
              <a:gd name="connsiteY14252" fmla="*/ 42957 h 3658174"/>
              <a:gd name="connsiteX14253" fmla="*/ 4813753 w 6514506"/>
              <a:gd name="connsiteY14253" fmla="*/ 48386 h 3658174"/>
              <a:gd name="connsiteX14254" fmla="*/ 4808038 w 6514506"/>
              <a:gd name="connsiteY14254" fmla="*/ 49910 h 3658174"/>
              <a:gd name="connsiteX14255" fmla="*/ 4795179 w 6514506"/>
              <a:gd name="connsiteY14255" fmla="*/ 54101 h 3658174"/>
              <a:gd name="connsiteX14256" fmla="*/ 4781559 w 6514506"/>
              <a:gd name="connsiteY14256" fmla="*/ 57149 h 3658174"/>
              <a:gd name="connsiteX14257" fmla="*/ 4784892 w 6514506"/>
              <a:gd name="connsiteY14257" fmla="*/ 60769 h 3658174"/>
              <a:gd name="connsiteX14258" fmla="*/ 4795084 w 6514506"/>
              <a:gd name="connsiteY14258" fmla="*/ 60483 h 3658174"/>
              <a:gd name="connsiteX14259" fmla="*/ 4797751 w 6514506"/>
              <a:gd name="connsiteY14259" fmla="*/ 62864 h 3658174"/>
              <a:gd name="connsiteX14260" fmla="*/ 4810610 w 6514506"/>
              <a:gd name="connsiteY14260" fmla="*/ 56578 h 3658174"/>
              <a:gd name="connsiteX14261" fmla="*/ 4818706 w 6514506"/>
              <a:gd name="connsiteY14261" fmla="*/ 56864 h 3658174"/>
              <a:gd name="connsiteX14262" fmla="*/ 4813658 w 6514506"/>
              <a:gd name="connsiteY14262" fmla="*/ 67913 h 3658174"/>
              <a:gd name="connsiteX14263" fmla="*/ 4806419 w 6514506"/>
              <a:gd name="connsiteY14263" fmla="*/ 79343 h 3658174"/>
              <a:gd name="connsiteX14264" fmla="*/ 4800704 w 6514506"/>
              <a:gd name="connsiteY14264" fmla="*/ 82295 h 3658174"/>
              <a:gd name="connsiteX14265" fmla="*/ 4797084 w 6514506"/>
              <a:gd name="connsiteY14265" fmla="*/ 83534 h 3658174"/>
              <a:gd name="connsiteX14266" fmla="*/ 4795275 w 6514506"/>
              <a:gd name="connsiteY14266" fmla="*/ 88010 h 3658174"/>
              <a:gd name="connsiteX14267" fmla="*/ 4782702 w 6514506"/>
              <a:gd name="connsiteY14267" fmla="*/ 89820 h 3658174"/>
              <a:gd name="connsiteX14268" fmla="*/ 4784797 w 6514506"/>
              <a:gd name="connsiteY14268" fmla="*/ 92201 h 3658174"/>
              <a:gd name="connsiteX14269" fmla="*/ 4794132 w 6514506"/>
              <a:gd name="connsiteY14269" fmla="*/ 92487 h 3658174"/>
              <a:gd name="connsiteX14270" fmla="*/ 4778511 w 6514506"/>
              <a:gd name="connsiteY14270" fmla="*/ 103536 h 3658174"/>
              <a:gd name="connsiteX14271" fmla="*/ 4765366 w 6514506"/>
              <a:gd name="connsiteY14271" fmla="*/ 101917 h 3658174"/>
              <a:gd name="connsiteX14272" fmla="*/ 4758603 w 6514506"/>
              <a:gd name="connsiteY14272" fmla="*/ 105251 h 3658174"/>
              <a:gd name="connsiteX14273" fmla="*/ 4765366 w 6514506"/>
              <a:gd name="connsiteY14273" fmla="*/ 104679 h 3658174"/>
              <a:gd name="connsiteX14274" fmla="*/ 4774891 w 6514506"/>
              <a:gd name="connsiteY14274" fmla="*/ 106965 h 3658174"/>
              <a:gd name="connsiteX14275" fmla="*/ 4770414 w 6514506"/>
              <a:gd name="connsiteY14275" fmla="*/ 113252 h 3658174"/>
              <a:gd name="connsiteX14276" fmla="*/ 4765366 w 6514506"/>
              <a:gd name="connsiteY14276" fmla="*/ 113347 h 3658174"/>
              <a:gd name="connsiteX14277" fmla="*/ 4761651 w 6514506"/>
              <a:gd name="connsiteY14277" fmla="*/ 110966 h 3658174"/>
              <a:gd name="connsiteX14278" fmla="*/ 4756603 w 6514506"/>
              <a:gd name="connsiteY14278" fmla="*/ 111537 h 3658174"/>
              <a:gd name="connsiteX14279" fmla="*/ 4748221 w 6514506"/>
              <a:gd name="connsiteY14279" fmla="*/ 113918 h 3658174"/>
              <a:gd name="connsiteX14280" fmla="*/ 4737744 w 6514506"/>
              <a:gd name="connsiteY14280" fmla="*/ 117538 h 3658174"/>
              <a:gd name="connsiteX14281" fmla="*/ 4741077 w 6514506"/>
              <a:gd name="connsiteY14281" fmla="*/ 118395 h 3658174"/>
              <a:gd name="connsiteX14282" fmla="*/ 4752507 w 6514506"/>
              <a:gd name="connsiteY14282" fmla="*/ 118109 h 3658174"/>
              <a:gd name="connsiteX14283" fmla="*/ 4760604 w 6514506"/>
              <a:gd name="connsiteY14283" fmla="*/ 116014 h 3658174"/>
              <a:gd name="connsiteX14284" fmla="*/ 4761175 w 6514506"/>
              <a:gd name="connsiteY14284" fmla="*/ 120491 h 3658174"/>
              <a:gd name="connsiteX14285" fmla="*/ 4746221 w 6514506"/>
              <a:gd name="connsiteY14285" fmla="*/ 122300 h 3658174"/>
              <a:gd name="connsiteX14286" fmla="*/ 4741935 w 6514506"/>
              <a:gd name="connsiteY14286" fmla="*/ 125539 h 3658174"/>
              <a:gd name="connsiteX14287" fmla="*/ 4747745 w 6514506"/>
              <a:gd name="connsiteY14287" fmla="*/ 130682 h 3658174"/>
              <a:gd name="connsiteX14288" fmla="*/ 4751364 w 6514506"/>
              <a:gd name="connsiteY14288" fmla="*/ 129825 h 3658174"/>
              <a:gd name="connsiteX14289" fmla="*/ 4765652 w 6514506"/>
              <a:gd name="connsiteY14289" fmla="*/ 123824 h 3658174"/>
              <a:gd name="connsiteX14290" fmla="*/ 4782987 w 6514506"/>
              <a:gd name="connsiteY14290" fmla="*/ 131825 h 3658174"/>
              <a:gd name="connsiteX14291" fmla="*/ 4788131 w 6514506"/>
              <a:gd name="connsiteY14291" fmla="*/ 138112 h 3658174"/>
              <a:gd name="connsiteX14292" fmla="*/ 4781273 w 6514506"/>
              <a:gd name="connsiteY14292" fmla="*/ 142303 h 3658174"/>
              <a:gd name="connsiteX14293" fmla="*/ 4772605 w 6514506"/>
              <a:gd name="connsiteY14293" fmla="*/ 143827 h 3658174"/>
              <a:gd name="connsiteX14294" fmla="*/ 4772034 w 6514506"/>
              <a:gd name="connsiteY14294" fmla="*/ 147161 h 3658174"/>
              <a:gd name="connsiteX14295" fmla="*/ 4774415 w 6514506"/>
              <a:gd name="connsiteY14295" fmla="*/ 151637 h 3658174"/>
              <a:gd name="connsiteX14296" fmla="*/ 4771081 w 6514506"/>
              <a:gd name="connsiteY14296" fmla="*/ 156114 h 3658174"/>
              <a:gd name="connsiteX14297" fmla="*/ 4765747 w 6514506"/>
              <a:gd name="connsiteY14297" fmla="*/ 157162 h 3658174"/>
              <a:gd name="connsiteX14298" fmla="*/ 4751460 w 6514506"/>
              <a:gd name="connsiteY14298" fmla="*/ 162210 h 3658174"/>
              <a:gd name="connsiteX14299" fmla="*/ 4735839 w 6514506"/>
              <a:gd name="connsiteY14299" fmla="*/ 160400 h 3658174"/>
              <a:gd name="connsiteX14300" fmla="*/ 4729266 w 6514506"/>
              <a:gd name="connsiteY14300" fmla="*/ 157733 h 3658174"/>
              <a:gd name="connsiteX14301" fmla="*/ 4726599 w 6514506"/>
              <a:gd name="connsiteY14301" fmla="*/ 159543 h 3658174"/>
              <a:gd name="connsiteX14302" fmla="*/ 4735267 w 6514506"/>
              <a:gd name="connsiteY14302" fmla="*/ 166496 h 3658174"/>
              <a:gd name="connsiteX14303" fmla="*/ 4756603 w 6514506"/>
              <a:gd name="connsiteY14303" fmla="*/ 165258 h 3658174"/>
              <a:gd name="connsiteX14304" fmla="*/ 4765747 w 6514506"/>
              <a:gd name="connsiteY14304" fmla="*/ 163163 h 3658174"/>
              <a:gd name="connsiteX14305" fmla="*/ 4772605 w 6514506"/>
              <a:gd name="connsiteY14305" fmla="*/ 166306 h 3658174"/>
              <a:gd name="connsiteX14306" fmla="*/ 4784035 w 6514506"/>
              <a:gd name="connsiteY14306" fmla="*/ 166306 h 3658174"/>
              <a:gd name="connsiteX14307" fmla="*/ 4793655 w 6514506"/>
              <a:gd name="connsiteY14307" fmla="*/ 166306 h 3658174"/>
              <a:gd name="connsiteX14308" fmla="*/ 4788226 w 6514506"/>
              <a:gd name="connsiteY14308" fmla="*/ 172021 h 3658174"/>
              <a:gd name="connsiteX14309" fmla="*/ 4783749 w 6514506"/>
              <a:gd name="connsiteY14309" fmla="*/ 176212 h 3658174"/>
              <a:gd name="connsiteX14310" fmla="*/ 4779558 w 6514506"/>
              <a:gd name="connsiteY14310" fmla="*/ 178022 h 3658174"/>
              <a:gd name="connsiteX14311" fmla="*/ 4772986 w 6514506"/>
              <a:gd name="connsiteY14311" fmla="*/ 184022 h 3658174"/>
              <a:gd name="connsiteX14312" fmla="*/ 4765461 w 6514506"/>
              <a:gd name="connsiteY14312" fmla="*/ 187070 h 3658174"/>
              <a:gd name="connsiteX14313" fmla="*/ 4757175 w 6514506"/>
              <a:gd name="connsiteY14313" fmla="*/ 185546 h 3658174"/>
              <a:gd name="connsiteX14314" fmla="*/ 4747269 w 6514506"/>
              <a:gd name="connsiteY14314" fmla="*/ 180784 h 3658174"/>
              <a:gd name="connsiteX14315" fmla="*/ 4738601 w 6514506"/>
              <a:gd name="connsiteY14315" fmla="*/ 179260 h 3658174"/>
              <a:gd name="connsiteX14316" fmla="*/ 4741935 w 6514506"/>
              <a:gd name="connsiteY14316" fmla="*/ 182879 h 3658174"/>
              <a:gd name="connsiteX14317" fmla="*/ 4742792 w 6514506"/>
              <a:gd name="connsiteY14317" fmla="*/ 188023 h 3658174"/>
              <a:gd name="connsiteX14318" fmla="*/ 4731743 w 6514506"/>
              <a:gd name="connsiteY14318" fmla="*/ 182022 h 3658174"/>
              <a:gd name="connsiteX14319" fmla="*/ 4730505 w 6514506"/>
              <a:gd name="connsiteY14319" fmla="*/ 184403 h 3658174"/>
              <a:gd name="connsiteX14320" fmla="*/ 4731076 w 6514506"/>
              <a:gd name="connsiteY14320" fmla="*/ 188309 h 3658174"/>
              <a:gd name="connsiteX14321" fmla="*/ 4726599 w 6514506"/>
              <a:gd name="connsiteY14321" fmla="*/ 186499 h 3658174"/>
              <a:gd name="connsiteX14322" fmla="*/ 4719456 w 6514506"/>
              <a:gd name="connsiteY14322" fmla="*/ 183832 h 3658174"/>
              <a:gd name="connsiteX14323" fmla="*/ 4718599 w 6514506"/>
              <a:gd name="connsiteY14323" fmla="*/ 186499 h 3658174"/>
              <a:gd name="connsiteX14324" fmla="*/ 4721932 w 6514506"/>
              <a:gd name="connsiteY14324" fmla="*/ 189833 h 3658174"/>
              <a:gd name="connsiteX14325" fmla="*/ 4718027 w 6514506"/>
              <a:gd name="connsiteY14325" fmla="*/ 194309 h 3658174"/>
              <a:gd name="connsiteX14326" fmla="*/ 4691071 w 6514506"/>
              <a:gd name="connsiteY14326" fmla="*/ 194309 h 3658174"/>
              <a:gd name="connsiteX14327" fmla="*/ 4688690 w 6514506"/>
              <a:gd name="connsiteY14327" fmla="*/ 194024 h 3658174"/>
              <a:gd name="connsiteX14328" fmla="*/ 4686309 w 6514506"/>
              <a:gd name="connsiteY14328" fmla="*/ 199739 h 3658174"/>
              <a:gd name="connsiteX14329" fmla="*/ 4677355 w 6514506"/>
              <a:gd name="connsiteY14329" fmla="*/ 193738 h 3658174"/>
              <a:gd name="connsiteX14330" fmla="*/ 4675545 w 6514506"/>
              <a:gd name="connsiteY14330" fmla="*/ 196405 h 3658174"/>
              <a:gd name="connsiteX14331" fmla="*/ 4671069 w 6514506"/>
              <a:gd name="connsiteY14331" fmla="*/ 201167 h 3658174"/>
              <a:gd name="connsiteX14332" fmla="*/ 4660020 w 6514506"/>
              <a:gd name="connsiteY14332" fmla="*/ 191547 h 3658174"/>
              <a:gd name="connsiteX14333" fmla="*/ 4666306 w 6514506"/>
              <a:gd name="connsiteY14333" fmla="*/ 183451 h 3658174"/>
              <a:gd name="connsiteX14334" fmla="*/ 4676212 w 6514506"/>
              <a:gd name="connsiteY14334" fmla="*/ 181927 h 3658174"/>
              <a:gd name="connsiteX14335" fmla="*/ 4675355 w 6514506"/>
              <a:gd name="connsiteY14335" fmla="*/ 178974 h 3658174"/>
              <a:gd name="connsiteX14336" fmla="*/ 4664306 w 6514506"/>
              <a:gd name="connsiteY14336" fmla="*/ 174783 h 3658174"/>
              <a:gd name="connsiteX14337" fmla="*/ 4661353 w 6514506"/>
              <a:gd name="connsiteY14337" fmla="*/ 169735 h 3658174"/>
              <a:gd name="connsiteX14338" fmla="*/ 4672116 w 6514506"/>
              <a:gd name="connsiteY14338" fmla="*/ 166401 h 3658174"/>
              <a:gd name="connsiteX14339" fmla="*/ 4687166 w 6514506"/>
              <a:gd name="connsiteY14339" fmla="*/ 170592 h 3658174"/>
              <a:gd name="connsiteX14340" fmla="*/ 4696691 w 6514506"/>
              <a:gd name="connsiteY14340" fmla="*/ 174497 h 3658174"/>
              <a:gd name="connsiteX14341" fmla="*/ 4711359 w 6514506"/>
              <a:gd name="connsiteY14341" fmla="*/ 172973 h 3658174"/>
              <a:gd name="connsiteX14342" fmla="*/ 4717074 w 6514506"/>
              <a:gd name="connsiteY14342" fmla="*/ 166687 h 3658174"/>
              <a:gd name="connsiteX14343" fmla="*/ 4712312 w 6514506"/>
              <a:gd name="connsiteY14343" fmla="*/ 156209 h 3658174"/>
              <a:gd name="connsiteX14344" fmla="*/ 4710216 w 6514506"/>
              <a:gd name="connsiteY14344" fmla="*/ 154114 h 3658174"/>
              <a:gd name="connsiteX14345" fmla="*/ 4708692 w 6514506"/>
              <a:gd name="connsiteY14345" fmla="*/ 159829 h 3658174"/>
              <a:gd name="connsiteX14346" fmla="*/ 4711645 w 6514506"/>
              <a:gd name="connsiteY14346" fmla="*/ 166973 h 3658174"/>
              <a:gd name="connsiteX14347" fmla="*/ 4702311 w 6514506"/>
              <a:gd name="connsiteY14347" fmla="*/ 168497 h 3658174"/>
              <a:gd name="connsiteX14348" fmla="*/ 4696881 w 6514506"/>
              <a:gd name="connsiteY14348" fmla="*/ 168782 h 3658174"/>
              <a:gd name="connsiteX14349" fmla="*/ 4691166 w 6514506"/>
              <a:gd name="connsiteY14349" fmla="*/ 166687 h 3658174"/>
              <a:gd name="connsiteX14350" fmla="*/ 4690595 w 6514506"/>
              <a:gd name="connsiteY14350" fmla="*/ 163067 h 3658174"/>
              <a:gd name="connsiteX14351" fmla="*/ 4689071 w 6514506"/>
              <a:gd name="connsiteY14351" fmla="*/ 157924 h 3658174"/>
              <a:gd name="connsiteX14352" fmla="*/ 4688499 w 6514506"/>
              <a:gd name="connsiteY14352" fmla="*/ 154590 h 3658174"/>
              <a:gd name="connsiteX14353" fmla="*/ 4679832 w 6514506"/>
              <a:gd name="connsiteY14353" fmla="*/ 150685 h 3658174"/>
              <a:gd name="connsiteX14354" fmla="*/ 4678022 w 6514506"/>
              <a:gd name="connsiteY14354" fmla="*/ 152780 h 3658174"/>
              <a:gd name="connsiteX14355" fmla="*/ 4678593 w 6514506"/>
              <a:gd name="connsiteY14355" fmla="*/ 159638 h 3658174"/>
              <a:gd name="connsiteX14356" fmla="*/ 4673545 w 6514506"/>
              <a:gd name="connsiteY14356" fmla="*/ 157543 h 3658174"/>
              <a:gd name="connsiteX14357" fmla="*/ 4671164 w 6514506"/>
              <a:gd name="connsiteY14357" fmla="*/ 156305 h 3658174"/>
              <a:gd name="connsiteX14358" fmla="*/ 4666973 w 6514506"/>
              <a:gd name="connsiteY14358" fmla="*/ 160781 h 3658174"/>
              <a:gd name="connsiteX14359" fmla="*/ 4658019 w 6514506"/>
              <a:gd name="connsiteY14359" fmla="*/ 161067 h 3658174"/>
              <a:gd name="connsiteX14360" fmla="*/ 4654686 w 6514506"/>
              <a:gd name="connsiteY14360" fmla="*/ 158114 h 3658174"/>
              <a:gd name="connsiteX14361" fmla="*/ 4655257 w 6514506"/>
              <a:gd name="connsiteY14361" fmla="*/ 152685 h 3658174"/>
              <a:gd name="connsiteX14362" fmla="*/ 4659448 w 6514506"/>
              <a:gd name="connsiteY14362" fmla="*/ 149066 h 3658174"/>
              <a:gd name="connsiteX14363" fmla="*/ 4666973 w 6514506"/>
              <a:gd name="connsiteY14363" fmla="*/ 146113 h 3658174"/>
              <a:gd name="connsiteX14364" fmla="*/ 4676307 w 6514506"/>
              <a:gd name="connsiteY14364" fmla="*/ 144875 h 3658174"/>
              <a:gd name="connsiteX14365" fmla="*/ 4686213 w 6514506"/>
              <a:gd name="connsiteY14365" fmla="*/ 142779 h 3658174"/>
              <a:gd name="connsiteX14366" fmla="*/ 4700025 w 6514506"/>
              <a:gd name="connsiteY14366" fmla="*/ 144589 h 3658174"/>
              <a:gd name="connsiteX14367" fmla="*/ 4701263 w 6514506"/>
              <a:gd name="connsiteY14367" fmla="*/ 141922 h 3658174"/>
              <a:gd name="connsiteX14368" fmla="*/ 4693452 w 6514506"/>
              <a:gd name="connsiteY14368" fmla="*/ 140112 h 3658174"/>
              <a:gd name="connsiteX14369" fmla="*/ 4702692 w 6514506"/>
              <a:gd name="connsiteY14369" fmla="*/ 138874 h 3658174"/>
              <a:gd name="connsiteX14370" fmla="*/ 4706978 w 6514506"/>
              <a:gd name="connsiteY14370" fmla="*/ 135921 h 3658174"/>
              <a:gd name="connsiteX14371" fmla="*/ 4698786 w 6514506"/>
              <a:gd name="connsiteY14371" fmla="*/ 135064 h 3658174"/>
              <a:gd name="connsiteX14372" fmla="*/ 4683166 w 6514506"/>
              <a:gd name="connsiteY14372" fmla="*/ 139826 h 3658174"/>
              <a:gd name="connsiteX14373" fmla="*/ 4666401 w 6514506"/>
              <a:gd name="connsiteY14373" fmla="*/ 140398 h 3658174"/>
              <a:gd name="connsiteX14374" fmla="*/ 4672402 w 6514506"/>
              <a:gd name="connsiteY14374" fmla="*/ 137064 h 3658174"/>
              <a:gd name="connsiteX14375" fmla="*/ 4672116 w 6514506"/>
              <a:gd name="connsiteY14375" fmla="*/ 133445 h 3658174"/>
              <a:gd name="connsiteX14376" fmla="*/ 4648780 w 6514506"/>
              <a:gd name="connsiteY14376" fmla="*/ 126587 h 3658174"/>
              <a:gd name="connsiteX14377" fmla="*/ 4644303 w 6514506"/>
              <a:gd name="connsiteY14377" fmla="*/ 124777 h 3658174"/>
              <a:gd name="connsiteX14378" fmla="*/ 4642494 w 6514506"/>
              <a:gd name="connsiteY14378" fmla="*/ 123253 h 3658174"/>
              <a:gd name="connsiteX14379" fmla="*/ 4629920 w 6514506"/>
              <a:gd name="connsiteY14379" fmla="*/ 116966 h 3658174"/>
              <a:gd name="connsiteX14380" fmla="*/ 4638303 w 6514506"/>
              <a:gd name="connsiteY14380" fmla="*/ 109442 h 3658174"/>
              <a:gd name="connsiteX14381" fmla="*/ 4656019 w 6514506"/>
              <a:gd name="connsiteY14381" fmla="*/ 110394 h 3658174"/>
              <a:gd name="connsiteX14382" fmla="*/ 4667354 w 6514506"/>
              <a:gd name="connsiteY14382" fmla="*/ 112490 h 3658174"/>
              <a:gd name="connsiteX14383" fmla="*/ 4683261 w 6514506"/>
              <a:gd name="connsiteY14383" fmla="*/ 118681 h 3658174"/>
              <a:gd name="connsiteX14384" fmla="*/ 4694691 w 6514506"/>
              <a:gd name="connsiteY14384" fmla="*/ 120205 h 3658174"/>
              <a:gd name="connsiteX14385" fmla="*/ 4698596 w 6514506"/>
              <a:gd name="connsiteY14385" fmla="*/ 119348 h 3658174"/>
              <a:gd name="connsiteX14386" fmla="*/ 4696500 w 6514506"/>
              <a:gd name="connsiteY14386" fmla="*/ 116681 h 3658174"/>
              <a:gd name="connsiteX14387" fmla="*/ 4686594 w 6514506"/>
              <a:gd name="connsiteY14387" fmla="*/ 115157 h 3658174"/>
              <a:gd name="connsiteX14388" fmla="*/ 4677641 w 6514506"/>
              <a:gd name="connsiteY14388" fmla="*/ 110394 h 3658174"/>
              <a:gd name="connsiteX14389" fmla="*/ 4676784 w 6514506"/>
              <a:gd name="connsiteY14389" fmla="*/ 103155 h 3658174"/>
              <a:gd name="connsiteX14390" fmla="*/ 4685451 w 6514506"/>
              <a:gd name="connsiteY14390" fmla="*/ 99821 h 3658174"/>
              <a:gd name="connsiteX14391" fmla="*/ 4697167 w 6514506"/>
              <a:gd name="connsiteY14391" fmla="*/ 98297 h 3658174"/>
              <a:gd name="connsiteX14392" fmla="*/ 4708216 w 6514506"/>
              <a:gd name="connsiteY14392" fmla="*/ 97440 h 3658174"/>
              <a:gd name="connsiteX14393" fmla="*/ 4701930 w 6514506"/>
              <a:gd name="connsiteY14393" fmla="*/ 94487 h 3658174"/>
              <a:gd name="connsiteX14394" fmla="*/ 4711836 w 6514506"/>
              <a:gd name="connsiteY14394" fmla="*/ 89058 h 3658174"/>
              <a:gd name="connsiteX14395" fmla="*/ 4712693 w 6514506"/>
              <a:gd name="connsiteY14395" fmla="*/ 85724 h 3658174"/>
              <a:gd name="connsiteX14396" fmla="*/ 4699167 w 6514506"/>
              <a:gd name="connsiteY14396" fmla="*/ 89630 h 3658174"/>
              <a:gd name="connsiteX14397" fmla="*/ 4697358 w 6514506"/>
              <a:gd name="connsiteY14397" fmla="*/ 84486 h 3658174"/>
              <a:gd name="connsiteX14398" fmla="*/ 4703073 w 6514506"/>
              <a:gd name="connsiteY14398" fmla="*/ 79438 h 3658174"/>
              <a:gd name="connsiteX14399" fmla="*/ 4710216 w 6514506"/>
              <a:gd name="connsiteY14399" fmla="*/ 75533 h 3658174"/>
              <a:gd name="connsiteX14400" fmla="*/ 4710788 w 6514506"/>
              <a:gd name="connsiteY14400" fmla="*/ 72866 h 3658174"/>
              <a:gd name="connsiteX14401" fmla="*/ 4696405 w 6514506"/>
              <a:gd name="connsiteY14401" fmla="*/ 79724 h 3658174"/>
              <a:gd name="connsiteX14402" fmla="*/ 4663734 w 6514506"/>
              <a:gd name="connsiteY14402" fmla="*/ 93821 h 3658174"/>
              <a:gd name="connsiteX14403" fmla="*/ 4643065 w 6514506"/>
              <a:gd name="connsiteY14403" fmla="*/ 101631 h 3658174"/>
              <a:gd name="connsiteX14404" fmla="*/ 4643065 w 6514506"/>
              <a:gd name="connsiteY14404" fmla="*/ 95630 h 3658174"/>
              <a:gd name="connsiteX14405" fmla="*/ 4639445 w 6514506"/>
              <a:gd name="connsiteY14405" fmla="*/ 93821 h 3658174"/>
              <a:gd name="connsiteX14406" fmla="*/ 4633159 w 6514506"/>
              <a:gd name="connsiteY14406" fmla="*/ 95916 h 3658174"/>
              <a:gd name="connsiteX14407" fmla="*/ 4629920 w 6514506"/>
              <a:gd name="connsiteY14407" fmla="*/ 95821 h 3658174"/>
              <a:gd name="connsiteX14408" fmla="*/ 4629254 w 6514506"/>
              <a:gd name="connsiteY14408" fmla="*/ 100393 h 3658174"/>
              <a:gd name="connsiteX14409" fmla="*/ 4618205 w 6514506"/>
              <a:gd name="connsiteY14409" fmla="*/ 106679 h 3658174"/>
              <a:gd name="connsiteX14410" fmla="*/ 4617919 w 6514506"/>
              <a:gd name="connsiteY14410" fmla="*/ 94392 h 3658174"/>
              <a:gd name="connsiteX14411" fmla="*/ 4616014 w 6514506"/>
              <a:gd name="connsiteY14411" fmla="*/ 93821 h 3658174"/>
              <a:gd name="connsiteX14412" fmla="*/ 4615252 w 6514506"/>
              <a:gd name="connsiteY14412" fmla="*/ 96488 h 3658174"/>
              <a:gd name="connsiteX14413" fmla="*/ 4614681 w 6514506"/>
              <a:gd name="connsiteY14413" fmla="*/ 106394 h 3658174"/>
              <a:gd name="connsiteX14414" fmla="*/ 4609918 w 6514506"/>
              <a:gd name="connsiteY14414" fmla="*/ 113537 h 3658174"/>
              <a:gd name="connsiteX14415" fmla="*/ 4597059 w 6514506"/>
              <a:gd name="connsiteY14415" fmla="*/ 116871 h 3658174"/>
              <a:gd name="connsiteX14416" fmla="*/ 4586296 w 6514506"/>
              <a:gd name="connsiteY14416" fmla="*/ 108203 h 3658174"/>
              <a:gd name="connsiteX14417" fmla="*/ 4595535 w 6514506"/>
              <a:gd name="connsiteY14417" fmla="*/ 102203 h 3658174"/>
              <a:gd name="connsiteX14418" fmla="*/ 4604203 w 6514506"/>
              <a:gd name="connsiteY14418" fmla="*/ 96773 h 3658174"/>
              <a:gd name="connsiteX14419" fmla="*/ 4602679 w 6514506"/>
              <a:gd name="connsiteY14419" fmla="*/ 95916 h 3658174"/>
              <a:gd name="connsiteX14420" fmla="*/ 4588868 w 6514506"/>
              <a:gd name="connsiteY14420" fmla="*/ 101917 h 3658174"/>
              <a:gd name="connsiteX14421" fmla="*/ 4574771 w 6514506"/>
              <a:gd name="connsiteY14421" fmla="*/ 110013 h 3658174"/>
              <a:gd name="connsiteX14422" fmla="*/ 4574199 w 6514506"/>
              <a:gd name="connsiteY14422" fmla="*/ 104965 h 3658174"/>
              <a:gd name="connsiteX14423" fmla="*/ 4586487 w 6514506"/>
              <a:gd name="connsiteY14423" fmla="*/ 96583 h 3658174"/>
              <a:gd name="connsiteX14424" fmla="*/ 4583153 w 6514506"/>
              <a:gd name="connsiteY14424" fmla="*/ 93916 h 3658174"/>
              <a:gd name="connsiteX14425" fmla="*/ 4562769 w 6514506"/>
              <a:gd name="connsiteY14425" fmla="*/ 102869 h 3658174"/>
              <a:gd name="connsiteX14426" fmla="*/ 4546291 w 6514506"/>
              <a:gd name="connsiteY14426" fmla="*/ 98107 h 3658174"/>
              <a:gd name="connsiteX14427" fmla="*/ 4558578 w 6514506"/>
              <a:gd name="connsiteY14427" fmla="*/ 90011 h 3658174"/>
              <a:gd name="connsiteX14428" fmla="*/ 4566960 w 6514506"/>
              <a:gd name="connsiteY14428" fmla="*/ 85534 h 3658174"/>
              <a:gd name="connsiteX14429" fmla="*/ 4575628 w 6514506"/>
              <a:gd name="connsiteY14429" fmla="*/ 82867 h 3658174"/>
              <a:gd name="connsiteX14430" fmla="*/ 4585820 w 6514506"/>
              <a:gd name="connsiteY14430" fmla="*/ 84867 h 3658174"/>
              <a:gd name="connsiteX14431" fmla="*/ 4588773 w 6514506"/>
              <a:gd name="connsiteY14431" fmla="*/ 83153 h 3658174"/>
              <a:gd name="connsiteX14432" fmla="*/ 4583343 w 6514506"/>
              <a:gd name="connsiteY14432" fmla="*/ 80771 h 3658174"/>
              <a:gd name="connsiteX14433" fmla="*/ 4590201 w 6514506"/>
              <a:gd name="connsiteY14433" fmla="*/ 79533 h 3658174"/>
              <a:gd name="connsiteX14434" fmla="*/ 4606965 w 6514506"/>
              <a:gd name="connsiteY14434" fmla="*/ 81057 h 3658174"/>
              <a:gd name="connsiteX14435" fmla="*/ 4608204 w 6514506"/>
              <a:gd name="connsiteY14435" fmla="*/ 77723 h 3658174"/>
              <a:gd name="connsiteX14436" fmla="*/ 4600679 w 6514506"/>
              <a:gd name="connsiteY14436" fmla="*/ 76485 h 3658174"/>
              <a:gd name="connsiteX14437" fmla="*/ 4593154 w 6514506"/>
              <a:gd name="connsiteY14437" fmla="*/ 73532 h 3658174"/>
              <a:gd name="connsiteX14438" fmla="*/ 4585058 w 6514506"/>
              <a:gd name="connsiteY14438" fmla="*/ 70199 h 3658174"/>
              <a:gd name="connsiteX14439" fmla="*/ 4593440 w 6514506"/>
              <a:gd name="connsiteY14439" fmla="*/ 68675 h 3658174"/>
              <a:gd name="connsiteX14440" fmla="*/ 4602108 w 6514506"/>
              <a:gd name="connsiteY14440" fmla="*/ 69913 h 3658174"/>
              <a:gd name="connsiteX14441" fmla="*/ 4612299 w 6514506"/>
              <a:gd name="connsiteY14441" fmla="*/ 72294 h 3658174"/>
              <a:gd name="connsiteX14442" fmla="*/ 4628206 w 6514506"/>
              <a:gd name="connsiteY14442" fmla="*/ 72580 h 3658174"/>
              <a:gd name="connsiteX14443" fmla="*/ 4633635 w 6514506"/>
              <a:gd name="connsiteY14443" fmla="*/ 73818 h 3658174"/>
              <a:gd name="connsiteX14444" fmla="*/ 4643256 w 6514506"/>
              <a:gd name="connsiteY14444" fmla="*/ 72580 h 3658174"/>
              <a:gd name="connsiteX14445" fmla="*/ 4645351 w 6514506"/>
              <a:gd name="connsiteY14445" fmla="*/ 69913 h 3658174"/>
              <a:gd name="connsiteX14446" fmla="*/ 4634588 w 6514506"/>
              <a:gd name="connsiteY14446" fmla="*/ 63912 h 3658174"/>
              <a:gd name="connsiteX14447" fmla="*/ 4646875 w 6514506"/>
              <a:gd name="connsiteY14447" fmla="*/ 64198 h 3658174"/>
              <a:gd name="connsiteX14448" fmla="*/ 4659448 w 6514506"/>
              <a:gd name="connsiteY14448" fmla="*/ 63341 h 3658174"/>
              <a:gd name="connsiteX14449" fmla="*/ 4644208 w 6514506"/>
              <a:gd name="connsiteY14449" fmla="*/ 61531 h 3658174"/>
              <a:gd name="connsiteX14450" fmla="*/ 4648685 w 6514506"/>
              <a:gd name="connsiteY14450" fmla="*/ 57340 h 3658174"/>
              <a:gd name="connsiteX14451" fmla="*/ 4652590 w 6514506"/>
              <a:gd name="connsiteY14451" fmla="*/ 56102 h 3658174"/>
              <a:gd name="connsiteX14452" fmla="*/ 4675355 w 6514506"/>
              <a:gd name="connsiteY14452" fmla="*/ 54006 h 3658174"/>
              <a:gd name="connsiteX14453" fmla="*/ 4678308 w 6514506"/>
              <a:gd name="connsiteY14453" fmla="*/ 51625 h 3658174"/>
              <a:gd name="connsiteX14454" fmla="*/ 4677069 w 6514506"/>
              <a:gd name="connsiteY14454" fmla="*/ 46577 h 3658174"/>
              <a:gd name="connsiteX14455" fmla="*/ 4686975 w 6514506"/>
              <a:gd name="connsiteY14455" fmla="*/ 43243 h 3658174"/>
              <a:gd name="connsiteX14456" fmla="*/ 4698977 w 6514506"/>
              <a:gd name="connsiteY14456" fmla="*/ 42957 h 3658174"/>
              <a:gd name="connsiteX14457" fmla="*/ 4710407 w 6514506"/>
              <a:gd name="connsiteY14457" fmla="*/ 46291 h 3658174"/>
              <a:gd name="connsiteX14458" fmla="*/ 4711645 w 6514506"/>
              <a:gd name="connsiteY14458" fmla="*/ 43338 h 3658174"/>
              <a:gd name="connsiteX14459" fmla="*/ 4709264 w 6514506"/>
              <a:gd name="connsiteY14459" fmla="*/ 39719 h 3658174"/>
              <a:gd name="connsiteX14460" fmla="*/ 4731457 w 6514506"/>
              <a:gd name="connsiteY14460" fmla="*/ 32861 h 3658174"/>
              <a:gd name="connsiteX14461" fmla="*/ 4736601 w 6514506"/>
              <a:gd name="connsiteY14461" fmla="*/ 32289 h 3658174"/>
              <a:gd name="connsiteX14462" fmla="*/ 4743173 w 6514506"/>
              <a:gd name="connsiteY14462" fmla="*/ 30479 h 3658174"/>
              <a:gd name="connsiteX14463" fmla="*/ 4759651 w 6514506"/>
              <a:gd name="connsiteY14463" fmla="*/ 29622 h 3658174"/>
              <a:gd name="connsiteX14464" fmla="*/ 4764128 w 6514506"/>
              <a:gd name="connsiteY14464" fmla="*/ 32289 h 3658174"/>
              <a:gd name="connsiteX14465" fmla="*/ 4749745 w 6514506"/>
              <a:gd name="connsiteY14465" fmla="*/ 37052 h 3658174"/>
              <a:gd name="connsiteX14466" fmla="*/ 4746126 w 6514506"/>
              <a:gd name="connsiteY14466" fmla="*/ 41528 h 3658174"/>
              <a:gd name="connsiteX14467" fmla="*/ 4759651 w 6514506"/>
              <a:gd name="connsiteY14467" fmla="*/ 37623 h 3658174"/>
              <a:gd name="connsiteX14468" fmla="*/ 4766033 w 6514506"/>
              <a:gd name="connsiteY14468" fmla="*/ 36004 h 3658174"/>
              <a:gd name="connsiteX14469" fmla="*/ 4774415 w 6514506"/>
              <a:gd name="connsiteY14469" fmla="*/ 31813 h 3658174"/>
              <a:gd name="connsiteX14470" fmla="*/ 4778320 w 6514506"/>
              <a:gd name="connsiteY14470" fmla="*/ 30003 h 3658174"/>
              <a:gd name="connsiteX14471" fmla="*/ 4784035 w 6514506"/>
              <a:gd name="connsiteY14471" fmla="*/ 27336 h 3658174"/>
              <a:gd name="connsiteX14472" fmla="*/ 4814610 w 6514506"/>
              <a:gd name="connsiteY14472" fmla="*/ 31527 h 3658174"/>
              <a:gd name="connsiteX14473" fmla="*/ 4823945 w 6514506"/>
              <a:gd name="connsiteY14473" fmla="*/ 27908 h 3658174"/>
              <a:gd name="connsiteX14474" fmla="*/ 4831268 w 6514506"/>
              <a:gd name="connsiteY14474" fmla="*/ 24919 h 3658174"/>
              <a:gd name="connsiteX14475" fmla="*/ 4918588 w 6514506"/>
              <a:gd name="connsiteY14475" fmla="*/ 12144 h 3658174"/>
              <a:gd name="connsiteX14476" fmla="*/ 4922720 w 6514506"/>
              <a:gd name="connsiteY14476" fmla="*/ 12858 h 3658174"/>
              <a:gd name="connsiteX14477" fmla="*/ 4933768 w 6514506"/>
              <a:gd name="connsiteY14477" fmla="*/ 14097 h 3658174"/>
              <a:gd name="connsiteX14478" fmla="*/ 4932245 w 6514506"/>
              <a:gd name="connsiteY14478" fmla="*/ 16192 h 3658174"/>
              <a:gd name="connsiteX14479" fmla="*/ 4919385 w 6514506"/>
              <a:gd name="connsiteY14479" fmla="*/ 16478 h 3658174"/>
              <a:gd name="connsiteX14480" fmla="*/ 4918242 w 6514506"/>
              <a:gd name="connsiteY14480" fmla="*/ 13716 h 3658174"/>
              <a:gd name="connsiteX14481" fmla="*/ 4918588 w 6514506"/>
              <a:gd name="connsiteY14481" fmla="*/ 12144 h 3658174"/>
              <a:gd name="connsiteX14482" fmla="*/ 1403327 w 6514506"/>
              <a:gd name="connsiteY14482" fmla="*/ 1428 h 3658174"/>
              <a:gd name="connsiteX14483" fmla="*/ 1416185 w 6514506"/>
              <a:gd name="connsiteY14483" fmla="*/ 13334 h 3658174"/>
              <a:gd name="connsiteX14484" fmla="*/ 1421900 w 6514506"/>
              <a:gd name="connsiteY14484" fmla="*/ 17811 h 3658174"/>
              <a:gd name="connsiteX14485" fmla="*/ 1430854 w 6514506"/>
              <a:gd name="connsiteY14485" fmla="*/ 23526 h 3658174"/>
              <a:gd name="connsiteX14486" fmla="*/ 1435045 w 6514506"/>
              <a:gd name="connsiteY14486" fmla="*/ 30765 h 3658174"/>
              <a:gd name="connsiteX14487" fmla="*/ 1424281 w 6514506"/>
              <a:gd name="connsiteY14487" fmla="*/ 32575 h 3658174"/>
              <a:gd name="connsiteX14488" fmla="*/ 1411994 w 6514506"/>
              <a:gd name="connsiteY14488" fmla="*/ 32003 h 3658174"/>
              <a:gd name="connsiteX14489" fmla="*/ 1395230 w 6514506"/>
              <a:gd name="connsiteY14489" fmla="*/ 33527 h 3658174"/>
              <a:gd name="connsiteX14490" fmla="*/ 1378466 w 6514506"/>
              <a:gd name="connsiteY14490" fmla="*/ 32956 h 3658174"/>
              <a:gd name="connsiteX14491" fmla="*/ 1370084 w 6514506"/>
              <a:gd name="connsiteY14491" fmla="*/ 29622 h 3658174"/>
              <a:gd name="connsiteX14492" fmla="*/ 1362560 w 6514506"/>
              <a:gd name="connsiteY14492" fmla="*/ 26955 h 3658174"/>
              <a:gd name="connsiteX14493" fmla="*/ 1349035 w 6514506"/>
              <a:gd name="connsiteY14493" fmla="*/ 25431 h 3658174"/>
              <a:gd name="connsiteX14494" fmla="*/ 1345129 w 6514506"/>
              <a:gd name="connsiteY14494" fmla="*/ 27812 h 3658174"/>
              <a:gd name="connsiteX14495" fmla="*/ 1360369 w 6514506"/>
              <a:gd name="connsiteY14495" fmla="*/ 31432 h 3658174"/>
              <a:gd name="connsiteX14496" fmla="*/ 1363322 w 6514506"/>
              <a:gd name="connsiteY14496" fmla="*/ 39242 h 3658174"/>
              <a:gd name="connsiteX14497" fmla="*/ 1345034 w 6514506"/>
              <a:gd name="connsiteY14497" fmla="*/ 37147 h 3658174"/>
              <a:gd name="connsiteX14498" fmla="*/ 1335699 w 6514506"/>
              <a:gd name="connsiteY14498" fmla="*/ 33527 h 3658174"/>
              <a:gd name="connsiteX14499" fmla="*/ 1326079 w 6514506"/>
              <a:gd name="connsiteY14499" fmla="*/ 29622 h 3658174"/>
              <a:gd name="connsiteX14500" fmla="*/ 1316173 w 6514506"/>
              <a:gd name="connsiteY14500" fmla="*/ 34385 h 3658174"/>
              <a:gd name="connsiteX14501" fmla="*/ 1316173 w 6514506"/>
              <a:gd name="connsiteY14501" fmla="*/ 36480 h 3658174"/>
              <a:gd name="connsiteX14502" fmla="*/ 1332651 w 6514506"/>
              <a:gd name="connsiteY14502" fmla="*/ 36480 h 3658174"/>
              <a:gd name="connsiteX14503" fmla="*/ 1340748 w 6514506"/>
              <a:gd name="connsiteY14503" fmla="*/ 43052 h 3658174"/>
              <a:gd name="connsiteX14504" fmla="*/ 1334461 w 6514506"/>
              <a:gd name="connsiteY14504" fmla="*/ 44576 h 3658174"/>
              <a:gd name="connsiteX14505" fmla="*/ 1317697 w 6514506"/>
              <a:gd name="connsiteY14505" fmla="*/ 45148 h 3658174"/>
              <a:gd name="connsiteX14506" fmla="*/ 1302552 w 6514506"/>
              <a:gd name="connsiteY14506" fmla="*/ 49720 h 3658174"/>
              <a:gd name="connsiteX14507" fmla="*/ 1300552 w 6514506"/>
              <a:gd name="connsiteY14507" fmla="*/ 51339 h 3658174"/>
              <a:gd name="connsiteX14508" fmla="*/ 1289122 w 6514506"/>
              <a:gd name="connsiteY14508" fmla="*/ 58483 h 3658174"/>
              <a:gd name="connsiteX14509" fmla="*/ 1278073 w 6514506"/>
              <a:gd name="connsiteY14509" fmla="*/ 64198 h 3658174"/>
              <a:gd name="connsiteX14510" fmla="*/ 1268452 w 6514506"/>
              <a:gd name="connsiteY14510" fmla="*/ 66008 h 3658174"/>
              <a:gd name="connsiteX14511" fmla="*/ 1263976 w 6514506"/>
              <a:gd name="connsiteY14511" fmla="*/ 63341 h 3658174"/>
              <a:gd name="connsiteX14512" fmla="*/ 1258547 w 6514506"/>
              <a:gd name="connsiteY14512" fmla="*/ 61816 h 3658174"/>
              <a:gd name="connsiteX14513" fmla="*/ 1258832 w 6514506"/>
              <a:gd name="connsiteY14513" fmla="*/ 68103 h 3658174"/>
              <a:gd name="connsiteX14514" fmla="*/ 1262738 w 6514506"/>
              <a:gd name="connsiteY14514" fmla="*/ 75628 h 3658174"/>
              <a:gd name="connsiteX14515" fmla="*/ 1258547 w 6514506"/>
              <a:gd name="connsiteY14515" fmla="*/ 76485 h 3658174"/>
              <a:gd name="connsiteX14516" fmla="*/ 1252260 w 6514506"/>
              <a:gd name="connsiteY14516" fmla="*/ 74104 h 3658174"/>
              <a:gd name="connsiteX14517" fmla="*/ 1249879 w 6514506"/>
              <a:gd name="connsiteY14517" fmla="*/ 78581 h 3658174"/>
              <a:gd name="connsiteX14518" fmla="*/ 1256451 w 6514506"/>
              <a:gd name="connsiteY14518" fmla="*/ 82771 h 3658174"/>
              <a:gd name="connsiteX14519" fmla="*/ 1254641 w 6514506"/>
              <a:gd name="connsiteY14519" fmla="*/ 87534 h 3658174"/>
              <a:gd name="connsiteX14520" fmla="*/ 1244449 w 6514506"/>
              <a:gd name="connsiteY14520" fmla="*/ 87534 h 3658174"/>
              <a:gd name="connsiteX14521" fmla="*/ 1237591 w 6514506"/>
              <a:gd name="connsiteY14521" fmla="*/ 82771 h 3658174"/>
              <a:gd name="connsiteX14522" fmla="*/ 1228257 w 6514506"/>
              <a:gd name="connsiteY14522" fmla="*/ 81914 h 3658174"/>
              <a:gd name="connsiteX14523" fmla="*/ 1224066 w 6514506"/>
              <a:gd name="connsiteY14523" fmla="*/ 82486 h 3658174"/>
              <a:gd name="connsiteX14524" fmla="*/ 1219875 w 6514506"/>
              <a:gd name="connsiteY14524" fmla="*/ 84296 h 3658174"/>
              <a:gd name="connsiteX14525" fmla="*/ 1213875 w 6514506"/>
              <a:gd name="connsiteY14525" fmla="*/ 83724 h 3658174"/>
              <a:gd name="connsiteX14526" fmla="*/ 1210922 w 6514506"/>
              <a:gd name="connsiteY14526" fmla="*/ 81629 h 3658174"/>
              <a:gd name="connsiteX14527" fmla="*/ 1204921 w 6514506"/>
              <a:gd name="connsiteY14527" fmla="*/ 84296 h 3658174"/>
              <a:gd name="connsiteX14528" fmla="*/ 1202920 w 6514506"/>
              <a:gd name="connsiteY14528" fmla="*/ 86201 h 3658174"/>
              <a:gd name="connsiteX14529" fmla="*/ 1202349 w 6514506"/>
              <a:gd name="connsiteY14529" fmla="*/ 89820 h 3658174"/>
              <a:gd name="connsiteX14530" fmla="*/ 1209207 w 6514506"/>
              <a:gd name="connsiteY14530" fmla="*/ 93440 h 3658174"/>
              <a:gd name="connsiteX14531" fmla="*/ 1210445 w 6514506"/>
              <a:gd name="connsiteY14531" fmla="*/ 97631 h 3658174"/>
              <a:gd name="connsiteX14532" fmla="*/ 1200539 w 6514506"/>
              <a:gd name="connsiteY14532" fmla="*/ 95821 h 3658174"/>
              <a:gd name="connsiteX14533" fmla="*/ 1195396 w 6514506"/>
              <a:gd name="connsiteY14533" fmla="*/ 94297 h 3658174"/>
              <a:gd name="connsiteX14534" fmla="*/ 1201682 w 6514506"/>
              <a:gd name="connsiteY14534" fmla="*/ 99345 h 3658174"/>
              <a:gd name="connsiteX14535" fmla="*/ 1209493 w 6514506"/>
              <a:gd name="connsiteY14535" fmla="*/ 103822 h 3658174"/>
              <a:gd name="connsiteX14536" fmla="*/ 1205587 w 6514506"/>
              <a:gd name="connsiteY14536" fmla="*/ 107441 h 3658174"/>
              <a:gd name="connsiteX14537" fmla="*/ 1201969 w 6514506"/>
              <a:gd name="connsiteY14537" fmla="*/ 111346 h 3658174"/>
              <a:gd name="connsiteX14538" fmla="*/ 1195681 w 6514506"/>
              <a:gd name="connsiteY14538" fmla="*/ 114014 h 3658174"/>
              <a:gd name="connsiteX14539" fmla="*/ 1187014 w 6514506"/>
              <a:gd name="connsiteY14539" fmla="*/ 109251 h 3658174"/>
              <a:gd name="connsiteX14540" fmla="*/ 1183108 w 6514506"/>
              <a:gd name="connsiteY14540" fmla="*/ 101726 h 3658174"/>
              <a:gd name="connsiteX14541" fmla="*/ 1181299 w 6514506"/>
              <a:gd name="connsiteY14541" fmla="*/ 100488 h 3658174"/>
              <a:gd name="connsiteX14542" fmla="*/ 1181299 w 6514506"/>
              <a:gd name="connsiteY14542" fmla="*/ 107346 h 3658174"/>
              <a:gd name="connsiteX14543" fmla="*/ 1175012 w 6514506"/>
              <a:gd name="connsiteY14543" fmla="*/ 109727 h 3658174"/>
              <a:gd name="connsiteX14544" fmla="*/ 1171393 w 6514506"/>
              <a:gd name="connsiteY14544" fmla="*/ 112394 h 3658174"/>
              <a:gd name="connsiteX14545" fmla="*/ 1172250 w 6514506"/>
              <a:gd name="connsiteY14545" fmla="*/ 117443 h 3658174"/>
              <a:gd name="connsiteX14546" fmla="*/ 1175203 w 6514506"/>
              <a:gd name="connsiteY14546" fmla="*/ 124682 h 3658174"/>
              <a:gd name="connsiteX14547" fmla="*/ 1173964 w 6514506"/>
              <a:gd name="connsiteY14547" fmla="*/ 129444 h 3658174"/>
              <a:gd name="connsiteX14548" fmla="*/ 1168249 w 6514506"/>
              <a:gd name="connsiteY14548" fmla="*/ 125253 h 3658174"/>
              <a:gd name="connsiteX14549" fmla="*/ 1159010 w 6514506"/>
              <a:gd name="connsiteY14549" fmla="*/ 119252 h 3658174"/>
              <a:gd name="connsiteX14550" fmla="*/ 1150914 w 6514506"/>
              <a:gd name="connsiteY14550" fmla="*/ 119538 h 3658174"/>
              <a:gd name="connsiteX14551" fmla="*/ 1141294 w 6514506"/>
              <a:gd name="connsiteY14551" fmla="*/ 123729 h 3658174"/>
              <a:gd name="connsiteX14552" fmla="*/ 1137674 w 6514506"/>
              <a:gd name="connsiteY14552" fmla="*/ 123729 h 3658174"/>
              <a:gd name="connsiteX14553" fmla="*/ 1134626 w 6514506"/>
              <a:gd name="connsiteY14553" fmla="*/ 130587 h 3658174"/>
              <a:gd name="connsiteX14554" fmla="*/ 1138531 w 6514506"/>
              <a:gd name="connsiteY14554" fmla="*/ 131444 h 3658174"/>
              <a:gd name="connsiteX14555" fmla="*/ 1144818 w 6514506"/>
              <a:gd name="connsiteY14555" fmla="*/ 129635 h 3658174"/>
              <a:gd name="connsiteX14556" fmla="*/ 1147199 w 6514506"/>
              <a:gd name="connsiteY14556" fmla="*/ 133254 h 3658174"/>
              <a:gd name="connsiteX14557" fmla="*/ 1140913 w 6514506"/>
              <a:gd name="connsiteY14557" fmla="*/ 137445 h 3658174"/>
              <a:gd name="connsiteX14558" fmla="*/ 1133102 w 6514506"/>
              <a:gd name="connsiteY14558" fmla="*/ 139255 h 3658174"/>
              <a:gd name="connsiteX14559" fmla="*/ 1123768 w 6514506"/>
              <a:gd name="connsiteY14559" fmla="*/ 137159 h 3658174"/>
              <a:gd name="connsiteX14560" fmla="*/ 1110624 w 6514506"/>
              <a:gd name="connsiteY14560" fmla="*/ 132683 h 3658174"/>
              <a:gd name="connsiteX14561" fmla="*/ 1113576 w 6514506"/>
              <a:gd name="connsiteY14561" fmla="*/ 129730 h 3658174"/>
              <a:gd name="connsiteX14562" fmla="*/ 1119577 w 6514506"/>
              <a:gd name="connsiteY14562" fmla="*/ 132683 h 3658174"/>
              <a:gd name="connsiteX14563" fmla="*/ 1115957 w 6514506"/>
              <a:gd name="connsiteY14563" fmla="*/ 127634 h 3658174"/>
              <a:gd name="connsiteX14564" fmla="*/ 1105480 w 6514506"/>
              <a:gd name="connsiteY14564" fmla="*/ 124301 h 3658174"/>
              <a:gd name="connsiteX14565" fmla="*/ 1098622 w 6514506"/>
              <a:gd name="connsiteY14565" fmla="*/ 121348 h 3658174"/>
              <a:gd name="connsiteX14566" fmla="*/ 1095669 w 6514506"/>
              <a:gd name="connsiteY14566" fmla="*/ 121634 h 3658174"/>
              <a:gd name="connsiteX14567" fmla="*/ 1092335 w 6514506"/>
              <a:gd name="connsiteY14567" fmla="*/ 125825 h 3658174"/>
              <a:gd name="connsiteX14568" fmla="*/ 1085477 w 6514506"/>
              <a:gd name="connsiteY14568" fmla="*/ 125825 h 3658174"/>
              <a:gd name="connsiteX14569" fmla="*/ 1077667 w 6514506"/>
              <a:gd name="connsiteY14569" fmla="*/ 123729 h 3658174"/>
              <a:gd name="connsiteX14570" fmla="*/ 1071666 w 6514506"/>
              <a:gd name="connsiteY14570" fmla="*/ 121062 h 3658174"/>
              <a:gd name="connsiteX14571" fmla="*/ 1061474 w 6514506"/>
              <a:gd name="connsiteY14571" fmla="*/ 124682 h 3658174"/>
              <a:gd name="connsiteX14572" fmla="*/ 1068999 w 6514506"/>
              <a:gd name="connsiteY14572" fmla="*/ 127634 h 3658174"/>
              <a:gd name="connsiteX14573" fmla="*/ 1078905 w 6514506"/>
              <a:gd name="connsiteY14573" fmla="*/ 131825 h 3658174"/>
              <a:gd name="connsiteX14574" fmla="*/ 1071094 w 6514506"/>
              <a:gd name="connsiteY14574" fmla="*/ 133635 h 3658174"/>
              <a:gd name="connsiteX14575" fmla="*/ 1062141 w 6514506"/>
              <a:gd name="connsiteY14575" fmla="*/ 133064 h 3658174"/>
              <a:gd name="connsiteX14576" fmla="*/ 1060045 w 6514506"/>
              <a:gd name="connsiteY14576" fmla="*/ 134588 h 3658174"/>
              <a:gd name="connsiteX14577" fmla="*/ 1069380 w 6514506"/>
              <a:gd name="connsiteY14577" fmla="*/ 137255 h 3658174"/>
              <a:gd name="connsiteX14578" fmla="*/ 1072714 w 6514506"/>
              <a:gd name="connsiteY14578" fmla="*/ 141446 h 3658174"/>
              <a:gd name="connsiteX14579" fmla="*/ 1070047 w 6514506"/>
              <a:gd name="connsiteY14579" fmla="*/ 142970 h 3658174"/>
              <a:gd name="connsiteX14580" fmla="*/ 1056902 w 6514506"/>
              <a:gd name="connsiteY14580" fmla="*/ 146875 h 3658174"/>
              <a:gd name="connsiteX14581" fmla="*/ 1064713 w 6514506"/>
              <a:gd name="connsiteY14581" fmla="*/ 145637 h 3658174"/>
              <a:gd name="connsiteX14582" fmla="*/ 1077857 w 6514506"/>
              <a:gd name="connsiteY14582" fmla="*/ 153733 h 3658174"/>
              <a:gd name="connsiteX14583" fmla="*/ 1079096 w 6514506"/>
              <a:gd name="connsiteY14583" fmla="*/ 162115 h 3658174"/>
              <a:gd name="connsiteX14584" fmla="*/ 1077571 w 6514506"/>
              <a:gd name="connsiteY14584" fmla="*/ 164782 h 3658174"/>
              <a:gd name="connsiteX14585" fmla="*/ 1076333 w 6514506"/>
              <a:gd name="connsiteY14585" fmla="*/ 168973 h 3658174"/>
              <a:gd name="connsiteX14586" fmla="*/ 1074238 w 6514506"/>
              <a:gd name="connsiteY14586" fmla="*/ 171354 h 3658174"/>
              <a:gd name="connsiteX14587" fmla="*/ 1070047 w 6514506"/>
              <a:gd name="connsiteY14587" fmla="*/ 179450 h 3658174"/>
              <a:gd name="connsiteX14588" fmla="*/ 1056235 w 6514506"/>
              <a:gd name="connsiteY14588" fmla="*/ 186975 h 3658174"/>
              <a:gd name="connsiteX14589" fmla="*/ 1050235 w 6514506"/>
              <a:gd name="connsiteY14589" fmla="*/ 189166 h 3658174"/>
              <a:gd name="connsiteX14590" fmla="*/ 1041186 w 6514506"/>
              <a:gd name="connsiteY14590" fmla="*/ 185737 h 3658174"/>
              <a:gd name="connsiteX14591" fmla="*/ 1037566 w 6514506"/>
              <a:gd name="connsiteY14591" fmla="*/ 177355 h 3658174"/>
              <a:gd name="connsiteX14592" fmla="*/ 1041186 w 6514506"/>
              <a:gd name="connsiteY14592" fmla="*/ 167163 h 3658174"/>
              <a:gd name="connsiteX14593" fmla="*/ 1041472 w 6514506"/>
              <a:gd name="connsiteY14593" fmla="*/ 162115 h 3658174"/>
              <a:gd name="connsiteX14594" fmla="*/ 1038805 w 6514506"/>
              <a:gd name="connsiteY14594" fmla="*/ 160019 h 3658174"/>
              <a:gd name="connsiteX14595" fmla="*/ 1034329 w 6514506"/>
              <a:gd name="connsiteY14595" fmla="*/ 153447 h 3658174"/>
              <a:gd name="connsiteX14596" fmla="*/ 1029565 w 6514506"/>
              <a:gd name="connsiteY14596" fmla="*/ 150494 h 3658174"/>
              <a:gd name="connsiteX14597" fmla="*/ 1027756 w 6514506"/>
              <a:gd name="connsiteY14597" fmla="*/ 142112 h 3658174"/>
              <a:gd name="connsiteX14598" fmla="*/ 1026232 w 6514506"/>
              <a:gd name="connsiteY14598" fmla="*/ 146303 h 3658174"/>
              <a:gd name="connsiteX14599" fmla="*/ 1028899 w 6514506"/>
              <a:gd name="connsiteY14599" fmla="*/ 154971 h 3658174"/>
              <a:gd name="connsiteX14600" fmla="*/ 1034614 w 6514506"/>
              <a:gd name="connsiteY14600" fmla="*/ 158876 h 3658174"/>
              <a:gd name="connsiteX14601" fmla="*/ 1029185 w 6514506"/>
              <a:gd name="connsiteY14601" fmla="*/ 163067 h 3658174"/>
              <a:gd name="connsiteX14602" fmla="*/ 1013278 w 6514506"/>
              <a:gd name="connsiteY14602" fmla="*/ 162210 h 3658174"/>
              <a:gd name="connsiteX14603" fmla="*/ 1006705 w 6514506"/>
              <a:gd name="connsiteY14603" fmla="*/ 159543 h 3658174"/>
              <a:gd name="connsiteX14604" fmla="*/ 998323 w 6514506"/>
              <a:gd name="connsiteY14604" fmla="*/ 159543 h 3658174"/>
              <a:gd name="connsiteX14605" fmla="*/ 990799 w 6514506"/>
              <a:gd name="connsiteY14605" fmla="*/ 162877 h 3658174"/>
              <a:gd name="connsiteX14606" fmla="*/ 985750 w 6514506"/>
              <a:gd name="connsiteY14606" fmla="*/ 166496 h 3658174"/>
              <a:gd name="connsiteX14607" fmla="*/ 996514 w 6514506"/>
              <a:gd name="connsiteY14607" fmla="*/ 170973 h 3658174"/>
              <a:gd name="connsiteX14608" fmla="*/ 998609 w 6514506"/>
              <a:gd name="connsiteY14608" fmla="*/ 173926 h 3658174"/>
              <a:gd name="connsiteX14609" fmla="*/ 984798 w 6514506"/>
              <a:gd name="connsiteY14609" fmla="*/ 171259 h 3658174"/>
              <a:gd name="connsiteX14610" fmla="*/ 980607 w 6514506"/>
              <a:gd name="connsiteY14610" fmla="*/ 173354 h 3658174"/>
              <a:gd name="connsiteX14611" fmla="*/ 986608 w 6514506"/>
              <a:gd name="connsiteY14611" fmla="*/ 175736 h 3658174"/>
              <a:gd name="connsiteX14612" fmla="*/ 995561 w 6514506"/>
              <a:gd name="connsiteY14612" fmla="*/ 176307 h 3658174"/>
              <a:gd name="connsiteX14613" fmla="*/ 1009658 w 6514506"/>
              <a:gd name="connsiteY14613" fmla="*/ 178688 h 3658174"/>
              <a:gd name="connsiteX14614" fmla="*/ 1016230 w 6514506"/>
              <a:gd name="connsiteY14614" fmla="*/ 181070 h 3658174"/>
              <a:gd name="connsiteX14615" fmla="*/ 1023374 w 6514506"/>
              <a:gd name="connsiteY14615" fmla="*/ 184022 h 3658174"/>
              <a:gd name="connsiteX14616" fmla="*/ 1037185 w 6514506"/>
              <a:gd name="connsiteY14616" fmla="*/ 191833 h 3658174"/>
              <a:gd name="connsiteX14617" fmla="*/ 1035948 w 6514506"/>
              <a:gd name="connsiteY14617" fmla="*/ 196595 h 3658174"/>
              <a:gd name="connsiteX14618" fmla="*/ 1024898 w 6514506"/>
              <a:gd name="connsiteY14618" fmla="*/ 197453 h 3658174"/>
              <a:gd name="connsiteX14619" fmla="*/ 1008706 w 6514506"/>
              <a:gd name="connsiteY14619" fmla="*/ 198977 h 3658174"/>
              <a:gd name="connsiteX14620" fmla="*/ 991370 w 6514506"/>
              <a:gd name="connsiteY14620" fmla="*/ 200215 h 3658174"/>
              <a:gd name="connsiteX14621" fmla="*/ 986227 w 6514506"/>
              <a:gd name="connsiteY14621" fmla="*/ 199643 h 3658174"/>
              <a:gd name="connsiteX14622" fmla="*/ 979369 w 6514506"/>
              <a:gd name="connsiteY14622" fmla="*/ 203263 h 3658174"/>
              <a:gd name="connsiteX14623" fmla="*/ 957175 w 6514506"/>
              <a:gd name="connsiteY14623" fmla="*/ 205930 h 3658174"/>
              <a:gd name="connsiteX14624" fmla="*/ 945174 w 6514506"/>
              <a:gd name="connsiteY14624" fmla="*/ 206787 h 3658174"/>
              <a:gd name="connsiteX14625" fmla="*/ 940412 w 6514506"/>
              <a:gd name="connsiteY14625" fmla="*/ 206501 h 3658174"/>
              <a:gd name="connsiteX14626" fmla="*/ 934983 w 6514506"/>
              <a:gd name="connsiteY14626" fmla="*/ 207073 h 3658174"/>
              <a:gd name="connsiteX14627" fmla="*/ 931934 w 6514506"/>
              <a:gd name="connsiteY14627" fmla="*/ 206787 h 3658174"/>
              <a:gd name="connsiteX14628" fmla="*/ 915742 w 6514506"/>
              <a:gd name="connsiteY14628" fmla="*/ 207073 h 3658174"/>
              <a:gd name="connsiteX14629" fmla="*/ 907074 w 6514506"/>
              <a:gd name="connsiteY14629" fmla="*/ 204406 h 3658174"/>
              <a:gd name="connsiteX14630" fmla="*/ 1008515 w 6514506"/>
              <a:gd name="connsiteY14630" fmla="*/ 132968 h 3658174"/>
              <a:gd name="connsiteX14631" fmla="*/ 1108909 w 6514506"/>
              <a:gd name="connsiteY14631" fmla="*/ 69437 h 3658174"/>
              <a:gd name="connsiteX14632" fmla="*/ 1205683 w 6514506"/>
              <a:gd name="connsiteY14632" fmla="*/ 13430 h 3658174"/>
              <a:gd name="connsiteX14633" fmla="*/ 1228733 w 6514506"/>
              <a:gd name="connsiteY14633" fmla="*/ 1523 h 3658174"/>
              <a:gd name="connsiteX14634" fmla="*/ 4970535 w 6514506"/>
              <a:gd name="connsiteY14634" fmla="*/ 0 h 3658174"/>
              <a:gd name="connsiteX14635" fmla="*/ 5006825 w 6514506"/>
              <a:gd name="connsiteY14635" fmla="*/ 381 h 3658174"/>
              <a:gd name="connsiteX14636" fmla="*/ 5006825 w 6514506"/>
              <a:gd name="connsiteY14636" fmla="*/ 381 h 3658174"/>
              <a:gd name="connsiteX14637" fmla="*/ 5007778 w 6514506"/>
              <a:gd name="connsiteY14637" fmla="*/ 381 h 3658174"/>
              <a:gd name="connsiteX14638" fmla="*/ 5212756 w 6514506"/>
              <a:gd name="connsiteY14638" fmla="*/ 285 h 3658174"/>
              <a:gd name="connsiteX14639" fmla="*/ 5336485 w 6514506"/>
              <a:gd name="connsiteY14639" fmla="*/ 69723 h 3658174"/>
              <a:gd name="connsiteX14640" fmla="*/ 5492695 w 6514506"/>
              <a:gd name="connsiteY14640" fmla="*/ 170878 h 3658174"/>
              <a:gd name="connsiteX14641" fmla="*/ 5517460 w 6514506"/>
              <a:gd name="connsiteY14641" fmla="*/ 187642 h 3658174"/>
              <a:gd name="connsiteX14642" fmla="*/ 5517746 w 6514506"/>
              <a:gd name="connsiteY14642" fmla="*/ 189071 h 3658174"/>
              <a:gd name="connsiteX14643" fmla="*/ 5516508 w 6514506"/>
              <a:gd name="connsiteY14643" fmla="*/ 192690 h 3658174"/>
              <a:gd name="connsiteX14644" fmla="*/ 5513555 w 6514506"/>
              <a:gd name="connsiteY14644" fmla="*/ 195072 h 3658174"/>
              <a:gd name="connsiteX14645" fmla="*/ 5509935 w 6514506"/>
              <a:gd name="connsiteY14645" fmla="*/ 196881 h 3658174"/>
              <a:gd name="connsiteX14646" fmla="*/ 5505745 w 6514506"/>
              <a:gd name="connsiteY14646" fmla="*/ 198405 h 3658174"/>
              <a:gd name="connsiteX14647" fmla="*/ 5499744 w 6514506"/>
              <a:gd name="connsiteY14647" fmla="*/ 197834 h 3658174"/>
              <a:gd name="connsiteX14648" fmla="*/ 5485933 w 6514506"/>
              <a:gd name="connsiteY14648" fmla="*/ 193071 h 3658174"/>
              <a:gd name="connsiteX14649" fmla="*/ 5486790 w 6514506"/>
              <a:gd name="connsiteY14649" fmla="*/ 196691 h 3658174"/>
              <a:gd name="connsiteX14650" fmla="*/ 5492505 w 6514506"/>
              <a:gd name="connsiteY14650" fmla="*/ 200025 h 3658174"/>
              <a:gd name="connsiteX14651" fmla="*/ 5497268 w 6514506"/>
              <a:gd name="connsiteY14651" fmla="*/ 202120 h 3658174"/>
              <a:gd name="connsiteX14652" fmla="*/ 5502697 w 6514506"/>
              <a:gd name="connsiteY14652" fmla="*/ 211740 h 3658174"/>
              <a:gd name="connsiteX14653" fmla="*/ 5507459 w 6514506"/>
              <a:gd name="connsiteY14653" fmla="*/ 224028 h 3658174"/>
              <a:gd name="connsiteX14654" fmla="*/ 5512889 w 6514506"/>
              <a:gd name="connsiteY14654" fmla="*/ 232981 h 3658174"/>
              <a:gd name="connsiteX14655" fmla="*/ 5512889 w 6514506"/>
              <a:gd name="connsiteY14655" fmla="*/ 240792 h 3658174"/>
              <a:gd name="connsiteX14656" fmla="*/ 5513174 w 6514506"/>
              <a:gd name="connsiteY14656" fmla="*/ 245935 h 3658174"/>
              <a:gd name="connsiteX14657" fmla="*/ 5510507 w 6514506"/>
              <a:gd name="connsiteY14657" fmla="*/ 258794 h 3658174"/>
              <a:gd name="connsiteX14658" fmla="*/ 5507459 w 6514506"/>
              <a:gd name="connsiteY14658" fmla="*/ 261175 h 3658174"/>
              <a:gd name="connsiteX14659" fmla="*/ 5503554 w 6514506"/>
              <a:gd name="connsiteY14659" fmla="*/ 262985 h 3658174"/>
              <a:gd name="connsiteX14660" fmla="*/ 5499363 w 6514506"/>
              <a:gd name="connsiteY14660" fmla="*/ 263842 h 3658174"/>
              <a:gd name="connsiteX14661" fmla="*/ 5488314 w 6514506"/>
              <a:gd name="connsiteY14661" fmla="*/ 256984 h 3658174"/>
              <a:gd name="connsiteX14662" fmla="*/ 5483551 w 6514506"/>
              <a:gd name="connsiteY14662" fmla="*/ 257842 h 3658174"/>
              <a:gd name="connsiteX14663" fmla="*/ 5489266 w 6514506"/>
              <a:gd name="connsiteY14663" fmla="*/ 262985 h 3658174"/>
              <a:gd name="connsiteX14664" fmla="*/ 5490791 w 6514506"/>
              <a:gd name="connsiteY14664" fmla="*/ 267462 h 3658174"/>
              <a:gd name="connsiteX14665" fmla="*/ 5492029 w 6514506"/>
              <a:gd name="connsiteY14665" fmla="*/ 270510 h 3658174"/>
              <a:gd name="connsiteX14666" fmla="*/ 5494124 w 6514506"/>
              <a:gd name="connsiteY14666" fmla="*/ 274701 h 3658174"/>
              <a:gd name="connsiteX14667" fmla="*/ 5490791 w 6514506"/>
              <a:gd name="connsiteY14667" fmla="*/ 276796 h 3658174"/>
              <a:gd name="connsiteX14668" fmla="*/ 5487456 w 6514506"/>
              <a:gd name="connsiteY14668" fmla="*/ 278606 h 3658174"/>
              <a:gd name="connsiteX14669" fmla="*/ 5485361 w 6514506"/>
              <a:gd name="connsiteY14669" fmla="*/ 282797 h 3658174"/>
              <a:gd name="connsiteX14670" fmla="*/ 5486600 w 6514506"/>
              <a:gd name="connsiteY14670" fmla="*/ 286416 h 3658174"/>
              <a:gd name="connsiteX14671" fmla="*/ 5491362 w 6514506"/>
              <a:gd name="connsiteY14671" fmla="*/ 291179 h 3658174"/>
              <a:gd name="connsiteX14672" fmla="*/ 5485075 w 6514506"/>
              <a:gd name="connsiteY14672" fmla="*/ 292989 h 3658174"/>
              <a:gd name="connsiteX14673" fmla="*/ 5487743 w 6514506"/>
              <a:gd name="connsiteY14673" fmla="*/ 297465 h 3658174"/>
              <a:gd name="connsiteX14674" fmla="*/ 5494315 w 6514506"/>
              <a:gd name="connsiteY14674" fmla="*/ 301085 h 3658174"/>
              <a:gd name="connsiteX14675" fmla="*/ 5502125 w 6514506"/>
              <a:gd name="connsiteY14675" fmla="*/ 304610 h 3658174"/>
              <a:gd name="connsiteX14676" fmla="*/ 5507269 w 6514506"/>
              <a:gd name="connsiteY14676" fmla="*/ 306705 h 3658174"/>
              <a:gd name="connsiteX14677" fmla="*/ 5503078 w 6514506"/>
              <a:gd name="connsiteY14677" fmla="*/ 307943 h 3658174"/>
              <a:gd name="connsiteX14678" fmla="*/ 5499744 w 6514506"/>
              <a:gd name="connsiteY14678" fmla="*/ 310896 h 3658174"/>
              <a:gd name="connsiteX14679" fmla="*/ 5506316 w 6514506"/>
              <a:gd name="connsiteY14679" fmla="*/ 313277 h 3658174"/>
              <a:gd name="connsiteX14680" fmla="*/ 5514698 w 6514506"/>
              <a:gd name="connsiteY14680" fmla="*/ 313562 h 3658174"/>
              <a:gd name="connsiteX14681" fmla="*/ 5518889 w 6514506"/>
              <a:gd name="connsiteY14681" fmla="*/ 317182 h 3658174"/>
              <a:gd name="connsiteX14682" fmla="*/ 5517079 w 6514506"/>
              <a:gd name="connsiteY14682" fmla="*/ 319278 h 3658174"/>
              <a:gd name="connsiteX14683" fmla="*/ 5513460 w 6514506"/>
              <a:gd name="connsiteY14683" fmla="*/ 320135 h 3658174"/>
              <a:gd name="connsiteX14684" fmla="*/ 5518889 w 6514506"/>
              <a:gd name="connsiteY14684" fmla="*/ 321373 h 3658174"/>
              <a:gd name="connsiteX14685" fmla="*/ 5522223 w 6514506"/>
              <a:gd name="connsiteY14685" fmla="*/ 323754 h 3658174"/>
              <a:gd name="connsiteX14686" fmla="*/ 5519842 w 6514506"/>
              <a:gd name="connsiteY14686" fmla="*/ 324993 h 3658174"/>
              <a:gd name="connsiteX14687" fmla="*/ 5517746 w 6514506"/>
              <a:gd name="connsiteY14687" fmla="*/ 326803 h 3658174"/>
              <a:gd name="connsiteX14688" fmla="*/ 5515936 w 6514506"/>
              <a:gd name="connsiteY14688" fmla="*/ 328041 h 3658174"/>
              <a:gd name="connsiteX14689" fmla="*/ 5524033 w 6514506"/>
              <a:gd name="connsiteY14689" fmla="*/ 336423 h 3658174"/>
              <a:gd name="connsiteX14690" fmla="*/ 5530319 w 6514506"/>
              <a:gd name="connsiteY14690" fmla="*/ 340328 h 3658174"/>
              <a:gd name="connsiteX14691" fmla="*/ 5530890 w 6514506"/>
              <a:gd name="connsiteY14691" fmla="*/ 345090 h 3658174"/>
              <a:gd name="connsiteX14692" fmla="*/ 5528224 w 6514506"/>
              <a:gd name="connsiteY14692" fmla="*/ 346615 h 3658174"/>
              <a:gd name="connsiteX14693" fmla="*/ 5526985 w 6514506"/>
              <a:gd name="connsiteY14693" fmla="*/ 349948 h 3658174"/>
              <a:gd name="connsiteX14694" fmla="*/ 5531176 w 6514506"/>
              <a:gd name="connsiteY14694" fmla="*/ 350234 h 3658174"/>
              <a:gd name="connsiteX14695" fmla="*/ 5534129 w 6514506"/>
              <a:gd name="connsiteY14695" fmla="*/ 353568 h 3658174"/>
              <a:gd name="connsiteX14696" fmla="*/ 5537177 w 6514506"/>
              <a:gd name="connsiteY14696" fmla="*/ 356235 h 3658174"/>
              <a:gd name="connsiteX14697" fmla="*/ 5543464 w 6514506"/>
              <a:gd name="connsiteY14697" fmla="*/ 358902 h 3658174"/>
              <a:gd name="connsiteX14698" fmla="*/ 5546416 w 6514506"/>
              <a:gd name="connsiteY14698" fmla="*/ 361854 h 3658174"/>
              <a:gd name="connsiteX14699" fmla="*/ 5553275 w 6514506"/>
              <a:gd name="connsiteY14699" fmla="*/ 370522 h 3658174"/>
              <a:gd name="connsiteX14700" fmla="*/ 5555084 w 6514506"/>
              <a:gd name="connsiteY14700" fmla="*/ 373856 h 3658174"/>
              <a:gd name="connsiteX14701" fmla="*/ 5556608 w 6514506"/>
              <a:gd name="connsiteY14701" fmla="*/ 377475 h 3658174"/>
              <a:gd name="connsiteX14702" fmla="*/ 5556037 w 6514506"/>
              <a:gd name="connsiteY14702" fmla="*/ 380428 h 3658174"/>
              <a:gd name="connsiteX14703" fmla="*/ 5563180 w 6514506"/>
              <a:gd name="connsiteY14703" fmla="*/ 382238 h 3658174"/>
              <a:gd name="connsiteX14704" fmla="*/ 5568324 w 6514506"/>
              <a:gd name="connsiteY14704" fmla="*/ 387953 h 3658174"/>
              <a:gd name="connsiteX14705" fmla="*/ 5570419 w 6514506"/>
              <a:gd name="connsiteY14705" fmla="*/ 392144 h 3658174"/>
              <a:gd name="connsiteX14706" fmla="*/ 5575849 w 6514506"/>
              <a:gd name="connsiteY14706" fmla="*/ 393954 h 3658174"/>
              <a:gd name="connsiteX14707" fmla="*/ 5577373 w 6514506"/>
              <a:gd name="connsiteY14707" fmla="*/ 396335 h 3658174"/>
              <a:gd name="connsiteX14708" fmla="*/ 5567467 w 6514506"/>
              <a:gd name="connsiteY14708" fmla="*/ 398145 h 3658174"/>
              <a:gd name="connsiteX14709" fmla="*/ 5564133 w 6514506"/>
              <a:gd name="connsiteY14709" fmla="*/ 399002 h 3658174"/>
              <a:gd name="connsiteX14710" fmla="*/ 5568610 w 6514506"/>
              <a:gd name="connsiteY14710" fmla="*/ 401097 h 3658174"/>
              <a:gd name="connsiteX14711" fmla="*/ 5576706 w 6514506"/>
              <a:gd name="connsiteY14711" fmla="*/ 404050 h 3658174"/>
              <a:gd name="connsiteX14712" fmla="*/ 5568895 w 6514506"/>
              <a:gd name="connsiteY14712" fmla="*/ 407003 h 3658174"/>
              <a:gd name="connsiteX14713" fmla="*/ 5567657 w 6514506"/>
              <a:gd name="connsiteY14713" fmla="*/ 409956 h 3658174"/>
              <a:gd name="connsiteX14714" fmla="*/ 5563466 w 6514506"/>
              <a:gd name="connsiteY14714" fmla="*/ 413575 h 3658174"/>
              <a:gd name="connsiteX14715" fmla="*/ 5555941 w 6514506"/>
              <a:gd name="connsiteY14715" fmla="*/ 407003 h 3658174"/>
              <a:gd name="connsiteX14716" fmla="*/ 5553275 w 6514506"/>
              <a:gd name="connsiteY14716" fmla="*/ 400145 h 3658174"/>
              <a:gd name="connsiteX14717" fmla="*/ 5553275 w 6514506"/>
              <a:gd name="connsiteY14717" fmla="*/ 410337 h 3658174"/>
              <a:gd name="connsiteX14718" fmla="*/ 5548798 w 6514506"/>
              <a:gd name="connsiteY14718" fmla="*/ 404622 h 3658174"/>
              <a:gd name="connsiteX14719" fmla="*/ 5537082 w 6514506"/>
              <a:gd name="connsiteY14719" fmla="*/ 404050 h 3658174"/>
              <a:gd name="connsiteX14720" fmla="*/ 5535844 w 6514506"/>
              <a:gd name="connsiteY14720" fmla="*/ 400431 h 3658174"/>
              <a:gd name="connsiteX14721" fmla="*/ 5534034 w 6514506"/>
              <a:gd name="connsiteY14721" fmla="*/ 398335 h 3658174"/>
              <a:gd name="connsiteX14722" fmla="*/ 5530129 w 6514506"/>
              <a:gd name="connsiteY14722" fmla="*/ 394716 h 3658174"/>
              <a:gd name="connsiteX14723" fmla="*/ 5527748 w 6514506"/>
              <a:gd name="connsiteY14723" fmla="*/ 393192 h 3658174"/>
              <a:gd name="connsiteX14724" fmla="*/ 5522985 w 6514506"/>
              <a:gd name="connsiteY14724" fmla="*/ 392620 h 3658174"/>
              <a:gd name="connsiteX14725" fmla="*/ 5520604 w 6514506"/>
              <a:gd name="connsiteY14725" fmla="*/ 395287 h 3658174"/>
              <a:gd name="connsiteX14726" fmla="*/ 5516127 w 6514506"/>
              <a:gd name="connsiteY14726" fmla="*/ 400335 h 3658174"/>
              <a:gd name="connsiteX14727" fmla="*/ 5504697 w 6514506"/>
              <a:gd name="connsiteY14727" fmla="*/ 407193 h 3658174"/>
              <a:gd name="connsiteX14728" fmla="*/ 5499267 w 6514506"/>
              <a:gd name="connsiteY14728" fmla="*/ 404241 h 3658174"/>
              <a:gd name="connsiteX14729" fmla="*/ 5494505 w 6514506"/>
              <a:gd name="connsiteY14729" fmla="*/ 401859 h 3658174"/>
              <a:gd name="connsiteX14730" fmla="*/ 5487647 w 6514506"/>
              <a:gd name="connsiteY14730" fmla="*/ 402717 h 3658174"/>
              <a:gd name="connsiteX14731" fmla="*/ 5481360 w 6514506"/>
              <a:gd name="connsiteY14731" fmla="*/ 399764 h 3658174"/>
              <a:gd name="connsiteX14732" fmla="*/ 5479265 w 6514506"/>
              <a:gd name="connsiteY14732" fmla="*/ 398526 h 3658174"/>
              <a:gd name="connsiteX14733" fmla="*/ 5474789 w 6514506"/>
              <a:gd name="connsiteY14733" fmla="*/ 397668 h 3658174"/>
              <a:gd name="connsiteX14734" fmla="*/ 5467264 w 6514506"/>
              <a:gd name="connsiteY14734" fmla="*/ 391953 h 3658174"/>
              <a:gd name="connsiteX14735" fmla="*/ 5462120 w 6514506"/>
              <a:gd name="connsiteY14735" fmla="*/ 391953 h 3658174"/>
              <a:gd name="connsiteX14736" fmla="*/ 5459739 w 6514506"/>
              <a:gd name="connsiteY14736" fmla="*/ 388334 h 3658174"/>
              <a:gd name="connsiteX14737" fmla="*/ 5454024 w 6514506"/>
              <a:gd name="connsiteY14737" fmla="*/ 386238 h 3658174"/>
              <a:gd name="connsiteX14738" fmla="*/ 5445356 w 6514506"/>
              <a:gd name="connsiteY14738" fmla="*/ 385000 h 3658174"/>
              <a:gd name="connsiteX14739" fmla="*/ 5437832 w 6514506"/>
              <a:gd name="connsiteY14739" fmla="*/ 382619 h 3658174"/>
              <a:gd name="connsiteX14740" fmla="*/ 5431259 w 6514506"/>
              <a:gd name="connsiteY14740" fmla="*/ 377475 h 3658174"/>
              <a:gd name="connsiteX14741" fmla="*/ 5427925 w 6514506"/>
              <a:gd name="connsiteY14741" fmla="*/ 369379 h 3658174"/>
              <a:gd name="connsiteX14742" fmla="*/ 5424592 w 6514506"/>
              <a:gd name="connsiteY14742" fmla="*/ 369665 h 3658174"/>
              <a:gd name="connsiteX14743" fmla="*/ 5419162 w 6514506"/>
              <a:gd name="connsiteY14743" fmla="*/ 367855 h 3658174"/>
              <a:gd name="connsiteX14744" fmla="*/ 5408971 w 6514506"/>
              <a:gd name="connsiteY14744" fmla="*/ 367284 h 3658174"/>
              <a:gd name="connsiteX14745" fmla="*/ 5403256 w 6514506"/>
              <a:gd name="connsiteY14745" fmla="*/ 366045 h 3658174"/>
              <a:gd name="connsiteX14746" fmla="*/ 5409257 w 6514506"/>
              <a:gd name="connsiteY14746" fmla="*/ 363093 h 3658174"/>
              <a:gd name="connsiteX14747" fmla="*/ 5411066 w 6514506"/>
              <a:gd name="connsiteY14747" fmla="*/ 360426 h 3658174"/>
              <a:gd name="connsiteX14748" fmla="*/ 5404780 w 6514506"/>
              <a:gd name="connsiteY14748" fmla="*/ 361283 h 3658174"/>
              <a:gd name="connsiteX14749" fmla="*/ 5399065 w 6514506"/>
              <a:gd name="connsiteY14749" fmla="*/ 361569 h 3658174"/>
              <a:gd name="connsiteX14750" fmla="*/ 5393921 w 6514506"/>
              <a:gd name="connsiteY14750" fmla="*/ 361283 h 3658174"/>
              <a:gd name="connsiteX14751" fmla="*/ 5383444 w 6514506"/>
              <a:gd name="connsiteY14751" fmla="*/ 352329 h 3658174"/>
              <a:gd name="connsiteX14752" fmla="*/ 5379253 w 6514506"/>
              <a:gd name="connsiteY14752" fmla="*/ 336423 h 3658174"/>
              <a:gd name="connsiteX14753" fmla="*/ 5384967 w 6514506"/>
              <a:gd name="connsiteY14753" fmla="*/ 334613 h 3658174"/>
              <a:gd name="connsiteX14754" fmla="*/ 5383444 w 6514506"/>
              <a:gd name="connsiteY14754" fmla="*/ 333089 h 3658174"/>
              <a:gd name="connsiteX14755" fmla="*/ 5375633 w 6514506"/>
              <a:gd name="connsiteY14755" fmla="*/ 330993 h 3658174"/>
              <a:gd name="connsiteX14756" fmla="*/ 5364203 w 6514506"/>
              <a:gd name="connsiteY14756" fmla="*/ 327660 h 3658174"/>
              <a:gd name="connsiteX14757" fmla="*/ 5361250 w 6514506"/>
              <a:gd name="connsiteY14757" fmla="*/ 327374 h 3658174"/>
              <a:gd name="connsiteX14758" fmla="*/ 5366966 w 6514506"/>
              <a:gd name="connsiteY14758" fmla="*/ 332136 h 3658174"/>
              <a:gd name="connsiteX14759" fmla="*/ 5372014 w 6514506"/>
              <a:gd name="connsiteY14759" fmla="*/ 335470 h 3658174"/>
              <a:gd name="connsiteX14760" fmla="*/ 5372585 w 6514506"/>
              <a:gd name="connsiteY14760" fmla="*/ 349567 h 3658174"/>
              <a:gd name="connsiteX14761" fmla="*/ 5369251 w 6514506"/>
              <a:gd name="connsiteY14761" fmla="*/ 349853 h 3658174"/>
              <a:gd name="connsiteX14762" fmla="*/ 5361441 w 6514506"/>
              <a:gd name="connsiteY14762" fmla="*/ 344138 h 3658174"/>
              <a:gd name="connsiteX14763" fmla="*/ 5351535 w 6514506"/>
              <a:gd name="connsiteY14763" fmla="*/ 337566 h 3658174"/>
              <a:gd name="connsiteX14764" fmla="*/ 5346773 w 6514506"/>
              <a:gd name="connsiteY14764" fmla="*/ 333946 h 3658174"/>
              <a:gd name="connsiteX14765" fmla="*/ 5343153 w 6514506"/>
              <a:gd name="connsiteY14765" fmla="*/ 331279 h 3658174"/>
              <a:gd name="connsiteX14766" fmla="*/ 5339819 w 6514506"/>
              <a:gd name="connsiteY14766" fmla="*/ 329755 h 3658174"/>
              <a:gd name="connsiteX14767" fmla="*/ 5338295 w 6514506"/>
              <a:gd name="connsiteY14767" fmla="*/ 326803 h 3658174"/>
              <a:gd name="connsiteX14768" fmla="*/ 5339152 w 6514506"/>
              <a:gd name="connsiteY14768" fmla="*/ 320516 h 3658174"/>
              <a:gd name="connsiteX14769" fmla="*/ 5345439 w 6514506"/>
              <a:gd name="connsiteY14769" fmla="*/ 316325 h 3658174"/>
              <a:gd name="connsiteX14770" fmla="*/ 5341533 w 6514506"/>
              <a:gd name="connsiteY14770" fmla="*/ 314515 h 3658174"/>
              <a:gd name="connsiteX14771" fmla="*/ 5336104 w 6514506"/>
              <a:gd name="connsiteY14771" fmla="*/ 321373 h 3658174"/>
              <a:gd name="connsiteX14772" fmla="*/ 5329818 w 6514506"/>
              <a:gd name="connsiteY14772" fmla="*/ 324040 h 3658174"/>
              <a:gd name="connsiteX14773" fmla="*/ 5323817 w 6514506"/>
              <a:gd name="connsiteY14773" fmla="*/ 322231 h 3658174"/>
              <a:gd name="connsiteX14774" fmla="*/ 5318388 w 6514506"/>
              <a:gd name="connsiteY14774" fmla="*/ 321373 h 3658174"/>
              <a:gd name="connsiteX14775" fmla="*/ 5312101 w 6514506"/>
              <a:gd name="connsiteY14775" fmla="*/ 317755 h 3658174"/>
              <a:gd name="connsiteX14776" fmla="*/ 5306672 w 6514506"/>
              <a:gd name="connsiteY14776" fmla="*/ 315944 h 3658174"/>
              <a:gd name="connsiteX14777" fmla="*/ 5305148 w 6514506"/>
              <a:gd name="connsiteY14777" fmla="*/ 309372 h 3658174"/>
              <a:gd name="connsiteX14778" fmla="*/ 5315911 w 6514506"/>
              <a:gd name="connsiteY14778" fmla="*/ 293179 h 3658174"/>
              <a:gd name="connsiteX14779" fmla="*/ 5314101 w 6514506"/>
              <a:gd name="connsiteY14779" fmla="*/ 291084 h 3658174"/>
              <a:gd name="connsiteX14780" fmla="*/ 5304482 w 6514506"/>
              <a:gd name="connsiteY14780" fmla="*/ 303942 h 3658174"/>
              <a:gd name="connsiteX14781" fmla="*/ 5296671 w 6514506"/>
              <a:gd name="connsiteY14781" fmla="*/ 308705 h 3658174"/>
              <a:gd name="connsiteX14782" fmla="*/ 5298195 w 6514506"/>
              <a:gd name="connsiteY14782" fmla="*/ 305085 h 3658174"/>
              <a:gd name="connsiteX14783" fmla="*/ 5294861 w 6514506"/>
              <a:gd name="connsiteY14783" fmla="*/ 300609 h 3658174"/>
              <a:gd name="connsiteX14784" fmla="*/ 5277430 w 6514506"/>
              <a:gd name="connsiteY14784" fmla="*/ 296132 h 3658174"/>
              <a:gd name="connsiteX14785" fmla="*/ 5273811 w 6514506"/>
              <a:gd name="connsiteY14785" fmla="*/ 285940 h 3658174"/>
              <a:gd name="connsiteX14786" fmla="*/ 5280669 w 6514506"/>
              <a:gd name="connsiteY14786" fmla="*/ 279082 h 3658174"/>
              <a:gd name="connsiteX14787" fmla="*/ 5300481 w 6514506"/>
              <a:gd name="connsiteY14787" fmla="*/ 276701 h 3658174"/>
              <a:gd name="connsiteX14788" fmla="*/ 5297147 w 6514506"/>
              <a:gd name="connsiteY14788" fmla="*/ 274320 h 3658174"/>
              <a:gd name="connsiteX14789" fmla="*/ 5295051 w 6514506"/>
              <a:gd name="connsiteY14789" fmla="*/ 271367 h 3658174"/>
              <a:gd name="connsiteX14790" fmla="*/ 5295337 w 6514506"/>
              <a:gd name="connsiteY14790" fmla="*/ 268986 h 3658174"/>
              <a:gd name="connsiteX14791" fmla="*/ 5287813 w 6514506"/>
              <a:gd name="connsiteY14791" fmla="*/ 272891 h 3658174"/>
              <a:gd name="connsiteX14792" fmla="*/ 5280669 w 6514506"/>
              <a:gd name="connsiteY14792" fmla="*/ 274415 h 3658174"/>
              <a:gd name="connsiteX14793" fmla="*/ 5270477 w 6514506"/>
              <a:gd name="connsiteY14793" fmla="*/ 284035 h 3658174"/>
              <a:gd name="connsiteX14794" fmla="*/ 5262095 w 6514506"/>
              <a:gd name="connsiteY14794" fmla="*/ 281654 h 3658174"/>
              <a:gd name="connsiteX14795" fmla="*/ 5264190 w 6514506"/>
              <a:gd name="connsiteY14795" fmla="*/ 274796 h 3658174"/>
              <a:gd name="connsiteX14796" fmla="*/ 5269334 w 6514506"/>
              <a:gd name="connsiteY14796" fmla="*/ 272415 h 3658174"/>
              <a:gd name="connsiteX14797" fmla="*/ 5288194 w 6514506"/>
              <a:gd name="connsiteY14797" fmla="*/ 266700 h 3658174"/>
              <a:gd name="connsiteX14798" fmla="*/ 5289717 w 6514506"/>
              <a:gd name="connsiteY14798" fmla="*/ 264033 h 3658174"/>
              <a:gd name="connsiteX14799" fmla="*/ 5276192 w 6514506"/>
              <a:gd name="connsiteY14799" fmla="*/ 265557 h 3658174"/>
              <a:gd name="connsiteX14800" fmla="*/ 5271716 w 6514506"/>
              <a:gd name="connsiteY14800" fmla="*/ 263747 h 3658174"/>
              <a:gd name="connsiteX14801" fmla="*/ 5273525 w 6514506"/>
              <a:gd name="connsiteY14801" fmla="*/ 254412 h 3658174"/>
              <a:gd name="connsiteX14802" fmla="*/ 5269906 w 6514506"/>
              <a:gd name="connsiteY14802" fmla="*/ 253174 h 3658174"/>
              <a:gd name="connsiteX14803" fmla="*/ 5269334 w 6514506"/>
              <a:gd name="connsiteY14803" fmla="*/ 257365 h 3658174"/>
              <a:gd name="connsiteX14804" fmla="*/ 5268096 w 6514506"/>
              <a:gd name="connsiteY14804" fmla="*/ 263080 h 3658174"/>
              <a:gd name="connsiteX14805" fmla="*/ 5257047 w 6514506"/>
              <a:gd name="connsiteY14805" fmla="*/ 266700 h 3658174"/>
              <a:gd name="connsiteX14806" fmla="*/ 5248951 w 6514506"/>
              <a:gd name="connsiteY14806" fmla="*/ 270033 h 3658174"/>
              <a:gd name="connsiteX14807" fmla="*/ 5251617 w 6514506"/>
              <a:gd name="connsiteY14807" fmla="*/ 265557 h 3658174"/>
              <a:gd name="connsiteX14808" fmla="*/ 5266286 w 6514506"/>
              <a:gd name="connsiteY14808" fmla="*/ 249365 h 3658174"/>
              <a:gd name="connsiteX14809" fmla="*/ 5262095 w 6514506"/>
              <a:gd name="connsiteY14809" fmla="*/ 248793 h 3658174"/>
              <a:gd name="connsiteX14810" fmla="*/ 5256094 w 6514506"/>
              <a:gd name="connsiteY14810" fmla="*/ 245459 h 3658174"/>
              <a:gd name="connsiteX14811" fmla="*/ 5258190 w 6514506"/>
              <a:gd name="connsiteY14811" fmla="*/ 241554 h 3658174"/>
              <a:gd name="connsiteX14812" fmla="*/ 5263619 w 6514506"/>
              <a:gd name="connsiteY14812" fmla="*/ 243078 h 3658174"/>
              <a:gd name="connsiteX14813" fmla="*/ 5257618 w 6514506"/>
              <a:gd name="connsiteY14813" fmla="*/ 238601 h 3658174"/>
              <a:gd name="connsiteX14814" fmla="*/ 5245331 w 6514506"/>
              <a:gd name="connsiteY14814" fmla="*/ 230790 h 3658174"/>
              <a:gd name="connsiteX14815" fmla="*/ 5242664 w 6514506"/>
              <a:gd name="connsiteY14815" fmla="*/ 225361 h 3658174"/>
              <a:gd name="connsiteX14816" fmla="*/ 5239711 w 6514506"/>
              <a:gd name="connsiteY14816" fmla="*/ 222409 h 3658174"/>
              <a:gd name="connsiteX14817" fmla="*/ 5234568 w 6514506"/>
              <a:gd name="connsiteY14817" fmla="*/ 224218 h 3658174"/>
              <a:gd name="connsiteX14818" fmla="*/ 5230663 w 6514506"/>
              <a:gd name="connsiteY14818" fmla="*/ 226314 h 3658174"/>
              <a:gd name="connsiteX14819" fmla="*/ 5217804 w 6514506"/>
              <a:gd name="connsiteY14819" fmla="*/ 225742 h 3658174"/>
              <a:gd name="connsiteX14820" fmla="*/ 5199516 w 6514506"/>
              <a:gd name="connsiteY14820" fmla="*/ 225742 h 3658174"/>
              <a:gd name="connsiteX14821" fmla="*/ 5185133 w 6514506"/>
              <a:gd name="connsiteY14821" fmla="*/ 224885 h 3658174"/>
              <a:gd name="connsiteX14822" fmla="*/ 5190276 w 6514506"/>
              <a:gd name="connsiteY14822" fmla="*/ 217741 h 3658174"/>
              <a:gd name="connsiteX14823" fmla="*/ 5203707 w 6514506"/>
              <a:gd name="connsiteY14823" fmla="*/ 216503 h 3658174"/>
              <a:gd name="connsiteX14824" fmla="*/ 5220471 w 6514506"/>
              <a:gd name="connsiteY14824" fmla="*/ 217360 h 3658174"/>
              <a:gd name="connsiteX14825" fmla="*/ 5228567 w 6514506"/>
              <a:gd name="connsiteY14825" fmla="*/ 212312 h 3658174"/>
              <a:gd name="connsiteX14826" fmla="*/ 5208183 w 6514506"/>
              <a:gd name="connsiteY14826" fmla="*/ 201834 h 3658174"/>
              <a:gd name="connsiteX14827" fmla="*/ 5190753 w 6514506"/>
              <a:gd name="connsiteY14827" fmla="*/ 197930 h 3658174"/>
              <a:gd name="connsiteX14828" fmla="*/ 5177894 w 6514506"/>
              <a:gd name="connsiteY14828" fmla="*/ 197358 h 3658174"/>
              <a:gd name="connsiteX14829" fmla="*/ 5167702 w 6514506"/>
              <a:gd name="connsiteY14829" fmla="*/ 194691 h 3658174"/>
              <a:gd name="connsiteX14830" fmla="*/ 5156939 w 6514506"/>
              <a:gd name="connsiteY14830" fmla="*/ 189928 h 3658174"/>
              <a:gd name="connsiteX14831" fmla="*/ 5157510 w 6514506"/>
              <a:gd name="connsiteY14831" fmla="*/ 193833 h 3658174"/>
              <a:gd name="connsiteX14832" fmla="*/ 5162940 w 6514506"/>
              <a:gd name="connsiteY14832" fmla="*/ 200406 h 3658174"/>
              <a:gd name="connsiteX14833" fmla="*/ 5166559 w 6514506"/>
              <a:gd name="connsiteY14833" fmla="*/ 205835 h 3658174"/>
              <a:gd name="connsiteX14834" fmla="*/ 5163226 w 6514506"/>
              <a:gd name="connsiteY14834" fmla="*/ 209740 h 3658174"/>
              <a:gd name="connsiteX14835" fmla="*/ 5159035 w 6514506"/>
              <a:gd name="connsiteY14835" fmla="*/ 211264 h 3658174"/>
              <a:gd name="connsiteX14836" fmla="*/ 5148271 w 6514506"/>
              <a:gd name="connsiteY14836" fmla="*/ 209168 h 3658174"/>
              <a:gd name="connsiteX14837" fmla="*/ 5144652 w 6514506"/>
              <a:gd name="connsiteY14837" fmla="*/ 199834 h 3658174"/>
              <a:gd name="connsiteX14838" fmla="*/ 5145509 w 6514506"/>
              <a:gd name="connsiteY14838" fmla="*/ 192309 h 3658174"/>
              <a:gd name="connsiteX14839" fmla="*/ 5142461 w 6514506"/>
              <a:gd name="connsiteY14839" fmla="*/ 197072 h 3658174"/>
              <a:gd name="connsiteX14840" fmla="*/ 5140365 w 6514506"/>
              <a:gd name="connsiteY14840" fmla="*/ 194976 h 3658174"/>
              <a:gd name="connsiteX14841" fmla="*/ 5134365 w 6514506"/>
              <a:gd name="connsiteY14841" fmla="*/ 191643 h 3658174"/>
              <a:gd name="connsiteX14842" fmla="*/ 5126554 w 6514506"/>
              <a:gd name="connsiteY14842" fmla="*/ 181737 h 3658174"/>
              <a:gd name="connsiteX14843" fmla="*/ 5117220 w 6514506"/>
              <a:gd name="connsiteY14843" fmla="*/ 179355 h 3658174"/>
              <a:gd name="connsiteX14844" fmla="*/ 5107028 w 6514506"/>
              <a:gd name="connsiteY14844" fmla="*/ 170973 h 3658174"/>
              <a:gd name="connsiteX14845" fmla="*/ 5095312 w 6514506"/>
              <a:gd name="connsiteY14845" fmla="*/ 166497 h 3658174"/>
              <a:gd name="connsiteX14846" fmla="*/ 5077596 w 6514506"/>
              <a:gd name="connsiteY14846" fmla="*/ 163544 h 3658174"/>
              <a:gd name="connsiteX14847" fmla="*/ 5073405 w 6514506"/>
              <a:gd name="connsiteY14847" fmla="*/ 163830 h 3658174"/>
              <a:gd name="connsiteX14848" fmla="*/ 5073119 w 6514506"/>
              <a:gd name="connsiteY14848" fmla="*/ 159067 h 3658174"/>
              <a:gd name="connsiteX14849" fmla="*/ 5065594 w 6514506"/>
              <a:gd name="connsiteY14849" fmla="*/ 154876 h 3658174"/>
              <a:gd name="connsiteX14850" fmla="*/ 5043687 w 6514506"/>
              <a:gd name="connsiteY14850" fmla="*/ 150685 h 3658174"/>
              <a:gd name="connsiteX14851" fmla="*/ 5026637 w 6514506"/>
              <a:gd name="connsiteY14851" fmla="*/ 142876 h 3658174"/>
              <a:gd name="connsiteX14852" fmla="*/ 5005396 w 6514506"/>
              <a:gd name="connsiteY14852" fmla="*/ 140779 h 3658174"/>
              <a:gd name="connsiteX14853" fmla="*/ 4994919 w 6514506"/>
              <a:gd name="connsiteY14853" fmla="*/ 141065 h 3658174"/>
              <a:gd name="connsiteX14854" fmla="*/ 4983203 w 6514506"/>
              <a:gd name="connsiteY14854" fmla="*/ 140208 h 3658174"/>
              <a:gd name="connsiteX14855" fmla="*/ 4974249 w 6514506"/>
              <a:gd name="connsiteY14855" fmla="*/ 140493 h 3658174"/>
              <a:gd name="connsiteX14856" fmla="*/ 4965296 w 6514506"/>
              <a:gd name="connsiteY14856" fmla="*/ 142303 h 3658174"/>
              <a:gd name="connsiteX14857" fmla="*/ 4954533 w 6514506"/>
              <a:gd name="connsiteY14857" fmla="*/ 145351 h 3658174"/>
              <a:gd name="connsiteX14858" fmla="*/ 4950914 w 6514506"/>
              <a:gd name="connsiteY14858" fmla="*/ 146876 h 3658174"/>
              <a:gd name="connsiteX14859" fmla="*/ 4946723 w 6514506"/>
              <a:gd name="connsiteY14859" fmla="*/ 148971 h 3658174"/>
              <a:gd name="connsiteX14860" fmla="*/ 4940150 w 6514506"/>
              <a:gd name="connsiteY14860" fmla="*/ 149828 h 3658174"/>
              <a:gd name="connsiteX14861" fmla="*/ 4934435 w 6514506"/>
              <a:gd name="connsiteY14861" fmla="*/ 150685 h 3658174"/>
              <a:gd name="connsiteX14862" fmla="*/ 4927577 w 6514506"/>
              <a:gd name="connsiteY14862" fmla="*/ 149828 h 3658174"/>
              <a:gd name="connsiteX14863" fmla="*/ 4925767 w 6514506"/>
              <a:gd name="connsiteY14863" fmla="*/ 153448 h 3658174"/>
              <a:gd name="connsiteX14864" fmla="*/ 4923958 w 6514506"/>
              <a:gd name="connsiteY14864" fmla="*/ 157924 h 3658174"/>
              <a:gd name="connsiteX14865" fmla="*/ 4917385 w 6514506"/>
              <a:gd name="connsiteY14865" fmla="*/ 158781 h 3658174"/>
              <a:gd name="connsiteX14866" fmla="*/ 4909860 w 6514506"/>
              <a:gd name="connsiteY14866" fmla="*/ 159067 h 3658174"/>
              <a:gd name="connsiteX14867" fmla="*/ 4904146 w 6514506"/>
              <a:gd name="connsiteY14867" fmla="*/ 156972 h 3658174"/>
              <a:gd name="connsiteX14868" fmla="*/ 4890334 w 6514506"/>
              <a:gd name="connsiteY14868" fmla="*/ 154876 h 3658174"/>
              <a:gd name="connsiteX14869" fmla="*/ 4893668 w 6514506"/>
              <a:gd name="connsiteY14869" fmla="*/ 149828 h 3658174"/>
              <a:gd name="connsiteX14870" fmla="*/ 4888906 w 6514506"/>
              <a:gd name="connsiteY14870" fmla="*/ 148018 h 3658174"/>
              <a:gd name="connsiteX14871" fmla="*/ 4881381 w 6514506"/>
              <a:gd name="connsiteY14871" fmla="*/ 147447 h 3658174"/>
              <a:gd name="connsiteX14872" fmla="*/ 4876618 w 6514506"/>
              <a:gd name="connsiteY14872" fmla="*/ 148971 h 3658174"/>
              <a:gd name="connsiteX14873" fmla="*/ 4867284 w 6514506"/>
              <a:gd name="connsiteY14873" fmla="*/ 151638 h 3658174"/>
              <a:gd name="connsiteX14874" fmla="*/ 4863950 w 6514506"/>
              <a:gd name="connsiteY14874" fmla="*/ 149542 h 3658174"/>
              <a:gd name="connsiteX14875" fmla="*/ 4865474 w 6514506"/>
              <a:gd name="connsiteY14875" fmla="*/ 145637 h 3658174"/>
              <a:gd name="connsiteX14876" fmla="*/ 4867855 w 6514506"/>
              <a:gd name="connsiteY14876" fmla="*/ 141160 h 3658174"/>
              <a:gd name="connsiteX14877" fmla="*/ 4886429 w 6514506"/>
              <a:gd name="connsiteY14877" fmla="*/ 138494 h 3658174"/>
              <a:gd name="connsiteX14878" fmla="*/ 4902050 w 6514506"/>
              <a:gd name="connsiteY14878" fmla="*/ 136398 h 3658174"/>
              <a:gd name="connsiteX14879" fmla="*/ 4898716 w 6514506"/>
              <a:gd name="connsiteY14879" fmla="*/ 134302 h 3658174"/>
              <a:gd name="connsiteX14880" fmla="*/ 4882810 w 6514506"/>
              <a:gd name="connsiteY14880" fmla="*/ 136683 h 3658174"/>
              <a:gd name="connsiteX14881" fmla="*/ 4875952 w 6514506"/>
              <a:gd name="connsiteY14881" fmla="*/ 133350 h 3658174"/>
              <a:gd name="connsiteX14882" fmla="*/ 4892144 w 6514506"/>
              <a:gd name="connsiteY14882" fmla="*/ 131540 h 3658174"/>
              <a:gd name="connsiteX14883" fmla="*/ 4894525 w 6514506"/>
              <a:gd name="connsiteY14883" fmla="*/ 127349 h 3658174"/>
              <a:gd name="connsiteX14884" fmla="*/ 4884619 w 6514506"/>
              <a:gd name="connsiteY14884" fmla="*/ 127920 h 3658174"/>
              <a:gd name="connsiteX14885" fmla="*/ 4863950 w 6514506"/>
              <a:gd name="connsiteY14885" fmla="*/ 133350 h 3658174"/>
              <a:gd name="connsiteX14886" fmla="*/ 4859188 w 6514506"/>
              <a:gd name="connsiteY14886" fmla="*/ 132111 h 3658174"/>
              <a:gd name="connsiteX14887" fmla="*/ 4857092 w 6514506"/>
              <a:gd name="connsiteY14887" fmla="*/ 130873 h 3658174"/>
              <a:gd name="connsiteX14888" fmla="*/ 4853758 w 6514506"/>
              <a:gd name="connsiteY14888" fmla="*/ 129063 h 3658174"/>
              <a:gd name="connsiteX14889" fmla="*/ 4847472 w 6514506"/>
              <a:gd name="connsiteY14889" fmla="*/ 131730 h 3658174"/>
              <a:gd name="connsiteX14890" fmla="*/ 4836994 w 6514506"/>
              <a:gd name="connsiteY14890" fmla="*/ 133254 h 3658174"/>
              <a:gd name="connsiteX14891" fmla="*/ 4830708 w 6514506"/>
              <a:gd name="connsiteY14891" fmla="*/ 132683 h 3658174"/>
              <a:gd name="connsiteX14892" fmla="*/ 4823564 w 6514506"/>
              <a:gd name="connsiteY14892" fmla="*/ 130587 h 3658174"/>
              <a:gd name="connsiteX14893" fmla="*/ 4817563 w 6514506"/>
              <a:gd name="connsiteY14893" fmla="*/ 127254 h 3658174"/>
              <a:gd name="connsiteX14894" fmla="*/ 4810705 w 6514506"/>
              <a:gd name="connsiteY14894" fmla="*/ 125730 h 3658174"/>
              <a:gd name="connsiteX14895" fmla="*/ 4809467 w 6514506"/>
              <a:gd name="connsiteY14895" fmla="*/ 119443 h 3658174"/>
              <a:gd name="connsiteX14896" fmla="*/ 4816325 w 6514506"/>
              <a:gd name="connsiteY14896" fmla="*/ 114966 h 3658174"/>
              <a:gd name="connsiteX14897" fmla="*/ 4834042 w 6514506"/>
              <a:gd name="connsiteY14897" fmla="*/ 109823 h 3658174"/>
              <a:gd name="connsiteX14898" fmla="*/ 4852615 w 6514506"/>
              <a:gd name="connsiteY14898" fmla="*/ 100203 h 3658174"/>
              <a:gd name="connsiteX14899" fmla="*/ 4854997 w 6514506"/>
              <a:gd name="connsiteY14899" fmla="*/ 94773 h 3658174"/>
              <a:gd name="connsiteX14900" fmla="*/ 4854425 w 6514506"/>
              <a:gd name="connsiteY14900" fmla="*/ 88773 h 3658174"/>
              <a:gd name="connsiteX14901" fmla="*/ 4845376 w 6514506"/>
              <a:gd name="connsiteY14901" fmla="*/ 81629 h 3658174"/>
              <a:gd name="connsiteX14902" fmla="*/ 4831660 w 6514506"/>
              <a:gd name="connsiteY14902" fmla="*/ 83629 h 3658174"/>
              <a:gd name="connsiteX14903" fmla="*/ 4822040 w 6514506"/>
              <a:gd name="connsiteY14903" fmla="*/ 84487 h 3658174"/>
              <a:gd name="connsiteX14904" fmla="*/ 4823850 w 6514506"/>
              <a:gd name="connsiteY14904" fmla="*/ 74295 h 3658174"/>
              <a:gd name="connsiteX14905" fmla="*/ 4830708 w 6514506"/>
              <a:gd name="connsiteY14905" fmla="*/ 66484 h 3658174"/>
              <a:gd name="connsiteX14906" fmla="*/ 4834613 w 6514506"/>
              <a:gd name="connsiteY14906" fmla="*/ 62294 h 3658174"/>
              <a:gd name="connsiteX14907" fmla="*/ 4845091 w 6514506"/>
              <a:gd name="connsiteY14907" fmla="*/ 62007 h 3658174"/>
              <a:gd name="connsiteX14908" fmla="*/ 4842138 w 6514506"/>
              <a:gd name="connsiteY14908" fmla="*/ 57816 h 3658174"/>
              <a:gd name="connsiteX14909" fmla="*/ 4840614 w 6514506"/>
              <a:gd name="connsiteY14909" fmla="*/ 52101 h 3658174"/>
              <a:gd name="connsiteX14910" fmla="*/ 4853472 w 6514506"/>
              <a:gd name="connsiteY14910" fmla="*/ 54482 h 3658174"/>
              <a:gd name="connsiteX14911" fmla="*/ 4863093 w 6514506"/>
              <a:gd name="connsiteY14911" fmla="*/ 55721 h 3658174"/>
              <a:gd name="connsiteX14912" fmla="*/ 4860997 w 6514506"/>
              <a:gd name="connsiteY14912" fmla="*/ 53055 h 3658174"/>
              <a:gd name="connsiteX14913" fmla="*/ 4853472 w 6514506"/>
              <a:gd name="connsiteY14913" fmla="*/ 45529 h 3658174"/>
              <a:gd name="connsiteX14914" fmla="*/ 4860045 w 6514506"/>
              <a:gd name="connsiteY14914" fmla="*/ 37147 h 3658174"/>
              <a:gd name="connsiteX14915" fmla="*/ 4872332 w 6514506"/>
              <a:gd name="connsiteY14915" fmla="*/ 36576 h 3658174"/>
              <a:gd name="connsiteX14916" fmla="*/ 4863664 w 6514506"/>
              <a:gd name="connsiteY14916" fmla="*/ 33909 h 3658174"/>
              <a:gd name="connsiteX14917" fmla="*/ 4859473 w 6514506"/>
              <a:gd name="connsiteY14917" fmla="*/ 30289 h 3658174"/>
              <a:gd name="connsiteX14918" fmla="*/ 4867570 w 6514506"/>
              <a:gd name="connsiteY14918" fmla="*/ 27336 h 3658174"/>
              <a:gd name="connsiteX14919" fmla="*/ 4881095 w 6514506"/>
              <a:gd name="connsiteY14919" fmla="*/ 24670 h 3658174"/>
              <a:gd name="connsiteX14920" fmla="*/ 4885572 w 6514506"/>
              <a:gd name="connsiteY14920" fmla="*/ 22288 h 3658174"/>
              <a:gd name="connsiteX14921" fmla="*/ 4895764 w 6514506"/>
              <a:gd name="connsiteY14921" fmla="*/ 16001 h 3658174"/>
              <a:gd name="connsiteX14922" fmla="*/ 4909860 w 6514506"/>
              <a:gd name="connsiteY14922" fmla="*/ 16288 h 3658174"/>
              <a:gd name="connsiteX14923" fmla="*/ 4920338 w 6514506"/>
              <a:gd name="connsiteY14923" fmla="*/ 23145 h 3658174"/>
              <a:gd name="connsiteX14924" fmla="*/ 4926910 w 6514506"/>
              <a:gd name="connsiteY14924" fmla="*/ 27336 h 3658174"/>
              <a:gd name="connsiteX14925" fmla="*/ 4929863 w 6514506"/>
              <a:gd name="connsiteY14925" fmla="*/ 28194 h 3658174"/>
              <a:gd name="connsiteX14926" fmla="*/ 4926910 w 6514506"/>
              <a:gd name="connsiteY14926" fmla="*/ 21622 h 3658174"/>
              <a:gd name="connsiteX14927" fmla="*/ 4941293 w 6514506"/>
              <a:gd name="connsiteY14927" fmla="*/ 18002 h 3658174"/>
              <a:gd name="connsiteX14928" fmla="*/ 4948151 w 6514506"/>
              <a:gd name="connsiteY14928" fmla="*/ 14097 h 3658174"/>
              <a:gd name="connsiteX14929" fmla="*/ 4949961 w 6514506"/>
              <a:gd name="connsiteY14929" fmla="*/ 12287 h 3658174"/>
              <a:gd name="connsiteX14930" fmla="*/ 4957485 w 6514506"/>
              <a:gd name="connsiteY14930" fmla="*/ 11050 h 3658174"/>
              <a:gd name="connsiteX14931" fmla="*/ 4944627 w 6514506"/>
              <a:gd name="connsiteY14931" fmla="*/ 7715 h 3658174"/>
              <a:gd name="connsiteX14932" fmla="*/ 4930815 w 6514506"/>
              <a:gd name="connsiteY14932" fmla="*/ 190 h 3658174"/>
              <a:gd name="connsiteX14933" fmla="*/ 4969297 w 6514506"/>
              <a:gd name="connsiteY14933" fmla="*/ 381 h 3658174"/>
              <a:gd name="connsiteX14934" fmla="*/ 4970649 w 6514506"/>
              <a:gd name="connsiteY14934" fmla="*/ 381 h 365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  <a:cxn ang="0">
                <a:pos x="connsiteX14335" y="connsiteY14335"/>
              </a:cxn>
              <a:cxn ang="0">
                <a:pos x="connsiteX14336" y="connsiteY14336"/>
              </a:cxn>
              <a:cxn ang="0">
                <a:pos x="connsiteX14337" y="connsiteY14337"/>
              </a:cxn>
              <a:cxn ang="0">
                <a:pos x="connsiteX14338" y="connsiteY14338"/>
              </a:cxn>
              <a:cxn ang="0">
                <a:pos x="connsiteX14339" y="connsiteY14339"/>
              </a:cxn>
              <a:cxn ang="0">
                <a:pos x="connsiteX14340" y="connsiteY14340"/>
              </a:cxn>
              <a:cxn ang="0">
                <a:pos x="connsiteX14341" y="connsiteY14341"/>
              </a:cxn>
              <a:cxn ang="0">
                <a:pos x="connsiteX14342" y="connsiteY14342"/>
              </a:cxn>
              <a:cxn ang="0">
                <a:pos x="connsiteX14343" y="connsiteY14343"/>
              </a:cxn>
              <a:cxn ang="0">
                <a:pos x="connsiteX14344" y="connsiteY14344"/>
              </a:cxn>
              <a:cxn ang="0">
                <a:pos x="connsiteX14345" y="connsiteY14345"/>
              </a:cxn>
              <a:cxn ang="0">
                <a:pos x="connsiteX14346" y="connsiteY14346"/>
              </a:cxn>
              <a:cxn ang="0">
                <a:pos x="connsiteX14347" y="connsiteY14347"/>
              </a:cxn>
              <a:cxn ang="0">
                <a:pos x="connsiteX14348" y="connsiteY14348"/>
              </a:cxn>
              <a:cxn ang="0">
                <a:pos x="connsiteX14349" y="connsiteY14349"/>
              </a:cxn>
              <a:cxn ang="0">
                <a:pos x="connsiteX14350" y="connsiteY14350"/>
              </a:cxn>
              <a:cxn ang="0">
                <a:pos x="connsiteX14351" y="connsiteY14351"/>
              </a:cxn>
              <a:cxn ang="0">
                <a:pos x="connsiteX14352" y="connsiteY14352"/>
              </a:cxn>
              <a:cxn ang="0">
                <a:pos x="connsiteX14353" y="connsiteY14353"/>
              </a:cxn>
              <a:cxn ang="0">
                <a:pos x="connsiteX14354" y="connsiteY14354"/>
              </a:cxn>
              <a:cxn ang="0">
                <a:pos x="connsiteX14355" y="connsiteY14355"/>
              </a:cxn>
              <a:cxn ang="0">
                <a:pos x="connsiteX14356" y="connsiteY14356"/>
              </a:cxn>
              <a:cxn ang="0">
                <a:pos x="connsiteX14357" y="connsiteY14357"/>
              </a:cxn>
              <a:cxn ang="0">
                <a:pos x="connsiteX14358" y="connsiteY14358"/>
              </a:cxn>
              <a:cxn ang="0">
                <a:pos x="connsiteX14359" y="connsiteY14359"/>
              </a:cxn>
              <a:cxn ang="0">
                <a:pos x="connsiteX14360" y="connsiteY14360"/>
              </a:cxn>
              <a:cxn ang="0">
                <a:pos x="connsiteX14361" y="connsiteY14361"/>
              </a:cxn>
              <a:cxn ang="0">
                <a:pos x="connsiteX14362" y="connsiteY14362"/>
              </a:cxn>
              <a:cxn ang="0">
                <a:pos x="connsiteX14363" y="connsiteY14363"/>
              </a:cxn>
              <a:cxn ang="0">
                <a:pos x="connsiteX14364" y="connsiteY14364"/>
              </a:cxn>
              <a:cxn ang="0">
                <a:pos x="connsiteX14365" y="connsiteY14365"/>
              </a:cxn>
              <a:cxn ang="0">
                <a:pos x="connsiteX14366" y="connsiteY14366"/>
              </a:cxn>
              <a:cxn ang="0">
                <a:pos x="connsiteX14367" y="connsiteY14367"/>
              </a:cxn>
              <a:cxn ang="0">
                <a:pos x="connsiteX14368" y="connsiteY14368"/>
              </a:cxn>
              <a:cxn ang="0">
                <a:pos x="connsiteX14369" y="connsiteY14369"/>
              </a:cxn>
              <a:cxn ang="0">
                <a:pos x="connsiteX14370" y="connsiteY14370"/>
              </a:cxn>
              <a:cxn ang="0">
                <a:pos x="connsiteX14371" y="connsiteY14371"/>
              </a:cxn>
              <a:cxn ang="0">
                <a:pos x="connsiteX14372" y="connsiteY14372"/>
              </a:cxn>
              <a:cxn ang="0">
                <a:pos x="connsiteX14373" y="connsiteY14373"/>
              </a:cxn>
              <a:cxn ang="0">
                <a:pos x="connsiteX14374" y="connsiteY14374"/>
              </a:cxn>
              <a:cxn ang="0">
                <a:pos x="connsiteX14375" y="connsiteY14375"/>
              </a:cxn>
              <a:cxn ang="0">
                <a:pos x="connsiteX14376" y="connsiteY14376"/>
              </a:cxn>
              <a:cxn ang="0">
                <a:pos x="connsiteX14377" y="connsiteY14377"/>
              </a:cxn>
              <a:cxn ang="0">
                <a:pos x="connsiteX14378" y="connsiteY14378"/>
              </a:cxn>
              <a:cxn ang="0">
                <a:pos x="connsiteX14379" y="connsiteY14379"/>
              </a:cxn>
              <a:cxn ang="0">
                <a:pos x="connsiteX14380" y="connsiteY14380"/>
              </a:cxn>
              <a:cxn ang="0">
                <a:pos x="connsiteX14381" y="connsiteY14381"/>
              </a:cxn>
              <a:cxn ang="0">
                <a:pos x="connsiteX14382" y="connsiteY14382"/>
              </a:cxn>
              <a:cxn ang="0">
                <a:pos x="connsiteX14383" y="connsiteY14383"/>
              </a:cxn>
              <a:cxn ang="0">
                <a:pos x="connsiteX14384" y="connsiteY14384"/>
              </a:cxn>
              <a:cxn ang="0">
                <a:pos x="connsiteX14385" y="connsiteY14385"/>
              </a:cxn>
              <a:cxn ang="0">
                <a:pos x="connsiteX14386" y="connsiteY14386"/>
              </a:cxn>
              <a:cxn ang="0">
                <a:pos x="connsiteX14387" y="connsiteY14387"/>
              </a:cxn>
              <a:cxn ang="0">
                <a:pos x="connsiteX14388" y="connsiteY14388"/>
              </a:cxn>
              <a:cxn ang="0">
                <a:pos x="connsiteX14389" y="connsiteY14389"/>
              </a:cxn>
              <a:cxn ang="0">
                <a:pos x="connsiteX14390" y="connsiteY14390"/>
              </a:cxn>
              <a:cxn ang="0">
                <a:pos x="connsiteX14391" y="connsiteY14391"/>
              </a:cxn>
              <a:cxn ang="0">
                <a:pos x="connsiteX14392" y="connsiteY14392"/>
              </a:cxn>
              <a:cxn ang="0">
                <a:pos x="connsiteX14393" y="connsiteY14393"/>
              </a:cxn>
              <a:cxn ang="0">
                <a:pos x="connsiteX14394" y="connsiteY14394"/>
              </a:cxn>
              <a:cxn ang="0">
                <a:pos x="connsiteX14395" y="connsiteY14395"/>
              </a:cxn>
              <a:cxn ang="0">
                <a:pos x="connsiteX14396" y="connsiteY14396"/>
              </a:cxn>
              <a:cxn ang="0">
                <a:pos x="connsiteX14397" y="connsiteY14397"/>
              </a:cxn>
              <a:cxn ang="0">
                <a:pos x="connsiteX14398" y="connsiteY14398"/>
              </a:cxn>
              <a:cxn ang="0">
                <a:pos x="connsiteX14399" y="connsiteY14399"/>
              </a:cxn>
              <a:cxn ang="0">
                <a:pos x="connsiteX14400" y="connsiteY14400"/>
              </a:cxn>
              <a:cxn ang="0">
                <a:pos x="connsiteX14401" y="connsiteY14401"/>
              </a:cxn>
              <a:cxn ang="0">
                <a:pos x="connsiteX14402" y="connsiteY14402"/>
              </a:cxn>
              <a:cxn ang="0">
                <a:pos x="connsiteX14403" y="connsiteY14403"/>
              </a:cxn>
              <a:cxn ang="0">
                <a:pos x="connsiteX14404" y="connsiteY14404"/>
              </a:cxn>
              <a:cxn ang="0">
                <a:pos x="connsiteX14405" y="connsiteY14405"/>
              </a:cxn>
              <a:cxn ang="0">
                <a:pos x="connsiteX14406" y="connsiteY14406"/>
              </a:cxn>
              <a:cxn ang="0">
                <a:pos x="connsiteX14407" y="connsiteY14407"/>
              </a:cxn>
              <a:cxn ang="0">
                <a:pos x="connsiteX14408" y="connsiteY14408"/>
              </a:cxn>
              <a:cxn ang="0">
                <a:pos x="connsiteX14409" y="connsiteY14409"/>
              </a:cxn>
              <a:cxn ang="0">
                <a:pos x="connsiteX14410" y="connsiteY14410"/>
              </a:cxn>
              <a:cxn ang="0">
                <a:pos x="connsiteX14411" y="connsiteY14411"/>
              </a:cxn>
              <a:cxn ang="0">
                <a:pos x="connsiteX14412" y="connsiteY14412"/>
              </a:cxn>
              <a:cxn ang="0">
                <a:pos x="connsiteX14413" y="connsiteY14413"/>
              </a:cxn>
              <a:cxn ang="0">
                <a:pos x="connsiteX14414" y="connsiteY14414"/>
              </a:cxn>
              <a:cxn ang="0">
                <a:pos x="connsiteX14415" y="connsiteY14415"/>
              </a:cxn>
              <a:cxn ang="0">
                <a:pos x="connsiteX14416" y="connsiteY14416"/>
              </a:cxn>
              <a:cxn ang="0">
                <a:pos x="connsiteX14417" y="connsiteY14417"/>
              </a:cxn>
              <a:cxn ang="0">
                <a:pos x="connsiteX14418" y="connsiteY14418"/>
              </a:cxn>
              <a:cxn ang="0">
                <a:pos x="connsiteX14419" y="connsiteY14419"/>
              </a:cxn>
              <a:cxn ang="0">
                <a:pos x="connsiteX14420" y="connsiteY14420"/>
              </a:cxn>
              <a:cxn ang="0">
                <a:pos x="connsiteX14421" y="connsiteY14421"/>
              </a:cxn>
              <a:cxn ang="0">
                <a:pos x="connsiteX14422" y="connsiteY14422"/>
              </a:cxn>
              <a:cxn ang="0">
                <a:pos x="connsiteX14423" y="connsiteY14423"/>
              </a:cxn>
              <a:cxn ang="0">
                <a:pos x="connsiteX14424" y="connsiteY14424"/>
              </a:cxn>
              <a:cxn ang="0">
                <a:pos x="connsiteX14425" y="connsiteY14425"/>
              </a:cxn>
              <a:cxn ang="0">
                <a:pos x="connsiteX14426" y="connsiteY14426"/>
              </a:cxn>
              <a:cxn ang="0">
                <a:pos x="connsiteX14427" y="connsiteY14427"/>
              </a:cxn>
              <a:cxn ang="0">
                <a:pos x="connsiteX14428" y="connsiteY14428"/>
              </a:cxn>
              <a:cxn ang="0">
                <a:pos x="connsiteX14429" y="connsiteY14429"/>
              </a:cxn>
              <a:cxn ang="0">
                <a:pos x="connsiteX14430" y="connsiteY14430"/>
              </a:cxn>
              <a:cxn ang="0">
                <a:pos x="connsiteX14431" y="connsiteY14431"/>
              </a:cxn>
              <a:cxn ang="0">
                <a:pos x="connsiteX14432" y="connsiteY14432"/>
              </a:cxn>
              <a:cxn ang="0">
                <a:pos x="connsiteX14433" y="connsiteY14433"/>
              </a:cxn>
              <a:cxn ang="0">
                <a:pos x="connsiteX14434" y="connsiteY14434"/>
              </a:cxn>
              <a:cxn ang="0">
                <a:pos x="connsiteX14435" y="connsiteY14435"/>
              </a:cxn>
              <a:cxn ang="0">
                <a:pos x="connsiteX14436" y="connsiteY14436"/>
              </a:cxn>
              <a:cxn ang="0">
                <a:pos x="connsiteX14437" y="connsiteY14437"/>
              </a:cxn>
              <a:cxn ang="0">
                <a:pos x="connsiteX14438" y="connsiteY14438"/>
              </a:cxn>
              <a:cxn ang="0">
                <a:pos x="connsiteX14439" y="connsiteY14439"/>
              </a:cxn>
              <a:cxn ang="0">
                <a:pos x="connsiteX14440" y="connsiteY14440"/>
              </a:cxn>
              <a:cxn ang="0">
                <a:pos x="connsiteX14441" y="connsiteY14441"/>
              </a:cxn>
              <a:cxn ang="0">
                <a:pos x="connsiteX14442" y="connsiteY14442"/>
              </a:cxn>
              <a:cxn ang="0">
                <a:pos x="connsiteX14443" y="connsiteY14443"/>
              </a:cxn>
              <a:cxn ang="0">
                <a:pos x="connsiteX14444" y="connsiteY14444"/>
              </a:cxn>
              <a:cxn ang="0">
                <a:pos x="connsiteX14445" y="connsiteY14445"/>
              </a:cxn>
              <a:cxn ang="0">
                <a:pos x="connsiteX14446" y="connsiteY14446"/>
              </a:cxn>
              <a:cxn ang="0">
                <a:pos x="connsiteX14447" y="connsiteY14447"/>
              </a:cxn>
              <a:cxn ang="0">
                <a:pos x="connsiteX14448" y="connsiteY14448"/>
              </a:cxn>
              <a:cxn ang="0">
                <a:pos x="connsiteX14449" y="connsiteY14449"/>
              </a:cxn>
              <a:cxn ang="0">
                <a:pos x="connsiteX14450" y="connsiteY14450"/>
              </a:cxn>
              <a:cxn ang="0">
                <a:pos x="connsiteX14451" y="connsiteY14451"/>
              </a:cxn>
              <a:cxn ang="0">
                <a:pos x="connsiteX14452" y="connsiteY14452"/>
              </a:cxn>
              <a:cxn ang="0">
                <a:pos x="connsiteX14453" y="connsiteY14453"/>
              </a:cxn>
              <a:cxn ang="0">
                <a:pos x="connsiteX14454" y="connsiteY14454"/>
              </a:cxn>
              <a:cxn ang="0">
                <a:pos x="connsiteX14455" y="connsiteY14455"/>
              </a:cxn>
              <a:cxn ang="0">
                <a:pos x="connsiteX14456" y="connsiteY14456"/>
              </a:cxn>
              <a:cxn ang="0">
                <a:pos x="connsiteX14457" y="connsiteY14457"/>
              </a:cxn>
              <a:cxn ang="0">
                <a:pos x="connsiteX14458" y="connsiteY14458"/>
              </a:cxn>
              <a:cxn ang="0">
                <a:pos x="connsiteX14459" y="connsiteY14459"/>
              </a:cxn>
              <a:cxn ang="0">
                <a:pos x="connsiteX14460" y="connsiteY14460"/>
              </a:cxn>
              <a:cxn ang="0">
                <a:pos x="connsiteX14461" y="connsiteY14461"/>
              </a:cxn>
              <a:cxn ang="0">
                <a:pos x="connsiteX14462" y="connsiteY14462"/>
              </a:cxn>
              <a:cxn ang="0">
                <a:pos x="connsiteX14463" y="connsiteY14463"/>
              </a:cxn>
              <a:cxn ang="0">
                <a:pos x="connsiteX14464" y="connsiteY14464"/>
              </a:cxn>
              <a:cxn ang="0">
                <a:pos x="connsiteX14465" y="connsiteY14465"/>
              </a:cxn>
              <a:cxn ang="0">
                <a:pos x="connsiteX14466" y="connsiteY14466"/>
              </a:cxn>
              <a:cxn ang="0">
                <a:pos x="connsiteX14467" y="connsiteY14467"/>
              </a:cxn>
              <a:cxn ang="0">
                <a:pos x="connsiteX14468" y="connsiteY14468"/>
              </a:cxn>
              <a:cxn ang="0">
                <a:pos x="connsiteX14469" y="connsiteY14469"/>
              </a:cxn>
              <a:cxn ang="0">
                <a:pos x="connsiteX14470" y="connsiteY14470"/>
              </a:cxn>
              <a:cxn ang="0">
                <a:pos x="connsiteX14471" y="connsiteY14471"/>
              </a:cxn>
              <a:cxn ang="0">
                <a:pos x="connsiteX14472" y="connsiteY14472"/>
              </a:cxn>
              <a:cxn ang="0">
                <a:pos x="connsiteX14473" y="connsiteY14473"/>
              </a:cxn>
              <a:cxn ang="0">
                <a:pos x="connsiteX14474" y="connsiteY14474"/>
              </a:cxn>
              <a:cxn ang="0">
                <a:pos x="connsiteX14475" y="connsiteY14475"/>
              </a:cxn>
              <a:cxn ang="0">
                <a:pos x="connsiteX14476" y="connsiteY14476"/>
              </a:cxn>
              <a:cxn ang="0">
                <a:pos x="connsiteX14477" y="connsiteY14477"/>
              </a:cxn>
              <a:cxn ang="0">
                <a:pos x="connsiteX14478" y="connsiteY14478"/>
              </a:cxn>
              <a:cxn ang="0">
                <a:pos x="connsiteX14479" y="connsiteY14479"/>
              </a:cxn>
              <a:cxn ang="0">
                <a:pos x="connsiteX14480" y="connsiteY14480"/>
              </a:cxn>
              <a:cxn ang="0">
                <a:pos x="connsiteX14481" y="connsiteY14481"/>
              </a:cxn>
              <a:cxn ang="0">
                <a:pos x="connsiteX14482" y="connsiteY14482"/>
              </a:cxn>
              <a:cxn ang="0">
                <a:pos x="connsiteX14483" y="connsiteY14483"/>
              </a:cxn>
              <a:cxn ang="0">
                <a:pos x="connsiteX14484" y="connsiteY14484"/>
              </a:cxn>
              <a:cxn ang="0">
                <a:pos x="connsiteX14485" y="connsiteY14485"/>
              </a:cxn>
              <a:cxn ang="0">
                <a:pos x="connsiteX14486" y="connsiteY14486"/>
              </a:cxn>
              <a:cxn ang="0">
                <a:pos x="connsiteX14487" y="connsiteY14487"/>
              </a:cxn>
              <a:cxn ang="0">
                <a:pos x="connsiteX14488" y="connsiteY14488"/>
              </a:cxn>
              <a:cxn ang="0">
                <a:pos x="connsiteX14489" y="connsiteY14489"/>
              </a:cxn>
              <a:cxn ang="0">
                <a:pos x="connsiteX14490" y="connsiteY14490"/>
              </a:cxn>
              <a:cxn ang="0">
                <a:pos x="connsiteX14491" y="connsiteY14491"/>
              </a:cxn>
              <a:cxn ang="0">
                <a:pos x="connsiteX14492" y="connsiteY14492"/>
              </a:cxn>
              <a:cxn ang="0">
                <a:pos x="connsiteX14493" y="connsiteY14493"/>
              </a:cxn>
              <a:cxn ang="0">
                <a:pos x="connsiteX14494" y="connsiteY14494"/>
              </a:cxn>
              <a:cxn ang="0">
                <a:pos x="connsiteX14495" y="connsiteY14495"/>
              </a:cxn>
              <a:cxn ang="0">
                <a:pos x="connsiteX14496" y="connsiteY14496"/>
              </a:cxn>
              <a:cxn ang="0">
                <a:pos x="connsiteX14497" y="connsiteY14497"/>
              </a:cxn>
              <a:cxn ang="0">
                <a:pos x="connsiteX14498" y="connsiteY14498"/>
              </a:cxn>
              <a:cxn ang="0">
                <a:pos x="connsiteX14499" y="connsiteY14499"/>
              </a:cxn>
              <a:cxn ang="0">
                <a:pos x="connsiteX14500" y="connsiteY14500"/>
              </a:cxn>
              <a:cxn ang="0">
                <a:pos x="connsiteX14501" y="connsiteY14501"/>
              </a:cxn>
              <a:cxn ang="0">
                <a:pos x="connsiteX14502" y="connsiteY14502"/>
              </a:cxn>
              <a:cxn ang="0">
                <a:pos x="connsiteX14503" y="connsiteY14503"/>
              </a:cxn>
              <a:cxn ang="0">
                <a:pos x="connsiteX14504" y="connsiteY14504"/>
              </a:cxn>
              <a:cxn ang="0">
                <a:pos x="connsiteX14505" y="connsiteY14505"/>
              </a:cxn>
              <a:cxn ang="0">
                <a:pos x="connsiteX14506" y="connsiteY14506"/>
              </a:cxn>
              <a:cxn ang="0">
                <a:pos x="connsiteX14507" y="connsiteY14507"/>
              </a:cxn>
              <a:cxn ang="0">
                <a:pos x="connsiteX14508" y="connsiteY14508"/>
              </a:cxn>
              <a:cxn ang="0">
                <a:pos x="connsiteX14509" y="connsiteY14509"/>
              </a:cxn>
              <a:cxn ang="0">
                <a:pos x="connsiteX14510" y="connsiteY14510"/>
              </a:cxn>
              <a:cxn ang="0">
                <a:pos x="connsiteX14511" y="connsiteY14511"/>
              </a:cxn>
              <a:cxn ang="0">
                <a:pos x="connsiteX14512" y="connsiteY14512"/>
              </a:cxn>
              <a:cxn ang="0">
                <a:pos x="connsiteX14513" y="connsiteY14513"/>
              </a:cxn>
              <a:cxn ang="0">
                <a:pos x="connsiteX14514" y="connsiteY14514"/>
              </a:cxn>
              <a:cxn ang="0">
                <a:pos x="connsiteX14515" y="connsiteY14515"/>
              </a:cxn>
              <a:cxn ang="0">
                <a:pos x="connsiteX14516" y="connsiteY14516"/>
              </a:cxn>
              <a:cxn ang="0">
                <a:pos x="connsiteX14517" y="connsiteY14517"/>
              </a:cxn>
              <a:cxn ang="0">
                <a:pos x="connsiteX14518" y="connsiteY14518"/>
              </a:cxn>
              <a:cxn ang="0">
                <a:pos x="connsiteX14519" y="connsiteY14519"/>
              </a:cxn>
              <a:cxn ang="0">
                <a:pos x="connsiteX14520" y="connsiteY14520"/>
              </a:cxn>
              <a:cxn ang="0">
                <a:pos x="connsiteX14521" y="connsiteY14521"/>
              </a:cxn>
              <a:cxn ang="0">
                <a:pos x="connsiteX14522" y="connsiteY14522"/>
              </a:cxn>
              <a:cxn ang="0">
                <a:pos x="connsiteX14523" y="connsiteY14523"/>
              </a:cxn>
              <a:cxn ang="0">
                <a:pos x="connsiteX14524" y="connsiteY14524"/>
              </a:cxn>
              <a:cxn ang="0">
                <a:pos x="connsiteX14525" y="connsiteY14525"/>
              </a:cxn>
              <a:cxn ang="0">
                <a:pos x="connsiteX14526" y="connsiteY14526"/>
              </a:cxn>
              <a:cxn ang="0">
                <a:pos x="connsiteX14527" y="connsiteY14527"/>
              </a:cxn>
              <a:cxn ang="0">
                <a:pos x="connsiteX14528" y="connsiteY14528"/>
              </a:cxn>
              <a:cxn ang="0">
                <a:pos x="connsiteX14529" y="connsiteY14529"/>
              </a:cxn>
              <a:cxn ang="0">
                <a:pos x="connsiteX14530" y="connsiteY14530"/>
              </a:cxn>
              <a:cxn ang="0">
                <a:pos x="connsiteX14531" y="connsiteY14531"/>
              </a:cxn>
              <a:cxn ang="0">
                <a:pos x="connsiteX14532" y="connsiteY14532"/>
              </a:cxn>
              <a:cxn ang="0">
                <a:pos x="connsiteX14533" y="connsiteY14533"/>
              </a:cxn>
              <a:cxn ang="0">
                <a:pos x="connsiteX14534" y="connsiteY14534"/>
              </a:cxn>
              <a:cxn ang="0">
                <a:pos x="connsiteX14535" y="connsiteY14535"/>
              </a:cxn>
              <a:cxn ang="0">
                <a:pos x="connsiteX14536" y="connsiteY14536"/>
              </a:cxn>
              <a:cxn ang="0">
                <a:pos x="connsiteX14537" y="connsiteY14537"/>
              </a:cxn>
              <a:cxn ang="0">
                <a:pos x="connsiteX14538" y="connsiteY14538"/>
              </a:cxn>
              <a:cxn ang="0">
                <a:pos x="connsiteX14539" y="connsiteY14539"/>
              </a:cxn>
              <a:cxn ang="0">
                <a:pos x="connsiteX14540" y="connsiteY14540"/>
              </a:cxn>
              <a:cxn ang="0">
                <a:pos x="connsiteX14541" y="connsiteY14541"/>
              </a:cxn>
              <a:cxn ang="0">
                <a:pos x="connsiteX14542" y="connsiteY14542"/>
              </a:cxn>
              <a:cxn ang="0">
                <a:pos x="connsiteX14543" y="connsiteY14543"/>
              </a:cxn>
              <a:cxn ang="0">
                <a:pos x="connsiteX14544" y="connsiteY14544"/>
              </a:cxn>
              <a:cxn ang="0">
                <a:pos x="connsiteX14545" y="connsiteY14545"/>
              </a:cxn>
              <a:cxn ang="0">
                <a:pos x="connsiteX14546" y="connsiteY14546"/>
              </a:cxn>
              <a:cxn ang="0">
                <a:pos x="connsiteX14547" y="connsiteY14547"/>
              </a:cxn>
              <a:cxn ang="0">
                <a:pos x="connsiteX14548" y="connsiteY14548"/>
              </a:cxn>
              <a:cxn ang="0">
                <a:pos x="connsiteX14549" y="connsiteY14549"/>
              </a:cxn>
              <a:cxn ang="0">
                <a:pos x="connsiteX14550" y="connsiteY14550"/>
              </a:cxn>
              <a:cxn ang="0">
                <a:pos x="connsiteX14551" y="connsiteY14551"/>
              </a:cxn>
              <a:cxn ang="0">
                <a:pos x="connsiteX14552" y="connsiteY14552"/>
              </a:cxn>
              <a:cxn ang="0">
                <a:pos x="connsiteX14553" y="connsiteY14553"/>
              </a:cxn>
              <a:cxn ang="0">
                <a:pos x="connsiteX14554" y="connsiteY14554"/>
              </a:cxn>
              <a:cxn ang="0">
                <a:pos x="connsiteX14555" y="connsiteY14555"/>
              </a:cxn>
              <a:cxn ang="0">
                <a:pos x="connsiteX14556" y="connsiteY14556"/>
              </a:cxn>
              <a:cxn ang="0">
                <a:pos x="connsiteX14557" y="connsiteY14557"/>
              </a:cxn>
              <a:cxn ang="0">
                <a:pos x="connsiteX14558" y="connsiteY14558"/>
              </a:cxn>
              <a:cxn ang="0">
                <a:pos x="connsiteX14559" y="connsiteY14559"/>
              </a:cxn>
              <a:cxn ang="0">
                <a:pos x="connsiteX14560" y="connsiteY14560"/>
              </a:cxn>
              <a:cxn ang="0">
                <a:pos x="connsiteX14561" y="connsiteY14561"/>
              </a:cxn>
              <a:cxn ang="0">
                <a:pos x="connsiteX14562" y="connsiteY14562"/>
              </a:cxn>
              <a:cxn ang="0">
                <a:pos x="connsiteX14563" y="connsiteY14563"/>
              </a:cxn>
              <a:cxn ang="0">
                <a:pos x="connsiteX14564" y="connsiteY14564"/>
              </a:cxn>
              <a:cxn ang="0">
                <a:pos x="connsiteX14565" y="connsiteY14565"/>
              </a:cxn>
              <a:cxn ang="0">
                <a:pos x="connsiteX14566" y="connsiteY14566"/>
              </a:cxn>
              <a:cxn ang="0">
                <a:pos x="connsiteX14567" y="connsiteY14567"/>
              </a:cxn>
              <a:cxn ang="0">
                <a:pos x="connsiteX14568" y="connsiteY14568"/>
              </a:cxn>
              <a:cxn ang="0">
                <a:pos x="connsiteX14569" y="connsiteY14569"/>
              </a:cxn>
              <a:cxn ang="0">
                <a:pos x="connsiteX14570" y="connsiteY14570"/>
              </a:cxn>
              <a:cxn ang="0">
                <a:pos x="connsiteX14571" y="connsiteY14571"/>
              </a:cxn>
              <a:cxn ang="0">
                <a:pos x="connsiteX14572" y="connsiteY14572"/>
              </a:cxn>
              <a:cxn ang="0">
                <a:pos x="connsiteX14573" y="connsiteY14573"/>
              </a:cxn>
              <a:cxn ang="0">
                <a:pos x="connsiteX14574" y="connsiteY14574"/>
              </a:cxn>
              <a:cxn ang="0">
                <a:pos x="connsiteX14575" y="connsiteY14575"/>
              </a:cxn>
              <a:cxn ang="0">
                <a:pos x="connsiteX14576" y="connsiteY14576"/>
              </a:cxn>
              <a:cxn ang="0">
                <a:pos x="connsiteX14577" y="connsiteY14577"/>
              </a:cxn>
              <a:cxn ang="0">
                <a:pos x="connsiteX14578" y="connsiteY14578"/>
              </a:cxn>
              <a:cxn ang="0">
                <a:pos x="connsiteX14579" y="connsiteY14579"/>
              </a:cxn>
              <a:cxn ang="0">
                <a:pos x="connsiteX14580" y="connsiteY14580"/>
              </a:cxn>
              <a:cxn ang="0">
                <a:pos x="connsiteX14581" y="connsiteY14581"/>
              </a:cxn>
              <a:cxn ang="0">
                <a:pos x="connsiteX14582" y="connsiteY14582"/>
              </a:cxn>
              <a:cxn ang="0">
                <a:pos x="connsiteX14583" y="connsiteY14583"/>
              </a:cxn>
              <a:cxn ang="0">
                <a:pos x="connsiteX14584" y="connsiteY14584"/>
              </a:cxn>
              <a:cxn ang="0">
                <a:pos x="connsiteX14585" y="connsiteY14585"/>
              </a:cxn>
              <a:cxn ang="0">
                <a:pos x="connsiteX14586" y="connsiteY14586"/>
              </a:cxn>
              <a:cxn ang="0">
                <a:pos x="connsiteX14587" y="connsiteY14587"/>
              </a:cxn>
              <a:cxn ang="0">
                <a:pos x="connsiteX14588" y="connsiteY14588"/>
              </a:cxn>
              <a:cxn ang="0">
                <a:pos x="connsiteX14589" y="connsiteY14589"/>
              </a:cxn>
              <a:cxn ang="0">
                <a:pos x="connsiteX14590" y="connsiteY14590"/>
              </a:cxn>
              <a:cxn ang="0">
                <a:pos x="connsiteX14591" y="connsiteY14591"/>
              </a:cxn>
              <a:cxn ang="0">
                <a:pos x="connsiteX14592" y="connsiteY14592"/>
              </a:cxn>
              <a:cxn ang="0">
                <a:pos x="connsiteX14593" y="connsiteY14593"/>
              </a:cxn>
              <a:cxn ang="0">
                <a:pos x="connsiteX14594" y="connsiteY14594"/>
              </a:cxn>
              <a:cxn ang="0">
                <a:pos x="connsiteX14595" y="connsiteY14595"/>
              </a:cxn>
              <a:cxn ang="0">
                <a:pos x="connsiteX14596" y="connsiteY14596"/>
              </a:cxn>
              <a:cxn ang="0">
                <a:pos x="connsiteX14597" y="connsiteY14597"/>
              </a:cxn>
              <a:cxn ang="0">
                <a:pos x="connsiteX14598" y="connsiteY14598"/>
              </a:cxn>
              <a:cxn ang="0">
                <a:pos x="connsiteX14599" y="connsiteY14599"/>
              </a:cxn>
              <a:cxn ang="0">
                <a:pos x="connsiteX14600" y="connsiteY14600"/>
              </a:cxn>
              <a:cxn ang="0">
                <a:pos x="connsiteX14601" y="connsiteY14601"/>
              </a:cxn>
              <a:cxn ang="0">
                <a:pos x="connsiteX14602" y="connsiteY14602"/>
              </a:cxn>
              <a:cxn ang="0">
                <a:pos x="connsiteX14603" y="connsiteY14603"/>
              </a:cxn>
              <a:cxn ang="0">
                <a:pos x="connsiteX14604" y="connsiteY14604"/>
              </a:cxn>
              <a:cxn ang="0">
                <a:pos x="connsiteX14605" y="connsiteY14605"/>
              </a:cxn>
              <a:cxn ang="0">
                <a:pos x="connsiteX14606" y="connsiteY14606"/>
              </a:cxn>
              <a:cxn ang="0">
                <a:pos x="connsiteX14607" y="connsiteY14607"/>
              </a:cxn>
              <a:cxn ang="0">
                <a:pos x="connsiteX14608" y="connsiteY14608"/>
              </a:cxn>
              <a:cxn ang="0">
                <a:pos x="connsiteX14609" y="connsiteY14609"/>
              </a:cxn>
              <a:cxn ang="0">
                <a:pos x="connsiteX14610" y="connsiteY14610"/>
              </a:cxn>
              <a:cxn ang="0">
                <a:pos x="connsiteX14611" y="connsiteY14611"/>
              </a:cxn>
              <a:cxn ang="0">
                <a:pos x="connsiteX14612" y="connsiteY14612"/>
              </a:cxn>
              <a:cxn ang="0">
                <a:pos x="connsiteX14613" y="connsiteY14613"/>
              </a:cxn>
              <a:cxn ang="0">
                <a:pos x="connsiteX14614" y="connsiteY14614"/>
              </a:cxn>
              <a:cxn ang="0">
                <a:pos x="connsiteX14615" y="connsiteY14615"/>
              </a:cxn>
              <a:cxn ang="0">
                <a:pos x="connsiteX14616" y="connsiteY14616"/>
              </a:cxn>
              <a:cxn ang="0">
                <a:pos x="connsiteX14617" y="connsiteY14617"/>
              </a:cxn>
              <a:cxn ang="0">
                <a:pos x="connsiteX14618" y="connsiteY14618"/>
              </a:cxn>
              <a:cxn ang="0">
                <a:pos x="connsiteX14619" y="connsiteY14619"/>
              </a:cxn>
              <a:cxn ang="0">
                <a:pos x="connsiteX14620" y="connsiteY14620"/>
              </a:cxn>
              <a:cxn ang="0">
                <a:pos x="connsiteX14621" y="connsiteY14621"/>
              </a:cxn>
              <a:cxn ang="0">
                <a:pos x="connsiteX14622" y="connsiteY14622"/>
              </a:cxn>
              <a:cxn ang="0">
                <a:pos x="connsiteX14623" y="connsiteY14623"/>
              </a:cxn>
              <a:cxn ang="0">
                <a:pos x="connsiteX14624" y="connsiteY14624"/>
              </a:cxn>
              <a:cxn ang="0">
                <a:pos x="connsiteX14625" y="connsiteY14625"/>
              </a:cxn>
              <a:cxn ang="0">
                <a:pos x="connsiteX14626" y="connsiteY14626"/>
              </a:cxn>
              <a:cxn ang="0">
                <a:pos x="connsiteX14627" y="connsiteY14627"/>
              </a:cxn>
              <a:cxn ang="0">
                <a:pos x="connsiteX14628" y="connsiteY14628"/>
              </a:cxn>
              <a:cxn ang="0">
                <a:pos x="connsiteX14629" y="connsiteY14629"/>
              </a:cxn>
              <a:cxn ang="0">
                <a:pos x="connsiteX14630" y="connsiteY14630"/>
              </a:cxn>
              <a:cxn ang="0">
                <a:pos x="connsiteX14631" y="connsiteY14631"/>
              </a:cxn>
              <a:cxn ang="0">
                <a:pos x="connsiteX14632" y="connsiteY14632"/>
              </a:cxn>
              <a:cxn ang="0">
                <a:pos x="connsiteX14633" y="connsiteY14633"/>
              </a:cxn>
              <a:cxn ang="0">
                <a:pos x="connsiteX14634" y="connsiteY14634"/>
              </a:cxn>
              <a:cxn ang="0">
                <a:pos x="connsiteX14635" y="connsiteY14635"/>
              </a:cxn>
              <a:cxn ang="0">
                <a:pos x="connsiteX14636" y="connsiteY14636"/>
              </a:cxn>
              <a:cxn ang="0">
                <a:pos x="connsiteX14637" y="connsiteY14637"/>
              </a:cxn>
              <a:cxn ang="0">
                <a:pos x="connsiteX14638" y="connsiteY14638"/>
              </a:cxn>
              <a:cxn ang="0">
                <a:pos x="connsiteX14639" y="connsiteY14639"/>
              </a:cxn>
              <a:cxn ang="0">
                <a:pos x="connsiteX14640" y="connsiteY14640"/>
              </a:cxn>
              <a:cxn ang="0">
                <a:pos x="connsiteX14641" y="connsiteY14641"/>
              </a:cxn>
              <a:cxn ang="0">
                <a:pos x="connsiteX14642" y="connsiteY14642"/>
              </a:cxn>
              <a:cxn ang="0">
                <a:pos x="connsiteX14643" y="connsiteY14643"/>
              </a:cxn>
              <a:cxn ang="0">
                <a:pos x="connsiteX14644" y="connsiteY14644"/>
              </a:cxn>
              <a:cxn ang="0">
                <a:pos x="connsiteX14645" y="connsiteY14645"/>
              </a:cxn>
              <a:cxn ang="0">
                <a:pos x="connsiteX14646" y="connsiteY14646"/>
              </a:cxn>
              <a:cxn ang="0">
                <a:pos x="connsiteX14647" y="connsiteY14647"/>
              </a:cxn>
              <a:cxn ang="0">
                <a:pos x="connsiteX14648" y="connsiteY14648"/>
              </a:cxn>
              <a:cxn ang="0">
                <a:pos x="connsiteX14649" y="connsiteY14649"/>
              </a:cxn>
              <a:cxn ang="0">
                <a:pos x="connsiteX14650" y="connsiteY14650"/>
              </a:cxn>
              <a:cxn ang="0">
                <a:pos x="connsiteX14651" y="connsiteY14651"/>
              </a:cxn>
              <a:cxn ang="0">
                <a:pos x="connsiteX14652" y="connsiteY14652"/>
              </a:cxn>
              <a:cxn ang="0">
                <a:pos x="connsiteX14653" y="connsiteY14653"/>
              </a:cxn>
              <a:cxn ang="0">
                <a:pos x="connsiteX14654" y="connsiteY14654"/>
              </a:cxn>
              <a:cxn ang="0">
                <a:pos x="connsiteX14655" y="connsiteY14655"/>
              </a:cxn>
              <a:cxn ang="0">
                <a:pos x="connsiteX14656" y="connsiteY14656"/>
              </a:cxn>
              <a:cxn ang="0">
                <a:pos x="connsiteX14657" y="connsiteY14657"/>
              </a:cxn>
              <a:cxn ang="0">
                <a:pos x="connsiteX14658" y="connsiteY14658"/>
              </a:cxn>
              <a:cxn ang="0">
                <a:pos x="connsiteX14659" y="connsiteY14659"/>
              </a:cxn>
              <a:cxn ang="0">
                <a:pos x="connsiteX14660" y="connsiteY14660"/>
              </a:cxn>
              <a:cxn ang="0">
                <a:pos x="connsiteX14661" y="connsiteY14661"/>
              </a:cxn>
              <a:cxn ang="0">
                <a:pos x="connsiteX14662" y="connsiteY14662"/>
              </a:cxn>
              <a:cxn ang="0">
                <a:pos x="connsiteX14663" y="connsiteY14663"/>
              </a:cxn>
              <a:cxn ang="0">
                <a:pos x="connsiteX14664" y="connsiteY14664"/>
              </a:cxn>
              <a:cxn ang="0">
                <a:pos x="connsiteX14665" y="connsiteY14665"/>
              </a:cxn>
              <a:cxn ang="0">
                <a:pos x="connsiteX14666" y="connsiteY14666"/>
              </a:cxn>
              <a:cxn ang="0">
                <a:pos x="connsiteX14667" y="connsiteY14667"/>
              </a:cxn>
              <a:cxn ang="0">
                <a:pos x="connsiteX14668" y="connsiteY14668"/>
              </a:cxn>
              <a:cxn ang="0">
                <a:pos x="connsiteX14669" y="connsiteY14669"/>
              </a:cxn>
              <a:cxn ang="0">
                <a:pos x="connsiteX14670" y="connsiteY14670"/>
              </a:cxn>
              <a:cxn ang="0">
                <a:pos x="connsiteX14671" y="connsiteY14671"/>
              </a:cxn>
              <a:cxn ang="0">
                <a:pos x="connsiteX14672" y="connsiteY14672"/>
              </a:cxn>
              <a:cxn ang="0">
                <a:pos x="connsiteX14673" y="connsiteY14673"/>
              </a:cxn>
              <a:cxn ang="0">
                <a:pos x="connsiteX14674" y="connsiteY14674"/>
              </a:cxn>
              <a:cxn ang="0">
                <a:pos x="connsiteX14675" y="connsiteY14675"/>
              </a:cxn>
              <a:cxn ang="0">
                <a:pos x="connsiteX14676" y="connsiteY14676"/>
              </a:cxn>
              <a:cxn ang="0">
                <a:pos x="connsiteX14677" y="connsiteY14677"/>
              </a:cxn>
              <a:cxn ang="0">
                <a:pos x="connsiteX14678" y="connsiteY14678"/>
              </a:cxn>
              <a:cxn ang="0">
                <a:pos x="connsiteX14679" y="connsiteY14679"/>
              </a:cxn>
              <a:cxn ang="0">
                <a:pos x="connsiteX14680" y="connsiteY14680"/>
              </a:cxn>
              <a:cxn ang="0">
                <a:pos x="connsiteX14681" y="connsiteY14681"/>
              </a:cxn>
              <a:cxn ang="0">
                <a:pos x="connsiteX14682" y="connsiteY14682"/>
              </a:cxn>
              <a:cxn ang="0">
                <a:pos x="connsiteX14683" y="connsiteY14683"/>
              </a:cxn>
              <a:cxn ang="0">
                <a:pos x="connsiteX14684" y="connsiteY14684"/>
              </a:cxn>
              <a:cxn ang="0">
                <a:pos x="connsiteX14685" y="connsiteY14685"/>
              </a:cxn>
              <a:cxn ang="0">
                <a:pos x="connsiteX14686" y="connsiteY14686"/>
              </a:cxn>
              <a:cxn ang="0">
                <a:pos x="connsiteX14687" y="connsiteY14687"/>
              </a:cxn>
              <a:cxn ang="0">
                <a:pos x="connsiteX14688" y="connsiteY14688"/>
              </a:cxn>
              <a:cxn ang="0">
                <a:pos x="connsiteX14689" y="connsiteY14689"/>
              </a:cxn>
              <a:cxn ang="0">
                <a:pos x="connsiteX14690" y="connsiteY14690"/>
              </a:cxn>
              <a:cxn ang="0">
                <a:pos x="connsiteX14691" y="connsiteY14691"/>
              </a:cxn>
              <a:cxn ang="0">
                <a:pos x="connsiteX14692" y="connsiteY14692"/>
              </a:cxn>
              <a:cxn ang="0">
                <a:pos x="connsiteX14693" y="connsiteY14693"/>
              </a:cxn>
              <a:cxn ang="0">
                <a:pos x="connsiteX14694" y="connsiteY14694"/>
              </a:cxn>
              <a:cxn ang="0">
                <a:pos x="connsiteX14695" y="connsiteY14695"/>
              </a:cxn>
              <a:cxn ang="0">
                <a:pos x="connsiteX14696" y="connsiteY14696"/>
              </a:cxn>
              <a:cxn ang="0">
                <a:pos x="connsiteX14697" y="connsiteY14697"/>
              </a:cxn>
              <a:cxn ang="0">
                <a:pos x="connsiteX14698" y="connsiteY14698"/>
              </a:cxn>
              <a:cxn ang="0">
                <a:pos x="connsiteX14699" y="connsiteY14699"/>
              </a:cxn>
              <a:cxn ang="0">
                <a:pos x="connsiteX14700" y="connsiteY14700"/>
              </a:cxn>
              <a:cxn ang="0">
                <a:pos x="connsiteX14701" y="connsiteY14701"/>
              </a:cxn>
              <a:cxn ang="0">
                <a:pos x="connsiteX14702" y="connsiteY14702"/>
              </a:cxn>
              <a:cxn ang="0">
                <a:pos x="connsiteX14703" y="connsiteY14703"/>
              </a:cxn>
              <a:cxn ang="0">
                <a:pos x="connsiteX14704" y="connsiteY14704"/>
              </a:cxn>
              <a:cxn ang="0">
                <a:pos x="connsiteX14705" y="connsiteY14705"/>
              </a:cxn>
              <a:cxn ang="0">
                <a:pos x="connsiteX14706" y="connsiteY14706"/>
              </a:cxn>
              <a:cxn ang="0">
                <a:pos x="connsiteX14707" y="connsiteY14707"/>
              </a:cxn>
              <a:cxn ang="0">
                <a:pos x="connsiteX14708" y="connsiteY14708"/>
              </a:cxn>
              <a:cxn ang="0">
                <a:pos x="connsiteX14709" y="connsiteY14709"/>
              </a:cxn>
              <a:cxn ang="0">
                <a:pos x="connsiteX14710" y="connsiteY14710"/>
              </a:cxn>
              <a:cxn ang="0">
                <a:pos x="connsiteX14711" y="connsiteY14711"/>
              </a:cxn>
              <a:cxn ang="0">
                <a:pos x="connsiteX14712" y="connsiteY14712"/>
              </a:cxn>
              <a:cxn ang="0">
                <a:pos x="connsiteX14713" y="connsiteY14713"/>
              </a:cxn>
              <a:cxn ang="0">
                <a:pos x="connsiteX14714" y="connsiteY14714"/>
              </a:cxn>
              <a:cxn ang="0">
                <a:pos x="connsiteX14715" y="connsiteY14715"/>
              </a:cxn>
              <a:cxn ang="0">
                <a:pos x="connsiteX14716" y="connsiteY14716"/>
              </a:cxn>
              <a:cxn ang="0">
                <a:pos x="connsiteX14717" y="connsiteY14717"/>
              </a:cxn>
              <a:cxn ang="0">
                <a:pos x="connsiteX14718" y="connsiteY14718"/>
              </a:cxn>
              <a:cxn ang="0">
                <a:pos x="connsiteX14719" y="connsiteY14719"/>
              </a:cxn>
              <a:cxn ang="0">
                <a:pos x="connsiteX14720" y="connsiteY14720"/>
              </a:cxn>
              <a:cxn ang="0">
                <a:pos x="connsiteX14721" y="connsiteY14721"/>
              </a:cxn>
              <a:cxn ang="0">
                <a:pos x="connsiteX14722" y="connsiteY14722"/>
              </a:cxn>
              <a:cxn ang="0">
                <a:pos x="connsiteX14723" y="connsiteY14723"/>
              </a:cxn>
              <a:cxn ang="0">
                <a:pos x="connsiteX14724" y="connsiteY14724"/>
              </a:cxn>
              <a:cxn ang="0">
                <a:pos x="connsiteX14725" y="connsiteY14725"/>
              </a:cxn>
              <a:cxn ang="0">
                <a:pos x="connsiteX14726" y="connsiteY14726"/>
              </a:cxn>
              <a:cxn ang="0">
                <a:pos x="connsiteX14727" y="connsiteY14727"/>
              </a:cxn>
              <a:cxn ang="0">
                <a:pos x="connsiteX14728" y="connsiteY14728"/>
              </a:cxn>
              <a:cxn ang="0">
                <a:pos x="connsiteX14729" y="connsiteY14729"/>
              </a:cxn>
              <a:cxn ang="0">
                <a:pos x="connsiteX14730" y="connsiteY14730"/>
              </a:cxn>
              <a:cxn ang="0">
                <a:pos x="connsiteX14731" y="connsiteY14731"/>
              </a:cxn>
              <a:cxn ang="0">
                <a:pos x="connsiteX14732" y="connsiteY14732"/>
              </a:cxn>
              <a:cxn ang="0">
                <a:pos x="connsiteX14733" y="connsiteY14733"/>
              </a:cxn>
              <a:cxn ang="0">
                <a:pos x="connsiteX14734" y="connsiteY14734"/>
              </a:cxn>
              <a:cxn ang="0">
                <a:pos x="connsiteX14735" y="connsiteY14735"/>
              </a:cxn>
              <a:cxn ang="0">
                <a:pos x="connsiteX14736" y="connsiteY14736"/>
              </a:cxn>
              <a:cxn ang="0">
                <a:pos x="connsiteX14737" y="connsiteY14737"/>
              </a:cxn>
              <a:cxn ang="0">
                <a:pos x="connsiteX14738" y="connsiteY14738"/>
              </a:cxn>
              <a:cxn ang="0">
                <a:pos x="connsiteX14739" y="connsiteY14739"/>
              </a:cxn>
              <a:cxn ang="0">
                <a:pos x="connsiteX14740" y="connsiteY14740"/>
              </a:cxn>
              <a:cxn ang="0">
                <a:pos x="connsiteX14741" y="connsiteY14741"/>
              </a:cxn>
              <a:cxn ang="0">
                <a:pos x="connsiteX14742" y="connsiteY14742"/>
              </a:cxn>
              <a:cxn ang="0">
                <a:pos x="connsiteX14743" y="connsiteY14743"/>
              </a:cxn>
              <a:cxn ang="0">
                <a:pos x="connsiteX14744" y="connsiteY14744"/>
              </a:cxn>
              <a:cxn ang="0">
                <a:pos x="connsiteX14745" y="connsiteY14745"/>
              </a:cxn>
              <a:cxn ang="0">
                <a:pos x="connsiteX14746" y="connsiteY14746"/>
              </a:cxn>
              <a:cxn ang="0">
                <a:pos x="connsiteX14747" y="connsiteY14747"/>
              </a:cxn>
              <a:cxn ang="0">
                <a:pos x="connsiteX14748" y="connsiteY14748"/>
              </a:cxn>
              <a:cxn ang="0">
                <a:pos x="connsiteX14749" y="connsiteY14749"/>
              </a:cxn>
              <a:cxn ang="0">
                <a:pos x="connsiteX14750" y="connsiteY14750"/>
              </a:cxn>
              <a:cxn ang="0">
                <a:pos x="connsiteX14751" y="connsiteY14751"/>
              </a:cxn>
              <a:cxn ang="0">
                <a:pos x="connsiteX14752" y="connsiteY14752"/>
              </a:cxn>
              <a:cxn ang="0">
                <a:pos x="connsiteX14753" y="connsiteY14753"/>
              </a:cxn>
              <a:cxn ang="0">
                <a:pos x="connsiteX14754" y="connsiteY14754"/>
              </a:cxn>
              <a:cxn ang="0">
                <a:pos x="connsiteX14755" y="connsiteY14755"/>
              </a:cxn>
              <a:cxn ang="0">
                <a:pos x="connsiteX14756" y="connsiteY14756"/>
              </a:cxn>
              <a:cxn ang="0">
                <a:pos x="connsiteX14757" y="connsiteY14757"/>
              </a:cxn>
              <a:cxn ang="0">
                <a:pos x="connsiteX14758" y="connsiteY14758"/>
              </a:cxn>
              <a:cxn ang="0">
                <a:pos x="connsiteX14759" y="connsiteY14759"/>
              </a:cxn>
              <a:cxn ang="0">
                <a:pos x="connsiteX14760" y="connsiteY14760"/>
              </a:cxn>
              <a:cxn ang="0">
                <a:pos x="connsiteX14761" y="connsiteY14761"/>
              </a:cxn>
              <a:cxn ang="0">
                <a:pos x="connsiteX14762" y="connsiteY14762"/>
              </a:cxn>
              <a:cxn ang="0">
                <a:pos x="connsiteX14763" y="connsiteY14763"/>
              </a:cxn>
              <a:cxn ang="0">
                <a:pos x="connsiteX14764" y="connsiteY14764"/>
              </a:cxn>
              <a:cxn ang="0">
                <a:pos x="connsiteX14765" y="connsiteY14765"/>
              </a:cxn>
              <a:cxn ang="0">
                <a:pos x="connsiteX14766" y="connsiteY14766"/>
              </a:cxn>
              <a:cxn ang="0">
                <a:pos x="connsiteX14767" y="connsiteY14767"/>
              </a:cxn>
              <a:cxn ang="0">
                <a:pos x="connsiteX14768" y="connsiteY14768"/>
              </a:cxn>
              <a:cxn ang="0">
                <a:pos x="connsiteX14769" y="connsiteY14769"/>
              </a:cxn>
              <a:cxn ang="0">
                <a:pos x="connsiteX14770" y="connsiteY14770"/>
              </a:cxn>
              <a:cxn ang="0">
                <a:pos x="connsiteX14771" y="connsiteY14771"/>
              </a:cxn>
              <a:cxn ang="0">
                <a:pos x="connsiteX14772" y="connsiteY14772"/>
              </a:cxn>
              <a:cxn ang="0">
                <a:pos x="connsiteX14773" y="connsiteY14773"/>
              </a:cxn>
              <a:cxn ang="0">
                <a:pos x="connsiteX14774" y="connsiteY14774"/>
              </a:cxn>
              <a:cxn ang="0">
                <a:pos x="connsiteX14775" y="connsiteY14775"/>
              </a:cxn>
              <a:cxn ang="0">
                <a:pos x="connsiteX14776" y="connsiteY14776"/>
              </a:cxn>
              <a:cxn ang="0">
                <a:pos x="connsiteX14777" y="connsiteY14777"/>
              </a:cxn>
              <a:cxn ang="0">
                <a:pos x="connsiteX14778" y="connsiteY14778"/>
              </a:cxn>
              <a:cxn ang="0">
                <a:pos x="connsiteX14779" y="connsiteY14779"/>
              </a:cxn>
              <a:cxn ang="0">
                <a:pos x="connsiteX14780" y="connsiteY14780"/>
              </a:cxn>
              <a:cxn ang="0">
                <a:pos x="connsiteX14781" y="connsiteY14781"/>
              </a:cxn>
              <a:cxn ang="0">
                <a:pos x="connsiteX14782" y="connsiteY14782"/>
              </a:cxn>
              <a:cxn ang="0">
                <a:pos x="connsiteX14783" y="connsiteY14783"/>
              </a:cxn>
              <a:cxn ang="0">
                <a:pos x="connsiteX14784" y="connsiteY14784"/>
              </a:cxn>
              <a:cxn ang="0">
                <a:pos x="connsiteX14785" y="connsiteY14785"/>
              </a:cxn>
              <a:cxn ang="0">
                <a:pos x="connsiteX14786" y="connsiteY14786"/>
              </a:cxn>
              <a:cxn ang="0">
                <a:pos x="connsiteX14787" y="connsiteY14787"/>
              </a:cxn>
              <a:cxn ang="0">
                <a:pos x="connsiteX14788" y="connsiteY14788"/>
              </a:cxn>
              <a:cxn ang="0">
                <a:pos x="connsiteX14789" y="connsiteY14789"/>
              </a:cxn>
              <a:cxn ang="0">
                <a:pos x="connsiteX14790" y="connsiteY14790"/>
              </a:cxn>
              <a:cxn ang="0">
                <a:pos x="connsiteX14791" y="connsiteY14791"/>
              </a:cxn>
              <a:cxn ang="0">
                <a:pos x="connsiteX14792" y="connsiteY14792"/>
              </a:cxn>
              <a:cxn ang="0">
                <a:pos x="connsiteX14793" y="connsiteY14793"/>
              </a:cxn>
              <a:cxn ang="0">
                <a:pos x="connsiteX14794" y="connsiteY14794"/>
              </a:cxn>
              <a:cxn ang="0">
                <a:pos x="connsiteX14795" y="connsiteY14795"/>
              </a:cxn>
              <a:cxn ang="0">
                <a:pos x="connsiteX14796" y="connsiteY14796"/>
              </a:cxn>
              <a:cxn ang="0">
                <a:pos x="connsiteX14797" y="connsiteY14797"/>
              </a:cxn>
              <a:cxn ang="0">
                <a:pos x="connsiteX14798" y="connsiteY14798"/>
              </a:cxn>
              <a:cxn ang="0">
                <a:pos x="connsiteX14799" y="connsiteY14799"/>
              </a:cxn>
              <a:cxn ang="0">
                <a:pos x="connsiteX14800" y="connsiteY14800"/>
              </a:cxn>
              <a:cxn ang="0">
                <a:pos x="connsiteX14801" y="connsiteY14801"/>
              </a:cxn>
              <a:cxn ang="0">
                <a:pos x="connsiteX14802" y="connsiteY14802"/>
              </a:cxn>
              <a:cxn ang="0">
                <a:pos x="connsiteX14803" y="connsiteY14803"/>
              </a:cxn>
              <a:cxn ang="0">
                <a:pos x="connsiteX14804" y="connsiteY14804"/>
              </a:cxn>
              <a:cxn ang="0">
                <a:pos x="connsiteX14805" y="connsiteY14805"/>
              </a:cxn>
              <a:cxn ang="0">
                <a:pos x="connsiteX14806" y="connsiteY14806"/>
              </a:cxn>
              <a:cxn ang="0">
                <a:pos x="connsiteX14807" y="connsiteY14807"/>
              </a:cxn>
              <a:cxn ang="0">
                <a:pos x="connsiteX14808" y="connsiteY14808"/>
              </a:cxn>
              <a:cxn ang="0">
                <a:pos x="connsiteX14809" y="connsiteY14809"/>
              </a:cxn>
              <a:cxn ang="0">
                <a:pos x="connsiteX14810" y="connsiteY14810"/>
              </a:cxn>
              <a:cxn ang="0">
                <a:pos x="connsiteX14811" y="connsiteY14811"/>
              </a:cxn>
              <a:cxn ang="0">
                <a:pos x="connsiteX14812" y="connsiteY14812"/>
              </a:cxn>
              <a:cxn ang="0">
                <a:pos x="connsiteX14813" y="connsiteY14813"/>
              </a:cxn>
              <a:cxn ang="0">
                <a:pos x="connsiteX14814" y="connsiteY14814"/>
              </a:cxn>
              <a:cxn ang="0">
                <a:pos x="connsiteX14815" y="connsiteY14815"/>
              </a:cxn>
              <a:cxn ang="0">
                <a:pos x="connsiteX14816" y="connsiteY14816"/>
              </a:cxn>
              <a:cxn ang="0">
                <a:pos x="connsiteX14817" y="connsiteY14817"/>
              </a:cxn>
              <a:cxn ang="0">
                <a:pos x="connsiteX14818" y="connsiteY14818"/>
              </a:cxn>
              <a:cxn ang="0">
                <a:pos x="connsiteX14819" y="connsiteY14819"/>
              </a:cxn>
              <a:cxn ang="0">
                <a:pos x="connsiteX14820" y="connsiteY14820"/>
              </a:cxn>
              <a:cxn ang="0">
                <a:pos x="connsiteX14821" y="connsiteY14821"/>
              </a:cxn>
              <a:cxn ang="0">
                <a:pos x="connsiteX14822" y="connsiteY14822"/>
              </a:cxn>
              <a:cxn ang="0">
                <a:pos x="connsiteX14823" y="connsiteY14823"/>
              </a:cxn>
              <a:cxn ang="0">
                <a:pos x="connsiteX14824" y="connsiteY14824"/>
              </a:cxn>
              <a:cxn ang="0">
                <a:pos x="connsiteX14825" y="connsiteY14825"/>
              </a:cxn>
              <a:cxn ang="0">
                <a:pos x="connsiteX14826" y="connsiteY14826"/>
              </a:cxn>
              <a:cxn ang="0">
                <a:pos x="connsiteX14827" y="connsiteY14827"/>
              </a:cxn>
              <a:cxn ang="0">
                <a:pos x="connsiteX14828" y="connsiteY14828"/>
              </a:cxn>
              <a:cxn ang="0">
                <a:pos x="connsiteX14829" y="connsiteY14829"/>
              </a:cxn>
              <a:cxn ang="0">
                <a:pos x="connsiteX14830" y="connsiteY14830"/>
              </a:cxn>
              <a:cxn ang="0">
                <a:pos x="connsiteX14831" y="connsiteY14831"/>
              </a:cxn>
              <a:cxn ang="0">
                <a:pos x="connsiteX14832" y="connsiteY14832"/>
              </a:cxn>
              <a:cxn ang="0">
                <a:pos x="connsiteX14833" y="connsiteY14833"/>
              </a:cxn>
              <a:cxn ang="0">
                <a:pos x="connsiteX14834" y="connsiteY14834"/>
              </a:cxn>
              <a:cxn ang="0">
                <a:pos x="connsiteX14835" y="connsiteY14835"/>
              </a:cxn>
              <a:cxn ang="0">
                <a:pos x="connsiteX14836" y="connsiteY14836"/>
              </a:cxn>
              <a:cxn ang="0">
                <a:pos x="connsiteX14837" y="connsiteY14837"/>
              </a:cxn>
              <a:cxn ang="0">
                <a:pos x="connsiteX14838" y="connsiteY14838"/>
              </a:cxn>
              <a:cxn ang="0">
                <a:pos x="connsiteX14839" y="connsiteY14839"/>
              </a:cxn>
              <a:cxn ang="0">
                <a:pos x="connsiteX14840" y="connsiteY14840"/>
              </a:cxn>
              <a:cxn ang="0">
                <a:pos x="connsiteX14841" y="connsiteY14841"/>
              </a:cxn>
              <a:cxn ang="0">
                <a:pos x="connsiteX14842" y="connsiteY14842"/>
              </a:cxn>
              <a:cxn ang="0">
                <a:pos x="connsiteX14843" y="connsiteY14843"/>
              </a:cxn>
              <a:cxn ang="0">
                <a:pos x="connsiteX14844" y="connsiteY14844"/>
              </a:cxn>
              <a:cxn ang="0">
                <a:pos x="connsiteX14845" y="connsiteY14845"/>
              </a:cxn>
              <a:cxn ang="0">
                <a:pos x="connsiteX14846" y="connsiteY14846"/>
              </a:cxn>
              <a:cxn ang="0">
                <a:pos x="connsiteX14847" y="connsiteY14847"/>
              </a:cxn>
              <a:cxn ang="0">
                <a:pos x="connsiteX14848" y="connsiteY14848"/>
              </a:cxn>
              <a:cxn ang="0">
                <a:pos x="connsiteX14849" y="connsiteY14849"/>
              </a:cxn>
              <a:cxn ang="0">
                <a:pos x="connsiteX14850" y="connsiteY14850"/>
              </a:cxn>
              <a:cxn ang="0">
                <a:pos x="connsiteX14851" y="connsiteY14851"/>
              </a:cxn>
              <a:cxn ang="0">
                <a:pos x="connsiteX14852" y="connsiteY14852"/>
              </a:cxn>
              <a:cxn ang="0">
                <a:pos x="connsiteX14853" y="connsiteY14853"/>
              </a:cxn>
              <a:cxn ang="0">
                <a:pos x="connsiteX14854" y="connsiteY14854"/>
              </a:cxn>
              <a:cxn ang="0">
                <a:pos x="connsiteX14855" y="connsiteY14855"/>
              </a:cxn>
              <a:cxn ang="0">
                <a:pos x="connsiteX14856" y="connsiteY14856"/>
              </a:cxn>
              <a:cxn ang="0">
                <a:pos x="connsiteX14857" y="connsiteY14857"/>
              </a:cxn>
              <a:cxn ang="0">
                <a:pos x="connsiteX14858" y="connsiteY14858"/>
              </a:cxn>
              <a:cxn ang="0">
                <a:pos x="connsiteX14859" y="connsiteY14859"/>
              </a:cxn>
              <a:cxn ang="0">
                <a:pos x="connsiteX14860" y="connsiteY14860"/>
              </a:cxn>
              <a:cxn ang="0">
                <a:pos x="connsiteX14861" y="connsiteY14861"/>
              </a:cxn>
              <a:cxn ang="0">
                <a:pos x="connsiteX14862" y="connsiteY14862"/>
              </a:cxn>
              <a:cxn ang="0">
                <a:pos x="connsiteX14863" y="connsiteY14863"/>
              </a:cxn>
              <a:cxn ang="0">
                <a:pos x="connsiteX14864" y="connsiteY14864"/>
              </a:cxn>
              <a:cxn ang="0">
                <a:pos x="connsiteX14865" y="connsiteY14865"/>
              </a:cxn>
              <a:cxn ang="0">
                <a:pos x="connsiteX14866" y="connsiteY14866"/>
              </a:cxn>
              <a:cxn ang="0">
                <a:pos x="connsiteX14867" y="connsiteY14867"/>
              </a:cxn>
              <a:cxn ang="0">
                <a:pos x="connsiteX14868" y="connsiteY14868"/>
              </a:cxn>
              <a:cxn ang="0">
                <a:pos x="connsiteX14869" y="connsiteY14869"/>
              </a:cxn>
              <a:cxn ang="0">
                <a:pos x="connsiteX14870" y="connsiteY14870"/>
              </a:cxn>
              <a:cxn ang="0">
                <a:pos x="connsiteX14871" y="connsiteY14871"/>
              </a:cxn>
              <a:cxn ang="0">
                <a:pos x="connsiteX14872" y="connsiteY14872"/>
              </a:cxn>
              <a:cxn ang="0">
                <a:pos x="connsiteX14873" y="connsiteY14873"/>
              </a:cxn>
              <a:cxn ang="0">
                <a:pos x="connsiteX14874" y="connsiteY14874"/>
              </a:cxn>
              <a:cxn ang="0">
                <a:pos x="connsiteX14875" y="connsiteY14875"/>
              </a:cxn>
              <a:cxn ang="0">
                <a:pos x="connsiteX14876" y="connsiteY14876"/>
              </a:cxn>
              <a:cxn ang="0">
                <a:pos x="connsiteX14877" y="connsiteY14877"/>
              </a:cxn>
              <a:cxn ang="0">
                <a:pos x="connsiteX14878" y="connsiteY14878"/>
              </a:cxn>
              <a:cxn ang="0">
                <a:pos x="connsiteX14879" y="connsiteY14879"/>
              </a:cxn>
              <a:cxn ang="0">
                <a:pos x="connsiteX14880" y="connsiteY14880"/>
              </a:cxn>
              <a:cxn ang="0">
                <a:pos x="connsiteX14881" y="connsiteY14881"/>
              </a:cxn>
              <a:cxn ang="0">
                <a:pos x="connsiteX14882" y="connsiteY14882"/>
              </a:cxn>
              <a:cxn ang="0">
                <a:pos x="connsiteX14883" y="connsiteY14883"/>
              </a:cxn>
              <a:cxn ang="0">
                <a:pos x="connsiteX14884" y="connsiteY14884"/>
              </a:cxn>
              <a:cxn ang="0">
                <a:pos x="connsiteX14885" y="connsiteY14885"/>
              </a:cxn>
              <a:cxn ang="0">
                <a:pos x="connsiteX14886" y="connsiteY14886"/>
              </a:cxn>
              <a:cxn ang="0">
                <a:pos x="connsiteX14887" y="connsiteY14887"/>
              </a:cxn>
              <a:cxn ang="0">
                <a:pos x="connsiteX14888" y="connsiteY14888"/>
              </a:cxn>
              <a:cxn ang="0">
                <a:pos x="connsiteX14889" y="connsiteY14889"/>
              </a:cxn>
              <a:cxn ang="0">
                <a:pos x="connsiteX14890" y="connsiteY14890"/>
              </a:cxn>
              <a:cxn ang="0">
                <a:pos x="connsiteX14891" y="connsiteY14891"/>
              </a:cxn>
              <a:cxn ang="0">
                <a:pos x="connsiteX14892" y="connsiteY14892"/>
              </a:cxn>
              <a:cxn ang="0">
                <a:pos x="connsiteX14893" y="connsiteY14893"/>
              </a:cxn>
              <a:cxn ang="0">
                <a:pos x="connsiteX14894" y="connsiteY14894"/>
              </a:cxn>
              <a:cxn ang="0">
                <a:pos x="connsiteX14895" y="connsiteY14895"/>
              </a:cxn>
              <a:cxn ang="0">
                <a:pos x="connsiteX14896" y="connsiteY14896"/>
              </a:cxn>
              <a:cxn ang="0">
                <a:pos x="connsiteX14897" y="connsiteY14897"/>
              </a:cxn>
              <a:cxn ang="0">
                <a:pos x="connsiteX14898" y="connsiteY14898"/>
              </a:cxn>
              <a:cxn ang="0">
                <a:pos x="connsiteX14899" y="connsiteY14899"/>
              </a:cxn>
              <a:cxn ang="0">
                <a:pos x="connsiteX14900" y="connsiteY14900"/>
              </a:cxn>
              <a:cxn ang="0">
                <a:pos x="connsiteX14901" y="connsiteY14901"/>
              </a:cxn>
              <a:cxn ang="0">
                <a:pos x="connsiteX14902" y="connsiteY14902"/>
              </a:cxn>
              <a:cxn ang="0">
                <a:pos x="connsiteX14903" y="connsiteY14903"/>
              </a:cxn>
              <a:cxn ang="0">
                <a:pos x="connsiteX14904" y="connsiteY14904"/>
              </a:cxn>
              <a:cxn ang="0">
                <a:pos x="connsiteX14905" y="connsiteY14905"/>
              </a:cxn>
              <a:cxn ang="0">
                <a:pos x="connsiteX14906" y="connsiteY14906"/>
              </a:cxn>
              <a:cxn ang="0">
                <a:pos x="connsiteX14907" y="connsiteY14907"/>
              </a:cxn>
              <a:cxn ang="0">
                <a:pos x="connsiteX14908" y="connsiteY14908"/>
              </a:cxn>
              <a:cxn ang="0">
                <a:pos x="connsiteX14909" y="connsiteY14909"/>
              </a:cxn>
              <a:cxn ang="0">
                <a:pos x="connsiteX14910" y="connsiteY14910"/>
              </a:cxn>
              <a:cxn ang="0">
                <a:pos x="connsiteX14911" y="connsiteY14911"/>
              </a:cxn>
              <a:cxn ang="0">
                <a:pos x="connsiteX14912" y="connsiteY14912"/>
              </a:cxn>
              <a:cxn ang="0">
                <a:pos x="connsiteX14913" y="connsiteY14913"/>
              </a:cxn>
              <a:cxn ang="0">
                <a:pos x="connsiteX14914" y="connsiteY14914"/>
              </a:cxn>
              <a:cxn ang="0">
                <a:pos x="connsiteX14915" y="connsiteY14915"/>
              </a:cxn>
              <a:cxn ang="0">
                <a:pos x="connsiteX14916" y="connsiteY14916"/>
              </a:cxn>
              <a:cxn ang="0">
                <a:pos x="connsiteX14917" y="connsiteY14917"/>
              </a:cxn>
              <a:cxn ang="0">
                <a:pos x="connsiteX14918" y="connsiteY14918"/>
              </a:cxn>
              <a:cxn ang="0">
                <a:pos x="connsiteX14919" y="connsiteY14919"/>
              </a:cxn>
              <a:cxn ang="0">
                <a:pos x="connsiteX14920" y="connsiteY14920"/>
              </a:cxn>
              <a:cxn ang="0">
                <a:pos x="connsiteX14921" y="connsiteY14921"/>
              </a:cxn>
              <a:cxn ang="0">
                <a:pos x="connsiteX14922" y="connsiteY14922"/>
              </a:cxn>
              <a:cxn ang="0">
                <a:pos x="connsiteX14923" y="connsiteY14923"/>
              </a:cxn>
              <a:cxn ang="0">
                <a:pos x="connsiteX14924" y="connsiteY14924"/>
              </a:cxn>
              <a:cxn ang="0">
                <a:pos x="connsiteX14925" y="connsiteY14925"/>
              </a:cxn>
              <a:cxn ang="0">
                <a:pos x="connsiteX14926" y="connsiteY14926"/>
              </a:cxn>
              <a:cxn ang="0">
                <a:pos x="connsiteX14927" y="connsiteY14927"/>
              </a:cxn>
              <a:cxn ang="0">
                <a:pos x="connsiteX14928" y="connsiteY14928"/>
              </a:cxn>
              <a:cxn ang="0">
                <a:pos x="connsiteX14929" y="connsiteY14929"/>
              </a:cxn>
              <a:cxn ang="0">
                <a:pos x="connsiteX14930" y="connsiteY14930"/>
              </a:cxn>
              <a:cxn ang="0">
                <a:pos x="connsiteX14931" y="connsiteY14931"/>
              </a:cxn>
              <a:cxn ang="0">
                <a:pos x="connsiteX14932" y="connsiteY14932"/>
              </a:cxn>
              <a:cxn ang="0">
                <a:pos x="connsiteX14933" y="connsiteY14933"/>
              </a:cxn>
              <a:cxn ang="0">
                <a:pos x="connsiteX14934" y="connsiteY14934"/>
              </a:cxn>
            </a:cxnLst>
            <a:rect l="l" t="t" r="r" b="b"/>
            <a:pathLst>
              <a:path w="6514506" h="3658174">
                <a:moveTo>
                  <a:pt x="5424400" y="3646836"/>
                </a:moveTo>
                <a:cubicBezTo>
                  <a:pt x="5428591" y="3645979"/>
                  <a:pt x="5432211" y="3649217"/>
                  <a:pt x="5434021" y="3648931"/>
                </a:cubicBezTo>
                <a:cubicBezTo>
                  <a:pt x="5435830" y="3648646"/>
                  <a:pt x="5437926" y="3651598"/>
                  <a:pt x="5434592" y="3651313"/>
                </a:cubicBezTo>
                <a:cubicBezTo>
                  <a:pt x="5431259" y="3651027"/>
                  <a:pt x="5431259" y="3651313"/>
                  <a:pt x="5429449" y="3650741"/>
                </a:cubicBezTo>
                <a:cubicBezTo>
                  <a:pt x="5427639" y="3650170"/>
                  <a:pt x="5424972" y="3648931"/>
                  <a:pt x="5424972" y="3648931"/>
                </a:cubicBezTo>
                <a:cubicBezTo>
                  <a:pt x="5424972" y="3648931"/>
                  <a:pt x="5420209" y="3647693"/>
                  <a:pt x="5424400" y="3646836"/>
                </a:cubicBezTo>
                <a:close/>
                <a:moveTo>
                  <a:pt x="5372204" y="3636644"/>
                </a:moveTo>
                <a:cubicBezTo>
                  <a:pt x="5375157" y="3637216"/>
                  <a:pt x="5376967" y="3639597"/>
                  <a:pt x="5378776" y="3640549"/>
                </a:cubicBezTo>
                <a:cubicBezTo>
                  <a:pt x="5380586" y="3641407"/>
                  <a:pt x="5384491" y="3642931"/>
                  <a:pt x="5385063" y="3645026"/>
                </a:cubicBezTo>
                <a:cubicBezTo>
                  <a:pt x="5385634" y="3647122"/>
                  <a:pt x="5384491" y="3646550"/>
                  <a:pt x="5382681" y="3647407"/>
                </a:cubicBezTo>
                <a:cubicBezTo>
                  <a:pt x="5380872" y="3648265"/>
                  <a:pt x="5380300" y="3648646"/>
                  <a:pt x="5379348" y="3647407"/>
                </a:cubicBezTo>
                <a:cubicBezTo>
                  <a:pt x="5378490" y="3646169"/>
                  <a:pt x="5379062" y="3646169"/>
                  <a:pt x="5377538" y="3647122"/>
                </a:cubicBezTo>
                <a:cubicBezTo>
                  <a:pt x="5376014" y="3647979"/>
                  <a:pt x="5375728" y="3647122"/>
                  <a:pt x="5374204" y="3646264"/>
                </a:cubicBezTo>
                <a:cubicBezTo>
                  <a:pt x="5372680" y="3645407"/>
                  <a:pt x="5372395" y="3645693"/>
                  <a:pt x="5371251" y="3645026"/>
                </a:cubicBezTo>
                <a:cubicBezTo>
                  <a:pt x="5370108" y="3644455"/>
                  <a:pt x="5370966" y="3642359"/>
                  <a:pt x="5370966" y="3642359"/>
                </a:cubicBezTo>
                <a:cubicBezTo>
                  <a:pt x="5370966" y="3642359"/>
                  <a:pt x="5372204" y="3640835"/>
                  <a:pt x="5370394" y="3639025"/>
                </a:cubicBezTo>
                <a:cubicBezTo>
                  <a:pt x="5368585" y="3637216"/>
                  <a:pt x="5369156" y="3636073"/>
                  <a:pt x="5372204" y="3636644"/>
                </a:cubicBezTo>
                <a:close/>
                <a:moveTo>
                  <a:pt x="5348474" y="3636263"/>
                </a:moveTo>
                <a:cubicBezTo>
                  <a:pt x="5349677" y="3636906"/>
                  <a:pt x="5351106" y="3637882"/>
                  <a:pt x="5353058" y="3638168"/>
                </a:cubicBezTo>
                <a:cubicBezTo>
                  <a:pt x="5356963" y="3638739"/>
                  <a:pt x="5360869" y="3638739"/>
                  <a:pt x="5362964" y="3637882"/>
                </a:cubicBezTo>
                <a:cubicBezTo>
                  <a:pt x="5365060" y="3637025"/>
                  <a:pt x="5365917" y="3636072"/>
                  <a:pt x="5366869" y="3637882"/>
                </a:cubicBezTo>
                <a:cubicBezTo>
                  <a:pt x="5367726" y="3639692"/>
                  <a:pt x="5368965" y="3640549"/>
                  <a:pt x="5365060" y="3640549"/>
                </a:cubicBezTo>
                <a:cubicBezTo>
                  <a:pt x="5361154" y="3640549"/>
                  <a:pt x="5357916" y="3641406"/>
                  <a:pt x="5360869" y="3643216"/>
                </a:cubicBezTo>
                <a:cubicBezTo>
                  <a:pt x="5363821" y="3645026"/>
                  <a:pt x="5367155" y="3646550"/>
                  <a:pt x="5364202" y="3646836"/>
                </a:cubicBezTo>
                <a:cubicBezTo>
                  <a:pt x="5361249" y="3647121"/>
                  <a:pt x="5359440" y="3645978"/>
                  <a:pt x="5359440" y="3647407"/>
                </a:cubicBezTo>
                <a:cubicBezTo>
                  <a:pt x="5359440" y="3648836"/>
                  <a:pt x="5360297" y="3648931"/>
                  <a:pt x="5362107" y="3650074"/>
                </a:cubicBezTo>
                <a:cubicBezTo>
                  <a:pt x="5363917" y="3651312"/>
                  <a:pt x="5364774" y="3650646"/>
                  <a:pt x="5363345" y="3653027"/>
                </a:cubicBezTo>
                <a:cubicBezTo>
                  <a:pt x="5361821" y="3655408"/>
                  <a:pt x="5360392" y="3658170"/>
                  <a:pt x="5360392" y="3658170"/>
                </a:cubicBezTo>
                <a:cubicBezTo>
                  <a:pt x="5360392" y="3658170"/>
                  <a:pt x="5359535" y="3658456"/>
                  <a:pt x="5359154" y="3654551"/>
                </a:cubicBezTo>
                <a:cubicBezTo>
                  <a:pt x="5358868" y="3650646"/>
                  <a:pt x="5359154" y="3651217"/>
                  <a:pt x="5356487" y="3650646"/>
                </a:cubicBezTo>
                <a:cubicBezTo>
                  <a:pt x="5353820" y="3650074"/>
                  <a:pt x="5352582" y="3650646"/>
                  <a:pt x="5354106" y="3647979"/>
                </a:cubicBezTo>
                <a:cubicBezTo>
                  <a:pt x="5355630" y="3645312"/>
                  <a:pt x="5355344" y="3644645"/>
                  <a:pt x="5356487" y="3643788"/>
                </a:cubicBezTo>
                <a:cubicBezTo>
                  <a:pt x="5357725" y="3642930"/>
                  <a:pt x="5357058" y="3640835"/>
                  <a:pt x="5354963" y="3641121"/>
                </a:cubicBezTo>
                <a:cubicBezTo>
                  <a:pt x="5352867" y="3641406"/>
                  <a:pt x="5350486" y="3639883"/>
                  <a:pt x="5350486" y="3644454"/>
                </a:cubicBezTo>
                <a:cubicBezTo>
                  <a:pt x="5350486" y="3648931"/>
                  <a:pt x="5349915" y="3650741"/>
                  <a:pt x="5348962" y="3648931"/>
                </a:cubicBezTo>
                <a:cubicBezTo>
                  <a:pt x="5348105" y="3647121"/>
                  <a:pt x="5346867" y="3645026"/>
                  <a:pt x="5346581" y="3643216"/>
                </a:cubicBezTo>
                <a:cubicBezTo>
                  <a:pt x="5346105" y="3641502"/>
                  <a:pt x="5344962" y="3640835"/>
                  <a:pt x="5344962" y="3640835"/>
                </a:cubicBezTo>
                <a:cubicBezTo>
                  <a:pt x="5344962" y="3640835"/>
                  <a:pt x="5343152" y="3638454"/>
                  <a:pt x="5345247" y="3636358"/>
                </a:cubicBezTo>
                <a:cubicBezTo>
                  <a:pt x="5346295" y="3635311"/>
                  <a:pt x="5347272" y="3635620"/>
                  <a:pt x="5348474" y="3636263"/>
                </a:cubicBezTo>
                <a:close/>
                <a:moveTo>
                  <a:pt x="5352773" y="3633406"/>
                </a:moveTo>
                <a:cubicBezTo>
                  <a:pt x="5352773" y="3633406"/>
                  <a:pt x="5353916" y="3633406"/>
                  <a:pt x="5355440" y="3633692"/>
                </a:cubicBezTo>
                <a:cubicBezTo>
                  <a:pt x="5356964" y="3633977"/>
                  <a:pt x="5358773" y="3635216"/>
                  <a:pt x="5358773" y="3635216"/>
                </a:cubicBezTo>
                <a:cubicBezTo>
                  <a:pt x="5358773" y="3635216"/>
                  <a:pt x="5358107" y="3636930"/>
                  <a:pt x="5353630" y="3636073"/>
                </a:cubicBezTo>
                <a:cubicBezTo>
                  <a:pt x="5349154" y="3635216"/>
                  <a:pt x="5352773" y="3633406"/>
                  <a:pt x="5352773" y="3633406"/>
                </a:cubicBezTo>
                <a:close/>
                <a:moveTo>
                  <a:pt x="5334961" y="3631310"/>
                </a:moveTo>
                <a:cubicBezTo>
                  <a:pt x="5338295" y="3631596"/>
                  <a:pt x="5342486" y="3633120"/>
                  <a:pt x="5340961" y="3633977"/>
                </a:cubicBezTo>
                <a:cubicBezTo>
                  <a:pt x="5339438" y="3634834"/>
                  <a:pt x="5339152" y="3634834"/>
                  <a:pt x="5339152" y="3636358"/>
                </a:cubicBezTo>
                <a:cubicBezTo>
                  <a:pt x="5339152" y="3637882"/>
                  <a:pt x="5339723" y="3639692"/>
                  <a:pt x="5337628" y="3637882"/>
                </a:cubicBezTo>
                <a:cubicBezTo>
                  <a:pt x="5335627" y="3636072"/>
                  <a:pt x="5334104" y="3635501"/>
                  <a:pt x="5334104" y="3635501"/>
                </a:cubicBezTo>
                <a:cubicBezTo>
                  <a:pt x="5334104" y="3635501"/>
                  <a:pt x="5332008" y="3634930"/>
                  <a:pt x="5332294" y="3632834"/>
                </a:cubicBezTo>
                <a:cubicBezTo>
                  <a:pt x="5332579" y="3630738"/>
                  <a:pt x="5331722" y="3631024"/>
                  <a:pt x="5334961" y="3631310"/>
                </a:cubicBezTo>
                <a:close/>
                <a:moveTo>
                  <a:pt x="5348201" y="3605593"/>
                </a:moveTo>
                <a:cubicBezTo>
                  <a:pt x="5351153" y="3607402"/>
                  <a:pt x="5351153" y="3607402"/>
                  <a:pt x="5349725" y="3609498"/>
                </a:cubicBezTo>
                <a:cubicBezTo>
                  <a:pt x="5348201" y="3611593"/>
                  <a:pt x="5347915" y="3612831"/>
                  <a:pt x="5346772" y="3613689"/>
                </a:cubicBezTo>
                <a:cubicBezTo>
                  <a:pt x="5345534" y="3614451"/>
                  <a:pt x="5343724" y="3613308"/>
                  <a:pt x="5343724" y="3613308"/>
                </a:cubicBezTo>
                <a:cubicBezTo>
                  <a:pt x="5343724" y="3613308"/>
                  <a:pt x="5342200" y="3607879"/>
                  <a:pt x="5344010" y="3606450"/>
                </a:cubicBezTo>
                <a:cubicBezTo>
                  <a:pt x="5345819" y="3604926"/>
                  <a:pt x="5345248" y="3603783"/>
                  <a:pt x="5348201" y="3605593"/>
                </a:cubicBezTo>
                <a:close/>
                <a:moveTo>
                  <a:pt x="5339247" y="3602831"/>
                </a:moveTo>
                <a:cubicBezTo>
                  <a:pt x="5342486" y="3602831"/>
                  <a:pt x="5341343" y="3604355"/>
                  <a:pt x="5341629" y="3606165"/>
                </a:cubicBezTo>
                <a:cubicBezTo>
                  <a:pt x="5341915" y="3607975"/>
                  <a:pt x="5337438" y="3608546"/>
                  <a:pt x="5337438" y="3608546"/>
                </a:cubicBezTo>
                <a:cubicBezTo>
                  <a:pt x="5337438" y="3608546"/>
                  <a:pt x="5336581" y="3607022"/>
                  <a:pt x="5336866" y="3604641"/>
                </a:cubicBezTo>
                <a:cubicBezTo>
                  <a:pt x="5337152" y="3602260"/>
                  <a:pt x="5336009" y="3602831"/>
                  <a:pt x="5339247" y="3602831"/>
                </a:cubicBezTo>
                <a:close/>
                <a:moveTo>
                  <a:pt x="5366584" y="3600640"/>
                </a:moveTo>
                <a:cubicBezTo>
                  <a:pt x="5366584" y="3600640"/>
                  <a:pt x="5368965" y="3599402"/>
                  <a:pt x="5365441" y="3605117"/>
                </a:cubicBezTo>
                <a:cubicBezTo>
                  <a:pt x="5361821" y="3610832"/>
                  <a:pt x="5361821" y="3612927"/>
                  <a:pt x="5360583" y="3611689"/>
                </a:cubicBezTo>
                <a:cubicBezTo>
                  <a:pt x="5359344" y="3610642"/>
                  <a:pt x="5357821" y="3611785"/>
                  <a:pt x="5357821" y="3611785"/>
                </a:cubicBezTo>
                <a:cubicBezTo>
                  <a:pt x="5357821" y="3611785"/>
                  <a:pt x="5354868" y="3610927"/>
                  <a:pt x="5356963" y="3608736"/>
                </a:cubicBezTo>
                <a:cubicBezTo>
                  <a:pt x="5359059" y="3606641"/>
                  <a:pt x="5358201" y="3606355"/>
                  <a:pt x="5360297" y="3606069"/>
                </a:cubicBezTo>
                <a:cubicBezTo>
                  <a:pt x="5362393" y="3605784"/>
                  <a:pt x="5362393" y="3606355"/>
                  <a:pt x="5363917" y="3603688"/>
                </a:cubicBezTo>
                <a:cubicBezTo>
                  <a:pt x="5365441" y="3601021"/>
                  <a:pt x="5366584" y="3600640"/>
                  <a:pt x="5366584" y="3600640"/>
                </a:cubicBezTo>
                <a:close/>
                <a:moveTo>
                  <a:pt x="5320959" y="3585781"/>
                </a:moveTo>
                <a:cubicBezTo>
                  <a:pt x="5323626" y="3585781"/>
                  <a:pt x="5324578" y="3585210"/>
                  <a:pt x="5325721" y="3587591"/>
                </a:cubicBezTo>
                <a:cubicBezTo>
                  <a:pt x="5326960" y="3589972"/>
                  <a:pt x="5326293" y="3590544"/>
                  <a:pt x="5328769" y="3591210"/>
                </a:cubicBezTo>
                <a:cubicBezTo>
                  <a:pt x="5331151" y="3591782"/>
                  <a:pt x="5331151" y="3592068"/>
                  <a:pt x="5333532" y="3593592"/>
                </a:cubicBezTo>
                <a:cubicBezTo>
                  <a:pt x="5335913" y="3595116"/>
                  <a:pt x="5337152" y="3595687"/>
                  <a:pt x="5337437" y="3597497"/>
                </a:cubicBezTo>
                <a:cubicBezTo>
                  <a:pt x="5337723" y="3599307"/>
                  <a:pt x="5337152" y="3600450"/>
                  <a:pt x="5335342" y="3599878"/>
                </a:cubicBezTo>
                <a:cubicBezTo>
                  <a:pt x="5333532" y="3599307"/>
                  <a:pt x="5333913" y="3598354"/>
                  <a:pt x="5333341" y="3600735"/>
                </a:cubicBezTo>
                <a:cubicBezTo>
                  <a:pt x="5332770" y="3603117"/>
                  <a:pt x="5333913" y="3603783"/>
                  <a:pt x="5331151" y="3603402"/>
                </a:cubicBezTo>
                <a:cubicBezTo>
                  <a:pt x="5328483" y="3603117"/>
                  <a:pt x="5322769" y="3601593"/>
                  <a:pt x="5322769" y="3601593"/>
                </a:cubicBezTo>
                <a:cubicBezTo>
                  <a:pt x="5322769" y="3601593"/>
                  <a:pt x="5319816" y="3601593"/>
                  <a:pt x="5320959" y="3599211"/>
                </a:cubicBezTo>
                <a:cubicBezTo>
                  <a:pt x="5322197" y="3596830"/>
                  <a:pt x="5322769" y="3592353"/>
                  <a:pt x="5321244" y="3589972"/>
                </a:cubicBezTo>
                <a:cubicBezTo>
                  <a:pt x="5319721" y="3587591"/>
                  <a:pt x="5318292" y="3585781"/>
                  <a:pt x="5320959" y="3585781"/>
                </a:cubicBezTo>
                <a:close/>
                <a:moveTo>
                  <a:pt x="5573848" y="3579400"/>
                </a:moveTo>
                <a:cubicBezTo>
                  <a:pt x="5575944" y="3580638"/>
                  <a:pt x="5576229" y="3580638"/>
                  <a:pt x="5573562" y="3583019"/>
                </a:cubicBezTo>
                <a:cubicBezTo>
                  <a:pt x="5570895" y="3585401"/>
                  <a:pt x="5570895" y="3591687"/>
                  <a:pt x="5573562" y="3588734"/>
                </a:cubicBezTo>
                <a:cubicBezTo>
                  <a:pt x="5576229" y="3585781"/>
                  <a:pt x="5575944" y="3584257"/>
                  <a:pt x="5578991" y="3584829"/>
                </a:cubicBezTo>
                <a:cubicBezTo>
                  <a:pt x="5582039" y="3585401"/>
                  <a:pt x="5584135" y="3587782"/>
                  <a:pt x="5580515" y="3589020"/>
                </a:cubicBezTo>
                <a:cubicBezTo>
                  <a:pt x="5576896" y="3590258"/>
                  <a:pt x="5572705" y="3593497"/>
                  <a:pt x="5570610" y="3594449"/>
                </a:cubicBezTo>
                <a:cubicBezTo>
                  <a:pt x="5568514" y="3595306"/>
                  <a:pt x="5564323" y="3598640"/>
                  <a:pt x="5562228" y="3597116"/>
                </a:cubicBezTo>
                <a:cubicBezTo>
                  <a:pt x="5560132" y="3595592"/>
                  <a:pt x="5557750" y="3594163"/>
                  <a:pt x="5557750" y="3594163"/>
                </a:cubicBezTo>
                <a:cubicBezTo>
                  <a:pt x="5557750" y="3594163"/>
                  <a:pt x="5556894" y="3595021"/>
                  <a:pt x="5557465" y="3597116"/>
                </a:cubicBezTo>
                <a:cubicBezTo>
                  <a:pt x="5558036" y="3599212"/>
                  <a:pt x="5559846" y="3602164"/>
                  <a:pt x="5557465" y="3601879"/>
                </a:cubicBezTo>
                <a:cubicBezTo>
                  <a:pt x="5555084" y="3601593"/>
                  <a:pt x="5554798" y="3602736"/>
                  <a:pt x="5552321" y="3600640"/>
                </a:cubicBezTo>
                <a:cubicBezTo>
                  <a:pt x="5549940" y="3598545"/>
                  <a:pt x="5549654" y="3597307"/>
                  <a:pt x="5549368" y="3599402"/>
                </a:cubicBezTo>
                <a:cubicBezTo>
                  <a:pt x="5549083" y="3601498"/>
                  <a:pt x="5549368" y="3602450"/>
                  <a:pt x="5547845" y="3602069"/>
                </a:cubicBezTo>
                <a:cubicBezTo>
                  <a:pt x="5546320" y="3601784"/>
                  <a:pt x="5544511" y="3601784"/>
                  <a:pt x="5546606" y="3603879"/>
                </a:cubicBezTo>
                <a:cubicBezTo>
                  <a:pt x="5548702" y="3605974"/>
                  <a:pt x="5544511" y="3605689"/>
                  <a:pt x="5544511" y="3605689"/>
                </a:cubicBezTo>
                <a:lnTo>
                  <a:pt x="5542701" y="3603688"/>
                </a:lnTo>
                <a:cubicBezTo>
                  <a:pt x="5542701" y="3603688"/>
                  <a:pt x="5539367" y="3601021"/>
                  <a:pt x="5543558" y="3598259"/>
                </a:cubicBezTo>
                <a:cubicBezTo>
                  <a:pt x="5547749" y="3595592"/>
                  <a:pt x="5547463" y="3596449"/>
                  <a:pt x="5548988" y="3594926"/>
                </a:cubicBezTo>
                <a:cubicBezTo>
                  <a:pt x="5550511" y="3593402"/>
                  <a:pt x="5552321" y="3593687"/>
                  <a:pt x="5554988" y="3592544"/>
                </a:cubicBezTo>
                <a:cubicBezTo>
                  <a:pt x="5557655" y="3591306"/>
                  <a:pt x="5557370" y="3591020"/>
                  <a:pt x="5559179" y="3590735"/>
                </a:cubicBezTo>
                <a:cubicBezTo>
                  <a:pt x="5560989" y="3590449"/>
                  <a:pt x="5560418" y="3588353"/>
                  <a:pt x="5563370" y="3585972"/>
                </a:cubicBezTo>
                <a:cubicBezTo>
                  <a:pt x="5566323" y="3583591"/>
                  <a:pt x="5567561" y="3581781"/>
                  <a:pt x="5569371" y="3580257"/>
                </a:cubicBezTo>
                <a:cubicBezTo>
                  <a:pt x="5571181" y="3578733"/>
                  <a:pt x="5571753" y="3578161"/>
                  <a:pt x="5573848" y="3579400"/>
                </a:cubicBezTo>
                <a:close/>
                <a:moveTo>
                  <a:pt x="5400302" y="3579304"/>
                </a:moveTo>
                <a:cubicBezTo>
                  <a:pt x="5401826" y="3581685"/>
                  <a:pt x="5401159" y="3582257"/>
                  <a:pt x="5405732" y="3582257"/>
                </a:cubicBezTo>
                <a:cubicBezTo>
                  <a:pt x="5407541" y="3582257"/>
                  <a:pt x="5408589" y="3582447"/>
                  <a:pt x="5409161" y="3583019"/>
                </a:cubicBezTo>
                <a:lnTo>
                  <a:pt x="5409070" y="3583248"/>
                </a:lnTo>
                <a:lnTo>
                  <a:pt x="5409161" y="3583114"/>
                </a:lnTo>
                <a:cubicBezTo>
                  <a:pt x="5409922" y="3583876"/>
                  <a:pt x="5409732" y="3585305"/>
                  <a:pt x="5409351" y="3587781"/>
                </a:cubicBezTo>
                <a:cubicBezTo>
                  <a:pt x="5408780" y="3591972"/>
                  <a:pt x="5409066" y="3594353"/>
                  <a:pt x="5404875" y="3595877"/>
                </a:cubicBezTo>
                <a:cubicBezTo>
                  <a:pt x="5400684" y="3597402"/>
                  <a:pt x="5401922" y="3598259"/>
                  <a:pt x="5401922" y="3600640"/>
                </a:cubicBezTo>
                <a:cubicBezTo>
                  <a:pt x="5401922" y="3603021"/>
                  <a:pt x="5397445" y="3608165"/>
                  <a:pt x="5400112" y="3611784"/>
                </a:cubicBezTo>
                <a:cubicBezTo>
                  <a:pt x="5402779" y="3615404"/>
                  <a:pt x="5404303" y="3621690"/>
                  <a:pt x="5407256" y="3623500"/>
                </a:cubicBezTo>
                <a:cubicBezTo>
                  <a:pt x="5410209" y="3625310"/>
                  <a:pt x="5409066" y="3633406"/>
                  <a:pt x="5412018" y="3635787"/>
                </a:cubicBezTo>
                <a:cubicBezTo>
                  <a:pt x="5415066" y="3638168"/>
                  <a:pt x="5416209" y="3639693"/>
                  <a:pt x="5417733" y="3640835"/>
                </a:cubicBezTo>
                <a:cubicBezTo>
                  <a:pt x="5419257" y="3642074"/>
                  <a:pt x="5422496" y="3644741"/>
                  <a:pt x="5417733" y="3645979"/>
                </a:cubicBezTo>
                <a:cubicBezTo>
                  <a:pt x="5412971" y="3647217"/>
                  <a:pt x="5411161" y="3647789"/>
                  <a:pt x="5409351" y="3646265"/>
                </a:cubicBezTo>
                <a:cubicBezTo>
                  <a:pt x="5407541" y="3644741"/>
                  <a:pt x="5408113" y="3644169"/>
                  <a:pt x="5406017" y="3645693"/>
                </a:cubicBezTo>
                <a:cubicBezTo>
                  <a:pt x="5403922" y="3647217"/>
                  <a:pt x="5394302" y="3647503"/>
                  <a:pt x="5392206" y="3645122"/>
                </a:cubicBezTo>
                <a:cubicBezTo>
                  <a:pt x="5390111" y="3642741"/>
                  <a:pt x="5384396" y="3637311"/>
                  <a:pt x="5381157" y="3636454"/>
                </a:cubicBezTo>
                <a:cubicBezTo>
                  <a:pt x="5377823" y="3635597"/>
                  <a:pt x="5375442" y="3635597"/>
                  <a:pt x="5373632" y="3634359"/>
                </a:cubicBezTo>
                <a:cubicBezTo>
                  <a:pt x="5372871" y="3633787"/>
                  <a:pt x="5372013" y="3633597"/>
                  <a:pt x="5371251" y="3633501"/>
                </a:cubicBezTo>
                <a:lnTo>
                  <a:pt x="5371292" y="3633411"/>
                </a:lnTo>
                <a:lnTo>
                  <a:pt x="5368393" y="3633692"/>
                </a:lnTo>
                <a:cubicBezTo>
                  <a:pt x="5366583" y="3633978"/>
                  <a:pt x="5361249" y="3632168"/>
                  <a:pt x="5356963" y="3631596"/>
                </a:cubicBezTo>
                <a:cubicBezTo>
                  <a:pt x="5352772" y="3631025"/>
                  <a:pt x="5342581" y="3628263"/>
                  <a:pt x="5340200" y="3625310"/>
                </a:cubicBezTo>
                <a:cubicBezTo>
                  <a:pt x="5337818" y="3622357"/>
                  <a:pt x="5337247" y="3621976"/>
                  <a:pt x="5335437" y="3621691"/>
                </a:cubicBezTo>
                <a:cubicBezTo>
                  <a:pt x="5333627" y="3621405"/>
                  <a:pt x="5331246" y="3620166"/>
                  <a:pt x="5331246" y="3620166"/>
                </a:cubicBezTo>
                <a:cubicBezTo>
                  <a:pt x="5331246" y="3620166"/>
                  <a:pt x="5329150" y="3617785"/>
                  <a:pt x="5330675" y="3616547"/>
                </a:cubicBezTo>
                <a:cubicBezTo>
                  <a:pt x="5332198" y="3615309"/>
                  <a:pt x="5332198" y="3615690"/>
                  <a:pt x="5333627" y="3617404"/>
                </a:cubicBezTo>
                <a:cubicBezTo>
                  <a:pt x="5335151" y="3619214"/>
                  <a:pt x="5335151" y="3618928"/>
                  <a:pt x="5337247" y="3617976"/>
                </a:cubicBezTo>
                <a:cubicBezTo>
                  <a:pt x="5339342" y="3617118"/>
                  <a:pt x="5339914" y="3617118"/>
                  <a:pt x="5342676" y="3617976"/>
                </a:cubicBezTo>
                <a:cubicBezTo>
                  <a:pt x="5345343" y="3618833"/>
                  <a:pt x="5348105" y="3617976"/>
                  <a:pt x="5347819" y="3621309"/>
                </a:cubicBezTo>
                <a:cubicBezTo>
                  <a:pt x="5347533" y="3624643"/>
                  <a:pt x="5348391" y="3623691"/>
                  <a:pt x="5349915" y="3622167"/>
                </a:cubicBezTo>
                <a:cubicBezTo>
                  <a:pt x="5351439" y="3620643"/>
                  <a:pt x="5351439" y="3620643"/>
                  <a:pt x="5352963" y="3621881"/>
                </a:cubicBezTo>
                <a:cubicBezTo>
                  <a:pt x="5354487" y="3623119"/>
                  <a:pt x="5356297" y="3623691"/>
                  <a:pt x="5355059" y="3619785"/>
                </a:cubicBezTo>
                <a:cubicBezTo>
                  <a:pt x="5353820" y="3615880"/>
                  <a:pt x="5351439" y="3615309"/>
                  <a:pt x="5353820" y="3614737"/>
                </a:cubicBezTo>
                <a:cubicBezTo>
                  <a:pt x="5356201" y="3614166"/>
                  <a:pt x="5355915" y="3616547"/>
                  <a:pt x="5356487" y="3618642"/>
                </a:cubicBezTo>
                <a:cubicBezTo>
                  <a:pt x="5357058" y="3620738"/>
                  <a:pt x="5356773" y="3622262"/>
                  <a:pt x="5360393" y="3621309"/>
                </a:cubicBezTo>
                <a:cubicBezTo>
                  <a:pt x="5364012" y="3620452"/>
                  <a:pt x="5368203" y="3621881"/>
                  <a:pt x="5365822" y="3623691"/>
                </a:cubicBezTo>
                <a:cubicBezTo>
                  <a:pt x="5363441" y="3625500"/>
                  <a:pt x="5363441" y="3624262"/>
                  <a:pt x="5367060" y="3625786"/>
                </a:cubicBezTo>
                <a:cubicBezTo>
                  <a:pt x="5369060" y="3626643"/>
                  <a:pt x="5371822" y="3627691"/>
                  <a:pt x="5374394" y="3628739"/>
                </a:cubicBezTo>
                <a:lnTo>
                  <a:pt x="5374668" y="3629586"/>
                </a:lnTo>
                <a:lnTo>
                  <a:pt x="5379443" y="3631120"/>
                </a:lnTo>
                <a:cubicBezTo>
                  <a:pt x="5382396" y="3632358"/>
                  <a:pt x="5386587" y="3633787"/>
                  <a:pt x="5388396" y="3633216"/>
                </a:cubicBezTo>
                <a:cubicBezTo>
                  <a:pt x="5390206" y="3632644"/>
                  <a:pt x="5391730" y="3631120"/>
                  <a:pt x="5384491" y="3630168"/>
                </a:cubicBezTo>
                <a:cubicBezTo>
                  <a:pt x="5381920" y="3629882"/>
                  <a:pt x="5378776" y="3628643"/>
                  <a:pt x="5375823" y="3627024"/>
                </a:cubicBezTo>
                <a:lnTo>
                  <a:pt x="5375938" y="3626874"/>
                </a:lnTo>
                <a:lnTo>
                  <a:pt x="5375728" y="3626929"/>
                </a:lnTo>
                <a:cubicBezTo>
                  <a:pt x="5370489" y="3623976"/>
                  <a:pt x="5365822" y="3619595"/>
                  <a:pt x="5365822" y="3615976"/>
                </a:cubicBezTo>
                <a:cubicBezTo>
                  <a:pt x="5365822" y="3610260"/>
                  <a:pt x="5366679" y="3605498"/>
                  <a:pt x="5373632" y="3603974"/>
                </a:cubicBezTo>
                <a:cubicBezTo>
                  <a:pt x="5380490" y="3602450"/>
                  <a:pt x="5383252" y="3599783"/>
                  <a:pt x="5384395" y="3597116"/>
                </a:cubicBezTo>
                <a:cubicBezTo>
                  <a:pt x="5385634" y="3594449"/>
                  <a:pt x="5384395" y="3593496"/>
                  <a:pt x="5382300" y="3595306"/>
                </a:cubicBezTo>
                <a:cubicBezTo>
                  <a:pt x="5380204" y="3597116"/>
                  <a:pt x="5375442" y="3598640"/>
                  <a:pt x="5375442" y="3594068"/>
                </a:cubicBezTo>
                <a:cubicBezTo>
                  <a:pt x="5375442" y="3589591"/>
                  <a:pt x="5376680" y="3590163"/>
                  <a:pt x="5379633" y="3588639"/>
                </a:cubicBezTo>
                <a:cubicBezTo>
                  <a:pt x="5382586" y="3587115"/>
                  <a:pt x="5384395" y="3586829"/>
                  <a:pt x="5383538" y="3584162"/>
                </a:cubicBezTo>
                <a:cubicBezTo>
                  <a:pt x="5382681" y="3581495"/>
                  <a:pt x="5382681" y="3581495"/>
                  <a:pt x="5385920" y="3582067"/>
                </a:cubicBezTo>
                <a:cubicBezTo>
                  <a:pt x="5389253" y="3582638"/>
                  <a:pt x="5392206" y="3583876"/>
                  <a:pt x="5394016" y="3580543"/>
                </a:cubicBezTo>
                <a:cubicBezTo>
                  <a:pt x="5395825" y="3577209"/>
                  <a:pt x="5398778" y="3576923"/>
                  <a:pt x="5400302" y="3579304"/>
                </a:cubicBezTo>
                <a:close/>
                <a:moveTo>
                  <a:pt x="5547178" y="3574446"/>
                </a:moveTo>
                <a:cubicBezTo>
                  <a:pt x="5548987" y="3574446"/>
                  <a:pt x="5549844" y="3575684"/>
                  <a:pt x="5550797" y="3577780"/>
                </a:cubicBezTo>
                <a:cubicBezTo>
                  <a:pt x="5551654" y="3579875"/>
                  <a:pt x="5551369" y="3580733"/>
                  <a:pt x="5555940" y="3580447"/>
                </a:cubicBezTo>
                <a:cubicBezTo>
                  <a:pt x="5560418" y="3580161"/>
                  <a:pt x="5564037" y="3581018"/>
                  <a:pt x="5559560" y="3584924"/>
                </a:cubicBezTo>
                <a:cubicBezTo>
                  <a:pt x="5555084" y="3588829"/>
                  <a:pt x="5548511" y="3593020"/>
                  <a:pt x="5546130" y="3593591"/>
                </a:cubicBezTo>
                <a:cubicBezTo>
                  <a:pt x="5543749" y="3594163"/>
                  <a:pt x="5540986" y="3594163"/>
                  <a:pt x="5539558" y="3594449"/>
                </a:cubicBezTo>
                <a:cubicBezTo>
                  <a:pt x="5538033" y="3594734"/>
                  <a:pt x="5537748" y="3594449"/>
                  <a:pt x="5536890" y="3596544"/>
                </a:cubicBezTo>
                <a:cubicBezTo>
                  <a:pt x="5536034" y="3598640"/>
                  <a:pt x="5535652" y="3599211"/>
                  <a:pt x="5533938" y="3598354"/>
                </a:cubicBezTo>
                <a:cubicBezTo>
                  <a:pt x="5532128" y="3597497"/>
                  <a:pt x="5531271" y="3597497"/>
                  <a:pt x="5530033" y="3598068"/>
                </a:cubicBezTo>
                <a:cubicBezTo>
                  <a:pt x="5528604" y="3598640"/>
                  <a:pt x="5526794" y="3595020"/>
                  <a:pt x="5526794" y="3595020"/>
                </a:cubicBezTo>
                <a:cubicBezTo>
                  <a:pt x="5526794" y="3595020"/>
                  <a:pt x="5526794" y="3592353"/>
                  <a:pt x="5533366" y="3591400"/>
                </a:cubicBezTo>
                <a:cubicBezTo>
                  <a:pt x="5539939" y="3590543"/>
                  <a:pt x="5539939" y="3589877"/>
                  <a:pt x="5540891" y="3588734"/>
                </a:cubicBezTo>
                <a:cubicBezTo>
                  <a:pt x="5541748" y="3587495"/>
                  <a:pt x="5540605" y="3588162"/>
                  <a:pt x="5538510" y="3588162"/>
                </a:cubicBezTo>
                <a:cubicBezTo>
                  <a:pt x="5536414" y="3588162"/>
                  <a:pt x="5535557" y="3586352"/>
                  <a:pt x="5537938" y="3585781"/>
                </a:cubicBezTo>
                <a:cubicBezTo>
                  <a:pt x="5540319" y="3585209"/>
                  <a:pt x="5547273" y="3585781"/>
                  <a:pt x="5546606" y="3581018"/>
                </a:cubicBezTo>
                <a:cubicBezTo>
                  <a:pt x="5546035" y="3576256"/>
                  <a:pt x="5545368" y="3574446"/>
                  <a:pt x="5547178" y="3574446"/>
                </a:cubicBezTo>
                <a:close/>
                <a:moveTo>
                  <a:pt x="5363155" y="3570731"/>
                </a:moveTo>
                <a:cubicBezTo>
                  <a:pt x="5364965" y="3569017"/>
                  <a:pt x="5365632" y="3571684"/>
                  <a:pt x="5366203" y="3574065"/>
                </a:cubicBezTo>
                <a:cubicBezTo>
                  <a:pt x="5366775" y="3576541"/>
                  <a:pt x="5363822" y="3577684"/>
                  <a:pt x="5360489" y="3579494"/>
                </a:cubicBezTo>
                <a:cubicBezTo>
                  <a:pt x="5357250" y="3581304"/>
                  <a:pt x="5354583" y="3582161"/>
                  <a:pt x="5349439" y="3582161"/>
                </a:cubicBezTo>
                <a:cubicBezTo>
                  <a:pt x="5344391" y="3582161"/>
                  <a:pt x="5342582" y="3586638"/>
                  <a:pt x="5340486" y="3590543"/>
                </a:cubicBezTo>
                <a:cubicBezTo>
                  <a:pt x="5338391" y="3594448"/>
                  <a:pt x="5337152" y="3588162"/>
                  <a:pt x="5337152" y="3588162"/>
                </a:cubicBezTo>
                <a:cubicBezTo>
                  <a:pt x="5337152" y="3588162"/>
                  <a:pt x="5337152" y="3585400"/>
                  <a:pt x="5337152" y="3583399"/>
                </a:cubicBezTo>
                <a:cubicBezTo>
                  <a:pt x="5337152" y="3581304"/>
                  <a:pt x="5335914" y="3581018"/>
                  <a:pt x="5335914" y="3581018"/>
                </a:cubicBezTo>
                <a:cubicBezTo>
                  <a:pt x="5335914" y="3581018"/>
                  <a:pt x="5338867" y="3580732"/>
                  <a:pt x="5343058" y="3581018"/>
                </a:cubicBezTo>
                <a:cubicBezTo>
                  <a:pt x="5347249" y="3581304"/>
                  <a:pt x="5346963" y="3578542"/>
                  <a:pt x="5348487" y="3575875"/>
                </a:cubicBezTo>
                <a:cubicBezTo>
                  <a:pt x="5350011" y="3573112"/>
                  <a:pt x="5350582" y="3572541"/>
                  <a:pt x="5350582" y="3572541"/>
                </a:cubicBezTo>
                <a:cubicBezTo>
                  <a:pt x="5350582" y="3572541"/>
                  <a:pt x="5352011" y="3572827"/>
                  <a:pt x="5355345" y="3574065"/>
                </a:cubicBezTo>
                <a:cubicBezTo>
                  <a:pt x="5358679" y="3575208"/>
                  <a:pt x="5361346" y="3572541"/>
                  <a:pt x="5363155" y="3570731"/>
                </a:cubicBezTo>
                <a:close/>
                <a:moveTo>
                  <a:pt x="5325115" y="3566208"/>
                </a:moveTo>
                <a:cubicBezTo>
                  <a:pt x="5325888" y="3566970"/>
                  <a:pt x="5326626" y="3568398"/>
                  <a:pt x="5327245" y="3569874"/>
                </a:cubicBezTo>
                <a:cubicBezTo>
                  <a:pt x="5328388" y="3572922"/>
                  <a:pt x="5330484" y="3578923"/>
                  <a:pt x="5331722" y="3581590"/>
                </a:cubicBezTo>
                <a:cubicBezTo>
                  <a:pt x="5332961" y="3584257"/>
                  <a:pt x="5332961" y="3588162"/>
                  <a:pt x="5331151" y="3587591"/>
                </a:cubicBezTo>
                <a:cubicBezTo>
                  <a:pt x="5329341" y="3587019"/>
                  <a:pt x="5329913" y="3587019"/>
                  <a:pt x="5329341" y="3583686"/>
                </a:cubicBezTo>
                <a:cubicBezTo>
                  <a:pt x="5328770" y="3580352"/>
                  <a:pt x="5327817" y="3581209"/>
                  <a:pt x="5325150" y="3580352"/>
                </a:cubicBezTo>
                <a:cubicBezTo>
                  <a:pt x="5322388" y="3579495"/>
                  <a:pt x="5321816" y="3571970"/>
                  <a:pt x="5321816" y="3571970"/>
                </a:cubicBezTo>
                <a:cubicBezTo>
                  <a:pt x="5321816" y="3571970"/>
                  <a:pt x="5321244" y="3568922"/>
                  <a:pt x="5322769" y="3566541"/>
                </a:cubicBezTo>
                <a:cubicBezTo>
                  <a:pt x="5323531" y="3565350"/>
                  <a:pt x="5324341" y="3565446"/>
                  <a:pt x="5325115" y="3566208"/>
                </a:cubicBezTo>
                <a:close/>
                <a:moveTo>
                  <a:pt x="5336294" y="3564445"/>
                </a:moveTo>
                <a:cubicBezTo>
                  <a:pt x="5336294" y="3564445"/>
                  <a:pt x="5338675" y="3563302"/>
                  <a:pt x="5339914" y="3564445"/>
                </a:cubicBezTo>
                <a:cubicBezTo>
                  <a:pt x="5341152" y="3565683"/>
                  <a:pt x="5340200" y="3566255"/>
                  <a:pt x="5337818" y="3566540"/>
                </a:cubicBezTo>
                <a:cubicBezTo>
                  <a:pt x="5335437" y="3566826"/>
                  <a:pt x="5336294" y="3564445"/>
                  <a:pt x="5336294" y="3564445"/>
                </a:cubicBezTo>
                <a:close/>
                <a:moveTo>
                  <a:pt x="5344523" y="3547931"/>
                </a:moveTo>
                <a:cubicBezTo>
                  <a:pt x="5344820" y="3547705"/>
                  <a:pt x="5345201" y="3547919"/>
                  <a:pt x="5345534" y="3549681"/>
                </a:cubicBezTo>
                <a:cubicBezTo>
                  <a:pt x="5346106" y="3553301"/>
                  <a:pt x="5345820" y="3556539"/>
                  <a:pt x="5345820" y="3556539"/>
                </a:cubicBezTo>
                <a:cubicBezTo>
                  <a:pt x="5345820" y="3556539"/>
                  <a:pt x="5344296" y="3555682"/>
                  <a:pt x="5344296" y="3552920"/>
                </a:cubicBezTo>
                <a:cubicBezTo>
                  <a:pt x="5344296" y="3550158"/>
                  <a:pt x="5344010" y="3548824"/>
                  <a:pt x="5344010" y="3548824"/>
                </a:cubicBezTo>
                <a:cubicBezTo>
                  <a:pt x="5344010" y="3548824"/>
                  <a:pt x="5344225" y="3548157"/>
                  <a:pt x="5344523" y="3547931"/>
                </a:cubicBezTo>
                <a:close/>
                <a:moveTo>
                  <a:pt x="5339819" y="3543776"/>
                </a:moveTo>
                <a:cubicBezTo>
                  <a:pt x="5339819" y="3543776"/>
                  <a:pt x="5340772" y="3546729"/>
                  <a:pt x="5338295" y="3548539"/>
                </a:cubicBezTo>
                <a:cubicBezTo>
                  <a:pt x="5335914" y="3550348"/>
                  <a:pt x="5335342" y="3550634"/>
                  <a:pt x="5335914" y="3548824"/>
                </a:cubicBezTo>
                <a:cubicBezTo>
                  <a:pt x="5336485" y="3547110"/>
                  <a:pt x="5339819" y="3543776"/>
                  <a:pt x="5339819" y="3543776"/>
                </a:cubicBezTo>
                <a:close/>
                <a:moveTo>
                  <a:pt x="5337437" y="3542919"/>
                </a:moveTo>
                <a:cubicBezTo>
                  <a:pt x="5338962" y="3543776"/>
                  <a:pt x="5337437" y="3545300"/>
                  <a:pt x="5335342" y="3547681"/>
                </a:cubicBezTo>
                <a:cubicBezTo>
                  <a:pt x="5333246" y="3550062"/>
                  <a:pt x="5331437" y="3550348"/>
                  <a:pt x="5331437" y="3550348"/>
                </a:cubicBezTo>
                <a:cubicBezTo>
                  <a:pt x="5331437" y="3550348"/>
                  <a:pt x="5331151" y="3548253"/>
                  <a:pt x="5333532" y="3545871"/>
                </a:cubicBezTo>
                <a:cubicBezTo>
                  <a:pt x="5335914" y="3543490"/>
                  <a:pt x="5335914" y="3541966"/>
                  <a:pt x="5337437" y="3542919"/>
                </a:cubicBezTo>
                <a:close/>
                <a:moveTo>
                  <a:pt x="5350011" y="3539204"/>
                </a:moveTo>
                <a:cubicBezTo>
                  <a:pt x="5350011" y="3539204"/>
                  <a:pt x="5351440" y="3540157"/>
                  <a:pt x="5350868" y="3542824"/>
                </a:cubicBezTo>
                <a:cubicBezTo>
                  <a:pt x="5350297" y="3545491"/>
                  <a:pt x="5348487" y="3548538"/>
                  <a:pt x="5347915" y="3546729"/>
                </a:cubicBezTo>
                <a:cubicBezTo>
                  <a:pt x="5347344" y="3544919"/>
                  <a:pt x="5347629" y="3540442"/>
                  <a:pt x="5347629" y="3540442"/>
                </a:cubicBezTo>
                <a:close/>
                <a:moveTo>
                  <a:pt x="5347725" y="3527583"/>
                </a:moveTo>
                <a:cubicBezTo>
                  <a:pt x="5351630" y="3528822"/>
                  <a:pt x="5351630" y="3534156"/>
                  <a:pt x="5347725" y="3534727"/>
                </a:cubicBezTo>
                <a:cubicBezTo>
                  <a:pt x="5343820" y="3535299"/>
                  <a:pt x="5342296" y="3534441"/>
                  <a:pt x="5344391" y="3533870"/>
                </a:cubicBezTo>
                <a:cubicBezTo>
                  <a:pt x="5346487" y="3533298"/>
                  <a:pt x="5347058" y="3531489"/>
                  <a:pt x="5344963" y="3531774"/>
                </a:cubicBezTo>
                <a:cubicBezTo>
                  <a:pt x="5342867" y="3532060"/>
                  <a:pt x="5342010" y="3531774"/>
                  <a:pt x="5340200" y="3532632"/>
                </a:cubicBezTo>
                <a:cubicBezTo>
                  <a:pt x="5338391" y="3533584"/>
                  <a:pt x="5336295" y="3536251"/>
                  <a:pt x="5336295" y="3536251"/>
                </a:cubicBezTo>
                <a:cubicBezTo>
                  <a:pt x="5336295" y="3536251"/>
                  <a:pt x="5332675" y="3535680"/>
                  <a:pt x="5336009" y="3532632"/>
                </a:cubicBezTo>
                <a:cubicBezTo>
                  <a:pt x="5339343" y="3529679"/>
                  <a:pt x="5343820" y="3526345"/>
                  <a:pt x="5347725" y="3527583"/>
                </a:cubicBezTo>
                <a:close/>
                <a:moveTo>
                  <a:pt x="5357250" y="3512343"/>
                </a:moveTo>
                <a:cubicBezTo>
                  <a:pt x="5357250" y="3512343"/>
                  <a:pt x="5358774" y="3513581"/>
                  <a:pt x="5359631" y="3515963"/>
                </a:cubicBezTo>
                <a:cubicBezTo>
                  <a:pt x="5360584" y="3518344"/>
                  <a:pt x="5359060" y="3520154"/>
                  <a:pt x="5356679" y="3523773"/>
                </a:cubicBezTo>
                <a:cubicBezTo>
                  <a:pt x="5354202" y="3527297"/>
                  <a:pt x="5353345" y="3524630"/>
                  <a:pt x="5353345" y="3524630"/>
                </a:cubicBezTo>
                <a:cubicBezTo>
                  <a:pt x="5353345" y="3524630"/>
                  <a:pt x="5353059" y="3521582"/>
                  <a:pt x="5353059" y="3519296"/>
                </a:cubicBezTo>
                <a:cubicBezTo>
                  <a:pt x="5353059" y="3516820"/>
                  <a:pt x="5354488" y="3515677"/>
                  <a:pt x="5355726" y="3514153"/>
                </a:cubicBezTo>
                <a:cubicBezTo>
                  <a:pt x="5356964" y="3512629"/>
                  <a:pt x="5357250" y="3512343"/>
                  <a:pt x="5357250" y="3512343"/>
                </a:cubicBezTo>
                <a:close/>
                <a:moveTo>
                  <a:pt x="5364679" y="3508438"/>
                </a:moveTo>
                <a:cubicBezTo>
                  <a:pt x="5364394" y="3506628"/>
                  <a:pt x="5364965" y="3505485"/>
                  <a:pt x="5366775" y="3509010"/>
                </a:cubicBezTo>
                <a:cubicBezTo>
                  <a:pt x="5368585" y="3512629"/>
                  <a:pt x="5368299" y="3512915"/>
                  <a:pt x="5367060" y="3515010"/>
                </a:cubicBezTo>
                <a:cubicBezTo>
                  <a:pt x="5365823" y="3517106"/>
                  <a:pt x="5366203" y="3519487"/>
                  <a:pt x="5364679" y="3517392"/>
                </a:cubicBezTo>
                <a:cubicBezTo>
                  <a:pt x="5363251" y="3515296"/>
                  <a:pt x="5363251" y="3513201"/>
                  <a:pt x="5363822" y="3511391"/>
                </a:cubicBezTo>
                <a:cubicBezTo>
                  <a:pt x="5364394" y="3509581"/>
                  <a:pt x="5365060" y="3510153"/>
                  <a:pt x="5364679" y="3508438"/>
                </a:cubicBezTo>
                <a:close/>
                <a:moveTo>
                  <a:pt x="5353249" y="3507771"/>
                </a:moveTo>
                <a:cubicBezTo>
                  <a:pt x="5355059" y="3507485"/>
                  <a:pt x="5354773" y="3509962"/>
                  <a:pt x="5352677" y="3510819"/>
                </a:cubicBezTo>
                <a:cubicBezTo>
                  <a:pt x="5350582" y="3511676"/>
                  <a:pt x="5351153" y="3511390"/>
                  <a:pt x="5350868" y="3513200"/>
                </a:cubicBezTo>
                <a:cubicBezTo>
                  <a:pt x="5350582" y="3515010"/>
                  <a:pt x="5350582" y="3515010"/>
                  <a:pt x="5348200" y="3517105"/>
                </a:cubicBezTo>
                <a:cubicBezTo>
                  <a:pt x="5345819" y="3519201"/>
                  <a:pt x="5347344" y="3514724"/>
                  <a:pt x="5347344" y="3514724"/>
                </a:cubicBezTo>
                <a:cubicBezTo>
                  <a:pt x="5347344" y="3514724"/>
                  <a:pt x="5349153" y="3511105"/>
                  <a:pt x="5349343" y="3509295"/>
                </a:cubicBezTo>
                <a:cubicBezTo>
                  <a:pt x="5349629" y="3507485"/>
                  <a:pt x="5351439" y="3508057"/>
                  <a:pt x="5353249" y="3507771"/>
                </a:cubicBezTo>
                <a:close/>
                <a:moveTo>
                  <a:pt x="5362679" y="3498532"/>
                </a:moveTo>
                <a:cubicBezTo>
                  <a:pt x="5363918" y="3497008"/>
                  <a:pt x="5363918" y="3497675"/>
                  <a:pt x="5364774" y="3500342"/>
                </a:cubicBezTo>
                <a:cubicBezTo>
                  <a:pt x="5365632" y="3503009"/>
                  <a:pt x="5363536" y="3503009"/>
                  <a:pt x="5361441" y="3503009"/>
                </a:cubicBezTo>
                <a:cubicBezTo>
                  <a:pt x="5359345" y="3503009"/>
                  <a:pt x="5357821" y="3504819"/>
                  <a:pt x="5353916" y="3504819"/>
                </a:cubicBezTo>
                <a:cubicBezTo>
                  <a:pt x="5350106" y="3504819"/>
                  <a:pt x="5353059" y="3503009"/>
                  <a:pt x="5353059" y="3503009"/>
                </a:cubicBezTo>
                <a:cubicBezTo>
                  <a:pt x="5353059" y="3503009"/>
                  <a:pt x="5353916" y="3501485"/>
                  <a:pt x="5354869" y="3499675"/>
                </a:cubicBezTo>
                <a:cubicBezTo>
                  <a:pt x="5355821" y="3497961"/>
                  <a:pt x="5356678" y="3497580"/>
                  <a:pt x="5358774" y="3498818"/>
                </a:cubicBezTo>
                <a:cubicBezTo>
                  <a:pt x="5360869" y="3500056"/>
                  <a:pt x="5361441" y="3500056"/>
                  <a:pt x="5362679" y="3498532"/>
                </a:cubicBezTo>
                <a:close/>
                <a:moveTo>
                  <a:pt x="5386586" y="3468909"/>
                </a:moveTo>
                <a:cubicBezTo>
                  <a:pt x="5388396" y="3467957"/>
                  <a:pt x="5390491" y="3469195"/>
                  <a:pt x="5390491" y="3469195"/>
                </a:cubicBezTo>
                <a:cubicBezTo>
                  <a:pt x="5390491" y="3469195"/>
                  <a:pt x="5388110" y="3475481"/>
                  <a:pt x="5386300" y="3477577"/>
                </a:cubicBezTo>
                <a:cubicBezTo>
                  <a:pt x="5384490" y="3479672"/>
                  <a:pt x="5380014" y="3484244"/>
                  <a:pt x="5378490" y="3489007"/>
                </a:cubicBezTo>
                <a:cubicBezTo>
                  <a:pt x="5377061" y="3493769"/>
                  <a:pt x="5374013" y="3496246"/>
                  <a:pt x="5371917" y="3497103"/>
                </a:cubicBezTo>
                <a:cubicBezTo>
                  <a:pt x="5369822" y="3497960"/>
                  <a:pt x="5369536" y="3496436"/>
                  <a:pt x="5369536" y="3493769"/>
                </a:cubicBezTo>
                <a:cubicBezTo>
                  <a:pt x="5369536" y="3491102"/>
                  <a:pt x="5371060" y="3489864"/>
                  <a:pt x="5373442" y="3487483"/>
                </a:cubicBezTo>
                <a:cubicBezTo>
                  <a:pt x="5375823" y="3485102"/>
                  <a:pt x="5377633" y="3483863"/>
                  <a:pt x="5374013" y="3483292"/>
                </a:cubicBezTo>
                <a:cubicBezTo>
                  <a:pt x="5370394" y="3482625"/>
                  <a:pt x="5372203" y="3485006"/>
                  <a:pt x="5368584" y="3490436"/>
                </a:cubicBezTo>
                <a:cubicBezTo>
                  <a:pt x="5365060" y="3495770"/>
                  <a:pt x="5365631" y="3491293"/>
                  <a:pt x="5365917" y="3489197"/>
                </a:cubicBezTo>
                <a:cubicBezTo>
                  <a:pt x="5366203" y="3487102"/>
                  <a:pt x="5368869" y="3484721"/>
                  <a:pt x="5369251" y="3481196"/>
                </a:cubicBezTo>
                <a:cubicBezTo>
                  <a:pt x="5369536" y="3477577"/>
                  <a:pt x="5369822" y="3477291"/>
                  <a:pt x="5371346" y="3477577"/>
                </a:cubicBezTo>
                <a:cubicBezTo>
                  <a:pt x="5372775" y="3477863"/>
                  <a:pt x="5376966" y="3477291"/>
                  <a:pt x="5380299" y="3477291"/>
                </a:cubicBezTo>
                <a:cubicBezTo>
                  <a:pt x="5383538" y="3477291"/>
                  <a:pt x="5382395" y="3475481"/>
                  <a:pt x="5383252" y="3473386"/>
                </a:cubicBezTo>
                <a:cubicBezTo>
                  <a:pt x="5384205" y="3471290"/>
                  <a:pt x="5384776" y="3469766"/>
                  <a:pt x="5386586" y="3468909"/>
                </a:cubicBezTo>
                <a:close/>
                <a:moveTo>
                  <a:pt x="5381538" y="3459956"/>
                </a:moveTo>
                <a:cubicBezTo>
                  <a:pt x="5383063" y="3459670"/>
                  <a:pt x="5382681" y="3460813"/>
                  <a:pt x="5379729" y="3464147"/>
                </a:cubicBezTo>
                <a:cubicBezTo>
                  <a:pt x="5376681" y="3467386"/>
                  <a:pt x="5378490" y="3462909"/>
                  <a:pt x="5378490" y="3462909"/>
                </a:cubicBezTo>
                <a:cubicBezTo>
                  <a:pt x="5378490" y="3462909"/>
                  <a:pt x="5380015" y="3460147"/>
                  <a:pt x="5381538" y="3459956"/>
                </a:cubicBezTo>
                <a:close/>
                <a:moveTo>
                  <a:pt x="5394969" y="3457765"/>
                </a:moveTo>
                <a:cubicBezTo>
                  <a:pt x="5394397" y="3455670"/>
                  <a:pt x="5397064" y="3457194"/>
                  <a:pt x="5396493" y="3460432"/>
                </a:cubicBezTo>
                <a:cubicBezTo>
                  <a:pt x="5395921" y="3463766"/>
                  <a:pt x="5393159" y="3467576"/>
                  <a:pt x="5393159" y="3467576"/>
                </a:cubicBezTo>
                <a:lnTo>
                  <a:pt x="5390492" y="3464052"/>
                </a:lnTo>
                <a:cubicBezTo>
                  <a:pt x="5390492" y="3464052"/>
                  <a:pt x="5388682" y="3460718"/>
                  <a:pt x="5390778" y="3460432"/>
                </a:cubicBezTo>
                <a:cubicBezTo>
                  <a:pt x="5392873" y="3460147"/>
                  <a:pt x="5395540" y="3459861"/>
                  <a:pt x="5394969" y="3457765"/>
                </a:cubicBezTo>
                <a:close/>
                <a:moveTo>
                  <a:pt x="5390611" y="3451299"/>
                </a:moveTo>
                <a:cubicBezTo>
                  <a:pt x="5390992" y="3451026"/>
                  <a:pt x="5391444" y="3451240"/>
                  <a:pt x="5391730" y="3453193"/>
                </a:cubicBezTo>
                <a:cubicBezTo>
                  <a:pt x="5392301" y="3457098"/>
                  <a:pt x="5390872" y="3458622"/>
                  <a:pt x="5390491" y="3457384"/>
                </a:cubicBezTo>
                <a:cubicBezTo>
                  <a:pt x="5390206" y="3456240"/>
                  <a:pt x="5389920" y="3452335"/>
                  <a:pt x="5389920" y="3452335"/>
                </a:cubicBezTo>
                <a:cubicBezTo>
                  <a:pt x="5389920" y="3452335"/>
                  <a:pt x="5390230" y="3451573"/>
                  <a:pt x="5390611" y="3451299"/>
                </a:cubicBezTo>
                <a:close/>
                <a:moveTo>
                  <a:pt x="5385646" y="3450633"/>
                </a:moveTo>
                <a:cubicBezTo>
                  <a:pt x="5385872" y="3449835"/>
                  <a:pt x="5386253" y="3449526"/>
                  <a:pt x="5386872" y="3451478"/>
                </a:cubicBezTo>
                <a:cubicBezTo>
                  <a:pt x="5388110" y="3455383"/>
                  <a:pt x="5387158" y="3461098"/>
                  <a:pt x="5387158" y="3461098"/>
                </a:cubicBezTo>
                <a:cubicBezTo>
                  <a:pt x="5387158" y="3461098"/>
                  <a:pt x="5385348" y="3461098"/>
                  <a:pt x="5385062" y="3458717"/>
                </a:cubicBezTo>
                <a:cubicBezTo>
                  <a:pt x="5384776" y="3456240"/>
                  <a:pt x="5385348" y="3452716"/>
                  <a:pt x="5385348" y="3452716"/>
                </a:cubicBezTo>
                <a:cubicBezTo>
                  <a:pt x="5385348" y="3452716"/>
                  <a:pt x="5385420" y="3451430"/>
                  <a:pt x="5385646" y="3450633"/>
                </a:cubicBezTo>
                <a:close/>
                <a:moveTo>
                  <a:pt x="5407255" y="3447288"/>
                </a:moveTo>
                <a:cubicBezTo>
                  <a:pt x="5410208" y="3447859"/>
                  <a:pt x="5411446" y="3449097"/>
                  <a:pt x="5412018" y="3450622"/>
                </a:cubicBezTo>
                <a:cubicBezTo>
                  <a:pt x="5412589" y="3452146"/>
                  <a:pt x="5412303" y="3452431"/>
                  <a:pt x="5410494" y="3451860"/>
                </a:cubicBezTo>
                <a:cubicBezTo>
                  <a:pt x="5408779" y="3451193"/>
                  <a:pt x="5407255" y="3450241"/>
                  <a:pt x="5407255" y="3450241"/>
                </a:cubicBezTo>
                <a:cubicBezTo>
                  <a:pt x="5407255" y="3450241"/>
                  <a:pt x="5404303" y="3446621"/>
                  <a:pt x="5407255" y="3447288"/>
                </a:cubicBezTo>
                <a:close/>
                <a:moveTo>
                  <a:pt x="5398302" y="3445764"/>
                </a:moveTo>
                <a:cubicBezTo>
                  <a:pt x="5398302" y="3445764"/>
                  <a:pt x="5398016" y="3449669"/>
                  <a:pt x="5395635" y="3451478"/>
                </a:cubicBezTo>
                <a:cubicBezTo>
                  <a:pt x="5393254" y="3453288"/>
                  <a:pt x="5394111" y="3449955"/>
                  <a:pt x="5394111" y="3449955"/>
                </a:cubicBezTo>
                <a:cubicBezTo>
                  <a:pt x="5394111" y="3449955"/>
                  <a:pt x="5394969" y="3447573"/>
                  <a:pt x="5395921" y="3446049"/>
                </a:cubicBezTo>
                <a:cubicBezTo>
                  <a:pt x="5396779" y="3444525"/>
                  <a:pt x="5398302" y="3445764"/>
                  <a:pt x="5398302" y="3445764"/>
                </a:cubicBezTo>
                <a:close/>
                <a:moveTo>
                  <a:pt x="3368335" y="3389280"/>
                </a:moveTo>
                <a:cubicBezTo>
                  <a:pt x="3370049" y="3386899"/>
                  <a:pt x="3371287" y="3388994"/>
                  <a:pt x="3371287" y="3390804"/>
                </a:cubicBezTo>
                <a:cubicBezTo>
                  <a:pt x="3371287" y="3392614"/>
                  <a:pt x="3371859" y="3393185"/>
                  <a:pt x="3371002" y="3395186"/>
                </a:cubicBezTo>
                <a:cubicBezTo>
                  <a:pt x="3370049" y="3397281"/>
                  <a:pt x="3367668" y="3397948"/>
                  <a:pt x="3367096" y="3396424"/>
                </a:cubicBezTo>
                <a:cubicBezTo>
                  <a:pt x="3366525" y="3394995"/>
                  <a:pt x="3366525" y="3391661"/>
                  <a:pt x="3368335" y="3389280"/>
                </a:cubicBezTo>
                <a:close/>
                <a:moveTo>
                  <a:pt x="5454595" y="3380136"/>
                </a:moveTo>
                <a:cubicBezTo>
                  <a:pt x="5456119" y="3379564"/>
                  <a:pt x="5456976" y="3380422"/>
                  <a:pt x="5456119" y="3381660"/>
                </a:cubicBezTo>
                <a:cubicBezTo>
                  <a:pt x="5455167" y="3382803"/>
                  <a:pt x="5453452" y="3384041"/>
                  <a:pt x="5450119" y="3384041"/>
                </a:cubicBezTo>
                <a:cubicBezTo>
                  <a:pt x="5446785" y="3384041"/>
                  <a:pt x="5450119" y="3382231"/>
                  <a:pt x="5450119" y="3382231"/>
                </a:cubicBezTo>
                <a:cubicBezTo>
                  <a:pt x="5450119" y="3382231"/>
                  <a:pt x="5453071" y="3380803"/>
                  <a:pt x="5454595" y="3380136"/>
                </a:cubicBezTo>
                <a:close/>
                <a:moveTo>
                  <a:pt x="5455166" y="3375659"/>
                </a:moveTo>
                <a:cubicBezTo>
                  <a:pt x="5455166" y="3375659"/>
                  <a:pt x="5453737" y="3377469"/>
                  <a:pt x="5450403" y="3377755"/>
                </a:cubicBezTo>
                <a:cubicBezTo>
                  <a:pt x="5447070" y="3378040"/>
                  <a:pt x="5450118" y="3376230"/>
                  <a:pt x="5450118" y="3376230"/>
                </a:cubicBezTo>
                <a:close/>
                <a:moveTo>
                  <a:pt x="5474026" y="3366039"/>
                </a:moveTo>
                <a:cubicBezTo>
                  <a:pt x="5477074" y="3365087"/>
                  <a:pt x="5475836" y="3365468"/>
                  <a:pt x="5479456" y="3366325"/>
                </a:cubicBezTo>
                <a:cubicBezTo>
                  <a:pt x="5483075" y="3367182"/>
                  <a:pt x="5481265" y="3370802"/>
                  <a:pt x="5481265" y="3370802"/>
                </a:cubicBezTo>
                <a:cubicBezTo>
                  <a:pt x="5481265" y="3370802"/>
                  <a:pt x="5478027" y="3374993"/>
                  <a:pt x="5476503" y="3375278"/>
                </a:cubicBezTo>
                <a:cubicBezTo>
                  <a:pt x="5474978" y="3375659"/>
                  <a:pt x="5472312" y="3376517"/>
                  <a:pt x="5467168" y="3376517"/>
                </a:cubicBezTo>
                <a:cubicBezTo>
                  <a:pt x="5462025" y="3376517"/>
                  <a:pt x="5465073" y="3373564"/>
                  <a:pt x="5465073" y="3373564"/>
                </a:cubicBezTo>
                <a:lnTo>
                  <a:pt x="5468025" y="3368135"/>
                </a:lnTo>
                <a:cubicBezTo>
                  <a:pt x="5468025" y="3368135"/>
                  <a:pt x="5471073" y="3366897"/>
                  <a:pt x="5474026" y="3366039"/>
                </a:cubicBezTo>
                <a:close/>
                <a:moveTo>
                  <a:pt x="3495588" y="3304793"/>
                </a:moveTo>
                <a:cubicBezTo>
                  <a:pt x="3497398" y="3302031"/>
                  <a:pt x="3498255" y="3303555"/>
                  <a:pt x="3497684" y="3305651"/>
                </a:cubicBezTo>
                <a:cubicBezTo>
                  <a:pt x="3497112" y="3307746"/>
                  <a:pt x="3497684" y="3311080"/>
                  <a:pt x="3494731" y="3310223"/>
                </a:cubicBezTo>
                <a:cubicBezTo>
                  <a:pt x="3491683" y="3309270"/>
                  <a:pt x="3493778" y="3307460"/>
                  <a:pt x="3495588" y="3304793"/>
                </a:cubicBezTo>
                <a:close/>
                <a:moveTo>
                  <a:pt x="5501387" y="3295530"/>
                </a:moveTo>
                <a:cubicBezTo>
                  <a:pt x="5502411" y="3295983"/>
                  <a:pt x="5503316" y="3297269"/>
                  <a:pt x="5503744" y="3298316"/>
                </a:cubicBezTo>
                <a:cubicBezTo>
                  <a:pt x="5504601" y="3300412"/>
                  <a:pt x="5506793" y="3301269"/>
                  <a:pt x="5509745" y="3303079"/>
                </a:cubicBezTo>
                <a:cubicBezTo>
                  <a:pt x="5512698" y="3304888"/>
                  <a:pt x="5511174" y="3306127"/>
                  <a:pt x="5508507" y="3306984"/>
                </a:cubicBezTo>
                <a:cubicBezTo>
                  <a:pt x="5505745" y="3307936"/>
                  <a:pt x="5506030" y="3307555"/>
                  <a:pt x="5505173" y="3310889"/>
                </a:cubicBezTo>
                <a:cubicBezTo>
                  <a:pt x="5504221" y="3314223"/>
                  <a:pt x="5503935" y="3313270"/>
                  <a:pt x="5501554" y="3312413"/>
                </a:cubicBezTo>
                <a:cubicBezTo>
                  <a:pt x="5499173" y="3311461"/>
                  <a:pt x="5499173" y="3312127"/>
                  <a:pt x="5497077" y="3314794"/>
                </a:cubicBezTo>
                <a:cubicBezTo>
                  <a:pt x="5494982" y="3317556"/>
                  <a:pt x="5493172" y="3316318"/>
                  <a:pt x="5491076" y="3316318"/>
                </a:cubicBezTo>
                <a:cubicBezTo>
                  <a:pt x="5488981" y="3316318"/>
                  <a:pt x="5491076" y="3323462"/>
                  <a:pt x="5490505" y="3326796"/>
                </a:cubicBezTo>
                <a:cubicBezTo>
                  <a:pt x="5489933" y="3330130"/>
                  <a:pt x="5488695" y="3331368"/>
                  <a:pt x="5486314" y="3330130"/>
                </a:cubicBezTo>
                <a:cubicBezTo>
                  <a:pt x="5483932" y="3328987"/>
                  <a:pt x="5485171" y="3330987"/>
                  <a:pt x="5479741" y="3336130"/>
                </a:cubicBezTo>
                <a:cubicBezTo>
                  <a:pt x="5474407" y="3341274"/>
                  <a:pt x="5473169" y="3333749"/>
                  <a:pt x="5473169" y="3333749"/>
                </a:cubicBezTo>
                <a:cubicBezTo>
                  <a:pt x="5473169" y="3333749"/>
                  <a:pt x="5477360" y="3328891"/>
                  <a:pt x="5481551" y="3325081"/>
                </a:cubicBezTo>
                <a:cubicBezTo>
                  <a:pt x="5485742" y="3321176"/>
                  <a:pt x="5484599" y="3319366"/>
                  <a:pt x="5485171" y="3315747"/>
                </a:cubicBezTo>
                <a:cubicBezTo>
                  <a:pt x="5485742" y="3312222"/>
                  <a:pt x="5487552" y="3310698"/>
                  <a:pt x="5489362" y="3309175"/>
                </a:cubicBezTo>
                <a:cubicBezTo>
                  <a:pt x="5491076" y="3307651"/>
                  <a:pt x="5496505" y="3302221"/>
                  <a:pt x="5498315" y="3297745"/>
                </a:cubicBezTo>
                <a:cubicBezTo>
                  <a:pt x="5499220" y="3295459"/>
                  <a:pt x="5500363" y="3295078"/>
                  <a:pt x="5501387" y="3295530"/>
                </a:cubicBezTo>
                <a:close/>
                <a:moveTo>
                  <a:pt x="3536391" y="3210092"/>
                </a:moveTo>
                <a:cubicBezTo>
                  <a:pt x="3537212" y="3210663"/>
                  <a:pt x="3537593" y="3212020"/>
                  <a:pt x="3537307" y="3213068"/>
                </a:cubicBezTo>
                <a:cubicBezTo>
                  <a:pt x="3536069" y="3216402"/>
                  <a:pt x="3536926" y="3215449"/>
                  <a:pt x="3540355" y="3214783"/>
                </a:cubicBezTo>
                <a:cubicBezTo>
                  <a:pt x="3543594" y="3214211"/>
                  <a:pt x="3542165" y="3216878"/>
                  <a:pt x="3538831" y="3218974"/>
                </a:cubicBezTo>
                <a:cubicBezTo>
                  <a:pt x="3536736" y="3220402"/>
                  <a:pt x="3533116" y="3222879"/>
                  <a:pt x="3530449" y="3222593"/>
                </a:cubicBezTo>
                <a:cubicBezTo>
                  <a:pt x="3527782" y="3222307"/>
                  <a:pt x="3529878" y="3216021"/>
                  <a:pt x="3532831" y="3211830"/>
                </a:cubicBezTo>
                <a:cubicBezTo>
                  <a:pt x="3534307" y="3209735"/>
                  <a:pt x="3535569" y="3209520"/>
                  <a:pt x="3536391" y="3210092"/>
                </a:cubicBezTo>
                <a:close/>
                <a:moveTo>
                  <a:pt x="3814200" y="3148679"/>
                </a:moveTo>
                <a:cubicBezTo>
                  <a:pt x="3817724" y="3147440"/>
                  <a:pt x="3818486" y="3150107"/>
                  <a:pt x="3816962" y="3151250"/>
                </a:cubicBezTo>
                <a:cubicBezTo>
                  <a:pt x="3815438" y="3152393"/>
                  <a:pt x="3814295" y="3155060"/>
                  <a:pt x="3816962" y="3155346"/>
                </a:cubicBezTo>
                <a:cubicBezTo>
                  <a:pt x="3819629" y="3155632"/>
                  <a:pt x="3817819" y="3158299"/>
                  <a:pt x="3813343" y="3158299"/>
                </a:cubicBezTo>
                <a:cubicBezTo>
                  <a:pt x="3809723" y="3158299"/>
                  <a:pt x="3808580" y="3158871"/>
                  <a:pt x="3810961" y="3154680"/>
                </a:cubicBezTo>
                <a:cubicBezTo>
                  <a:pt x="3813343" y="3150489"/>
                  <a:pt x="3811343" y="3152774"/>
                  <a:pt x="3807628" y="3150489"/>
                </a:cubicBezTo>
                <a:cubicBezTo>
                  <a:pt x="3803722" y="3148107"/>
                  <a:pt x="3807913" y="3148107"/>
                  <a:pt x="3809723" y="3148965"/>
                </a:cubicBezTo>
                <a:cubicBezTo>
                  <a:pt x="3810866" y="3149536"/>
                  <a:pt x="3812104" y="3148965"/>
                  <a:pt x="3814200" y="3148679"/>
                </a:cubicBezTo>
                <a:close/>
                <a:moveTo>
                  <a:pt x="3630843" y="3065907"/>
                </a:moveTo>
                <a:cubicBezTo>
                  <a:pt x="3634081" y="3064954"/>
                  <a:pt x="3635891" y="3066478"/>
                  <a:pt x="3633224" y="3068288"/>
                </a:cubicBezTo>
                <a:cubicBezTo>
                  <a:pt x="3630462" y="3070098"/>
                  <a:pt x="3631700" y="3073432"/>
                  <a:pt x="3633796" y="3073432"/>
                </a:cubicBezTo>
                <a:cubicBezTo>
                  <a:pt x="3635891" y="3073432"/>
                  <a:pt x="3637701" y="3074955"/>
                  <a:pt x="3636177" y="3079718"/>
                </a:cubicBezTo>
                <a:cubicBezTo>
                  <a:pt x="3634653" y="3084576"/>
                  <a:pt x="3634367" y="3089338"/>
                  <a:pt x="3638558" y="3089624"/>
                </a:cubicBezTo>
                <a:cubicBezTo>
                  <a:pt x="3642749" y="3089910"/>
                  <a:pt x="3643321" y="3084480"/>
                  <a:pt x="3647512" y="3081813"/>
                </a:cubicBezTo>
                <a:cubicBezTo>
                  <a:pt x="3650560" y="3079813"/>
                  <a:pt x="3651417" y="3079718"/>
                  <a:pt x="3649893" y="3084195"/>
                </a:cubicBezTo>
                <a:cubicBezTo>
                  <a:pt x="3648464" y="3088671"/>
                  <a:pt x="3652655" y="3088100"/>
                  <a:pt x="3653227" y="3084480"/>
                </a:cubicBezTo>
                <a:cubicBezTo>
                  <a:pt x="3653893" y="3080861"/>
                  <a:pt x="3655322" y="3080290"/>
                  <a:pt x="3656846" y="3081147"/>
                </a:cubicBezTo>
                <a:cubicBezTo>
                  <a:pt x="3658370" y="3082004"/>
                  <a:pt x="3657132" y="3086481"/>
                  <a:pt x="3654751" y="3087719"/>
                </a:cubicBezTo>
                <a:cubicBezTo>
                  <a:pt x="3652369" y="3088957"/>
                  <a:pt x="3650274" y="3091624"/>
                  <a:pt x="3654179" y="3091338"/>
                </a:cubicBezTo>
                <a:cubicBezTo>
                  <a:pt x="3658084" y="3091053"/>
                  <a:pt x="3656941" y="3095529"/>
                  <a:pt x="3653607" y="3095244"/>
                </a:cubicBezTo>
                <a:cubicBezTo>
                  <a:pt x="3650274" y="3094958"/>
                  <a:pt x="3650369" y="3098577"/>
                  <a:pt x="3652084" y="3099435"/>
                </a:cubicBezTo>
                <a:cubicBezTo>
                  <a:pt x="3656274" y="3101530"/>
                  <a:pt x="3655989" y="3104769"/>
                  <a:pt x="3653322" y="3103911"/>
                </a:cubicBezTo>
                <a:cubicBezTo>
                  <a:pt x="3648464" y="3102292"/>
                  <a:pt x="3648845" y="3115056"/>
                  <a:pt x="3644940" y="3115627"/>
                </a:cubicBezTo>
                <a:cubicBezTo>
                  <a:pt x="3641035" y="3116199"/>
                  <a:pt x="3639892" y="3124962"/>
                  <a:pt x="3634748" y="3127915"/>
                </a:cubicBezTo>
                <a:cubicBezTo>
                  <a:pt x="3629605" y="3130962"/>
                  <a:pt x="3628462" y="3132772"/>
                  <a:pt x="3627223" y="3137535"/>
                </a:cubicBezTo>
                <a:cubicBezTo>
                  <a:pt x="3626080" y="3142297"/>
                  <a:pt x="3629033" y="3141726"/>
                  <a:pt x="3633224" y="3143535"/>
                </a:cubicBezTo>
                <a:cubicBezTo>
                  <a:pt x="3637415" y="3145345"/>
                  <a:pt x="3629890" y="3150775"/>
                  <a:pt x="3627509" y="3148965"/>
                </a:cubicBezTo>
                <a:cubicBezTo>
                  <a:pt x="3625128" y="3147155"/>
                  <a:pt x="3621794" y="3147441"/>
                  <a:pt x="3619984" y="3147726"/>
                </a:cubicBezTo>
                <a:cubicBezTo>
                  <a:pt x="3618174" y="3148108"/>
                  <a:pt x="3616365" y="3150203"/>
                  <a:pt x="3613984" y="3146869"/>
                </a:cubicBezTo>
                <a:cubicBezTo>
                  <a:pt x="3611602" y="3143631"/>
                  <a:pt x="3610364" y="3146298"/>
                  <a:pt x="3611888" y="3148679"/>
                </a:cubicBezTo>
                <a:cubicBezTo>
                  <a:pt x="3612840" y="3150203"/>
                  <a:pt x="3608554" y="3154394"/>
                  <a:pt x="3605887" y="3153822"/>
                </a:cubicBezTo>
                <a:cubicBezTo>
                  <a:pt x="3601887" y="3153060"/>
                  <a:pt x="3603125" y="3159157"/>
                  <a:pt x="3600744" y="3156490"/>
                </a:cubicBezTo>
                <a:cubicBezTo>
                  <a:pt x="3599220" y="3154680"/>
                  <a:pt x="3598363" y="3155061"/>
                  <a:pt x="3597791" y="3157728"/>
                </a:cubicBezTo>
                <a:cubicBezTo>
                  <a:pt x="3597220" y="3160395"/>
                  <a:pt x="3594172" y="3161252"/>
                  <a:pt x="3595696" y="3162776"/>
                </a:cubicBezTo>
                <a:cubicBezTo>
                  <a:pt x="3597220" y="3164205"/>
                  <a:pt x="3595981" y="3165729"/>
                  <a:pt x="3595696" y="3169634"/>
                </a:cubicBezTo>
                <a:cubicBezTo>
                  <a:pt x="3595410" y="3173539"/>
                  <a:pt x="3590838" y="3177730"/>
                  <a:pt x="3589981" y="3181921"/>
                </a:cubicBezTo>
                <a:cubicBezTo>
                  <a:pt x="3589123" y="3186112"/>
                  <a:pt x="3586647" y="3187636"/>
                  <a:pt x="3587885" y="3190303"/>
                </a:cubicBezTo>
                <a:cubicBezTo>
                  <a:pt x="3589028" y="3192970"/>
                  <a:pt x="3586075" y="3196590"/>
                  <a:pt x="3582456" y="3196304"/>
                </a:cubicBezTo>
                <a:cubicBezTo>
                  <a:pt x="3578836" y="3196018"/>
                  <a:pt x="3577693" y="3197257"/>
                  <a:pt x="3575884" y="3199638"/>
                </a:cubicBezTo>
                <a:cubicBezTo>
                  <a:pt x="3574074" y="3202019"/>
                  <a:pt x="3572264" y="3204115"/>
                  <a:pt x="3570454" y="3203829"/>
                </a:cubicBezTo>
                <a:cubicBezTo>
                  <a:pt x="3568645" y="3203543"/>
                  <a:pt x="3566549" y="3203543"/>
                  <a:pt x="3565025" y="3206210"/>
                </a:cubicBezTo>
                <a:cubicBezTo>
                  <a:pt x="3563501" y="3208877"/>
                  <a:pt x="3559882" y="3210687"/>
                  <a:pt x="3557500" y="3210687"/>
                </a:cubicBezTo>
                <a:cubicBezTo>
                  <a:pt x="3555119" y="3210687"/>
                  <a:pt x="3553024" y="3209163"/>
                  <a:pt x="3548832" y="3211258"/>
                </a:cubicBezTo>
                <a:cubicBezTo>
                  <a:pt x="3544642" y="3213354"/>
                  <a:pt x="3543213" y="3210687"/>
                  <a:pt x="3544070" y="3208591"/>
                </a:cubicBezTo>
                <a:cubicBezTo>
                  <a:pt x="3545023" y="3206496"/>
                  <a:pt x="3544356" y="3205353"/>
                  <a:pt x="3541403" y="3205638"/>
                </a:cubicBezTo>
                <a:cubicBezTo>
                  <a:pt x="3540165" y="3205734"/>
                  <a:pt x="3538546" y="3204400"/>
                  <a:pt x="3536640" y="3203448"/>
                </a:cubicBezTo>
                <a:cubicBezTo>
                  <a:pt x="3532354" y="3202971"/>
                  <a:pt x="3530354" y="3200590"/>
                  <a:pt x="3529973" y="3198780"/>
                </a:cubicBezTo>
                <a:cubicBezTo>
                  <a:pt x="3529402" y="3195733"/>
                  <a:pt x="3524925" y="3196018"/>
                  <a:pt x="3516829" y="3197542"/>
                </a:cubicBezTo>
                <a:cubicBezTo>
                  <a:pt x="3508732" y="3199066"/>
                  <a:pt x="3509685" y="3195161"/>
                  <a:pt x="3510256" y="3192780"/>
                </a:cubicBezTo>
                <a:cubicBezTo>
                  <a:pt x="3510828" y="3190399"/>
                  <a:pt x="3512638" y="3188017"/>
                  <a:pt x="3516829" y="3188589"/>
                </a:cubicBezTo>
                <a:cubicBezTo>
                  <a:pt x="3521020" y="3189255"/>
                  <a:pt x="3521591" y="3186493"/>
                  <a:pt x="3519496" y="3185922"/>
                </a:cubicBezTo>
                <a:cubicBezTo>
                  <a:pt x="3517400" y="3185255"/>
                  <a:pt x="3519210" y="3181064"/>
                  <a:pt x="3520734" y="3180778"/>
                </a:cubicBezTo>
                <a:cubicBezTo>
                  <a:pt x="3522163" y="3180493"/>
                  <a:pt x="3525211" y="3178111"/>
                  <a:pt x="3521305" y="3176873"/>
                </a:cubicBezTo>
                <a:cubicBezTo>
                  <a:pt x="3517400" y="3175635"/>
                  <a:pt x="3524925" y="3172396"/>
                  <a:pt x="3527306" y="3170586"/>
                </a:cubicBezTo>
                <a:cubicBezTo>
                  <a:pt x="3529687" y="3168777"/>
                  <a:pt x="3532069" y="3170015"/>
                  <a:pt x="3532069" y="3167919"/>
                </a:cubicBezTo>
                <a:cubicBezTo>
                  <a:pt x="3532069" y="3165824"/>
                  <a:pt x="3534736" y="3165157"/>
                  <a:pt x="3535974" y="3164300"/>
                </a:cubicBezTo>
                <a:cubicBezTo>
                  <a:pt x="3537212" y="3163347"/>
                  <a:pt x="3537498" y="3160395"/>
                  <a:pt x="3539593" y="3160966"/>
                </a:cubicBezTo>
                <a:cubicBezTo>
                  <a:pt x="3541689" y="3161633"/>
                  <a:pt x="3542927" y="3162204"/>
                  <a:pt x="3542927" y="3158299"/>
                </a:cubicBezTo>
                <a:cubicBezTo>
                  <a:pt x="3542927" y="3155632"/>
                  <a:pt x="3545594" y="3152299"/>
                  <a:pt x="3546832" y="3152013"/>
                </a:cubicBezTo>
                <a:cubicBezTo>
                  <a:pt x="3548071" y="3151632"/>
                  <a:pt x="3549785" y="3150489"/>
                  <a:pt x="3551023" y="3148679"/>
                </a:cubicBezTo>
                <a:cubicBezTo>
                  <a:pt x="3552262" y="3146869"/>
                  <a:pt x="3554929" y="3146298"/>
                  <a:pt x="3557024" y="3146584"/>
                </a:cubicBezTo>
                <a:cubicBezTo>
                  <a:pt x="3559120" y="3146869"/>
                  <a:pt x="3562453" y="3146869"/>
                  <a:pt x="3566359" y="3147155"/>
                </a:cubicBezTo>
                <a:cubicBezTo>
                  <a:pt x="3570264" y="3147441"/>
                  <a:pt x="3570264" y="3144488"/>
                  <a:pt x="3566073" y="3144774"/>
                </a:cubicBezTo>
                <a:cubicBezTo>
                  <a:pt x="3562549" y="3145060"/>
                  <a:pt x="3563692" y="3142107"/>
                  <a:pt x="3566359" y="3142107"/>
                </a:cubicBezTo>
                <a:cubicBezTo>
                  <a:pt x="3569026" y="3142107"/>
                  <a:pt x="3573788" y="3139154"/>
                  <a:pt x="3575312" y="3137630"/>
                </a:cubicBezTo>
                <a:cubicBezTo>
                  <a:pt x="3576836" y="3136106"/>
                  <a:pt x="3580074" y="3133439"/>
                  <a:pt x="3581884" y="3133439"/>
                </a:cubicBezTo>
                <a:cubicBezTo>
                  <a:pt x="3583694" y="3133439"/>
                  <a:pt x="3584647" y="3132582"/>
                  <a:pt x="3591505" y="3127152"/>
                </a:cubicBezTo>
                <a:cubicBezTo>
                  <a:pt x="3598458" y="3121723"/>
                  <a:pt x="3600839" y="3113341"/>
                  <a:pt x="3600839" y="3111246"/>
                </a:cubicBezTo>
                <a:cubicBezTo>
                  <a:pt x="3600839" y="3109150"/>
                  <a:pt x="3600839" y="3101054"/>
                  <a:pt x="3606935" y="3098482"/>
                </a:cubicBezTo>
                <a:cubicBezTo>
                  <a:pt x="3610174" y="3097244"/>
                  <a:pt x="3614174" y="3091624"/>
                  <a:pt x="3614746" y="3089529"/>
                </a:cubicBezTo>
                <a:cubicBezTo>
                  <a:pt x="3615317" y="3087433"/>
                  <a:pt x="3618270" y="3080575"/>
                  <a:pt x="3621604" y="3078766"/>
                </a:cubicBezTo>
                <a:cubicBezTo>
                  <a:pt x="3624842" y="3076956"/>
                  <a:pt x="3625128" y="3074289"/>
                  <a:pt x="3626366" y="3072193"/>
                </a:cubicBezTo>
                <a:cubicBezTo>
                  <a:pt x="3627509" y="3070098"/>
                  <a:pt x="3627509" y="3066764"/>
                  <a:pt x="3630843" y="3065907"/>
                </a:cubicBezTo>
                <a:close/>
                <a:moveTo>
                  <a:pt x="3128495" y="3064478"/>
                </a:moveTo>
                <a:cubicBezTo>
                  <a:pt x="3129733" y="3066668"/>
                  <a:pt x="3135448" y="3067811"/>
                  <a:pt x="3138401" y="3067526"/>
                </a:cubicBezTo>
                <a:cubicBezTo>
                  <a:pt x="3141353" y="3067145"/>
                  <a:pt x="3147354" y="3069907"/>
                  <a:pt x="3148878" y="3072288"/>
                </a:cubicBezTo>
                <a:cubicBezTo>
                  <a:pt x="3150402" y="3074669"/>
                  <a:pt x="3158498" y="3079432"/>
                  <a:pt x="3159927" y="3077908"/>
                </a:cubicBezTo>
                <a:cubicBezTo>
                  <a:pt x="3161451" y="3076384"/>
                  <a:pt x="3167166" y="3081146"/>
                  <a:pt x="3167738" y="3076384"/>
                </a:cubicBezTo>
                <a:cubicBezTo>
                  <a:pt x="3168119" y="3073336"/>
                  <a:pt x="3170405" y="3073431"/>
                  <a:pt x="3171643" y="3073717"/>
                </a:cubicBezTo>
                <a:cubicBezTo>
                  <a:pt x="3172881" y="3074003"/>
                  <a:pt x="3173834" y="3075241"/>
                  <a:pt x="3174691" y="3073717"/>
                </a:cubicBezTo>
                <a:cubicBezTo>
                  <a:pt x="3175548" y="3072193"/>
                  <a:pt x="3176501" y="3072193"/>
                  <a:pt x="3177072" y="3072479"/>
                </a:cubicBezTo>
                <a:cubicBezTo>
                  <a:pt x="3177644" y="3072764"/>
                  <a:pt x="3180977" y="3074574"/>
                  <a:pt x="3181835" y="3071907"/>
                </a:cubicBezTo>
                <a:cubicBezTo>
                  <a:pt x="3182787" y="3069240"/>
                  <a:pt x="3186597" y="3071621"/>
                  <a:pt x="3187835" y="3069526"/>
                </a:cubicBezTo>
                <a:cubicBezTo>
                  <a:pt x="3189074" y="3067430"/>
                  <a:pt x="3191455" y="3070097"/>
                  <a:pt x="3192979" y="3071621"/>
                </a:cubicBezTo>
                <a:cubicBezTo>
                  <a:pt x="3194408" y="3073146"/>
                  <a:pt x="3195360" y="3077336"/>
                  <a:pt x="3193836" y="3079432"/>
                </a:cubicBezTo>
                <a:cubicBezTo>
                  <a:pt x="3192312" y="3081527"/>
                  <a:pt x="3192884" y="3084004"/>
                  <a:pt x="3194122" y="3084861"/>
                </a:cubicBezTo>
                <a:cubicBezTo>
                  <a:pt x="3195360" y="3085718"/>
                  <a:pt x="3196884" y="3091433"/>
                  <a:pt x="3195646" y="3093243"/>
                </a:cubicBezTo>
                <a:cubicBezTo>
                  <a:pt x="3194503" y="3094958"/>
                  <a:pt x="3194122" y="3099815"/>
                  <a:pt x="3195360" y="3100387"/>
                </a:cubicBezTo>
                <a:cubicBezTo>
                  <a:pt x="3196598" y="3100958"/>
                  <a:pt x="3197170" y="3105149"/>
                  <a:pt x="3192979" y="3101530"/>
                </a:cubicBezTo>
                <a:cubicBezTo>
                  <a:pt x="3190598" y="3099434"/>
                  <a:pt x="3190026" y="3100768"/>
                  <a:pt x="3190217" y="3102768"/>
                </a:cubicBezTo>
                <a:cubicBezTo>
                  <a:pt x="3190502" y="3105149"/>
                  <a:pt x="3191645" y="3108769"/>
                  <a:pt x="3189074" y="3109055"/>
                </a:cubicBezTo>
                <a:cubicBezTo>
                  <a:pt x="3186502" y="3109340"/>
                  <a:pt x="3186883" y="3112007"/>
                  <a:pt x="3187740" y="3114293"/>
                </a:cubicBezTo>
                <a:cubicBezTo>
                  <a:pt x="3188407" y="3116198"/>
                  <a:pt x="3189645" y="3117722"/>
                  <a:pt x="3188788" y="3118008"/>
                </a:cubicBezTo>
                <a:cubicBezTo>
                  <a:pt x="3186978" y="3118675"/>
                  <a:pt x="3189074" y="3119246"/>
                  <a:pt x="3188216" y="3125533"/>
                </a:cubicBezTo>
                <a:cubicBezTo>
                  <a:pt x="3187359" y="3131819"/>
                  <a:pt x="3186788" y="3125533"/>
                  <a:pt x="3185264" y="3123723"/>
                </a:cubicBezTo>
                <a:cubicBezTo>
                  <a:pt x="3183835" y="3121913"/>
                  <a:pt x="3181358" y="3118961"/>
                  <a:pt x="3184692" y="3119818"/>
                </a:cubicBezTo>
                <a:cubicBezTo>
                  <a:pt x="3187931" y="3120771"/>
                  <a:pt x="3184407" y="3112103"/>
                  <a:pt x="3181073" y="3112674"/>
                </a:cubicBezTo>
                <a:cubicBezTo>
                  <a:pt x="3177739" y="3113246"/>
                  <a:pt x="3181930" y="3116865"/>
                  <a:pt x="3181358" y="3118961"/>
                </a:cubicBezTo>
                <a:cubicBezTo>
                  <a:pt x="3180787" y="3121056"/>
                  <a:pt x="3179644" y="3122961"/>
                  <a:pt x="3177167" y="3117151"/>
                </a:cubicBezTo>
                <a:cubicBezTo>
                  <a:pt x="3175358" y="3112960"/>
                  <a:pt x="3174786" y="3118294"/>
                  <a:pt x="3176596" y="3123723"/>
                </a:cubicBezTo>
                <a:cubicBezTo>
                  <a:pt x="3177167" y="3125628"/>
                  <a:pt x="3178025" y="3130009"/>
                  <a:pt x="3177167" y="3131534"/>
                </a:cubicBezTo>
                <a:cubicBezTo>
                  <a:pt x="3176215" y="3133058"/>
                  <a:pt x="3173262" y="3135153"/>
                  <a:pt x="3171738" y="3133343"/>
                </a:cubicBezTo>
                <a:cubicBezTo>
                  <a:pt x="3170214" y="3131534"/>
                  <a:pt x="3175358" y="3129152"/>
                  <a:pt x="3171738" y="3127628"/>
                </a:cubicBezTo>
                <a:cubicBezTo>
                  <a:pt x="3168119" y="3126104"/>
                  <a:pt x="3169928" y="3127914"/>
                  <a:pt x="3169643" y="3131819"/>
                </a:cubicBezTo>
                <a:cubicBezTo>
                  <a:pt x="3169357" y="3135725"/>
                  <a:pt x="3163928" y="3134486"/>
                  <a:pt x="3163070" y="3132391"/>
                </a:cubicBezTo>
                <a:cubicBezTo>
                  <a:pt x="3162213" y="3130296"/>
                  <a:pt x="3161927" y="3131248"/>
                  <a:pt x="3160403" y="3131819"/>
                </a:cubicBezTo>
                <a:cubicBezTo>
                  <a:pt x="3158880" y="3132486"/>
                  <a:pt x="3155260" y="3132486"/>
                  <a:pt x="3152593" y="3130962"/>
                </a:cubicBezTo>
                <a:cubicBezTo>
                  <a:pt x="3149926" y="3129438"/>
                  <a:pt x="3150498" y="3128867"/>
                  <a:pt x="3153831" y="3128581"/>
                </a:cubicBezTo>
                <a:cubicBezTo>
                  <a:pt x="3157070" y="3128295"/>
                  <a:pt x="3158594" y="3125247"/>
                  <a:pt x="3154117" y="3126771"/>
                </a:cubicBezTo>
                <a:cubicBezTo>
                  <a:pt x="3151831" y="3127533"/>
                  <a:pt x="3147831" y="3125247"/>
                  <a:pt x="3146973" y="3122294"/>
                </a:cubicBezTo>
                <a:cubicBezTo>
                  <a:pt x="3146021" y="3119342"/>
                  <a:pt x="3146021" y="3119627"/>
                  <a:pt x="3143640" y="3119913"/>
                </a:cubicBezTo>
                <a:cubicBezTo>
                  <a:pt x="3141258" y="3120294"/>
                  <a:pt x="3139163" y="3114579"/>
                  <a:pt x="3139448" y="3112769"/>
                </a:cubicBezTo>
                <a:cubicBezTo>
                  <a:pt x="3139734" y="3111055"/>
                  <a:pt x="3139734" y="3110388"/>
                  <a:pt x="3138210" y="3107721"/>
                </a:cubicBezTo>
                <a:cubicBezTo>
                  <a:pt x="3136686" y="3104959"/>
                  <a:pt x="3138782" y="3102863"/>
                  <a:pt x="3140877" y="3106483"/>
                </a:cubicBezTo>
                <a:cubicBezTo>
                  <a:pt x="3142973" y="3110102"/>
                  <a:pt x="3143830" y="3107150"/>
                  <a:pt x="3143544" y="3105626"/>
                </a:cubicBezTo>
                <a:cubicBezTo>
                  <a:pt x="3143258" y="3104102"/>
                  <a:pt x="3143258" y="3102006"/>
                  <a:pt x="3140591" y="3102292"/>
                </a:cubicBezTo>
                <a:cubicBezTo>
                  <a:pt x="3137829" y="3102578"/>
                  <a:pt x="3136400" y="3100482"/>
                  <a:pt x="3136972" y="3099244"/>
                </a:cubicBezTo>
                <a:cubicBezTo>
                  <a:pt x="3137543" y="3098101"/>
                  <a:pt x="3137543" y="3096577"/>
                  <a:pt x="3135448" y="3094196"/>
                </a:cubicBezTo>
                <a:cubicBezTo>
                  <a:pt x="3133352" y="3091814"/>
                  <a:pt x="3131828" y="3090005"/>
                  <a:pt x="3132114" y="3088195"/>
                </a:cubicBezTo>
                <a:cubicBezTo>
                  <a:pt x="3132400" y="3086385"/>
                  <a:pt x="3130305" y="3082194"/>
                  <a:pt x="3126399" y="3078575"/>
                </a:cubicBezTo>
                <a:cubicBezTo>
                  <a:pt x="3122494" y="3074955"/>
                  <a:pt x="3123065" y="3071717"/>
                  <a:pt x="3124875" y="3072002"/>
                </a:cubicBezTo>
                <a:cubicBezTo>
                  <a:pt x="3126685" y="3072288"/>
                  <a:pt x="3126971" y="3071336"/>
                  <a:pt x="3124875" y="3066859"/>
                </a:cubicBezTo>
                <a:cubicBezTo>
                  <a:pt x="3122780" y="3062382"/>
                  <a:pt x="3127257" y="3062382"/>
                  <a:pt x="3128495" y="3064478"/>
                </a:cubicBezTo>
                <a:close/>
                <a:moveTo>
                  <a:pt x="3187931" y="3059049"/>
                </a:moveTo>
                <a:cubicBezTo>
                  <a:pt x="3189074" y="3057525"/>
                  <a:pt x="3193265" y="3057811"/>
                  <a:pt x="3194503" y="3059621"/>
                </a:cubicBezTo>
                <a:cubicBezTo>
                  <a:pt x="3196599" y="3062954"/>
                  <a:pt x="3195360" y="3061906"/>
                  <a:pt x="3190979" y="3062478"/>
                </a:cubicBezTo>
                <a:cubicBezTo>
                  <a:pt x="3184597" y="3063240"/>
                  <a:pt x="3186693" y="3060573"/>
                  <a:pt x="3187931" y="3059049"/>
                </a:cubicBezTo>
                <a:close/>
                <a:moveTo>
                  <a:pt x="3184883" y="3043142"/>
                </a:moveTo>
                <a:cubicBezTo>
                  <a:pt x="3186693" y="3041047"/>
                  <a:pt x="3188122" y="3042571"/>
                  <a:pt x="3189360" y="3044666"/>
                </a:cubicBezTo>
                <a:cubicBezTo>
                  <a:pt x="3190598" y="3046762"/>
                  <a:pt x="3191455" y="3049810"/>
                  <a:pt x="3192694" y="3052953"/>
                </a:cubicBezTo>
                <a:cubicBezTo>
                  <a:pt x="3193837" y="3056287"/>
                  <a:pt x="3191170" y="3055715"/>
                  <a:pt x="3186979" y="3054191"/>
                </a:cubicBezTo>
                <a:cubicBezTo>
                  <a:pt x="3182788" y="3052762"/>
                  <a:pt x="3183073" y="3045238"/>
                  <a:pt x="3184883" y="3043142"/>
                </a:cubicBezTo>
                <a:close/>
                <a:moveTo>
                  <a:pt x="3111660" y="3041641"/>
                </a:moveTo>
                <a:cubicBezTo>
                  <a:pt x="3112446" y="3042023"/>
                  <a:pt x="3113350" y="3042999"/>
                  <a:pt x="3114112" y="3043427"/>
                </a:cubicBezTo>
                <a:cubicBezTo>
                  <a:pt x="3115636" y="3044380"/>
                  <a:pt x="3117160" y="3051524"/>
                  <a:pt x="3114970" y="3055715"/>
                </a:cubicBezTo>
                <a:cubicBezTo>
                  <a:pt x="3112874" y="3059906"/>
                  <a:pt x="3111064" y="3056953"/>
                  <a:pt x="3110207" y="3053619"/>
                </a:cubicBezTo>
                <a:cubicBezTo>
                  <a:pt x="3109350" y="3050285"/>
                  <a:pt x="3109350" y="3047333"/>
                  <a:pt x="3109921" y="3043427"/>
                </a:cubicBezTo>
                <a:cubicBezTo>
                  <a:pt x="3110207" y="3041475"/>
                  <a:pt x="3110874" y="3041261"/>
                  <a:pt x="3111660" y="3041641"/>
                </a:cubicBezTo>
                <a:close/>
                <a:moveTo>
                  <a:pt x="5909343" y="3033163"/>
                </a:moveTo>
                <a:lnTo>
                  <a:pt x="5907323" y="3035095"/>
                </a:lnTo>
                <a:lnTo>
                  <a:pt x="5907985" y="3035045"/>
                </a:lnTo>
                <a:cubicBezTo>
                  <a:pt x="5907985" y="3035045"/>
                  <a:pt x="5908175" y="3034855"/>
                  <a:pt x="5908365" y="3034474"/>
                </a:cubicBezTo>
                <a:close/>
                <a:moveTo>
                  <a:pt x="6092865" y="2977419"/>
                </a:moveTo>
                <a:cubicBezTo>
                  <a:pt x="6092865" y="2977419"/>
                  <a:pt x="6095532" y="2976847"/>
                  <a:pt x="6094103" y="2982562"/>
                </a:cubicBezTo>
                <a:cubicBezTo>
                  <a:pt x="6092580" y="2988278"/>
                  <a:pt x="6091151" y="2992754"/>
                  <a:pt x="6090770" y="2990945"/>
                </a:cubicBezTo>
                <a:cubicBezTo>
                  <a:pt x="6090484" y="2989135"/>
                  <a:pt x="6092008" y="2981610"/>
                  <a:pt x="6092008" y="2981610"/>
                </a:cubicBezTo>
                <a:close/>
                <a:moveTo>
                  <a:pt x="2997693" y="2948702"/>
                </a:moveTo>
                <a:cubicBezTo>
                  <a:pt x="2998336" y="2949107"/>
                  <a:pt x="2998717" y="2950083"/>
                  <a:pt x="2998574" y="2950845"/>
                </a:cubicBezTo>
                <a:cubicBezTo>
                  <a:pt x="2998193" y="2952369"/>
                  <a:pt x="2997812" y="2956369"/>
                  <a:pt x="3001241" y="2952655"/>
                </a:cubicBezTo>
                <a:cubicBezTo>
                  <a:pt x="3004193" y="2949321"/>
                  <a:pt x="3008099" y="2957131"/>
                  <a:pt x="3002098" y="2957131"/>
                </a:cubicBezTo>
                <a:cubicBezTo>
                  <a:pt x="2998193" y="2957131"/>
                  <a:pt x="2996002" y="2959227"/>
                  <a:pt x="2994764" y="2960751"/>
                </a:cubicBezTo>
                <a:cubicBezTo>
                  <a:pt x="2993526" y="2962275"/>
                  <a:pt x="2993811" y="2964085"/>
                  <a:pt x="2991430" y="2962275"/>
                </a:cubicBezTo>
                <a:cubicBezTo>
                  <a:pt x="2989049" y="2960465"/>
                  <a:pt x="2988096" y="2963132"/>
                  <a:pt x="2983905" y="2964942"/>
                </a:cubicBezTo>
                <a:cubicBezTo>
                  <a:pt x="2979619" y="2966752"/>
                  <a:pt x="2973333" y="2962656"/>
                  <a:pt x="2972475" y="2958941"/>
                </a:cubicBezTo>
                <a:cubicBezTo>
                  <a:pt x="2971332" y="2953512"/>
                  <a:pt x="2976952" y="2958370"/>
                  <a:pt x="2982381" y="2952940"/>
                </a:cubicBezTo>
                <a:cubicBezTo>
                  <a:pt x="2985334" y="2949988"/>
                  <a:pt x="2993430" y="2952940"/>
                  <a:pt x="2995240" y="2949988"/>
                </a:cubicBezTo>
                <a:cubicBezTo>
                  <a:pt x="2996145" y="2948464"/>
                  <a:pt x="2997050" y="2948298"/>
                  <a:pt x="2997693" y="2948702"/>
                </a:cubicBezTo>
                <a:close/>
                <a:moveTo>
                  <a:pt x="3650941" y="2925413"/>
                </a:moveTo>
                <a:cubicBezTo>
                  <a:pt x="3652370" y="2925127"/>
                  <a:pt x="3656656" y="2927032"/>
                  <a:pt x="3651512" y="2929032"/>
                </a:cubicBezTo>
                <a:cubicBezTo>
                  <a:pt x="3646083" y="2931128"/>
                  <a:pt x="3654179" y="2930175"/>
                  <a:pt x="3653322" y="2935890"/>
                </a:cubicBezTo>
                <a:cubicBezTo>
                  <a:pt x="3652655" y="2939986"/>
                  <a:pt x="3655417" y="2941224"/>
                  <a:pt x="3656941" y="2938271"/>
                </a:cubicBezTo>
                <a:cubicBezTo>
                  <a:pt x="3658465" y="2935319"/>
                  <a:pt x="3660847" y="2936176"/>
                  <a:pt x="3660275" y="2938271"/>
                </a:cubicBezTo>
                <a:cubicBezTo>
                  <a:pt x="3659608" y="2940367"/>
                  <a:pt x="3662371" y="2942843"/>
                  <a:pt x="3664752" y="2943700"/>
                </a:cubicBezTo>
                <a:cubicBezTo>
                  <a:pt x="3667133" y="2944558"/>
                  <a:pt x="3670372" y="2945510"/>
                  <a:pt x="3667705" y="2948463"/>
                </a:cubicBezTo>
                <a:cubicBezTo>
                  <a:pt x="3664942" y="2951416"/>
                  <a:pt x="3668848" y="2953511"/>
                  <a:pt x="3670086" y="2950844"/>
                </a:cubicBezTo>
                <a:cubicBezTo>
                  <a:pt x="3671229" y="2948177"/>
                  <a:pt x="3672467" y="2947606"/>
                  <a:pt x="3675134" y="2950273"/>
                </a:cubicBezTo>
                <a:cubicBezTo>
                  <a:pt x="3677801" y="2952940"/>
                  <a:pt x="3675991" y="2957988"/>
                  <a:pt x="3673896" y="2957131"/>
                </a:cubicBezTo>
                <a:cubicBezTo>
                  <a:pt x="3671800" y="2956273"/>
                  <a:pt x="3671229" y="2958083"/>
                  <a:pt x="3672086" y="2960179"/>
                </a:cubicBezTo>
                <a:cubicBezTo>
                  <a:pt x="3673039" y="2962274"/>
                  <a:pt x="3675134" y="2965894"/>
                  <a:pt x="3677515" y="2968275"/>
                </a:cubicBezTo>
                <a:cubicBezTo>
                  <a:pt x="3679897" y="2970656"/>
                  <a:pt x="3681135" y="2973609"/>
                  <a:pt x="3679325" y="2975133"/>
                </a:cubicBezTo>
                <a:cubicBezTo>
                  <a:pt x="3677515" y="2976657"/>
                  <a:pt x="3677230" y="2978467"/>
                  <a:pt x="3676944" y="2981134"/>
                </a:cubicBezTo>
                <a:cubicBezTo>
                  <a:pt x="3676658" y="2983801"/>
                  <a:pt x="3681421" y="2987134"/>
                  <a:pt x="3683230" y="2987706"/>
                </a:cubicBezTo>
                <a:cubicBezTo>
                  <a:pt x="3685040" y="2988373"/>
                  <a:pt x="3686564" y="2987706"/>
                  <a:pt x="3686564" y="2991040"/>
                </a:cubicBezTo>
                <a:cubicBezTo>
                  <a:pt x="3686564" y="2994373"/>
                  <a:pt x="3688374" y="2992278"/>
                  <a:pt x="3688374" y="2990468"/>
                </a:cubicBezTo>
                <a:cubicBezTo>
                  <a:pt x="3688374" y="2988754"/>
                  <a:pt x="3688374" y="2987230"/>
                  <a:pt x="3690470" y="2985420"/>
                </a:cubicBezTo>
                <a:cubicBezTo>
                  <a:pt x="3692565" y="2983610"/>
                  <a:pt x="3690184" y="2982372"/>
                  <a:pt x="3691708" y="2977609"/>
                </a:cubicBezTo>
                <a:cubicBezTo>
                  <a:pt x="3693232" y="2972847"/>
                  <a:pt x="3693803" y="2978181"/>
                  <a:pt x="3695899" y="2979419"/>
                </a:cubicBezTo>
                <a:cubicBezTo>
                  <a:pt x="3697994" y="2980657"/>
                  <a:pt x="3698661" y="2982467"/>
                  <a:pt x="3695327" y="2983039"/>
                </a:cubicBezTo>
                <a:cubicBezTo>
                  <a:pt x="3691993" y="2983610"/>
                  <a:pt x="3694470" y="2985420"/>
                  <a:pt x="3697137" y="2985134"/>
                </a:cubicBezTo>
                <a:cubicBezTo>
                  <a:pt x="3699899" y="2984848"/>
                  <a:pt x="3698375" y="2989706"/>
                  <a:pt x="3698661" y="2992373"/>
                </a:cubicBezTo>
                <a:cubicBezTo>
                  <a:pt x="3698947" y="2995040"/>
                  <a:pt x="3699232" y="3001041"/>
                  <a:pt x="3697137" y="3001613"/>
                </a:cubicBezTo>
                <a:cubicBezTo>
                  <a:pt x="3695041" y="3002279"/>
                  <a:pt x="3693327" y="3003422"/>
                  <a:pt x="3696280" y="3004946"/>
                </a:cubicBezTo>
                <a:cubicBezTo>
                  <a:pt x="3699232" y="3006470"/>
                  <a:pt x="3702852" y="3004946"/>
                  <a:pt x="3704376" y="3007042"/>
                </a:cubicBezTo>
                <a:cubicBezTo>
                  <a:pt x="3705900" y="3009232"/>
                  <a:pt x="3713425" y="3010090"/>
                  <a:pt x="3714282" y="3012185"/>
                </a:cubicBezTo>
                <a:cubicBezTo>
                  <a:pt x="3715234" y="3014281"/>
                  <a:pt x="3717330" y="3014566"/>
                  <a:pt x="3717616" y="3012757"/>
                </a:cubicBezTo>
                <a:cubicBezTo>
                  <a:pt x="3717997" y="3010947"/>
                  <a:pt x="3719711" y="3010661"/>
                  <a:pt x="3720949" y="3011233"/>
                </a:cubicBezTo>
                <a:cubicBezTo>
                  <a:pt x="3722092" y="3011899"/>
                  <a:pt x="3726283" y="3010090"/>
                  <a:pt x="3727522" y="3008852"/>
                </a:cubicBezTo>
                <a:cubicBezTo>
                  <a:pt x="3728665" y="3007613"/>
                  <a:pt x="3734094" y="3007613"/>
                  <a:pt x="3734665" y="3000470"/>
                </a:cubicBezTo>
                <a:cubicBezTo>
                  <a:pt x="3735047" y="2995231"/>
                  <a:pt x="3738190" y="3000470"/>
                  <a:pt x="3743619" y="3002279"/>
                </a:cubicBezTo>
                <a:cubicBezTo>
                  <a:pt x="3749048" y="3004089"/>
                  <a:pt x="3746286" y="3010090"/>
                  <a:pt x="3743619" y="3010947"/>
                </a:cubicBezTo>
                <a:cubicBezTo>
                  <a:pt x="3740857" y="3011804"/>
                  <a:pt x="3739428" y="3013042"/>
                  <a:pt x="3739999" y="3017519"/>
                </a:cubicBezTo>
                <a:cubicBezTo>
                  <a:pt x="3740571" y="3021996"/>
                  <a:pt x="3734856" y="3027425"/>
                  <a:pt x="3730665" y="3027139"/>
                </a:cubicBezTo>
                <a:cubicBezTo>
                  <a:pt x="3726474" y="3026854"/>
                  <a:pt x="3726474" y="3027997"/>
                  <a:pt x="3727331" y="3029521"/>
                </a:cubicBezTo>
                <a:cubicBezTo>
                  <a:pt x="3728284" y="3031045"/>
                  <a:pt x="3729808" y="3033712"/>
                  <a:pt x="3728570" y="3035522"/>
                </a:cubicBezTo>
                <a:cubicBezTo>
                  <a:pt x="3727331" y="3037331"/>
                  <a:pt x="3725236" y="3037998"/>
                  <a:pt x="3727331" y="3038855"/>
                </a:cubicBezTo>
                <a:cubicBezTo>
                  <a:pt x="3729427" y="3039713"/>
                  <a:pt x="3730570" y="3041808"/>
                  <a:pt x="3725807" y="3045713"/>
                </a:cubicBezTo>
                <a:cubicBezTo>
                  <a:pt x="3721045" y="3049619"/>
                  <a:pt x="3724950" y="3043904"/>
                  <a:pt x="3721330" y="3041522"/>
                </a:cubicBezTo>
                <a:cubicBezTo>
                  <a:pt x="3717711" y="3039141"/>
                  <a:pt x="3716473" y="3041237"/>
                  <a:pt x="3711710" y="3045713"/>
                </a:cubicBezTo>
                <a:cubicBezTo>
                  <a:pt x="3706948" y="3050190"/>
                  <a:pt x="3709043" y="3051714"/>
                  <a:pt x="3711139" y="3051428"/>
                </a:cubicBezTo>
                <a:cubicBezTo>
                  <a:pt x="3713234" y="3051142"/>
                  <a:pt x="3713806" y="3054095"/>
                  <a:pt x="3712377" y="3055333"/>
                </a:cubicBezTo>
                <a:cubicBezTo>
                  <a:pt x="3710948" y="3056572"/>
                  <a:pt x="3710281" y="3058667"/>
                  <a:pt x="3709424" y="3060763"/>
                </a:cubicBezTo>
                <a:cubicBezTo>
                  <a:pt x="3708567" y="3062858"/>
                  <a:pt x="3705519" y="3067906"/>
                  <a:pt x="3702566" y="3071240"/>
                </a:cubicBezTo>
                <a:cubicBezTo>
                  <a:pt x="3700375" y="3073622"/>
                  <a:pt x="3695899" y="3077527"/>
                  <a:pt x="3693232" y="3081432"/>
                </a:cubicBezTo>
                <a:cubicBezTo>
                  <a:pt x="3690565" y="3085337"/>
                  <a:pt x="3686088" y="3088290"/>
                  <a:pt x="3680373" y="3094291"/>
                </a:cubicBezTo>
                <a:cubicBezTo>
                  <a:pt x="3674753" y="3100291"/>
                  <a:pt x="3672277" y="3097624"/>
                  <a:pt x="3673515" y="3095815"/>
                </a:cubicBezTo>
                <a:cubicBezTo>
                  <a:pt x="3674658" y="3094100"/>
                  <a:pt x="3673134" y="3092576"/>
                  <a:pt x="3670181" y="3092862"/>
                </a:cubicBezTo>
                <a:cubicBezTo>
                  <a:pt x="3667133" y="3093243"/>
                  <a:pt x="3662656" y="3093243"/>
                  <a:pt x="3662656" y="3088099"/>
                </a:cubicBezTo>
                <a:cubicBezTo>
                  <a:pt x="3662656" y="3083051"/>
                  <a:pt x="3665323" y="3084861"/>
                  <a:pt x="3671324" y="3079717"/>
                </a:cubicBezTo>
                <a:cubicBezTo>
                  <a:pt x="3677325" y="3074574"/>
                  <a:pt x="3675611" y="3062573"/>
                  <a:pt x="3674372" y="3057810"/>
                </a:cubicBezTo>
                <a:cubicBezTo>
                  <a:pt x="3673134" y="3052952"/>
                  <a:pt x="3668657" y="3056000"/>
                  <a:pt x="3663228" y="3052381"/>
                </a:cubicBezTo>
                <a:cubicBezTo>
                  <a:pt x="3660561" y="3050571"/>
                  <a:pt x="3663895" y="3048475"/>
                  <a:pt x="3656370" y="3049714"/>
                </a:cubicBezTo>
                <a:cubicBezTo>
                  <a:pt x="3648940" y="3050857"/>
                  <a:pt x="3651322" y="3044856"/>
                  <a:pt x="3651893" y="3041903"/>
                </a:cubicBezTo>
                <a:cubicBezTo>
                  <a:pt x="3652560" y="3038855"/>
                  <a:pt x="3654274" y="3036188"/>
                  <a:pt x="3657608" y="3034379"/>
                </a:cubicBezTo>
                <a:cubicBezTo>
                  <a:pt x="3660847" y="3032569"/>
                  <a:pt x="3664752" y="3027521"/>
                  <a:pt x="3666562" y="3024187"/>
                </a:cubicBezTo>
                <a:cubicBezTo>
                  <a:pt x="3668371" y="3020853"/>
                  <a:pt x="3669229" y="3017614"/>
                  <a:pt x="3671324" y="3017900"/>
                </a:cubicBezTo>
                <a:cubicBezTo>
                  <a:pt x="3673420" y="3018186"/>
                  <a:pt x="3674848" y="3014566"/>
                  <a:pt x="3672181" y="3013709"/>
                </a:cubicBezTo>
                <a:cubicBezTo>
                  <a:pt x="3669514" y="3012852"/>
                  <a:pt x="3670086" y="3008661"/>
                  <a:pt x="3671896" y="3007137"/>
                </a:cubicBezTo>
                <a:cubicBezTo>
                  <a:pt x="3673705" y="3005613"/>
                  <a:pt x="3673991" y="2999612"/>
                  <a:pt x="3672181" y="2998755"/>
                </a:cubicBezTo>
                <a:cubicBezTo>
                  <a:pt x="3670372" y="2997898"/>
                  <a:pt x="3669800" y="2997326"/>
                  <a:pt x="3667990" y="2993707"/>
                </a:cubicBezTo>
                <a:cubicBezTo>
                  <a:pt x="3666181" y="2990087"/>
                  <a:pt x="3669133" y="2989230"/>
                  <a:pt x="3670372" y="2992183"/>
                </a:cubicBezTo>
                <a:cubicBezTo>
                  <a:pt x="3671610" y="2995231"/>
                  <a:pt x="3673420" y="2993040"/>
                  <a:pt x="3673991" y="2990087"/>
                </a:cubicBezTo>
                <a:cubicBezTo>
                  <a:pt x="3674563" y="2987134"/>
                  <a:pt x="3669800" y="2986563"/>
                  <a:pt x="3668276" y="2982944"/>
                </a:cubicBezTo>
                <a:cubicBezTo>
                  <a:pt x="3666847" y="2979419"/>
                  <a:pt x="3664657" y="2976371"/>
                  <a:pt x="3667990" y="2977895"/>
                </a:cubicBezTo>
                <a:cubicBezTo>
                  <a:pt x="3671324" y="2979419"/>
                  <a:pt x="3669800" y="2976371"/>
                  <a:pt x="3671896" y="2974847"/>
                </a:cubicBezTo>
                <a:cubicBezTo>
                  <a:pt x="3673991" y="2973419"/>
                  <a:pt x="3672467" y="2970085"/>
                  <a:pt x="3667419" y="2974276"/>
                </a:cubicBezTo>
                <a:cubicBezTo>
                  <a:pt x="3662275" y="2978467"/>
                  <a:pt x="3657513" y="2960179"/>
                  <a:pt x="3655989" y="2956559"/>
                </a:cubicBezTo>
                <a:cubicBezTo>
                  <a:pt x="3654465" y="2952940"/>
                  <a:pt x="3658942" y="2949034"/>
                  <a:pt x="3654751" y="2950844"/>
                </a:cubicBezTo>
                <a:cubicBezTo>
                  <a:pt x="3650560" y="2952654"/>
                  <a:pt x="3649988" y="2937128"/>
                  <a:pt x="3646655" y="2933795"/>
                </a:cubicBezTo>
                <a:cubicBezTo>
                  <a:pt x="3643321" y="2930556"/>
                  <a:pt x="3645988" y="2927508"/>
                  <a:pt x="3647512" y="2926937"/>
                </a:cubicBezTo>
                <a:cubicBezTo>
                  <a:pt x="3649036" y="2926270"/>
                  <a:pt x="3649321" y="2925984"/>
                  <a:pt x="3650941" y="2925413"/>
                </a:cubicBezTo>
                <a:close/>
                <a:moveTo>
                  <a:pt x="6188877" y="2879788"/>
                </a:moveTo>
                <a:cubicBezTo>
                  <a:pt x="6191258" y="2878549"/>
                  <a:pt x="6191544" y="2879121"/>
                  <a:pt x="6191544" y="2880645"/>
                </a:cubicBezTo>
                <a:cubicBezTo>
                  <a:pt x="6191544" y="2882074"/>
                  <a:pt x="6191830" y="2883026"/>
                  <a:pt x="6188210" y="2883598"/>
                </a:cubicBezTo>
                <a:cubicBezTo>
                  <a:pt x="6184591" y="2884265"/>
                  <a:pt x="6186400" y="2880931"/>
                  <a:pt x="6186400" y="2880931"/>
                </a:cubicBezTo>
                <a:cubicBezTo>
                  <a:pt x="6186400" y="2880931"/>
                  <a:pt x="6186400" y="2880931"/>
                  <a:pt x="6188877" y="2879788"/>
                </a:cubicBezTo>
                <a:close/>
                <a:moveTo>
                  <a:pt x="3288610" y="2761773"/>
                </a:moveTo>
                <a:cubicBezTo>
                  <a:pt x="3288325" y="2758249"/>
                  <a:pt x="3292135" y="2759678"/>
                  <a:pt x="3291277" y="2763011"/>
                </a:cubicBezTo>
                <a:cubicBezTo>
                  <a:pt x="3290325" y="2766250"/>
                  <a:pt x="3291277" y="2763011"/>
                  <a:pt x="3290420" y="2765678"/>
                </a:cubicBezTo>
                <a:cubicBezTo>
                  <a:pt x="3289468" y="2768346"/>
                  <a:pt x="3288896" y="2765393"/>
                  <a:pt x="3288610" y="2761773"/>
                </a:cubicBezTo>
                <a:close/>
                <a:moveTo>
                  <a:pt x="1005922" y="2759573"/>
                </a:moveTo>
                <a:lnTo>
                  <a:pt x="1005958" y="2759864"/>
                </a:lnTo>
                <a:lnTo>
                  <a:pt x="1017945" y="2761773"/>
                </a:lnTo>
                <a:lnTo>
                  <a:pt x="1022984" y="2766717"/>
                </a:lnTo>
                <a:lnTo>
                  <a:pt x="1021838" y="2759801"/>
                </a:lnTo>
                <a:lnTo>
                  <a:pt x="1021755" y="2762535"/>
                </a:lnTo>
                <a:lnTo>
                  <a:pt x="1020994" y="2763202"/>
                </a:lnTo>
                <a:cubicBezTo>
                  <a:pt x="1019947" y="2762440"/>
                  <a:pt x="1018993" y="2761868"/>
                  <a:pt x="1017946" y="2761487"/>
                </a:cubicBezTo>
                <a:close/>
                <a:moveTo>
                  <a:pt x="3287943" y="2752248"/>
                </a:moveTo>
                <a:cubicBezTo>
                  <a:pt x="3288515" y="2749486"/>
                  <a:pt x="3291468" y="2750724"/>
                  <a:pt x="3290610" y="2753106"/>
                </a:cubicBezTo>
                <a:cubicBezTo>
                  <a:pt x="3289753" y="2755487"/>
                  <a:pt x="3290610" y="2753106"/>
                  <a:pt x="3288801" y="2755582"/>
                </a:cubicBezTo>
                <a:cubicBezTo>
                  <a:pt x="3287086" y="2757963"/>
                  <a:pt x="3287372" y="2754915"/>
                  <a:pt x="3287943" y="2752248"/>
                </a:cubicBezTo>
                <a:close/>
                <a:moveTo>
                  <a:pt x="2508607" y="2730626"/>
                </a:moveTo>
                <a:cubicBezTo>
                  <a:pt x="2509179" y="2727292"/>
                  <a:pt x="2511560" y="2727578"/>
                  <a:pt x="2511560" y="2731483"/>
                </a:cubicBezTo>
                <a:cubicBezTo>
                  <a:pt x="2511560" y="2735388"/>
                  <a:pt x="2511560" y="2735388"/>
                  <a:pt x="2513751" y="2737865"/>
                </a:cubicBezTo>
                <a:cubicBezTo>
                  <a:pt x="2515846" y="2740246"/>
                  <a:pt x="2514608" y="2741770"/>
                  <a:pt x="2512227" y="2740246"/>
                </a:cubicBezTo>
                <a:cubicBezTo>
                  <a:pt x="2509846" y="2738722"/>
                  <a:pt x="2508036" y="2733960"/>
                  <a:pt x="2508607" y="2730626"/>
                </a:cubicBezTo>
                <a:close/>
                <a:moveTo>
                  <a:pt x="3284324" y="2698241"/>
                </a:moveTo>
                <a:cubicBezTo>
                  <a:pt x="3283752" y="2694907"/>
                  <a:pt x="3287372" y="2695193"/>
                  <a:pt x="3287658" y="2698527"/>
                </a:cubicBezTo>
                <a:cubicBezTo>
                  <a:pt x="3287943" y="2701861"/>
                  <a:pt x="3287943" y="2700051"/>
                  <a:pt x="3288515" y="2701480"/>
                </a:cubicBezTo>
                <a:cubicBezTo>
                  <a:pt x="3289182" y="2703004"/>
                  <a:pt x="3289467" y="2705956"/>
                  <a:pt x="3287658" y="2707195"/>
                </a:cubicBezTo>
                <a:cubicBezTo>
                  <a:pt x="3285848" y="2708433"/>
                  <a:pt x="3284419" y="2708719"/>
                  <a:pt x="3283181" y="2715577"/>
                </a:cubicBezTo>
                <a:cubicBezTo>
                  <a:pt x="3281943" y="2722435"/>
                  <a:pt x="3280133" y="2716815"/>
                  <a:pt x="3279276" y="2713195"/>
                </a:cubicBezTo>
                <a:cubicBezTo>
                  <a:pt x="3278323" y="2709576"/>
                  <a:pt x="3279847" y="2706242"/>
                  <a:pt x="3281371" y="2705385"/>
                </a:cubicBezTo>
                <a:cubicBezTo>
                  <a:pt x="3282800" y="2704528"/>
                  <a:pt x="3284895" y="2701575"/>
                  <a:pt x="3284324" y="2698241"/>
                </a:cubicBezTo>
                <a:close/>
                <a:moveTo>
                  <a:pt x="1428949" y="2685192"/>
                </a:moveTo>
                <a:cubicBezTo>
                  <a:pt x="1428949" y="2685192"/>
                  <a:pt x="1436759" y="2687288"/>
                  <a:pt x="1438569" y="2690907"/>
                </a:cubicBezTo>
                <a:cubicBezTo>
                  <a:pt x="1440379" y="2694527"/>
                  <a:pt x="1437045" y="2696622"/>
                  <a:pt x="1434950" y="2696908"/>
                </a:cubicBezTo>
                <a:cubicBezTo>
                  <a:pt x="1432854" y="2697194"/>
                  <a:pt x="1430759" y="2696908"/>
                  <a:pt x="1429235" y="2695098"/>
                </a:cubicBezTo>
                <a:cubicBezTo>
                  <a:pt x="1427711" y="2693288"/>
                  <a:pt x="1424758" y="2693860"/>
                  <a:pt x="1425329" y="2689669"/>
                </a:cubicBezTo>
                <a:cubicBezTo>
                  <a:pt x="1425996" y="2685478"/>
                  <a:pt x="1428949" y="2685192"/>
                  <a:pt x="1428949" y="2685192"/>
                </a:cubicBezTo>
                <a:close/>
                <a:moveTo>
                  <a:pt x="1466668" y="2658617"/>
                </a:moveTo>
                <a:cubicBezTo>
                  <a:pt x="1468478" y="2657379"/>
                  <a:pt x="1468764" y="2656807"/>
                  <a:pt x="1469621" y="2660713"/>
                </a:cubicBezTo>
                <a:cubicBezTo>
                  <a:pt x="1470478" y="2664618"/>
                  <a:pt x="1471431" y="2668523"/>
                  <a:pt x="1469049" y="2670619"/>
                </a:cubicBezTo>
                <a:cubicBezTo>
                  <a:pt x="1466668" y="2672714"/>
                  <a:pt x="1465430" y="2672428"/>
                  <a:pt x="1463620" y="2671857"/>
                </a:cubicBezTo>
                <a:cubicBezTo>
                  <a:pt x="1461906" y="2671095"/>
                  <a:pt x="1464858" y="2661284"/>
                  <a:pt x="1464858" y="2661284"/>
                </a:cubicBezTo>
                <a:cubicBezTo>
                  <a:pt x="1464858" y="2661284"/>
                  <a:pt x="1464858" y="2659760"/>
                  <a:pt x="1466668" y="2658617"/>
                </a:cubicBezTo>
                <a:close/>
                <a:moveTo>
                  <a:pt x="1012801" y="2644218"/>
                </a:moveTo>
                <a:lnTo>
                  <a:pt x="1012802" y="2644223"/>
                </a:lnTo>
                <a:lnTo>
                  <a:pt x="1012939" y="2644428"/>
                </a:lnTo>
                <a:close/>
                <a:moveTo>
                  <a:pt x="325657" y="2638437"/>
                </a:moveTo>
                <a:cubicBezTo>
                  <a:pt x="326740" y="2639044"/>
                  <a:pt x="327049" y="2640330"/>
                  <a:pt x="325287" y="2642139"/>
                </a:cubicBezTo>
                <a:cubicBezTo>
                  <a:pt x="321763" y="2645664"/>
                  <a:pt x="320620" y="2647664"/>
                  <a:pt x="320144" y="2645664"/>
                </a:cubicBezTo>
                <a:cubicBezTo>
                  <a:pt x="319763" y="2643663"/>
                  <a:pt x="318620" y="2640615"/>
                  <a:pt x="321383" y="2638806"/>
                </a:cubicBezTo>
                <a:cubicBezTo>
                  <a:pt x="322716" y="2637901"/>
                  <a:pt x="324574" y="2637830"/>
                  <a:pt x="325657" y="2638437"/>
                </a:cubicBezTo>
                <a:close/>
                <a:moveTo>
                  <a:pt x="3576551" y="2620613"/>
                </a:moveTo>
                <a:cubicBezTo>
                  <a:pt x="3579789" y="2619184"/>
                  <a:pt x="3580456" y="2621279"/>
                  <a:pt x="3578932" y="2622137"/>
                </a:cubicBezTo>
                <a:cubicBezTo>
                  <a:pt x="3577408" y="2623089"/>
                  <a:pt x="3575885" y="2624518"/>
                  <a:pt x="3578266" y="2624232"/>
                </a:cubicBezTo>
                <a:cubicBezTo>
                  <a:pt x="3580647" y="2623946"/>
                  <a:pt x="3580361" y="2625089"/>
                  <a:pt x="3579123" y="2626613"/>
                </a:cubicBezTo>
                <a:cubicBezTo>
                  <a:pt x="3577980" y="2628042"/>
                  <a:pt x="3575885" y="2627756"/>
                  <a:pt x="3574075" y="2627185"/>
                </a:cubicBezTo>
                <a:cubicBezTo>
                  <a:pt x="3572360" y="2626613"/>
                  <a:pt x="3571122" y="2626613"/>
                  <a:pt x="3571122" y="2624518"/>
                </a:cubicBezTo>
                <a:cubicBezTo>
                  <a:pt x="3571122" y="2622422"/>
                  <a:pt x="3573218" y="2622137"/>
                  <a:pt x="3576551" y="2620613"/>
                </a:cubicBezTo>
                <a:close/>
                <a:moveTo>
                  <a:pt x="2541755" y="2612612"/>
                </a:moveTo>
                <a:cubicBezTo>
                  <a:pt x="2542326" y="2609374"/>
                  <a:pt x="2544422" y="2609564"/>
                  <a:pt x="2543850" y="2612898"/>
                </a:cubicBezTo>
                <a:cubicBezTo>
                  <a:pt x="2543279" y="2616136"/>
                  <a:pt x="2540326" y="2618899"/>
                  <a:pt x="2539659" y="2616803"/>
                </a:cubicBezTo>
                <a:cubicBezTo>
                  <a:pt x="2539088" y="2614707"/>
                  <a:pt x="2541469" y="2614422"/>
                  <a:pt x="2541755" y="2612612"/>
                </a:cubicBezTo>
                <a:close/>
                <a:moveTo>
                  <a:pt x="3562764" y="2606909"/>
                </a:moveTo>
                <a:cubicBezTo>
                  <a:pt x="3563550" y="2607326"/>
                  <a:pt x="3563931" y="2608516"/>
                  <a:pt x="3563026" y="2609849"/>
                </a:cubicBezTo>
                <a:cubicBezTo>
                  <a:pt x="3561216" y="2612516"/>
                  <a:pt x="3562454" y="2613469"/>
                  <a:pt x="3564550" y="2614231"/>
                </a:cubicBezTo>
                <a:cubicBezTo>
                  <a:pt x="3566645" y="2615183"/>
                  <a:pt x="3566931" y="2617565"/>
                  <a:pt x="3565121" y="2617565"/>
                </a:cubicBezTo>
                <a:cubicBezTo>
                  <a:pt x="3563311" y="2617565"/>
                  <a:pt x="3562454" y="2614326"/>
                  <a:pt x="3560359" y="2614898"/>
                </a:cubicBezTo>
                <a:cubicBezTo>
                  <a:pt x="3557406" y="2615755"/>
                  <a:pt x="3558549" y="2612231"/>
                  <a:pt x="3560073" y="2608611"/>
                </a:cubicBezTo>
                <a:cubicBezTo>
                  <a:pt x="3560788" y="2606849"/>
                  <a:pt x="3561978" y="2606492"/>
                  <a:pt x="3562764" y="2606909"/>
                </a:cubicBezTo>
                <a:close/>
                <a:moveTo>
                  <a:pt x="3552262" y="2601467"/>
                </a:moveTo>
                <a:cubicBezTo>
                  <a:pt x="3552357" y="2597847"/>
                  <a:pt x="3554643" y="2597847"/>
                  <a:pt x="3555215" y="2601753"/>
                </a:cubicBezTo>
                <a:cubicBezTo>
                  <a:pt x="3555596" y="2604134"/>
                  <a:pt x="3551976" y="2607753"/>
                  <a:pt x="3552262" y="2601467"/>
                </a:cubicBezTo>
                <a:close/>
                <a:moveTo>
                  <a:pt x="3505494" y="2593657"/>
                </a:moveTo>
                <a:cubicBezTo>
                  <a:pt x="3506447" y="2596705"/>
                  <a:pt x="3506447" y="2595467"/>
                  <a:pt x="3508447" y="2596134"/>
                </a:cubicBezTo>
                <a:cubicBezTo>
                  <a:pt x="3510542" y="2597086"/>
                  <a:pt x="3512066" y="2597943"/>
                  <a:pt x="3512066" y="2599467"/>
                </a:cubicBezTo>
                <a:cubicBezTo>
                  <a:pt x="3512066" y="2600991"/>
                  <a:pt x="3514162" y="2602420"/>
                  <a:pt x="3515400" y="2603944"/>
                </a:cubicBezTo>
                <a:cubicBezTo>
                  <a:pt x="3516638" y="2605468"/>
                  <a:pt x="3524449" y="2611469"/>
                  <a:pt x="3524734" y="2614422"/>
                </a:cubicBezTo>
                <a:cubicBezTo>
                  <a:pt x="3525020" y="2617469"/>
                  <a:pt x="3529211" y="2618708"/>
                  <a:pt x="3531307" y="2619565"/>
                </a:cubicBezTo>
                <a:cubicBezTo>
                  <a:pt x="3533402" y="2620518"/>
                  <a:pt x="3536069" y="2624994"/>
                  <a:pt x="3537593" y="2622613"/>
                </a:cubicBezTo>
                <a:cubicBezTo>
                  <a:pt x="3539022" y="2620232"/>
                  <a:pt x="3547118" y="2630424"/>
                  <a:pt x="3548357" y="2633376"/>
                </a:cubicBezTo>
                <a:cubicBezTo>
                  <a:pt x="3549499" y="2636329"/>
                  <a:pt x="3550166" y="2639949"/>
                  <a:pt x="3552833" y="2641473"/>
                </a:cubicBezTo>
                <a:cubicBezTo>
                  <a:pt x="3555500" y="2642997"/>
                  <a:pt x="3556167" y="2645949"/>
                  <a:pt x="3554643" y="2647188"/>
                </a:cubicBezTo>
                <a:cubicBezTo>
                  <a:pt x="3553119" y="2648426"/>
                  <a:pt x="3549499" y="2648140"/>
                  <a:pt x="3548928" y="2646616"/>
                </a:cubicBezTo>
                <a:cubicBezTo>
                  <a:pt x="3548261" y="2645092"/>
                  <a:pt x="3545594" y="2644521"/>
                  <a:pt x="3543499" y="2644521"/>
                </a:cubicBezTo>
                <a:cubicBezTo>
                  <a:pt x="3541403" y="2644521"/>
                  <a:pt x="3538450" y="2642520"/>
                  <a:pt x="3539308" y="2640044"/>
                </a:cubicBezTo>
                <a:cubicBezTo>
                  <a:pt x="3540832" y="2635853"/>
                  <a:pt x="3536926" y="2637948"/>
                  <a:pt x="3535117" y="2635853"/>
                </a:cubicBezTo>
                <a:cubicBezTo>
                  <a:pt x="3533688" y="2634234"/>
                  <a:pt x="3533021" y="2632614"/>
                  <a:pt x="3530926" y="2632900"/>
                </a:cubicBezTo>
                <a:cubicBezTo>
                  <a:pt x="3528830" y="2633186"/>
                  <a:pt x="3527973" y="2633186"/>
                  <a:pt x="3526735" y="2632614"/>
                </a:cubicBezTo>
                <a:cubicBezTo>
                  <a:pt x="3525592" y="2632043"/>
                  <a:pt x="3525592" y="2628423"/>
                  <a:pt x="3523782" y="2628709"/>
                </a:cubicBezTo>
                <a:cubicBezTo>
                  <a:pt x="3522067" y="2628995"/>
                  <a:pt x="3518448" y="2623947"/>
                  <a:pt x="3516924" y="2624232"/>
                </a:cubicBezTo>
                <a:cubicBezTo>
                  <a:pt x="3515400" y="2624518"/>
                  <a:pt x="3513971" y="2622137"/>
                  <a:pt x="3512733" y="2620327"/>
                </a:cubicBezTo>
                <a:cubicBezTo>
                  <a:pt x="3511495" y="2618613"/>
                  <a:pt x="3512733" y="2614707"/>
                  <a:pt x="3510923" y="2613183"/>
                </a:cubicBezTo>
                <a:cubicBezTo>
                  <a:pt x="3509114" y="2611659"/>
                  <a:pt x="3508828" y="2606897"/>
                  <a:pt x="3505494" y="2605087"/>
                </a:cubicBezTo>
                <a:cubicBezTo>
                  <a:pt x="3502160" y="2603277"/>
                  <a:pt x="3503303" y="2599086"/>
                  <a:pt x="3502732" y="2594895"/>
                </a:cubicBezTo>
                <a:cubicBezTo>
                  <a:pt x="3502160" y="2590704"/>
                  <a:pt x="3504637" y="2590704"/>
                  <a:pt x="3505494" y="2593657"/>
                </a:cubicBezTo>
                <a:close/>
                <a:moveTo>
                  <a:pt x="1301599" y="2586894"/>
                </a:moveTo>
                <a:cubicBezTo>
                  <a:pt x="1301599" y="2586894"/>
                  <a:pt x="1306552" y="2588037"/>
                  <a:pt x="1301599" y="2592895"/>
                </a:cubicBezTo>
                <a:cubicBezTo>
                  <a:pt x="1298837" y="2595657"/>
                  <a:pt x="1301123" y="2588418"/>
                  <a:pt x="1301599" y="2586894"/>
                </a:cubicBezTo>
                <a:close/>
                <a:moveTo>
                  <a:pt x="951728" y="2586644"/>
                </a:moveTo>
                <a:lnTo>
                  <a:pt x="951747" y="2586703"/>
                </a:lnTo>
                <a:cubicBezTo>
                  <a:pt x="951747" y="2586703"/>
                  <a:pt x="956509" y="2590895"/>
                  <a:pt x="962224" y="2591466"/>
                </a:cubicBezTo>
                <a:cubicBezTo>
                  <a:pt x="967939" y="2592037"/>
                  <a:pt x="974226" y="2597467"/>
                  <a:pt x="980227" y="2598038"/>
                </a:cubicBezTo>
                <a:cubicBezTo>
                  <a:pt x="986227" y="2598610"/>
                  <a:pt x="992514" y="2601372"/>
                  <a:pt x="996133" y="2602229"/>
                </a:cubicBezTo>
                <a:cubicBezTo>
                  <a:pt x="997895" y="2602658"/>
                  <a:pt x="999015" y="2602730"/>
                  <a:pt x="999991" y="2603254"/>
                </a:cubicBezTo>
                <a:lnTo>
                  <a:pt x="1001320" y="2604910"/>
                </a:lnTo>
                <a:lnTo>
                  <a:pt x="999932" y="2603159"/>
                </a:lnTo>
                <a:cubicBezTo>
                  <a:pt x="998967" y="2602635"/>
                  <a:pt x="997847" y="2602563"/>
                  <a:pt x="996038" y="2602134"/>
                </a:cubicBezTo>
                <a:cubicBezTo>
                  <a:pt x="992419" y="2601277"/>
                  <a:pt x="986132" y="2598515"/>
                  <a:pt x="980131" y="2597943"/>
                </a:cubicBezTo>
                <a:cubicBezTo>
                  <a:pt x="974130" y="2597372"/>
                  <a:pt x="967844" y="2591942"/>
                  <a:pt x="962129" y="2591371"/>
                </a:cubicBezTo>
                <a:close/>
                <a:moveTo>
                  <a:pt x="3607984" y="2581656"/>
                </a:moveTo>
                <a:cubicBezTo>
                  <a:pt x="3609793" y="2584418"/>
                  <a:pt x="3606460" y="2587371"/>
                  <a:pt x="3605317" y="2583180"/>
                </a:cubicBezTo>
                <a:cubicBezTo>
                  <a:pt x="3604078" y="2578989"/>
                  <a:pt x="3606174" y="2578989"/>
                  <a:pt x="3607984" y="2581656"/>
                </a:cubicBezTo>
                <a:close/>
                <a:moveTo>
                  <a:pt x="3781814" y="2568130"/>
                </a:moveTo>
                <a:cubicBezTo>
                  <a:pt x="3786291" y="2568130"/>
                  <a:pt x="3784862" y="2569749"/>
                  <a:pt x="3781243" y="2570035"/>
                </a:cubicBezTo>
                <a:cubicBezTo>
                  <a:pt x="3777623" y="2570321"/>
                  <a:pt x="3780005" y="2573083"/>
                  <a:pt x="3775814" y="2573559"/>
                </a:cubicBezTo>
                <a:cubicBezTo>
                  <a:pt x="3771623" y="2574131"/>
                  <a:pt x="3772194" y="2572321"/>
                  <a:pt x="3774004" y="2571750"/>
                </a:cubicBezTo>
                <a:cubicBezTo>
                  <a:pt x="3775814" y="2571178"/>
                  <a:pt x="3777338" y="2568130"/>
                  <a:pt x="3781814" y="2568130"/>
                </a:cubicBezTo>
                <a:close/>
                <a:moveTo>
                  <a:pt x="3605126" y="2560045"/>
                </a:moveTo>
                <a:cubicBezTo>
                  <a:pt x="3605816" y="2560319"/>
                  <a:pt x="3606221" y="2561320"/>
                  <a:pt x="3605602" y="2562510"/>
                </a:cubicBezTo>
                <a:cubicBezTo>
                  <a:pt x="3603125" y="2567463"/>
                  <a:pt x="3601697" y="2565844"/>
                  <a:pt x="3602935" y="2561938"/>
                </a:cubicBezTo>
                <a:cubicBezTo>
                  <a:pt x="3603459" y="2560224"/>
                  <a:pt x="3604435" y="2559771"/>
                  <a:pt x="3605126" y="2560045"/>
                </a:cubicBezTo>
                <a:close/>
                <a:moveTo>
                  <a:pt x="3583409" y="2537365"/>
                </a:moveTo>
                <a:cubicBezTo>
                  <a:pt x="3583790" y="2536031"/>
                  <a:pt x="3586647" y="2537936"/>
                  <a:pt x="3586647" y="2537936"/>
                </a:cubicBezTo>
                <a:cubicBezTo>
                  <a:pt x="3586647" y="2537936"/>
                  <a:pt x="3589314" y="2537936"/>
                  <a:pt x="3592076" y="2537936"/>
                </a:cubicBezTo>
                <a:cubicBezTo>
                  <a:pt x="3594743" y="2537936"/>
                  <a:pt x="3595982" y="2539079"/>
                  <a:pt x="3593600" y="2540318"/>
                </a:cubicBezTo>
                <a:cubicBezTo>
                  <a:pt x="3592267" y="2540984"/>
                  <a:pt x="3592076" y="2537936"/>
                  <a:pt x="3587600" y="2542127"/>
                </a:cubicBezTo>
                <a:cubicBezTo>
                  <a:pt x="3584933" y="2544699"/>
                  <a:pt x="3582837" y="2539365"/>
                  <a:pt x="3583409" y="2537365"/>
                </a:cubicBezTo>
                <a:close/>
                <a:moveTo>
                  <a:pt x="3780386" y="2530959"/>
                </a:moveTo>
                <a:cubicBezTo>
                  <a:pt x="3781648" y="2531078"/>
                  <a:pt x="3782244" y="2531983"/>
                  <a:pt x="3781815" y="2533173"/>
                </a:cubicBezTo>
                <a:cubicBezTo>
                  <a:pt x="3780862" y="2535554"/>
                  <a:pt x="3783243" y="2535554"/>
                  <a:pt x="3784482" y="2537078"/>
                </a:cubicBezTo>
                <a:cubicBezTo>
                  <a:pt x="3785720" y="2538507"/>
                  <a:pt x="3791054" y="2542698"/>
                  <a:pt x="3788768" y="2548984"/>
                </a:cubicBezTo>
                <a:cubicBezTo>
                  <a:pt x="3786958" y="2553652"/>
                  <a:pt x="3784291" y="2553556"/>
                  <a:pt x="3780958" y="2554413"/>
                </a:cubicBezTo>
                <a:cubicBezTo>
                  <a:pt x="3777719" y="2555271"/>
                  <a:pt x="3774385" y="2557080"/>
                  <a:pt x="3772290" y="2555271"/>
                </a:cubicBezTo>
                <a:cubicBezTo>
                  <a:pt x="3770194" y="2553461"/>
                  <a:pt x="3769051" y="2554985"/>
                  <a:pt x="3763622" y="2551651"/>
                </a:cubicBezTo>
                <a:cubicBezTo>
                  <a:pt x="3758193" y="2548413"/>
                  <a:pt x="3762384" y="2545079"/>
                  <a:pt x="3764479" y="2540602"/>
                </a:cubicBezTo>
                <a:cubicBezTo>
                  <a:pt x="3766575" y="2536126"/>
                  <a:pt x="3770480" y="2537364"/>
                  <a:pt x="3774957" y="2533459"/>
                </a:cubicBezTo>
                <a:cubicBezTo>
                  <a:pt x="3777195" y="2531506"/>
                  <a:pt x="3779124" y="2530839"/>
                  <a:pt x="3780386" y="2530959"/>
                </a:cubicBezTo>
                <a:close/>
                <a:moveTo>
                  <a:pt x="3587028" y="2510409"/>
                </a:moveTo>
                <a:cubicBezTo>
                  <a:pt x="3588171" y="2511552"/>
                  <a:pt x="3589123" y="2513076"/>
                  <a:pt x="3587028" y="2513076"/>
                </a:cubicBezTo>
                <a:cubicBezTo>
                  <a:pt x="3584932" y="2513076"/>
                  <a:pt x="3583694" y="2513076"/>
                  <a:pt x="3583694" y="2510980"/>
                </a:cubicBezTo>
                <a:cubicBezTo>
                  <a:pt x="3583694" y="2508885"/>
                  <a:pt x="3585790" y="2509170"/>
                  <a:pt x="3587028" y="2510409"/>
                </a:cubicBezTo>
                <a:close/>
                <a:moveTo>
                  <a:pt x="3813819" y="2504694"/>
                </a:moveTo>
                <a:cubicBezTo>
                  <a:pt x="3817724" y="2503170"/>
                  <a:pt x="3816867" y="2506408"/>
                  <a:pt x="3815629" y="2507646"/>
                </a:cubicBezTo>
                <a:cubicBezTo>
                  <a:pt x="3814486" y="2508885"/>
                  <a:pt x="3814486" y="2512218"/>
                  <a:pt x="3810771" y="2515171"/>
                </a:cubicBezTo>
                <a:cubicBezTo>
                  <a:pt x="3807247" y="2518124"/>
                  <a:pt x="3811152" y="2518791"/>
                  <a:pt x="3814105" y="2517267"/>
                </a:cubicBezTo>
                <a:cubicBezTo>
                  <a:pt x="3817153" y="2515743"/>
                  <a:pt x="3815057" y="2521458"/>
                  <a:pt x="3813533" y="2521172"/>
                </a:cubicBezTo>
                <a:cubicBezTo>
                  <a:pt x="3812009" y="2520886"/>
                  <a:pt x="3810485" y="2519362"/>
                  <a:pt x="3808104" y="2521172"/>
                </a:cubicBezTo>
                <a:cubicBezTo>
                  <a:pt x="3805723" y="2522982"/>
                  <a:pt x="3803627" y="2521172"/>
                  <a:pt x="3805437" y="2520315"/>
                </a:cubicBezTo>
                <a:cubicBezTo>
                  <a:pt x="3807247" y="2519458"/>
                  <a:pt x="3807247" y="2517934"/>
                  <a:pt x="3805151" y="2518219"/>
                </a:cubicBezTo>
                <a:cubicBezTo>
                  <a:pt x="3803056" y="2518505"/>
                  <a:pt x="3800294" y="2518791"/>
                  <a:pt x="3799436" y="2520886"/>
                </a:cubicBezTo>
                <a:cubicBezTo>
                  <a:pt x="3798579" y="2522982"/>
                  <a:pt x="3795245" y="2524220"/>
                  <a:pt x="3792578" y="2522410"/>
                </a:cubicBezTo>
                <a:cubicBezTo>
                  <a:pt x="3789911" y="2520601"/>
                  <a:pt x="3790483" y="2517267"/>
                  <a:pt x="3792293" y="2516410"/>
                </a:cubicBezTo>
                <a:cubicBezTo>
                  <a:pt x="3794102" y="2515457"/>
                  <a:pt x="3796198" y="2514028"/>
                  <a:pt x="3797055" y="2512504"/>
                </a:cubicBezTo>
                <a:cubicBezTo>
                  <a:pt x="3798007" y="2510980"/>
                  <a:pt x="3800674" y="2509456"/>
                  <a:pt x="3803056" y="2508885"/>
                </a:cubicBezTo>
                <a:cubicBezTo>
                  <a:pt x="3805437" y="2508313"/>
                  <a:pt x="3809914" y="2506218"/>
                  <a:pt x="3813819" y="2504694"/>
                </a:cubicBezTo>
                <a:close/>
                <a:moveTo>
                  <a:pt x="3015910" y="2501931"/>
                </a:moveTo>
                <a:cubicBezTo>
                  <a:pt x="3019148" y="2502312"/>
                  <a:pt x="3019815" y="2504026"/>
                  <a:pt x="3016481" y="2505264"/>
                </a:cubicBezTo>
                <a:cubicBezTo>
                  <a:pt x="3014957" y="2505836"/>
                  <a:pt x="3015529" y="2506217"/>
                  <a:pt x="3015529" y="2507265"/>
                </a:cubicBezTo>
                <a:cubicBezTo>
                  <a:pt x="3015529" y="2508503"/>
                  <a:pt x="3015243" y="2511456"/>
                  <a:pt x="3012576" y="2510884"/>
                </a:cubicBezTo>
                <a:cubicBezTo>
                  <a:pt x="3009909" y="2510313"/>
                  <a:pt x="3009909" y="2508503"/>
                  <a:pt x="3010766" y="2506979"/>
                </a:cubicBezTo>
                <a:cubicBezTo>
                  <a:pt x="3011719" y="2505550"/>
                  <a:pt x="3012576" y="2501645"/>
                  <a:pt x="3015910" y="2501931"/>
                </a:cubicBezTo>
                <a:close/>
                <a:moveTo>
                  <a:pt x="3582837" y="2500788"/>
                </a:moveTo>
                <a:cubicBezTo>
                  <a:pt x="3585218" y="2498979"/>
                  <a:pt x="3586456" y="2501360"/>
                  <a:pt x="3586456" y="2503455"/>
                </a:cubicBezTo>
                <a:cubicBezTo>
                  <a:pt x="3586456" y="2505551"/>
                  <a:pt x="3585218" y="2506218"/>
                  <a:pt x="3583408" y="2504979"/>
                </a:cubicBezTo>
                <a:cubicBezTo>
                  <a:pt x="3581599" y="2503741"/>
                  <a:pt x="3580456" y="2502598"/>
                  <a:pt x="3582837" y="2500788"/>
                </a:cubicBezTo>
                <a:close/>
                <a:moveTo>
                  <a:pt x="3566359" y="2495740"/>
                </a:moveTo>
                <a:cubicBezTo>
                  <a:pt x="3565501" y="2492692"/>
                  <a:pt x="3568168" y="2492407"/>
                  <a:pt x="3570264" y="2496026"/>
                </a:cubicBezTo>
                <a:cubicBezTo>
                  <a:pt x="3572359" y="2499551"/>
                  <a:pt x="3572645" y="2500217"/>
                  <a:pt x="3575312" y="2502884"/>
                </a:cubicBezTo>
                <a:cubicBezTo>
                  <a:pt x="3578074" y="2505551"/>
                  <a:pt x="3579884" y="2508218"/>
                  <a:pt x="3574741" y="2509742"/>
                </a:cubicBezTo>
                <a:cubicBezTo>
                  <a:pt x="3569597" y="2511266"/>
                  <a:pt x="3571978" y="2504980"/>
                  <a:pt x="3569311" y="2502598"/>
                </a:cubicBezTo>
                <a:cubicBezTo>
                  <a:pt x="3566644" y="2500217"/>
                  <a:pt x="3567216" y="2498693"/>
                  <a:pt x="3566359" y="2495740"/>
                </a:cubicBezTo>
                <a:close/>
                <a:moveTo>
                  <a:pt x="3588183" y="2489025"/>
                </a:moveTo>
                <a:cubicBezTo>
                  <a:pt x="3588623" y="2489787"/>
                  <a:pt x="3588838" y="2491216"/>
                  <a:pt x="3588552" y="2492692"/>
                </a:cubicBezTo>
                <a:cubicBezTo>
                  <a:pt x="3587885" y="2495740"/>
                  <a:pt x="3587599" y="2498979"/>
                  <a:pt x="3586742" y="2497169"/>
                </a:cubicBezTo>
                <a:cubicBezTo>
                  <a:pt x="3585885" y="2495359"/>
                  <a:pt x="3585218" y="2491740"/>
                  <a:pt x="3586456" y="2489359"/>
                </a:cubicBezTo>
                <a:cubicBezTo>
                  <a:pt x="3587076" y="2488168"/>
                  <a:pt x="3587742" y="2488263"/>
                  <a:pt x="3588183" y="2489025"/>
                </a:cubicBezTo>
                <a:close/>
                <a:moveTo>
                  <a:pt x="1194110" y="2483787"/>
                </a:moveTo>
                <a:cubicBezTo>
                  <a:pt x="1194372" y="2483525"/>
                  <a:pt x="1195110" y="2483834"/>
                  <a:pt x="1196158" y="2483834"/>
                </a:cubicBezTo>
                <a:cubicBezTo>
                  <a:pt x="1198253" y="2483834"/>
                  <a:pt x="1199110" y="2485072"/>
                  <a:pt x="1199110" y="2487168"/>
                </a:cubicBezTo>
                <a:cubicBezTo>
                  <a:pt x="1199110" y="2489263"/>
                  <a:pt x="1196729" y="2491644"/>
                  <a:pt x="1196729" y="2491644"/>
                </a:cubicBezTo>
                <a:cubicBezTo>
                  <a:pt x="1196729" y="2491644"/>
                  <a:pt x="1196729" y="2491644"/>
                  <a:pt x="1194919" y="2487168"/>
                </a:cubicBezTo>
                <a:cubicBezTo>
                  <a:pt x="1194062" y="2484882"/>
                  <a:pt x="1193848" y="2484049"/>
                  <a:pt x="1194110" y="2483787"/>
                </a:cubicBezTo>
                <a:close/>
                <a:moveTo>
                  <a:pt x="3586087" y="2474571"/>
                </a:moveTo>
                <a:cubicBezTo>
                  <a:pt x="3586647" y="2474690"/>
                  <a:pt x="3587314" y="2475595"/>
                  <a:pt x="3587599" y="2476785"/>
                </a:cubicBezTo>
                <a:cubicBezTo>
                  <a:pt x="3588171" y="2479166"/>
                  <a:pt x="3588552" y="2479833"/>
                  <a:pt x="3586456" y="2481833"/>
                </a:cubicBezTo>
                <a:cubicBezTo>
                  <a:pt x="3584361" y="2483929"/>
                  <a:pt x="3585504" y="2480976"/>
                  <a:pt x="3585218" y="2477071"/>
                </a:cubicBezTo>
                <a:cubicBezTo>
                  <a:pt x="3585075" y="2475118"/>
                  <a:pt x="3585528" y="2474451"/>
                  <a:pt x="3586087" y="2474571"/>
                </a:cubicBezTo>
                <a:close/>
                <a:moveTo>
                  <a:pt x="1167012" y="2474214"/>
                </a:moveTo>
                <a:cubicBezTo>
                  <a:pt x="1166059" y="2471737"/>
                  <a:pt x="1167583" y="2472976"/>
                  <a:pt x="1169393" y="2474214"/>
                </a:cubicBezTo>
                <a:cubicBezTo>
                  <a:pt x="1171203" y="2475452"/>
                  <a:pt x="1171203" y="2475452"/>
                  <a:pt x="1171203" y="2475452"/>
                </a:cubicBezTo>
                <a:cubicBezTo>
                  <a:pt x="1171203" y="2475452"/>
                  <a:pt x="1167869" y="2476786"/>
                  <a:pt x="1167012" y="2474214"/>
                </a:cubicBezTo>
                <a:close/>
                <a:moveTo>
                  <a:pt x="1179585" y="2468117"/>
                </a:moveTo>
                <a:cubicBezTo>
                  <a:pt x="1182919" y="2469260"/>
                  <a:pt x="1181110" y="2472404"/>
                  <a:pt x="1181110" y="2472404"/>
                </a:cubicBezTo>
                <a:cubicBezTo>
                  <a:pt x="1181110" y="2472404"/>
                  <a:pt x="1179299" y="2472404"/>
                  <a:pt x="1177489" y="2470594"/>
                </a:cubicBezTo>
                <a:cubicBezTo>
                  <a:pt x="1175680" y="2468784"/>
                  <a:pt x="1176346" y="2467070"/>
                  <a:pt x="1179585" y="2468117"/>
                </a:cubicBezTo>
                <a:close/>
                <a:moveTo>
                  <a:pt x="3556096" y="2467546"/>
                </a:moveTo>
                <a:cubicBezTo>
                  <a:pt x="3557215" y="2468213"/>
                  <a:pt x="3558263" y="2469928"/>
                  <a:pt x="3558263" y="2472023"/>
                </a:cubicBezTo>
                <a:cubicBezTo>
                  <a:pt x="3558263" y="2476214"/>
                  <a:pt x="3557691" y="2474119"/>
                  <a:pt x="3557691" y="2477167"/>
                </a:cubicBezTo>
                <a:cubicBezTo>
                  <a:pt x="3557691" y="2480215"/>
                  <a:pt x="3561311" y="2481739"/>
                  <a:pt x="3562168" y="2476310"/>
                </a:cubicBezTo>
                <a:cubicBezTo>
                  <a:pt x="3563025" y="2470880"/>
                  <a:pt x="3565121" y="2476310"/>
                  <a:pt x="3565121" y="2479262"/>
                </a:cubicBezTo>
                <a:cubicBezTo>
                  <a:pt x="3565121" y="2482215"/>
                  <a:pt x="3566931" y="2484977"/>
                  <a:pt x="3562740" y="2487644"/>
                </a:cubicBezTo>
                <a:cubicBezTo>
                  <a:pt x="3558549" y="2490311"/>
                  <a:pt x="3554929" y="2488216"/>
                  <a:pt x="3554643" y="2486406"/>
                </a:cubicBezTo>
                <a:cubicBezTo>
                  <a:pt x="3554358" y="2484596"/>
                  <a:pt x="3554072" y="2483453"/>
                  <a:pt x="3551976" y="2479834"/>
                </a:cubicBezTo>
                <a:cubicBezTo>
                  <a:pt x="3549881" y="2476214"/>
                  <a:pt x="3552929" y="2473547"/>
                  <a:pt x="3553500" y="2469356"/>
                </a:cubicBezTo>
                <a:cubicBezTo>
                  <a:pt x="3553786" y="2467261"/>
                  <a:pt x="3554977" y="2466880"/>
                  <a:pt x="3556096" y="2467546"/>
                </a:cubicBezTo>
                <a:close/>
                <a:moveTo>
                  <a:pt x="1264071" y="2463546"/>
                </a:moveTo>
                <a:cubicBezTo>
                  <a:pt x="1265023" y="2460497"/>
                  <a:pt x="1267691" y="2460497"/>
                  <a:pt x="1267691" y="2463831"/>
                </a:cubicBezTo>
                <a:cubicBezTo>
                  <a:pt x="1267691" y="2467165"/>
                  <a:pt x="1268548" y="2466879"/>
                  <a:pt x="1269786" y="2467165"/>
                </a:cubicBezTo>
                <a:cubicBezTo>
                  <a:pt x="1271025" y="2467451"/>
                  <a:pt x="1273120" y="2466879"/>
                  <a:pt x="1273120" y="2469260"/>
                </a:cubicBezTo>
                <a:cubicBezTo>
                  <a:pt x="1273120" y="2471642"/>
                  <a:pt x="1274644" y="2472594"/>
                  <a:pt x="1274644" y="2474975"/>
                </a:cubicBezTo>
                <a:cubicBezTo>
                  <a:pt x="1274644" y="2477452"/>
                  <a:pt x="1274644" y="2479262"/>
                  <a:pt x="1277311" y="2480119"/>
                </a:cubicBezTo>
                <a:cubicBezTo>
                  <a:pt x="1280073" y="2480976"/>
                  <a:pt x="1280930" y="2481929"/>
                  <a:pt x="1283026" y="2484881"/>
                </a:cubicBezTo>
                <a:cubicBezTo>
                  <a:pt x="1285121" y="2487834"/>
                  <a:pt x="1287217" y="2490501"/>
                  <a:pt x="1289026" y="2493549"/>
                </a:cubicBezTo>
                <a:cubicBezTo>
                  <a:pt x="1290836" y="2496597"/>
                  <a:pt x="1292360" y="2503169"/>
                  <a:pt x="1292360" y="2507646"/>
                </a:cubicBezTo>
                <a:cubicBezTo>
                  <a:pt x="1292360" y="2512123"/>
                  <a:pt x="1293598" y="2517552"/>
                  <a:pt x="1294456" y="2520505"/>
                </a:cubicBezTo>
                <a:cubicBezTo>
                  <a:pt x="1295408" y="2523458"/>
                  <a:pt x="1296647" y="2522505"/>
                  <a:pt x="1297504" y="2527649"/>
                </a:cubicBezTo>
                <a:cubicBezTo>
                  <a:pt x="1298456" y="2532792"/>
                  <a:pt x="1299028" y="2530697"/>
                  <a:pt x="1298742" y="2532792"/>
                </a:cubicBezTo>
                <a:cubicBezTo>
                  <a:pt x="1298456" y="2534888"/>
                  <a:pt x="1300647" y="2536412"/>
                  <a:pt x="1300647" y="2536412"/>
                </a:cubicBezTo>
                <a:lnTo>
                  <a:pt x="1301314" y="2540984"/>
                </a:lnTo>
                <a:cubicBezTo>
                  <a:pt x="1301314" y="2540984"/>
                  <a:pt x="1305695" y="2545556"/>
                  <a:pt x="1305409" y="2552414"/>
                </a:cubicBezTo>
                <a:cubicBezTo>
                  <a:pt x="1305124" y="2559367"/>
                  <a:pt x="1306552" y="2560891"/>
                  <a:pt x="1303885" y="2561748"/>
                </a:cubicBezTo>
                <a:cubicBezTo>
                  <a:pt x="1301218" y="2562605"/>
                  <a:pt x="1301218" y="2561463"/>
                  <a:pt x="1301218" y="2560224"/>
                </a:cubicBezTo>
                <a:lnTo>
                  <a:pt x="1300171" y="2557938"/>
                </a:lnTo>
                <a:cubicBezTo>
                  <a:pt x="1300171" y="2557938"/>
                  <a:pt x="1300171" y="2557367"/>
                  <a:pt x="1297980" y="2556128"/>
                </a:cubicBezTo>
                <a:cubicBezTo>
                  <a:pt x="1295885" y="2554890"/>
                  <a:pt x="1295600" y="2552509"/>
                  <a:pt x="1293503" y="2546508"/>
                </a:cubicBezTo>
                <a:cubicBezTo>
                  <a:pt x="1291408" y="2540507"/>
                  <a:pt x="1290551" y="2542984"/>
                  <a:pt x="1289312" y="2545651"/>
                </a:cubicBezTo>
                <a:cubicBezTo>
                  <a:pt x="1288169" y="2548318"/>
                  <a:pt x="1288741" y="2549842"/>
                  <a:pt x="1291122" y="2554033"/>
                </a:cubicBezTo>
                <a:cubicBezTo>
                  <a:pt x="1293503" y="2558224"/>
                  <a:pt x="1295600" y="2562701"/>
                  <a:pt x="1296170" y="2566606"/>
                </a:cubicBezTo>
                <a:cubicBezTo>
                  <a:pt x="1296837" y="2570511"/>
                  <a:pt x="1300171" y="2572607"/>
                  <a:pt x="1300171" y="2572607"/>
                </a:cubicBezTo>
                <a:cubicBezTo>
                  <a:pt x="1300171" y="2572607"/>
                  <a:pt x="1301409" y="2574321"/>
                  <a:pt x="1301409" y="2576702"/>
                </a:cubicBezTo>
                <a:cubicBezTo>
                  <a:pt x="1301409" y="2579084"/>
                  <a:pt x="1300171" y="2582513"/>
                  <a:pt x="1300171" y="2582513"/>
                </a:cubicBezTo>
                <a:cubicBezTo>
                  <a:pt x="1300171" y="2582513"/>
                  <a:pt x="1297409" y="2584037"/>
                  <a:pt x="1297409" y="2587942"/>
                </a:cubicBezTo>
                <a:cubicBezTo>
                  <a:pt x="1297409" y="2591847"/>
                  <a:pt x="1295885" y="2591276"/>
                  <a:pt x="1295313" y="2594228"/>
                </a:cubicBezTo>
                <a:cubicBezTo>
                  <a:pt x="1294741" y="2597181"/>
                  <a:pt x="1294741" y="2600515"/>
                  <a:pt x="1294741" y="2602610"/>
                </a:cubicBezTo>
                <a:cubicBezTo>
                  <a:pt x="1294741" y="2604706"/>
                  <a:pt x="1298456" y="2608802"/>
                  <a:pt x="1298456" y="2608802"/>
                </a:cubicBezTo>
                <a:cubicBezTo>
                  <a:pt x="1298456" y="2608802"/>
                  <a:pt x="1299980" y="2611469"/>
                  <a:pt x="1298456" y="2615660"/>
                </a:cubicBezTo>
                <a:cubicBezTo>
                  <a:pt x="1296837" y="2619851"/>
                  <a:pt x="1299980" y="2639567"/>
                  <a:pt x="1299980" y="2644711"/>
                </a:cubicBezTo>
                <a:cubicBezTo>
                  <a:pt x="1299980" y="2649855"/>
                  <a:pt x="1301218" y="2668714"/>
                  <a:pt x="1301218" y="2668714"/>
                </a:cubicBezTo>
                <a:cubicBezTo>
                  <a:pt x="1301218" y="2668714"/>
                  <a:pt x="1302647" y="2674715"/>
                  <a:pt x="1302647" y="2680715"/>
                </a:cubicBezTo>
                <a:cubicBezTo>
                  <a:pt x="1302647" y="2686716"/>
                  <a:pt x="1303219" y="2690336"/>
                  <a:pt x="1304457" y="2694813"/>
                </a:cubicBezTo>
                <a:cubicBezTo>
                  <a:pt x="1305695" y="2699289"/>
                  <a:pt x="1305695" y="2701099"/>
                  <a:pt x="1304171" y="2705576"/>
                </a:cubicBezTo>
                <a:cubicBezTo>
                  <a:pt x="1302647" y="2710052"/>
                  <a:pt x="1307124" y="2718149"/>
                  <a:pt x="1304171" y="2724721"/>
                </a:cubicBezTo>
                <a:cubicBezTo>
                  <a:pt x="1301218" y="2731293"/>
                  <a:pt x="1302361" y="2731579"/>
                  <a:pt x="1300361" y="2733103"/>
                </a:cubicBezTo>
                <a:cubicBezTo>
                  <a:pt x="1298266" y="2734627"/>
                  <a:pt x="1301218" y="2740914"/>
                  <a:pt x="1301218" y="2740914"/>
                </a:cubicBezTo>
                <a:cubicBezTo>
                  <a:pt x="1301218" y="2740914"/>
                  <a:pt x="1309601" y="2758249"/>
                  <a:pt x="1309886" y="2774441"/>
                </a:cubicBezTo>
                <a:cubicBezTo>
                  <a:pt x="1310172" y="2790634"/>
                  <a:pt x="1309886" y="2803493"/>
                  <a:pt x="1307791" y="2807112"/>
                </a:cubicBezTo>
                <a:cubicBezTo>
                  <a:pt x="1305695" y="2810732"/>
                  <a:pt x="1300266" y="2810541"/>
                  <a:pt x="1300266" y="2810541"/>
                </a:cubicBezTo>
                <a:cubicBezTo>
                  <a:pt x="1300266" y="2810541"/>
                  <a:pt x="1300266" y="2810541"/>
                  <a:pt x="1296933" y="2811113"/>
                </a:cubicBezTo>
                <a:cubicBezTo>
                  <a:pt x="1293598" y="2811684"/>
                  <a:pt x="1291503" y="2815304"/>
                  <a:pt x="1289122" y="2818923"/>
                </a:cubicBezTo>
                <a:cubicBezTo>
                  <a:pt x="1286740" y="2822543"/>
                  <a:pt x="1282835" y="2827305"/>
                  <a:pt x="1279501" y="2825210"/>
                </a:cubicBezTo>
                <a:cubicBezTo>
                  <a:pt x="1276168" y="2823114"/>
                  <a:pt x="1274358" y="2823400"/>
                  <a:pt x="1271405" y="2821305"/>
                </a:cubicBezTo>
                <a:cubicBezTo>
                  <a:pt x="1268452" y="2819209"/>
                  <a:pt x="1269310" y="2817971"/>
                  <a:pt x="1266643" y="2817971"/>
                </a:cubicBezTo>
                <a:cubicBezTo>
                  <a:pt x="1263880" y="2817971"/>
                  <a:pt x="1264166" y="2817114"/>
                  <a:pt x="1265405" y="2815875"/>
                </a:cubicBezTo>
                <a:cubicBezTo>
                  <a:pt x="1266643" y="2814637"/>
                  <a:pt x="1265405" y="2813113"/>
                  <a:pt x="1260642" y="2810446"/>
                </a:cubicBezTo>
                <a:cubicBezTo>
                  <a:pt x="1255784" y="2807684"/>
                  <a:pt x="1253403" y="2802921"/>
                  <a:pt x="1250736" y="2800540"/>
                </a:cubicBezTo>
                <a:cubicBezTo>
                  <a:pt x="1247974" y="2798064"/>
                  <a:pt x="1246165" y="2793872"/>
                  <a:pt x="1245307" y="2789396"/>
                </a:cubicBezTo>
                <a:cubicBezTo>
                  <a:pt x="1244354" y="2784919"/>
                  <a:pt x="1245592" y="2784252"/>
                  <a:pt x="1243497" y="2781585"/>
                </a:cubicBezTo>
                <a:cubicBezTo>
                  <a:pt x="1241401" y="2778918"/>
                  <a:pt x="1241401" y="2779775"/>
                  <a:pt x="1241687" y="2777394"/>
                </a:cubicBezTo>
                <a:cubicBezTo>
                  <a:pt x="1242068" y="2775013"/>
                  <a:pt x="1242926" y="2774727"/>
                  <a:pt x="1240830" y="2771393"/>
                </a:cubicBezTo>
                <a:cubicBezTo>
                  <a:pt x="1238734" y="2768060"/>
                  <a:pt x="1239306" y="2765964"/>
                  <a:pt x="1235115" y="2761202"/>
                </a:cubicBezTo>
                <a:cubicBezTo>
                  <a:pt x="1230924" y="2756344"/>
                  <a:pt x="1228543" y="2751581"/>
                  <a:pt x="1226447" y="2749200"/>
                </a:cubicBezTo>
                <a:cubicBezTo>
                  <a:pt x="1224352" y="2746819"/>
                  <a:pt x="1221113" y="2738151"/>
                  <a:pt x="1221399" y="2733960"/>
                </a:cubicBezTo>
                <a:cubicBezTo>
                  <a:pt x="1221685" y="2729769"/>
                  <a:pt x="1219875" y="2728340"/>
                  <a:pt x="1217779" y="2725007"/>
                </a:cubicBezTo>
                <a:cubicBezTo>
                  <a:pt x="1215684" y="2721673"/>
                  <a:pt x="1218065" y="2721673"/>
                  <a:pt x="1217208" y="2719006"/>
                </a:cubicBezTo>
                <a:cubicBezTo>
                  <a:pt x="1216255" y="2716244"/>
                  <a:pt x="1218065" y="2714910"/>
                  <a:pt x="1219589" y="2713863"/>
                </a:cubicBezTo>
                <a:cubicBezTo>
                  <a:pt x="1221113" y="2712815"/>
                  <a:pt x="1222923" y="2709957"/>
                  <a:pt x="1221685" y="2706338"/>
                </a:cubicBezTo>
                <a:cubicBezTo>
                  <a:pt x="1220446" y="2702718"/>
                  <a:pt x="1220827" y="2699765"/>
                  <a:pt x="1221685" y="2698241"/>
                </a:cubicBezTo>
                <a:cubicBezTo>
                  <a:pt x="1222542" y="2696813"/>
                  <a:pt x="1224638" y="2694336"/>
                  <a:pt x="1224352" y="2691383"/>
                </a:cubicBezTo>
                <a:cubicBezTo>
                  <a:pt x="1223971" y="2688431"/>
                  <a:pt x="1223399" y="2686049"/>
                  <a:pt x="1225209" y="2684240"/>
                </a:cubicBezTo>
                <a:cubicBezTo>
                  <a:pt x="1227019" y="2682430"/>
                  <a:pt x="1225495" y="2679096"/>
                  <a:pt x="1224923" y="2676715"/>
                </a:cubicBezTo>
                <a:cubicBezTo>
                  <a:pt x="1224352" y="2674334"/>
                  <a:pt x="1225209" y="2671286"/>
                  <a:pt x="1224352" y="2669190"/>
                </a:cubicBezTo>
                <a:cubicBezTo>
                  <a:pt x="1223495" y="2667095"/>
                  <a:pt x="1223780" y="2664332"/>
                  <a:pt x="1221399" y="2659856"/>
                </a:cubicBezTo>
                <a:cubicBezTo>
                  <a:pt x="1218922" y="2655284"/>
                  <a:pt x="1215684" y="2649950"/>
                  <a:pt x="1216255" y="2646330"/>
                </a:cubicBezTo>
                <a:cubicBezTo>
                  <a:pt x="1216922" y="2642711"/>
                  <a:pt x="1214541" y="2639472"/>
                  <a:pt x="1211207" y="2635853"/>
                </a:cubicBezTo>
                <a:cubicBezTo>
                  <a:pt x="1207874" y="2632233"/>
                  <a:pt x="1205778" y="2626804"/>
                  <a:pt x="1203682" y="2622327"/>
                </a:cubicBezTo>
                <a:cubicBezTo>
                  <a:pt x="1201587" y="2617850"/>
                  <a:pt x="1199777" y="2613659"/>
                  <a:pt x="1201302" y="2611850"/>
                </a:cubicBezTo>
                <a:cubicBezTo>
                  <a:pt x="1202825" y="2610040"/>
                  <a:pt x="1202825" y="2606706"/>
                  <a:pt x="1202539" y="2602515"/>
                </a:cubicBezTo>
                <a:cubicBezTo>
                  <a:pt x="1202254" y="2598229"/>
                  <a:pt x="1201969" y="2593466"/>
                  <a:pt x="1202825" y="2591085"/>
                </a:cubicBezTo>
                <a:cubicBezTo>
                  <a:pt x="1203682" y="2588704"/>
                  <a:pt x="1204063" y="2586608"/>
                  <a:pt x="1202825" y="2582132"/>
                </a:cubicBezTo>
                <a:cubicBezTo>
                  <a:pt x="1201682" y="2577560"/>
                  <a:pt x="1204921" y="2576702"/>
                  <a:pt x="1208255" y="2576988"/>
                </a:cubicBezTo>
                <a:cubicBezTo>
                  <a:pt x="1211589" y="2577274"/>
                  <a:pt x="1211874" y="2573655"/>
                  <a:pt x="1213684" y="2571845"/>
                </a:cubicBezTo>
                <a:cubicBezTo>
                  <a:pt x="1215493" y="2570035"/>
                  <a:pt x="1216732" y="2568606"/>
                  <a:pt x="1217303" y="2571273"/>
                </a:cubicBezTo>
                <a:cubicBezTo>
                  <a:pt x="1217970" y="2573940"/>
                  <a:pt x="1217970" y="2575464"/>
                  <a:pt x="1218542" y="2573940"/>
                </a:cubicBezTo>
                <a:cubicBezTo>
                  <a:pt x="1219208" y="2572416"/>
                  <a:pt x="1219208" y="2572130"/>
                  <a:pt x="1221589" y="2572130"/>
                </a:cubicBezTo>
                <a:cubicBezTo>
                  <a:pt x="1223971" y="2572130"/>
                  <a:pt x="1223971" y="2573369"/>
                  <a:pt x="1223971" y="2571559"/>
                </a:cubicBezTo>
                <a:cubicBezTo>
                  <a:pt x="1223971" y="2569749"/>
                  <a:pt x="1224542" y="2568225"/>
                  <a:pt x="1224542" y="2568225"/>
                </a:cubicBezTo>
                <a:cubicBezTo>
                  <a:pt x="1224542" y="2568225"/>
                  <a:pt x="1226258" y="2567368"/>
                  <a:pt x="1227495" y="2565558"/>
                </a:cubicBezTo>
                <a:cubicBezTo>
                  <a:pt x="1228638" y="2563748"/>
                  <a:pt x="1228924" y="2563748"/>
                  <a:pt x="1230448" y="2563463"/>
                </a:cubicBezTo>
                <a:cubicBezTo>
                  <a:pt x="1231972" y="2563177"/>
                  <a:pt x="1233781" y="2564701"/>
                  <a:pt x="1235591" y="2568892"/>
                </a:cubicBezTo>
                <a:cubicBezTo>
                  <a:pt x="1237401" y="2573083"/>
                  <a:pt x="1239211" y="2571845"/>
                  <a:pt x="1239211" y="2571845"/>
                </a:cubicBezTo>
                <a:cubicBezTo>
                  <a:pt x="1239211" y="2571845"/>
                  <a:pt x="1239211" y="2567654"/>
                  <a:pt x="1237687" y="2565844"/>
                </a:cubicBezTo>
                <a:cubicBezTo>
                  <a:pt x="1236163" y="2564034"/>
                  <a:pt x="1235210" y="2560510"/>
                  <a:pt x="1234353" y="2557176"/>
                </a:cubicBezTo>
                <a:cubicBezTo>
                  <a:pt x="1233496" y="2553842"/>
                  <a:pt x="1235020" y="2552414"/>
                  <a:pt x="1237972" y="2550890"/>
                </a:cubicBezTo>
                <a:cubicBezTo>
                  <a:pt x="1241020" y="2549366"/>
                  <a:pt x="1241878" y="2549366"/>
                  <a:pt x="1241592" y="2553842"/>
                </a:cubicBezTo>
                <a:cubicBezTo>
                  <a:pt x="1241306" y="2558414"/>
                  <a:pt x="1242830" y="2558033"/>
                  <a:pt x="1247021" y="2557176"/>
                </a:cubicBezTo>
                <a:cubicBezTo>
                  <a:pt x="1251212" y="2556224"/>
                  <a:pt x="1245784" y="2550604"/>
                  <a:pt x="1243402" y="2547270"/>
                </a:cubicBezTo>
                <a:cubicBezTo>
                  <a:pt x="1241020" y="2543936"/>
                  <a:pt x="1242163" y="2540698"/>
                  <a:pt x="1241878" y="2535269"/>
                </a:cubicBezTo>
                <a:cubicBezTo>
                  <a:pt x="1241592" y="2529935"/>
                  <a:pt x="1245211" y="2532030"/>
                  <a:pt x="1245211" y="2534411"/>
                </a:cubicBezTo>
                <a:cubicBezTo>
                  <a:pt x="1245211" y="2536793"/>
                  <a:pt x="1245497" y="2538317"/>
                  <a:pt x="1245497" y="2538317"/>
                </a:cubicBezTo>
                <a:cubicBezTo>
                  <a:pt x="1245497" y="2538317"/>
                  <a:pt x="1246735" y="2535935"/>
                  <a:pt x="1247593" y="2533840"/>
                </a:cubicBezTo>
                <a:cubicBezTo>
                  <a:pt x="1248545" y="2531744"/>
                  <a:pt x="1248545" y="2529935"/>
                  <a:pt x="1251498" y="2531459"/>
                </a:cubicBezTo>
                <a:cubicBezTo>
                  <a:pt x="1254546" y="2532888"/>
                  <a:pt x="1254546" y="2534411"/>
                  <a:pt x="1254546" y="2532316"/>
                </a:cubicBezTo>
                <a:cubicBezTo>
                  <a:pt x="1254546" y="2530221"/>
                  <a:pt x="1252451" y="2528697"/>
                  <a:pt x="1250641" y="2528982"/>
                </a:cubicBezTo>
                <a:cubicBezTo>
                  <a:pt x="1248926" y="2529268"/>
                  <a:pt x="1247688" y="2525077"/>
                  <a:pt x="1247688" y="2522124"/>
                </a:cubicBezTo>
                <a:cubicBezTo>
                  <a:pt x="1247688" y="2519076"/>
                  <a:pt x="1246450" y="2518219"/>
                  <a:pt x="1249784" y="2518219"/>
                </a:cubicBezTo>
                <a:cubicBezTo>
                  <a:pt x="1253022" y="2518219"/>
                  <a:pt x="1253022" y="2516409"/>
                  <a:pt x="1250355" y="2514314"/>
                </a:cubicBezTo>
                <a:cubicBezTo>
                  <a:pt x="1247688" y="2512218"/>
                  <a:pt x="1246735" y="2509837"/>
                  <a:pt x="1246165" y="2505360"/>
                </a:cubicBezTo>
                <a:cubicBezTo>
                  <a:pt x="1245497" y="2500883"/>
                  <a:pt x="1249688" y="2503931"/>
                  <a:pt x="1253022" y="2506598"/>
                </a:cubicBezTo>
                <a:cubicBezTo>
                  <a:pt x="1256356" y="2509265"/>
                  <a:pt x="1255117" y="2507456"/>
                  <a:pt x="1256927" y="2504789"/>
                </a:cubicBezTo>
                <a:cubicBezTo>
                  <a:pt x="1258737" y="2502122"/>
                  <a:pt x="1258737" y="2503836"/>
                  <a:pt x="1257213" y="2500883"/>
                </a:cubicBezTo>
                <a:cubicBezTo>
                  <a:pt x="1255689" y="2497931"/>
                  <a:pt x="1256927" y="2497931"/>
                  <a:pt x="1259309" y="2496692"/>
                </a:cubicBezTo>
                <a:cubicBezTo>
                  <a:pt x="1261690" y="2495549"/>
                  <a:pt x="1260832" y="2494597"/>
                  <a:pt x="1260832" y="2490406"/>
                </a:cubicBezTo>
                <a:cubicBezTo>
                  <a:pt x="1260832" y="2486215"/>
                  <a:pt x="1260832" y="2486215"/>
                  <a:pt x="1261690" y="2483262"/>
                </a:cubicBezTo>
                <a:cubicBezTo>
                  <a:pt x="1262642" y="2480214"/>
                  <a:pt x="1260832" y="2478119"/>
                  <a:pt x="1259309" y="2475166"/>
                </a:cubicBezTo>
                <a:cubicBezTo>
                  <a:pt x="1257784" y="2472213"/>
                  <a:pt x="1257213" y="2470975"/>
                  <a:pt x="1259309" y="2470403"/>
                </a:cubicBezTo>
                <a:cubicBezTo>
                  <a:pt x="1261405" y="2469832"/>
                  <a:pt x="1261405" y="2469832"/>
                  <a:pt x="1261405" y="2468308"/>
                </a:cubicBezTo>
                <a:cubicBezTo>
                  <a:pt x="1261405" y="2466879"/>
                  <a:pt x="1263214" y="2466498"/>
                  <a:pt x="1264071" y="2463546"/>
                </a:cubicBezTo>
                <a:close/>
                <a:moveTo>
                  <a:pt x="3983459" y="2452877"/>
                </a:moveTo>
                <a:cubicBezTo>
                  <a:pt x="3987650" y="2454306"/>
                  <a:pt x="3986221" y="2455544"/>
                  <a:pt x="3988888" y="2457068"/>
                </a:cubicBezTo>
                <a:cubicBezTo>
                  <a:pt x="3991555" y="2458592"/>
                  <a:pt x="3988888" y="2460021"/>
                  <a:pt x="3982887" y="2457354"/>
                </a:cubicBezTo>
                <a:cubicBezTo>
                  <a:pt x="3979934" y="2456021"/>
                  <a:pt x="3977458" y="2455259"/>
                  <a:pt x="3977172" y="2453735"/>
                </a:cubicBezTo>
                <a:cubicBezTo>
                  <a:pt x="3976886" y="2452306"/>
                  <a:pt x="3979268" y="2451353"/>
                  <a:pt x="3983459" y="2452877"/>
                </a:cubicBezTo>
                <a:close/>
                <a:moveTo>
                  <a:pt x="1156308" y="2449329"/>
                </a:moveTo>
                <a:cubicBezTo>
                  <a:pt x="1156606" y="2447353"/>
                  <a:pt x="1157344" y="2446686"/>
                  <a:pt x="1158820" y="2449829"/>
                </a:cubicBezTo>
                <a:cubicBezTo>
                  <a:pt x="1161773" y="2456116"/>
                  <a:pt x="1161201" y="2461450"/>
                  <a:pt x="1161201" y="2461450"/>
                </a:cubicBezTo>
                <a:cubicBezTo>
                  <a:pt x="1161201" y="2461450"/>
                  <a:pt x="1157010" y="2460878"/>
                  <a:pt x="1156439" y="2456687"/>
                </a:cubicBezTo>
                <a:cubicBezTo>
                  <a:pt x="1156153" y="2454592"/>
                  <a:pt x="1156011" y="2451306"/>
                  <a:pt x="1156308" y="2449329"/>
                </a:cubicBezTo>
                <a:close/>
                <a:moveTo>
                  <a:pt x="2952616" y="2447270"/>
                </a:moveTo>
                <a:cubicBezTo>
                  <a:pt x="2953521" y="2447639"/>
                  <a:pt x="2954426" y="2448306"/>
                  <a:pt x="2955331" y="2448020"/>
                </a:cubicBezTo>
                <a:cubicBezTo>
                  <a:pt x="2957140" y="2447448"/>
                  <a:pt x="2958569" y="2449544"/>
                  <a:pt x="2957712" y="2451353"/>
                </a:cubicBezTo>
                <a:cubicBezTo>
                  <a:pt x="2956855" y="2453163"/>
                  <a:pt x="2956855" y="2456783"/>
                  <a:pt x="2958664" y="2458307"/>
                </a:cubicBezTo>
                <a:cubicBezTo>
                  <a:pt x="2960379" y="2459735"/>
                  <a:pt x="2957140" y="2462117"/>
                  <a:pt x="2955331" y="2461259"/>
                </a:cubicBezTo>
                <a:cubicBezTo>
                  <a:pt x="2953521" y="2460402"/>
                  <a:pt x="2951425" y="2461259"/>
                  <a:pt x="2947806" y="2461259"/>
                </a:cubicBezTo>
                <a:cubicBezTo>
                  <a:pt x="2944187" y="2461259"/>
                  <a:pt x="2948473" y="2455830"/>
                  <a:pt x="2947235" y="2453449"/>
                </a:cubicBezTo>
                <a:cubicBezTo>
                  <a:pt x="2945996" y="2450972"/>
                  <a:pt x="2948092" y="2451258"/>
                  <a:pt x="2949902" y="2448305"/>
                </a:cubicBezTo>
                <a:cubicBezTo>
                  <a:pt x="2950807" y="2446829"/>
                  <a:pt x="2951712" y="2446901"/>
                  <a:pt x="2952616" y="2447270"/>
                </a:cubicBezTo>
                <a:close/>
                <a:moveTo>
                  <a:pt x="3969648" y="2444495"/>
                </a:moveTo>
                <a:cubicBezTo>
                  <a:pt x="3973934" y="2444114"/>
                  <a:pt x="3976887" y="2446210"/>
                  <a:pt x="3974791" y="2449924"/>
                </a:cubicBezTo>
                <a:cubicBezTo>
                  <a:pt x="3972696" y="2453544"/>
                  <a:pt x="3969076" y="2450782"/>
                  <a:pt x="3966695" y="2448400"/>
                </a:cubicBezTo>
                <a:cubicBezTo>
                  <a:pt x="3964218" y="2446019"/>
                  <a:pt x="3965457" y="2444781"/>
                  <a:pt x="3969648" y="2444495"/>
                </a:cubicBezTo>
                <a:close/>
                <a:moveTo>
                  <a:pt x="772745" y="2443302"/>
                </a:moveTo>
                <a:lnTo>
                  <a:pt x="772741" y="2443904"/>
                </a:lnTo>
                <a:lnTo>
                  <a:pt x="772771" y="2443352"/>
                </a:lnTo>
                <a:close/>
                <a:moveTo>
                  <a:pt x="983269" y="2418409"/>
                </a:moveTo>
                <a:lnTo>
                  <a:pt x="990020" y="2441150"/>
                </a:lnTo>
                <a:lnTo>
                  <a:pt x="988703" y="2436018"/>
                </a:lnTo>
                <a:cubicBezTo>
                  <a:pt x="987489" y="2429589"/>
                  <a:pt x="986066" y="2424690"/>
                  <a:pt x="984615" y="2420957"/>
                </a:cubicBezTo>
                <a:close/>
                <a:moveTo>
                  <a:pt x="756669" y="2405960"/>
                </a:moveTo>
                <a:lnTo>
                  <a:pt x="756865" y="2411623"/>
                </a:lnTo>
                <a:lnTo>
                  <a:pt x="757010" y="2411849"/>
                </a:lnTo>
                <a:lnTo>
                  <a:pt x="756865" y="2407062"/>
                </a:lnTo>
                <a:close/>
                <a:moveTo>
                  <a:pt x="2933137" y="2403729"/>
                </a:moveTo>
                <a:cubicBezTo>
                  <a:pt x="2936757" y="2401633"/>
                  <a:pt x="2937042" y="2403443"/>
                  <a:pt x="2934947" y="2405539"/>
                </a:cubicBezTo>
                <a:cubicBezTo>
                  <a:pt x="2932851" y="2407634"/>
                  <a:pt x="2928946" y="2411158"/>
                  <a:pt x="2929232" y="2409158"/>
                </a:cubicBezTo>
                <a:cubicBezTo>
                  <a:pt x="2929518" y="2407063"/>
                  <a:pt x="2929518" y="2405824"/>
                  <a:pt x="2933137" y="2403729"/>
                </a:cubicBezTo>
                <a:close/>
                <a:moveTo>
                  <a:pt x="3425390" y="2395644"/>
                </a:moveTo>
                <a:cubicBezTo>
                  <a:pt x="3426771" y="2395298"/>
                  <a:pt x="3429009" y="2395441"/>
                  <a:pt x="3430343" y="2396203"/>
                </a:cubicBezTo>
                <a:cubicBezTo>
                  <a:pt x="3433009" y="2397727"/>
                  <a:pt x="3437486" y="2398299"/>
                  <a:pt x="3434819" y="2399823"/>
                </a:cubicBezTo>
                <a:cubicBezTo>
                  <a:pt x="3433295" y="2400680"/>
                  <a:pt x="3429771" y="2400394"/>
                  <a:pt x="3425580" y="2398013"/>
                </a:cubicBezTo>
                <a:cubicBezTo>
                  <a:pt x="3423485" y="2396823"/>
                  <a:pt x="3424009" y="2395989"/>
                  <a:pt x="3425390" y="2395644"/>
                </a:cubicBezTo>
                <a:close/>
                <a:moveTo>
                  <a:pt x="3292134" y="2393536"/>
                </a:moveTo>
                <a:cubicBezTo>
                  <a:pt x="3294229" y="2395632"/>
                  <a:pt x="3294896" y="2395632"/>
                  <a:pt x="3296706" y="2395918"/>
                </a:cubicBezTo>
                <a:cubicBezTo>
                  <a:pt x="3298420" y="2396203"/>
                  <a:pt x="3298420" y="2398585"/>
                  <a:pt x="3295468" y="2398013"/>
                </a:cubicBezTo>
                <a:cubicBezTo>
                  <a:pt x="3292515" y="2397442"/>
                  <a:pt x="3291277" y="2396489"/>
                  <a:pt x="3289181" y="2394108"/>
                </a:cubicBezTo>
                <a:cubicBezTo>
                  <a:pt x="3287086" y="2391727"/>
                  <a:pt x="3290038" y="2391441"/>
                  <a:pt x="3292134" y="2393536"/>
                </a:cubicBezTo>
                <a:close/>
                <a:moveTo>
                  <a:pt x="2822053" y="2392465"/>
                </a:moveTo>
                <a:cubicBezTo>
                  <a:pt x="2822838" y="2392132"/>
                  <a:pt x="2823886" y="2392584"/>
                  <a:pt x="2824933" y="2394394"/>
                </a:cubicBezTo>
                <a:cubicBezTo>
                  <a:pt x="2827029" y="2398013"/>
                  <a:pt x="2824362" y="2394680"/>
                  <a:pt x="2827600" y="2399537"/>
                </a:cubicBezTo>
                <a:cubicBezTo>
                  <a:pt x="2830839" y="2404300"/>
                  <a:pt x="2830268" y="2405824"/>
                  <a:pt x="2828458" y="2404586"/>
                </a:cubicBezTo>
                <a:cubicBezTo>
                  <a:pt x="2826743" y="2403348"/>
                  <a:pt x="2825791" y="2403348"/>
                  <a:pt x="2821600" y="2403348"/>
                </a:cubicBezTo>
                <a:cubicBezTo>
                  <a:pt x="2817409" y="2403348"/>
                  <a:pt x="2816837" y="2400871"/>
                  <a:pt x="2818647" y="2400014"/>
                </a:cubicBezTo>
                <a:cubicBezTo>
                  <a:pt x="2820457" y="2399157"/>
                  <a:pt x="2820743" y="2397918"/>
                  <a:pt x="2820743" y="2395251"/>
                </a:cubicBezTo>
                <a:cubicBezTo>
                  <a:pt x="2820743" y="2393918"/>
                  <a:pt x="2821267" y="2392798"/>
                  <a:pt x="2822053" y="2392465"/>
                </a:cubicBezTo>
                <a:close/>
                <a:moveTo>
                  <a:pt x="2827470" y="2390716"/>
                </a:moveTo>
                <a:cubicBezTo>
                  <a:pt x="2828291" y="2390227"/>
                  <a:pt x="2829648" y="2390823"/>
                  <a:pt x="2830267" y="2392013"/>
                </a:cubicBezTo>
                <a:cubicBezTo>
                  <a:pt x="2831505" y="2394394"/>
                  <a:pt x="2833600" y="2394394"/>
                  <a:pt x="2835696" y="2393537"/>
                </a:cubicBezTo>
                <a:cubicBezTo>
                  <a:pt x="2837791" y="2392584"/>
                  <a:pt x="2842554" y="2392870"/>
                  <a:pt x="2846745" y="2392299"/>
                </a:cubicBezTo>
                <a:cubicBezTo>
                  <a:pt x="2850936" y="2391727"/>
                  <a:pt x="2850650" y="2397347"/>
                  <a:pt x="2847983" y="2400395"/>
                </a:cubicBezTo>
                <a:cubicBezTo>
                  <a:pt x="2845316" y="2403443"/>
                  <a:pt x="2845031" y="2403729"/>
                  <a:pt x="2839315" y="2405824"/>
                </a:cubicBezTo>
                <a:cubicBezTo>
                  <a:pt x="2833600" y="2407920"/>
                  <a:pt x="2830838" y="2402204"/>
                  <a:pt x="2827886" y="2395918"/>
                </a:cubicBezTo>
                <a:cubicBezTo>
                  <a:pt x="2826362" y="2392775"/>
                  <a:pt x="2826648" y="2391204"/>
                  <a:pt x="2827470" y="2390716"/>
                </a:cubicBezTo>
                <a:close/>
                <a:moveTo>
                  <a:pt x="2955188" y="2385238"/>
                </a:moveTo>
                <a:cubicBezTo>
                  <a:pt x="2955664" y="2385845"/>
                  <a:pt x="2955283" y="2387203"/>
                  <a:pt x="2953806" y="2388679"/>
                </a:cubicBezTo>
                <a:cubicBezTo>
                  <a:pt x="2947805" y="2394965"/>
                  <a:pt x="2947520" y="2389346"/>
                  <a:pt x="2951425" y="2386298"/>
                </a:cubicBezTo>
                <a:cubicBezTo>
                  <a:pt x="2953378" y="2384774"/>
                  <a:pt x="2954711" y="2384631"/>
                  <a:pt x="2955188" y="2385238"/>
                </a:cubicBezTo>
                <a:close/>
                <a:moveTo>
                  <a:pt x="3064106" y="2383535"/>
                </a:moveTo>
                <a:cubicBezTo>
                  <a:pt x="3067725" y="2384773"/>
                  <a:pt x="3069154" y="2383535"/>
                  <a:pt x="3069154" y="2383535"/>
                </a:cubicBezTo>
                <a:cubicBezTo>
                  <a:pt x="3069154" y="2383535"/>
                  <a:pt x="3070011" y="2382297"/>
                  <a:pt x="3073059" y="2384393"/>
                </a:cubicBezTo>
                <a:cubicBezTo>
                  <a:pt x="3076012" y="2386488"/>
                  <a:pt x="3075440" y="2387726"/>
                  <a:pt x="3074869" y="2389155"/>
                </a:cubicBezTo>
                <a:cubicBezTo>
                  <a:pt x="3074298" y="2390679"/>
                  <a:pt x="3074869" y="2393060"/>
                  <a:pt x="3075726" y="2394584"/>
                </a:cubicBezTo>
                <a:cubicBezTo>
                  <a:pt x="3076583" y="2396108"/>
                  <a:pt x="3076298" y="2398775"/>
                  <a:pt x="3076012" y="2400585"/>
                </a:cubicBezTo>
                <a:cubicBezTo>
                  <a:pt x="3075726" y="2402395"/>
                  <a:pt x="3077250" y="2406300"/>
                  <a:pt x="3079632" y="2404490"/>
                </a:cubicBezTo>
                <a:cubicBezTo>
                  <a:pt x="3082013" y="2402681"/>
                  <a:pt x="3083727" y="2405824"/>
                  <a:pt x="3081727" y="2408396"/>
                </a:cubicBezTo>
                <a:cubicBezTo>
                  <a:pt x="3080489" y="2409919"/>
                  <a:pt x="3081441" y="2414682"/>
                  <a:pt x="3083823" y="2414396"/>
                </a:cubicBezTo>
                <a:cubicBezTo>
                  <a:pt x="3085823" y="2414110"/>
                  <a:pt x="3085632" y="2416492"/>
                  <a:pt x="3085347" y="2417730"/>
                </a:cubicBezTo>
                <a:cubicBezTo>
                  <a:pt x="3085061" y="2418968"/>
                  <a:pt x="3086204" y="2419540"/>
                  <a:pt x="3087728" y="2420683"/>
                </a:cubicBezTo>
                <a:cubicBezTo>
                  <a:pt x="3089252" y="2421921"/>
                  <a:pt x="3089823" y="2422778"/>
                  <a:pt x="3089252" y="2424302"/>
                </a:cubicBezTo>
                <a:cubicBezTo>
                  <a:pt x="3088680" y="2425826"/>
                  <a:pt x="3090490" y="2427827"/>
                  <a:pt x="3091633" y="2426684"/>
                </a:cubicBezTo>
                <a:cubicBezTo>
                  <a:pt x="3094014" y="2424302"/>
                  <a:pt x="3093157" y="2427255"/>
                  <a:pt x="3092300" y="2430875"/>
                </a:cubicBezTo>
                <a:cubicBezTo>
                  <a:pt x="3091442" y="2434494"/>
                  <a:pt x="3092871" y="2437447"/>
                  <a:pt x="3094300" y="2438685"/>
                </a:cubicBezTo>
                <a:cubicBezTo>
                  <a:pt x="3095824" y="2439923"/>
                  <a:pt x="3095157" y="2441066"/>
                  <a:pt x="3093443" y="2442876"/>
                </a:cubicBezTo>
                <a:cubicBezTo>
                  <a:pt x="3091633" y="2444686"/>
                  <a:pt x="3092205" y="2448591"/>
                  <a:pt x="3093157" y="2450020"/>
                </a:cubicBezTo>
                <a:cubicBezTo>
                  <a:pt x="3094014" y="2451544"/>
                  <a:pt x="3094681" y="2453925"/>
                  <a:pt x="3094681" y="2456592"/>
                </a:cubicBezTo>
                <a:cubicBezTo>
                  <a:pt x="3094681" y="2459259"/>
                  <a:pt x="3095538" y="2462879"/>
                  <a:pt x="3098872" y="2463450"/>
                </a:cubicBezTo>
                <a:cubicBezTo>
                  <a:pt x="3102206" y="2464022"/>
                  <a:pt x="3104015" y="2460497"/>
                  <a:pt x="3101539" y="2460497"/>
                </a:cubicBezTo>
                <a:cubicBezTo>
                  <a:pt x="3099158" y="2460497"/>
                  <a:pt x="3099729" y="2458973"/>
                  <a:pt x="3103063" y="2458402"/>
                </a:cubicBezTo>
                <a:cubicBezTo>
                  <a:pt x="3106397" y="2457830"/>
                  <a:pt x="3106968" y="2457545"/>
                  <a:pt x="3108778" y="2456592"/>
                </a:cubicBezTo>
                <a:cubicBezTo>
                  <a:pt x="3110588" y="2455735"/>
                  <a:pt x="3112398" y="2455735"/>
                  <a:pt x="3111731" y="2458402"/>
                </a:cubicBezTo>
                <a:cubicBezTo>
                  <a:pt x="3111159" y="2461069"/>
                  <a:pt x="3117160" y="2462021"/>
                  <a:pt x="3119256" y="2464403"/>
                </a:cubicBezTo>
                <a:cubicBezTo>
                  <a:pt x="3121351" y="2466784"/>
                  <a:pt x="3123732" y="2467736"/>
                  <a:pt x="3125256" y="2468022"/>
                </a:cubicBezTo>
                <a:cubicBezTo>
                  <a:pt x="3126780" y="2468308"/>
                  <a:pt x="3128590" y="2467736"/>
                  <a:pt x="3127066" y="2471641"/>
                </a:cubicBezTo>
                <a:cubicBezTo>
                  <a:pt x="3126304" y="2473642"/>
                  <a:pt x="3128304" y="2475261"/>
                  <a:pt x="3130019" y="2476404"/>
                </a:cubicBezTo>
                <a:cubicBezTo>
                  <a:pt x="3131828" y="2477642"/>
                  <a:pt x="3131257" y="2479452"/>
                  <a:pt x="3129447" y="2480023"/>
                </a:cubicBezTo>
                <a:cubicBezTo>
                  <a:pt x="3127637" y="2480595"/>
                  <a:pt x="3126494" y="2480023"/>
                  <a:pt x="3128590" y="2483357"/>
                </a:cubicBezTo>
                <a:cubicBezTo>
                  <a:pt x="3130685" y="2486691"/>
                  <a:pt x="3126685" y="2490977"/>
                  <a:pt x="3131828" y="2494216"/>
                </a:cubicBezTo>
                <a:cubicBezTo>
                  <a:pt x="3135162" y="2496311"/>
                  <a:pt x="3133924" y="2498407"/>
                  <a:pt x="3133638" y="2499836"/>
                </a:cubicBezTo>
                <a:cubicBezTo>
                  <a:pt x="3133352" y="2501359"/>
                  <a:pt x="3134210" y="2505836"/>
                  <a:pt x="3132114" y="2504598"/>
                </a:cubicBezTo>
                <a:cubicBezTo>
                  <a:pt x="3130019" y="2503360"/>
                  <a:pt x="3131543" y="2506979"/>
                  <a:pt x="3132972" y="2509361"/>
                </a:cubicBezTo>
                <a:cubicBezTo>
                  <a:pt x="3134495" y="2511742"/>
                  <a:pt x="3134781" y="2514790"/>
                  <a:pt x="3137734" y="2514790"/>
                </a:cubicBezTo>
                <a:cubicBezTo>
                  <a:pt x="3140687" y="2514790"/>
                  <a:pt x="3141068" y="2517171"/>
                  <a:pt x="3140401" y="2518695"/>
                </a:cubicBezTo>
                <a:cubicBezTo>
                  <a:pt x="3139830" y="2520219"/>
                  <a:pt x="3141449" y="2524410"/>
                  <a:pt x="3142497" y="2527648"/>
                </a:cubicBezTo>
                <a:cubicBezTo>
                  <a:pt x="3144020" y="2532125"/>
                  <a:pt x="3146402" y="2530030"/>
                  <a:pt x="3146116" y="2534507"/>
                </a:cubicBezTo>
                <a:cubicBezTo>
                  <a:pt x="3145925" y="2537840"/>
                  <a:pt x="3146687" y="2541365"/>
                  <a:pt x="3143735" y="2540507"/>
                </a:cubicBezTo>
                <a:cubicBezTo>
                  <a:pt x="3140687" y="2539650"/>
                  <a:pt x="3143449" y="2548032"/>
                  <a:pt x="3144306" y="2548604"/>
                </a:cubicBezTo>
                <a:cubicBezTo>
                  <a:pt x="3145164" y="2549175"/>
                  <a:pt x="3146116" y="2554604"/>
                  <a:pt x="3149069" y="2553747"/>
                </a:cubicBezTo>
                <a:cubicBezTo>
                  <a:pt x="3152022" y="2552890"/>
                  <a:pt x="3150593" y="2556700"/>
                  <a:pt x="3149926" y="2557652"/>
                </a:cubicBezTo>
                <a:cubicBezTo>
                  <a:pt x="3149355" y="2558509"/>
                  <a:pt x="3150783" y="2563082"/>
                  <a:pt x="3152593" y="2564510"/>
                </a:cubicBezTo>
                <a:cubicBezTo>
                  <a:pt x="3154403" y="2565939"/>
                  <a:pt x="3158308" y="2573749"/>
                  <a:pt x="3160118" y="2570797"/>
                </a:cubicBezTo>
                <a:cubicBezTo>
                  <a:pt x="3161927" y="2567844"/>
                  <a:pt x="3163166" y="2570797"/>
                  <a:pt x="3163737" y="2572321"/>
                </a:cubicBezTo>
                <a:cubicBezTo>
                  <a:pt x="3164309" y="2573845"/>
                  <a:pt x="3166690" y="2574131"/>
                  <a:pt x="3169166" y="2573178"/>
                </a:cubicBezTo>
                <a:cubicBezTo>
                  <a:pt x="3171548" y="2572321"/>
                  <a:pt x="3171833" y="2573749"/>
                  <a:pt x="3171833" y="2575559"/>
                </a:cubicBezTo>
                <a:cubicBezTo>
                  <a:pt x="3171833" y="2577369"/>
                  <a:pt x="3171548" y="2578512"/>
                  <a:pt x="3173643" y="2579750"/>
                </a:cubicBezTo>
                <a:cubicBezTo>
                  <a:pt x="3175739" y="2580989"/>
                  <a:pt x="3177548" y="2583370"/>
                  <a:pt x="3178406" y="2581846"/>
                </a:cubicBezTo>
                <a:cubicBezTo>
                  <a:pt x="3179263" y="2580322"/>
                  <a:pt x="3180787" y="2580036"/>
                  <a:pt x="3183168" y="2583941"/>
                </a:cubicBezTo>
                <a:cubicBezTo>
                  <a:pt x="3185549" y="2587847"/>
                  <a:pt x="3190693" y="2593562"/>
                  <a:pt x="3193074" y="2593276"/>
                </a:cubicBezTo>
                <a:cubicBezTo>
                  <a:pt x="3195456" y="2592990"/>
                  <a:pt x="3196408" y="2594514"/>
                  <a:pt x="3196694" y="2595943"/>
                </a:cubicBezTo>
                <a:cubicBezTo>
                  <a:pt x="3196980" y="2597467"/>
                  <a:pt x="3198503" y="2598610"/>
                  <a:pt x="3199647" y="2599562"/>
                </a:cubicBezTo>
                <a:cubicBezTo>
                  <a:pt x="3200885" y="2600420"/>
                  <a:pt x="3202314" y="2604706"/>
                  <a:pt x="3199075" y="2602229"/>
                </a:cubicBezTo>
                <a:cubicBezTo>
                  <a:pt x="3195741" y="2599848"/>
                  <a:pt x="3195170" y="2600705"/>
                  <a:pt x="3196122" y="2603753"/>
                </a:cubicBezTo>
                <a:cubicBezTo>
                  <a:pt x="3196980" y="2606706"/>
                  <a:pt x="3198789" y="2607373"/>
                  <a:pt x="3200885" y="2607373"/>
                </a:cubicBezTo>
                <a:cubicBezTo>
                  <a:pt x="3202980" y="2607373"/>
                  <a:pt x="3205647" y="2607658"/>
                  <a:pt x="3205933" y="2612421"/>
                </a:cubicBezTo>
                <a:cubicBezTo>
                  <a:pt x="3206219" y="2617183"/>
                  <a:pt x="3207171" y="2617183"/>
                  <a:pt x="3209552" y="2618422"/>
                </a:cubicBezTo>
                <a:cubicBezTo>
                  <a:pt x="3211934" y="2619660"/>
                  <a:pt x="3212886" y="2621089"/>
                  <a:pt x="3213458" y="2622898"/>
                </a:cubicBezTo>
                <a:cubicBezTo>
                  <a:pt x="3214029" y="2624708"/>
                  <a:pt x="3213743" y="2626804"/>
                  <a:pt x="3212600" y="2626804"/>
                </a:cubicBezTo>
                <a:cubicBezTo>
                  <a:pt x="3211362" y="2626804"/>
                  <a:pt x="3210791" y="2626804"/>
                  <a:pt x="3211743" y="2630138"/>
                </a:cubicBezTo>
                <a:cubicBezTo>
                  <a:pt x="3212600" y="2633471"/>
                  <a:pt x="3214982" y="2635853"/>
                  <a:pt x="3215267" y="2639472"/>
                </a:cubicBezTo>
                <a:cubicBezTo>
                  <a:pt x="3215553" y="2643091"/>
                  <a:pt x="3218315" y="2650902"/>
                  <a:pt x="3222221" y="2650521"/>
                </a:cubicBezTo>
                <a:cubicBezTo>
                  <a:pt x="3226126" y="2650235"/>
                  <a:pt x="3221935" y="2646044"/>
                  <a:pt x="3221649" y="2642711"/>
                </a:cubicBezTo>
                <a:cubicBezTo>
                  <a:pt x="3221364" y="2639377"/>
                  <a:pt x="3221078" y="2631947"/>
                  <a:pt x="3224983" y="2639377"/>
                </a:cubicBezTo>
                <a:cubicBezTo>
                  <a:pt x="3228888" y="2646902"/>
                  <a:pt x="3230031" y="2651092"/>
                  <a:pt x="3232508" y="2648045"/>
                </a:cubicBezTo>
                <a:cubicBezTo>
                  <a:pt x="3234889" y="2645092"/>
                  <a:pt x="3237937" y="2646235"/>
                  <a:pt x="3238223" y="2652236"/>
                </a:cubicBezTo>
                <a:cubicBezTo>
                  <a:pt x="3238508" y="2658236"/>
                  <a:pt x="3239080" y="2664237"/>
                  <a:pt x="3237365" y="2667857"/>
                </a:cubicBezTo>
                <a:cubicBezTo>
                  <a:pt x="3235556" y="2671476"/>
                  <a:pt x="3235841" y="2673572"/>
                  <a:pt x="3239461" y="2674429"/>
                </a:cubicBezTo>
                <a:cubicBezTo>
                  <a:pt x="3243081" y="2675286"/>
                  <a:pt x="3248795" y="2678048"/>
                  <a:pt x="3247843" y="2681001"/>
                </a:cubicBezTo>
                <a:cubicBezTo>
                  <a:pt x="3246986" y="2683954"/>
                  <a:pt x="3251462" y="2687002"/>
                  <a:pt x="3253844" y="2683097"/>
                </a:cubicBezTo>
                <a:cubicBezTo>
                  <a:pt x="3256225" y="2679191"/>
                  <a:pt x="3258035" y="2683954"/>
                  <a:pt x="3259559" y="2685764"/>
                </a:cubicBezTo>
                <a:cubicBezTo>
                  <a:pt x="3261083" y="2687573"/>
                  <a:pt x="3262892" y="2689669"/>
                  <a:pt x="3262892" y="2692336"/>
                </a:cubicBezTo>
                <a:cubicBezTo>
                  <a:pt x="3262892" y="2695003"/>
                  <a:pt x="3265274" y="2697765"/>
                  <a:pt x="3267369" y="2698622"/>
                </a:cubicBezTo>
                <a:cubicBezTo>
                  <a:pt x="3269465" y="2699480"/>
                  <a:pt x="3271274" y="2702813"/>
                  <a:pt x="3271274" y="2705195"/>
                </a:cubicBezTo>
                <a:cubicBezTo>
                  <a:pt x="3271274" y="2707576"/>
                  <a:pt x="3273656" y="2712719"/>
                  <a:pt x="3275465" y="2714529"/>
                </a:cubicBezTo>
                <a:cubicBezTo>
                  <a:pt x="3277275" y="2716339"/>
                  <a:pt x="3279371" y="2720815"/>
                  <a:pt x="3278799" y="2724721"/>
                </a:cubicBezTo>
                <a:cubicBezTo>
                  <a:pt x="3278228" y="2728626"/>
                  <a:pt x="3279371" y="2732817"/>
                  <a:pt x="3281466" y="2727673"/>
                </a:cubicBezTo>
                <a:cubicBezTo>
                  <a:pt x="3283562" y="2722625"/>
                  <a:pt x="3283848" y="2724340"/>
                  <a:pt x="3284133" y="2728245"/>
                </a:cubicBezTo>
                <a:cubicBezTo>
                  <a:pt x="3284419" y="2732150"/>
                  <a:pt x="3280514" y="2741390"/>
                  <a:pt x="3282323" y="2744723"/>
                </a:cubicBezTo>
                <a:cubicBezTo>
                  <a:pt x="3284133" y="2748057"/>
                  <a:pt x="3284133" y="2751581"/>
                  <a:pt x="3283181" y="2752820"/>
                </a:cubicBezTo>
                <a:cubicBezTo>
                  <a:pt x="3282323" y="2754058"/>
                  <a:pt x="3281371" y="2761487"/>
                  <a:pt x="3284990" y="2764249"/>
                </a:cubicBezTo>
                <a:cubicBezTo>
                  <a:pt x="3288610" y="2766916"/>
                  <a:pt x="3288419" y="2770250"/>
                  <a:pt x="3287943" y="2772917"/>
                </a:cubicBezTo>
                <a:cubicBezTo>
                  <a:pt x="3287086" y="2778918"/>
                  <a:pt x="3290610" y="2783681"/>
                  <a:pt x="3288229" y="2785776"/>
                </a:cubicBezTo>
                <a:cubicBezTo>
                  <a:pt x="3285848" y="2787014"/>
                  <a:pt x="3285848" y="2788157"/>
                  <a:pt x="3289467" y="2787586"/>
                </a:cubicBezTo>
                <a:cubicBezTo>
                  <a:pt x="3291753" y="2787205"/>
                  <a:pt x="3293373" y="2788443"/>
                  <a:pt x="3289848" y="2792158"/>
                </a:cubicBezTo>
                <a:cubicBezTo>
                  <a:pt x="3287753" y="2794444"/>
                  <a:pt x="3287276" y="2796920"/>
                  <a:pt x="3285276" y="2798635"/>
                </a:cubicBezTo>
                <a:cubicBezTo>
                  <a:pt x="3280228" y="2803112"/>
                  <a:pt x="3281085" y="2807303"/>
                  <a:pt x="3283466" y="2805493"/>
                </a:cubicBezTo>
                <a:cubicBezTo>
                  <a:pt x="3285848" y="2803683"/>
                  <a:pt x="3286800" y="2806731"/>
                  <a:pt x="3284705" y="2809398"/>
                </a:cubicBezTo>
                <a:cubicBezTo>
                  <a:pt x="3282609" y="2812065"/>
                  <a:pt x="3281085" y="2816256"/>
                  <a:pt x="3281371" y="2819304"/>
                </a:cubicBezTo>
                <a:cubicBezTo>
                  <a:pt x="3281657" y="2822257"/>
                  <a:pt x="3280514" y="2827686"/>
                  <a:pt x="3278704" y="2830353"/>
                </a:cubicBezTo>
                <a:cubicBezTo>
                  <a:pt x="3276894" y="2833020"/>
                  <a:pt x="3276037" y="2837878"/>
                  <a:pt x="3278704" y="2837497"/>
                </a:cubicBezTo>
                <a:cubicBezTo>
                  <a:pt x="3281371" y="2837211"/>
                  <a:pt x="3281371" y="2843212"/>
                  <a:pt x="3279275" y="2847403"/>
                </a:cubicBezTo>
                <a:cubicBezTo>
                  <a:pt x="3277180" y="2851594"/>
                  <a:pt x="3272703" y="2863881"/>
                  <a:pt x="3272417" y="2869310"/>
                </a:cubicBezTo>
                <a:cubicBezTo>
                  <a:pt x="3272132" y="2874740"/>
                  <a:pt x="3266417" y="2880359"/>
                  <a:pt x="3262797" y="2880740"/>
                </a:cubicBezTo>
                <a:cubicBezTo>
                  <a:pt x="3258320" y="2881121"/>
                  <a:pt x="3254987" y="2883979"/>
                  <a:pt x="3260702" y="2883693"/>
                </a:cubicBezTo>
                <a:cubicBezTo>
                  <a:pt x="3266417" y="2883407"/>
                  <a:pt x="3263655" y="2886741"/>
                  <a:pt x="3260130" y="2887694"/>
                </a:cubicBezTo>
                <a:cubicBezTo>
                  <a:pt x="3256511" y="2888551"/>
                  <a:pt x="3252891" y="2893980"/>
                  <a:pt x="3252606" y="2895504"/>
                </a:cubicBezTo>
                <a:cubicBezTo>
                  <a:pt x="3252320" y="2897028"/>
                  <a:pt x="3250510" y="2903600"/>
                  <a:pt x="3247176" y="2903029"/>
                </a:cubicBezTo>
                <a:cubicBezTo>
                  <a:pt x="3243842" y="2902457"/>
                  <a:pt x="3244509" y="2904839"/>
                  <a:pt x="3244509" y="2906648"/>
                </a:cubicBezTo>
                <a:cubicBezTo>
                  <a:pt x="3244509" y="2908458"/>
                  <a:pt x="3244795" y="2913792"/>
                  <a:pt x="3240890" y="2918078"/>
                </a:cubicBezTo>
                <a:cubicBezTo>
                  <a:pt x="3236984" y="2922269"/>
                  <a:pt x="3238794" y="2930937"/>
                  <a:pt x="3236699" y="2932175"/>
                </a:cubicBezTo>
                <a:cubicBezTo>
                  <a:pt x="3234603" y="2933414"/>
                  <a:pt x="3233365" y="2934842"/>
                  <a:pt x="3234889" y="2935509"/>
                </a:cubicBezTo>
                <a:cubicBezTo>
                  <a:pt x="3236413" y="2936081"/>
                  <a:pt x="3238223" y="2937605"/>
                  <a:pt x="3232793" y="2943320"/>
                </a:cubicBezTo>
                <a:cubicBezTo>
                  <a:pt x="3227364" y="2949034"/>
                  <a:pt x="3227364" y="2966084"/>
                  <a:pt x="3224983" y="2969990"/>
                </a:cubicBezTo>
                <a:cubicBezTo>
                  <a:pt x="3222602" y="2973895"/>
                  <a:pt x="3221364" y="2982848"/>
                  <a:pt x="3223459" y="2984658"/>
                </a:cubicBezTo>
                <a:cubicBezTo>
                  <a:pt x="3225555" y="2986468"/>
                  <a:pt x="3227078" y="2988278"/>
                  <a:pt x="3224983" y="2988563"/>
                </a:cubicBezTo>
                <a:cubicBezTo>
                  <a:pt x="3222887" y="2988849"/>
                  <a:pt x="3222316" y="2988849"/>
                  <a:pt x="3222602" y="2991230"/>
                </a:cubicBezTo>
                <a:cubicBezTo>
                  <a:pt x="3222887" y="2993612"/>
                  <a:pt x="3222030" y="2995136"/>
                  <a:pt x="3220792" y="2997231"/>
                </a:cubicBezTo>
                <a:cubicBezTo>
                  <a:pt x="3219554" y="2999327"/>
                  <a:pt x="3216030" y="3001994"/>
                  <a:pt x="3212124" y="3000850"/>
                </a:cubicBezTo>
                <a:cubicBezTo>
                  <a:pt x="3208219" y="2999612"/>
                  <a:pt x="3202218" y="2999327"/>
                  <a:pt x="3197741" y="2999612"/>
                </a:cubicBezTo>
                <a:cubicBezTo>
                  <a:pt x="3193932" y="2999898"/>
                  <a:pt x="3190217" y="3001136"/>
                  <a:pt x="3187835" y="3000850"/>
                </a:cubicBezTo>
                <a:cubicBezTo>
                  <a:pt x="3185454" y="3000565"/>
                  <a:pt x="3183073" y="2998183"/>
                  <a:pt x="3179168" y="3003232"/>
                </a:cubicBezTo>
                <a:cubicBezTo>
                  <a:pt x="3175262" y="3008375"/>
                  <a:pt x="3178310" y="3007328"/>
                  <a:pt x="3180406" y="3005613"/>
                </a:cubicBezTo>
                <a:cubicBezTo>
                  <a:pt x="3182501" y="3003803"/>
                  <a:pt x="3183740" y="3003613"/>
                  <a:pt x="3182501" y="3005708"/>
                </a:cubicBezTo>
                <a:cubicBezTo>
                  <a:pt x="3181263" y="3007804"/>
                  <a:pt x="3180977" y="3008090"/>
                  <a:pt x="3178310" y="3011709"/>
                </a:cubicBezTo>
                <a:cubicBezTo>
                  <a:pt x="3175643" y="3015329"/>
                  <a:pt x="3171167" y="3015900"/>
                  <a:pt x="3169357" y="3016853"/>
                </a:cubicBezTo>
                <a:cubicBezTo>
                  <a:pt x="3167547" y="3017710"/>
                  <a:pt x="3166976" y="3019520"/>
                  <a:pt x="3166023" y="3018091"/>
                </a:cubicBezTo>
                <a:cubicBezTo>
                  <a:pt x="3165166" y="3016567"/>
                  <a:pt x="3164214" y="3015424"/>
                  <a:pt x="3159165" y="3017805"/>
                </a:cubicBezTo>
                <a:cubicBezTo>
                  <a:pt x="3154022" y="3020186"/>
                  <a:pt x="3155832" y="3025330"/>
                  <a:pt x="3159165" y="3024091"/>
                </a:cubicBezTo>
                <a:cubicBezTo>
                  <a:pt x="3162499" y="3022853"/>
                  <a:pt x="3160023" y="3027711"/>
                  <a:pt x="3158594" y="3031902"/>
                </a:cubicBezTo>
                <a:cubicBezTo>
                  <a:pt x="3157070" y="3036093"/>
                  <a:pt x="3155927" y="3031902"/>
                  <a:pt x="3155260" y="3029521"/>
                </a:cubicBezTo>
                <a:cubicBezTo>
                  <a:pt x="3154689" y="3027140"/>
                  <a:pt x="3154689" y="3022949"/>
                  <a:pt x="3151355" y="3025616"/>
                </a:cubicBezTo>
                <a:cubicBezTo>
                  <a:pt x="3148021" y="3028282"/>
                  <a:pt x="3149831" y="3021710"/>
                  <a:pt x="3145068" y="3020567"/>
                </a:cubicBezTo>
                <a:cubicBezTo>
                  <a:pt x="3140306" y="3019329"/>
                  <a:pt x="3139639" y="3015805"/>
                  <a:pt x="3140591" y="3014566"/>
                </a:cubicBezTo>
                <a:cubicBezTo>
                  <a:pt x="3141449" y="3013328"/>
                  <a:pt x="3143258" y="3009804"/>
                  <a:pt x="3139067" y="3009423"/>
                </a:cubicBezTo>
                <a:cubicBezTo>
                  <a:pt x="3134115" y="3009042"/>
                  <a:pt x="3136115" y="3013614"/>
                  <a:pt x="3132209" y="3013614"/>
                </a:cubicBezTo>
                <a:cubicBezTo>
                  <a:pt x="3128304" y="3013614"/>
                  <a:pt x="3130400" y="3009995"/>
                  <a:pt x="3133733" y="3006756"/>
                </a:cubicBezTo>
                <a:cubicBezTo>
                  <a:pt x="3137067" y="3003422"/>
                  <a:pt x="3132495" y="3000755"/>
                  <a:pt x="3129257" y="3001708"/>
                </a:cubicBezTo>
                <a:cubicBezTo>
                  <a:pt x="3125923" y="3002565"/>
                  <a:pt x="3124494" y="3005899"/>
                  <a:pt x="3125923" y="3007423"/>
                </a:cubicBezTo>
                <a:cubicBezTo>
                  <a:pt x="3127447" y="3008947"/>
                  <a:pt x="3128018" y="3011614"/>
                  <a:pt x="3122970" y="3011614"/>
                </a:cubicBezTo>
                <a:cubicBezTo>
                  <a:pt x="3117827" y="3011614"/>
                  <a:pt x="3114302" y="3013138"/>
                  <a:pt x="3111540" y="3018472"/>
                </a:cubicBezTo>
                <a:cubicBezTo>
                  <a:pt x="3108873" y="3023901"/>
                  <a:pt x="3101348" y="3023234"/>
                  <a:pt x="3099824" y="3021806"/>
                </a:cubicBezTo>
                <a:cubicBezTo>
                  <a:pt x="3098300" y="3020282"/>
                  <a:pt x="3095348" y="3019424"/>
                  <a:pt x="3094109" y="3019710"/>
                </a:cubicBezTo>
                <a:cubicBezTo>
                  <a:pt x="3092871" y="3019996"/>
                  <a:pt x="3091728" y="3019710"/>
                  <a:pt x="3090204" y="3017900"/>
                </a:cubicBezTo>
                <a:cubicBezTo>
                  <a:pt x="3088680" y="3016091"/>
                  <a:pt x="3082108" y="3014281"/>
                  <a:pt x="3080012" y="3014566"/>
                </a:cubicBezTo>
                <a:cubicBezTo>
                  <a:pt x="3077917" y="3014852"/>
                  <a:pt x="3074869" y="3014566"/>
                  <a:pt x="3074012" y="3013328"/>
                </a:cubicBezTo>
                <a:cubicBezTo>
                  <a:pt x="3073155" y="3012090"/>
                  <a:pt x="3071631" y="3011804"/>
                  <a:pt x="3070392" y="3012471"/>
                </a:cubicBezTo>
                <a:cubicBezTo>
                  <a:pt x="3069154" y="3013042"/>
                  <a:pt x="3066487" y="3014281"/>
                  <a:pt x="3065344" y="3012757"/>
                </a:cubicBezTo>
                <a:cubicBezTo>
                  <a:pt x="3064106" y="3011233"/>
                  <a:pt x="3064773" y="3010947"/>
                  <a:pt x="3057819" y="3011519"/>
                </a:cubicBezTo>
                <a:cubicBezTo>
                  <a:pt x="3050961" y="3012090"/>
                  <a:pt x="3037150" y="2990564"/>
                  <a:pt x="3035055" y="2986658"/>
                </a:cubicBezTo>
                <a:cubicBezTo>
                  <a:pt x="3032959" y="2982753"/>
                  <a:pt x="3033816" y="2979133"/>
                  <a:pt x="3034483" y="2971418"/>
                </a:cubicBezTo>
                <a:cubicBezTo>
                  <a:pt x="3035055" y="2963608"/>
                  <a:pt x="3031816" y="2960655"/>
                  <a:pt x="3029435" y="2958274"/>
                </a:cubicBezTo>
                <a:cubicBezTo>
                  <a:pt x="3027053" y="2955892"/>
                  <a:pt x="3023148" y="2955892"/>
                  <a:pt x="3021624" y="2951416"/>
                </a:cubicBezTo>
                <a:cubicBezTo>
                  <a:pt x="3020100" y="2946939"/>
                  <a:pt x="3025244" y="2949892"/>
                  <a:pt x="3026101" y="2943891"/>
                </a:cubicBezTo>
                <a:cubicBezTo>
                  <a:pt x="3026958" y="2937890"/>
                  <a:pt x="3023720" y="2942367"/>
                  <a:pt x="3021910" y="2944177"/>
                </a:cubicBezTo>
                <a:cubicBezTo>
                  <a:pt x="3020100" y="2945987"/>
                  <a:pt x="3018005" y="2948654"/>
                  <a:pt x="3010861" y="2950749"/>
                </a:cubicBezTo>
                <a:cubicBezTo>
                  <a:pt x="3003717" y="2952845"/>
                  <a:pt x="3005146" y="2946844"/>
                  <a:pt x="3007241" y="2944177"/>
                </a:cubicBezTo>
                <a:cubicBezTo>
                  <a:pt x="3009337" y="2941510"/>
                  <a:pt x="3009908" y="2938748"/>
                  <a:pt x="3009337" y="2936938"/>
                </a:cubicBezTo>
                <a:cubicBezTo>
                  <a:pt x="3008765" y="2935128"/>
                  <a:pt x="3008480" y="2932175"/>
                  <a:pt x="3009623" y="2930651"/>
                </a:cubicBezTo>
                <a:cubicBezTo>
                  <a:pt x="3010861" y="2929127"/>
                  <a:pt x="3009623" y="2927317"/>
                  <a:pt x="3008099" y="2926746"/>
                </a:cubicBezTo>
                <a:cubicBezTo>
                  <a:pt x="3006575" y="2926174"/>
                  <a:pt x="3003622" y="2924936"/>
                  <a:pt x="3003622" y="2922269"/>
                </a:cubicBezTo>
                <a:cubicBezTo>
                  <a:pt x="3003622" y="2919602"/>
                  <a:pt x="3002765" y="2918078"/>
                  <a:pt x="3000669" y="2919888"/>
                </a:cubicBezTo>
                <a:cubicBezTo>
                  <a:pt x="2998574" y="2921698"/>
                  <a:pt x="2999145" y="2925032"/>
                  <a:pt x="2998859" y="2931890"/>
                </a:cubicBezTo>
                <a:cubicBezTo>
                  <a:pt x="2998574" y="2938748"/>
                  <a:pt x="2994383" y="2941129"/>
                  <a:pt x="2992287" y="2939986"/>
                </a:cubicBezTo>
                <a:cubicBezTo>
                  <a:pt x="2990192" y="2938748"/>
                  <a:pt x="2986001" y="2939414"/>
                  <a:pt x="2981810" y="2942939"/>
                </a:cubicBezTo>
                <a:cubicBezTo>
                  <a:pt x="2977619" y="2946558"/>
                  <a:pt x="2978190" y="2942367"/>
                  <a:pt x="2979428" y="2941129"/>
                </a:cubicBezTo>
                <a:cubicBezTo>
                  <a:pt x="2980667" y="2939891"/>
                  <a:pt x="2980667" y="2938462"/>
                  <a:pt x="2980286" y="2936366"/>
                </a:cubicBezTo>
                <a:cubicBezTo>
                  <a:pt x="2980000" y="2934271"/>
                  <a:pt x="2980857" y="2933985"/>
                  <a:pt x="2985334" y="2935795"/>
                </a:cubicBezTo>
                <a:cubicBezTo>
                  <a:pt x="2989811" y="2937605"/>
                  <a:pt x="2991049" y="2931890"/>
                  <a:pt x="2990763" y="2927984"/>
                </a:cubicBezTo>
                <a:cubicBezTo>
                  <a:pt x="2990477" y="2924079"/>
                  <a:pt x="2991620" y="2920174"/>
                  <a:pt x="2991049" y="2915697"/>
                </a:cubicBezTo>
                <a:cubicBezTo>
                  <a:pt x="2990477" y="2911220"/>
                  <a:pt x="2991620" y="2908553"/>
                  <a:pt x="2993716" y="2907029"/>
                </a:cubicBezTo>
                <a:cubicBezTo>
                  <a:pt x="2995811" y="2905505"/>
                  <a:pt x="2996669" y="2903124"/>
                  <a:pt x="2996097" y="2900743"/>
                </a:cubicBezTo>
                <a:cubicBezTo>
                  <a:pt x="2995526" y="2898362"/>
                  <a:pt x="2994287" y="2895980"/>
                  <a:pt x="2997335" y="2894742"/>
                </a:cubicBezTo>
                <a:cubicBezTo>
                  <a:pt x="3000288" y="2893504"/>
                  <a:pt x="2999717" y="2891123"/>
                  <a:pt x="2997621" y="2889313"/>
                </a:cubicBezTo>
                <a:cubicBezTo>
                  <a:pt x="2995526" y="2887503"/>
                  <a:pt x="2993430" y="2885122"/>
                  <a:pt x="2993144" y="2876168"/>
                </a:cubicBezTo>
                <a:cubicBezTo>
                  <a:pt x="2992859" y="2867215"/>
                  <a:pt x="2991620" y="2871691"/>
                  <a:pt x="2991335" y="2874358"/>
                </a:cubicBezTo>
                <a:cubicBezTo>
                  <a:pt x="2991049" y="2877025"/>
                  <a:pt x="2991335" y="2879788"/>
                  <a:pt x="2992287" y="2883693"/>
                </a:cubicBezTo>
                <a:cubicBezTo>
                  <a:pt x="2993144" y="2887598"/>
                  <a:pt x="2992573" y="2889694"/>
                  <a:pt x="2991430" y="2890265"/>
                </a:cubicBezTo>
                <a:cubicBezTo>
                  <a:pt x="2990192" y="2890837"/>
                  <a:pt x="2988477" y="2889980"/>
                  <a:pt x="2987810" y="2897409"/>
                </a:cubicBezTo>
                <a:cubicBezTo>
                  <a:pt x="2987239" y="2904934"/>
                  <a:pt x="2979428" y="2911411"/>
                  <a:pt x="2974952" y="2912078"/>
                </a:cubicBezTo>
                <a:cubicBezTo>
                  <a:pt x="2968665" y="2912935"/>
                  <a:pt x="2969808" y="2920459"/>
                  <a:pt x="2966284" y="2921031"/>
                </a:cubicBezTo>
                <a:cubicBezTo>
                  <a:pt x="2964760" y="2921317"/>
                  <a:pt x="2963903" y="2922555"/>
                  <a:pt x="2963617" y="2923984"/>
                </a:cubicBezTo>
                <a:cubicBezTo>
                  <a:pt x="2963331" y="2925508"/>
                  <a:pt x="2963331" y="2926365"/>
                  <a:pt x="2960664" y="2926079"/>
                </a:cubicBezTo>
                <a:cubicBezTo>
                  <a:pt x="2957997" y="2925794"/>
                  <a:pt x="2957331" y="2932366"/>
                  <a:pt x="2960093" y="2933890"/>
                </a:cubicBezTo>
                <a:cubicBezTo>
                  <a:pt x="2962950" y="2935509"/>
                  <a:pt x="2959521" y="2939319"/>
                  <a:pt x="2956473" y="2938652"/>
                </a:cubicBezTo>
                <a:cubicBezTo>
                  <a:pt x="2953520" y="2938081"/>
                  <a:pt x="2954092" y="2934461"/>
                  <a:pt x="2949901" y="2932652"/>
                </a:cubicBezTo>
                <a:cubicBezTo>
                  <a:pt x="2945710" y="2930842"/>
                  <a:pt x="2947806" y="2929032"/>
                  <a:pt x="2949044" y="2929984"/>
                </a:cubicBezTo>
                <a:cubicBezTo>
                  <a:pt x="2950282" y="2930842"/>
                  <a:pt x="2951139" y="2929413"/>
                  <a:pt x="2950282" y="2927889"/>
                </a:cubicBezTo>
                <a:cubicBezTo>
                  <a:pt x="2949425" y="2926365"/>
                  <a:pt x="2948758" y="2922460"/>
                  <a:pt x="2948472" y="2919507"/>
                </a:cubicBezTo>
                <a:cubicBezTo>
                  <a:pt x="2948186" y="2916554"/>
                  <a:pt x="2945519" y="2910173"/>
                  <a:pt x="2943710" y="2909030"/>
                </a:cubicBezTo>
                <a:cubicBezTo>
                  <a:pt x="2941900" y="2907791"/>
                  <a:pt x="2940090" y="2906077"/>
                  <a:pt x="2939519" y="2903886"/>
                </a:cubicBezTo>
                <a:cubicBezTo>
                  <a:pt x="2938947" y="2901790"/>
                  <a:pt x="2936185" y="2899123"/>
                  <a:pt x="2934756" y="2897314"/>
                </a:cubicBezTo>
                <a:cubicBezTo>
                  <a:pt x="2933232" y="2895504"/>
                  <a:pt x="2932089" y="2893123"/>
                  <a:pt x="2930280" y="2895790"/>
                </a:cubicBezTo>
                <a:cubicBezTo>
                  <a:pt x="2928470" y="2898457"/>
                  <a:pt x="2927612" y="2893694"/>
                  <a:pt x="2926946" y="2891599"/>
                </a:cubicBezTo>
                <a:cubicBezTo>
                  <a:pt x="2926374" y="2889503"/>
                  <a:pt x="2924279" y="2887694"/>
                  <a:pt x="2927517" y="2887122"/>
                </a:cubicBezTo>
                <a:cubicBezTo>
                  <a:pt x="2930851" y="2886550"/>
                  <a:pt x="2927231" y="2882359"/>
                  <a:pt x="2923898" y="2882359"/>
                </a:cubicBezTo>
                <a:cubicBezTo>
                  <a:pt x="2920564" y="2882359"/>
                  <a:pt x="2918754" y="2881788"/>
                  <a:pt x="2919421" y="2880264"/>
                </a:cubicBezTo>
                <a:cubicBezTo>
                  <a:pt x="2919992" y="2878740"/>
                  <a:pt x="2919707" y="2877597"/>
                  <a:pt x="2917611" y="2875502"/>
                </a:cubicBezTo>
                <a:cubicBezTo>
                  <a:pt x="2915516" y="2873406"/>
                  <a:pt x="2914277" y="2872549"/>
                  <a:pt x="2910753" y="2873120"/>
                </a:cubicBezTo>
                <a:cubicBezTo>
                  <a:pt x="2907134" y="2873692"/>
                  <a:pt x="2903514" y="2873978"/>
                  <a:pt x="2900847" y="2872263"/>
                </a:cubicBezTo>
                <a:cubicBezTo>
                  <a:pt x="2898180" y="2870453"/>
                  <a:pt x="2894847" y="2870739"/>
                  <a:pt x="2892751" y="2872263"/>
                </a:cubicBezTo>
                <a:cubicBezTo>
                  <a:pt x="2890656" y="2873787"/>
                  <a:pt x="2886750" y="2871977"/>
                  <a:pt x="2884940" y="2868929"/>
                </a:cubicBezTo>
                <a:cubicBezTo>
                  <a:pt x="2883131" y="2865977"/>
                  <a:pt x="2876558" y="2859976"/>
                  <a:pt x="2872082" y="2856928"/>
                </a:cubicBezTo>
                <a:cubicBezTo>
                  <a:pt x="2867605" y="2853880"/>
                  <a:pt x="2865509" y="2855690"/>
                  <a:pt x="2865224" y="2856928"/>
                </a:cubicBezTo>
                <a:cubicBezTo>
                  <a:pt x="2864938" y="2858166"/>
                  <a:pt x="2860747" y="2859881"/>
                  <a:pt x="2855318" y="2858738"/>
                </a:cubicBezTo>
                <a:cubicBezTo>
                  <a:pt x="2849889" y="2857499"/>
                  <a:pt x="2835030" y="2860642"/>
                  <a:pt x="2833124" y="2862071"/>
                </a:cubicBezTo>
                <a:cubicBezTo>
                  <a:pt x="2828648" y="2865310"/>
                  <a:pt x="2823218" y="2870167"/>
                  <a:pt x="2820837" y="2870453"/>
                </a:cubicBezTo>
                <a:cubicBezTo>
                  <a:pt x="2818456" y="2870739"/>
                  <a:pt x="2815122" y="2872263"/>
                  <a:pt x="2813979" y="2874073"/>
                </a:cubicBezTo>
                <a:cubicBezTo>
                  <a:pt x="2812741" y="2875882"/>
                  <a:pt x="2806169" y="2878549"/>
                  <a:pt x="2801978" y="2877978"/>
                </a:cubicBezTo>
                <a:cubicBezTo>
                  <a:pt x="2797787" y="2877407"/>
                  <a:pt x="2783975" y="2881312"/>
                  <a:pt x="2781308" y="2879502"/>
                </a:cubicBezTo>
                <a:cubicBezTo>
                  <a:pt x="2778641" y="2877692"/>
                  <a:pt x="2764259" y="2882169"/>
                  <a:pt x="2760925" y="2887313"/>
                </a:cubicBezTo>
                <a:cubicBezTo>
                  <a:pt x="2757591" y="2892456"/>
                  <a:pt x="2752257" y="2893599"/>
                  <a:pt x="2748066" y="2894837"/>
                </a:cubicBezTo>
                <a:cubicBezTo>
                  <a:pt x="2743875" y="2896075"/>
                  <a:pt x="2740827" y="2904077"/>
                  <a:pt x="2739398" y="2911601"/>
                </a:cubicBezTo>
                <a:cubicBezTo>
                  <a:pt x="2737874" y="2919126"/>
                  <a:pt x="2730064" y="2918745"/>
                  <a:pt x="2729778" y="2920555"/>
                </a:cubicBezTo>
                <a:cubicBezTo>
                  <a:pt x="2729492" y="2922365"/>
                  <a:pt x="2726825" y="2922079"/>
                  <a:pt x="2726159" y="2920269"/>
                </a:cubicBezTo>
                <a:cubicBezTo>
                  <a:pt x="2725587" y="2918459"/>
                  <a:pt x="2724635" y="2917316"/>
                  <a:pt x="2721682" y="2916649"/>
                </a:cubicBezTo>
                <a:cubicBezTo>
                  <a:pt x="2718729" y="2916078"/>
                  <a:pt x="2713586" y="2918174"/>
                  <a:pt x="2712062" y="2921126"/>
                </a:cubicBezTo>
                <a:cubicBezTo>
                  <a:pt x="2710538" y="2924079"/>
                  <a:pt x="2708442" y="2921698"/>
                  <a:pt x="2707299" y="2919316"/>
                </a:cubicBezTo>
                <a:cubicBezTo>
                  <a:pt x="2706061" y="2916935"/>
                  <a:pt x="2701013" y="2918459"/>
                  <a:pt x="2697965" y="2919888"/>
                </a:cubicBezTo>
                <a:cubicBezTo>
                  <a:pt x="2695012" y="2921412"/>
                  <a:pt x="2689583" y="2921983"/>
                  <a:pt x="2689011" y="2920459"/>
                </a:cubicBezTo>
                <a:cubicBezTo>
                  <a:pt x="2688440" y="2918936"/>
                  <a:pt x="2677581" y="2920174"/>
                  <a:pt x="2676724" y="2921031"/>
                </a:cubicBezTo>
                <a:cubicBezTo>
                  <a:pt x="2675867" y="2921888"/>
                  <a:pt x="2674343" y="2922841"/>
                  <a:pt x="2671295" y="2922555"/>
                </a:cubicBezTo>
                <a:cubicBezTo>
                  <a:pt x="2668342" y="2922269"/>
                  <a:pt x="2660531" y="2926460"/>
                  <a:pt x="2661674" y="2930080"/>
                </a:cubicBezTo>
                <a:cubicBezTo>
                  <a:pt x="2662913" y="2933699"/>
                  <a:pt x="2657769" y="2936652"/>
                  <a:pt x="2656245" y="2934557"/>
                </a:cubicBezTo>
                <a:cubicBezTo>
                  <a:pt x="2654721" y="2932461"/>
                  <a:pt x="2650244" y="2934271"/>
                  <a:pt x="2648720" y="2936081"/>
                </a:cubicBezTo>
                <a:cubicBezTo>
                  <a:pt x="2647197" y="2937890"/>
                  <a:pt x="2645101" y="2940843"/>
                  <a:pt x="2643577" y="2941510"/>
                </a:cubicBezTo>
                <a:cubicBezTo>
                  <a:pt x="2642053" y="2942081"/>
                  <a:pt x="2639957" y="2944177"/>
                  <a:pt x="2640910" y="2945987"/>
                </a:cubicBezTo>
                <a:cubicBezTo>
                  <a:pt x="2641767" y="2947796"/>
                  <a:pt x="2640910" y="2948368"/>
                  <a:pt x="2639100" y="2948368"/>
                </a:cubicBezTo>
                <a:cubicBezTo>
                  <a:pt x="2637290" y="2948368"/>
                  <a:pt x="2633671" y="2950178"/>
                  <a:pt x="2631004" y="2950749"/>
                </a:cubicBezTo>
                <a:cubicBezTo>
                  <a:pt x="2628527" y="2951321"/>
                  <a:pt x="2622908" y="2949511"/>
                  <a:pt x="2620812" y="2950178"/>
                </a:cubicBezTo>
                <a:cubicBezTo>
                  <a:pt x="2618717" y="2950749"/>
                  <a:pt x="2614811" y="2951035"/>
                  <a:pt x="2613954" y="2948654"/>
                </a:cubicBezTo>
                <a:cubicBezTo>
                  <a:pt x="2613097" y="2946272"/>
                  <a:pt x="2610049" y="2946558"/>
                  <a:pt x="2609763" y="2949225"/>
                </a:cubicBezTo>
                <a:cubicBezTo>
                  <a:pt x="2609477" y="2951892"/>
                  <a:pt x="2604048" y="2949225"/>
                  <a:pt x="2603477" y="2947701"/>
                </a:cubicBezTo>
                <a:cubicBezTo>
                  <a:pt x="2602905" y="2946177"/>
                  <a:pt x="2600810" y="2944748"/>
                  <a:pt x="2598333" y="2945034"/>
                </a:cubicBezTo>
                <a:cubicBezTo>
                  <a:pt x="2595952" y="2945320"/>
                  <a:pt x="2588141" y="2939891"/>
                  <a:pt x="2585474" y="2937509"/>
                </a:cubicBezTo>
                <a:cubicBezTo>
                  <a:pt x="2582807" y="2935128"/>
                  <a:pt x="2584617" y="2935033"/>
                  <a:pt x="2579474" y="2935890"/>
                </a:cubicBezTo>
                <a:cubicBezTo>
                  <a:pt x="2574425" y="2936747"/>
                  <a:pt x="2574997" y="2931223"/>
                  <a:pt x="2575283" y="2929127"/>
                </a:cubicBezTo>
                <a:cubicBezTo>
                  <a:pt x="2575568" y="2927032"/>
                  <a:pt x="2576140" y="2921031"/>
                  <a:pt x="2574997" y="2918650"/>
                </a:cubicBezTo>
                <a:cubicBezTo>
                  <a:pt x="2573759" y="2916269"/>
                  <a:pt x="2573473" y="2913887"/>
                  <a:pt x="2577950" y="2917792"/>
                </a:cubicBezTo>
                <a:cubicBezTo>
                  <a:pt x="2582426" y="2921698"/>
                  <a:pt x="2583379" y="2916269"/>
                  <a:pt x="2583950" y="2913887"/>
                </a:cubicBezTo>
                <a:cubicBezTo>
                  <a:pt x="2584522" y="2911506"/>
                  <a:pt x="2586046" y="2903696"/>
                  <a:pt x="2583665" y="2899219"/>
                </a:cubicBezTo>
                <a:cubicBezTo>
                  <a:pt x="2581283" y="2894742"/>
                  <a:pt x="2582141" y="2892932"/>
                  <a:pt x="2583950" y="2894742"/>
                </a:cubicBezTo>
                <a:cubicBezTo>
                  <a:pt x="2585760" y="2896552"/>
                  <a:pt x="2586046" y="2894456"/>
                  <a:pt x="2584522" y="2892932"/>
                </a:cubicBezTo>
                <a:cubicBezTo>
                  <a:pt x="2582998" y="2891408"/>
                  <a:pt x="2582998" y="2890551"/>
                  <a:pt x="2582998" y="2887503"/>
                </a:cubicBezTo>
                <a:cubicBezTo>
                  <a:pt x="2582998" y="2884455"/>
                  <a:pt x="2580617" y="2877597"/>
                  <a:pt x="2580045" y="2874644"/>
                </a:cubicBezTo>
                <a:cubicBezTo>
                  <a:pt x="2579093" y="2869977"/>
                  <a:pt x="2576711" y="2864167"/>
                  <a:pt x="2571663" y="2859404"/>
                </a:cubicBezTo>
                <a:cubicBezTo>
                  <a:pt x="2566615" y="2854642"/>
                  <a:pt x="2561186" y="2841688"/>
                  <a:pt x="2561757" y="2833973"/>
                </a:cubicBezTo>
                <a:cubicBezTo>
                  <a:pt x="2562329" y="2826162"/>
                  <a:pt x="2557566" y="2817780"/>
                  <a:pt x="2553375" y="2815399"/>
                </a:cubicBezTo>
                <a:cubicBezTo>
                  <a:pt x="2549184" y="2813017"/>
                  <a:pt x="2544993" y="2807874"/>
                  <a:pt x="2545850" y="2805493"/>
                </a:cubicBezTo>
                <a:cubicBezTo>
                  <a:pt x="2546708" y="2803112"/>
                  <a:pt x="2545279" y="2798254"/>
                  <a:pt x="2543755" y="2796158"/>
                </a:cubicBezTo>
                <a:cubicBezTo>
                  <a:pt x="2542231" y="2794063"/>
                  <a:pt x="2539278" y="2789586"/>
                  <a:pt x="2539564" y="2784728"/>
                </a:cubicBezTo>
                <a:cubicBezTo>
                  <a:pt x="2539850" y="2779966"/>
                  <a:pt x="2537754" y="2773965"/>
                  <a:pt x="2535659" y="2771584"/>
                </a:cubicBezTo>
                <a:cubicBezTo>
                  <a:pt x="2533563" y="2769203"/>
                  <a:pt x="2526705" y="2759868"/>
                  <a:pt x="2524895" y="2757487"/>
                </a:cubicBezTo>
                <a:cubicBezTo>
                  <a:pt x="2523086" y="2755106"/>
                  <a:pt x="2521943" y="2748152"/>
                  <a:pt x="2518323" y="2747866"/>
                </a:cubicBezTo>
                <a:cubicBezTo>
                  <a:pt x="2514704" y="2747581"/>
                  <a:pt x="2516228" y="2746628"/>
                  <a:pt x="2518323" y="2744247"/>
                </a:cubicBezTo>
                <a:cubicBezTo>
                  <a:pt x="2520419" y="2741866"/>
                  <a:pt x="2521943" y="2743009"/>
                  <a:pt x="2521943" y="2746628"/>
                </a:cubicBezTo>
                <a:cubicBezTo>
                  <a:pt x="2521943" y="2750248"/>
                  <a:pt x="2526705" y="2753486"/>
                  <a:pt x="2527943" y="2752629"/>
                </a:cubicBezTo>
                <a:cubicBezTo>
                  <a:pt x="2529182" y="2751772"/>
                  <a:pt x="2530039" y="2748724"/>
                  <a:pt x="2526419" y="2745771"/>
                </a:cubicBezTo>
                <a:cubicBezTo>
                  <a:pt x="2522800" y="2742818"/>
                  <a:pt x="2522800" y="2737675"/>
                  <a:pt x="2520419" y="2735008"/>
                </a:cubicBezTo>
                <a:cubicBezTo>
                  <a:pt x="2518037" y="2732341"/>
                  <a:pt x="2516228" y="2727864"/>
                  <a:pt x="2518609" y="2729007"/>
                </a:cubicBezTo>
                <a:cubicBezTo>
                  <a:pt x="2520990" y="2730245"/>
                  <a:pt x="2524895" y="2735294"/>
                  <a:pt x="2524610" y="2738341"/>
                </a:cubicBezTo>
                <a:cubicBezTo>
                  <a:pt x="2524324" y="2741294"/>
                  <a:pt x="2526705" y="2743104"/>
                  <a:pt x="2527277" y="2740723"/>
                </a:cubicBezTo>
                <a:cubicBezTo>
                  <a:pt x="2527848" y="2738341"/>
                  <a:pt x="2531468" y="2740151"/>
                  <a:pt x="2531182" y="2742532"/>
                </a:cubicBezTo>
                <a:cubicBezTo>
                  <a:pt x="2530896" y="2744914"/>
                  <a:pt x="2532420" y="2746438"/>
                  <a:pt x="2534135" y="2746152"/>
                </a:cubicBezTo>
                <a:cubicBezTo>
                  <a:pt x="2535944" y="2745866"/>
                  <a:pt x="2536516" y="2739294"/>
                  <a:pt x="2532611" y="2736817"/>
                </a:cubicBezTo>
                <a:cubicBezTo>
                  <a:pt x="2528706" y="2734436"/>
                  <a:pt x="2526705" y="2729579"/>
                  <a:pt x="2525086" y="2728721"/>
                </a:cubicBezTo>
                <a:cubicBezTo>
                  <a:pt x="2522705" y="2727483"/>
                  <a:pt x="2522133" y="2726912"/>
                  <a:pt x="2522990" y="2725102"/>
                </a:cubicBezTo>
                <a:cubicBezTo>
                  <a:pt x="2523848" y="2723292"/>
                  <a:pt x="2522705" y="2721197"/>
                  <a:pt x="2520609" y="2720911"/>
                </a:cubicBezTo>
                <a:cubicBezTo>
                  <a:pt x="2518514" y="2720625"/>
                  <a:pt x="2517656" y="2717958"/>
                  <a:pt x="2517942" y="2715767"/>
                </a:cubicBezTo>
                <a:cubicBezTo>
                  <a:pt x="2518228" y="2713672"/>
                  <a:pt x="2516132" y="2709481"/>
                  <a:pt x="2514894" y="2706814"/>
                </a:cubicBezTo>
                <a:cubicBezTo>
                  <a:pt x="2511656" y="2699480"/>
                  <a:pt x="2514037" y="2692431"/>
                  <a:pt x="2515180" y="2689764"/>
                </a:cubicBezTo>
                <a:cubicBezTo>
                  <a:pt x="2516418" y="2687097"/>
                  <a:pt x="2520228" y="2678048"/>
                  <a:pt x="2517847" y="2674810"/>
                </a:cubicBezTo>
                <a:cubicBezTo>
                  <a:pt x="2515466" y="2671476"/>
                  <a:pt x="2517275" y="2665475"/>
                  <a:pt x="2515751" y="2663094"/>
                </a:cubicBezTo>
                <a:cubicBezTo>
                  <a:pt x="2514227" y="2660713"/>
                  <a:pt x="2514894" y="2656522"/>
                  <a:pt x="2514513" y="2653759"/>
                </a:cubicBezTo>
                <a:cubicBezTo>
                  <a:pt x="2514227" y="2651092"/>
                  <a:pt x="2514227" y="2642996"/>
                  <a:pt x="2515085" y="2641187"/>
                </a:cubicBezTo>
                <a:cubicBezTo>
                  <a:pt x="2517752" y="2635948"/>
                  <a:pt x="2518704" y="2642044"/>
                  <a:pt x="2518037" y="2645378"/>
                </a:cubicBezTo>
                <a:cubicBezTo>
                  <a:pt x="2517466" y="2648711"/>
                  <a:pt x="2519847" y="2651664"/>
                  <a:pt x="2519561" y="2654331"/>
                </a:cubicBezTo>
                <a:cubicBezTo>
                  <a:pt x="2519276" y="2656998"/>
                  <a:pt x="2519276" y="2658522"/>
                  <a:pt x="2523181" y="2659094"/>
                </a:cubicBezTo>
                <a:cubicBezTo>
                  <a:pt x="2527086" y="2659665"/>
                  <a:pt x="2525276" y="2652807"/>
                  <a:pt x="2525276" y="2647664"/>
                </a:cubicBezTo>
                <a:cubicBezTo>
                  <a:pt x="2525276" y="2642520"/>
                  <a:pt x="2530325" y="2638710"/>
                  <a:pt x="2535182" y="2638710"/>
                </a:cubicBezTo>
                <a:cubicBezTo>
                  <a:pt x="2539945" y="2638710"/>
                  <a:pt x="2540612" y="2635376"/>
                  <a:pt x="2544136" y="2634233"/>
                </a:cubicBezTo>
                <a:cubicBezTo>
                  <a:pt x="2547756" y="2632995"/>
                  <a:pt x="2546803" y="2630614"/>
                  <a:pt x="2548613" y="2629471"/>
                </a:cubicBezTo>
                <a:cubicBezTo>
                  <a:pt x="2550423" y="2628232"/>
                  <a:pt x="2550423" y="2627090"/>
                  <a:pt x="2550708" y="2624708"/>
                </a:cubicBezTo>
                <a:cubicBezTo>
                  <a:pt x="2550994" y="2622327"/>
                  <a:pt x="2554042" y="2620517"/>
                  <a:pt x="2556423" y="2619565"/>
                </a:cubicBezTo>
                <a:cubicBezTo>
                  <a:pt x="2558805" y="2618707"/>
                  <a:pt x="2564234" y="2616898"/>
                  <a:pt x="2566329" y="2612992"/>
                </a:cubicBezTo>
                <a:cubicBezTo>
                  <a:pt x="2568425" y="2609087"/>
                  <a:pt x="2574997" y="2607944"/>
                  <a:pt x="2571758" y="2611754"/>
                </a:cubicBezTo>
                <a:cubicBezTo>
                  <a:pt x="2568425" y="2615659"/>
                  <a:pt x="2575378" y="2615088"/>
                  <a:pt x="2577188" y="2613850"/>
                </a:cubicBezTo>
                <a:cubicBezTo>
                  <a:pt x="2578998" y="2612612"/>
                  <a:pt x="2583474" y="2609945"/>
                  <a:pt x="2580807" y="2615088"/>
                </a:cubicBezTo>
                <a:cubicBezTo>
                  <a:pt x="2578140" y="2620232"/>
                  <a:pt x="2584141" y="2615374"/>
                  <a:pt x="2586522" y="2615088"/>
                </a:cubicBezTo>
                <a:cubicBezTo>
                  <a:pt x="2588903" y="2614802"/>
                  <a:pt x="2591951" y="2613850"/>
                  <a:pt x="2593094" y="2611469"/>
                </a:cubicBezTo>
                <a:cubicBezTo>
                  <a:pt x="2594333" y="2609087"/>
                  <a:pt x="2595761" y="2606706"/>
                  <a:pt x="2601476" y="2607563"/>
                </a:cubicBezTo>
                <a:cubicBezTo>
                  <a:pt x="2607191" y="2608421"/>
                  <a:pt x="2609858" y="2604611"/>
                  <a:pt x="2611382" y="2601563"/>
                </a:cubicBezTo>
                <a:cubicBezTo>
                  <a:pt x="2612906" y="2598610"/>
                  <a:pt x="2612621" y="2594705"/>
                  <a:pt x="2620050" y="2597086"/>
                </a:cubicBezTo>
                <a:cubicBezTo>
                  <a:pt x="2627575" y="2599467"/>
                  <a:pt x="2629004" y="2595276"/>
                  <a:pt x="2632623" y="2594990"/>
                </a:cubicBezTo>
                <a:cubicBezTo>
                  <a:pt x="2639481" y="2594419"/>
                  <a:pt x="2645768" y="2588132"/>
                  <a:pt x="2650340" y="2585084"/>
                </a:cubicBezTo>
                <a:cubicBezTo>
                  <a:pt x="2654816" y="2582132"/>
                  <a:pt x="2660817" y="2567082"/>
                  <a:pt x="2660817" y="2564987"/>
                </a:cubicBezTo>
                <a:cubicBezTo>
                  <a:pt x="2660817" y="2562891"/>
                  <a:pt x="2663770" y="2555366"/>
                  <a:pt x="2666247" y="2556319"/>
                </a:cubicBezTo>
                <a:cubicBezTo>
                  <a:pt x="2668628" y="2557176"/>
                  <a:pt x="2669294" y="2553366"/>
                  <a:pt x="2671676" y="2551842"/>
                </a:cubicBezTo>
                <a:cubicBezTo>
                  <a:pt x="2674057" y="2550318"/>
                  <a:pt x="2674343" y="2545841"/>
                  <a:pt x="2671676" y="2547365"/>
                </a:cubicBezTo>
                <a:cubicBezTo>
                  <a:pt x="2669009" y="2548889"/>
                  <a:pt x="2669294" y="2545841"/>
                  <a:pt x="2669866" y="2544413"/>
                </a:cubicBezTo>
                <a:cubicBezTo>
                  <a:pt x="2670437" y="2542889"/>
                  <a:pt x="2670723" y="2539936"/>
                  <a:pt x="2669580" y="2538126"/>
                </a:cubicBezTo>
                <a:cubicBezTo>
                  <a:pt x="2667008" y="2534221"/>
                  <a:pt x="2671390" y="2535459"/>
                  <a:pt x="2670437" y="2529173"/>
                </a:cubicBezTo>
                <a:cubicBezTo>
                  <a:pt x="2669580" y="2522886"/>
                  <a:pt x="2677581" y="2525553"/>
                  <a:pt x="2677010" y="2522315"/>
                </a:cubicBezTo>
                <a:cubicBezTo>
                  <a:pt x="2676438" y="2518981"/>
                  <a:pt x="2679105" y="2520505"/>
                  <a:pt x="2681201" y="2515742"/>
                </a:cubicBezTo>
                <a:cubicBezTo>
                  <a:pt x="2683296" y="2510980"/>
                  <a:pt x="2686630" y="2515742"/>
                  <a:pt x="2685773" y="2518123"/>
                </a:cubicBezTo>
                <a:cubicBezTo>
                  <a:pt x="2684534" y="2521362"/>
                  <a:pt x="2692345" y="2527458"/>
                  <a:pt x="2696250" y="2531935"/>
                </a:cubicBezTo>
                <a:cubicBezTo>
                  <a:pt x="2700156" y="2536412"/>
                  <a:pt x="2698917" y="2533173"/>
                  <a:pt x="2698346" y="2530411"/>
                </a:cubicBezTo>
                <a:cubicBezTo>
                  <a:pt x="2697774" y="2527744"/>
                  <a:pt x="2698060" y="2524410"/>
                  <a:pt x="2701013" y="2528601"/>
                </a:cubicBezTo>
                <a:cubicBezTo>
                  <a:pt x="2703965" y="2532792"/>
                  <a:pt x="2703965" y="2528887"/>
                  <a:pt x="2703680" y="2526791"/>
                </a:cubicBezTo>
                <a:cubicBezTo>
                  <a:pt x="2703394" y="2524696"/>
                  <a:pt x="2701013" y="2521076"/>
                  <a:pt x="2698250" y="2519933"/>
                </a:cubicBezTo>
                <a:cubicBezTo>
                  <a:pt x="2694822" y="2518409"/>
                  <a:pt x="2694345" y="2515171"/>
                  <a:pt x="2696155" y="2514504"/>
                </a:cubicBezTo>
                <a:cubicBezTo>
                  <a:pt x="2697965" y="2513932"/>
                  <a:pt x="2699108" y="2513647"/>
                  <a:pt x="2696441" y="2512408"/>
                </a:cubicBezTo>
                <a:cubicBezTo>
                  <a:pt x="2693774" y="2511170"/>
                  <a:pt x="2694631" y="2508217"/>
                  <a:pt x="2696726" y="2507932"/>
                </a:cubicBezTo>
                <a:cubicBezTo>
                  <a:pt x="2698822" y="2507646"/>
                  <a:pt x="2701489" y="2507932"/>
                  <a:pt x="2700632" y="2511837"/>
                </a:cubicBezTo>
                <a:cubicBezTo>
                  <a:pt x="2699774" y="2515742"/>
                  <a:pt x="2703965" y="2517266"/>
                  <a:pt x="2703965" y="2514885"/>
                </a:cubicBezTo>
                <a:cubicBezTo>
                  <a:pt x="2703965" y="2512504"/>
                  <a:pt x="2707585" y="2514028"/>
                  <a:pt x="2709681" y="2516409"/>
                </a:cubicBezTo>
                <a:cubicBezTo>
                  <a:pt x="2711776" y="2518790"/>
                  <a:pt x="2715967" y="2519743"/>
                  <a:pt x="2715110" y="2516695"/>
                </a:cubicBezTo>
                <a:cubicBezTo>
                  <a:pt x="2714252" y="2513647"/>
                  <a:pt x="2716919" y="2514599"/>
                  <a:pt x="2718729" y="2514885"/>
                </a:cubicBezTo>
                <a:cubicBezTo>
                  <a:pt x="2720539" y="2515171"/>
                  <a:pt x="2722920" y="2514885"/>
                  <a:pt x="2722349" y="2513361"/>
                </a:cubicBezTo>
                <a:cubicBezTo>
                  <a:pt x="2721777" y="2511837"/>
                  <a:pt x="2718729" y="2511551"/>
                  <a:pt x="2716634" y="2512123"/>
                </a:cubicBezTo>
                <a:cubicBezTo>
                  <a:pt x="2714538" y="2512694"/>
                  <a:pt x="2713300" y="2513837"/>
                  <a:pt x="2712443" y="2509456"/>
                </a:cubicBezTo>
                <a:cubicBezTo>
                  <a:pt x="2711585" y="2505074"/>
                  <a:pt x="2714252" y="2507932"/>
                  <a:pt x="2716348" y="2505265"/>
                </a:cubicBezTo>
                <a:cubicBezTo>
                  <a:pt x="2718443" y="2502598"/>
                  <a:pt x="2717586" y="2503169"/>
                  <a:pt x="2715776" y="2502598"/>
                </a:cubicBezTo>
                <a:cubicBezTo>
                  <a:pt x="2709776" y="2500598"/>
                  <a:pt x="2715491" y="2496597"/>
                  <a:pt x="2717015" y="2494787"/>
                </a:cubicBezTo>
                <a:cubicBezTo>
                  <a:pt x="2718539" y="2492978"/>
                  <a:pt x="2720920" y="2492406"/>
                  <a:pt x="2722730" y="2494216"/>
                </a:cubicBezTo>
                <a:cubicBezTo>
                  <a:pt x="2724539" y="2496025"/>
                  <a:pt x="2724825" y="2494216"/>
                  <a:pt x="2725397" y="2492406"/>
                </a:cubicBezTo>
                <a:cubicBezTo>
                  <a:pt x="2725968" y="2490596"/>
                  <a:pt x="2725682" y="2489072"/>
                  <a:pt x="2723873" y="2489739"/>
                </a:cubicBezTo>
                <a:cubicBezTo>
                  <a:pt x="2722063" y="2490311"/>
                  <a:pt x="2719682" y="2490596"/>
                  <a:pt x="2719682" y="2487358"/>
                </a:cubicBezTo>
                <a:cubicBezTo>
                  <a:pt x="2719682" y="2484024"/>
                  <a:pt x="2724158" y="2483453"/>
                  <a:pt x="2725397" y="2485262"/>
                </a:cubicBezTo>
                <a:cubicBezTo>
                  <a:pt x="2726635" y="2487072"/>
                  <a:pt x="2728349" y="2486120"/>
                  <a:pt x="2731398" y="2484405"/>
                </a:cubicBezTo>
                <a:cubicBezTo>
                  <a:pt x="2734350" y="2482595"/>
                  <a:pt x="2732922" y="2481738"/>
                  <a:pt x="2730540" y="2481738"/>
                </a:cubicBezTo>
                <a:cubicBezTo>
                  <a:pt x="2728159" y="2481738"/>
                  <a:pt x="2725778" y="2482976"/>
                  <a:pt x="2724254" y="2479071"/>
                </a:cubicBezTo>
                <a:cubicBezTo>
                  <a:pt x="2722730" y="2475166"/>
                  <a:pt x="2724254" y="2472784"/>
                  <a:pt x="2725778" y="2471546"/>
                </a:cubicBezTo>
                <a:cubicBezTo>
                  <a:pt x="2727302" y="2470308"/>
                  <a:pt x="2728826" y="2470689"/>
                  <a:pt x="2729397" y="2467927"/>
                </a:cubicBezTo>
                <a:cubicBezTo>
                  <a:pt x="2729969" y="2465260"/>
                  <a:pt x="2732731" y="2463450"/>
                  <a:pt x="2731778" y="2467355"/>
                </a:cubicBezTo>
                <a:cubicBezTo>
                  <a:pt x="2730921" y="2471261"/>
                  <a:pt x="2733588" y="2469165"/>
                  <a:pt x="2733588" y="2469165"/>
                </a:cubicBezTo>
                <a:cubicBezTo>
                  <a:pt x="2733588" y="2469165"/>
                  <a:pt x="2734445" y="2466498"/>
                  <a:pt x="2735969" y="2465546"/>
                </a:cubicBezTo>
                <a:cubicBezTo>
                  <a:pt x="2737493" y="2464688"/>
                  <a:pt x="2738636" y="2462879"/>
                  <a:pt x="2738636" y="2461069"/>
                </a:cubicBezTo>
                <a:cubicBezTo>
                  <a:pt x="2738636" y="2459259"/>
                  <a:pt x="2738351" y="2457735"/>
                  <a:pt x="2741684" y="2455640"/>
                </a:cubicBezTo>
                <a:cubicBezTo>
                  <a:pt x="2745018" y="2453544"/>
                  <a:pt x="2745018" y="2456497"/>
                  <a:pt x="2743780" y="2457449"/>
                </a:cubicBezTo>
                <a:cubicBezTo>
                  <a:pt x="2742542" y="2458306"/>
                  <a:pt x="2742923" y="2458973"/>
                  <a:pt x="2742923" y="2460783"/>
                </a:cubicBezTo>
                <a:cubicBezTo>
                  <a:pt x="2742923" y="2462593"/>
                  <a:pt x="2743208" y="2464403"/>
                  <a:pt x="2745018" y="2463450"/>
                </a:cubicBezTo>
                <a:cubicBezTo>
                  <a:pt x="2746828" y="2462593"/>
                  <a:pt x="2746256" y="2460783"/>
                  <a:pt x="2746828" y="2458973"/>
                </a:cubicBezTo>
                <a:cubicBezTo>
                  <a:pt x="2748066" y="2455258"/>
                  <a:pt x="2753114" y="2454782"/>
                  <a:pt x="2751019" y="2459831"/>
                </a:cubicBezTo>
                <a:cubicBezTo>
                  <a:pt x="2748923" y="2464879"/>
                  <a:pt x="2753400" y="2460116"/>
                  <a:pt x="2754924" y="2460116"/>
                </a:cubicBezTo>
                <a:cubicBezTo>
                  <a:pt x="2756448" y="2460116"/>
                  <a:pt x="2759306" y="2457830"/>
                  <a:pt x="2757306" y="2457164"/>
                </a:cubicBezTo>
                <a:cubicBezTo>
                  <a:pt x="2754639" y="2456306"/>
                  <a:pt x="2756067" y="2454497"/>
                  <a:pt x="2757591" y="2454211"/>
                </a:cubicBezTo>
                <a:cubicBezTo>
                  <a:pt x="2759115" y="2453925"/>
                  <a:pt x="2760544" y="2456021"/>
                  <a:pt x="2764735" y="2457164"/>
                </a:cubicBezTo>
                <a:cubicBezTo>
                  <a:pt x="2768926" y="2458402"/>
                  <a:pt x="2773689" y="2465831"/>
                  <a:pt x="2777308" y="2468879"/>
                </a:cubicBezTo>
                <a:cubicBezTo>
                  <a:pt x="2780927" y="2471832"/>
                  <a:pt x="2783023" y="2476023"/>
                  <a:pt x="2782070" y="2479642"/>
                </a:cubicBezTo>
                <a:cubicBezTo>
                  <a:pt x="2781213" y="2483262"/>
                  <a:pt x="2783309" y="2483833"/>
                  <a:pt x="2783309" y="2488977"/>
                </a:cubicBezTo>
                <a:cubicBezTo>
                  <a:pt x="2783309" y="2494121"/>
                  <a:pt x="2788738" y="2487453"/>
                  <a:pt x="2787785" y="2484215"/>
                </a:cubicBezTo>
                <a:cubicBezTo>
                  <a:pt x="2786928" y="2480881"/>
                  <a:pt x="2791691" y="2482690"/>
                  <a:pt x="2791310" y="2478785"/>
                </a:cubicBezTo>
                <a:cubicBezTo>
                  <a:pt x="2790548" y="2470689"/>
                  <a:pt x="2804549" y="2477928"/>
                  <a:pt x="2803978" y="2481452"/>
                </a:cubicBezTo>
                <a:cubicBezTo>
                  <a:pt x="2803121" y="2486786"/>
                  <a:pt x="2809407" y="2485357"/>
                  <a:pt x="2807312" y="2480595"/>
                </a:cubicBezTo>
                <a:cubicBezTo>
                  <a:pt x="2805216" y="2475832"/>
                  <a:pt x="2813789" y="2477642"/>
                  <a:pt x="2813027" y="2480595"/>
                </a:cubicBezTo>
                <a:cubicBezTo>
                  <a:pt x="2812169" y="2483929"/>
                  <a:pt x="2820170" y="2484786"/>
                  <a:pt x="2815694" y="2480881"/>
                </a:cubicBezTo>
                <a:cubicBezTo>
                  <a:pt x="2813598" y="2479071"/>
                  <a:pt x="2816265" y="2477261"/>
                  <a:pt x="2818647" y="2476690"/>
                </a:cubicBezTo>
                <a:cubicBezTo>
                  <a:pt x="2821028" y="2476118"/>
                  <a:pt x="2821980" y="2473737"/>
                  <a:pt x="2818932" y="2473737"/>
                </a:cubicBezTo>
                <a:cubicBezTo>
                  <a:pt x="2815884" y="2473737"/>
                  <a:pt x="2814741" y="2472213"/>
                  <a:pt x="2815027" y="2471070"/>
                </a:cubicBezTo>
                <a:cubicBezTo>
                  <a:pt x="2815313" y="2469832"/>
                  <a:pt x="2815313" y="2468974"/>
                  <a:pt x="2811407" y="2467736"/>
                </a:cubicBezTo>
                <a:cubicBezTo>
                  <a:pt x="2807502" y="2466498"/>
                  <a:pt x="2810550" y="2458116"/>
                  <a:pt x="2812646" y="2457259"/>
                </a:cubicBezTo>
                <a:cubicBezTo>
                  <a:pt x="2814741" y="2456402"/>
                  <a:pt x="2815598" y="2453354"/>
                  <a:pt x="2815598" y="2450972"/>
                </a:cubicBezTo>
                <a:cubicBezTo>
                  <a:pt x="2815598" y="2448591"/>
                  <a:pt x="2815884" y="2442876"/>
                  <a:pt x="2818551" y="2444114"/>
                </a:cubicBezTo>
                <a:cubicBezTo>
                  <a:pt x="2821218" y="2445353"/>
                  <a:pt x="2822456" y="2441162"/>
                  <a:pt x="2823981" y="2441733"/>
                </a:cubicBezTo>
                <a:cubicBezTo>
                  <a:pt x="2825505" y="2442305"/>
                  <a:pt x="2826076" y="2439923"/>
                  <a:pt x="2823981" y="2438399"/>
                </a:cubicBezTo>
                <a:cubicBezTo>
                  <a:pt x="2821885" y="2436875"/>
                  <a:pt x="2821314" y="2432398"/>
                  <a:pt x="2822171" y="2430589"/>
                </a:cubicBezTo>
                <a:cubicBezTo>
                  <a:pt x="2823218" y="2428493"/>
                  <a:pt x="2822456" y="2420397"/>
                  <a:pt x="2827219" y="2425445"/>
                </a:cubicBezTo>
                <a:cubicBezTo>
                  <a:pt x="2831981" y="2430589"/>
                  <a:pt x="2831124" y="2425731"/>
                  <a:pt x="2829315" y="2423350"/>
                </a:cubicBezTo>
                <a:cubicBezTo>
                  <a:pt x="2827505" y="2420969"/>
                  <a:pt x="2829600" y="2415254"/>
                  <a:pt x="2831124" y="2417063"/>
                </a:cubicBezTo>
                <a:cubicBezTo>
                  <a:pt x="2832648" y="2418873"/>
                  <a:pt x="2830839" y="2418302"/>
                  <a:pt x="2831696" y="2420969"/>
                </a:cubicBezTo>
                <a:cubicBezTo>
                  <a:pt x="2833982" y="2427922"/>
                  <a:pt x="2837411" y="2422207"/>
                  <a:pt x="2834648" y="2419730"/>
                </a:cubicBezTo>
                <a:cubicBezTo>
                  <a:pt x="2831981" y="2417349"/>
                  <a:pt x="2839125" y="2413158"/>
                  <a:pt x="2840649" y="2414301"/>
                </a:cubicBezTo>
                <a:cubicBezTo>
                  <a:pt x="2842173" y="2415539"/>
                  <a:pt x="2843031" y="2415158"/>
                  <a:pt x="2842745" y="2413444"/>
                </a:cubicBezTo>
                <a:cubicBezTo>
                  <a:pt x="2842459" y="2411634"/>
                  <a:pt x="2843602" y="2410777"/>
                  <a:pt x="2845412" y="2412586"/>
                </a:cubicBezTo>
                <a:cubicBezTo>
                  <a:pt x="2847222" y="2414396"/>
                  <a:pt x="2852936" y="2415254"/>
                  <a:pt x="2857413" y="2414396"/>
                </a:cubicBezTo>
                <a:cubicBezTo>
                  <a:pt x="2861890" y="2413539"/>
                  <a:pt x="2867033" y="2414110"/>
                  <a:pt x="2867605" y="2418016"/>
                </a:cubicBezTo>
                <a:cubicBezTo>
                  <a:pt x="2868176" y="2421921"/>
                  <a:pt x="2870558" y="2419826"/>
                  <a:pt x="2870939" y="2418302"/>
                </a:cubicBezTo>
                <a:cubicBezTo>
                  <a:pt x="2871224" y="2416777"/>
                  <a:pt x="2870653" y="2415920"/>
                  <a:pt x="2873320" y="2415349"/>
                </a:cubicBezTo>
                <a:cubicBezTo>
                  <a:pt x="2875987" y="2414777"/>
                  <a:pt x="2875987" y="2412968"/>
                  <a:pt x="2874177" y="2412015"/>
                </a:cubicBezTo>
                <a:cubicBezTo>
                  <a:pt x="2872367" y="2411158"/>
                  <a:pt x="2870843" y="2406586"/>
                  <a:pt x="2871224" y="2402395"/>
                </a:cubicBezTo>
                <a:cubicBezTo>
                  <a:pt x="2871510" y="2398204"/>
                  <a:pt x="2869129" y="2396394"/>
                  <a:pt x="2866748" y="2396680"/>
                </a:cubicBezTo>
                <a:cubicBezTo>
                  <a:pt x="2864366" y="2396965"/>
                  <a:pt x="2861318" y="2398204"/>
                  <a:pt x="2856842" y="2394298"/>
                </a:cubicBezTo>
                <a:cubicBezTo>
                  <a:pt x="2852365" y="2390393"/>
                  <a:pt x="2861033" y="2389536"/>
                  <a:pt x="2860747" y="2392203"/>
                </a:cubicBezTo>
                <a:cubicBezTo>
                  <a:pt x="2860461" y="2394870"/>
                  <a:pt x="2862557" y="2394584"/>
                  <a:pt x="2863128" y="2391631"/>
                </a:cubicBezTo>
                <a:cubicBezTo>
                  <a:pt x="2863700" y="2388584"/>
                  <a:pt x="2867605" y="2389250"/>
                  <a:pt x="2868843" y="2391060"/>
                </a:cubicBezTo>
                <a:cubicBezTo>
                  <a:pt x="2870081" y="2392870"/>
                  <a:pt x="2873606" y="2397061"/>
                  <a:pt x="2875701" y="2394680"/>
                </a:cubicBezTo>
                <a:cubicBezTo>
                  <a:pt x="2877797" y="2392298"/>
                  <a:pt x="2881416" y="2396204"/>
                  <a:pt x="2882273" y="2398871"/>
                </a:cubicBezTo>
                <a:cubicBezTo>
                  <a:pt x="2883131" y="2401538"/>
                  <a:pt x="2893037" y="2407538"/>
                  <a:pt x="2896085" y="2406681"/>
                </a:cubicBezTo>
                <a:cubicBezTo>
                  <a:pt x="2899037" y="2405824"/>
                  <a:pt x="2900276" y="2408777"/>
                  <a:pt x="2902657" y="2410301"/>
                </a:cubicBezTo>
                <a:cubicBezTo>
                  <a:pt x="2905038" y="2411825"/>
                  <a:pt x="2910182" y="2413920"/>
                  <a:pt x="2910182" y="2411539"/>
                </a:cubicBezTo>
                <a:cubicBezTo>
                  <a:pt x="2910182" y="2409157"/>
                  <a:pt x="2913801" y="2407919"/>
                  <a:pt x="2915897" y="2411539"/>
                </a:cubicBezTo>
                <a:cubicBezTo>
                  <a:pt x="2917992" y="2415158"/>
                  <a:pt x="2925517" y="2414206"/>
                  <a:pt x="2929041" y="2412110"/>
                </a:cubicBezTo>
                <a:cubicBezTo>
                  <a:pt x="2932661" y="2410015"/>
                  <a:pt x="2934090" y="2411539"/>
                  <a:pt x="2932375" y="2412682"/>
                </a:cubicBezTo>
                <a:cubicBezTo>
                  <a:pt x="2930565" y="2413920"/>
                  <a:pt x="2929422" y="2416015"/>
                  <a:pt x="2930851" y="2416015"/>
                </a:cubicBezTo>
                <a:cubicBezTo>
                  <a:pt x="2932280" y="2416015"/>
                  <a:pt x="2934470" y="2414206"/>
                  <a:pt x="2935614" y="2411539"/>
                </a:cubicBezTo>
                <a:cubicBezTo>
                  <a:pt x="2936852" y="2408872"/>
                  <a:pt x="2941900" y="2413634"/>
                  <a:pt x="2935899" y="2415444"/>
                </a:cubicBezTo>
                <a:cubicBezTo>
                  <a:pt x="2932089" y="2416587"/>
                  <a:pt x="2934661" y="2419064"/>
                  <a:pt x="2936471" y="2418778"/>
                </a:cubicBezTo>
                <a:cubicBezTo>
                  <a:pt x="2938281" y="2418492"/>
                  <a:pt x="2940376" y="2419064"/>
                  <a:pt x="2940948" y="2420588"/>
                </a:cubicBezTo>
                <a:cubicBezTo>
                  <a:pt x="2941519" y="2422111"/>
                  <a:pt x="2943615" y="2420588"/>
                  <a:pt x="2943900" y="2419064"/>
                </a:cubicBezTo>
                <a:cubicBezTo>
                  <a:pt x="2944186" y="2417540"/>
                  <a:pt x="2945424" y="2415158"/>
                  <a:pt x="2943329" y="2414301"/>
                </a:cubicBezTo>
                <a:cubicBezTo>
                  <a:pt x="2941233" y="2413444"/>
                  <a:pt x="2943329" y="2411920"/>
                  <a:pt x="2945139" y="2409824"/>
                </a:cubicBezTo>
                <a:cubicBezTo>
                  <a:pt x="2946948" y="2407729"/>
                  <a:pt x="2949330" y="2408015"/>
                  <a:pt x="2949901" y="2410110"/>
                </a:cubicBezTo>
                <a:cubicBezTo>
                  <a:pt x="2950473" y="2412206"/>
                  <a:pt x="2951711" y="2413730"/>
                  <a:pt x="2954092" y="2413444"/>
                </a:cubicBezTo>
                <a:cubicBezTo>
                  <a:pt x="2956473" y="2413158"/>
                  <a:pt x="2957711" y="2415254"/>
                  <a:pt x="2954092" y="2416111"/>
                </a:cubicBezTo>
                <a:cubicBezTo>
                  <a:pt x="2950473" y="2416968"/>
                  <a:pt x="2947996" y="2419159"/>
                  <a:pt x="2949901" y="2420016"/>
                </a:cubicBezTo>
                <a:cubicBezTo>
                  <a:pt x="2951997" y="2420873"/>
                  <a:pt x="2952282" y="2423350"/>
                  <a:pt x="2949330" y="2424588"/>
                </a:cubicBezTo>
                <a:cubicBezTo>
                  <a:pt x="2946377" y="2425826"/>
                  <a:pt x="2949044" y="2427827"/>
                  <a:pt x="2951711" y="2431446"/>
                </a:cubicBezTo>
                <a:cubicBezTo>
                  <a:pt x="2954378" y="2435065"/>
                  <a:pt x="2949901" y="2434113"/>
                  <a:pt x="2949044" y="2435637"/>
                </a:cubicBezTo>
                <a:cubicBezTo>
                  <a:pt x="2948186" y="2437161"/>
                  <a:pt x="2945710" y="2438590"/>
                  <a:pt x="2946377" y="2436494"/>
                </a:cubicBezTo>
                <a:cubicBezTo>
                  <a:pt x="2946948" y="2434399"/>
                  <a:pt x="2943995" y="2435637"/>
                  <a:pt x="2943995" y="2435637"/>
                </a:cubicBezTo>
                <a:cubicBezTo>
                  <a:pt x="2943995" y="2435637"/>
                  <a:pt x="2941328" y="2437732"/>
                  <a:pt x="2939233" y="2437732"/>
                </a:cubicBezTo>
                <a:cubicBezTo>
                  <a:pt x="2937137" y="2437732"/>
                  <a:pt x="2935328" y="2440399"/>
                  <a:pt x="2934470" y="2444590"/>
                </a:cubicBezTo>
                <a:cubicBezTo>
                  <a:pt x="2933613" y="2448781"/>
                  <a:pt x="2935328" y="2449734"/>
                  <a:pt x="2938090" y="2447924"/>
                </a:cubicBezTo>
                <a:cubicBezTo>
                  <a:pt x="2940757" y="2446115"/>
                  <a:pt x="2941995" y="2448210"/>
                  <a:pt x="2940471" y="2449448"/>
                </a:cubicBezTo>
                <a:cubicBezTo>
                  <a:pt x="2938947" y="2450687"/>
                  <a:pt x="2937518" y="2454592"/>
                  <a:pt x="2937137" y="2456592"/>
                </a:cubicBezTo>
                <a:cubicBezTo>
                  <a:pt x="2936852" y="2458688"/>
                  <a:pt x="2935328" y="2463450"/>
                  <a:pt x="2932661" y="2464688"/>
                </a:cubicBezTo>
                <a:cubicBezTo>
                  <a:pt x="2929994" y="2465927"/>
                  <a:pt x="2929613" y="2471832"/>
                  <a:pt x="2931137" y="2472213"/>
                </a:cubicBezTo>
                <a:cubicBezTo>
                  <a:pt x="2932661" y="2472499"/>
                  <a:pt x="2933518" y="2474308"/>
                  <a:pt x="2934470" y="2475832"/>
                </a:cubicBezTo>
                <a:cubicBezTo>
                  <a:pt x="2935328" y="2477356"/>
                  <a:pt x="2937804" y="2480976"/>
                  <a:pt x="2933899" y="2481548"/>
                </a:cubicBezTo>
                <a:cubicBezTo>
                  <a:pt x="2929994" y="2482119"/>
                  <a:pt x="2931803" y="2485167"/>
                  <a:pt x="2935709" y="2484500"/>
                </a:cubicBezTo>
                <a:cubicBezTo>
                  <a:pt x="2939614" y="2483929"/>
                  <a:pt x="2941424" y="2484500"/>
                  <a:pt x="2941995" y="2486881"/>
                </a:cubicBezTo>
                <a:cubicBezTo>
                  <a:pt x="2942567" y="2489263"/>
                  <a:pt x="2945900" y="2492025"/>
                  <a:pt x="2948567" y="2493168"/>
                </a:cubicBezTo>
                <a:cubicBezTo>
                  <a:pt x="2951234" y="2494406"/>
                  <a:pt x="2953044" y="2495264"/>
                  <a:pt x="2953330" y="2497359"/>
                </a:cubicBezTo>
                <a:cubicBezTo>
                  <a:pt x="2953616" y="2499455"/>
                  <a:pt x="2955711" y="2500026"/>
                  <a:pt x="2957235" y="2498597"/>
                </a:cubicBezTo>
                <a:cubicBezTo>
                  <a:pt x="2958759" y="2497073"/>
                  <a:pt x="2960569" y="2497073"/>
                  <a:pt x="2961426" y="2498597"/>
                </a:cubicBezTo>
                <a:cubicBezTo>
                  <a:pt x="2962283" y="2500121"/>
                  <a:pt x="2964093" y="2499836"/>
                  <a:pt x="2965617" y="2499455"/>
                </a:cubicBezTo>
                <a:cubicBezTo>
                  <a:pt x="2967141" y="2499169"/>
                  <a:pt x="2968570" y="2500312"/>
                  <a:pt x="2968951" y="2501264"/>
                </a:cubicBezTo>
                <a:cubicBezTo>
                  <a:pt x="2969237" y="2502122"/>
                  <a:pt x="2971904" y="2503360"/>
                  <a:pt x="2973428" y="2503074"/>
                </a:cubicBezTo>
                <a:cubicBezTo>
                  <a:pt x="2974952" y="2502788"/>
                  <a:pt x="2978190" y="2506027"/>
                  <a:pt x="2979428" y="2508122"/>
                </a:cubicBezTo>
                <a:cubicBezTo>
                  <a:pt x="2980667" y="2510218"/>
                  <a:pt x="2985429" y="2513552"/>
                  <a:pt x="2990192" y="2513266"/>
                </a:cubicBezTo>
                <a:cubicBezTo>
                  <a:pt x="2994954" y="2512980"/>
                  <a:pt x="2995621" y="2514504"/>
                  <a:pt x="2997431" y="2515933"/>
                </a:cubicBezTo>
                <a:cubicBezTo>
                  <a:pt x="2999240" y="2517457"/>
                  <a:pt x="3001907" y="2517742"/>
                  <a:pt x="3003146" y="2518028"/>
                </a:cubicBezTo>
                <a:cubicBezTo>
                  <a:pt x="3004384" y="2518314"/>
                  <a:pt x="3007337" y="2521362"/>
                  <a:pt x="3007623" y="2523457"/>
                </a:cubicBezTo>
                <a:cubicBezTo>
                  <a:pt x="3007908" y="2525553"/>
                  <a:pt x="3014481" y="2534221"/>
                  <a:pt x="3018100" y="2534888"/>
                </a:cubicBezTo>
                <a:cubicBezTo>
                  <a:pt x="3021719" y="2535459"/>
                  <a:pt x="3023529" y="2536126"/>
                  <a:pt x="3024958" y="2537269"/>
                </a:cubicBezTo>
                <a:cubicBezTo>
                  <a:pt x="3026482" y="2538507"/>
                  <a:pt x="3032483" y="2538507"/>
                  <a:pt x="3036388" y="2536031"/>
                </a:cubicBezTo>
                <a:cubicBezTo>
                  <a:pt x="3040293" y="2533649"/>
                  <a:pt x="3042674" y="2528506"/>
                  <a:pt x="3041436" y="2525267"/>
                </a:cubicBezTo>
                <a:cubicBezTo>
                  <a:pt x="3040198" y="2521933"/>
                  <a:pt x="3044389" y="2516885"/>
                  <a:pt x="3044389" y="2515075"/>
                </a:cubicBezTo>
                <a:cubicBezTo>
                  <a:pt x="3044389" y="2513266"/>
                  <a:pt x="3047342" y="2512694"/>
                  <a:pt x="3047342" y="2509361"/>
                </a:cubicBezTo>
                <a:cubicBezTo>
                  <a:pt x="3047342" y="2506027"/>
                  <a:pt x="3050294" y="2502788"/>
                  <a:pt x="3050961" y="2501264"/>
                </a:cubicBezTo>
                <a:cubicBezTo>
                  <a:pt x="3051533" y="2499740"/>
                  <a:pt x="3050390" y="2495835"/>
                  <a:pt x="3049437" y="2493740"/>
                </a:cubicBezTo>
                <a:cubicBezTo>
                  <a:pt x="3048580" y="2491644"/>
                  <a:pt x="3048580" y="2484405"/>
                  <a:pt x="3050675" y="2483833"/>
                </a:cubicBezTo>
                <a:cubicBezTo>
                  <a:pt x="3054295" y="2482976"/>
                  <a:pt x="3051533" y="2474880"/>
                  <a:pt x="3051533" y="2474880"/>
                </a:cubicBezTo>
                <a:cubicBezTo>
                  <a:pt x="3052390" y="2470975"/>
                  <a:pt x="3050199" y="2466022"/>
                  <a:pt x="3050961" y="2462593"/>
                </a:cubicBezTo>
                <a:cubicBezTo>
                  <a:pt x="3051533" y="2459926"/>
                  <a:pt x="3050961" y="2455068"/>
                  <a:pt x="3049723" y="2453354"/>
                </a:cubicBezTo>
                <a:cubicBezTo>
                  <a:pt x="3048485" y="2451544"/>
                  <a:pt x="3049723" y="2445543"/>
                  <a:pt x="3050294" y="2443733"/>
                </a:cubicBezTo>
                <a:cubicBezTo>
                  <a:pt x="3050866" y="2441923"/>
                  <a:pt x="3052390" y="2441352"/>
                  <a:pt x="3053628" y="2442876"/>
                </a:cubicBezTo>
                <a:cubicBezTo>
                  <a:pt x="3054866" y="2444400"/>
                  <a:pt x="3055438" y="2441066"/>
                  <a:pt x="3054485" y="2439256"/>
                </a:cubicBezTo>
                <a:cubicBezTo>
                  <a:pt x="3053628" y="2437447"/>
                  <a:pt x="3049723" y="2434113"/>
                  <a:pt x="3050866" y="2430303"/>
                </a:cubicBezTo>
                <a:cubicBezTo>
                  <a:pt x="3052104" y="2426398"/>
                  <a:pt x="3054485" y="2422778"/>
                  <a:pt x="3055914" y="2425826"/>
                </a:cubicBezTo>
                <a:cubicBezTo>
                  <a:pt x="3057438" y="2428779"/>
                  <a:pt x="3058867" y="2424969"/>
                  <a:pt x="3057152" y="2422873"/>
                </a:cubicBezTo>
                <a:cubicBezTo>
                  <a:pt x="3055343" y="2420778"/>
                  <a:pt x="3049818" y="2419444"/>
                  <a:pt x="3052390" y="2416587"/>
                </a:cubicBezTo>
                <a:cubicBezTo>
                  <a:pt x="3055438" y="2413253"/>
                  <a:pt x="3053628" y="2407252"/>
                  <a:pt x="3056581" y="2409062"/>
                </a:cubicBezTo>
                <a:cubicBezTo>
                  <a:pt x="3059534" y="2410872"/>
                  <a:pt x="3058391" y="2406681"/>
                  <a:pt x="3057819" y="2404871"/>
                </a:cubicBezTo>
                <a:cubicBezTo>
                  <a:pt x="3057248" y="2403061"/>
                  <a:pt x="3058391" y="2400394"/>
                  <a:pt x="3059915" y="2398585"/>
                </a:cubicBezTo>
                <a:cubicBezTo>
                  <a:pt x="3061439" y="2396775"/>
                  <a:pt x="3063248" y="2394108"/>
                  <a:pt x="3062010" y="2390774"/>
                </a:cubicBezTo>
                <a:cubicBezTo>
                  <a:pt x="3060772" y="2387440"/>
                  <a:pt x="3060486" y="2382392"/>
                  <a:pt x="3064106" y="2383535"/>
                </a:cubicBezTo>
                <a:close/>
                <a:moveTo>
                  <a:pt x="2684499" y="2379976"/>
                </a:moveTo>
                <a:cubicBezTo>
                  <a:pt x="2684796" y="2380798"/>
                  <a:pt x="2684487" y="2382155"/>
                  <a:pt x="2683582" y="2383060"/>
                </a:cubicBezTo>
                <a:cubicBezTo>
                  <a:pt x="2681772" y="2384774"/>
                  <a:pt x="2681105" y="2386012"/>
                  <a:pt x="2676724" y="2387251"/>
                </a:cubicBezTo>
                <a:cubicBezTo>
                  <a:pt x="2672152" y="2388489"/>
                  <a:pt x="2673104" y="2384584"/>
                  <a:pt x="2675485" y="2384298"/>
                </a:cubicBezTo>
                <a:cubicBezTo>
                  <a:pt x="2677867" y="2384012"/>
                  <a:pt x="2678819" y="2382488"/>
                  <a:pt x="2681772" y="2380107"/>
                </a:cubicBezTo>
                <a:cubicBezTo>
                  <a:pt x="2683296" y="2378869"/>
                  <a:pt x="2684201" y="2379154"/>
                  <a:pt x="2684499" y="2379976"/>
                </a:cubicBezTo>
                <a:close/>
                <a:moveTo>
                  <a:pt x="2655388" y="2374010"/>
                </a:moveTo>
                <a:cubicBezTo>
                  <a:pt x="2656912" y="2374963"/>
                  <a:pt x="2652054" y="2378868"/>
                  <a:pt x="2652340" y="2376963"/>
                </a:cubicBezTo>
                <a:cubicBezTo>
                  <a:pt x="2652721" y="2375249"/>
                  <a:pt x="2653864" y="2373153"/>
                  <a:pt x="2655388" y="2374010"/>
                </a:cubicBezTo>
                <a:close/>
                <a:moveTo>
                  <a:pt x="3279561" y="2373153"/>
                </a:moveTo>
                <a:cubicBezTo>
                  <a:pt x="3283085" y="2373724"/>
                  <a:pt x="3280418" y="2375820"/>
                  <a:pt x="3278323" y="2375534"/>
                </a:cubicBezTo>
                <a:cubicBezTo>
                  <a:pt x="3276227" y="2375248"/>
                  <a:pt x="3272989" y="2375248"/>
                  <a:pt x="3274132" y="2374010"/>
                </a:cubicBezTo>
                <a:cubicBezTo>
                  <a:pt x="3275370" y="2372867"/>
                  <a:pt x="3275941" y="2372581"/>
                  <a:pt x="3279561" y="2373153"/>
                </a:cubicBezTo>
                <a:close/>
                <a:moveTo>
                  <a:pt x="3457869" y="2370391"/>
                </a:moveTo>
                <a:cubicBezTo>
                  <a:pt x="3461203" y="2372868"/>
                  <a:pt x="3463299" y="2374296"/>
                  <a:pt x="3467871" y="2374296"/>
                </a:cubicBezTo>
                <a:cubicBezTo>
                  <a:pt x="3472347" y="2374296"/>
                  <a:pt x="3472347" y="2376773"/>
                  <a:pt x="3474729" y="2379440"/>
                </a:cubicBezTo>
                <a:cubicBezTo>
                  <a:pt x="3477110" y="2382202"/>
                  <a:pt x="3471109" y="2381250"/>
                  <a:pt x="3468442" y="2380964"/>
                </a:cubicBezTo>
                <a:cubicBezTo>
                  <a:pt x="3465680" y="2380583"/>
                  <a:pt x="3460918" y="2379154"/>
                  <a:pt x="3458536" y="2377630"/>
                </a:cubicBezTo>
                <a:cubicBezTo>
                  <a:pt x="3456060" y="2376106"/>
                  <a:pt x="3454917" y="2374582"/>
                  <a:pt x="3453393" y="2371629"/>
                </a:cubicBezTo>
                <a:cubicBezTo>
                  <a:pt x="3451869" y="2368581"/>
                  <a:pt x="3454536" y="2368010"/>
                  <a:pt x="3457869" y="2370391"/>
                </a:cubicBezTo>
                <a:close/>
                <a:moveTo>
                  <a:pt x="3239747" y="2357246"/>
                </a:moveTo>
                <a:cubicBezTo>
                  <a:pt x="3241271" y="2359247"/>
                  <a:pt x="3239747" y="2357246"/>
                  <a:pt x="3241842" y="2359342"/>
                </a:cubicBezTo>
                <a:cubicBezTo>
                  <a:pt x="3243938" y="2361437"/>
                  <a:pt x="3243271" y="2360294"/>
                  <a:pt x="3246891" y="2359056"/>
                </a:cubicBezTo>
                <a:cubicBezTo>
                  <a:pt x="3250510" y="2357818"/>
                  <a:pt x="3249653" y="2360294"/>
                  <a:pt x="3248129" y="2361152"/>
                </a:cubicBezTo>
                <a:cubicBezTo>
                  <a:pt x="3246605" y="2362009"/>
                  <a:pt x="3246319" y="2364104"/>
                  <a:pt x="3243652" y="2364104"/>
                </a:cubicBezTo>
                <a:cubicBezTo>
                  <a:pt x="3240985" y="2364104"/>
                  <a:pt x="3241366" y="2360961"/>
                  <a:pt x="3237080" y="2358104"/>
                </a:cubicBezTo>
                <a:cubicBezTo>
                  <a:pt x="3233460" y="2355723"/>
                  <a:pt x="3237651" y="2354579"/>
                  <a:pt x="3239747" y="2357246"/>
                </a:cubicBezTo>
                <a:close/>
                <a:moveTo>
                  <a:pt x="2616335" y="2351151"/>
                </a:moveTo>
                <a:cubicBezTo>
                  <a:pt x="2622622" y="2350865"/>
                  <a:pt x="2619955" y="2356008"/>
                  <a:pt x="2623860" y="2354770"/>
                </a:cubicBezTo>
                <a:cubicBezTo>
                  <a:pt x="2626432" y="2354008"/>
                  <a:pt x="2628051" y="2356008"/>
                  <a:pt x="2629290" y="2357818"/>
                </a:cubicBezTo>
                <a:cubicBezTo>
                  <a:pt x="2630528" y="2359628"/>
                  <a:pt x="2629290" y="2359913"/>
                  <a:pt x="2631957" y="2362009"/>
                </a:cubicBezTo>
                <a:cubicBezTo>
                  <a:pt x="2634624" y="2364105"/>
                  <a:pt x="2633099" y="2365533"/>
                  <a:pt x="2630432" y="2368581"/>
                </a:cubicBezTo>
                <a:cubicBezTo>
                  <a:pt x="2627766" y="2371534"/>
                  <a:pt x="2624146" y="2370677"/>
                  <a:pt x="2622336" y="2369153"/>
                </a:cubicBezTo>
                <a:cubicBezTo>
                  <a:pt x="2620526" y="2367629"/>
                  <a:pt x="2616621" y="2366105"/>
                  <a:pt x="2613954" y="2363152"/>
                </a:cubicBezTo>
                <a:cubicBezTo>
                  <a:pt x="2611287" y="2360104"/>
                  <a:pt x="2609477" y="2359247"/>
                  <a:pt x="2607382" y="2359818"/>
                </a:cubicBezTo>
                <a:cubicBezTo>
                  <a:pt x="2605286" y="2360485"/>
                  <a:pt x="2604429" y="2358390"/>
                  <a:pt x="2599000" y="2358961"/>
                </a:cubicBezTo>
                <a:cubicBezTo>
                  <a:pt x="2593571" y="2359533"/>
                  <a:pt x="2596905" y="2355056"/>
                  <a:pt x="2599000" y="2354484"/>
                </a:cubicBezTo>
                <a:cubicBezTo>
                  <a:pt x="2601095" y="2353817"/>
                  <a:pt x="2605572" y="2351436"/>
                  <a:pt x="2607382" y="2351436"/>
                </a:cubicBezTo>
                <a:cubicBezTo>
                  <a:pt x="2609192" y="2351436"/>
                  <a:pt x="2610049" y="2351436"/>
                  <a:pt x="2616335" y="2351151"/>
                </a:cubicBezTo>
                <a:close/>
                <a:moveTo>
                  <a:pt x="1077953" y="2349627"/>
                </a:moveTo>
                <a:cubicBezTo>
                  <a:pt x="1077953" y="2347531"/>
                  <a:pt x="1081668" y="2348484"/>
                  <a:pt x="1080334" y="2349913"/>
                </a:cubicBezTo>
                <a:cubicBezTo>
                  <a:pt x="1079001" y="2351341"/>
                  <a:pt x="1077953" y="2351722"/>
                  <a:pt x="1077953" y="2351722"/>
                </a:cubicBezTo>
                <a:cubicBezTo>
                  <a:pt x="1077953" y="2351722"/>
                  <a:pt x="1077953" y="2351722"/>
                  <a:pt x="1077953" y="2349627"/>
                </a:cubicBezTo>
                <a:close/>
                <a:moveTo>
                  <a:pt x="3452631" y="2349389"/>
                </a:moveTo>
                <a:cubicBezTo>
                  <a:pt x="3453083" y="2348984"/>
                  <a:pt x="3453536" y="2349437"/>
                  <a:pt x="3453678" y="2351532"/>
                </a:cubicBezTo>
                <a:cubicBezTo>
                  <a:pt x="3453964" y="2353341"/>
                  <a:pt x="3454917" y="2352770"/>
                  <a:pt x="3454059" y="2353627"/>
                </a:cubicBezTo>
                <a:cubicBezTo>
                  <a:pt x="3453107" y="2354484"/>
                  <a:pt x="3453678" y="2356294"/>
                  <a:pt x="3452821" y="2356294"/>
                </a:cubicBezTo>
                <a:cubicBezTo>
                  <a:pt x="3451869" y="2356294"/>
                  <a:pt x="3451297" y="2355056"/>
                  <a:pt x="3451583" y="2352389"/>
                </a:cubicBezTo>
                <a:cubicBezTo>
                  <a:pt x="3451726" y="2351056"/>
                  <a:pt x="3452179" y="2349794"/>
                  <a:pt x="3452631" y="2349389"/>
                </a:cubicBezTo>
                <a:close/>
                <a:moveTo>
                  <a:pt x="3232508" y="2345912"/>
                </a:moveTo>
                <a:cubicBezTo>
                  <a:pt x="3234032" y="2344960"/>
                  <a:pt x="3235460" y="2346769"/>
                  <a:pt x="3236985" y="2346769"/>
                </a:cubicBezTo>
                <a:cubicBezTo>
                  <a:pt x="3238509" y="2346769"/>
                  <a:pt x="3240033" y="2347627"/>
                  <a:pt x="3238794" y="2349436"/>
                </a:cubicBezTo>
                <a:cubicBezTo>
                  <a:pt x="3237651" y="2351246"/>
                  <a:pt x="3236413" y="2351818"/>
                  <a:pt x="3234318" y="2351341"/>
                </a:cubicBezTo>
                <a:cubicBezTo>
                  <a:pt x="3232222" y="2350674"/>
                  <a:pt x="3230984" y="2346769"/>
                  <a:pt x="3232508" y="2345912"/>
                </a:cubicBezTo>
                <a:close/>
                <a:moveTo>
                  <a:pt x="3417281" y="2345614"/>
                </a:moveTo>
                <a:cubicBezTo>
                  <a:pt x="3419198" y="2345197"/>
                  <a:pt x="3421818" y="2345721"/>
                  <a:pt x="3424342" y="2346483"/>
                </a:cubicBezTo>
                <a:cubicBezTo>
                  <a:pt x="3429390" y="2348007"/>
                  <a:pt x="3429390" y="2348293"/>
                  <a:pt x="3434438" y="2349531"/>
                </a:cubicBezTo>
                <a:cubicBezTo>
                  <a:pt x="3439581" y="2350770"/>
                  <a:pt x="3441677" y="2356485"/>
                  <a:pt x="3440153" y="2357913"/>
                </a:cubicBezTo>
                <a:cubicBezTo>
                  <a:pt x="3438629" y="2359342"/>
                  <a:pt x="3434724" y="2361438"/>
                  <a:pt x="3432057" y="2358485"/>
                </a:cubicBezTo>
                <a:cubicBezTo>
                  <a:pt x="3429390" y="2355437"/>
                  <a:pt x="3426437" y="2354580"/>
                  <a:pt x="3423103" y="2354580"/>
                </a:cubicBezTo>
                <a:cubicBezTo>
                  <a:pt x="3419865" y="2354580"/>
                  <a:pt x="3415007" y="2356389"/>
                  <a:pt x="3414436" y="2350389"/>
                </a:cubicBezTo>
                <a:cubicBezTo>
                  <a:pt x="3414150" y="2347389"/>
                  <a:pt x="3415365" y="2346031"/>
                  <a:pt x="3417281" y="2345614"/>
                </a:cubicBezTo>
                <a:close/>
                <a:moveTo>
                  <a:pt x="3227258" y="2342161"/>
                </a:moveTo>
                <a:cubicBezTo>
                  <a:pt x="3227937" y="2342578"/>
                  <a:pt x="3228460" y="2343626"/>
                  <a:pt x="3228317" y="2344673"/>
                </a:cubicBezTo>
                <a:cubicBezTo>
                  <a:pt x="3228031" y="2346769"/>
                  <a:pt x="3227460" y="2348864"/>
                  <a:pt x="3226793" y="2347626"/>
                </a:cubicBezTo>
                <a:cubicBezTo>
                  <a:pt x="3226126" y="2346483"/>
                  <a:pt x="3224412" y="2346483"/>
                  <a:pt x="3225269" y="2343435"/>
                </a:cubicBezTo>
                <a:cubicBezTo>
                  <a:pt x="3225746" y="2341959"/>
                  <a:pt x="3226579" y="2341744"/>
                  <a:pt x="3227258" y="2342161"/>
                </a:cubicBezTo>
                <a:close/>
                <a:moveTo>
                  <a:pt x="3270893" y="2336863"/>
                </a:moveTo>
                <a:cubicBezTo>
                  <a:pt x="3272417" y="2335339"/>
                  <a:pt x="3276608" y="2335624"/>
                  <a:pt x="3279275" y="2336863"/>
                </a:cubicBezTo>
                <a:cubicBezTo>
                  <a:pt x="3281942" y="2338101"/>
                  <a:pt x="3284038" y="2338958"/>
                  <a:pt x="3283847" y="2339815"/>
                </a:cubicBezTo>
                <a:cubicBezTo>
                  <a:pt x="3283561" y="2340673"/>
                  <a:pt x="3280513" y="2341625"/>
                  <a:pt x="3278132" y="2339815"/>
                </a:cubicBezTo>
                <a:cubicBezTo>
                  <a:pt x="3275751" y="2338006"/>
                  <a:pt x="3274513" y="2338006"/>
                  <a:pt x="3272417" y="2339244"/>
                </a:cubicBezTo>
                <a:cubicBezTo>
                  <a:pt x="3270322" y="2340482"/>
                  <a:pt x="3269369" y="2338387"/>
                  <a:pt x="3270893" y="2336863"/>
                </a:cubicBezTo>
                <a:close/>
                <a:moveTo>
                  <a:pt x="2563662" y="2332100"/>
                </a:moveTo>
                <a:cubicBezTo>
                  <a:pt x="2567187" y="2333243"/>
                  <a:pt x="2563662" y="2333529"/>
                  <a:pt x="2567187" y="2333338"/>
                </a:cubicBezTo>
                <a:cubicBezTo>
                  <a:pt x="2570806" y="2333053"/>
                  <a:pt x="2569568" y="2337244"/>
                  <a:pt x="2574711" y="2336005"/>
                </a:cubicBezTo>
                <a:cubicBezTo>
                  <a:pt x="2581950" y="2334291"/>
                  <a:pt x="2578236" y="2340482"/>
                  <a:pt x="2573473" y="2339625"/>
                </a:cubicBezTo>
                <a:cubicBezTo>
                  <a:pt x="2568711" y="2338672"/>
                  <a:pt x="2568425" y="2346483"/>
                  <a:pt x="2562424" y="2344673"/>
                </a:cubicBezTo>
                <a:cubicBezTo>
                  <a:pt x="2559090" y="2343625"/>
                  <a:pt x="2557376" y="2349436"/>
                  <a:pt x="2551947" y="2345530"/>
                </a:cubicBezTo>
                <a:cubicBezTo>
                  <a:pt x="2548327" y="2342959"/>
                  <a:pt x="2552899" y="2340196"/>
                  <a:pt x="2553185" y="2336863"/>
                </a:cubicBezTo>
                <a:cubicBezTo>
                  <a:pt x="2553470" y="2333624"/>
                  <a:pt x="2560043" y="2330862"/>
                  <a:pt x="2563662" y="2332100"/>
                </a:cubicBezTo>
                <a:close/>
                <a:moveTo>
                  <a:pt x="2674819" y="2331148"/>
                </a:moveTo>
                <a:cubicBezTo>
                  <a:pt x="2677200" y="2330291"/>
                  <a:pt x="2676915" y="2332672"/>
                  <a:pt x="2675105" y="2333244"/>
                </a:cubicBezTo>
                <a:cubicBezTo>
                  <a:pt x="2673391" y="2333910"/>
                  <a:pt x="2674533" y="2335053"/>
                  <a:pt x="2672438" y="2335053"/>
                </a:cubicBezTo>
                <a:cubicBezTo>
                  <a:pt x="2670342" y="2335053"/>
                  <a:pt x="2672438" y="2332005"/>
                  <a:pt x="2674819" y="2331148"/>
                </a:cubicBezTo>
                <a:close/>
                <a:moveTo>
                  <a:pt x="3369477" y="2328100"/>
                </a:moveTo>
                <a:cubicBezTo>
                  <a:pt x="3371001" y="2326386"/>
                  <a:pt x="3372430" y="2327243"/>
                  <a:pt x="3371858" y="2329339"/>
                </a:cubicBezTo>
                <a:cubicBezTo>
                  <a:pt x="3371287" y="2331434"/>
                  <a:pt x="3369763" y="2332958"/>
                  <a:pt x="3368620" y="2331434"/>
                </a:cubicBezTo>
                <a:cubicBezTo>
                  <a:pt x="3367381" y="2329910"/>
                  <a:pt x="3367953" y="2329910"/>
                  <a:pt x="3369477" y="2328100"/>
                </a:cubicBezTo>
                <a:close/>
                <a:moveTo>
                  <a:pt x="2701299" y="2327528"/>
                </a:moveTo>
                <a:cubicBezTo>
                  <a:pt x="2703680" y="2326576"/>
                  <a:pt x="2703775" y="2326957"/>
                  <a:pt x="2702537" y="2328481"/>
                </a:cubicBezTo>
                <a:cubicBezTo>
                  <a:pt x="2701299" y="2330005"/>
                  <a:pt x="2701584" y="2331148"/>
                  <a:pt x="2698251" y="2331434"/>
                </a:cubicBezTo>
                <a:cubicBezTo>
                  <a:pt x="2695774" y="2331624"/>
                  <a:pt x="2696155" y="2327814"/>
                  <a:pt x="2698822" y="2328481"/>
                </a:cubicBezTo>
                <a:cubicBezTo>
                  <a:pt x="2700251" y="2328862"/>
                  <a:pt x="2698822" y="2328481"/>
                  <a:pt x="2701299" y="2327528"/>
                </a:cubicBezTo>
                <a:close/>
                <a:moveTo>
                  <a:pt x="2757020" y="2326671"/>
                </a:moveTo>
                <a:lnTo>
                  <a:pt x="2756975" y="2326787"/>
                </a:lnTo>
                <a:lnTo>
                  <a:pt x="2757115" y="2326766"/>
                </a:lnTo>
                <a:cubicBezTo>
                  <a:pt x="2760925" y="2327623"/>
                  <a:pt x="2759211" y="2328195"/>
                  <a:pt x="2759211" y="2328195"/>
                </a:cubicBezTo>
                <a:lnTo>
                  <a:pt x="2752585" y="2332981"/>
                </a:lnTo>
                <a:lnTo>
                  <a:pt x="2751648" y="2333755"/>
                </a:lnTo>
                <a:lnTo>
                  <a:pt x="2742828" y="2341339"/>
                </a:lnTo>
                <a:lnTo>
                  <a:pt x="2741516" y="2341780"/>
                </a:lnTo>
                <a:lnTo>
                  <a:pt x="2741470" y="2341816"/>
                </a:lnTo>
                <a:cubicBezTo>
                  <a:pt x="2738137" y="2343697"/>
                  <a:pt x="2734541" y="2345197"/>
                  <a:pt x="2732445" y="2345340"/>
                </a:cubicBezTo>
                <a:lnTo>
                  <a:pt x="2728408" y="2346890"/>
                </a:lnTo>
                <a:lnTo>
                  <a:pt x="2724456" y="2349470"/>
                </a:lnTo>
                <a:lnTo>
                  <a:pt x="2718920" y="2356389"/>
                </a:lnTo>
                <a:cubicBezTo>
                  <a:pt x="2714729" y="2364485"/>
                  <a:pt x="2705775" y="2368962"/>
                  <a:pt x="2701870" y="2369248"/>
                </a:cubicBezTo>
                <a:cubicBezTo>
                  <a:pt x="2697965" y="2369629"/>
                  <a:pt x="2694631" y="2372867"/>
                  <a:pt x="2690154" y="2372581"/>
                </a:cubicBezTo>
                <a:cubicBezTo>
                  <a:pt x="2685677" y="2372296"/>
                  <a:pt x="2687201" y="2370486"/>
                  <a:pt x="2689297" y="2368962"/>
                </a:cubicBezTo>
                <a:cubicBezTo>
                  <a:pt x="2691392" y="2367438"/>
                  <a:pt x="2691107" y="2365628"/>
                  <a:pt x="2689583" y="2365342"/>
                </a:cubicBezTo>
                <a:cubicBezTo>
                  <a:pt x="2688154" y="2365057"/>
                  <a:pt x="2687201" y="2365342"/>
                  <a:pt x="2686630" y="2363818"/>
                </a:cubicBezTo>
                <a:cubicBezTo>
                  <a:pt x="2685963" y="2362294"/>
                  <a:pt x="2689583" y="2360485"/>
                  <a:pt x="2693488" y="2355722"/>
                </a:cubicBezTo>
                <a:lnTo>
                  <a:pt x="2696657" y="2352867"/>
                </a:lnTo>
                <a:lnTo>
                  <a:pt x="2694631" y="2352675"/>
                </a:lnTo>
                <a:lnTo>
                  <a:pt x="2701394" y="2348579"/>
                </a:lnTo>
                <a:lnTo>
                  <a:pt x="2701443" y="2348555"/>
                </a:lnTo>
                <a:lnTo>
                  <a:pt x="2703108" y="2347054"/>
                </a:lnTo>
                <a:cubicBezTo>
                  <a:pt x="2705204" y="2346769"/>
                  <a:pt x="2711204" y="2344388"/>
                  <a:pt x="2714538" y="2340196"/>
                </a:cubicBezTo>
                <a:lnTo>
                  <a:pt x="2716219" y="2338976"/>
                </a:lnTo>
                <a:lnTo>
                  <a:pt x="2717777" y="2336958"/>
                </a:lnTo>
                <a:lnTo>
                  <a:pt x="2723971" y="2333351"/>
                </a:lnTo>
                <a:lnTo>
                  <a:pt x="2725301" y="2332386"/>
                </a:lnTo>
                <a:cubicBezTo>
                  <a:pt x="2727111" y="2331148"/>
                  <a:pt x="2729492" y="2332957"/>
                  <a:pt x="2730064" y="2330862"/>
                </a:cubicBezTo>
                <a:lnTo>
                  <a:pt x="2731118" y="2330528"/>
                </a:lnTo>
                <a:lnTo>
                  <a:pt x="2732826" y="2329433"/>
                </a:lnTo>
                <a:lnTo>
                  <a:pt x="2734218" y="2329547"/>
                </a:lnTo>
                <a:lnTo>
                  <a:pt x="2735779" y="2329052"/>
                </a:lnTo>
                <a:lnTo>
                  <a:pt x="2740933" y="2329258"/>
                </a:lnTo>
                <a:lnTo>
                  <a:pt x="2746924" y="2328290"/>
                </a:lnTo>
                <a:lnTo>
                  <a:pt x="2754266" y="2327192"/>
                </a:lnTo>
                <a:close/>
                <a:moveTo>
                  <a:pt x="2677010" y="2326385"/>
                </a:moveTo>
                <a:cubicBezTo>
                  <a:pt x="2679391" y="2326100"/>
                  <a:pt x="2679677" y="2327243"/>
                  <a:pt x="2677581" y="2328481"/>
                </a:cubicBezTo>
                <a:cubicBezTo>
                  <a:pt x="2675486" y="2329719"/>
                  <a:pt x="2674533" y="2329338"/>
                  <a:pt x="2674628" y="2328195"/>
                </a:cubicBezTo>
                <a:cubicBezTo>
                  <a:pt x="2674628" y="2326957"/>
                  <a:pt x="2674628" y="2326671"/>
                  <a:pt x="2677010" y="2326385"/>
                </a:cubicBezTo>
                <a:close/>
                <a:moveTo>
                  <a:pt x="2691964" y="2325814"/>
                </a:moveTo>
                <a:cubicBezTo>
                  <a:pt x="2695203" y="2325242"/>
                  <a:pt x="2694631" y="2327338"/>
                  <a:pt x="2692536" y="2327909"/>
                </a:cubicBezTo>
                <a:cubicBezTo>
                  <a:pt x="2690440" y="2328481"/>
                  <a:pt x="2688345" y="2329338"/>
                  <a:pt x="2687773" y="2331815"/>
                </a:cubicBezTo>
                <a:cubicBezTo>
                  <a:pt x="2687106" y="2334196"/>
                  <a:pt x="2684439" y="2332672"/>
                  <a:pt x="2682058" y="2333910"/>
                </a:cubicBezTo>
                <a:cubicBezTo>
                  <a:pt x="2679677" y="2335053"/>
                  <a:pt x="2679963" y="2331243"/>
                  <a:pt x="2681487" y="2328195"/>
                </a:cubicBezTo>
                <a:cubicBezTo>
                  <a:pt x="2683011" y="2325147"/>
                  <a:pt x="2686249" y="2327909"/>
                  <a:pt x="2687488" y="2326671"/>
                </a:cubicBezTo>
                <a:cubicBezTo>
                  <a:pt x="2688630" y="2325528"/>
                  <a:pt x="2688630" y="2326385"/>
                  <a:pt x="2691964" y="2325814"/>
                </a:cubicBezTo>
                <a:close/>
                <a:moveTo>
                  <a:pt x="2547470" y="2325814"/>
                </a:moveTo>
                <a:cubicBezTo>
                  <a:pt x="2549184" y="2328672"/>
                  <a:pt x="2547755" y="2326386"/>
                  <a:pt x="2549756" y="2327910"/>
                </a:cubicBezTo>
                <a:cubicBezTo>
                  <a:pt x="2551851" y="2329338"/>
                  <a:pt x="2551280" y="2330862"/>
                  <a:pt x="2550041" y="2335053"/>
                </a:cubicBezTo>
                <a:cubicBezTo>
                  <a:pt x="2548803" y="2339244"/>
                  <a:pt x="2547089" y="2340768"/>
                  <a:pt x="2543755" y="2340768"/>
                </a:cubicBezTo>
                <a:cubicBezTo>
                  <a:pt x="2540516" y="2340768"/>
                  <a:pt x="2541659" y="2343150"/>
                  <a:pt x="2534801" y="2341340"/>
                </a:cubicBezTo>
                <a:cubicBezTo>
                  <a:pt x="2527943" y="2339625"/>
                  <a:pt x="2538611" y="2336482"/>
                  <a:pt x="2538135" y="2332386"/>
                </a:cubicBezTo>
                <a:cubicBezTo>
                  <a:pt x="2537849" y="2329719"/>
                  <a:pt x="2544803" y="2321337"/>
                  <a:pt x="2547470" y="2325814"/>
                </a:cubicBezTo>
                <a:close/>
                <a:moveTo>
                  <a:pt x="3083632" y="2324005"/>
                </a:moveTo>
                <a:cubicBezTo>
                  <a:pt x="3085156" y="2324290"/>
                  <a:pt x="3091728" y="2328481"/>
                  <a:pt x="3092014" y="2330863"/>
                </a:cubicBezTo>
                <a:cubicBezTo>
                  <a:pt x="3092014" y="2330863"/>
                  <a:pt x="3092014" y="2331434"/>
                  <a:pt x="3090204" y="2331434"/>
                </a:cubicBezTo>
                <a:cubicBezTo>
                  <a:pt x="3088395" y="2331434"/>
                  <a:pt x="3087252" y="2327624"/>
                  <a:pt x="3083346" y="2326100"/>
                </a:cubicBezTo>
                <a:cubicBezTo>
                  <a:pt x="3079441" y="2324576"/>
                  <a:pt x="3082108" y="2323719"/>
                  <a:pt x="3083632" y="2324005"/>
                </a:cubicBezTo>
                <a:close/>
                <a:moveTo>
                  <a:pt x="2571592" y="2323266"/>
                </a:moveTo>
                <a:cubicBezTo>
                  <a:pt x="2573283" y="2322790"/>
                  <a:pt x="2575616" y="2323243"/>
                  <a:pt x="2576235" y="2324576"/>
                </a:cubicBezTo>
                <a:cubicBezTo>
                  <a:pt x="2577378" y="2327243"/>
                  <a:pt x="2578902" y="2328195"/>
                  <a:pt x="2581283" y="2327433"/>
                </a:cubicBezTo>
                <a:cubicBezTo>
                  <a:pt x="2583664" y="2326862"/>
                  <a:pt x="2585474" y="2326862"/>
                  <a:pt x="2585474" y="2328671"/>
                </a:cubicBezTo>
                <a:cubicBezTo>
                  <a:pt x="2585474" y="2330481"/>
                  <a:pt x="2587570" y="2332577"/>
                  <a:pt x="2588141" y="2330481"/>
                </a:cubicBezTo>
                <a:cubicBezTo>
                  <a:pt x="2588713" y="2328386"/>
                  <a:pt x="2589951" y="2327719"/>
                  <a:pt x="2592332" y="2327147"/>
                </a:cubicBezTo>
                <a:cubicBezTo>
                  <a:pt x="2594713" y="2326576"/>
                  <a:pt x="2594142" y="2330767"/>
                  <a:pt x="2595952" y="2332577"/>
                </a:cubicBezTo>
                <a:cubicBezTo>
                  <a:pt x="2597762" y="2334386"/>
                  <a:pt x="2598047" y="2336768"/>
                  <a:pt x="2595666" y="2336482"/>
                </a:cubicBezTo>
                <a:cubicBezTo>
                  <a:pt x="2593285" y="2336196"/>
                  <a:pt x="2591761" y="2334386"/>
                  <a:pt x="2592999" y="2338577"/>
                </a:cubicBezTo>
                <a:cubicBezTo>
                  <a:pt x="2594142" y="2342768"/>
                  <a:pt x="2589380" y="2338577"/>
                  <a:pt x="2587284" y="2340101"/>
                </a:cubicBezTo>
                <a:cubicBezTo>
                  <a:pt x="2585188" y="2341625"/>
                  <a:pt x="2580140" y="2341625"/>
                  <a:pt x="2580426" y="2338292"/>
                </a:cubicBezTo>
                <a:cubicBezTo>
                  <a:pt x="2580712" y="2335053"/>
                  <a:pt x="2574711" y="2332291"/>
                  <a:pt x="2570806" y="2327528"/>
                </a:cubicBezTo>
                <a:cubicBezTo>
                  <a:pt x="2568853" y="2325147"/>
                  <a:pt x="2569901" y="2323742"/>
                  <a:pt x="2571592" y="2323266"/>
                </a:cubicBezTo>
                <a:close/>
                <a:moveTo>
                  <a:pt x="3240319" y="2323147"/>
                </a:moveTo>
                <a:cubicBezTo>
                  <a:pt x="3240890" y="2321337"/>
                  <a:pt x="3242414" y="2322766"/>
                  <a:pt x="3244224" y="2324004"/>
                </a:cubicBezTo>
                <a:cubicBezTo>
                  <a:pt x="3246034" y="2325242"/>
                  <a:pt x="3247272" y="2327909"/>
                  <a:pt x="3245748" y="2329719"/>
                </a:cubicBezTo>
                <a:cubicBezTo>
                  <a:pt x="3244224" y="2331433"/>
                  <a:pt x="3245748" y="2329719"/>
                  <a:pt x="3244224" y="2331243"/>
                </a:cubicBezTo>
                <a:cubicBezTo>
                  <a:pt x="3242700" y="2332672"/>
                  <a:pt x="3242986" y="2331243"/>
                  <a:pt x="3243557" y="2328195"/>
                </a:cubicBezTo>
                <a:cubicBezTo>
                  <a:pt x="3244224" y="2325242"/>
                  <a:pt x="3239747" y="2324956"/>
                  <a:pt x="3240319" y="2323147"/>
                </a:cubicBezTo>
                <a:close/>
                <a:moveTo>
                  <a:pt x="3435104" y="2323052"/>
                </a:moveTo>
                <a:cubicBezTo>
                  <a:pt x="3436914" y="2323052"/>
                  <a:pt x="3438724" y="2322481"/>
                  <a:pt x="3441105" y="2324576"/>
                </a:cubicBezTo>
                <a:cubicBezTo>
                  <a:pt x="3443486" y="2326672"/>
                  <a:pt x="3445867" y="2329339"/>
                  <a:pt x="3444439" y="2331434"/>
                </a:cubicBezTo>
                <a:cubicBezTo>
                  <a:pt x="3442915" y="2333530"/>
                  <a:pt x="3444153" y="2338292"/>
                  <a:pt x="3446248" y="2340102"/>
                </a:cubicBezTo>
                <a:cubicBezTo>
                  <a:pt x="3448344" y="2341912"/>
                  <a:pt x="3451011" y="2346388"/>
                  <a:pt x="3450439" y="2350008"/>
                </a:cubicBezTo>
                <a:cubicBezTo>
                  <a:pt x="3449868" y="2353532"/>
                  <a:pt x="3448058" y="2352389"/>
                  <a:pt x="3448058" y="2350865"/>
                </a:cubicBezTo>
                <a:cubicBezTo>
                  <a:pt x="3448058" y="2349436"/>
                  <a:pt x="3446248" y="2347627"/>
                  <a:pt x="3444439" y="2346103"/>
                </a:cubicBezTo>
                <a:cubicBezTo>
                  <a:pt x="3442629" y="2344579"/>
                  <a:pt x="3440533" y="2341912"/>
                  <a:pt x="3440819" y="2339530"/>
                </a:cubicBezTo>
                <a:cubicBezTo>
                  <a:pt x="3441105" y="2337149"/>
                  <a:pt x="3440533" y="2334768"/>
                  <a:pt x="3439295" y="2333244"/>
                </a:cubicBezTo>
                <a:cubicBezTo>
                  <a:pt x="3438057" y="2331720"/>
                  <a:pt x="3436628" y="2329339"/>
                  <a:pt x="3437486" y="2328100"/>
                </a:cubicBezTo>
                <a:cubicBezTo>
                  <a:pt x="3438343" y="2326957"/>
                  <a:pt x="3437771" y="2325433"/>
                  <a:pt x="3435676" y="2325148"/>
                </a:cubicBezTo>
                <a:cubicBezTo>
                  <a:pt x="3433580" y="2324862"/>
                  <a:pt x="3433295" y="2323052"/>
                  <a:pt x="3435104" y="2323052"/>
                </a:cubicBezTo>
                <a:close/>
                <a:moveTo>
                  <a:pt x="2991335" y="2323052"/>
                </a:moveTo>
                <a:cubicBezTo>
                  <a:pt x="2993145" y="2324290"/>
                  <a:pt x="2992192" y="2326386"/>
                  <a:pt x="2989811" y="2326386"/>
                </a:cubicBezTo>
                <a:cubicBezTo>
                  <a:pt x="2987430" y="2326386"/>
                  <a:pt x="2985620" y="2325814"/>
                  <a:pt x="2986858" y="2324290"/>
                </a:cubicBezTo>
                <a:cubicBezTo>
                  <a:pt x="2988001" y="2322766"/>
                  <a:pt x="2989525" y="2321814"/>
                  <a:pt x="2991335" y="2323052"/>
                </a:cubicBezTo>
                <a:close/>
                <a:moveTo>
                  <a:pt x="2709776" y="2323028"/>
                </a:moveTo>
                <a:cubicBezTo>
                  <a:pt x="2711800" y="2323218"/>
                  <a:pt x="2714348" y="2323671"/>
                  <a:pt x="2716443" y="2323051"/>
                </a:cubicBezTo>
                <a:cubicBezTo>
                  <a:pt x="2720634" y="2321813"/>
                  <a:pt x="2718538" y="2326671"/>
                  <a:pt x="2716157" y="2327242"/>
                </a:cubicBezTo>
                <a:cubicBezTo>
                  <a:pt x="2713776" y="2327909"/>
                  <a:pt x="2714062" y="2327909"/>
                  <a:pt x="2708632" y="2329433"/>
                </a:cubicBezTo>
                <a:cubicBezTo>
                  <a:pt x="2703298" y="2330862"/>
                  <a:pt x="2706251" y="2327909"/>
                  <a:pt x="2706251" y="2324575"/>
                </a:cubicBezTo>
                <a:cubicBezTo>
                  <a:pt x="2706251" y="2322908"/>
                  <a:pt x="2707752" y="2322837"/>
                  <a:pt x="2709776" y="2323028"/>
                </a:cubicBezTo>
                <a:close/>
                <a:moveTo>
                  <a:pt x="2520514" y="2322575"/>
                </a:moveTo>
                <a:cubicBezTo>
                  <a:pt x="2523562" y="2319242"/>
                  <a:pt x="2523848" y="2324957"/>
                  <a:pt x="2528039" y="2327338"/>
                </a:cubicBezTo>
                <a:cubicBezTo>
                  <a:pt x="2532230" y="2329719"/>
                  <a:pt x="2527658" y="2331529"/>
                  <a:pt x="2524705" y="2334482"/>
                </a:cubicBezTo>
                <a:cubicBezTo>
                  <a:pt x="2521657" y="2337434"/>
                  <a:pt x="2518704" y="2336577"/>
                  <a:pt x="2516609" y="2334767"/>
                </a:cubicBezTo>
                <a:cubicBezTo>
                  <a:pt x="2514513" y="2332958"/>
                  <a:pt x="2515942" y="2330005"/>
                  <a:pt x="2508799" y="2328481"/>
                </a:cubicBezTo>
                <a:cubicBezTo>
                  <a:pt x="2501655" y="2327052"/>
                  <a:pt x="2508513" y="2324004"/>
                  <a:pt x="2510608" y="2324004"/>
                </a:cubicBezTo>
                <a:cubicBezTo>
                  <a:pt x="2512704" y="2324004"/>
                  <a:pt x="2517466" y="2325814"/>
                  <a:pt x="2520514" y="2322575"/>
                </a:cubicBezTo>
                <a:close/>
                <a:moveTo>
                  <a:pt x="2668913" y="2322481"/>
                </a:moveTo>
                <a:cubicBezTo>
                  <a:pt x="2670437" y="2323719"/>
                  <a:pt x="2671866" y="2325529"/>
                  <a:pt x="2671294" y="2327624"/>
                </a:cubicBezTo>
                <a:cubicBezTo>
                  <a:pt x="2670628" y="2329720"/>
                  <a:pt x="2671389" y="2329720"/>
                  <a:pt x="2670437" y="2330767"/>
                </a:cubicBezTo>
                <a:cubicBezTo>
                  <a:pt x="2668627" y="2332863"/>
                  <a:pt x="2669485" y="2333434"/>
                  <a:pt x="2664722" y="2335816"/>
                </a:cubicBezTo>
                <a:cubicBezTo>
                  <a:pt x="2659864" y="2338292"/>
                  <a:pt x="2649672" y="2340674"/>
                  <a:pt x="2648815" y="2339149"/>
                </a:cubicBezTo>
                <a:cubicBezTo>
                  <a:pt x="2647863" y="2337625"/>
                  <a:pt x="2644910" y="2338197"/>
                  <a:pt x="2641290" y="2339435"/>
                </a:cubicBezTo>
                <a:cubicBezTo>
                  <a:pt x="2637671" y="2340674"/>
                  <a:pt x="2632528" y="2340292"/>
                  <a:pt x="2631670" y="2339435"/>
                </a:cubicBezTo>
                <a:cubicBezTo>
                  <a:pt x="2630813" y="2338578"/>
                  <a:pt x="2628622" y="2338292"/>
                  <a:pt x="2625670" y="2339149"/>
                </a:cubicBezTo>
                <a:cubicBezTo>
                  <a:pt x="2622622" y="2340102"/>
                  <a:pt x="2618145" y="2339149"/>
                  <a:pt x="2615764" y="2340674"/>
                </a:cubicBezTo>
                <a:cubicBezTo>
                  <a:pt x="2613382" y="2342197"/>
                  <a:pt x="2611001" y="2340102"/>
                  <a:pt x="2611001" y="2335625"/>
                </a:cubicBezTo>
                <a:cubicBezTo>
                  <a:pt x="2611001" y="2331149"/>
                  <a:pt x="2614335" y="2332006"/>
                  <a:pt x="2614335" y="2332006"/>
                </a:cubicBezTo>
                <a:cubicBezTo>
                  <a:pt x="2614335" y="2332006"/>
                  <a:pt x="2617954" y="2333530"/>
                  <a:pt x="2620050" y="2332006"/>
                </a:cubicBezTo>
                <a:cubicBezTo>
                  <a:pt x="2622812" y="2330005"/>
                  <a:pt x="2631765" y="2330196"/>
                  <a:pt x="2634718" y="2329910"/>
                </a:cubicBezTo>
                <a:cubicBezTo>
                  <a:pt x="2637671" y="2329624"/>
                  <a:pt x="2641576" y="2329339"/>
                  <a:pt x="2641290" y="2331149"/>
                </a:cubicBezTo>
                <a:cubicBezTo>
                  <a:pt x="2641005" y="2332958"/>
                  <a:pt x="2643386" y="2335054"/>
                  <a:pt x="2644624" y="2332958"/>
                </a:cubicBezTo>
                <a:cubicBezTo>
                  <a:pt x="2645863" y="2330863"/>
                  <a:pt x="2649768" y="2332006"/>
                  <a:pt x="2652149" y="2331149"/>
                </a:cubicBezTo>
                <a:cubicBezTo>
                  <a:pt x="2654530" y="2330196"/>
                  <a:pt x="2657578" y="2329624"/>
                  <a:pt x="2656340" y="2332006"/>
                </a:cubicBezTo>
                <a:cubicBezTo>
                  <a:pt x="2655102" y="2334387"/>
                  <a:pt x="2660150" y="2333244"/>
                  <a:pt x="2663484" y="2331720"/>
                </a:cubicBezTo>
                <a:cubicBezTo>
                  <a:pt x="2666818" y="2330291"/>
                  <a:pt x="2669485" y="2327529"/>
                  <a:pt x="2667675" y="2325148"/>
                </a:cubicBezTo>
                <a:cubicBezTo>
                  <a:pt x="2665960" y="2322766"/>
                  <a:pt x="2667389" y="2321242"/>
                  <a:pt x="2668913" y="2322481"/>
                </a:cubicBezTo>
                <a:close/>
                <a:moveTo>
                  <a:pt x="2834839" y="2318003"/>
                </a:moveTo>
                <a:cubicBezTo>
                  <a:pt x="2837506" y="2317432"/>
                  <a:pt x="2837506" y="2319146"/>
                  <a:pt x="2835124" y="2320385"/>
                </a:cubicBezTo>
                <a:cubicBezTo>
                  <a:pt x="2832743" y="2321623"/>
                  <a:pt x="2835124" y="2320385"/>
                  <a:pt x="2832743" y="2322766"/>
                </a:cubicBezTo>
                <a:cubicBezTo>
                  <a:pt x="2830362" y="2325242"/>
                  <a:pt x="2829409" y="2324004"/>
                  <a:pt x="2830933" y="2321909"/>
                </a:cubicBezTo>
                <a:cubicBezTo>
                  <a:pt x="2832457" y="2319813"/>
                  <a:pt x="2832172" y="2318575"/>
                  <a:pt x="2834839" y="2318003"/>
                </a:cubicBezTo>
                <a:close/>
                <a:moveTo>
                  <a:pt x="3371858" y="2316861"/>
                </a:moveTo>
                <a:cubicBezTo>
                  <a:pt x="3374239" y="2315337"/>
                  <a:pt x="3377287" y="2316575"/>
                  <a:pt x="3377859" y="2319528"/>
                </a:cubicBezTo>
                <a:cubicBezTo>
                  <a:pt x="3378430" y="2322480"/>
                  <a:pt x="3378145" y="2323052"/>
                  <a:pt x="3379954" y="2324385"/>
                </a:cubicBezTo>
                <a:cubicBezTo>
                  <a:pt x="3381764" y="2325528"/>
                  <a:pt x="3384145" y="2328862"/>
                  <a:pt x="3377859" y="2328576"/>
                </a:cubicBezTo>
                <a:cubicBezTo>
                  <a:pt x="3371572" y="2328291"/>
                  <a:pt x="3376716" y="2323528"/>
                  <a:pt x="3373382" y="2322290"/>
                </a:cubicBezTo>
                <a:cubicBezTo>
                  <a:pt x="3370048" y="2321051"/>
                  <a:pt x="3369477" y="2318384"/>
                  <a:pt x="3371858" y="2316861"/>
                </a:cubicBezTo>
                <a:close/>
                <a:moveTo>
                  <a:pt x="3367096" y="2313812"/>
                </a:moveTo>
                <a:cubicBezTo>
                  <a:pt x="3369763" y="2312574"/>
                  <a:pt x="3370430" y="2314669"/>
                  <a:pt x="3369192" y="2316194"/>
                </a:cubicBezTo>
                <a:cubicBezTo>
                  <a:pt x="3366429" y="2320099"/>
                  <a:pt x="3364334" y="2314955"/>
                  <a:pt x="3367096" y="2313812"/>
                </a:cubicBezTo>
                <a:close/>
                <a:moveTo>
                  <a:pt x="2748924" y="2311146"/>
                </a:moveTo>
                <a:cubicBezTo>
                  <a:pt x="2751305" y="2311146"/>
                  <a:pt x="2751877" y="2313527"/>
                  <a:pt x="2749210" y="2314099"/>
                </a:cubicBezTo>
                <a:cubicBezTo>
                  <a:pt x="2746447" y="2314670"/>
                  <a:pt x="2745876" y="2315337"/>
                  <a:pt x="2745304" y="2316575"/>
                </a:cubicBezTo>
                <a:cubicBezTo>
                  <a:pt x="2744637" y="2317813"/>
                  <a:pt x="2742923" y="2318956"/>
                  <a:pt x="2741685" y="2318099"/>
                </a:cubicBezTo>
                <a:cubicBezTo>
                  <a:pt x="2740446" y="2317147"/>
                  <a:pt x="2737779" y="2315051"/>
                  <a:pt x="2735398" y="2316861"/>
                </a:cubicBezTo>
                <a:cubicBezTo>
                  <a:pt x="2732922" y="2318575"/>
                  <a:pt x="2731493" y="2317432"/>
                  <a:pt x="2732064" y="2315623"/>
                </a:cubicBezTo>
                <a:cubicBezTo>
                  <a:pt x="2732731" y="2313813"/>
                  <a:pt x="2734827" y="2312003"/>
                  <a:pt x="2737208" y="2312289"/>
                </a:cubicBezTo>
                <a:cubicBezTo>
                  <a:pt x="2739589" y="2312575"/>
                  <a:pt x="2741685" y="2312956"/>
                  <a:pt x="2743209" y="2311717"/>
                </a:cubicBezTo>
                <a:cubicBezTo>
                  <a:pt x="2744733" y="2310574"/>
                  <a:pt x="2746543" y="2311146"/>
                  <a:pt x="2748924" y="2311146"/>
                </a:cubicBezTo>
                <a:close/>
                <a:moveTo>
                  <a:pt x="3361096" y="2309050"/>
                </a:moveTo>
                <a:cubicBezTo>
                  <a:pt x="3362905" y="2311145"/>
                  <a:pt x="3362524" y="2311621"/>
                  <a:pt x="3362048" y="2312574"/>
                </a:cubicBezTo>
                <a:cubicBezTo>
                  <a:pt x="3361381" y="2313431"/>
                  <a:pt x="3359953" y="2313526"/>
                  <a:pt x="3358429" y="2310574"/>
                </a:cubicBezTo>
                <a:cubicBezTo>
                  <a:pt x="3356905" y="2307526"/>
                  <a:pt x="3359286" y="2306954"/>
                  <a:pt x="3361096" y="2309050"/>
                </a:cubicBezTo>
                <a:close/>
                <a:moveTo>
                  <a:pt x="3397767" y="2304085"/>
                </a:moveTo>
                <a:cubicBezTo>
                  <a:pt x="3398934" y="2304121"/>
                  <a:pt x="3400815" y="2305097"/>
                  <a:pt x="3402148" y="2306288"/>
                </a:cubicBezTo>
                <a:cubicBezTo>
                  <a:pt x="3404815" y="2308669"/>
                  <a:pt x="3405387" y="2308669"/>
                  <a:pt x="3406339" y="2310860"/>
                </a:cubicBezTo>
                <a:cubicBezTo>
                  <a:pt x="3407197" y="2312955"/>
                  <a:pt x="3414436" y="2315622"/>
                  <a:pt x="3415293" y="2317146"/>
                </a:cubicBezTo>
                <a:cubicBezTo>
                  <a:pt x="3416245" y="2318670"/>
                  <a:pt x="3419198" y="2321337"/>
                  <a:pt x="3421294" y="2321337"/>
                </a:cubicBezTo>
                <a:cubicBezTo>
                  <a:pt x="3423389" y="2321337"/>
                  <a:pt x="3424342" y="2323718"/>
                  <a:pt x="3422818" y="2324004"/>
                </a:cubicBezTo>
                <a:cubicBezTo>
                  <a:pt x="3421389" y="2324290"/>
                  <a:pt x="3421008" y="2324861"/>
                  <a:pt x="3422246" y="2326671"/>
                </a:cubicBezTo>
                <a:cubicBezTo>
                  <a:pt x="3423389" y="2328481"/>
                  <a:pt x="3420151" y="2328195"/>
                  <a:pt x="3418627" y="2326100"/>
                </a:cubicBezTo>
                <a:cubicBezTo>
                  <a:pt x="3417103" y="2324004"/>
                  <a:pt x="3411673" y="2320099"/>
                  <a:pt x="3408721" y="2318575"/>
                </a:cubicBezTo>
                <a:cubicBezTo>
                  <a:pt x="3405768" y="2317146"/>
                  <a:pt x="3400720" y="2312574"/>
                  <a:pt x="3397672" y="2307526"/>
                </a:cubicBezTo>
                <a:cubicBezTo>
                  <a:pt x="3396148" y="2304954"/>
                  <a:pt x="3396601" y="2304049"/>
                  <a:pt x="3397767" y="2304085"/>
                </a:cubicBezTo>
                <a:close/>
                <a:moveTo>
                  <a:pt x="2988573" y="2302669"/>
                </a:moveTo>
                <a:cubicBezTo>
                  <a:pt x="2994574" y="2302669"/>
                  <a:pt x="2994574" y="2305717"/>
                  <a:pt x="2993716" y="2308384"/>
                </a:cubicBezTo>
                <a:cubicBezTo>
                  <a:pt x="2992764" y="2311146"/>
                  <a:pt x="2991906" y="2318004"/>
                  <a:pt x="2990478" y="2318004"/>
                </a:cubicBezTo>
                <a:cubicBezTo>
                  <a:pt x="2988954" y="2318004"/>
                  <a:pt x="2985334" y="2320099"/>
                  <a:pt x="2984763" y="2321338"/>
                </a:cubicBezTo>
                <a:cubicBezTo>
                  <a:pt x="2984191" y="2322481"/>
                  <a:pt x="2982096" y="2324291"/>
                  <a:pt x="2980000" y="2323719"/>
                </a:cubicBezTo>
                <a:cubicBezTo>
                  <a:pt x="2977905" y="2323052"/>
                  <a:pt x="2975524" y="2323338"/>
                  <a:pt x="2970380" y="2324576"/>
                </a:cubicBezTo>
                <a:cubicBezTo>
                  <a:pt x="2965332" y="2325814"/>
                  <a:pt x="2966189" y="2322766"/>
                  <a:pt x="2967999" y="2321909"/>
                </a:cubicBezTo>
                <a:cubicBezTo>
                  <a:pt x="2969713" y="2320957"/>
                  <a:pt x="2970666" y="2318290"/>
                  <a:pt x="2970952" y="2316480"/>
                </a:cubicBezTo>
                <a:cubicBezTo>
                  <a:pt x="2971237" y="2314670"/>
                  <a:pt x="2972761" y="2312575"/>
                  <a:pt x="2975428" y="2307145"/>
                </a:cubicBezTo>
                <a:cubicBezTo>
                  <a:pt x="2978095" y="2301812"/>
                  <a:pt x="2982572" y="2302669"/>
                  <a:pt x="2988573" y="2302669"/>
                </a:cubicBezTo>
                <a:close/>
                <a:moveTo>
                  <a:pt x="2845984" y="2299429"/>
                </a:moveTo>
                <a:cubicBezTo>
                  <a:pt x="2848936" y="2297905"/>
                  <a:pt x="2850175" y="2299715"/>
                  <a:pt x="2848936" y="2303620"/>
                </a:cubicBezTo>
                <a:cubicBezTo>
                  <a:pt x="2847793" y="2307526"/>
                  <a:pt x="2846269" y="2310192"/>
                  <a:pt x="2841507" y="2313241"/>
                </a:cubicBezTo>
                <a:cubicBezTo>
                  <a:pt x="2836744" y="2316193"/>
                  <a:pt x="2837602" y="2313526"/>
                  <a:pt x="2837316" y="2309335"/>
                </a:cubicBezTo>
                <a:cubicBezTo>
                  <a:pt x="2837030" y="2306097"/>
                  <a:pt x="2843031" y="2300953"/>
                  <a:pt x="2845984" y="2299429"/>
                </a:cubicBezTo>
                <a:close/>
                <a:moveTo>
                  <a:pt x="1065618" y="2298775"/>
                </a:moveTo>
                <a:cubicBezTo>
                  <a:pt x="1066142" y="2298215"/>
                  <a:pt x="1066809" y="2298906"/>
                  <a:pt x="1067666" y="2301335"/>
                </a:cubicBezTo>
                <a:cubicBezTo>
                  <a:pt x="1069476" y="2306192"/>
                  <a:pt x="1071857" y="2308002"/>
                  <a:pt x="1069762" y="2312193"/>
                </a:cubicBezTo>
                <a:cubicBezTo>
                  <a:pt x="1067666" y="2316384"/>
                  <a:pt x="1067666" y="2316384"/>
                  <a:pt x="1067666" y="2316384"/>
                </a:cubicBezTo>
                <a:cubicBezTo>
                  <a:pt x="1067666" y="2316384"/>
                  <a:pt x="1063761" y="2308859"/>
                  <a:pt x="1064428" y="2303716"/>
                </a:cubicBezTo>
                <a:cubicBezTo>
                  <a:pt x="1064713" y="2301144"/>
                  <a:pt x="1065094" y="2299334"/>
                  <a:pt x="1065618" y="2298775"/>
                </a:cubicBezTo>
                <a:close/>
                <a:moveTo>
                  <a:pt x="2481271" y="2294287"/>
                </a:moveTo>
                <a:cubicBezTo>
                  <a:pt x="2484224" y="2294858"/>
                  <a:pt x="2494606" y="2293144"/>
                  <a:pt x="2497464" y="2294572"/>
                </a:cubicBezTo>
                <a:cubicBezTo>
                  <a:pt x="2502798" y="2297239"/>
                  <a:pt x="2495940" y="2296382"/>
                  <a:pt x="2494130" y="2298478"/>
                </a:cubicBezTo>
                <a:cubicBezTo>
                  <a:pt x="2491463" y="2301621"/>
                  <a:pt x="2490225" y="2300954"/>
                  <a:pt x="2488129" y="2301811"/>
                </a:cubicBezTo>
                <a:cubicBezTo>
                  <a:pt x="2486034" y="2302669"/>
                  <a:pt x="2480700" y="2303240"/>
                  <a:pt x="2479461" y="2302383"/>
                </a:cubicBezTo>
                <a:cubicBezTo>
                  <a:pt x="2478223" y="2301526"/>
                  <a:pt x="2477652" y="2299144"/>
                  <a:pt x="2473461" y="2300002"/>
                </a:cubicBezTo>
                <a:cubicBezTo>
                  <a:pt x="2469270" y="2300859"/>
                  <a:pt x="2469079" y="2297906"/>
                  <a:pt x="2471079" y="2296096"/>
                </a:cubicBezTo>
                <a:cubicBezTo>
                  <a:pt x="2473080" y="2294287"/>
                  <a:pt x="2478318" y="2293715"/>
                  <a:pt x="2481271" y="2294287"/>
                </a:cubicBezTo>
                <a:close/>
                <a:moveTo>
                  <a:pt x="2522895" y="2293715"/>
                </a:moveTo>
                <a:cubicBezTo>
                  <a:pt x="2524705" y="2294286"/>
                  <a:pt x="2523753" y="2293715"/>
                  <a:pt x="2524991" y="2294286"/>
                </a:cubicBezTo>
                <a:cubicBezTo>
                  <a:pt x="2526134" y="2294953"/>
                  <a:pt x="2523467" y="2297334"/>
                  <a:pt x="2521657" y="2295810"/>
                </a:cubicBezTo>
                <a:cubicBezTo>
                  <a:pt x="2519943" y="2294286"/>
                  <a:pt x="2521086" y="2293143"/>
                  <a:pt x="2522895" y="2293715"/>
                </a:cubicBezTo>
                <a:close/>
                <a:moveTo>
                  <a:pt x="3340711" y="2292572"/>
                </a:moveTo>
                <a:cubicBezTo>
                  <a:pt x="3342807" y="2293143"/>
                  <a:pt x="3343664" y="2294953"/>
                  <a:pt x="3342426" y="2295524"/>
                </a:cubicBezTo>
                <a:cubicBezTo>
                  <a:pt x="3341283" y="2296191"/>
                  <a:pt x="3340711" y="2296477"/>
                  <a:pt x="3339473" y="2294953"/>
                </a:cubicBezTo>
                <a:cubicBezTo>
                  <a:pt x="3338330" y="2293429"/>
                  <a:pt x="3338616" y="2292000"/>
                  <a:pt x="3340711" y="2292572"/>
                </a:cubicBezTo>
                <a:close/>
                <a:moveTo>
                  <a:pt x="3357762" y="2285619"/>
                </a:moveTo>
                <a:cubicBezTo>
                  <a:pt x="3360810" y="2287428"/>
                  <a:pt x="3362905" y="2287714"/>
                  <a:pt x="3364905" y="2288381"/>
                </a:cubicBezTo>
                <a:cubicBezTo>
                  <a:pt x="3367001" y="2288952"/>
                  <a:pt x="3368239" y="2293715"/>
                  <a:pt x="3370906" y="2295525"/>
                </a:cubicBezTo>
                <a:cubicBezTo>
                  <a:pt x="3373573" y="2297335"/>
                  <a:pt x="3374430" y="2300002"/>
                  <a:pt x="3371478" y="2299430"/>
                </a:cubicBezTo>
                <a:cubicBezTo>
                  <a:pt x="3368525" y="2298859"/>
                  <a:pt x="3362238" y="2296382"/>
                  <a:pt x="3360714" y="2293715"/>
                </a:cubicBezTo>
                <a:cubicBezTo>
                  <a:pt x="3359191" y="2290953"/>
                  <a:pt x="3357476" y="2289524"/>
                  <a:pt x="3354142" y="2286476"/>
                </a:cubicBezTo>
                <a:cubicBezTo>
                  <a:pt x="3350904" y="2283523"/>
                  <a:pt x="3354809" y="2283809"/>
                  <a:pt x="3357762" y="2285619"/>
                </a:cubicBezTo>
                <a:close/>
                <a:moveTo>
                  <a:pt x="2897799" y="2276380"/>
                </a:moveTo>
                <a:cubicBezTo>
                  <a:pt x="2896275" y="2273046"/>
                  <a:pt x="2900466" y="2274284"/>
                  <a:pt x="2901705" y="2277237"/>
                </a:cubicBezTo>
                <a:cubicBezTo>
                  <a:pt x="2902848" y="2280285"/>
                  <a:pt x="2902562" y="2279047"/>
                  <a:pt x="2903514" y="2280857"/>
                </a:cubicBezTo>
                <a:cubicBezTo>
                  <a:pt x="2904372" y="2282666"/>
                  <a:pt x="2904372" y="2286286"/>
                  <a:pt x="2901705" y="2286286"/>
                </a:cubicBezTo>
                <a:cubicBezTo>
                  <a:pt x="2899037" y="2286286"/>
                  <a:pt x="2898371" y="2283524"/>
                  <a:pt x="2899895" y="2282666"/>
                </a:cubicBezTo>
                <a:cubicBezTo>
                  <a:pt x="2901419" y="2281809"/>
                  <a:pt x="2899323" y="2279713"/>
                  <a:pt x="2897799" y="2276380"/>
                </a:cubicBezTo>
                <a:close/>
                <a:moveTo>
                  <a:pt x="2905895" y="2276379"/>
                </a:moveTo>
                <a:cubicBezTo>
                  <a:pt x="2907419" y="2277522"/>
                  <a:pt x="2907990" y="2280570"/>
                  <a:pt x="2906467" y="2281237"/>
                </a:cubicBezTo>
                <a:cubicBezTo>
                  <a:pt x="2905038" y="2281809"/>
                  <a:pt x="2905895" y="2279999"/>
                  <a:pt x="2903799" y="2277618"/>
                </a:cubicBezTo>
                <a:cubicBezTo>
                  <a:pt x="2901704" y="2275141"/>
                  <a:pt x="2904371" y="2275141"/>
                  <a:pt x="2905895" y="2276379"/>
                </a:cubicBezTo>
                <a:close/>
                <a:moveTo>
                  <a:pt x="1070416" y="2276189"/>
                </a:moveTo>
                <a:cubicBezTo>
                  <a:pt x="1071047" y="2275880"/>
                  <a:pt x="1071714" y="2276856"/>
                  <a:pt x="1071857" y="2280190"/>
                </a:cubicBezTo>
                <a:cubicBezTo>
                  <a:pt x="1072143" y="2286762"/>
                  <a:pt x="1069761" y="2289238"/>
                  <a:pt x="1069761" y="2289238"/>
                </a:cubicBezTo>
                <a:cubicBezTo>
                  <a:pt x="1069761" y="2289238"/>
                  <a:pt x="1069190" y="2283523"/>
                  <a:pt x="1069190" y="2279904"/>
                </a:cubicBezTo>
                <a:cubicBezTo>
                  <a:pt x="1069190" y="2278094"/>
                  <a:pt x="1069785" y="2276499"/>
                  <a:pt x="1070416" y="2276189"/>
                </a:cubicBezTo>
                <a:close/>
                <a:moveTo>
                  <a:pt x="2336777" y="2273903"/>
                </a:moveTo>
                <a:cubicBezTo>
                  <a:pt x="2340111" y="2272379"/>
                  <a:pt x="2343349" y="2274474"/>
                  <a:pt x="2348207" y="2274189"/>
                </a:cubicBezTo>
                <a:cubicBezTo>
                  <a:pt x="2352969" y="2273903"/>
                  <a:pt x="2361351" y="2273331"/>
                  <a:pt x="2364114" y="2275427"/>
                </a:cubicBezTo>
                <a:cubicBezTo>
                  <a:pt x="2366781" y="2277522"/>
                  <a:pt x="2369162" y="2278761"/>
                  <a:pt x="2371257" y="2279332"/>
                </a:cubicBezTo>
                <a:cubicBezTo>
                  <a:pt x="2373353" y="2279904"/>
                  <a:pt x="2375448" y="2281714"/>
                  <a:pt x="2376687" y="2283238"/>
                </a:cubicBezTo>
                <a:cubicBezTo>
                  <a:pt x="2377925" y="2284761"/>
                  <a:pt x="2381164" y="2285047"/>
                  <a:pt x="2379354" y="2281714"/>
                </a:cubicBezTo>
                <a:cubicBezTo>
                  <a:pt x="2377544" y="2278380"/>
                  <a:pt x="2379068" y="2279047"/>
                  <a:pt x="2381735" y="2280475"/>
                </a:cubicBezTo>
                <a:cubicBezTo>
                  <a:pt x="2384402" y="2281999"/>
                  <a:pt x="2385640" y="2284666"/>
                  <a:pt x="2387164" y="2287619"/>
                </a:cubicBezTo>
                <a:cubicBezTo>
                  <a:pt x="2388688" y="2290667"/>
                  <a:pt x="2392593" y="2293334"/>
                  <a:pt x="2397356" y="2293334"/>
                </a:cubicBezTo>
                <a:cubicBezTo>
                  <a:pt x="2402118" y="2293334"/>
                  <a:pt x="2404595" y="2293334"/>
                  <a:pt x="2408119" y="2294572"/>
                </a:cubicBezTo>
                <a:cubicBezTo>
                  <a:pt x="2411739" y="2295810"/>
                  <a:pt x="2414691" y="2295144"/>
                  <a:pt x="2416787" y="2293334"/>
                </a:cubicBezTo>
                <a:cubicBezTo>
                  <a:pt x="2418882" y="2291524"/>
                  <a:pt x="2420692" y="2292477"/>
                  <a:pt x="2422788" y="2292477"/>
                </a:cubicBezTo>
                <a:cubicBezTo>
                  <a:pt x="2424883" y="2292477"/>
                  <a:pt x="2425740" y="2291619"/>
                  <a:pt x="2426693" y="2287714"/>
                </a:cubicBezTo>
                <a:cubicBezTo>
                  <a:pt x="2427550" y="2283809"/>
                  <a:pt x="2435361" y="2285333"/>
                  <a:pt x="2437742" y="2286857"/>
                </a:cubicBezTo>
                <a:cubicBezTo>
                  <a:pt x="2440123" y="2288381"/>
                  <a:pt x="2441933" y="2289810"/>
                  <a:pt x="2444886" y="2289524"/>
                </a:cubicBezTo>
                <a:cubicBezTo>
                  <a:pt x="2447838" y="2289238"/>
                  <a:pt x="2449648" y="2288952"/>
                  <a:pt x="2451744" y="2290381"/>
                </a:cubicBezTo>
                <a:cubicBezTo>
                  <a:pt x="2453839" y="2291905"/>
                  <a:pt x="2464031" y="2292763"/>
                  <a:pt x="2465269" y="2295810"/>
                </a:cubicBezTo>
                <a:cubicBezTo>
                  <a:pt x="2466508" y="2298763"/>
                  <a:pt x="2468984" y="2303621"/>
                  <a:pt x="2468984" y="2303621"/>
                </a:cubicBezTo>
                <a:cubicBezTo>
                  <a:pt x="2468984" y="2303621"/>
                  <a:pt x="2467174" y="2311431"/>
                  <a:pt x="2469270" y="2311146"/>
                </a:cubicBezTo>
                <a:cubicBezTo>
                  <a:pt x="2471365" y="2310860"/>
                  <a:pt x="2480319" y="2310289"/>
                  <a:pt x="2479176" y="2313527"/>
                </a:cubicBezTo>
                <a:cubicBezTo>
                  <a:pt x="2477937" y="2316861"/>
                  <a:pt x="2482128" y="2315908"/>
                  <a:pt x="2485748" y="2315337"/>
                </a:cubicBezTo>
                <a:cubicBezTo>
                  <a:pt x="2489368" y="2314765"/>
                  <a:pt x="2492035" y="2315051"/>
                  <a:pt x="2495654" y="2315051"/>
                </a:cubicBezTo>
                <a:cubicBezTo>
                  <a:pt x="2499274" y="2315051"/>
                  <a:pt x="2507084" y="2317147"/>
                  <a:pt x="2504608" y="2322861"/>
                </a:cubicBezTo>
                <a:cubicBezTo>
                  <a:pt x="2502226" y="2328576"/>
                  <a:pt x="2501941" y="2333053"/>
                  <a:pt x="2506131" y="2335149"/>
                </a:cubicBezTo>
                <a:cubicBezTo>
                  <a:pt x="2510322" y="2337244"/>
                  <a:pt x="2506417" y="2344102"/>
                  <a:pt x="2504608" y="2340864"/>
                </a:cubicBezTo>
                <a:cubicBezTo>
                  <a:pt x="2502798" y="2337530"/>
                  <a:pt x="2490510" y="2334863"/>
                  <a:pt x="2486605" y="2331243"/>
                </a:cubicBezTo>
                <a:cubicBezTo>
                  <a:pt x="2482700" y="2327624"/>
                  <a:pt x="2476413" y="2327910"/>
                  <a:pt x="2474604" y="2330005"/>
                </a:cubicBezTo>
                <a:cubicBezTo>
                  <a:pt x="2472794" y="2332101"/>
                  <a:pt x="2468793" y="2332101"/>
                  <a:pt x="2468793" y="2332101"/>
                </a:cubicBezTo>
                <a:cubicBezTo>
                  <a:pt x="2468793" y="2332101"/>
                  <a:pt x="2460030" y="2330863"/>
                  <a:pt x="2451934" y="2329719"/>
                </a:cubicBezTo>
                <a:cubicBezTo>
                  <a:pt x="2443838" y="2328481"/>
                  <a:pt x="2443267" y="2327624"/>
                  <a:pt x="2437837" y="2327624"/>
                </a:cubicBezTo>
                <a:cubicBezTo>
                  <a:pt x="2432408" y="2327624"/>
                  <a:pt x="2431836" y="2326100"/>
                  <a:pt x="2428217" y="2324290"/>
                </a:cubicBezTo>
                <a:cubicBezTo>
                  <a:pt x="2424597" y="2322481"/>
                  <a:pt x="2422502" y="2319814"/>
                  <a:pt x="2415072" y="2319528"/>
                </a:cubicBezTo>
                <a:cubicBezTo>
                  <a:pt x="2407548" y="2319242"/>
                  <a:pt x="2406690" y="2317718"/>
                  <a:pt x="2404023" y="2315908"/>
                </a:cubicBezTo>
                <a:cubicBezTo>
                  <a:pt x="2401356" y="2314098"/>
                  <a:pt x="2398975" y="2313527"/>
                  <a:pt x="2396880" y="2314670"/>
                </a:cubicBezTo>
                <a:cubicBezTo>
                  <a:pt x="2394784" y="2315908"/>
                  <a:pt x="2392974" y="2316194"/>
                  <a:pt x="2390307" y="2315908"/>
                </a:cubicBezTo>
                <a:cubicBezTo>
                  <a:pt x="2387640" y="2315622"/>
                  <a:pt x="2386974" y="2316194"/>
                  <a:pt x="2385259" y="2317432"/>
                </a:cubicBezTo>
                <a:cubicBezTo>
                  <a:pt x="2383449" y="2318670"/>
                  <a:pt x="2381926" y="2318004"/>
                  <a:pt x="2377449" y="2317147"/>
                </a:cubicBezTo>
                <a:cubicBezTo>
                  <a:pt x="2372972" y="2316289"/>
                  <a:pt x="2370210" y="2312956"/>
                  <a:pt x="2366400" y="2311146"/>
                </a:cubicBezTo>
                <a:cubicBezTo>
                  <a:pt x="2362494" y="2309336"/>
                  <a:pt x="2362494" y="2310289"/>
                  <a:pt x="2356494" y="2309622"/>
                </a:cubicBezTo>
                <a:cubicBezTo>
                  <a:pt x="2350493" y="2309050"/>
                  <a:pt x="2342397" y="2308384"/>
                  <a:pt x="2344492" y="2303907"/>
                </a:cubicBezTo>
                <a:cubicBezTo>
                  <a:pt x="2346588" y="2299430"/>
                  <a:pt x="2349636" y="2297620"/>
                  <a:pt x="2343254" y="2298192"/>
                </a:cubicBezTo>
                <a:cubicBezTo>
                  <a:pt x="2336968" y="2298763"/>
                  <a:pt x="2333919" y="2297335"/>
                  <a:pt x="2328014" y="2297906"/>
                </a:cubicBezTo>
                <a:cubicBezTo>
                  <a:pt x="2322013" y="2298477"/>
                  <a:pt x="2318679" y="2297906"/>
                  <a:pt x="2319060" y="2296382"/>
                </a:cubicBezTo>
                <a:cubicBezTo>
                  <a:pt x="2319346" y="2294858"/>
                  <a:pt x="2319918" y="2294858"/>
                  <a:pt x="2322680" y="2294858"/>
                </a:cubicBezTo>
                <a:cubicBezTo>
                  <a:pt x="2325442" y="2294858"/>
                  <a:pt x="2329824" y="2293620"/>
                  <a:pt x="2331062" y="2287047"/>
                </a:cubicBezTo>
                <a:cubicBezTo>
                  <a:pt x="2332300" y="2280475"/>
                  <a:pt x="2333443" y="2275332"/>
                  <a:pt x="2336777" y="2273903"/>
                </a:cubicBezTo>
                <a:close/>
                <a:moveTo>
                  <a:pt x="2621194" y="2268414"/>
                </a:moveTo>
                <a:cubicBezTo>
                  <a:pt x="2621908" y="2268640"/>
                  <a:pt x="2622575" y="2269760"/>
                  <a:pt x="2622717" y="2271236"/>
                </a:cubicBezTo>
                <a:cubicBezTo>
                  <a:pt x="2623003" y="2274284"/>
                  <a:pt x="2622432" y="2274855"/>
                  <a:pt x="2621479" y="2276951"/>
                </a:cubicBezTo>
                <a:cubicBezTo>
                  <a:pt x="2620622" y="2279046"/>
                  <a:pt x="2618812" y="2275141"/>
                  <a:pt x="2619384" y="2270950"/>
                </a:cubicBezTo>
                <a:cubicBezTo>
                  <a:pt x="2619717" y="2268855"/>
                  <a:pt x="2620479" y="2268188"/>
                  <a:pt x="2621194" y="2268414"/>
                </a:cubicBezTo>
                <a:close/>
                <a:moveTo>
                  <a:pt x="2906467" y="2267044"/>
                </a:moveTo>
                <a:cubicBezTo>
                  <a:pt x="2909801" y="2265521"/>
                  <a:pt x="2911516" y="2267997"/>
                  <a:pt x="2910658" y="2270950"/>
                </a:cubicBezTo>
                <a:cubicBezTo>
                  <a:pt x="2910087" y="2276951"/>
                  <a:pt x="2907991" y="2273902"/>
                  <a:pt x="2904658" y="2272093"/>
                </a:cubicBezTo>
                <a:cubicBezTo>
                  <a:pt x="2901419" y="2270283"/>
                  <a:pt x="2903134" y="2268568"/>
                  <a:pt x="2906467" y="2267044"/>
                </a:cubicBezTo>
                <a:close/>
                <a:moveTo>
                  <a:pt x="2257243" y="2260854"/>
                </a:moveTo>
                <a:cubicBezTo>
                  <a:pt x="2259434" y="2259520"/>
                  <a:pt x="2261720" y="2261140"/>
                  <a:pt x="2260577" y="2262949"/>
                </a:cubicBezTo>
                <a:cubicBezTo>
                  <a:pt x="2259339" y="2264759"/>
                  <a:pt x="2256196" y="2261521"/>
                  <a:pt x="2257243" y="2260854"/>
                </a:cubicBezTo>
                <a:close/>
                <a:moveTo>
                  <a:pt x="2868176" y="2259901"/>
                </a:moveTo>
                <a:cubicBezTo>
                  <a:pt x="2869319" y="2260473"/>
                  <a:pt x="2869319" y="2267045"/>
                  <a:pt x="2867319" y="2263807"/>
                </a:cubicBezTo>
                <a:cubicBezTo>
                  <a:pt x="2866272" y="2262187"/>
                  <a:pt x="2866938" y="2259330"/>
                  <a:pt x="2868176" y="2259901"/>
                </a:cubicBezTo>
                <a:close/>
                <a:moveTo>
                  <a:pt x="2904753" y="2256948"/>
                </a:moveTo>
                <a:cubicBezTo>
                  <a:pt x="2906848" y="2255424"/>
                  <a:pt x="2910754" y="2257234"/>
                  <a:pt x="2910468" y="2259615"/>
                </a:cubicBezTo>
                <a:cubicBezTo>
                  <a:pt x="2910182" y="2261997"/>
                  <a:pt x="2908372" y="2263806"/>
                  <a:pt x="2905039" y="2265616"/>
                </a:cubicBezTo>
                <a:cubicBezTo>
                  <a:pt x="2901705" y="2267426"/>
                  <a:pt x="2900276" y="2266473"/>
                  <a:pt x="2901133" y="2264949"/>
                </a:cubicBezTo>
                <a:cubicBezTo>
                  <a:pt x="2901991" y="2263425"/>
                  <a:pt x="2902562" y="2261616"/>
                  <a:pt x="2899895" y="2261330"/>
                </a:cubicBezTo>
                <a:cubicBezTo>
                  <a:pt x="2897133" y="2261044"/>
                  <a:pt x="2899228" y="2259234"/>
                  <a:pt x="2902562" y="2258377"/>
                </a:cubicBezTo>
                <a:cubicBezTo>
                  <a:pt x="2905896" y="2257425"/>
                  <a:pt x="2902562" y="2258377"/>
                  <a:pt x="2904753" y="2256948"/>
                </a:cubicBezTo>
                <a:close/>
                <a:moveTo>
                  <a:pt x="2877701" y="2255996"/>
                </a:moveTo>
                <a:cubicBezTo>
                  <a:pt x="2877987" y="2258092"/>
                  <a:pt x="2877701" y="2255710"/>
                  <a:pt x="2877701" y="2257520"/>
                </a:cubicBezTo>
                <a:cubicBezTo>
                  <a:pt x="2877701" y="2259330"/>
                  <a:pt x="2874463" y="2260187"/>
                  <a:pt x="2873225" y="2263521"/>
                </a:cubicBezTo>
                <a:cubicBezTo>
                  <a:pt x="2871986" y="2266759"/>
                  <a:pt x="2871129" y="2266473"/>
                  <a:pt x="2871129" y="2264378"/>
                </a:cubicBezTo>
                <a:cubicBezTo>
                  <a:pt x="2871129" y="2262282"/>
                  <a:pt x="2871986" y="2260187"/>
                  <a:pt x="2873510" y="2256568"/>
                </a:cubicBezTo>
                <a:cubicBezTo>
                  <a:pt x="2875034" y="2253043"/>
                  <a:pt x="2877416" y="2253901"/>
                  <a:pt x="2877701" y="2255996"/>
                </a:cubicBezTo>
                <a:close/>
                <a:moveTo>
                  <a:pt x="2649959" y="2255614"/>
                </a:moveTo>
                <a:cubicBezTo>
                  <a:pt x="2652054" y="2258091"/>
                  <a:pt x="2651483" y="2258377"/>
                  <a:pt x="2651197" y="2260186"/>
                </a:cubicBezTo>
                <a:cubicBezTo>
                  <a:pt x="2650911" y="2261901"/>
                  <a:pt x="2649102" y="2262568"/>
                  <a:pt x="2647006" y="2258948"/>
                </a:cubicBezTo>
                <a:cubicBezTo>
                  <a:pt x="2644911" y="2255329"/>
                  <a:pt x="2647863" y="2253233"/>
                  <a:pt x="2649959" y="2255614"/>
                </a:cubicBezTo>
                <a:close/>
                <a:moveTo>
                  <a:pt x="3318102" y="2254936"/>
                </a:moveTo>
                <a:cubicBezTo>
                  <a:pt x="3319305" y="2254925"/>
                  <a:pt x="3320948" y="2255663"/>
                  <a:pt x="3322138" y="2256567"/>
                </a:cubicBezTo>
                <a:cubicBezTo>
                  <a:pt x="3324519" y="2258377"/>
                  <a:pt x="3332044" y="2262854"/>
                  <a:pt x="3332330" y="2266092"/>
                </a:cubicBezTo>
                <a:cubicBezTo>
                  <a:pt x="3332615" y="2269140"/>
                  <a:pt x="3338235" y="2275427"/>
                  <a:pt x="3341283" y="2276284"/>
                </a:cubicBezTo>
                <a:cubicBezTo>
                  <a:pt x="3344236" y="2277141"/>
                  <a:pt x="3344236" y="2281618"/>
                  <a:pt x="3337949" y="2283428"/>
                </a:cubicBezTo>
                <a:cubicBezTo>
                  <a:pt x="3331663" y="2285238"/>
                  <a:pt x="3328710" y="2281332"/>
                  <a:pt x="3328996" y="2278951"/>
                </a:cubicBezTo>
                <a:cubicBezTo>
                  <a:pt x="3329282" y="2276475"/>
                  <a:pt x="3328424" y="2274379"/>
                  <a:pt x="3327186" y="2273522"/>
                </a:cubicBezTo>
                <a:cubicBezTo>
                  <a:pt x="3326043" y="2272569"/>
                  <a:pt x="3324805" y="2271998"/>
                  <a:pt x="3324519" y="2270188"/>
                </a:cubicBezTo>
                <a:cubicBezTo>
                  <a:pt x="3324233" y="2268378"/>
                  <a:pt x="3323662" y="2267521"/>
                  <a:pt x="3322138" y="2266854"/>
                </a:cubicBezTo>
                <a:cubicBezTo>
                  <a:pt x="3320614" y="2266188"/>
                  <a:pt x="3318518" y="2265330"/>
                  <a:pt x="3318518" y="2263521"/>
                </a:cubicBezTo>
                <a:cubicBezTo>
                  <a:pt x="3318518" y="2261711"/>
                  <a:pt x="3317947" y="2261996"/>
                  <a:pt x="3316709" y="2257805"/>
                </a:cubicBezTo>
                <a:cubicBezTo>
                  <a:pt x="3316138" y="2255710"/>
                  <a:pt x="3316900" y="2254948"/>
                  <a:pt x="3318102" y="2254936"/>
                </a:cubicBezTo>
                <a:close/>
                <a:moveTo>
                  <a:pt x="3178025" y="2252947"/>
                </a:moveTo>
                <a:cubicBezTo>
                  <a:pt x="3180121" y="2252662"/>
                  <a:pt x="3182216" y="2254757"/>
                  <a:pt x="3183073" y="2256853"/>
                </a:cubicBezTo>
                <a:cubicBezTo>
                  <a:pt x="3184026" y="2258948"/>
                  <a:pt x="3181645" y="2260472"/>
                  <a:pt x="3178025" y="2257424"/>
                </a:cubicBezTo>
                <a:cubicBezTo>
                  <a:pt x="3174405" y="2254471"/>
                  <a:pt x="3175929" y="2253233"/>
                  <a:pt x="3178025" y="2252947"/>
                </a:cubicBezTo>
                <a:close/>
                <a:moveTo>
                  <a:pt x="3314042" y="2247804"/>
                </a:moveTo>
                <a:cubicBezTo>
                  <a:pt x="3314042" y="2244851"/>
                  <a:pt x="3316995" y="2245709"/>
                  <a:pt x="3316995" y="2249042"/>
                </a:cubicBezTo>
                <a:cubicBezTo>
                  <a:pt x="3316995" y="2252376"/>
                  <a:pt x="3316423" y="2253614"/>
                  <a:pt x="3315280" y="2253519"/>
                </a:cubicBezTo>
                <a:cubicBezTo>
                  <a:pt x="3314042" y="2253519"/>
                  <a:pt x="3314042" y="2250852"/>
                  <a:pt x="3314042" y="2247804"/>
                </a:cubicBezTo>
                <a:close/>
                <a:moveTo>
                  <a:pt x="2661008" y="2240089"/>
                </a:moveTo>
                <a:cubicBezTo>
                  <a:pt x="2664056" y="2237994"/>
                  <a:pt x="2665199" y="2240089"/>
                  <a:pt x="2664913" y="2242470"/>
                </a:cubicBezTo>
                <a:cubicBezTo>
                  <a:pt x="2664627" y="2244851"/>
                  <a:pt x="2664627" y="2245137"/>
                  <a:pt x="2663675" y="2246757"/>
                </a:cubicBezTo>
                <a:cubicBezTo>
                  <a:pt x="2662722" y="2248280"/>
                  <a:pt x="2662151" y="2250376"/>
                  <a:pt x="2663960" y="2253329"/>
                </a:cubicBezTo>
                <a:cubicBezTo>
                  <a:pt x="2665770" y="2256282"/>
                  <a:pt x="2662436" y="2258377"/>
                  <a:pt x="2659484" y="2257805"/>
                </a:cubicBezTo>
                <a:cubicBezTo>
                  <a:pt x="2656531" y="2257234"/>
                  <a:pt x="2656245" y="2255424"/>
                  <a:pt x="2657102" y="2253900"/>
                </a:cubicBezTo>
                <a:cubicBezTo>
                  <a:pt x="2657960" y="2252376"/>
                  <a:pt x="2657388" y="2249995"/>
                  <a:pt x="2657674" y="2247899"/>
                </a:cubicBezTo>
                <a:cubicBezTo>
                  <a:pt x="2658055" y="2245804"/>
                  <a:pt x="2658055" y="2242184"/>
                  <a:pt x="2661008" y="2240089"/>
                </a:cubicBezTo>
                <a:close/>
                <a:moveTo>
                  <a:pt x="2670593" y="2235386"/>
                </a:moveTo>
                <a:cubicBezTo>
                  <a:pt x="2671605" y="2235945"/>
                  <a:pt x="2672438" y="2237374"/>
                  <a:pt x="2672438" y="2238279"/>
                </a:cubicBezTo>
                <a:cubicBezTo>
                  <a:pt x="2672438" y="2240089"/>
                  <a:pt x="2672724" y="2240660"/>
                  <a:pt x="2671009" y="2241327"/>
                </a:cubicBezTo>
                <a:cubicBezTo>
                  <a:pt x="2669295" y="2241899"/>
                  <a:pt x="2670438" y="2248185"/>
                  <a:pt x="2670152" y="2250566"/>
                </a:cubicBezTo>
                <a:cubicBezTo>
                  <a:pt x="2669866" y="2253043"/>
                  <a:pt x="2671009" y="2255424"/>
                  <a:pt x="2672247" y="2257805"/>
                </a:cubicBezTo>
                <a:cubicBezTo>
                  <a:pt x="2673391" y="2260187"/>
                  <a:pt x="2669866" y="2259901"/>
                  <a:pt x="2668628" y="2262282"/>
                </a:cubicBezTo>
                <a:cubicBezTo>
                  <a:pt x="2667390" y="2264663"/>
                  <a:pt x="2665580" y="2266473"/>
                  <a:pt x="2665009" y="2264949"/>
                </a:cubicBezTo>
                <a:cubicBezTo>
                  <a:pt x="2664342" y="2263425"/>
                  <a:pt x="2664723" y="2260187"/>
                  <a:pt x="2665580" y="2258663"/>
                </a:cubicBezTo>
                <a:cubicBezTo>
                  <a:pt x="2666533" y="2257139"/>
                  <a:pt x="2667104" y="2251138"/>
                  <a:pt x="2667390" y="2248757"/>
                </a:cubicBezTo>
                <a:cubicBezTo>
                  <a:pt x="2667676" y="2246375"/>
                  <a:pt x="2666152" y="2242851"/>
                  <a:pt x="2667676" y="2237708"/>
                </a:cubicBezTo>
                <a:cubicBezTo>
                  <a:pt x="2668390" y="2235136"/>
                  <a:pt x="2669581" y="2234826"/>
                  <a:pt x="2670593" y="2235386"/>
                </a:cubicBezTo>
                <a:close/>
                <a:moveTo>
                  <a:pt x="2671010" y="2228659"/>
                </a:moveTo>
                <a:cubicBezTo>
                  <a:pt x="2673391" y="2227516"/>
                  <a:pt x="2675200" y="2229898"/>
                  <a:pt x="2673677" y="2230469"/>
                </a:cubicBezTo>
                <a:cubicBezTo>
                  <a:pt x="2672152" y="2231041"/>
                  <a:pt x="2673677" y="2230469"/>
                  <a:pt x="2671867" y="2231993"/>
                </a:cubicBezTo>
                <a:cubicBezTo>
                  <a:pt x="2670152" y="2233422"/>
                  <a:pt x="2668628" y="2229898"/>
                  <a:pt x="2671010" y="2228659"/>
                </a:cubicBezTo>
                <a:close/>
                <a:moveTo>
                  <a:pt x="3266512" y="2225325"/>
                </a:moveTo>
                <a:cubicBezTo>
                  <a:pt x="3268607" y="2226849"/>
                  <a:pt x="3268322" y="2231040"/>
                  <a:pt x="3268893" y="2234946"/>
                </a:cubicBezTo>
                <a:cubicBezTo>
                  <a:pt x="3269465" y="2238851"/>
                  <a:pt x="3270036" y="2245423"/>
                  <a:pt x="3264035" y="2245137"/>
                </a:cubicBezTo>
                <a:cubicBezTo>
                  <a:pt x="3258034" y="2244852"/>
                  <a:pt x="3263083" y="2253519"/>
                  <a:pt x="3264607" y="2253234"/>
                </a:cubicBezTo>
                <a:cubicBezTo>
                  <a:pt x="3266131" y="2252948"/>
                  <a:pt x="3267940" y="2254472"/>
                  <a:pt x="3266131" y="2256567"/>
                </a:cubicBezTo>
                <a:cubicBezTo>
                  <a:pt x="3264321" y="2258663"/>
                  <a:pt x="3261940" y="2258377"/>
                  <a:pt x="3257463" y="2258949"/>
                </a:cubicBezTo>
                <a:cubicBezTo>
                  <a:pt x="3252986" y="2259520"/>
                  <a:pt x="3253558" y="2261044"/>
                  <a:pt x="3255653" y="2261616"/>
                </a:cubicBezTo>
                <a:cubicBezTo>
                  <a:pt x="3257749" y="2262187"/>
                  <a:pt x="3255939" y="2264378"/>
                  <a:pt x="3252605" y="2265235"/>
                </a:cubicBezTo>
                <a:cubicBezTo>
                  <a:pt x="3249367" y="2266092"/>
                  <a:pt x="3243366" y="2270855"/>
                  <a:pt x="3240032" y="2270283"/>
                </a:cubicBezTo>
                <a:cubicBezTo>
                  <a:pt x="3236794" y="2269712"/>
                  <a:pt x="3233746" y="2274474"/>
                  <a:pt x="3228983" y="2272379"/>
                </a:cubicBezTo>
                <a:cubicBezTo>
                  <a:pt x="3227173" y="2271617"/>
                  <a:pt x="3223649" y="2269712"/>
                  <a:pt x="3221840" y="2271807"/>
                </a:cubicBezTo>
                <a:cubicBezTo>
                  <a:pt x="3220030" y="2273903"/>
                  <a:pt x="3214410" y="2273046"/>
                  <a:pt x="3212886" y="2271236"/>
                </a:cubicBezTo>
                <a:cubicBezTo>
                  <a:pt x="3211457" y="2269426"/>
                  <a:pt x="3209648" y="2268855"/>
                  <a:pt x="3206028" y="2269712"/>
                </a:cubicBezTo>
                <a:cubicBezTo>
                  <a:pt x="3202504" y="2270664"/>
                  <a:pt x="3198598" y="2268855"/>
                  <a:pt x="3197360" y="2267331"/>
                </a:cubicBezTo>
                <a:cubicBezTo>
                  <a:pt x="3196217" y="2265902"/>
                  <a:pt x="3195265" y="2262568"/>
                  <a:pt x="3192312" y="2262854"/>
                </a:cubicBezTo>
                <a:cubicBezTo>
                  <a:pt x="3189264" y="2263140"/>
                  <a:pt x="3187454" y="2261330"/>
                  <a:pt x="3186597" y="2256282"/>
                </a:cubicBezTo>
                <a:cubicBezTo>
                  <a:pt x="3185740" y="2251138"/>
                  <a:pt x="3190216" y="2251710"/>
                  <a:pt x="3192026" y="2252948"/>
                </a:cubicBezTo>
                <a:cubicBezTo>
                  <a:pt x="3193836" y="2254186"/>
                  <a:pt x="3209838" y="2255710"/>
                  <a:pt x="3211648" y="2255996"/>
                </a:cubicBezTo>
                <a:cubicBezTo>
                  <a:pt x="3216124" y="2256567"/>
                  <a:pt x="3217648" y="2251519"/>
                  <a:pt x="3220601" y="2247328"/>
                </a:cubicBezTo>
                <a:cubicBezTo>
                  <a:pt x="3225078" y="2240946"/>
                  <a:pt x="3225459" y="2246947"/>
                  <a:pt x="3222125" y="2252091"/>
                </a:cubicBezTo>
                <a:cubicBezTo>
                  <a:pt x="3218791" y="2257139"/>
                  <a:pt x="3226602" y="2257996"/>
                  <a:pt x="3228126" y="2257139"/>
                </a:cubicBezTo>
                <a:cubicBezTo>
                  <a:pt x="3229650" y="2256282"/>
                  <a:pt x="3231365" y="2255615"/>
                  <a:pt x="3232603" y="2256853"/>
                </a:cubicBezTo>
                <a:cubicBezTo>
                  <a:pt x="3233841" y="2258091"/>
                  <a:pt x="3235079" y="2258377"/>
                  <a:pt x="3235651" y="2256853"/>
                </a:cubicBezTo>
                <a:cubicBezTo>
                  <a:pt x="3236222" y="2255424"/>
                  <a:pt x="3238604" y="2254186"/>
                  <a:pt x="3240413" y="2254186"/>
                </a:cubicBezTo>
                <a:cubicBezTo>
                  <a:pt x="3242223" y="2254186"/>
                  <a:pt x="3245842" y="2252376"/>
                  <a:pt x="3246414" y="2250567"/>
                </a:cubicBezTo>
                <a:cubicBezTo>
                  <a:pt x="3246986" y="2248757"/>
                  <a:pt x="3248224" y="2245709"/>
                  <a:pt x="3250319" y="2245137"/>
                </a:cubicBezTo>
                <a:cubicBezTo>
                  <a:pt x="3252415" y="2244471"/>
                  <a:pt x="3255177" y="2242089"/>
                  <a:pt x="3253653" y="2235517"/>
                </a:cubicBezTo>
                <a:cubicBezTo>
                  <a:pt x="3252129" y="2228945"/>
                  <a:pt x="3257463" y="2227707"/>
                  <a:pt x="3258701" y="2229516"/>
                </a:cubicBezTo>
                <a:cubicBezTo>
                  <a:pt x="3259940" y="2231326"/>
                  <a:pt x="3262321" y="2230088"/>
                  <a:pt x="3262321" y="2227707"/>
                </a:cubicBezTo>
                <a:cubicBezTo>
                  <a:pt x="3262321" y="2225325"/>
                  <a:pt x="3264416" y="2223801"/>
                  <a:pt x="3266512" y="2225325"/>
                </a:cubicBezTo>
                <a:close/>
                <a:moveTo>
                  <a:pt x="2536219" y="2209966"/>
                </a:moveTo>
                <a:cubicBezTo>
                  <a:pt x="2536898" y="2210228"/>
                  <a:pt x="2537421" y="2211276"/>
                  <a:pt x="2537564" y="2212466"/>
                </a:cubicBezTo>
                <a:cubicBezTo>
                  <a:pt x="2537945" y="2214943"/>
                  <a:pt x="2537278" y="2215228"/>
                  <a:pt x="2537469" y="2216371"/>
                </a:cubicBezTo>
                <a:cubicBezTo>
                  <a:pt x="2537754" y="2217610"/>
                  <a:pt x="2538326" y="2220848"/>
                  <a:pt x="2535373" y="2224468"/>
                </a:cubicBezTo>
                <a:cubicBezTo>
                  <a:pt x="2532421" y="2228087"/>
                  <a:pt x="2532706" y="2223610"/>
                  <a:pt x="2532421" y="2221515"/>
                </a:cubicBezTo>
                <a:cubicBezTo>
                  <a:pt x="2532135" y="2219324"/>
                  <a:pt x="2532421" y="2216086"/>
                  <a:pt x="2533945" y="2212180"/>
                </a:cubicBezTo>
                <a:cubicBezTo>
                  <a:pt x="2534707" y="2210228"/>
                  <a:pt x="2535541" y="2209704"/>
                  <a:pt x="2536219" y="2209966"/>
                </a:cubicBezTo>
                <a:close/>
                <a:moveTo>
                  <a:pt x="2220381" y="2205990"/>
                </a:moveTo>
                <a:cubicBezTo>
                  <a:pt x="2223334" y="2208371"/>
                  <a:pt x="2222762" y="2214086"/>
                  <a:pt x="2220953" y="2214372"/>
                </a:cubicBezTo>
                <a:cubicBezTo>
                  <a:pt x="2219143" y="2214657"/>
                  <a:pt x="2218286" y="2210181"/>
                  <a:pt x="2218286" y="2210181"/>
                </a:cubicBezTo>
                <a:cubicBezTo>
                  <a:pt x="2218286" y="2210181"/>
                  <a:pt x="2217428" y="2203609"/>
                  <a:pt x="2220381" y="2205990"/>
                </a:cubicBezTo>
                <a:close/>
                <a:moveTo>
                  <a:pt x="2746161" y="2205895"/>
                </a:moveTo>
                <a:cubicBezTo>
                  <a:pt x="2749114" y="2205609"/>
                  <a:pt x="2750638" y="2205895"/>
                  <a:pt x="2750924" y="2207419"/>
                </a:cubicBezTo>
                <a:cubicBezTo>
                  <a:pt x="2751305" y="2208943"/>
                  <a:pt x="2752734" y="2209514"/>
                  <a:pt x="2754639" y="2209228"/>
                </a:cubicBezTo>
                <a:cubicBezTo>
                  <a:pt x="2756353" y="2208943"/>
                  <a:pt x="2757877" y="2215515"/>
                  <a:pt x="2755496" y="2215801"/>
                </a:cubicBezTo>
                <a:cubicBezTo>
                  <a:pt x="2753019" y="2216086"/>
                  <a:pt x="2754829" y="2218468"/>
                  <a:pt x="2748257" y="2220563"/>
                </a:cubicBezTo>
                <a:cubicBezTo>
                  <a:pt x="2741685" y="2222659"/>
                  <a:pt x="2743780" y="2217039"/>
                  <a:pt x="2738065" y="2217896"/>
                </a:cubicBezTo>
                <a:cubicBezTo>
                  <a:pt x="2732350" y="2218753"/>
                  <a:pt x="2732350" y="2212753"/>
                  <a:pt x="2732350" y="2209705"/>
                </a:cubicBezTo>
                <a:cubicBezTo>
                  <a:pt x="2732350" y="2204942"/>
                  <a:pt x="2736541" y="2209133"/>
                  <a:pt x="2738637" y="2206752"/>
                </a:cubicBezTo>
                <a:cubicBezTo>
                  <a:pt x="2739684" y="2205704"/>
                  <a:pt x="2743209" y="2206180"/>
                  <a:pt x="2746161" y="2205895"/>
                </a:cubicBezTo>
                <a:close/>
                <a:moveTo>
                  <a:pt x="5733583" y="2203989"/>
                </a:moveTo>
                <a:cubicBezTo>
                  <a:pt x="5735106" y="2204275"/>
                  <a:pt x="5736249" y="2204846"/>
                  <a:pt x="5734154" y="2206085"/>
                </a:cubicBezTo>
                <a:cubicBezTo>
                  <a:pt x="5732058" y="2207323"/>
                  <a:pt x="5730534" y="2208466"/>
                  <a:pt x="5730534" y="2208466"/>
                </a:cubicBezTo>
                <a:lnTo>
                  <a:pt x="5729106" y="2210561"/>
                </a:lnTo>
                <a:cubicBezTo>
                  <a:pt x="5729106" y="2210561"/>
                  <a:pt x="5726439" y="2209990"/>
                  <a:pt x="5727582" y="2206656"/>
                </a:cubicBezTo>
                <a:cubicBezTo>
                  <a:pt x="5728820" y="2203322"/>
                  <a:pt x="5732058" y="2203703"/>
                  <a:pt x="5733583" y="2203989"/>
                </a:cubicBezTo>
                <a:close/>
                <a:moveTo>
                  <a:pt x="2213428" y="2198750"/>
                </a:moveTo>
                <a:cubicBezTo>
                  <a:pt x="2216190" y="2198465"/>
                  <a:pt x="2215809" y="2204751"/>
                  <a:pt x="2214666" y="2205037"/>
                </a:cubicBezTo>
                <a:cubicBezTo>
                  <a:pt x="2213428" y="2205323"/>
                  <a:pt x="2210761" y="2199036"/>
                  <a:pt x="2213428" y="2198750"/>
                </a:cubicBezTo>
                <a:close/>
                <a:moveTo>
                  <a:pt x="2368972" y="2197893"/>
                </a:moveTo>
                <a:cubicBezTo>
                  <a:pt x="2376782" y="2197608"/>
                  <a:pt x="2375829" y="2198751"/>
                  <a:pt x="2376115" y="2202942"/>
                </a:cubicBezTo>
                <a:cubicBezTo>
                  <a:pt x="2376401" y="2207133"/>
                  <a:pt x="2374306" y="2211609"/>
                  <a:pt x="2371924" y="2211609"/>
                </a:cubicBezTo>
                <a:cubicBezTo>
                  <a:pt x="2369543" y="2211609"/>
                  <a:pt x="2365352" y="2213991"/>
                  <a:pt x="2364781" y="2211324"/>
                </a:cubicBezTo>
                <a:cubicBezTo>
                  <a:pt x="2364209" y="2208657"/>
                  <a:pt x="2364209" y="2204751"/>
                  <a:pt x="2364209" y="2204751"/>
                </a:cubicBezTo>
                <a:cubicBezTo>
                  <a:pt x="2364209" y="2204751"/>
                  <a:pt x="2361256" y="2198179"/>
                  <a:pt x="2368972" y="2197893"/>
                </a:cubicBezTo>
                <a:close/>
                <a:moveTo>
                  <a:pt x="2792929" y="2197227"/>
                </a:moveTo>
                <a:cubicBezTo>
                  <a:pt x="2795024" y="2196560"/>
                  <a:pt x="2796549" y="2196274"/>
                  <a:pt x="2796549" y="2198084"/>
                </a:cubicBezTo>
                <a:cubicBezTo>
                  <a:pt x="2796549" y="2199894"/>
                  <a:pt x="2799787" y="2199894"/>
                  <a:pt x="2804740" y="2198465"/>
                </a:cubicBezTo>
                <a:cubicBezTo>
                  <a:pt x="2807978" y="2197703"/>
                  <a:pt x="2815217" y="2199989"/>
                  <a:pt x="2819980" y="2201799"/>
                </a:cubicBezTo>
                <a:cubicBezTo>
                  <a:pt x="2824742" y="2203609"/>
                  <a:pt x="2824171" y="2208466"/>
                  <a:pt x="2826552" y="2211419"/>
                </a:cubicBezTo>
                <a:cubicBezTo>
                  <a:pt x="2828933" y="2214467"/>
                  <a:pt x="2826552" y="2218086"/>
                  <a:pt x="2823218" y="2216563"/>
                </a:cubicBezTo>
                <a:cubicBezTo>
                  <a:pt x="2819885" y="2215039"/>
                  <a:pt x="2817503" y="2214467"/>
                  <a:pt x="2813027" y="2210276"/>
                </a:cubicBezTo>
                <a:cubicBezTo>
                  <a:pt x="2808550" y="2206085"/>
                  <a:pt x="2804931" y="2205514"/>
                  <a:pt x="2805216" y="2208181"/>
                </a:cubicBezTo>
                <a:cubicBezTo>
                  <a:pt x="2805502" y="2210943"/>
                  <a:pt x="2801597" y="2209419"/>
                  <a:pt x="2799501" y="2209419"/>
                </a:cubicBezTo>
                <a:cubicBezTo>
                  <a:pt x="2797501" y="2209705"/>
                  <a:pt x="2794739" y="2210752"/>
                  <a:pt x="2793215" y="2209133"/>
                </a:cubicBezTo>
                <a:cubicBezTo>
                  <a:pt x="2789691" y="2205228"/>
                  <a:pt x="2788738" y="2207990"/>
                  <a:pt x="2788452" y="2210657"/>
                </a:cubicBezTo>
                <a:cubicBezTo>
                  <a:pt x="2788166" y="2213324"/>
                  <a:pt x="2781594" y="2213610"/>
                  <a:pt x="2780356" y="2208847"/>
                </a:cubicBezTo>
                <a:cubicBezTo>
                  <a:pt x="2779118" y="2204085"/>
                  <a:pt x="2776736" y="2209133"/>
                  <a:pt x="2776451" y="2212467"/>
                </a:cubicBezTo>
                <a:cubicBezTo>
                  <a:pt x="2776165" y="2215801"/>
                  <a:pt x="2774069" y="2216086"/>
                  <a:pt x="2774355" y="2212181"/>
                </a:cubicBezTo>
                <a:cubicBezTo>
                  <a:pt x="2774450" y="2210371"/>
                  <a:pt x="2773403" y="2208847"/>
                  <a:pt x="2775212" y="2208276"/>
                </a:cubicBezTo>
                <a:cubicBezTo>
                  <a:pt x="2777022" y="2207704"/>
                  <a:pt x="2776736" y="2204085"/>
                  <a:pt x="2777022" y="2202275"/>
                </a:cubicBezTo>
                <a:cubicBezTo>
                  <a:pt x="2777308" y="2200465"/>
                  <a:pt x="2778260" y="2196560"/>
                  <a:pt x="2783023" y="2198084"/>
                </a:cubicBezTo>
                <a:cubicBezTo>
                  <a:pt x="2787785" y="2199608"/>
                  <a:pt x="2790833" y="2197798"/>
                  <a:pt x="2792929" y="2197227"/>
                </a:cubicBezTo>
                <a:close/>
                <a:moveTo>
                  <a:pt x="3247843" y="2195417"/>
                </a:moveTo>
                <a:cubicBezTo>
                  <a:pt x="3249938" y="2197512"/>
                  <a:pt x="3253177" y="2198465"/>
                  <a:pt x="3253177" y="2198465"/>
                </a:cubicBezTo>
                <a:cubicBezTo>
                  <a:pt x="3255844" y="2198750"/>
                  <a:pt x="3260035" y="2202656"/>
                  <a:pt x="3263940" y="2205037"/>
                </a:cubicBezTo>
                <a:cubicBezTo>
                  <a:pt x="3267845" y="2207418"/>
                  <a:pt x="3272322" y="2211038"/>
                  <a:pt x="3272608" y="2212848"/>
                </a:cubicBezTo>
                <a:cubicBezTo>
                  <a:pt x="3272893" y="2214657"/>
                  <a:pt x="3275846" y="2219134"/>
                  <a:pt x="3279180" y="2218562"/>
                </a:cubicBezTo>
                <a:cubicBezTo>
                  <a:pt x="3282514" y="2217896"/>
                  <a:pt x="3283657" y="2221515"/>
                  <a:pt x="3285467" y="2223611"/>
                </a:cubicBezTo>
                <a:cubicBezTo>
                  <a:pt x="3287276" y="2225706"/>
                  <a:pt x="3288800" y="2230754"/>
                  <a:pt x="3286705" y="2231993"/>
                </a:cubicBezTo>
                <a:cubicBezTo>
                  <a:pt x="3284609" y="2233136"/>
                  <a:pt x="3284324" y="2235898"/>
                  <a:pt x="3283752" y="2238565"/>
                </a:cubicBezTo>
                <a:cubicBezTo>
                  <a:pt x="3283181" y="2241232"/>
                  <a:pt x="3281371" y="2240946"/>
                  <a:pt x="3278704" y="2238565"/>
                </a:cubicBezTo>
                <a:cubicBezTo>
                  <a:pt x="3276037" y="2236184"/>
                  <a:pt x="3276323" y="2234088"/>
                  <a:pt x="3276037" y="2227802"/>
                </a:cubicBezTo>
                <a:cubicBezTo>
                  <a:pt x="3275751" y="2221515"/>
                  <a:pt x="3264131" y="2212181"/>
                  <a:pt x="3260797" y="2209799"/>
                </a:cubicBezTo>
                <a:cubicBezTo>
                  <a:pt x="3257463" y="2207418"/>
                  <a:pt x="3248795" y="2200560"/>
                  <a:pt x="3244890" y="2196941"/>
                </a:cubicBezTo>
                <a:cubicBezTo>
                  <a:pt x="3240985" y="2193321"/>
                  <a:pt x="3244223" y="2192464"/>
                  <a:pt x="3247843" y="2195417"/>
                </a:cubicBezTo>
                <a:close/>
                <a:moveTo>
                  <a:pt x="2204189" y="2189226"/>
                </a:moveTo>
                <a:cubicBezTo>
                  <a:pt x="2205713" y="2187702"/>
                  <a:pt x="2210475" y="2191607"/>
                  <a:pt x="2208951" y="2193131"/>
                </a:cubicBezTo>
                <a:cubicBezTo>
                  <a:pt x="2207427" y="2194560"/>
                  <a:pt x="2202665" y="2190654"/>
                  <a:pt x="2204189" y="2189226"/>
                </a:cubicBezTo>
                <a:close/>
                <a:moveTo>
                  <a:pt x="3226792" y="2184939"/>
                </a:moveTo>
                <a:cubicBezTo>
                  <a:pt x="3228602" y="2184654"/>
                  <a:pt x="3230697" y="2186178"/>
                  <a:pt x="3229173" y="2188464"/>
                </a:cubicBezTo>
                <a:cubicBezTo>
                  <a:pt x="3227745" y="2190845"/>
                  <a:pt x="3226221" y="2189988"/>
                  <a:pt x="3224411" y="2187892"/>
                </a:cubicBezTo>
                <a:cubicBezTo>
                  <a:pt x="3222601" y="2185797"/>
                  <a:pt x="3224982" y="2185225"/>
                  <a:pt x="3226792" y="2184939"/>
                </a:cubicBezTo>
                <a:close/>
                <a:moveTo>
                  <a:pt x="2729683" y="2182843"/>
                </a:moveTo>
                <a:cubicBezTo>
                  <a:pt x="2731207" y="2184367"/>
                  <a:pt x="2730254" y="2184939"/>
                  <a:pt x="2730540" y="2187987"/>
                </a:cubicBezTo>
                <a:cubicBezTo>
                  <a:pt x="2730826" y="2191035"/>
                  <a:pt x="2729016" y="2191035"/>
                  <a:pt x="2728445" y="2189797"/>
                </a:cubicBezTo>
                <a:cubicBezTo>
                  <a:pt x="2727873" y="2188558"/>
                  <a:pt x="2728730" y="2187320"/>
                  <a:pt x="2727873" y="2184653"/>
                </a:cubicBezTo>
                <a:cubicBezTo>
                  <a:pt x="2727016" y="2181986"/>
                  <a:pt x="2728159" y="2181319"/>
                  <a:pt x="2729683" y="2182843"/>
                </a:cubicBezTo>
                <a:close/>
                <a:moveTo>
                  <a:pt x="2330871" y="2178082"/>
                </a:moveTo>
                <a:cubicBezTo>
                  <a:pt x="2334490" y="2180749"/>
                  <a:pt x="2335348" y="2180749"/>
                  <a:pt x="2335919" y="2184368"/>
                </a:cubicBezTo>
                <a:cubicBezTo>
                  <a:pt x="2336491" y="2187988"/>
                  <a:pt x="2340396" y="2191893"/>
                  <a:pt x="2343444" y="2193988"/>
                </a:cubicBezTo>
                <a:cubicBezTo>
                  <a:pt x="2346397" y="2196084"/>
                  <a:pt x="2349730" y="2197322"/>
                  <a:pt x="2346778" y="2199037"/>
                </a:cubicBezTo>
                <a:cubicBezTo>
                  <a:pt x="2343825" y="2200846"/>
                  <a:pt x="2344682" y="2202370"/>
                  <a:pt x="2345920" y="2204466"/>
                </a:cubicBezTo>
                <a:cubicBezTo>
                  <a:pt x="2347159" y="2206561"/>
                  <a:pt x="2345635" y="2209228"/>
                  <a:pt x="2342968" y="2207419"/>
                </a:cubicBezTo>
                <a:cubicBezTo>
                  <a:pt x="2340301" y="2205609"/>
                  <a:pt x="2336110" y="2201704"/>
                  <a:pt x="2333633" y="2199894"/>
                </a:cubicBezTo>
                <a:cubicBezTo>
                  <a:pt x="2331252" y="2198084"/>
                  <a:pt x="2330299" y="2196941"/>
                  <a:pt x="2330680" y="2193893"/>
                </a:cubicBezTo>
                <a:cubicBezTo>
                  <a:pt x="2330966" y="2190940"/>
                  <a:pt x="2329442" y="2185797"/>
                  <a:pt x="2325537" y="2185511"/>
                </a:cubicBezTo>
                <a:cubicBezTo>
                  <a:pt x="2321632" y="2185321"/>
                  <a:pt x="2318298" y="2185321"/>
                  <a:pt x="2318298" y="2185321"/>
                </a:cubicBezTo>
                <a:cubicBezTo>
                  <a:pt x="2318298" y="2185321"/>
                  <a:pt x="2312583" y="2185321"/>
                  <a:pt x="2315345" y="2181415"/>
                </a:cubicBezTo>
                <a:cubicBezTo>
                  <a:pt x="2318012" y="2177510"/>
                  <a:pt x="2319822" y="2177510"/>
                  <a:pt x="2322203" y="2179320"/>
                </a:cubicBezTo>
                <a:cubicBezTo>
                  <a:pt x="2324584" y="2181130"/>
                  <a:pt x="2326394" y="2181987"/>
                  <a:pt x="2326108" y="2179606"/>
                </a:cubicBezTo>
                <a:cubicBezTo>
                  <a:pt x="2325823" y="2177224"/>
                  <a:pt x="2327347" y="2175415"/>
                  <a:pt x="2330871" y="2178082"/>
                </a:cubicBezTo>
                <a:close/>
                <a:moveTo>
                  <a:pt x="2720420" y="2174938"/>
                </a:moveTo>
                <a:cubicBezTo>
                  <a:pt x="2721349" y="2174677"/>
                  <a:pt x="2723063" y="2174748"/>
                  <a:pt x="2723968" y="2175034"/>
                </a:cubicBezTo>
                <a:cubicBezTo>
                  <a:pt x="2725778" y="2175605"/>
                  <a:pt x="2729112" y="2175605"/>
                  <a:pt x="2731398" y="2175129"/>
                </a:cubicBezTo>
                <a:cubicBezTo>
                  <a:pt x="2733779" y="2174462"/>
                  <a:pt x="2736255" y="2177796"/>
                  <a:pt x="2732922" y="2177510"/>
                </a:cubicBezTo>
                <a:cubicBezTo>
                  <a:pt x="2729683" y="2177224"/>
                  <a:pt x="2729397" y="2178939"/>
                  <a:pt x="2728159" y="2178082"/>
                </a:cubicBezTo>
                <a:cubicBezTo>
                  <a:pt x="2727016" y="2177129"/>
                  <a:pt x="2726064" y="2178939"/>
                  <a:pt x="2721587" y="2176843"/>
                </a:cubicBezTo>
                <a:cubicBezTo>
                  <a:pt x="2719349" y="2175796"/>
                  <a:pt x="2719492" y="2175200"/>
                  <a:pt x="2720420" y="2174938"/>
                </a:cubicBezTo>
                <a:close/>
                <a:moveTo>
                  <a:pt x="2702442" y="2174461"/>
                </a:moveTo>
                <a:cubicBezTo>
                  <a:pt x="2704537" y="2174747"/>
                  <a:pt x="2710253" y="2174461"/>
                  <a:pt x="2714158" y="2174747"/>
                </a:cubicBezTo>
                <a:cubicBezTo>
                  <a:pt x="2718063" y="2175033"/>
                  <a:pt x="2716539" y="2177795"/>
                  <a:pt x="2714729" y="2178367"/>
                </a:cubicBezTo>
                <a:cubicBezTo>
                  <a:pt x="2712920" y="2178938"/>
                  <a:pt x="2710253" y="2180176"/>
                  <a:pt x="2709014" y="2179033"/>
                </a:cubicBezTo>
                <a:cubicBezTo>
                  <a:pt x="2707871" y="2177890"/>
                  <a:pt x="2703966" y="2177509"/>
                  <a:pt x="2702442" y="2178748"/>
                </a:cubicBezTo>
                <a:cubicBezTo>
                  <a:pt x="2701013" y="2179891"/>
                  <a:pt x="2699203" y="2182558"/>
                  <a:pt x="2697679" y="2179605"/>
                </a:cubicBezTo>
                <a:cubicBezTo>
                  <a:pt x="2696155" y="2176557"/>
                  <a:pt x="2700346" y="2174176"/>
                  <a:pt x="2702442" y="2174461"/>
                </a:cubicBezTo>
                <a:close/>
                <a:moveTo>
                  <a:pt x="3157641" y="2172748"/>
                </a:moveTo>
                <a:cubicBezTo>
                  <a:pt x="3159166" y="2172748"/>
                  <a:pt x="3161547" y="2174462"/>
                  <a:pt x="3163928" y="2173605"/>
                </a:cubicBezTo>
                <a:cubicBezTo>
                  <a:pt x="3166309" y="2172653"/>
                  <a:pt x="3167262" y="2174462"/>
                  <a:pt x="3166024" y="2176272"/>
                </a:cubicBezTo>
                <a:cubicBezTo>
                  <a:pt x="3164785" y="2178082"/>
                  <a:pt x="3166024" y="2176272"/>
                  <a:pt x="3164309" y="2178367"/>
                </a:cubicBezTo>
                <a:cubicBezTo>
                  <a:pt x="3162499" y="2180463"/>
                  <a:pt x="3156499" y="2178082"/>
                  <a:pt x="3154974" y="2179606"/>
                </a:cubicBezTo>
                <a:cubicBezTo>
                  <a:pt x="3153450" y="2181130"/>
                  <a:pt x="3150783" y="2182654"/>
                  <a:pt x="3151355" y="2177224"/>
                </a:cubicBezTo>
                <a:cubicBezTo>
                  <a:pt x="3151926" y="2171891"/>
                  <a:pt x="3156117" y="2172748"/>
                  <a:pt x="3157641" y="2172748"/>
                </a:cubicBezTo>
                <a:close/>
                <a:moveTo>
                  <a:pt x="2811502" y="2171223"/>
                </a:moveTo>
                <a:cubicBezTo>
                  <a:pt x="2813312" y="2171509"/>
                  <a:pt x="2815122" y="2172080"/>
                  <a:pt x="2818741" y="2171223"/>
                </a:cubicBezTo>
                <a:cubicBezTo>
                  <a:pt x="2822266" y="2170366"/>
                  <a:pt x="2820551" y="2173319"/>
                  <a:pt x="2821408" y="2174843"/>
                </a:cubicBezTo>
                <a:cubicBezTo>
                  <a:pt x="2822266" y="2176271"/>
                  <a:pt x="2820837" y="2176938"/>
                  <a:pt x="2819313" y="2177795"/>
                </a:cubicBezTo>
                <a:cubicBezTo>
                  <a:pt x="2817789" y="2178653"/>
                  <a:pt x="2815122" y="2178367"/>
                  <a:pt x="2813312" y="2176557"/>
                </a:cubicBezTo>
                <a:cubicBezTo>
                  <a:pt x="2811502" y="2174747"/>
                  <a:pt x="2813312" y="2176557"/>
                  <a:pt x="2809693" y="2173890"/>
                </a:cubicBezTo>
                <a:cubicBezTo>
                  <a:pt x="2806073" y="2171223"/>
                  <a:pt x="2809693" y="2170937"/>
                  <a:pt x="2811502" y="2171223"/>
                </a:cubicBezTo>
                <a:close/>
                <a:moveTo>
                  <a:pt x="2770165" y="2167604"/>
                </a:moveTo>
                <a:cubicBezTo>
                  <a:pt x="2771403" y="2168461"/>
                  <a:pt x="2772546" y="2168747"/>
                  <a:pt x="2776451" y="2170556"/>
                </a:cubicBezTo>
                <a:cubicBezTo>
                  <a:pt x="2780356" y="2172366"/>
                  <a:pt x="2777594" y="2173509"/>
                  <a:pt x="2774641" y="2173223"/>
                </a:cubicBezTo>
                <a:cubicBezTo>
                  <a:pt x="2771594" y="2172938"/>
                  <a:pt x="2771308" y="2172652"/>
                  <a:pt x="2769307" y="2173890"/>
                </a:cubicBezTo>
                <a:cubicBezTo>
                  <a:pt x="2767212" y="2175128"/>
                  <a:pt x="2764831" y="2175414"/>
                  <a:pt x="2763593" y="2171223"/>
                </a:cubicBezTo>
                <a:cubicBezTo>
                  <a:pt x="2762354" y="2167032"/>
                  <a:pt x="2768927" y="2166746"/>
                  <a:pt x="2770165" y="2167604"/>
                </a:cubicBezTo>
                <a:close/>
                <a:moveTo>
                  <a:pt x="2926565" y="2167223"/>
                </a:moveTo>
                <a:cubicBezTo>
                  <a:pt x="2928279" y="2168747"/>
                  <a:pt x="2930185" y="2168747"/>
                  <a:pt x="2933423" y="2167413"/>
                </a:cubicBezTo>
                <a:cubicBezTo>
                  <a:pt x="2936661" y="2166270"/>
                  <a:pt x="2938757" y="2168937"/>
                  <a:pt x="2944186" y="2168651"/>
                </a:cubicBezTo>
                <a:cubicBezTo>
                  <a:pt x="2949044" y="2168366"/>
                  <a:pt x="2949616" y="2171033"/>
                  <a:pt x="2947520" y="2172271"/>
                </a:cubicBezTo>
                <a:cubicBezTo>
                  <a:pt x="2945425" y="2173414"/>
                  <a:pt x="2936757" y="2173795"/>
                  <a:pt x="2934947" y="2172557"/>
                </a:cubicBezTo>
                <a:cubicBezTo>
                  <a:pt x="2933137" y="2171414"/>
                  <a:pt x="2931327" y="2169890"/>
                  <a:pt x="2929232" y="2170175"/>
                </a:cubicBezTo>
                <a:cubicBezTo>
                  <a:pt x="2927136" y="2170461"/>
                  <a:pt x="2923517" y="2170175"/>
                  <a:pt x="2922945" y="2168080"/>
                </a:cubicBezTo>
                <a:cubicBezTo>
                  <a:pt x="2922374" y="2165984"/>
                  <a:pt x="2923898" y="2164841"/>
                  <a:pt x="2926565" y="2167223"/>
                </a:cubicBezTo>
                <a:close/>
                <a:moveTo>
                  <a:pt x="2671295" y="2160079"/>
                </a:moveTo>
                <a:cubicBezTo>
                  <a:pt x="2673676" y="2159507"/>
                  <a:pt x="2674247" y="2163127"/>
                  <a:pt x="2676343" y="2161317"/>
                </a:cubicBezTo>
                <a:cubicBezTo>
                  <a:pt x="2678438" y="2159507"/>
                  <a:pt x="2680248" y="2161603"/>
                  <a:pt x="2680248" y="2163984"/>
                </a:cubicBezTo>
                <a:cubicBezTo>
                  <a:pt x="2680534" y="2167604"/>
                  <a:pt x="2678438" y="2165794"/>
                  <a:pt x="2677009" y="2166651"/>
                </a:cubicBezTo>
                <a:cubicBezTo>
                  <a:pt x="2675486" y="2167604"/>
                  <a:pt x="2672533" y="2167604"/>
                  <a:pt x="2673104" y="2165794"/>
                </a:cubicBezTo>
                <a:cubicBezTo>
                  <a:pt x="2673676" y="2163984"/>
                  <a:pt x="2672247" y="2162460"/>
                  <a:pt x="2670723" y="2165794"/>
                </a:cubicBezTo>
                <a:cubicBezTo>
                  <a:pt x="2669199" y="2169128"/>
                  <a:pt x="2667104" y="2167032"/>
                  <a:pt x="2667389" y="2163984"/>
                </a:cubicBezTo>
                <a:cubicBezTo>
                  <a:pt x="2667675" y="2160936"/>
                  <a:pt x="2668913" y="2160650"/>
                  <a:pt x="2671295" y="2160079"/>
                </a:cubicBezTo>
                <a:close/>
                <a:moveTo>
                  <a:pt x="2400403" y="2159221"/>
                </a:moveTo>
                <a:cubicBezTo>
                  <a:pt x="2404023" y="2158936"/>
                  <a:pt x="2406404" y="2161031"/>
                  <a:pt x="2403737" y="2162841"/>
                </a:cubicBezTo>
                <a:cubicBezTo>
                  <a:pt x="2401070" y="2164650"/>
                  <a:pt x="2397451" y="2165222"/>
                  <a:pt x="2398022" y="2162841"/>
                </a:cubicBezTo>
                <a:cubicBezTo>
                  <a:pt x="2398594" y="2160460"/>
                  <a:pt x="2396784" y="2159507"/>
                  <a:pt x="2400403" y="2159221"/>
                </a:cubicBezTo>
                <a:close/>
                <a:moveTo>
                  <a:pt x="2183424" y="2156555"/>
                </a:moveTo>
                <a:cubicBezTo>
                  <a:pt x="2187615" y="2155983"/>
                  <a:pt x="2188187" y="2158365"/>
                  <a:pt x="2188187" y="2159888"/>
                </a:cubicBezTo>
                <a:cubicBezTo>
                  <a:pt x="2188187" y="2161412"/>
                  <a:pt x="2190282" y="2161984"/>
                  <a:pt x="2191806" y="2163222"/>
                </a:cubicBezTo>
                <a:cubicBezTo>
                  <a:pt x="2193330" y="2164461"/>
                  <a:pt x="2195426" y="2168937"/>
                  <a:pt x="2195140" y="2171033"/>
                </a:cubicBezTo>
                <a:cubicBezTo>
                  <a:pt x="2194854" y="2173128"/>
                  <a:pt x="2195712" y="2173700"/>
                  <a:pt x="2197521" y="2174366"/>
                </a:cubicBezTo>
                <a:cubicBezTo>
                  <a:pt x="2199331" y="2174938"/>
                  <a:pt x="2199045" y="2176748"/>
                  <a:pt x="2196664" y="2177319"/>
                </a:cubicBezTo>
                <a:cubicBezTo>
                  <a:pt x="2194283" y="2177891"/>
                  <a:pt x="2189520" y="2177891"/>
                  <a:pt x="2187996" y="2174652"/>
                </a:cubicBezTo>
                <a:cubicBezTo>
                  <a:pt x="2186472" y="2171319"/>
                  <a:pt x="2185901" y="2170747"/>
                  <a:pt x="2184091" y="2168937"/>
                </a:cubicBezTo>
                <a:cubicBezTo>
                  <a:pt x="2182281" y="2167032"/>
                  <a:pt x="2182567" y="2162555"/>
                  <a:pt x="2182567" y="2162555"/>
                </a:cubicBezTo>
                <a:cubicBezTo>
                  <a:pt x="2182567" y="2162555"/>
                  <a:pt x="2179233" y="2157126"/>
                  <a:pt x="2183424" y="2156555"/>
                </a:cubicBezTo>
                <a:close/>
                <a:moveTo>
                  <a:pt x="2830934" y="2154364"/>
                </a:moveTo>
                <a:cubicBezTo>
                  <a:pt x="2833601" y="2154078"/>
                  <a:pt x="2834267" y="2155888"/>
                  <a:pt x="2833029" y="2157412"/>
                </a:cubicBezTo>
                <a:cubicBezTo>
                  <a:pt x="2831886" y="2158841"/>
                  <a:pt x="2833029" y="2157412"/>
                  <a:pt x="2832743" y="2160079"/>
                </a:cubicBezTo>
                <a:cubicBezTo>
                  <a:pt x="2832458" y="2162746"/>
                  <a:pt x="2831219" y="2161889"/>
                  <a:pt x="2829124" y="2160079"/>
                </a:cubicBezTo>
                <a:cubicBezTo>
                  <a:pt x="2827028" y="2158269"/>
                  <a:pt x="2828267" y="2154650"/>
                  <a:pt x="2830934" y="2154364"/>
                </a:cubicBezTo>
                <a:close/>
                <a:moveTo>
                  <a:pt x="2910943" y="2153792"/>
                </a:moveTo>
                <a:cubicBezTo>
                  <a:pt x="2912467" y="2154935"/>
                  <a:pt x="2913229" y="2158364"/>
                  <a:pt x="2910372" y="2156745"/>
                </a:cubicBezTo>
                <a:cubicBezTo>
                  <a:pt x="2907610" y="2155316"/>
                  <a:pt x="2909420" y="2152554"/>
                  <a:pt x="2910943" y="2153792"/>
                </a:cubicBezTo>
                <a:close/>
                <a:moveTo>
                  <a:pt x="2393546" y="2152078"/>
                </a:moveTo>
                <a:cubicBezTo>
                  <a:pt x="2395070" y="2150268"/>
                  <a:pt x="2402499" y="2155602"/>
                  <a:pt x="2399546" y="2155983"/>
                </a:cubicBezTo>
                <a:cubicBezTo>
                  <a:pt x="2396498" y="2156269"/>
                  <a:pt x="2392022" y="2153887"/>
                  <a:pt x="2393546" y="2152078"/>
                </a:cubicBezTo>
                <a:close/>
                <a:moveTo>
                  <a:pt x="2830077" y="2150459"/>
                </a:moveTo>
                <a:cubicBezTo>
                  <a:pt x="2833030" y="2149887"/>
                  <a:pt x="2832172" y="2151697"/>
                  <a:pt x="2830077" y="2152554"/>
                </a:cubicBezTo>
                <a:cubicBezTo>
                  <a:pt x="2827981" y="2153506"/>
                  <a:pt x="2827981" y="2154078"/>
                  <a:pt x="2824743" y="2154650"/>
                </a:cubicBezTo>
                <a:cubicBezTo>
                  <a:pt x="2821409" y="2155316"/>
                  <a:pt x="2821409" y="2151697"/>
                  <a:pt x="2823505" y="2151982"/>
                </a:cubicBezTo>
                <a:cubicBezTo>
                  <a:pt x="2825600" y="2152268"/>
                  <a:pt x="2827124" y="2151030"/>
                  <a:pt x="2830077" y="2150459"/>
                </a:cubicBezTo>
                <a:close/>
                <a:moveTo>
                  <a:pt x="2926029" y="2145423"/>
                </a:moveTo>
                <a:cubicBezTo>
                  <a:pt x="2927042" y="2145459"/>
                  <a:pt x="2928613" y="2145983"/>
                  <a:pt x="2929518" y="2145983"/>
                </a:cubicBezTo>
                <a:cubicBezTo>
                  <a:pt x="2931328" y="2145983"/>
                  <a:pt x="2934662" y="2145983"/>
                  <a:pt x="2934376" y="2147411"/>
                </a:cubicBezTo>
                <a:cubicBezTo>
                  <a:pt x="2933995" y="2148935"/>
                  <a:pt x="2936757" y="2149888"/>
                  <a:pt x="2939138" y="2152555"/>
                </a:cubicBezTo>
                <a:cubicBezTo>
                  <a:pt x="2941520" y="2155222"/>
                  <a:pt x="2938853" y="2154650"/>
                  <a:pt x="2935233" y="2154936"/>
                </a:cubicBezTo>
                <a:cubicBezTo>
                  <a:pt x="2931613" y="2155317"/>
                  <a:pt x="2928565" y="2151697"/>
                  <a:pt x="2925898" y="2147792"/>
                </a:cubicBezTo>
                <a:cubicBezTo>
                  <a:pt x="2924565" y="2145840"/>
                  <a:pt x="2925017" y="2145387"/>
                  <a:pt x="2926029" y="2145423"/>
                </a:cubicBezTo>
                <a:close/>
                <a:moveTo>
                  <a:pt x="2758735" y="2143886"/>
                </a:moveTo>
                <a:cubicBezTo>
                  <a:pt x="2759020" y="2145410"/>
                  <a:pt x="2759687" y="2145410"/>
                  <a:pt x="2757877" y="2146553"/>
                </a:cubicBezTo>
                <a:cubicBezTo>
                  <a:pt x="2756068" y="2147792"/>
                  <a:pt x="2756068" y="2146268"/>
                  <a:pt x="2756353" y="2144172"/>
                </a:cubicBezTo>
                <a:cubicBezTo>
                  <a:pt x="2756639" y="2142077"/>
                  <a:pt x="2758449" y="2142362"/>
                  <a:pt x="2758735" y="2143886"/>
                </a:cubicBezTo>
                <a:close/>
                <a:moveTo>
                  <a:pt x="2295819" y="2143030"/>
                </a:moveTo>
                <a:cubicBezTo>
                  <a:pt x="2301249" y="2142458"/>
                  <a:pt x="2297915" y="2146649"/>
                  <a:pt x="2297915" y="2146649"/>
                </a:cubicBezTo>
                <a:cubicBezTo>
                  <a:pt x="2297915" y="2146649"/>
                  <a:pt x="2290390" y="2143601"/>
                  <a:pt x="2295819" y="2143030"/>
                </a:cubicBezTo>
                <a:close/>
                <a:moveTo>
                  <a:pt x="5565752" y="2142172"/>
                </a:moveTo>
                <a:cubicBezTo>
                  <a:pt x="5568133" y="2140363"/>
                  <a:pt x="5568704" y="2144553"/>
                  <a:pt x="5564513" y="2148173"/>
                </a:cubicBezTo>
                <a:cubicBezTo>
                  <a:pt x="5560322" y="2151793"/>
                  <a:pt x="5561846" y="2147316"/>
                  <a:pt x="5561846" y="2147316"/>
                </a:cubicBezTo>
                <a:cubicBezTo>
                  <a:pt x="5561846" y="2147316"/>
                  <a:pt x="5563370" y="2144077"/>
                  <a:pt x="5565752" y="2142172"/>
                </a:cubicBezTo>
                <a:close/>
                <a:moveTo>
                  <a:pt x="2766545" y="2141791"/>
                </a:moveTo>
                <a:cubicBezTo>
                  <a:pt x="2768355" y="2141791"/>
                  <a:pt x="2769307" y="2144458"/>
                  <a:pt x="2768069" y="2145696"/>
                </a:cubicBezTo>
                <a:cubicBezTo>
                  <a:pt x="2765021" y="2147506"/>
                  <a:pt x="2766831" y="2149316"/>
                  <a:pt x="2768735" y="2148744"/>
                </a:cubicBezTo>
                <a:cubicBezTo>
                  <a:pt x="2770545" y="2148173"/>
                  <a:pt x="2773212" y="2149316"/>
                  <a:pt x="2772926" y="2151125"/>
                </a:cubicBezTo>
                <a:cubicBezTo>
                  <a:pt x="2772641" y="2152935"/>
                  <a:pt x="2770831" y="2152935"/>
                  <a:pt x="2767211" y="2153221"/>
                </a:cubicBezTo>
                <a:cubicBezTo>
                  <a:pt x="2763592" y="2153507"/>
                  <a:pt x="2764449" y="2149316"/>
                  <a:pt x="2761782" y="2146934"/>
                </a:cubicBezTo>
                <a:cubicBezTo>
                  <a:pt x="2759020" y="2144458"/>
                  <a:pt x="2764735" y="2141791"/>
                  <a:pt x="2766545" y="2141791"/>
                </a:cubicBezTo>
                <a:close/>
                <a:moveTo>
                  <a:pt x="2865891" y="2139886"/>
                </a:moveTo>
                <a:cubicBezTo>
                  <a:pt x="2868272" y="2140553"/>
                  <a:pt x="2877321" y="2139601"/>
                  <a:pt x="2881798" y="2145030"/>
                </a:cubicBezTo>
                <a:cubicBezTo>
                  <a:pt x="2886274" y="2150459"/>
                  <a:pt x="2891037" y="2145982"/>
                  <a:pt x="2892847" y="2150459"/>
                </a:cubicBezTo>
                <a:cubicBezTo>
                  <a:pt x="2894656" y="2154936"/>
                  <a:pt x="2898562" y="2161222"/>
                  <a:pt x="2896180" y="2165699"/>
                </a:cubicBezTo>
                <a:cubicBezTo>
                  <a:pt x="2893799" y="2170176"/>
                  <a:pt x="2897419" y="2177701"/>
                  <a:pt x="2897990" y="2180082"/>
                </a:cubicBezTo>
                <a:cubicBezTo>
                  <a:pt x="2898562" y="2182558"/>
                  <a:pt x="2898847" y="2191512"/>
                  <a:pt x="2900943" y="2191798"/>
                </a:cubicBezTo>
                <a:cubicBezTo>
                  <a:pt x="2903038" y="2192083"/>
                  <a:pt x="2903038" y="2189702"/>
                  <a:pt x="2903324" y="2187321"/>
                </a:cubicBezTo>
                <a:cubicBezTo>
                  <a:pt x="2903705" y="2184940"/>
                  <a:pt x="2908754" y="2184654"/>
                  <a:pt x="2906658" y="2188845"/>
                </a:cubicBezTo>
                <a:cubicBezTo>
                  <a:pt x="2904563" y="2193036"/>
                  <a:pt x="2906087" y="2194846"/>
                  <a:pt x="2907896" y="2195703"/>
                </a:cubicBezTo>
                <a:cubicBezTo>
                  <a:pt x="2909611" y="2196655"/>
                  <a:pt x="2911706" y="2195131"/>
                  <a:pt x="2908754" y="2199037"/>
                </a:cubicBezTo>
                <a:cubicBezTo>
                  <a:pt x="2907039" y="2201227"/>
                  <a:pt x="2909039" y="2203513"/>
                  <a:pt x="2911421" y="2205037"/>
                </a:cubicBezTo>
                <a:cubicBezTo>
                  <a:pt x="2913802" y="2206561"/>
                  <a:pt x="2921898" y="2209514"/>
                  <a:pt x="2925232" y="2202942"/>
                </a:cubicBezTo>
                <a:cubicBezTo>
                  <a:pt x="2928565" y="2196370"/>
                  <a:pt x="2929137" y="2196370"/>
                  <a:pt x="2932756" y="2191893"/>
                </a:cubicBezTo>
                <a:cubicBezTo>
                  <a:pt x="2936281" y="2187416"/>
                  <a:pt x="2940186" y="2184463"/>
                  <a:pt x="2941710" y="2182654"/>
                </a:cubicBezTo>
                <a:cubicBezTo>
                  <a:pt x="2943139" y="2180939"/>
                  <a:pt x="2944091" y="2179415"/>
                  <a:pt x="2946472" y="2181796"/>
                </a:cubicBezTo>
                <a:cubicBezTo>
                  <a:pt x="2948854" y="2184178"/>
                  <a:pt x="2951806" y="2181225"/>
                  <a:pt x="2953330" y="2179987"/>
                </a:cubicBezTo>
                <a:cubicBezTo>
                  <a:pt x="2954759" y="2178844"/>
                  <a:pt x="2958664" y="2178463"/>
                  <a:pt x="2958093" y="2173700"/>
                </a:cubicBezTo>
                <a:cubicBezTo>
                  <a:pt x="2957521" y="2168938"/>
                  <a:pt x="2960284" y="2166842"/>
                  <a:pt x="2965332" y="2165318"/>
                </a:cubicBezTo>
                <a:cubicBezTo>
                  <a:pt x="2970380" y="2163889"/>
                  <a:pt x="2972190" y="2162365"/>
                  <a:pt x="2974000" y="2164747"/>
                </a:cubicBezTo>
                <a:cubicBezTo>
                  <a:pt x="2975810" y="2167128"/>
                  <a:pt x="2977905" y="2166175"/>
                  <a:pt x="2978762" y="2165318"/>
                </a:cubicBezTo>
                <a:cubicBezTo>
                  <a:pt x="2979715" y="2164461"/>
                  <a:pt x="2982953" y="2165032"/>
                  <a:pt x="2992573" y="2172843"/>
                </a:cubicBezTo>
                <a:cubicBezTo>
                  <a:pt x="3002194" y="2180558"/>
                  <a:pt x="3013814" y="2183606"/>
                  <a:pt x="3017148" y="2182082"/>
                </a:cubicBezTo>
                <a:cubicBezTo>
                  <a:pt x="3020482" y="2180653"/>
                  <a:pt x="3023149" y="2183892"/>
                  <a:pt x="3025244" y="2183320"/>
                </a:cubicBezTo>
                <a:cubicBezTo>
                  <a:pt x="3027340" y="2182749"/>
                  <a:pt x="3029435" y="2183987"/>
                  <a:pt x="3030293" y="2186368"/>
                </a:cubicBezTo>
                <a:cubicBezTo>
                  <a:pt x="3031245" y="2188750"/>
                  <a:pt x="3034198" y="2188750"/>
                  <a:pt x="3036007" y="2188464"/>
                </a:cubicBezTo>
                <a:lnTo>
                  <a:pt x="3036201" y="2189385"/>
                </a:lnTo>
                <a:lnTo>
                  <a:pt x="3036198" y="2189131"/>
                </a:lnTo>
                <a:cubicBezTo>
                  <a:pt x="3038008" y="2188845"/>
                  <a:pt x="3043437" y="2189797"/>
                  <a:pt x="3046390" y="2192464"/>
                </a:cubicBezTo>
                <a:cubicBezTo>
                  <a:pt x="3049438" y="2195132"/>
                  <a:pt x="3054486" y="2196370"/>
                  <a:pt x="3056581" y="2196941"/>
                </a:cubicBezTo>
                <a:cubicBezTo>
                  <a:pt x="3058677" y="2197513"/>
                  <a:pt x="3062201" y="2199322"/>
                  <a:pt x="3063725" y="2201418"/>
                </a:cubicBezTo>
                <a:cubicBezTo>
                  <a:pt x="3065249" y="2203513"/>
                  <a:pt x="3076584" y="2208276"/>
                  <a:pt x="3082299" y="2207419"/>
                </a:cubicBezTo>
                <a:cubicBezTo>
                  <a:pt x="3088014" y="2206562"/>
                  <a:pt x="3092777" y="2209229"/>
                  <a:pt x="3094872" y="2211324"/>
                </a:cubicBezTo>
                <a:cubicBezTo>
                  <a:pt x="3096968" y="2213420"/>
                  <a:pt x="3102111" y="2213420"/>
                  <a:pt x="3104206" y="2213134"/>
                </a:cubicBezTo>
                <a:cubicBezTo>
                  <a:pt x="3106302" y="2212753"/>
                  <a:pt x="3113160" y="2215801"/>
                  <a:pt x="3114970" y="2222087"/>
                </a:cubicBezTo>
                <a:cubicBezTo>
                  <a:pt x="3116684" y="2228374"/>
                  <a:pt x="3119447" y="2228659"/>
                  <a:pt x="3122113" y="2230469"/>
                </a:cubicBezTo>
                <a:cubicBezTo>
                  <a:pt x="3124780" y="2232279"/>
                  <a:pt x="3126876" y="2236756"/>
                  <a:pt x="3130496" y="2239137"/>
                </a:cubicBezTo>
                <a:cubicBezTo>
                  <a:pt x="3134115" y="2241518"/>
                  <a:pt x="3132877" y="2245424"/>
                  <a:pt x="3132877" y="2247519"/>
                </a:cubicBezTo>
                <a:cubicBezTo>
                  <a:pt x="3132877" y="2249519"/>
                  <a:pt x="3131638" y="2252853"/>
                  <a:pt x="3137354" y="2254663"/>
                </a:cubicBezTo>
                <a:cubicBezTo>
                  <a:pt x="3143069" y="2256472"/>
                  <a:pt x="3140687" y="2257996"/>
                  <a:pt x="3145450" y="2257996"/>
                </a:cubicBezTo>
                <a:cubicBezTo>
                  <a:pt x="3150212" y="2257996"/>
                  <a:pt x="3152594" y="2261616"/>
                  <a:pt x="3156213" y="2264283"/>
                </a:cubicBezTo>
                <a:cubicBezTo>
                  <a:pt x="3159832" y="2266950"/>
                  <a:pt x="3163738" y="2265712"/>
                  <a:pt x="3165833" y="2264854"/>
                </a:cubicBezTo>
                <a:cubicBezTo>
                  <a:pt x="3167929" y="2263997"/>
                  <a:pt x="3171548" y="2266664"/>
                  <a:pt x="3173644" y="2270855"/>
                </a:cubicBezTo>
                <a:cubicBezTo>
                  <a:pt x="3175739" y="2275046"/>
                  <a:pt x="3181169" y="2284952"/>
                  <a:pt x="3175454" y="2283714"/>
                </a:cubicBezTo>
                <a:cubicBezTo>
                  <a:pt x="3169834" y="2282476"/>
                  <a:pt x="3170024" y="2287048"/>
                  <a:pt x="3164405" y="2286667"/>
                </a:cubicBezTo>
                <a:cubicBezTo>
                  <a:pt x="3160213" y="2286381"/>
                  <a:pt x="3154784" y="2284286"/>
                  <a:pt x="3158689" y="2288762"/>
                </a:cubicBezTo>
                <a:cubicBezTo>
                  <a:pt x="3163643" y="2294477"/>
                  <a:pt x="3162023" y="2299240"/>
                  <a:pt x="3166786" y="2301621"/>
                </a:cubicBezTo>
                <a:cubicBezTo>
                  <a:pt x="3171548" y="2304002"/>
                  <a:pt x="3178121" y="2313908"/>
                  <a:pt x="3179930" y="2315432"/>
                </a:cubicBezTo>
                <a:cubicBezTo>
                  <a:pt x="3181740" y="2316956"/>
                  <a:pt x="3183264" y="2319909"/>
                  <a:pt x="3183836" y="2321719"/>
                </a:cubicBezTo>
                <a:cubicBezTo>
                  <a:pt x="3184502" y="2323529"/>
                  <a:pt x="3185645" y="2325624"/>
                  <a:pt x="3187455" y="2327148"/>
                </a:cubicBezTo>
                <a:cubicBezTo>
                  <a:pt x="3189265" y="2328672"/>
                  <a:pt x="3191074" y="2332006"/>
                  <a:pt x="3191074" y="2334673"/>
                </a:cubicBezTo>
                <a:cubicBezTo>
                  <a:pt x="3191074" y="2337340"/>
                  <a:pt x="3193456" y="2338578"/>
                  <a:pt x="3198218" y="2338864"/>
                </a:cubicBezTo>
                <a:cubicBezTo>
                  <a:pt x="3202981" y="2339150"/>
                  <a:pt x="3203647" y="2338292"/>
                  <a:pt x="3204505" y="2336768"/>
                </a:cubicBezTo>
                <a:cubicBezTo>
                  <a:pt x="3205362" y="2335244"/>
                  <a:pt x="3209839" y="2334673"/>
                  <a:pt x="3207457" y="2341245"/>
                </a:cubicBezTo>
                <a:cubicBezTo>
                  <a:pt x="3205076" y="2347817"/>
                  <a:pt x="3205933" y="2350484"/>
                  <a:pt x="3211934" y="2350484"/>
                </a:cubicBezTo>
                <a:cubicBezTo>
                  <a:pt x="3217935" y="2350484"/>
                  <a:pt x="3220697" y="2350199"/>
                  <a:pt x="3223364" y="2352294"/>
                </a:cubicBezTo>
                <a:cubicBezTo>
                  <a:pt x="3226031" y="2354389"/>
                  <a:pt x="3223936" y="2354961"/>
                  <a:pt x="3220030" y="2355247"/>
                </a:cubicBezTo>
                <a:cubicBezTo>
                  <a:pt x="3216125" y="2355628"/>
                  <a:pt x="3214030" y="2358009"/>
                  <a:pt x="3222412" y="2362771"/>
                </a:cubicBezTo>
                <a:cubicBezTo>
                  <a:pt x="3230794" y="2367534"/>
                  <a:pt x="3234128" y="2367534"/>
                  <a:pt x="3236223" y="2367248"/>
                </a:cubicBezTo>
                <a:cubicBezTo>
                  <a:pt x="3238319" y="2366962"/>
                  <a:pt x="3239557" y="2368105"/>
                  <a:pt x="3237461" y="2369629"/>
                </a:cubicBezTo>
                <a:cubicBezTo>
                  <a:pt x="3235366" y="2371154"/>
                  <a:pt x="3233556" y="2370868"/>
                  <a:pt x="3230889" y="2369344"/>
                </a:cubicBezTo>
                <a:cubicBezTo>
                  <a:pt x="3228222" y="2367820"/>
                  <a:pt x="3224603" y="2369344"/>
                  <a:pt x="3229079" y="2372011"/>
                </a:cubicBezTo>
                <a:cubicBezTo>
                  <a:pt x="3233651" y="2374678"/>
                  <a:pt x="3235271" y="2376678"/>
                  <a:pt x="3228222" y="2378583"/>
                </a:cubicBezTo>
                <a:cubicBezTo>
                  <a:pt x="3219269" y="2380964"/>
                  <a:pt x="3216602" y="2375916"/>
                  <a:pt x="3221650" y="2375916"/>
                </a:cubicBezTo>
                <a:cubicBezTo>
                  <a:pt x="3227079" y="2375916"/>
                  <a:pt x="3222507" y="2372296"/>
                  <a:pt x="3220412" y="2373154"/>
                </a:cubicBezTo>
                <a:cubicBezTo>
                  <a:pt x="3218316" y="2374011"/>
                  <a:pt x="3214697" y="2371916"/>
                  <a:pt x="3213839" y="2370106"/>
                </a:cubicBezTo>
                <a:cubicBezTo>
                  <a:pt x="3212982" y="2368296"/>
                  <a:pt x="3212411" y="2368010"/>
                  <a:pt x="3211172" y="2368867"/>
                </a:cubicBezTo>
                <a:cubicBezTo>
                  <a:pt x="3209934" y="2369725"/>
                  <a:pt x="3208124" y="2369153"/>
                  <a:pt x="3207267" y="2367058"/>
                </a:cubicBezTo>
                <a:cubicBezTo>
                  <a:pt x="3206410" y="2364962"/>
                  <a:pt x="3198313" y="2365629"/>
                  <a:pt x="3196218" y="2366200"/>
                </a:cubicBezTo>
                <a:cubicBezTo>
                  <a:pt x="3194122" y="2366867"/>
                  <a:pt x="3189931" y="2366582"/>
                  <a:pt x="3188693" y="2365343"/>
                </a:cubicBezTo>
                <a:cubicBezTo>
                  <a:pt x="3187455" y="2364105"/>
                  <a:pt x="3182121" y="2365343"/>
                  <a:pt x="3180597" y="2363248"/>
                </a:cubicBezTo>
                <a:cubicBezTo>
                  <a:pt x="3179073" y="2361152"/>
                  <a:pt x="3177930" y="2362676"/>
                  <a:pt x="3176406" y="2363248"/>
                </a:cubicBezTo>
                <a:cubicBezTo>
                  <a:pt x="3174882" y="2363819"/>
                  <a:pt x="3172215" y="2362009"/>
                  <a:pt x="3172215" y="2359628"/>
                </a:cubicBezTo>
                <a:cubicBezTo>
                  <a:pt x="3172215" y="2357152"/>
                  <a:pt x="3167738" y="2352104"/>
                  <a:pt x="3166500" y="2350294"/>
                </a:cubicBezTo>
                <a:cubicBezTo>
                  <a:pt x="3165262" y="2348484"/>
                  <a:pt x="3163833" y="2347912"/>
                  <a:pt x="3162595" y="2348484"/>
                </a:cubicBezTo>
                <a:cubicBezTo>
                  <a:pt x="3161452" y="2349055"/>
                  <a:pt x="3157261" y="2344579"/>
                  <a:pt x="3161738" y="2342197"/>
                </a:cubicBezTo>
                <a:cubicBezTo>
                  <a:pt x="3166214" y="2339721"/>
                  <a:pt x="3162309" y="2338578"/>
                  <a:pt x="3158118" y="2338864"/>
                </a:cubicBezTo>
                <a:cubicBezTo>
                  <a:pt x="3153927" y="2339150"/>
                  <a:pt x="3150974" y="2337625"/>
                  <a:pt x="3153355" y="2335244"/>
                </a:cubicBezTo>
                <a:cubicBezTo>
                  <a:pt x="3155737" y="2332863"/>
                  <a:pt x="3152498" y="2331339"/>
                  <a:pt x="3151260" y="2331053"/>
                </a:cubicBezTo>
                <a:cubicBezTo>
                  <a:pt x="3150117" y="2330767"/>
                  <a:pt x="3139925" y="2319147"/>
                  <a:pt x="3136306" y="2315813"/>
                </a:cubicBezTo>
                <a:cubicBezTo>
                  <a:pt x="3132686" y="2312479"/>
                  <a:pt x="3128210" y="2311337"/>
                  <a:pt x="3125543" y="2311622"/>
                </a:cubicBezTo>
                <a:cubicBezTo>
                  <a:pt x="3122780" y="2311908"/>
                  <a:pt x="3117732" y="2308288"/>
                  <a:pt x="3115922" y="2305907"/>
                </a:cubicBezTo>
                <a:cubicBezTo>
                  <a:pt x="3114113" y="2303526"/>
                  <a:pt x="3108779" y="2300859"/>
                  <a:pt x="3107255" y="2300859"/>
                </a:cubicBezTo>
                <a:cubicBezTo>
                  <a:pt x="3105730" y="2300859"/>
                  <a:pt x="3104588" y="2300859"/>
                  <a:pt x="3103349" y="2299621"/>
                </a:cubicBezTo>
                <a:cubicBezTo>
                  <a:pt x="3102111" y="2298383"/>
                  <a:pt x="3101063" y="2300954"/>
                  <a:pt x="3103921" y="2303812"/>
                </a:cubicBezTo>
                <a:cubicBezTo>
                  <a:pt x="3108112" y="2308003"/>
                  <a:pt x="3102111" y="2308955"/>
                  <a:pt x="3097920" y="2305050"/>
                </a:cubicBezTo>
                <a:cubicBezTo>
                  <a:pt x="3093729" y="2301145"/>
                  <a:pt x="3089538" y="2298478"/>
                  <a:pt x="3089252" y="2300287"/>
                </a:cubicBezTo>
                <a:cubicBezTo>
                  <a:pt x="3088871" y="2302002"/>
                  <a:pt x="3096968" y="2306574"/>
                  <a:pt x="3096396" y="2311337"/>
                </a:cubicBezTo>
                <a:cubicBezTo>
                  <a:pt x="3095824" y="2316099"/>
                  <a:pt x="3094586" y="2318861"/>
                  <a:pt x="3090395" y="2315528"/>
                </a:cubicBezTo>
                <a:cubicBezTo>
                  <a:pt x="3086204" y="2312194"/>
                  <a:pt x="3084680" y="2316194"/>
                  <a:pt x="3088014" y="2317623"/>
                </a:cubicBezTo>
                <a:cubicBezTo>
                  <a:pt x="3091538" y="2319052"/>
                  <a:pt x="3089729" y="2321433"/>
                  <a:pt x="3086776" y="2320576"/>
                </a:cubicBezTo>
                <a:cubicBezTo>
                  <a:pt x="3083728" y="2319718"/>
                  <a:pt x="3077155" y="2321814"/>
                  <a:pt x="3075346" y="2322386"/>
                </a:cubicBezTo>
                <a:cubicBezTo>
                  <a:pt x="3073536" y="2322957"/>
                  <a:pt x="3066297" y="2321719"/>
                  <a:pt x="3065154" y="2324481"/>
                </a:cubicBezTo>
                <a:cubicBezTo>
                  <a:pt x="3064487" y="2325910"/>
                  <a:pt x="3071726" y="2324767"/>
                  <a:pt x="3073822" y="2324767"/>
                </a:cubicBezTo>
                <a:cubicBezTo>
                  <a:pt x="3075917" y="2324767"/>
                  <a:pt x="3078013" y="2326196"/>
                  <a:pt x="3079537" y="2328005"/>
                </a:cubicBezTo>
                <a:cubicBezTo>
                  <a:pt x="3080965" y="2329815"/>
                  <a:pt x="3084585" y="2331911"/>
                  <a:pt x="3086680" y="2332768"/>
                </a:cubicBezTo>
                <a:cubicBezTo>
                  <a:pt x="3088776" y="2333625"/>
                  <a:pt x="3090872" y="2340292"/>
                  <a:pt x="3084299" y="2340864"/>
                </a:cubicBezTo>
                <a:cubicBezTo>
                  <a:pt x="3077632" y="2341436"/>
                  <a:pt x="3074107" y="2342579"/>
                  <a:pt x="3072583" y="2343817"/>
                </a:cubicBezTo>
                <a:cubicBezTo>
                  <a:pt x="3071060" y="2344960"/>
                  <a:pt x="3065059" y="2344388"/>
                  <a:pt x="3064202" y="2342293"/>
                </a:cubicBezTo>
                <a:cubicBezTo>
                  <a:pt x="3063249" y="2340197"/>
                  <a:pt x="3061439" y="2338959"/>
                  <a:pt x="3060868" y="2341054"/>
                </a:cubicBezTo>
                <a:cubicBezTo>
                  <a:pt x="3060296" y="2343150"/>
                  <a:pt x="3050962" y="2341340"/>
                  <a:pt x="3048009" y="2340769"/>
                </a:cubicBezTo>
                <a:lnTo>
                  <a:pt x="3040308" y="2340497"/>
                </a:lnTo>
                <a:lnTo>
                  <a:pt x="3040294" y="2340578"/>
                </a:lnTo>
                <a:lnTo>
                  <a:pt x="3040172" y="2340492"/>
                </a:lnTo>
                <a:lnTo>
                  <a:pt x="3039913" y="2340483"/>
                </a:lnTo>
                <a:lnTo>
                  <a:pt x="3039906" y="2340306"/>
                </a:lnTo>
                <a:lnTo>
                  <a:pt x="3035531" y="2337244"/>
                </a:lnTo>
                <a:cubicBezTo>
                  <a:pt x="3034674" y="2334863"/>
                  <a:pt x="3032197" y="2331910"/>
                  <a:pt x="3027435" y="2328005"/>
                </a:cubicBezTo>
                <a:cubicBezTo>
                  <a:pt x="3022672" y="2324100"/>
                  <a:pt x="3019053" y="2319052"/>
                  <a:pt x="3019339" y="2316956"/>
                </a:cubicBezTo>
                <a:cubicBezTo>
                  <a:pt x="3019624" y="2314861"/>
                  <a:pt x="3018196" y="2314480"/>
                  <a:pt x="3016957" y="2315718"/>
                </a:cubicBezTo>
                <a:cubicBezTo>
                  <a:pt x="3015719" y="2316956"/>
                  <a:pt x="3014195" y="2316956"/>
                  <a:pt x="3011814" y="2317242"/>
                </a:cubicBezTo>
                <a:cubicBezTo>
                  <a:pt x="3009338" y="2317528"/>
                  <a:pt x="3004575" y="2320195"/>
                  <a:pt x="3002479" y="2317528"/>
                </a:cubicBezTo>
                <a:cubicBezTo>
                  <a:pt x="3000384" y="2314861"/>
                  <a:pt x="2999527" y="2319623"/>
                  <a:pt x="2995336" y="2321147"/>
                </a:cubicBezTo>
                <a:cubicBezTo>
                  <a:pt x="2991145" y="2322671"/>
                  <a:pt x="2993526" y="2316385"/>
                  <a:pt x="2995050" y="2313051"/>
                </a:cubicBezTo>
                <a:cubicBezTo>
                  <a:pt x="2996574" y="2309812"/>
                  <a:pt x="2999527" y="2305240"/>
                  <a:pt x="2995336" y="2302288"/>
                </a:cubicBezTo>
                <a:cubicBezTo>
                  <a:pt x="2989430" y="2298097"/>
                  <a:pt x="2992669" y="2297811"/>
                  <a:pt x="2997431" y="2297811"/>
                </a:cubicBezTo>
                <a:cubicBezTo>
                  <a:pt x="3001241" y="2297811"/>
                  <a:pt x="2999527" y="2295715"/>
                  <a:pt x="2995336" y="2295430"/>
                </a:cubicBezTo>
                <a:cubicBezTo>
                  <a:pt x="2991145" y="2295144"/>
                  <a:pt x="2988192" y="2293334"/>
                  <a:pt x="2986954" y="2291524"/>
                </a:cubicBezTo>
                <a:cubicBezTo>
                  <a:pt x="2985811" y="2289715"/>
                  <a:pt x="2982191" y="2285238"/>
                  <a:pt x="2988763" y="2286095"/>
                </a:cubicBezTo>
                <a:cubicBezTo>
                  <a:pt x="2995336" y="2286952"/>
                  <a:pt x="2991145" y="2282761"/>
                  <a:pt x="2986382" y="2278570"/>
                </a:cubicBezTo>
                <a:cubicBezTo>
                  <a:pt x="2981620" y="2274379"/>
                  <a:pt x="2984668" y="2267426"/>
                  <a:pt x="2981334" y="2264473"/>
                </a:cubicBezTo>
                <a:cubicBezTo>
                  <a:pt x="2978000" y="2261521"/>
                  <a:pt x="2981334" y="2261140"/>
                  <a:pt x="2985811" y="2260282"/>
                </a:cubicBezTo>
                <a:cubicBezTo>
                  <a:pt x="2990288" y="2259330"/>
                  <a:pt x="2984287" y="2257615"/>
                  <a:pt x="2981905" y="2258473"/>
                </a:cubicBezTo>
                <a:cubicBezTo>
                  <a:pt x="2979524" y="2259330"/>
                  <a:pt x="2976476" y="2260568"/>
                  <a:pt x="2976190" y="2258758"/>
                </a:cubicBezTo>
                <a:cubicBezTo>
                  <a:pt x="2975905" y="2256949"/>
                  <a:pt x="2973428" y="2254567"/>
                  <a:pt x="2970475" y="2253996"/>
                </a:cubicBezTo>
                <a:cubicBezTo>
                  <a:pt x="2967523" y="2253424"/>
                  <a:pt x="2965046" y="2253139"/>
                  <a:pt x="2964189" y="2249805"/>
                </a:cubicBezTo>
                <a:cubicBezTo>
                  <a:pt x="2963332" y="2246566"/>
                  <a:pt x="2951330" y="2240851"/>
                  <a:pt x="2945615" y="2237232"/>
                </a:cubicBezTo>
                <a:cubicBezTo>
                  <a:pt x="2939900" y="2233612"/>
                  <a:pt x="2927899" y="2229707"/>
                  <a:pt x="2923708" y="2231231"/>
                </a:cubicBezTo>
                <a:cubicBezTo>
                  <a:pt x="2919517" y="2232755"/>
                  <a:pt x="2916754" y="2231231"/>
                  <a:pt x="2914088" y="2229421"/>
                </a:cubicBezTo>
                <a:cubicBezTo>
                  <a:pt x="2911325" y="2227612"/>
                  <a:pt x="2908658" y="2225802"/>
                  <a:pt x="2908944" y="2223992"/>
                </a:cubicBezTo>
                <a:cubicBezTo>
                  <a:pt x="2909230" y="2222182"/>
                  <a:pt x="2906563" y="2219515"/>
                  <a:pt x="2907134" y="2222468"/>
                </a:cubicBezTo>
                <a:cubicBezTo>
                  <a:pt x="2907515" y="2224278"/>
                  <a:pt x="2903896" y="2224278"/>
                  <a:pt x="2904753" y="2220944"/>
                </a:cubicBezTo>
                <a:cubicBezTo>
                  <a:pt x="2905610" y="2217610"/>
                  <a:pt x="2901133" y="2217039"/>
                  <a:pt x="2901133" y="2221230"/>
                </a:cubicBezTo>
                <a:cubicBezTo>
                  <a:pt x="2901133" y="2225421"/>
                  <a:pt x="2896943" y="2221801"/>
                  <a:pt x="2896657" y="2219706"/>
                </a:cubicBezTo>
                <a:cubicBezTo>
                  <a:pt x="2896276" y="2217610"/>
                  <a:pt x="2896943" y="2217039"/>
                  <a:pt x="2893895" y="2217039"/>
                </a:cubicBezTo>
                <a:cubicBezTo>
                  <a:pt x="2890846" y="2217039"/>
                  <a:pt x="2891799" y="2213515"/>
                  <a:pt x="2890561" y="2212276"/>
                </a:cubicBezTo>
                <a:cubicBezTo>
                  <a:pt x="2889418" y="2211038"/>
                  <a:pt x="2887894" y="2204466"/>
                  <a:pt x="2889989" y="2201799"/>
                </a:cubicBezTo>
                <a:cubicBezTo>
                  <a:pt x="2892085" y="2199132"/>
                  <a:pt x="2890275" y="2197036"/>
                  <a:pt x="2888465" y="2198846"/>
                </a:cubicBezTo>
                <a:cubicBezTo>
                  <a:pt x="2886655" y="2200561"/>
                  <a:pt x="2886941" y="2203037"/>
                  <a:pt x="2886941" y="2205990"/>
                </a:cubicBezTo>
                <a:cubicBezTo>
                  <a:pt x="2886941" y="2208943"/>
                  <a:pt x="2885417" y="2212276"/>
                  <a:pt x="2881798" y="2211038"/>
                </a:cubicBezTo>
                <a:cubicBezTo>
                  <a:pt x="2878178" y="2209800"/>
                  <a:pt x="2878464" y="2212848"/>
                  <a:pt x="2881798" y="2215515"/>
                </a:cubicBezTo>
                <a:cubicBezTo>
                  <a:pt x="2885131" y="2218277"/>
                  <a:pt x="2877035" y="2225992"/>
                  <a:pt x="2873416" y="2227231"/>
                </a:cubicBezTo>
                <a:cubicBezTo>
                  <a:pt x="2869796" y="2228469"/>
                  <a:pt x="2871511" y="2221611"/>
                  <a:pt x="2870654" y="2218277"/>
                </a:cubicBezTo>
                <a:cubicBezTo>
                  <a:pt x="2869701" y="2215039"/>
                  <a:pt x="2868844" y="2211991"/>
                  <a:pt x="2870368" y="2209609"/>
                </a:cubicBezTo>
                <a:cubicBezTo>
                  <a:pt x="2871796" y="2207228"/>
                  <a:pt x="2870654" y="2204180"/>
                  <a:pt x="2869129" y="2203323"/>
                </a:cubicBezTo>
                <a:cubicBezTo>
                  <a:pt x="2867701" y="2202466"/>
                  <a:pt x="2865224" y="2202751"/>
                  <a:pt x="2864367" y="2200656"/>
                </a:cubicBezTo>
                <a:cubicBezTo>
                  <a:pt x="2863510" y="2198560"/>
                  <a:pt x="2860747" y="2194941"/>
                  <a:pt x="2855985" y="2196179"/>
                </a:cubicBezTo>
                <a:cubicBezTo>
                  <a:pt x="2851222" y="2197417"/>
                  <a:pt x="2850270" y="2195893"/>
                  <a:pt x="2851794" y="2193226"/>
                </a:cubicBezTo>
                <a:cubicBezTo>
                  <a:pt x="2853318" y="2190559"/>
                  <a:pt x="2859319" y="2187511"/>
                  <a:pt x="2861414" y="2189321"/>
                </a:cubicBezTo>
                <a:cubicBezTo>
                  <a:pt x="2863510" y="2191131"/>
                  <a:pt x="2868844" y="2191417"/>
                  <a:pt x="2872178" y="2187511"/>
                </a:cubicBezTo>
                <a:cubicBezTo>
                  <a:pt x="2875511" y="2183701"/>
                  <a:pt x="2884465" y="2188750"/>
                  <a:pt x="2884179" y="2190845"/>
                </a:cubicBezTo>
                <a:cubicBezTo>
                  <a:pt x="2883798" y="2192941"/>
                  <a:pt x="2886846" y="2192083"/>
                  <a:pt x="2887132" y="2190559"/>
                </a:cubicBezTo>
                <a:cubicBezTo>
                  <a:pt x="2887513" y="2189035"/>
                  <a:pt x="2888656" y="2187226"/>
                  <a:pt x="2890465" y="2186654"/>
                </a:cubicBezTo>
                <a:cubicBezTo>
                  <a:pt x="2892275" y="2186083"/>
                  <a:pt x="2894371" y="2184273"/>
                  <a:pt x="2891989" y="2183035"/>
                </a:cubicBezTo>
                <a:cubicBezTo>
                  <a:pt x="2889608" y="2181796"/>
                  <a:pt x="2891418" y="2181225"/>
                  <a:pt x="2892275" y="2179129"/>
                </a:cubicBezTo>
                <a:cubicBezTo>
                  <a:pt x="2893895" y="2175415"/>
                  <a:pt x="2889322" y="2175796"/>
                  <a:pt x="2888084" y="2177320"/>
                </a:cubicBezTo>
                <a:cubicBezTo>
                  <a:pt x="2886846" y="2178748"/>
                  <a:pt x="2884465" y="2179987"/>
                  <a:pt x="2882941" y="2179987"/>
                </a:cubicBezTo>
                <a:cubicBezTo>
                  <a:pt x="2881417" y="2179987"/>
                  <a:pt x="2878750" y="2179701"/>
                  <a:pt x="2876654" y="2180558"/>
                </a:cubicBezTo>
                <a:cubicBezTo>
                  <a:pt x="2874559" y="2181415"/>
                  <a:pt x="2869129" y="2179701"/>
                  <a:pt x="2866748" y="2180558"/>
                </a:cubicBezTo>
                <a:cubicBezTo>
                  <a:pt x="2863414" y="2181796"/>
                  <a:pt x="2863129" y="2178463"/>
                  <a:pt x="2858652" y="2180272"/>
                </a:cubicBezTo>
                <a:cubicBezTo>
                  <a:pt x="2852556" y="2182749"/>
                  <a:pt x="2849984" y="2169795"/>
                  <a:pt x="2852937" y="2167414"/>
                </a:cubicBezTo>
                <a:cubicBezTo>
                  <a:pt x="2855985" y="2165032"/>
                  <a:pt x="2855032" y="2162365"/>
                  <a:pt x="2852080" y="2164747"/>
                </a:cubicBezTo>
                <a:cubicBezTo>
                  <a:pt x="2850079" y="2166366"/>
                  <a:pt x="2847222" y="2164747"/>
                  <a:pt x="2844269" y="2162651"/>
                </a:cubicBezTo>
                <a:cubicBezTo>
                  <a:pt x="2841316" y="2160556"/>
                  <a:pt x="2839507" y="2162080"/>
                  <a:pt x="2839793" y="2164747"/>
                </a:cubicBezTo>
                <a:cubicBezTo>
                  <a:pt x="2840078" y="2167414"/>
                  <a:pt x="2837983" y="2167414"/>
                  <a:pt x="2835316" y="2166842"/>
                </a:cubicBezTo>
                <a:cubicBezTo>
                  <a:pt x="2832649" y="2166271"/>
                  <a:pt x="2833792" y="2161413"/>
                  <a:pt x="2835316" y="2160841"/>
                </a:cubicBezTo>
                <a:cubicBezTo>
                  <a:pt x="2836840" y="2160175"/>
                  <a:pt x="2837983" y="2159032"/>
                  <a:pt x="2837125" y="2155412"/>
                </a:cubicBezTo>
                <a:cubicBezTo>
                  <a:pt x="2836268" y="2151888"/>
                  <a:pt x="2840173" y="2146173"/>
                  <a:pt x="2842840" y="2146459"/>
                </a:cubicBezTo>
                <a:cubicBezTo>
                  <a:pt x="2845507" y="2146744"/>
                  <a:pt x="2850937" y="2145316"/>
                  <a:pt x="2853889" y="2141982"/>
                </a:cubicBezTo>
                <a:cubicBezTo>
                  <a:pt x="2856937" y="2138648"/>
                  <a:pt x="2863510" y="2139315"/>
                  <a:pt x="2865891" y="2139886"/>
                </a:cubicBezTo>
                <a:close/>
                <a:moveTo>
                  <a:pt x="2300391" y="2137981"/>
                </a:moveTo>
                <a:cubicBezTo>
                  <a:pt x="2304011" y="2137695"/>
                  <a:pt x="2302772" y="2139790"/>
                  <a:pt x="2305439" y="2139790"/>
                </a:cubicBezTo>
                <a:cubicBezTo>
                  <a:pt x="2308106" y="2139790"/>
                  <a:pt x="2308487" y="2143696"/>
                  <a:pt x="2306297" y="2142457"/>
                </a:cubicBezTo>
                <a:cubicBezTo>
                  <a:pt x="2304201" y="2141219"/>
                  <a:pt x="2302487" y="2140076"/>
                  <a:pt x="2300963" y="2140362"/>
                </a:cubicBezTo>
                <a:cubicBezTo>
                  <a:pt x="2299439" y="2140648"/>
                  <a:pt x="2296772" y="2138267"/>
                  <a:pt x="2300391" y="2137981"/>
                </a:cubicBezTo>
                <a:close/>
                <a:moveTo>
                  <a:pt x="463304" y="2136076"/>
                </a:moveTo>
                <a:cubicBezTo>
                  <a:pt x="465971" y="2133409"/>
                  <a:pt x="468352" y="2135505"/>
                  <a:pt x="466258" y="2137886"/>
                </a:cubicBezTo>
                <a:cubicBezTo>
                  <a:pt x="464161" y="2140267"/>
                  <a:pt x="464161" y="2140267"/>
                  <a:pt x="464161" y="2140267"/>
                </a:cubicBezTo>
                <a:cubicBezTo>
                  <a:pt x="464161" y="2140267"/>
                  <a:pt x="460542" y="2138743"/>
                  <a:pt x="463304" y="2136076"/>
                </a:cubicBezTo>
                <a:close/>
                <a:moveTo>
                  <a:pt x="5543939" y="2135980"/>
                </a:moveTo>
                <a:cubicBezTo>
                  <a:pt x="5547559" y="2135123"/>
                  <a:pt x="5549368" y="2135695"/>
                  <a:pt x="5549368" y="2138362"/>
                </a:cubicBezTo>
                <a:cubicBezTo>
                  <a:pt x="5549368" y="2141029"/>
                  <a:pt x="5548797" y="2141314"/>
                  <a:pt x="5546987" y="2141314"/>
                </a:cubicBezTo>
                <a:cubicBezTo>
                  <a:pt x="5545082" y="2141314"/>
                  <a:pt x="5542701" y="2140743"/>
                  <a:pt x="5542701" y="2140743"/>
                </a:cubicBezTo>
                <a:cubicBezTo>
                  <a:pt x="5542701" y="2140743"/>
                  <a:pt x="5540319" y="2136838"/>
                  <a:pt x="5543939" y="2135980"/>
                </a:cubicBezTo>
                <a:close/>
                <a:moveTo>
                  <a:pt x="2802740" y="2133695"/>
                </a:moveTo>
                <a:cubicBezTo>
                  <a:pt x="2804835" y="2137029"/>
                  <a:pt x="2805121" y="2137029"/>
                  <a:pt x="2804549" y="2137219"/>
                </a:cubicBezTo>
                <a:cubicBezTo>
                  <a:pt x="2803978" y="2137600"/>
                  <a:pt x="2802740" y="2138172"/>
                  <a:pt x="2800073" y="2134267"/>
                </a:cubicBezTo>
                <a:cubicBezTo>
                  <a:pt x="2797310" y="2130361"/>
                  <a:pt x="2800644" y="2130361"/>
                  <a:pt x="2802740" y="2133695"/>
                </a:cubicBezTo>
                <a:close/>
                <a:moveTo>
                  <a:pt x="5522889" y="2133599"/>
                </a:moveTo>
                <a:cubicBezTo>
                  <a:pt x="5526509" y="2134171"/>
                  <a:pt x="5528890" y="2134171"/>
                  <a:pt x="5527652" y="2136647"/>
                </a:cubicBezTo>
                <a:cubicBezTo>
                  <a:pt x="5526509" y="2138933"/>
                  <a:pt x="5522032" y="2136266"/>
                  <a:pt x="5522032" y="2136266"/>
                </a:cubicBezTo>
                <a:cubicBezTo>
                  <a:pt x="5522032" y="2136266"/>
                  <a:pt x="5519365" y="2132932"/>
                  <a:pt x="5522889" y="2133599"/>
                </a:cubicBezTo>
                <a:close/>
                <a:moveTo>
                  <a:pt x="2833696" y="2133409"/>
                </a:moveTo>
                <a:cubicBezTo>
                  <a:pt x="2835791" y="2133695"/>
                  <a:pt x="2840554" y="2134552"/>
                  <a:pt x="2842840" y="2135885"/>
                </a:cubicBezTo>
                <a:cubicBezTo>
                  <a:pt x="2844935" y="2137124"/>
                  <a:pt x="2844935" y="2141315"/>
                  <a:pt x="2841315" y="2141315"/>
                </a:cubicBezTo>
                <a:cubicBezTo>
                  <a:pt x="2837791" y="2141315"/>
                  <a:pt x="2835315" y="2140457"/>
                  <a:pt x="2832648" y="2138362"/>
                </a:cubicBezTo>
                <a:cubicBezTo>
                  <a:pt x="2829695" y="2135981"/>
                  <a:pt x="2825695" y="2137695"/>
                  <a:pt x="2831124" y="2139791"/>
                </a:cubicBezTo>
                <a:cubicBezTo>
                  <a:pt x="2834267" y="2141029"/>
                  <a:pt x="2829886" y="2143410"/>
                  <a:pt x="2829028" y="2142553"/>
                </a:cubicBezTo>
                <a:cubicBezTo>
                  <a:pt x="2828076" y="2141600"/>
                  <a:pt x="2826552" y="2139791"/>
                  <a:pt x="2825695" y="2141315"/>
                </a:cubicBezTo>
                <a:cubicBezTo>
                  <a:pt x="2824742" y="2142743"/>
                  <a:pt x="2824742" y="2139219"/>
                  <a:pt x="2819980" y="2140076"/>
                </a:cubicBezTo>
                <a:cubicBezTo>
                  <a:pt x="2816170" y="2140743"/>
                  <a:pt x="2819980" y="2134361"/>
                  <a:pt x="2822075" y="2136171"/>
                </a:cubicBezTo>
                <a:cubicBezTo>
                  <a:pt x="2822932" y="2136933"/>
                  <a:pt x="2825314" y="2135790"/>
                  <a:pt x="2826838" y="2134933"/>
                </a:cubicBezTo>
                <a:cubicBezTo>
                  <a:pt x="2828266" y="2133980"/>
                  <a:pt x="2831600" y="2133123"/>
                  <a:pt x="2833696" y="2133409"/>
                </a:cubicBezTo>
                <a:close/>
                <a:moveTo>
                  <a:pt x="5540320" y="2130266"/>
                </a:moveTo>
                <a:cubicBezTo>
                  <a:pt x="5544797" y="2131123"/>
                  <a:pt x="5546035" y="2133600"/>
                  <a:pt x="5542701" y="2132933"/>
                </a:cubicBezTo>
                <a:cubicBezTo>
                  <a:pt x="5539463" y="2132362"/>
                  <a:pt x="5539463" y="2132362"/>
                  <a:pt x="5539463" y="2132362"/>
                </a:cubicBezTo>
                <a:cubicBezTo>
                  <a:pt x="5539463" y="2132362"/>
                  <a:pt x="5535843" y="2129409"/>
                  <a:pt x="5540320" y="2130266"/>
                </a:cubicBezTo>
                <a:close/>
                <a:moveTo>
                  <a:pt x="6246313" y="2126646"/>
                </a:moveTo>
                <a:cubicBezTo>
                  <a:pt x="6246313" y="2126646"/>
                  <a:pt x="6249647" y="2125408"/>
                  <a:pt x="6248408" y="2128456"/>
                </a:cubicBezTo>
                <a:cubicBezTo>
                  <a:pt x="6247170" y="2131408"/>
                  <a:pt x="6247551" y="2130837"/>
                  <a:pt x="6245741" y="2132361"/>
                </a:cubicBezTo>
                <a:cubicBezTo>
                  <a:pt x="6243932" y="2133885"/>
                  <a:pt x="6243074" y="2134742"/>
                  <a:pt x="6244503" y="2131504"/>
                </a:cubicBezTo>
                <a:cubicBezTo>
                  <a:pt x="6246027" y="2128170"/>
                  <a:pt x="6246313" y="2126646"/>
                  <a:pt x="6246313" y="2126646"/>
                </a:cubicBezTo>
                <a:close/>
                <a:moveTo>
                  <a:pt x="5522890" y="2121598"/>
                </a:moveTo>
                <a:cubicBezTo>
                  <a:pt x="5527652" y="2120074"/>
                  <a:pt x="5529462" y="2121313"/>
                  <a:pt x="5534320" y="2130838"/>
                </a:cubicBezTo>
                <a:cubicBezTo>
                  <a:pt x="5539082" y="2140458"/>
                  <a:pt x="5541464" y="2143125"/>
                  <a:pt x="5536701" y="2147030"/>
                </a:cubicBezTo>
                <a:cubicBezTo>
                  <a:pt x="5531939" y="2150935"/>
                  <a:pt x="5529557" y="2152459"/>
                  <a:pt x="5527748" y="2151221"/>
                </a:cubicBezTo>
                <a:cubicBezTo>
                  <a:pt x="5525938" y="2149983"/>
                  <a:pt x="5523556" y="2147030"/>
                  <a:pt x="5528319" y="2143410"/>
                </a:cubicBezTo>
                <a:cubicBezTo>
                  <a:pt x="5533081" y="2139791"/>
                  <a:pt x="5533081" y="2137981"/>
                  <a:pt x="5530700" y="2134743"/>
                </a:cubicBezTo>
                <a:cubicBezTo>
                  <a:pt x="5528319" y="2131409"/>
                  <a:pt x="5528319" y="2130266"/>
                  <a:pt x="5526795" y="2128456"/>
                </a:cubicBezTo>
                <a:cubicBezTo>
                  <a:pt x="5525366" y="2126647"/>
                  <a:pt x="5522890" y="2125218"/>
                  <a:pt x="5522890" y="2125218"/>
                </a:cubicBezTo>
                <a:cubicBezTo>
                  <a:pt x="5522890" y="2125218"/>
                  <a:pt x="5518127" y="2123122"/>
                  <a:pt x="5522890" y="2121598"/>
                </a:cubicBezTo>
                <a:close/>
                <a:moveTo>
                  <a:pt x="6254410" y="2121312"/>
                </a:moveTo>
                <a:cubicBezTo>
                  <a:pt x="6257076" y="2121312"/>
                  <a:pt x="6254410" y="2123407"/>
                  <a:pt x="6251076" y="2124931"/>
                </a:cubicBezTo>
                <a:cubicBezTo>
                  <a:pt x="6247837" y="2126360"/>
                  <a:pt x="6250219" y="2123407"/>
                  <a:pt x="6250219" y="2123407"/>
                </a:cubicBezTo>
                <a:cubicBezTo>
                  <a:pt x="6250219" y="2123407"/>
                  <a:pt x="6251742" y="2121312"/>
                  <a:pt x="6254410" y="2121312"/>
                </a:cubicBezTo>
                <a:close/>
                <a:moveTo>
                  <a:pt x="6275079" y="2117693"/>
                </a:moveTo>
                <a:cubicBezTo>
                  <a:pt x="6275079" y="2117693"/>
                  <a:pt x="6277746" y="2117122"/>
                  <a:pt x="6279556" y="2117693"/>
                </a:cubicBezTo>
                <a:cubicBezTo>
                  <a:pt x="6281365" y="2118360"/>
                  <a:pt x="6282318" y="2119503"/>
                  <a:pt x="6281079" y="2121027"/>
                </a:cubicBezTo>
                <a:cubicBezTo>
                  <a:pt x="6279841" y="2122455"/>
                  <a:pt x="6278698" y="2123408"/>
                  <a:pt x="6275365" y="2121598"/>
                </a:cubicBezTo>
                <a:cubicBezTo>
                  <a:pt x="6272126" y="2119789"/>
                  <a:pt x="6275079" y="2117693"/>
                  <a:pt x="6275079" y="2117693"/>
                </a:cubicBezTo>
                <a:close/>
                <a:moveTo>
                  <a:pt x="6262887" y="2115217"/>
                </a:moveTo>
                <a:cubicBezTo>
                  <a:pt x="6268888" y="2114931"/>
                  <a:pt x="6274602" y="2113978"/>
                  <a:pt x="6272507" y="2117884"/>
                </a:cubicBezTo>
                <a:cubicBezTo>
                  <a:pt x="6270411" y="2121789"/>
                  <a:pt x="6269840" y="2122646"/>
                  <a:pt x="6267078" y="2121217"/>
                </a:cubicBezTo>
                <a:cubicBezTo>
                  <a:pt x="6264315" y="2119788"/>
                  <a:pt x="6261648" y="2118550"/>
                  <a:pt x="6261648" y="2118550"/>
                </a:cubicBezTo>
                <a:cubicBezTo>
                  <a:pt x="6261648" y="2118550"/>
                  <a:pt x="6256886" y="2115597"/>
                  <a:pt x="6262887" y="2115217"/>
                </a:cubicBezTo>
                <a:close/>
                <a:moveTo>
                  <a:pt x="6258601" y="2111406"/>
                </a:moveTo>
                <a:cubicBezTo>
                  <a:pt x="6258601" y="2111406"/>
                  <a:pt x="6260410" y="2112263"/>
                  <a:pt x="6259744" y="2113502"/>
                </a:cubicBezTo>
                <a:cubicBezTo>
                  <a:pt x="6259172" y="2114644"/>
                  <a:pt x="6257648" y="2115883"/>
                  <a:pt x="6256791" y="2114359"/>
                </a:cubicBezTo>
                <a:cubicBezTo>
                  <a:pt x="6255933" y="2112930"/>
                  <a:pt x="6258601" y="2111406"/>
                  <a:pt x="6258601" y="2111406"/>
                </a:cubicBezTo>
                <a:close/>
                <a:moveTo>
                  <a:pt x="2264101" y="2109787"/>
                </a:moveTo>
                <a:cubicBezTo>
                  <a:pt x="2265625" y="2108549"/>
                  <a:pt x="2270102" y="2109787"/>
                  <a:pt x="2271626" y="2111025"/>
                </a:cubicBezTo>
                <a:cubicBezTo>
                  <a:pt x="2273150" y="2112264"/>
                  <a:pt x="2274007" y="2114931"/>
                  <a:pt x="2271626" y="2114645"/>
                </a:cubicBezTo>
                <a:cubicBezTo>
                  <a:pt x="2269244" y="2114359"/>
                  <a:pt x="2269816" y="2115502"/>
                  <a:pt x="2269530" y="2116740"/>
                </a:cubicBezTo>
                <a:cubicBezTo>
                  <a:pt x="2269244" y="2117979"/>
                  <a:pt x="2267149" y="2117598"/>
                  <a:pt x="2265053" y="2117026"/>
                </a:cubicBezTo>
                <a:cubicBezTo>
                  <a:pt x="2262863" y="2116359"/>
                  <a:pt x="2259624" y="2114835"/>
                  <a:pt x="2259624" y="2114835"/>
                </a:cubicBezTo>
                <a:cubicBezTo>
                  <a:pt x="2259624" y="2114835"/>
                  <a:pt x="2257243" y="2113978"/>
                  <a:pt x="2258100" y="2110930"/>
                </a:cubicBezTo>
                <a:cubicBezTo>
                  <a:pt x="2258957" y="2107977"/>
                  <a:pt x="2260481" y="2108549"/>
                  <a:pt x="2260481" y="2110073"/>
                </a:cubicBezTo>
                <a:cubicBezTo>
                  <a:pt x="2260481" y="2111597"/>
                  <a:pt x="2262577" y="2110930"/>
                  <a:pt x="2264101" y="2109787"/>
                </a:cubicBezTo>
                <a:close/>
                <a:moveTo>
                  <a:pt x="2158945" y="2103501"/>
                </a:moveTo>
                <a:cubicBezTo>
                  <a:pt x="2163422" y="2101405"/>
                  <a:pt x="2164375" y="2102643"/>
                  <a:pt x="2164946" y="2104739"/>
                </a:cubicBezTo>
                <a:cubicBezTo>
                  <a:pt x="2165518" y="2106834"/>
                  <a:pt x="2166184" y="2108358"/>
                  <a:pt x="2167994" y="2110168"/>
                </a:cubicBezTo>
                <a:cubicBezTo>
                  <a:pt x="2169804" y="2111978"/>
                  <a:pt x="2170375" y="2114931"/>
                  <a:pt x="2169804" y="2117693"/>
                </a:cubicBezTo>
                <a:cubicBezTo>
                  <a:pt x="2169232" y="2120360"/>
                  <a:pt x="2166184" y="2121312"/>
                  <a:pt x="2164089" y="2119217"/>
                </a:cubicBezTo>
                <a:cubicBezTo>
                  <a:pt x="2161993" y="2117121"/>
                  <a:pt x="2161708" y="2116264"/>
                  <a:pt x="2161993" y="2113788"/>
                </a:cubicBezTo>
                <a:cubicBezTo>
                  <a:pt x="2162184" y="2111311"/>
                  <a:pt x="2160088" y="2108263"/>
                  <a:pt x="2158945" y="2107977"/>
                </a:cubicBezTo>
                <a:cubicBezTo>
                  <a:pt x="2157707" y="2107692"/>
                  <a:pt x="2154469" y="2105596"/>
                  <a:pt x="2158945" y="2103501"/>
                </a:cubicBezTo>
                <a:close/>
                <a:moveTo>
                  <a:pt x="2255719" y="2102834"/>
                </a:moveTo>
                <a:cubicBezTo>
                  <a:pt x="2258386" y="2103120"/>
                  <a:pt x="2257815" y="2104644"/>
                  <a:pt x="2257815" y="2105882"/>
                </a:cubicBezTo>
                <a:cubicBezTo>
                  <a:pt x="2257815" y="2107120"/>
                  <a:pt x="2258100" y="2108549"/>
                  <a:pt x="2256576" y="2108835"/>
                </a:cubicBezTo>
                <a:cubicBezTo>
                  <a:pt x="2255052" y="2109120"/>
                  <a:pt x="2252957" y="2102548"/>
                  <a:pt x="2255719" y="2102834"/>
                </a:cubicBezTo>
                <a:close/>
                <a:moveTo>
                  <a:pt x="2284794" y="2101845"/>
                </a:moveTo>
                <a:cubicBezTo>
                  <a:pt x="2286913" y="2100785"/>
                  <a:pt x="2289771" y="2100309"/>
                  <a:pt x="2290104" y="2102071"/>
                </a:cubicBezTo>
                <a:cubicBezTo>
                  <a:pt x="2290390" y="2103500"/>
                  <a:pt x="2287532" y="2105881"/>
                  <a:pt x="2283913" y="2105119"/>
                </a:cubicBezTo>
                <a:cubicBezTo>
                  <a:pt x="2281294" y="2104548"/>
                  <a:pt x="2282675" y="2102905"/>
                  <a:pt x="2284794" y="2101845"/>
                </a:cubicBezTo>
                <a:close/>
                <a:moveTo>
                  <a:pt x="2711395" y="2092642"/>
                </a:moveTo>
                <a:cubicBezTo>
                  <a:pt x="2714729" y="2091404"/>
                  <a:pt x="2716157" y="2093499"/>
                  <a:pt x="2715586" y="2095023"/>
                </a:cubicBezTo>
                <a:cubicBezTo>
                  <a:pt x="2715014" y="2096452"/>
                  <a:pt x="2714729" y="2098262"/>
                  <a:pt x="2715300" y="2099786"/>
                </a:cubicBezTo>
                <a:cubicBezTo>
                  <a:pt x="2715967" y="2101310"/>
                  <a:pt x="2715300" y="2103691"/>
                  <a:pt x="2712633" y="2105215"/>
                </a:cubicBezTo>
                <a:cubicBezTo>
                  <a:pt x="2709871" y="2106739"/>
                  <a:pt x="2705394" y="2109406"/>
                  <a:pt x="2701203" y="2115597"/>
                </a:cubicBezTo>
                <a:cubicBezTo>
                  <a:pt x="2697012" y="2121884"/>
                  <a:pt x="2690154" y="2122456"/>
                  <a:pt x="2684725" y="2124265"/>
                </a:cubicBezTo>
                <a:cubicBezTo>
                  <a:pt x="2679391" y="2126075"/>
                  <a:pt x="2673104" y="2124932"/>
                  <a:pt x="2671866" y="2121598"/>
                </a:cubicBezTo>
                <a:cubicBezTo>
                  <a:pt x="2670723" y="2118360"/>
                  <a:pt x="2667675" y="2118074"/>
                  <a:pt x="2665294" y="2118645"/>
                </a:cubicBezTo>
                <a:cubicBezTo>
                  <a:pt x="2662913" y="2119217"/>
                  <a:pt x="2648816" y="2120074"/>
                  <a:pt x="2644053" y="2117407"/>
                </a:cubicBezTo>
                <a:cubicBezTo>
                  <a:pt x="2639291" y="2114740"/>
                  <a:pt x="2632718" y="2122170"/>
                  <a:pt x="2626717" y="2119217"/>
                </a:cubicBezTo>
                <a:cubicBezTo>
                  <a:pt x="2620717" y="2116264"/>
                  <a:pt x="2614716" y="2123122"/>
                  <a:pt x="2614430" y="2124932"/>
                </a:cubicBezTo>
                <a:cubicBezTo>
                  <a:pt x="2614049" y="2126742"/>
                  <a:pt x="2613192" y="2134171"/>
                  <a:pt x="2611097" y="2135981"/>
                </a:cubicBezTo>
                <a:cubicBezTo>
                  <a:pt x="2609001" y="2137695"/>
                  <a:pt x="2609573" y="2139219"/>
                  <a:pt x="2610811" y="2140743"/>
                </a:cubicBezTo>
                <a:cubicBezTo>
                  <a:pt x="2611954" y="2142268"/>
                  <a:pt x="2611382" y="2151507"/>
                  <a:pt x="2615288" y="2155126"/>
                </a:cubicBezTo>
                <a:cubicBezTo>
                  <a:pt x="2617764" y="2157507"/>
                  <a:pt x="2621574" y="2161127"/>
                  <a:pt x="2621574" y="2164461"/>
                </a:cubicBezTo>
                <a:cubicBezTo>
                  <a:pt x="2621574" y="2167794"/>
                  <a:pt x="2627575" y="2168938"/>
                  <a:pt x="2631766" y="2168080"/>
                </a:cubicBezTo>
                <a:cubicBezTo>
                  <a:pt x="2635957" y="2167128"/>
                  <a:pt x="2641100" y="2161413"/>
                  <a:pt x="2641100" y="2158746"/>
                </a:cubicBezTo>
                <a:cubicBezTo>
                  <a:pt x="2641100" y="2156079"/>
                  <a:pt x="2642815" y="2154555"/>
                  <a:pt x="2644053" y="2156079"/>
                </a:cubicBezTo>
                <a:cubicBezTo>
                  <a:pt x="2645196" y="2157603"/>
                  <a:pt x="2647292" y="2155793"/>
                  <a:pt x="2648816" y="2156079"/>
                </a:cubicBezTo>
                <a:cubicBezTo>
                  <a:pt x="2650340" y="2156364"/>
                  <a:pt x="2655102" y="2156364"/>
                  <a:pt x="2654531" y="2153697"/>
                </a:cubicBezTo>
                <a:cubicBezTo>
                  <a:pt x="2653864" y="2151031"/>
                  <a:pt x="2657483" y="2151316"/>
                  <a:pt x="2659579" y="2151316"/>
                </a:cubicBezTo>
                <a:cubicBezTo>
                  <a:pt x="2661674" y="2151316"/>
                  <a:pt x="2665865" y="2152840"/>
                  <a:pt x="2665008" y="2149221"/>
                </a:cubicBezTo>
                <a:cubicBezTo>
                  <a:pt x="2664151" y="2145601"/>
                  <a:pt x="2670437" y="2147982"/>
                  <a:pt x="2672533" y="2147411"/>
                </a:cubicBezTo>
                <a:cubicBezTo>
                  <a:pt x="2674628" y="2146839"/>
                  <a:pt x="2678534" y="2148935"/>
                  <a:pt x="2677676" y="2154936"/>
                </a:cubicBezTo>
                <a:cubicBezTo>
                  <a:pt x="2676724" y="2160936"/>
                  <a:pt x="2671676" y="2157984"/>
                  <a:pt x="2672247" y="2154364"/>
                </a:cubicBezTo>
                <a:cubicBezTo>
                  <a:pt x="2672914" y="2150745"/>
                  <a:pt x="2665675" y="2155602"/>
                  <a:pt x="2665389" y="2158269"/>
                </a:cubicBezTo>
                <a:cubicBezTo>
                  <a:pt x="2665008" y="2160936"/>
                  <a:pt x="2660817" y="2165318"/>
                  <a:pt x="2657864" y="2169318"/>
                </a:cubicBezTo>
                <a:cubicBezTo>
                  <a:pt x="2654245" y="2174176"/>
                  <a:pt x="2649768" y="2172938"/>
                  <a:pt x="2646434" y="2176843"/>
                </a:cubicBezTo>
                <a:cubicBezTo>
                  <a:pt x="2645196" y="2178367"/>
                  <a:pt x="2641100" y="2181606"/>
                  <a:pt x="2639291" y="2179224"/>
                </a:cubicBezTo>
                <a:cubicBezTo>
                  <a:pt x="2637481" y="2176843"/>
                  <a:pt x="2635671" y="2175605"/>
                  <a:pt x="2634814" y="2177701"/>
                </a:cubicBezTo>
                <a:cubicBezTo>
                  <a:pt x="2633957" y="2179796"/>
                  <a:pt x="2637195" y="2182844"/>
                  <a:pt x="2638433" y="2184939"/>
                </a:cubicBezTo>
                <a:cubicBezTo>
                  <a:pt x="2639672" y="2187035"/>
                  <a:pt x="2645672" y="2189131"/>
                  <a:pt x="2646244" y="2190940"/>
                </a:cubicBezTo>
                <a:cubicBezTo>
                  <a:pt x="2646911" y="2192750"/>
                  <a:pt x="2650149" y="2195131"/>
                  <a:pt x="2651673" y="2194845"/>
                </a:cubicBezTo>
                <a:cubicBezTo>
                  <a:pt x="2653197" y="2194560"/>
                  <a:pt x="2655864" y="2195703"/>
                  <a:pt x="2655292" y="2197513"/>
                </a:cubicBezTo>
                <a:cubicBezTo>
                  <a:pt x="2654721" y="2199322"/>
                  <a:pt x="2655864" y="2202656"/>
                  <a:pt x="2657388" y="2202656"/>
                </a:cubicBezTo>
                <a:cubicBezTo>
                  <a:pt x="2658912" y="2202656"/>
                  <a:pt x="2660341" y="2204751"/>
                  <a:pt x="2657674" y="2206276"/>
                </a:cubicBezTo>
                <a:cubicBezTo>
                  <a:pt x="2654912" y="2207799"/>
                  <a:pt x="2654626" y="2211133"/>
                  <a:pt x="2654054" y="2215896"/>
                </a:cubicBezTo>
                <a:cubicBezTo>
                  <a:pt x="2653483" y="2220658"/>
                  <a:pt x="2659484" y="2225706"/>
                  <a:pt x="2665484" y="2229040"/>
                </a:cubicBezTo>
                <a:cubicBezTo>
                  <a:pt x="2671485" y="2232374"/>
                  <a:pt x="2665484" y="2233803"/>
                  <a:pt x="2661579" y="2233231"/>
                </a:cubicBezTo>
                <a:cubicBezTo>
                  <a:pt x="2657674" y="2232660"/>
                  <a:pt x="2653483" y="2241613"/>
                  <a:pt x="2654054" y="2243423"/>
                </a:cubicBezTo>
                <a:cubicBezTo>
                  <a:pt x="2654626" y="2245233"/>
                  <a:pt x="2656436" y="2247709"/>
                  <a:pt x="2654054" y="2248567"/>
                </a:cubicBezTo>
                <a:cubicBezTo>
                  <a:pt x="2651578" y="2249519"/>
                  <a:pt x="2647101" y="2247423"/>
                  <a:pt x="2644720" y="2245614"/>
                </a:cubicBezTo>
                <a:cubicBezTo>
                  <a:pt x="2642243" y="2243804"/>
                  <a:pt x="2641958" y="2240851"/>
                  <a:pt x="2641386" y="2239327"/>
                </a:cubicBezTo>
                <a:cubicBezTo>
                  <a:pt x="2640719" y="2237803"/>
                  <a:pt x="2640719" y="2235422"/>
                  <a:pt x="2642243" y="2233898"/>
                </a:cubicBezTo>
                <a:cubicBezTo>
                  <a:pt x="2643672" y="2232374"/>
                  <a:pt x="2644053" y="2230850"/>
                  <a:pt x="2640719" y="2228469"/>
                </a:cubicBezTo>
                <a:cubicBezTo>
                  <a:pt x="2637386" y="2226088"/>
                  <a:pt x="2633480" y="2220372"/>
                  <a:pt x="2630813" y="2213514"/>
                </a:cubicBezTo>
                <a:cubicBezTo>
                  <a:pt x="2628527" y="2207609"/>
                  <a:pt x="2632909" y="2203609"/>
                  <a:pt x="2632909" y="2197608"/>
                </a:cubicBezTo>
                <a:cubicBezTo>
                  <a:pt x="2632909" y="2191607"/>
                  <a:pt x="2623384" y="2195226"/>
                  <a:pt x="2615859" y="2199132"/>
                </a:cubicBezTo>
                <a:cubicBezTo>
                  <a:pt x="2608430" y="2202942"/>
                  <a:pt x="2619764" y="2208943"/>
                  <a:pt x="2617097" y="2212276"/>
                </a:cubicBezTo>
                <a:cubicBezTo>
                  <a:pt x="2614335" y="2215610"/>
                  <a:pt x="2619193" y="2216467"/>
                  <a:pt x="2617669" y="2221897"/>
                </a:cubicBezTo>
                <a:cubicBezTo>
                  <a:pt x="2616240" y="2227326"/>
                  <a:pt x="2616240" y="2231802"/>
                  <a:pt x="2616812" y="2233612"/>
                </a:cubicBezTo>
                <a:cubicBezTo>
                  <a:pt x="2617478" y="2235422"/>
                  <a:pt x="2619859" y="2242947"/>
                  <a:pt x="2618050" y="2245614"/>
                </a:cubicBezTo>
                <a:cubicBezTo>
                  <a:pt x="2616240" y="2248281"/>
                  <a:pt x="2615668" y="2254567"/>
                  <a:pt x="2618621" y="2257901"/>
                </a:cubicBezTo>
                <a:cubicBezTo>
                  <a:pt x="2621574" y="2261139"/>
                  <a:pt x="2619479" y="2264188"/>
                  <a:pt x="2617383" y="2262949"/>
                </a:cubicBezTo>
                <a:cubicBezTo>
                  <a:pt x="2615288" y="2261806"/>
                  <a:pt x="2609573" y="2264188"/>
                  <a:pt x="2609001" y="2264759"/>
                </a:cubicBezTo>
                <a:cubicBezTo>
                  <a:pt x="2608430" y="2265331"/>
                  <a:pt x="2606048" y="2267997"/>
                  <a:pt x="2600905" y="2265616"/>
                </a:cubicBezTo>
                <a:cubicBezTo>
                  <a:pt x="2595857" y="2263235"/>
                  <a:pt x="2597000" y="2258377"/>
                  <a:pt x="2598238" y="2255996"/>
                </a:cubicBezTo>
                <a:cubicBezTo>
                  <a:pt x="2599476" y="2253615"/>
                  <a:pt x="2600333" y="2248471"/>
                  <a:pt x="2600048" y="2246376"/>
                </a:cubicBezTo>
                <a:cubicBezTo>
                  <a:pt x="2599667" y="2244280"/>
                  <a:pt x="2600333" y="2237327"/>
                  <a:pt x="2600905" y="2234946"/>
                </a:cubicBezTo>
                <a:cubicBezTo>
                  <a:pt x="2601572" y="2232564"/>
                  <a:pt x="2601572" y="2228945"/>
                  <a:pt x="2600048" y="2228088"/>
                </a:cubicBezTo>
                <a:cubicBezTo>
                  <a:pt x="2598524" y="2227135"/>
                  <a:pt x="2596809" y="2220277"/>
                  <a:pt x="2597666" y="2214276"/>
                </a:cubicBezTo>
                <a:cubicBezTo>
                  <a:pt x="2598619" y="2207514"/>
                  <a:pt x="2594333" y="2211038"/>
                  <a:pt x="2592237" y="2213991"/>
                </a:cubicBezTo>
                <a:cubicBezTo>
                  <a:pt x="2590142" y="2217039"/>
                  <a:pt x="2588046" y="2215229"/>
                  <a:pt x="2588046" y="2213134"/>
                </a:cubicBezTo>
                <a:cubicBezTo>
                  <a:pt x="2588046" y="2211038"/>
                  <a:pt x="2586236" y="2208657"/>
                  <a:pt x="2587475" y="2207418"/>
                </a:cubicBezTo>
                <a:cubicBezTo>
                  <a:pt x="2588617" y="2206180"/>
                  <a:pt x="2589284" y="2203513"/>
                  <a:pt x="2587760" y="2201418"/>
                </a:cubicBezTo>
                <a:cubicBezTo>
                  <a:pt x="2586332" y="2199322"/>
                  <a:pt x="2586903" y="2196941"/>
                  <a:pt x="2589284" y="2195131"/>
                </a:cubicBezTo>
                <a:cubicBezTo>
                  <a:pt x="2591666" y="2193322"/>
                  <a:pt x="2592523" y="2189988"/>
                  <a:pt x="2591951" y="2187321"/>
                </a:cubicBezTo>
                <a:cubicBezTo>
                  <a:pt x="2591380" y="2184654"/>
                  <a:pt x="2592809" y="2183701"/>
                  <a:pt x="2594333" y="2182844"/>
                </a:cubicBezTo>
                <a:cubicBezTo>
                  <a:pt x="2595761" y="2181892"/>
                  <a:pt x="2596428" y="2180082"/>
                  <a:pt x="2595190" y="2177701"/>
                </a:cubicBezTo>
                <a:cubicBezTo>
                  <a:pt x="2593951" y="2175319"/>
                  <a:pt x="2596714" y="2171700"/>
                  <a:pt x="2595476" y="2166937"/>
                </a:cubicBezTo>
                <a:cubicBezTo>
                  <a:pt x="2594714" y="2163699"/>
                  <a:pt x="2600333" y="2157603"/>
                  <a:pt x="2600619" y="2155507"/>
                </a:cubicBezTo>
                <a:cubicBezTo>
                  <a:pt x="2600905" y="2153412"/>
                  <a:pt x="2600905" y="2151316"/>
                  <a:pt x="2604810" y="2152555"/>
                </a:cubicBezTo>
                <a:cubicBezTo>
                  <a:pt x="2608715" y="2153793"/>
                  <a:pt x="2607287" y="2150459"/>
                  <a:pt x="2606048" y="2148649"/>
                </a:cubicBezTo>
                <a:cubicBezTo>
                  <a:pt x="2604810" y="2146839"/>
                  <a:pt x="2603953" y="2144744"/>
                  <a:pt x="2604524" y="2142648"/>
                </a:cubicBezTo>
                <a:cubicBezTo>
                  <a:pt x="2605191" y="2140553"/>
                  <a:pt x="2604905" y="2138172"/>
                  <a:pt x="2601572" y="2136934"/>
                </a:cubicBezTo>
                <a:cubicBezTo>
                  <a:pt x="2598238" y="2135695"/>
                  <a:pt x="2600333" y="2132457"/>
                  <a:pt x="2603953" y="2133314"/>
                </a:cubicBezTo>
                <a:cubicBezTo>
                  <a:pt x="2607477" y="2134267"/>
                  <a:pt x="2607763" y="2129790"/>
                  <a:pt x="2606906" y="2128266"/>
                </a:cubicBezTo>
                <a:cubicBezTo>
                  <a:pt x="2606048" y="2126837"/>
                  <a:pt x="2605382" y="2126170"/>
                  <a:pt x="2606906" y="2125313"/>
                </a:cubicBezTo>
                <a:cubicBezTo>
                  <a:pt x="2608430" y="2124360"/>
                  <a:pt x="2607858" y="2122932"/>
                  <a:pt x="2608715" y="2119598"/>
                </a:cubicBezTo>
                <a:cubicBezTo>
                  <a:pt x="2609573" y="2116264"/>
                  <a:pt x="2615002" y="2111502"/>
                  <a:pt x="2615002" y="2109406"/>
                </a:cubicBezTo>
                <a:cubicBezTo>
                  <a:pt x="2615002" y="2107311"/>
                  <a:pt x="2617097" y="2106739"/>
                  <a:pt x="2619193" y="2110644"/>
                </a:cubicBezTo>
                <a:cubicBezTo>
                  <a:pt x="2621384" y="2114550"/>
                  <a:pt x="2625289" y="2112454"/>
                  <a:pt x="2625860" y="2107025"/>
                </a:cubicBezTo>
                <a:cubicBezTo>
                  <a:pt x="2626432" y="2101596"/>
                  <a:pt x="2634242" y="2104263"/>
                  <a:pt x="2636624" y="2103406"/>
                </a:cubicBezTo>
                <a:cubicBezTo>
                  <a:pt x="2639005" y="2102453"/>
                  <a:pt x="2640148" y="2101881"/>
                  <a:pt x="2641386" y="2104263"/>
                </a:cubicBezTo>
                <a:cubicBezTo>
                  <a:pt x="2642529" y="2106644"/>
                  <a:pt x="2652721" y="2108454"/>
                  <a:pt x="2656340" y="2108454"/>
                </a:cubicBezTo>
                <a:cubicBezTo>
                  <a:pt x="2659960" y="2108454"/>
                  <a:pt x="2664151" y="2109311"/>
                  <a:pt x="2665008" y="2111406"/>
                </a:cubicBezTo>
                <a:cubicBezTo>
                  <a:pt x="2665865" y="2113502"/>
                  <a:pt x="2668628" y="2114455"/>
                  <a:pt x="2669485" y="2112645"/>
                </a:cubicBezTo>
                <a:cubicBezTo>
                  <a:pt x="2670437" y="2110930"/>
                  <a:pt x="2682343" y="2110549"/>
                  <a:pt x="2685677" y="2111788"/>
                </a:cubicBezTo>
                <a:cubicBezTo>
                  <a:pt x="2688916" y="2113026"/>
                  <a:pt x="2692535" y="2110644"/>
                  <a:pt x="2694631" y="2108835"/>
                </a:cubicBezTo>
                <a:cubicBezTo>
                  <a:pt x="2696726" y="2107025"/>
                  <a:pt x="2700632" y="2103120"/>
                  <a:pt x="2703299" y="2101310"/>
                </a:cubicBezTo>
                <a:cubicBezTo>
                  <a:pt x="2705966" y="2099500"/>
                  <a:pt x="2708061" y="2093881"/>
                  <a:pt x="2711395" y="2092642"/>
                </a:cubicBezTo>
                <a:close/>
                <a:moveTo>
                  <a:pt x="2774308" y="2083236"/>
                </a:moveTo>
                <a:cubicBezTo>
                  <a:pt x="2774689" y="2083951"/>
                  <a:pt x="2774546" y="2085594"/>
                  <a:pt x="2773783" y="2086927"/>
                </a:cubicBezTo>
                <a:cubicBezTo>
                  <a:pt x="2772259" y="2089689"/>
                  <a:pt x="2774069" y="2092356"/>
                  <a:pt x="2776165" y="2093690"/>
                </a:cubicBezTo>
                <a:cubicBezTo>
                  <a:pt x="2778260" y="2095214"/>
                  <a:pt x="2777117" y="2100262"/>
                  <a:pt x="2775308" y="2101500"/>
                </a:cubicBezTo>
                <a:cubicBezTo>
                  <a:pt x="2773498" y="2102643"/>
                  <a:pt x="2769974" y="2106548"/>
                  <a:pt x="2770545" y="2110168"/>
                </a:cubicBezTo>
                <a:cubicBezTo>
                  <a:pt x="2771116" y="2113787"/>
                  <a:pt x="2774450" y="2109882"/>
                  <a:pt x="2775022" y="2108072"/>
                </a:cubicBezTo>
                <a:cubicBezTo>
                  <a:pt x="2775593" y="2106263"/>
                  <a:pt x="2778641" y="2105691"/>
                  <a:pt x="2778927" y="2102643"/>
                </a:cubicBezTo>
                <a:cubicBezTo>
                  <a:pt x="2779117" y="2100262"/>
                  <a:pt x="2783118" y="2102643"/>
                  <a:pt x="2785785" y="2101786"/>
                </a:cubicBezTo>
                <a:cubicBezTo>
                  <a:pt x="2788452" y="2100833"/>
                  <a:pt x="2789690" y="2100262"/>
                  <a:pt x="2789024" y="2103215"/>
                </a:cubicBezTo>
                <a:cubicBezTo>
                  <a:pt x="2788452" y="2105786"/>
                  <a:pt x="2787214" y="2109215"/>
                  <a:pt x="2785118" y="2110073"/>
                </a:cubicBezTo>
                <a:cubicBezTo>
                  <a:pt x="2783023" y="2110930"/>
                  <a:pt x="2780070" y="2113025"/>
                  <a:pt x="2780356" y="2116359"/>
                </a:cubicBezTo>
                <a:cubicBezTo>
                  <a:pt x="2780641" y="2119693"/>
                  <a:pt x="2784928" y="2120550"/>
                  <a:pt x="2789976" y="2123598"/>
                </a:cubicBezTo>
                <a:cubicBezTo>
                  <a:pt x="2795024" y="2126646"/>
                  <a:pt x="2791405" y="2129027"/>
                  <a:pt x="2788452" y="2126932"/>
                </a:cubicBezTo>
                <a:cubicBezTo>
                  <a:pt x="2785499" y="2124741"/>
                  <a:pt x="2779213" y="2120931"/>
                  <a:pt x="2775308" y="2121503"/>
                </a:cubicBezTo>
                <a:cubicBezTo>
                  <a:pt x="2771402" y="2122169"/>
                  <a:pt x="2774926" y="2130266"/>
                  <a:pt x="2774069" y="2133218"/>
                </a:cubicBezTo>
                <a:cubicBezTo>
                  <a:pt x="2773212" y="2136266"/>
                  <a:pt x="2774641" y="2139219"/>
                  <a:pt x="2776165" y="2140743"/>
                </a:cubicBezTo>
                <a:cubicBezTo>
                  <a:pt x="2777689" y="2142267"/>
                  <a:pt x="2778260" y="2143791"/>
                  <a:pt x="2782451" y="2150649"/>
                </a:cubicBezTo>
                <a:cubicBezTo>
                  <a:pt x="2786642" y="2157507"/>
                  <a:pt x="2781594" y="2154554"/>
                  <a:pt x="2779784" y="2152745"/>
                </a:cubicBezTo>
                <a:cubicBezTo>
                  <a:pt x="2777974" y="2150935"/>
                  <a:pt x="2774260" y="2144934"/>
                  <a:pt x="2770164" y="2139886"/>
                </a:cubicBezTo>
                <a:cubicBezTo>
                  <a:pt x="2765116" y="2133599"/>
                  <a:pt x="2771116" y="2128170"/>
                  <a:pt x="2767783" y="2122836"/>
                </a:cubicBezTo>
                <a:cubicBezTo>
                  <a:pt x="2764735" y="2118074"/>
                  <a:pt x="2769592" y="2117121"/>
                  <a:pt x="2765973" y="2110263"/>
                </a:cubicBezTo>
                <a:cubicBezTo>
                  <a:pt x="2762354" y="2103405"/>
                  <a:pt x="2769021" y="2089880"/>
                  <a:pt x="2771688" y="2085117"/>
                </a:cubicBezTo>
                <a:cubicBezTo>
                  <a:pt x="2773022" y="2082736"/>
                  <a:pt x="2773927" y="2082522"/>
                  <a:pt x="2774308" y="2083236"/>
                </a:cubicBezTo>
                <a:close/>
                <a:moveTo>
                  <a:pt x="525612" y="2074204"/>
                </a:moveTo>
                <a:lnTo>
                  <a:pt x="526907" y="2074997"/>
                </a:lnTo>
                <a:lnTo>
                  <a:pt x="527971" y="2075207"/>
                </a:lnTo>
                <a:lnTo>
                  <a:pt x="527217" y="2074830"/>
                </a:lnTo>
                <a:close/>
                <a:moveTo>
                  <a:pt x="2788322" y="2073640"/>
                </a:moveTo>
                <a:cubicBezTo>
                  <a:pt x="2789072" y="2074498"/>
                  <a:pt x="2789453" y="2076212"/>
                  <a:pt x="2789310" y="2077688"/>
                </a:cubicBezTo>
                <a:cubicBezTo>
                  <a:pt x="2789024" y="2080641"/>
                  <a:pt x="2788453" y="2081593"/>
                  <a:pt x="2786071" y="2084927"/>
                </a:cubicBezTo>
                <a:cubicBezTo>
                  <a:pt x="2783690" y="2088166"/>
                  <a:pt x="2782166" y="2086356"/>
                  <a:pt x="2781880" y="2083689"/>
                </a:cubicBezTo>
                <a:cubicBezTo>
                  <a:pt x="2781595" y="2081022"/>
                  <a:pt x="2782452" y="2078641"/>
                  <a:pt x="2785119" y="2074736"/>
                </a:cubicBezTo>
                <a:cubicBezTo>
                  <a:pt x="2786453" y="2072783"/>
                  <a:pt x="2787572" y="2072783"/>
                  <a:pt x="2788322" y="2073640"/>
                </a:cubicBezTo>
                <a:close/>
                <a:moveTo>
                  <a:pt x="2127418" y="2073211"/>
                </a:moveTo>
                <a:cubicBezTo>
                  <a:pt x="2129513" y="2071687"/>
                  <a:pt x="2132180" y="2074449"/>
                  <a:pt x="2134657" y="2075021"/>
                </a:cubicBezTo>
                <a:cubicBezTo>
                  <a:pt x="2137038" y="2075592"/>
                  <a:pt x="2141229" y="2081307"/>
                  <a:pt x="2140943" y="2082831"/>
                </a:cubicBezTo>
                <a:cubicBezTo>
                  <a:pt x="2140657" y="2084355"/>
                  <a:pt x="2138848" y="2083403"/>
                  <a:pt x="2136466" y="2082260"/>
                </a:cubicBezTo>
                <a:cubicBezTo>
                  <a:pt x="2133990" y="2081022"/>
                  <a:pt x="2128656" y="2076545"/>
                  <a:pt x="2128656" y="2076545"/>
                </a:cubicBezTo>
                <a:cubicBezTo>
                  <a:pt x="2128656" y="2076545"/>
                  <a:pt x="2125322" y="2074735"/>
                  <a:pt x="2127418" y="2073211"/>
                </a:cubicBezTo>
                <a:close/>
                <a:moveTo>
                  <a:pt x="971620" y="2055209"/>
                </a:moveTo>
                <a:lnTo>
                  <a:pt x="972035" y="2056352"/>
                </a:lnTo>
                <a:lnTo>
                  <a:pt x="973002" y="2060440"/>
                </a:lnTo>
                <a:lnTo>
                  <a:pt x="972035" y="2056352"/>
                </a:lnTo>
                <a:close/>
                <a:moveTo>
                  <a:pt x="2719349" y="2050648"/>
                </a:moveTo>
                <a:cubicBezTo>
                  <a:pt x="2719968" y="2050708"/>
                  <a:pt x="2721063" y="2051875"/>
                  <a:pt x="2721968" y="2053970"/>
                </a:cubicBezTo>
                <a:cubicBezTo>
                  <a:pt x="2722540" y="2055780"/>
                  <a:pt x="2721016" y="2059400"/>
                  <a:pt x="2719301" y="2058447"/>
                </a:cubicBezTo>
                <a:cubicBezTo>
                  <a:pt x="2717491" y="2057590"/>
                  <a:pt x="2720539" y="2056161"/>
                  <a:pt x="2719587" y="2053970"/>
                </a:cubicBezTo>
                <a:cubicBezTo>
                  <a:pt x="2718587" y="2051637"/>
                  <a:pt x="2718730" y="2050589"/>
                  <a:pt x="2719349" y="2050648"/>
                </a:cubicBezTo>
                <a:close/>
                <a:moveTo>
                  <a:pt x="6258315" y="2047493"/>
                </a:moveTo>
                <a:cubicBezTo>
                  <a:pt x="6260982" y="2046922"/>
                  <a:pt x="6260696" y="2049017"/>
                  <a:pt x="6260982" y="2050446"/>
                </a:cubicBezTo>
                <a:cubicBezTo>
                  <a:pt x="6261267" y="2051970"/>
                  <a:pt x="6262506" y="2054923"/>
                  <a:pt x="6260410" y="2056447"/>
                </a:cubicBezTo>
                <a:cubicBezTo>
                  <a:pt x="6258315" y="2057971"/>
                  <a:pt x="6258315" y="2057304"/>
                  <a:pt x="6257458" y="2055209"/>
                </a:cubicBezTo>
                <a:cubicBezTo>
                  <a:pt x="6256505" y="2053208"/>
                  <a:pt x="6256219" y="2050827"/>
                  <a:pt x="6256219" y="2050827"/>
                </a:cubicBezTo>
                <a:cubicBezTo>
                  <a:pt x="6256219" y="2050827"/>
                  <a:pt x="6255648" y="2048160"/>
                  <a:pt x="6258315" y="2047493"/>
                </a:cubicBezTo>
                <a:close/>
                <a:moveTo>
                  <a:pt x="2374877" y="2036636"/>
                </a:moveTo>
                <a:cubicBezTo>
                  <a:pt x="2376972" y="2036350"/>
                  <a:pt x="2380020" y="2038159"/>
                  <a:pt x="2379353" y="2041112"/>
                </a:cubicBezTo>
                <a:cubicBezTo>
                  <a:pt x="2378782" y="2044065"/>
                  <a:pt x="2375734" y="2045303"/>
                  <a:pt x="2375448" y="2043779"/>
                </a:cubicBezTo>
                <a:cubicBezTo>
                  <a:pt x="2375257" y="2042350"/>
                  <a:pt x="2374019" y="2041112"/>
                  <a:pt x="2374019" y="2041112"/>
                </a:cubicBezTo>
                <a:cubicBezTo>
                  <a:pt x="2374019" y="2041112"/>
                  <a:pt x="2372781" y="2036921"/>
                  <a:pt x="2374877" y="2036636"/>
                </a:cubicBezTo>
                <a:close/>
                <a:moveTo>
                  <a:pt x="2748542" y="2034825"/>
                </a:moveTo>
                <a:cubicBezTo>
                  <a:pt x="2750638" y="2034539"/>
                  <a:pt x="2751876" y="2036349"/>
                  <a:pt x="2750638" y="2038159"/>
                </a:cubicBezTo>
                <a:cubicBezTo>
                  <a:pt x="2749495" y="2039873"/>
                  <a:pt x="2749685" y="2040254"/>
                  <a:pt x="2749685" y="2041683"/>
                </a:cubicBezTo>
                <a:cubicBezTo>
                  <a:pt x="2749685" y="2043112"/>
                  <a:pt x="2747971" y="2047969"/>
                  <a:pt x="2746732" y="2046160"/>
                </a:cubicBezTo>
                <a:cubicBezTo>
                  <a:pt x="2745494" y="2044350"/>
                  <a:pt x="2748828" y="2042540"/>
                  <a:pt x="2746732" y="2039587"/>
                </a:cubicBezTo>
                <a:cubicBezTo>
                  <a:pt x="2745494" y="2037873"/>
                  <a:pt x="2746447" y="2035111"/>
                  <a:pt x="2748542" y="2034825"/>
                </a:cubicBezTo>
                <a:close/>
                <a:moveTo>
                  <a:pt x="511882" y="2032730"/>
                </a:moveTo>
                <a:cubicBezTo>
                  <a:pt x="511596" y="2036635"/>
                  <a:pt x="509501" y="2035778"/>
                  <a:pt x="510358" y="2040541"/>
                </a:cubicBezTo>
                <a:cubicBezTo>
                  <a:pt x="511215" y="2045303"/>
                  <a:pt x="510358" y="2044065"/>
                  <a:pt x="506453" y="2043493"/>
                </a:cubicBezTo>
                <a:cubicBezTo>
                  <a:pt x="502547" y="2042827"/>
                  <a:pt x="501023" y="2041112"/>
                  <a:pt x="503500" y="2039874"/>
                </a:cubicBezTo>
                <a:cubicBezTo>
                  <a:pt x="505881" y="2038731"/>
                  <a:pt x="505881" y="2037778"/>
                  <a:pt x="505881" y="2033302"/>
                </a:cubicBezTo>
                <a:cubicBezTo>
                  <a:pt x="505881" y="2028825"/>
                  <a:pt x="512168" y="2028825"/>
                  <a:pt x="511882" y="2032730"/>
                </a:cubicBezTo>
                <a:close/>
                <a:moveTo>
                  <a:pt x="1115841" y="2023558"/>
                </a:moveTo>
                <a:lnTo>
                  <a:pt x="1115163" y="2023629"/>
                </a:lnTo>
                <a:lnTo>
                  <a:pt x="1114931" y="2025983"/>
                </a:lnTo>
                <a:lnTo>
                  <a:pt x="1115578" y="2025014"/>
                </a:lnTo>
                <a:close/>
                <a:moveTo>
                  <a:pt x="962791" y="2022444"/>
                </a:moveTo>
                <a:lnTo>
                  <a:pt x="962662" y="2022621"/>
                </a:lnTo>
                <a:lnTo>
                  <a:pt x="966415" y="2029682"/>
                </a:lnTo>
                <a:cubicBezTo>
                  <a:pt x="966129" y="2026157"/>
                  <a:pt x="962795" y="2022824"/>
                  <a:pt x="962795" y="2022824"/>
                </a:cubicBezTo>
                <a:close/>
                <a:moveTo>
                  <a:pt x="2612526" y="2013584"/>
                </a:moveTo>
                <a:cubicBezTo>
                  <a:pt x="2614050" y="2015013"/>
                  <a:pt x="2613383" y="2016632"/>
                  <a:pt x="2610430" y="2017489"/>
                </a:cubicBezTo>
                <a:cubicBezTo>
                  <a:pt x="2607382" y="2018347"/>
                  <a:pt x="2606811" y="2020156"/>
                  <a:pt x="2605287" y="2019299"/>
                </a:cubicBezTo>
                <a:cubicBezTo>
                  <a:pt x="2603858" y="2018347"/>
                  <a:pt x="2611002" y="2012060"/>
                  <a:pt x="2612526" y="2013584"/>
                </a:cubicBezTo>
                <a:close/>
                <a:moveTo>
                  <a:pt x="2121988" y="2001678"/>
                </a:moveTo>
                <a:cubicBezTo>
                  <a:pt x="2124655" y="1998344"/>
                  <a:pt x="2127988" y="1999011"/>
                  <a:pt x="2132179" y="2001964"/>
                </a:cubicBezTo>
                <a:cubicBezTo>
                  <a:pt x="2136370" y="2004917"/>
                  <a:pt x="2134561" y="2008155"/>
                  <a:pt x="2153134" y="2009489"/>
                </a:cubicBezTo>
                <a:cubicBezTo>
                  <a:pt x="2157325" y="2009774"/>
                  <a:pt x="2157611" y="2011584"/>
                  <a:pt x="2162088" y="2011298"/>
                </a:cubicBezTo>
                <a:cubicBezTo>
                  <a:pt x="2166565" y="2011013"/>
                  <a:pt x="2168374" y="2012822"/>
                  <a:pt x="2170184" y="2015489"/>
                </a:cubicBezTo>
                <a:cubicBezTo>
                  <a:pt x="2171994" y="2018156"/>
                  <a:pt x="2174947" y="2019966"/>
                  <a:pt x="2174375" y="2023014"/>
                </a:cubicBezTo>
                <a:cubicBezTo>
                  <a:pt x="2173804" y="2025967"/>
                  <a:pt x="2174661" y="2028443"/>
                  <a:pt x="2176756" y="2028157"/>
                </a:cubicBezTo>
                <a:cubicBezTo>
                  <a:pt x="2178852" y="2027872"/>
                  <a:pt x="2180662" y="2029015"/>
                  <a:pt x="2179423" y="2031110"/>
                </a:cubicBezTo>
                <a:cubicBezTo>
                  <a:pt x="2178185" y="2033206"/>
                  <a:pt x="2175804" y="2036825"/>
                  <a:pt x="2180662" y="2038254"/>
                </a:cubicBezTo>
                <a:cubicBezTo>
                  <a:pt x="2185519" y="2039683"/>
                  <a:pt x="2186662" y="2040635"/>
                  <a:pt x="2189996" y="2044540"/>
                </a:cubicBezTo>
                <a:cubicBezTo>
                  <a:pt x="2193330" y="2048446"/>
                  <a:pt x="2198664" y="2053875"/>
                  <a:pt x="2199616" y="2055971"/>
                </a:cubicBezTo>
                <a:cubicBezTo>
                  <a:pt x="2200474" y="2058066"/>
                  <a:pt x="2204379" y="2062257"/>
                  <a:pt x="2207998" y="2064067"/>
                </a:cubicBezTo>
                <a:cubicBezTo>
                  <a:pt x="2211618" y="2065877"/>
                  <a:pt x="2210951" y="2067401"/>
                  <a:pt x="2210951" y="2068544"/>
                </a:cubicBezTo>
                <a:cubicBezTo>
                  <a:pt x="2210951" y="2069782"/>
                  <a:pt x="2212475" y="2071210"/>
                  <a:pt x="2214285" y="2070639"/>
                </a:cubicBezTo>
                <a:cubicBezTo>
                  <a:pt x="2216095" y="2070068"/>
                  <a:pt x="2216952" y="2072449"/>
                  <a:pt x="2217904" y="2074830"/>
                </a:cubicBezTo>
                <a:cubicBezTo>
                  <a:pt x="2218762" y="2077211"/>
                  <a:pt x="2221809" y="2084450"/>
                  <a:pt x="2224476" y="2086546"/>
                </a:cubicBezTo>
                <a:cubicBezTo>
                  <a:pt x="2227144" y="2088641"/>
                  <a:pt x="2228668" y="2089880"/>
                  <a:pt x="2228382" y="2085307"/>
                </a:cubicBezTo>
                <a:cubicBezTo>
                  <a:pt x="2228096" y="2080831"/>
                  <a:pt x="2230192" y="2077783"/>
                  <a:pt x="2232573" y="2081402"/>
                </a:cubicBezTo>
                <a:cubicBezTo>
                  <a:pt x="2234954" y="2085022"/>
                  <a:pt x="2235240" y="2088260"/>
                  <a:pt x="2235526" y="2090356"/>
                </a:cubicBezTo>
                <a:cubicBezTo>
                  <a:pt x="2235811" y="2092451"/>
                  <a:pt x="2237335" y="2095118"/>
                  <a:pt x="2241526" y="2096356"/>
                </a:cubicBezTo>
                <a:cubicBezTo>
                  <a:pt x="2245717" y="2097595"/>
                  <a:pt x="2252290" y="2104453"/>
                  <a:pt x="2252956" y="2107120"/>
                </a:cubicBezTo>
                <a:cubicBezTo>
                  <a:pt x="2253528" y="2109787"/>
                  <a:pt x="2256862" y="2116740"/>
                  <a:pt x="2261053" y="2118550"/>
                </a:cubicBezTo>
                <a:cubicBezTo>
                  <a:pt x="2265244" y="2120360"/>
                  <a:pt x="2270673" y="2122741"/>
                  <a:pt x="2266482" y="2125694"/>
                </a:cubicBezTo>
                <a:cubicBezTo>
                  <a:pt x="2262291" y="2128646"/>
                  <a:pt x="2259909" y="2128646"/>
                  <a:pt x="2260481" y="2129885"/>
                </a:cubicBezTo>
                <a:cubicBezTo>
                  <a:pt x="2261053" y="2131123"/>
                  <a:pt x="2267720" y="2130170"/>
                  <a:pt x="2272483" y="2126265"/>
                </a:cubicBezTo>
                <a:cubicBezTo>
                  <a:pt x="2277245" y="2122360"/>
                  <a:pt x="2280579" y="2121122"/>
                  <a:pt x="2283532" y="2125979"/>
                </a:cubicBezTo>
                <a:cubicBezTo>
                  <a:pt x="2286580" y="2130742"/>
                  <a:pt x="2286865" y="2133504"/>
                  <a:pt x="2283817" y="2137409"/>
                </a:cubicBezTo>
                <a:cubicBezTo>
                  <a:pt x="2280865" y="2141315"/>
                  <a:pt x="2278769" y="2141315"/>
                  <a:pt x="2276959" y="2141600"/>
                </a:cubicBezTo>
                <a:cubicBezTo>
                  <a:pt x="2275150" y="2141886"/>
                  <a:pt x="2274292" y="2142839"/>
                  <a:pt x="2274864" y="2144934"/>
                </a:cubicBezTo>
                <a:cubicBezTo>
                  <a:pt x="2275435" y="2147030"/>
                  <a:pt x="2275721" y="2148268"/>
                  <a:pt x="2274864" y="2150077"/>
                </a:cubicBezTo>
                <a:cubicBezTo>
                  <a:pt x="2274007" y="2151887"/>
                  <a:pt x="2274578" y="2152173"/>
                  <a:pt x="2276674" y="2153030"/>
                </a:cubicBezTo>
                <a:cubicBezTo>
                  <a:pt x="2278769" y="2153888"/>
                  <a:pt x="2282674" y="2155411"/>
                  <a:pt x="2284198" y="2157221"/>
                </a:cubicBezTo>
                <a:cubicBezTo>
                  <a:pt x="2285722" y="2159031"/>
                  <a:pt x="2286008" y="2159031"/>
                  <a:pt x="2287818" y="2158745"/>
                </a:cubicBezTo>
                <a:cubicBezTo>
                  <a:pt x="2289628" y="2158460"/>
                  <a:pt x="2290771" y="2161127"/>
                  <a:pt x="2293247" y="2161127"/>
                </a:cubicBezTo>
                <a:cubicBezTo>
                  <a:pt x="2295628" y="2161127"/>
                  <a:pt x="2297152" y="2161698"/>
                  <a:pt x="2297438" y="2165603"/>
                </a:cubicBezTo>
                <a:cubicBezTo>
                  <a:pt x="2297724" y="2169509"/>
                  <a:pt x="2297438" y="2171318"/>
                  <a:pt x="2298676" y="2172461"/>
                </a:cubicBezTo>
                <a:cubicBezTo>
                  <a:pt x="2299915" y="2173700"/>
                  <a:pt x="2299915" y="2175128"/>
                  <a:pt x="2298391" y="2176081"/>
                </a:cubicBezTo>
                <a:cubicBezTo>
                  <a:pt x="2296867" y="2176938"/>
                  <a:pt x="2298676" y="2179700"/>
                  <a:pt x="2300200" y="2181129"/>
                </a:cubicBezTo>
                <a:cubicBezTo>
                  <a:pt x="2301724" y="2182653"/>
                  <a:pt x="2305630" y="2182939"/>
                  <a:pt x="2304105" y="2186273"/>
                </a:cubicBezTo>
                <a:cubicBezTo>
                  <a:pt x="2302582" y="2189606"/>
                  <a:pt x="2301153" y="2193416"/>
                  <a:pt x="2302867" y="2193797"/>
                </a:cubicBezTo>
                <a:cubicBezTo>
                  <a:pt x="2304677" y="2194083"/>
                  <a:pt x="2305249" y="2193226"/>
                  <a:pt x="2305534" y="2191416"/>
                </a:cubicBezTo>
                <a:cubicBezTo>
                  <a:pt x="2305820" y="2189606"/>
                  <a:pt x="2304677" y="2188749"/>
                  <a:pt x="2309154" y="2189321"/>
                </a:cubicBezTo>
                <a:cubicBezTo>
                  <a:pt x="2313630" y="2189892"/>
                  <a:pt x="2320203" y="2189606"/>
                  <a:pt x="2322013" y="2191416"/>
                </a:cubicBezTo>
                <a:cubicBezTo>
                  <a:pt x="2323822" y="2193226"/>
                  <a:pt x="2324965" y="2194083"/>
                  <a:pt x="2325346" y="2195607"/>
                </a:cubicBezTo>
                <a:cubicBezTo>
                  <a:pt x="2325632" y="2197131"/>
                  <a:pt x="2328299" y="2198274"/>
                  <a:pt x="2328299" y="2201036"/>
                </a:cubicBezTo>
                <a:cubicBezTo>
                  <a:pt x="2328299" y="2203703"/>
                  <a:pt x="2331919" y="2205513"/>
                  <a:pt x="2331919" y="2205513"/>
                </a:cubicBezTo>
                <a:cubicBezTo>
                  <a:pt x="2331919" y="2205513"/>
                  <a:pt x="2336109" y="2206751"/>
                  <a:pt x="2335538" y="2208847"/>
                </a:cubicBezTo>
                <a:cubicBezTo>
                  <a:pt x="2334967" y="2210942"/>
                  <a:pt x="2334300" y="2210942"/>
                  <a:pt x="2332585" y="2212466"/>
                </a:cubicBezTo>
                <a:cubicBezTo>
                  <a:pt x="2330776" y="2213990"/>
                  <a:pt x="2330204" y="2215419"/>
                  <a:pt x="2330490" y="2219991"/>
                </a:cubicBezTo>
                <a:cubicBezTo>
                  <a:pt x="2330776" y="2224468"/>
                  <a:pt x="2331347" y="2227516"/>
                  <a:pt x="2330490" y="2230183"/>
                </a:cubicBezTo>
                <a:cubicBezTo>
                  <a:pt x="2329633" y="2232850"/>
                  <a:pt x="2329918" y="2234374"/>
                  <a:pt x="2331061" y="2237707"/>
                </a:cubicBezTo>
                <a:cubicBezTo>
                  <a:pt x="2332300" y="2241041"/>
                  <a:pt x="2331919" y="2245804"/>
                  <a:pt x="2332300" y="2250281"/>
                </a:cubicBezTo>
                <a:cubicBezTo>
                  <a:pt x="2332585" y="2254472"/>
                  <a:pt x="2331538" y="2262568"/>
                  <a:pt x="2330014" y="2267711"/>
                </a:cubicBezTo>
                <a:cubicBezTo>
                  <a:pt x="2328490" y="2272855"/>
                  <a:pt x="2324013" y="2267997"/>
                  <a:pt x="2322489" y="2266187"/>
                </a:cubicBezTo>
                <a:cubicBezTo>
                  <a:pt x="2320965" y="2264377"/>
                  <a:pt x="2318298" y="2263806"/>
                  <a:pt x="2317726" y="2266473"/>
                </a:cubicBezTo>
                <a:cubicBezTo>
                  <a:pt x="2317155" y="2269140"/>
                  <a:pt x="2312297" y="2268569"/>
                  <a:pt x="2308773" y="2267330"/>
                </a:cubicBezTo>
                <a:cubicBezTo>
                  <a:pt x="2305153" y="2266092"/>
                  <a:pt x="2305153" y="2267330"/>
                  <a:pt x="2305153" y="2271807"/>
                </a:cubicBezTo>
                <a:cubicBezTo>
                  <a:pt x="2305153" y="2276284"/>
                  <a:pt x="2298009" y="2267330"/>
                  <a:pt x="2295247" y="2263711"/>
                </a:cubicBezTo>
                <a:cubicBezTo>
                  <a:pt x="2292580" y="2260091"/>
                  <a:pt x="2288675" y="2255043"/>
                  <a:pt x="2286294" y="2254376"/>
                </a:cubicBezTo>
                <a:cubicBezTo>
                  <a:pt x="2283913" y="2253805"/>
                  <a:pt x="2277626" y="2247518"/>
                  <a:pt x="2274578" y="2246280"/>
                </a:cubicBezTo>
                <a:cubicBezTo>
                  <a:pt x="2271625" y="2245042"/>
                  <a:pt x="2268292" y="2242375"/>
                  <a:pt x="2266482" y="2239994"/>
                </a:cubicBezTo>
                <a:cubicBezTo>
                  <a:pt x="2264672" y="2237612"/>
                  <a:pt x="2262291" y="2235802"/>
                  <a:pt x="2258957" y="2234279"/>
                </a:cubicBezTo>
                <a:cubicBezTo>
                  <a:pt x="2255623" y="2232755"/>
                  <a:pt x="2255338" y="2231611"/>
                  <a:pt x="2256004" y="2227706"/>
                </a:cubicBezTo>
                <a:cubicBezTo>
                  <a:pt x="2256576" y="2223801"/>
                  <a:pt x="2253337" y="2220181"/>
                  <a:pt x="2251813" y="2219610"/>
                </a:cubicBezTo>
                <a:cubicBezTo>
                  <a:pt x="2250289" y="2219039"/>
                  <a:pt x="2248861" y="2219039"/>
                  <a:pt x="2249146" y="2216943"/>
                </a:cubicBezTo>
                <a:cubicBezTo>
                  <a:pt x="2249432" y="2214848"/>
                  <a:pt x="2247622" y="2215133"/>
                  <a:pt x="2244955" y="2213990"/>
                </a:cubicBezTo>
                <a:cubicBezTo>
                  <a:pt x="2242288" y="2212752"/>
                  <a:pt x="2239907" y="2208275"/>
                  <a:pt x="2238669" y="2203227"/>
                </a:cubicBezTo>
                <a:cubicBezTo>
                  <a:pt x="2237430" y="2198084"/>
                  <a:pt x="2232382" y="2195702"/>
                  <a:pt x="2230858" y="2194273"/>
                </a:cubicBezTo>
                <a:cubicBezTo>
                  <a:pt x="2229334" y="2192750"/>
                  <a:pt x="2227525" y="2188844"/>
                  <a:pt x="2227905" y="2184368"/>
                </a:cubicBezTo>
                <a:cubicBezTo>
                  <a:pt x="2228191" y="2179891"/>
                  <a:pt x="2225810" y="2177224"/>
                  <a:pt x="2224572" y="2175033"/>
                </a:cubicBezTo>
                <a:cubicBezTo>
                  <a:pt x="2223334" y="2172938"/>
                  <a:pt x="2221238" y="2169318"/>
                  <a:pt x="2220095" y="2168175"/>
                </a:cubicBezTo>
                <a:cubicBezTo>
                  <a:pt x="2218857" y="2166937"/>
                  <a:pt x="2219238" y="2159507"/>
                  <a:pt x="2218571" y="2156459"/>
                </a:cubicBezTo>
                <a:cubicBezTo>
                  <a:pt x="2218000" y="2153506"/>
                  <a:pt x="2214951" y="2147125"/>
                  <a:pt x="2213142" y="2144458"/>
                </a:cubicBezTo>
                <a:cubicBezTo>
                  <a:pt x="2211332" y="2141791"/>
                  <a:pt x="2208951" y="2139410"/>
                  <a:pt x="2208951" y="2137314"/>
                </a:cubicBezTo>
                <a:cubicBezTo>
                  <a:pt x="2208951" y="2135219"/>
                  <a:pt x="2207141" y="2133694"/>
                  <a:pt x="2204474" y="2131313"/>
                </a:cubicBezTo>
                <a:cubicBezTo>
                  <a:pt x="2201807" y="2128932"/>
                  <a:pt x="2201521" y="2127980"/>
                  <a:pt x="2198473" y="2128360"/>
                </a:cubicBezTo>
                <a:cubicBezTo>
                  <a:pt x="2195521" y="2128646"/>
                  <a:pt x="2193425" y="2125408"/>
                  <a:pt x="2193997" y="2122646"/>
                </a:cubicBezTo>
                <a:cubicBezTo>
                  <a:pt x="2194568" y="2119979"/>
                  <a:pt x="2191615" y="2113978"/>
                  <a:pt x="2190663" y="2110073"/>
                </a:cubicBezTo>
                <a:cubicBezTo>
                  <a:pt x="2189805" y="2106167"/>
                  <a:pt x="2187996" y="2104072"/>
                  <a:pt x="2188567" y="2097500"/>
                </a:cubicBezTo>
                <a:cubicBezTo>
                  <a:pt x="2189139" y="2090927"/>
                  <a:pt x="2178947" y="2085784"/>
                  <a:pt x="2176280" y="2084355"/>
                </a:cubicBezTo>
                <a:cubicBezTo>
                  <a:pt x="2173613" y="2082831"/>
                  <a:pt x="2173613" y="2080735"/>
                  <a:pt x="2170565" y="2081402"/>
                </a:cubicBezTo>
                <a:cubicBezTo>
                  <a:pt x="2167612" y="2081974"/>
                  <a:pt x="2167231" y="2081402"/>
                  <a:pt x="2166946" y="2078735"/>
                </a:cubicBezTo>
                <a:cubicBezTo>
                  <a:pt x="2166660" y="2076068"/>
                  <a:pt x="2160373" y="2062829"/>
                  <a:pt x="2160945" y="2060733"/>
                </a:cubicBezTo>
                <a:cubicBezTo>
                  <a:pt x="2161516" y="2058638"/>
                  <a:pt x="2156754" y="2054447"/>
                  <a:pt x="2155230" y="2051398"/>
                </a:cubicBezTo>
                <a:cubicBezTo>
                  <a:pt x="2153706" y="2048351"/>
                  <a:pt x="2151325" y="2046636"/>
                  <a:pt x="2148658" y="2046350"/>
                </a:cubicBezTo>
                <a:cubicBezTo>
                  <a:pt x="2145991" y="2046064"/>
                  <a:pt x="2143895" y="2045112"/>
                  <a:pt x="2142657" y="2041588"/>
                </a:cubicBezTo>
                <a:cubicBezTo>
                  <a:pt x="2141419" y="2037968"/>
                  <a:pt x="2139037" y="2034063"/>
                  <a:pt x="2135132" y="2031968"/>
                </a:cubicBezTo>
                <a:cubicBezTo>
                  <a:pt x="2131227" y="2029872"/>
                  <a:pt x="2126179" y="2021776"/>
                  <a:pt x="2125226" y="2017871"/>
                </a:cubicBezTo>
                <a:cubicBezTo>
                  <a:pt x="2124369" y="2013965"/>
                  <a:pt x="2122273" y="2010060"/>
                  <a:pt x="2122273" y="2010060"/>
                </a:cubicBezTo>
                <a:cubicBezTo>
                  <a:pt x="2122273" y="2010060"/>
                  <a:pt x="2119321" y="2004917"/>
                  <a:pt x="2121988" y="2001678"/>
                </a:cubicBezTo>
                <a:close/>
                <a:moveTo>
                  <a:pt x="2633480" y="1993391"/>
                </a:moveTo>
                <a:cubicBezTo>
                  <a:pt x="2637957" y="1993772"/>
                  <a:pt x="2634718" y="1995868"/>
                  <a:pt x="2632909" y="1996725"/>
                </a:cubicBezTo>
                <a:cubicBezTo>
                  <a:pt x="2631099" y="1997677"/>
                  <a:pt x="2631099" y="1998821"/>
                  <a:pt x="2628718" y="1997297"/>
                </a:cubicBezTo>
                <a:cubicBezTo>
                  <a:pt x="2626336" y="1995772"/>
                  <a:pt x="2629003" y="1993105"/>
                  <a:pt x="2633480" y="1993391"/>
                </a:cubicBezTo>
                <a:close/>
                <a:moveTo>
                  <a:pt x="2653579" y="1980247"/>
                </a:moveTo>
                <a:cubicBezTo>
                  <a:pt x="2656531" y="1980533"/>
                  <a:pt x="2656531" y="1982914"/>
                  <a:pt x="2654436" y="1984153"/>
                </a:cubicBezTo>
                <a:cubicBezTo>
                  <a:pt x="2652340" y="1985391"/>
                  <a:pt x="2652055" y="1986248"/>
                  <a:pt x="2648530" y="1984153"/>
                </a:cubicBezTo>
                <a:cubicBezTo>
                  <a:pt x="2644911" y="1982057"/>
                  <a:pt x="2650626" y="1979962"/>
                  <a:pt x="2653579" y="1980247"/>
                </a:cubicBezTo>
                <a:close/>
                <a:moveTo>
                  <a:pt x="2554971" y="1973234"/>
                </a:moveTo>
                <a:cubicBezTo>
                  <a:pt x="2555828" y="1973270"/>
                  <a:pt x="2556423" y="1974246"/>
                  <a:pt x="2556423" y="1975008"/>
                </a:cubicBezTo>
                <a:cubicBezTo>
                  <a:pt x="2556423" y="1976437"/>
                  <a:pt x="2558233" y="1979485"/>
                  <a:pt x="2561186" y="1980056"/>
                </a:cubicBezTo>
                <a:cubicBezTo>
                  <a:pt x="2564234" y="1980723"/>
                  <a:pt x="2565662" y="1986343"/>
                  <a:pt x="2564805" y="1987581"/>
                </a:cubicBezTo>
                <a:cubicBezTo>
                  <a:pt x="2563948" y="1988819"/>
                  <a:pt x="2563091" y="1990343"/>
                  <a:pt x="2563948" y="1990915"/>
                </a:cubicBezTo>
                <a:cubicBezTo>
                  <a:pt x="2564805" y="1991486"/>
                  <a:pt x="2567472" y="1993868"/>
                  <a:pt x="2562710" y="1995106"/>
                </a:cubicBezTo>
                <a:cubicBezTo>
                  <a:pt x="2557852" y="1996344"/>
                  <a:pt x="2562329" y="1999297"/>
                  <a:pt x="2565662" y="1998439"/>
                </a:cubicBezTo>
                <a:cubicBezTo>
                  <a:pt x="2568901" y="1997582"/>
                  <a:pt x="2582426" y="2002345"/>
                  <a:pt x="2584808" y="2004726"/>
                </a:cubicBezTo>
                <a:cubicBezTo>
                  <a:pt x="2587189" y="2007202"/>
                  <a:pt x="2592904" y="2008917"/>
                  <a:pt x="2595000" y="2008060"/>
                </a:cubicBezTo>
                <a:cubicBezTo>
                  <a:pt x="2597095" y="2007202"/>
                  <a:pt x="2599762" y="2008060"/>
                  <a:pt x="2598905" y="2011679"/>
                </a:cubicBezTo>
                <a:cubicBezTo>
                  <a:pt x="2598048" y="2015204"/>
                  <a:pt x="2592618" y="2017013"/>
                  <a:pt x="2590523" y="2018823"/>
                </a:cubicBezTo>
                <a:cubicBezTo>
                  <a:pt x="2588427" y="2020633"/>
                  <a:pt x="2584522" y="2021300"/>
                  <a:pt x="2582426" y="2020061"/>
                </a:cubicBezTo>
                <a:cubicBezTo>
                  <a:pt x="2580331" y="2018823"/>
                  <a:pt x="2576426" y="2017966"/>
                  <a:pt x="2574330" y="2020347"/>
                </a:cubicBezTo>
                <a:cubicBezTo>
                  <a:pt x="2572235" y="2022823"/>
                  <a:pt x="2573759" y="2026062"/>
                  <a:pt x="2575854" y="2025490"/>
                </a:cubicBezTo>
                <a:cubicBezTo>
                  <a:pt x="2577950" y="2024824"/>
                  <a:pt x="2580045" y="2025110"/>
                  <a:pt x="2580045" y="2026348"/>
                </a:cubicBezTo>
                <a:cubicBezTo>
                  <a:pt x="2580045" y="2027491"/>
                  <a:pt x="2579760" y="2027491"/>
                  <a:pt x="2583665" y="2028729"/>
                </a:cubicBezTo>
                <a:cubicBezTo>
                  <a:pt x="2587570" y="2029872"/>
                  <a:pt x="2582522" y="2029872"/>
                  <a:pt x="2580998" y="2031396"/>
                </a:cubicBezTo>
                <a:cubicBezTo>
                  <a:pt x="2579569" y="2032920"/>
                  <a:pt x="2577093" y="2034730"/>
                  <a:pt x="2574140" y="2034730"/>
                </a:cubicBezTo>
                <a:cubicBezTo>
                  <a:pt x="2571187" y="2034730"/>
                  <a:pt x="2568139" y="2038349"/>
                  <a:pt x="2565758" y="2034158"/>
                </a:cubicBezTo>
                <a:cubicBezTo>
                  <a:pt x="2562710" y="2028824"/>
                  <a:pt x="2560995" y="2031777"/>
                  <a:pt x="2561281" y="2033301"/>
                </a:cubicBezTo>
                <a:lnTo>
                  <a:pt x="2560088" y="2037618"/>
                </a:lnTo>
                <a:lnTo>
                  <a:pt x="2560328" y="2037778"/>
                </a:lnTo>
                <a:cubicBezTo>
                  <a:pt x="2558518" y="2038635"/>
                  <a:pt x="2558518" y="2039207"/>
                  <a:pt x="2562138" y="2042826"/>
                </a:cubicBezTo>
                <a:cubicBezTo>
                  <a:pt x="2565757" y="2046446"/>
                  <a:pt x="2565757" y="2050923"/>
                  <a:pt x="2562138" y="2048827"/>
                </a:cubicBezTo>
                <a:cubicBezTo>
                  <a:pt x="2558518" y="2046732"/>
                  <a:pt x="2561186" y="2050065"/>
                  <a:pt x="2556709" y="2050065"/>
                </a:cubicBezTo>
                <a:cubicBezTo>
                  <a:pt x="2552137" y="2050065"/>
                  <a:pt x="2555756" y="2056066"/>
                  <a:pt x="2557566" y="2055495"/>
                </a:cubicBezTo>
                <a:cubicBezTo>
                  <a:pt x="2559376" y="2054923"/>
                  <a:pt x="2563853" y="2057590"/>
                  <a:pt x="2559376" y="2059114"/>
                </a:cubicBezTo>
                <a:cubicBezTo>
                  <a:pt x="2555375" y="2060448"/>
                  <a:pt x="2555471" y="2062067"/>
                  <a:pt x="2557852" y="2061495"/>
                </a:cubicBezTo>
                <a:cubicBezTo>
                  <a:pt x="2560233" y="2060829"/>
                  <a:pt x="2562614" y="2061972"/>
                  <a:pt x="2557852" y="2065972"/>
                </a:cubicBezTo>
                <a:cubicBezTo>
                  <a:pt x="2556042" y="2067496"/>
                  <a:pt x="2556042" y="2072926"/>
                  <a:pt x="2559662" y="2069306"/>
                </a:cubicBezTo>
                <a:cubicBezTo>
                  <a:pt x="2561186" y="2067782"/>
                  <a:pt x="2566234" y="2069306"/>
                  <a:pt x="2567472" y="2071401"/>
                </a:cubicBezTo>
                <a:cubicBezTo>
                  <a:pt x="2568615" y="2073497"/>
                  <a:pt x="2573758" y="2075211"/>
                  <a:pt x="2574044" y="2076450"/>
                </a:cubicBezTo>
                <a:cubicBezTo>
                  <a:pt x="2574330" y="2077593"/>
                  <a:pt x="2571568" y="2078260"/>
                  <a:pt x="2568615" y="2079117"/>
                </a:cubicBezTo>
                <a:cubicBezTo>
                  <a:pt x="2565662" y="2079974"/>
                  <a:pt x="2562995" y="2076355"/>
                  <a:pt x="2557852" y="2077878"/>
                </a:cubicBezTo>
                <a:cubicBezTo>
                  <a:pt x="2552804" y="2079402"/>
                  <a:pt x="2555185" y="2081879"/>
                  <a:pt x="2559090" y="2082451"/>
                </a:cubicBezTo>
                <a:cubicBezTo>
                  <a:pt x="2562709" y="2083022"/>
                  <a:pt x="2566329" y="2085498"/>
                  <a:pt x="2566900" y="2088451"/>
                </a:cubicBezTo>
                <a:cubicBezTo>
                  <a:pt x="2567472" y="2091404"/>
                  <a:pt x="2571949" y="2095881"/>
                  <a:pt x="2575282" y="2095309"/>
                </a:cubicBezTo>
                <a:cubicBezTo>
                  <a:pt x="2578521" y="2094738"/>
                  <a:pt x="2580045" y="2096452"/>
                  <a:pt x="2579759" y="2097690"/>
                </a:cubicBezTo>
                <a:cubicBezTo>
                  <a:pt x="2579473" y="2098834"/>
                  <a:pt x="2580045" y="2102167"/>
                  <a:pt x="2582426" y="2102167"/>
                </a:cubicBezTo>
                <a:cubicBezTo>
                  <a:pt x="2584807" y="2102167"/>
                  <a:pt x="2586903" y="2107311"/>
                  <a:pt x="2588998" y="2107597"/>
                </a:cubicBezTo>
                <a:cubicBezTo>
                  <a:pt x="2591094" y="2107977"/>
                  <a:pt x="2589570" y="2110073"/>
                  <a:pt x="2588713" y="2110930"/>
                </a:cubicBezTo>
                <a:cubicBezTo>
                  <a:pt x="2587760" y="2111883"/>
                  <a:pt x="2587189" y="2114550"/>
                  <a:pt x="2585665" y="2113978"/>
                </a:cubicBezTo>
                <a:cubicBezTo>
                  <a:pt x="2584141" y="2113407"/>
                  <a:pt x="2583569" y="2113121"/>
                  <a:pt x="2581188" y="2113978"/>
                </a:cubicBezTo>
                <a:cubicBezTo>
                  <a:pt x="2578807" y="2114931"/>
                  <a:pt x="2576997" y="2113693"/>
                  <a:pt x="2574901" y="2113121"/>
                </a:cubicBezTo>
                <a:cubicBezTo>
                  <a:pt x="2572806" y="2112454"/>
                  <a:pt x="2572806" y="2111597"/>
                  <a:pt x="2569472" y="2107977"/>
                </a:cubicBezTo>
                <a:cubicBezTo>
                  <a:pt x="2566234" y="2104358"/>
                  <a:pt x="2564996" y="2106453"/>
                  <a:pt x="2566520" y="2108263"/>
                </a:cubicBezTo>
                <a:cubicBezTo>
                  <a:pt x="2568043" y="2110073"/>
                  <a:pt x="2568329" y="2112168"/>
                  <a:pt x="2565948" y="2112168"/>
                </a:cubicBezTo>
                <a:cubicBezTo>
                  <a:pt x="2563567" y="2112168"/>
                  <a:pt x="2561471" y="2115502"/>
                  <a:pt x="2558804" y="2117884"/>
                </a:cubicBezTo>
                <a:cubicBezTo>
                  <a:pt x="2556137" y="2120265"/>
                  <a:pt x="2555851" y="2133123"/>
                  <a:pt x="2556423" y="2136457"/>
                </a:cubicBezTo>
                <a:cubicBezTo>
                  <a:pt x="2556995" y="2139791"/>
                  <a:pt x="2558518" y="2143982"/>
                  <a:pt x="2555185" y="2143982"/>
                </a:cubicBezTo>
                <a:cubicBezTo>
                  <a:pt x="2551851" y="2143982"/>
                  <a:pt x="2553089" y="2146935"/>
                  <a:pt x="2553375" y="2150268"/>
                </a:cubicBezTo>
                <a:cubicBezTo>
                  <a:pt x="2553661" y="2153507"/>
                  <a:pt x="2544707" y="2160746"/>
                  <a:pt x="2540802" y="2163413"/>
                </a:cubicBezTo>
                <a:cubicBezTo>
                  <a:pt x="2536897" y="2166080"/>
                  <a:pt x="2538706" y="2169985"/>
                  <a:pt x="2537182" y="2171509"/>
                </a:cubicBezTo>
                <a:cubicBezTo>
                  <a:pt x="2535658" y="2173033"/>
                  <a:pt x="2535658" y="2175986"/>
                  <a:pt x="2537182" y="2175700"/>
                </a:cubicBezTo>
                <a:cubicBezTo>
                  <a:pt x="2538706" y="2175414"/>
                  <a:pt x="2540230" y="2180558"/>
                  <a:pt x="2536897" y="2181415"/>
                </a:cubicBezTo>
                <a:cubicBezTo>
                  <a:pt x="2533658" y="2182272"/>
                  <a:pt x="2536039" y="2185035"/>
                  <a:pt x="2538421" y="2183797"/>
                </a:cubicBezTo>
                <a:cubicBezTo>
                  <a:pt x="2540802" y="2182653"/>
                  <a:pt x="2542897" y="2183225"/>
                  <a:pt x="2542897" y="2185035"/>
                </a:cubicBezTo>
                <a:cubicBezTo>
                  <a:pt x="2542897" y="2186749"/>
                  <a:pt x="2540802" y="2193036"/>
                  <a:pt x="2538992" y="2192178"/>
                </a:cubicBezTo>
                <a:cubicBezTo>
                  <a:pt x="2537182" y="2191321"/>
                  <a:pt x="2535087" y="2192845"/>
                  <a:pt x="2537182" y="2195226"/>
                </a:cubicBezTo>
                <a:cubicBezTo>
                  <a:pt x="2539278" y="2197608"/>
                  <a:pt x="2536611" y="2203609"/>
                  <a:pt x="2535373" y="2201513"/>
                </a:cubicBezTo>
                <a:cubicBezTo>
                  <a:pt x="2534134" y="2199418"/>
                  <a:pt x="2532706" y="2200275"/>
                  <a:pt x="2533563" y="2203894"/>
                </a:cubicBezTo>
                <a:cubicBezTo>
                  <a:pt x="2534420" y="2207514"/>
                  <a:pt x="2530801" y="2210752"/>
                  <a:pt x="2530229" y="2212562"/>
                </a:cubicBezTo>
                <a:cubicBezTo>
                  <a:pt x="2529658" y="2214372"/>
                  <a:pt x="2528134" y="2217610"/>
                  <a:pt x="2524229" y="2219134"/>
                </a:cubicBezTo>
                <a:cubicBezTo>
                  <a:pt x="2520323" y="2220658"/>
                  <a:pt x="2513180" y="2223325"/>
                  <a:pt x="2507750" y="2227231"/>
                </a:cubicBezTo>
                <a:cubicBezTo>
                  <a:pt x="2502321" y="2231040"/>
                  <a:pt x="2502035" y="2225706"/>
                  <a:pt x="2503559" y="2223897"/>
                </a:cubicBezTo>
                <a:cubicBezTo>
                  <a:pt x="2505083" y="2222087"/>
                  <a:pt x="2503845" y="2216563"/>
                  <a:pt x="2505083" y="2212848"/>
                </a:cubicBezTo>
                <a:cubicBezTo>
                  <a:pt x="2506512" y="2208371"/>
                  <a:pt x="2503273" y="2211895"/>
                  <a:pt x="2501749" y="2211324"/>
                </a:cubicBezTo>
                <a:cubicBezTo>
                  <a:pt x="2500225" y="2210657"/>
                  <a:pt x="2497844" y="2209800"/>
                  <a:pt x="2491272" y="2211895"/>
                </a:cubicBezTo>
                <a:cubicBezTo>
                  <a:pt x="2484700" y="2213991"/>
                  <a:pt x="2482223" y="2211610"/>
                  <a:pt x="2483462" y="2209228"/>
                </a:cubicBezTo>
                <a:cubicBezTo>
                  <a:pt x="2484605" y="2206847"/>
                  <a:pt x="2482509" y="2205037"/>
                  <a:pt x="2480128" y="2207133"/>
                </a:cubicBezTo>
                <a:cubicBezTo>
                  <a:pt x="2477746" y="2209228"/>
                  <a:pt x="2475270" y="2209228"/>
                  <a:pt x="2474413" y="2207418"/>
                </a:cubicBezTo>
                <a:cubicBezTo>
                  <a:pt x="2473555" y="2205609"/>
                  <a:pt x="2471746" y="2205894"/>
                  <a:pt x="2471460" y="2207990"/>
                </a:cubicBezTo>
                <a:cubicBezTo>
                  <a:pt x="2471174" y="2210085"/>
                  <a:pt x="2469174" y="2211324"/>
                  <a:pt x="2469174" y="2211324"/>
                </a:cubicBezTo>
                <a:lnTo>
                  <a:pt x="2468983" y="2212848"/>
                </a:lnTo>
                <a:cubicBezTo>
                  <a:pt x="2466412" y="2213705"/>
                  <a:pt x="2464697" y="2216086"/>
                  <a:pt x="2459935" y="2215515"/>
                </a:cubicBezTo>
                <a:cubicBezTo>
                  <a:pt x="2455077" y="2214943"/>
                  <a:pt x="2451553" y="2219134"/>
                  <a:pt x="2447933" y="2221230"/>
                </a:cubicBezTo>
                <a:cubicBezTo>
                  <a:pt x="2444314" y="2223325"/>
                  <a:pt x="2446790" y="2214943"/>
                  <a:pt x="2447362" y="2209514"/>
                </a:cubicBezTo>
                <a:cubicBezTo>
                  <a:pt x="2448029" y="2204085"/>
                  <a:pt x="2447743" y="2196274"/>
                  <a:pt x="2446505" y="2195989"/>
                </a:cubicBezTo>
                <a:cubicBezTo>
                  <a:pt x="2445266" y="2195703"/>
                  <a:pt x="2444123" y="2199608"/>
                  <a:pt x="2444409" y="2201418"/>
                </a:cubicBezTo>
                <a:cubicBezTo>
                  <a:pt x="2444695" y="2203227"/>
                  <a:pt x="2444409" y="2205894"/>
                  <a:pt x="2442599" y="2205609"/>
                </a:cubicBezTo>
                <a:cubicBezTo>
                  <a:pt x="2440789" y="2205228"/>
                  <a:pt x="2435360" y="2205228"/>
                  <a:pt x="2431169" y="2206466"/>
                </a:cubicBezTo>
                <a:cubicBezTo>
                  <a:pt x="2426978" y="2207704"/>
                  <a:pt x="2424883" y="2208657"/>
                  <a:pt x="2424026" y="2205609"/>
                </a:cubicBezTo>
                <a:cubicBezTo>
                  <a:pt x="2423168" y="2202656"/>
                  <a:pt x="2421930" y="2203513"/>
                  <a:pt x="2417453" y="2203513"/>
                </a:cubicBezTo>
                <a:cubicBezTo>
                  <a:pt x="2412976" y="2203513"/>
                  <a:pt x="2412310" y="2191797"/>
                  <a:pt x="2413548" y="2189416"/>
                </a:cubicBezTo>
                <a:cubicBezTo>
                  <a:pt x="2414786" y="2187035"/>
                  <a:pt x="2414786" y="2184939"/>
                  <a:pt x="2413262" y="2184654"/>
                </a:cubicBezTo>
                <a:cubicBezTo>
                  <a:pt x="2411738" y="2184368"/>
                  <a:pt x="2410881" y="2183511"/>
                  <a:pt x="2411738" y="2181987"/>
                </a:cubicBezTo>
                <a:cubicBezTo>
                  <a:pt x="2412595" y="2180463"/>
                  <a:pt x="2412310" y="2178081"/>
                  <a:pt x="2410500" y="2177796"/>
                </a:cubicBezTo>
                <a:cubicBezTo>
                  <a:pt x="2408690" y="2177510"/>
                  <a:pt x="2408119" y="2174843"/>
                  <a:pt x="2410214" y="2173605"/>
                </a:cubicBezTo>
                <a:cubicBezTo>
                  <a:pt x="2412310" y="2172367"/>
                  <a:pt x="2411738" y="2170271"/>
                  <a:pt x="2412024" y="2167890"/>
                </a:cubicBezTo>
                <a:cubicBezTo>
                  <a:pt x="2412310" y="2165509"/>
                  <a:pt x="2407261" y="2160174"/>
                  <a:pt x="2405452" y="2156841"/>
                </a:cubicBezTo>
                <a:cubicBezTo>
                  <a:pt x="2403642" y="2153507"/>
                  <a:pt x="2398022" y="2149983"/>
                  <a:pt x="2394688" y="2148744"/>
                </a:cubicBezTo>
                <a:cubicBezTo>
                  <a:pt x="2391355" y="2147601"/>
                  <a:pt x="2393164" y="2145506"/>
                  <a:pt x="2392593" y="2143696"/>
                </a:cubicBezTo>
                <a:cubicBezTo>
                  <a:pt x="2391926" y="2141886"/>
                  <a:pt x="2390497" y="2141886"/>
                  <a:pt x="2393450" y="2138934"/>
                </a:cubicBezTo>
                <a:cubicBezTo>
                  <a:pt x="2396403" y="2135981"/>
                  <a:pt x="2394974" y="2132076"/>
                  <a:pt x="2391355" y="2130838"/>
                </a:cubicBezTo>
                <a:cubicBezTo>
                  <a:pt x="2387735" y="2129599"/>
                  <a:pt x="2388592" y="2125408"/>
                  <a:pt x="2387735" y="2123313"/>
                </a:cubicBezTo>
                <a:cubicBezTo>
                  <a:pt x="2386783" y="2121217"/>
                  <a:pt x="2387164" y="2118836"/>
                  <a:pt x="2388021" y="2116740"/>
                </a:cubicBezTo>
                <a:cubicBezTo>
                  <a:pt x="2388973" y="2114645"/>
                  <a:pt x="2389831" y="2107501"/>
                  <a:pt x="2389545" y="2103882"/>
                </a:cubicBezTo>
                <a:cubicBezTo>
                  <a:pt x="2389164" y="2100262"/>
                  <a:pt x="2389831" y="2096928"/>
                  <a:pt x="2392498" y="2096357"/>
                </a:cubicBezTo>
                <a:cubicBezTo>
                  <a:pt x="2395165" y="2095785"/>
                  <a:pt x="2395165" y="2094547"/>
                  <a:pt x="2395450" y="2092452"/>
                </a:cubicBezTo>
                <a:cubicBezTo>
                  <a:pt x="2395736" y="2090356"/>
                  <a:pt x="2401165" y="2085022"/>
                  <a:pt x="2403547" y="2083784"/>
                </a:cubicBezTo>
                <a:lnTo>
                  <a:pt x="2403566" y="2083830"/>
                </a:lnTo>
                <a:lnTo>
                  <a:pt x="2403547" y="2083688"/>
                </a:lnTo>
                <a:cubicBezTo>
                  <a:pt x="2405928" y="2082545"/>
                  <a:pt x="2405928" y="2087308"/>
                  <a:pt x="2406500" y="2089403"/>
                </a:cubicBezTo>
                <a:cubicBezTo>
                  <a:pt x="2407071" y="2091499"/>
                  <a:pt x="2410119" y="2092070"/>
                  <a:pt x="2412786" y="2091499"/>
                </a:cubicBezTo>
                <a:cubicBezTo>
                  <a:pt x="2415453" y="2090927"/>
                  <a:pt x="2415739" y="2089689"/>
                  <a:pt x="2417549" y="2091499"/>
                </a:cubicBezTo>
                <a:cubicBezTo>
                  <a:pt x="2419359" y="2093309"/>
                  <a:pt x="2420883" y="2094452"/>
                  <a:pt x="2423550" y="2094166"/>
                </a:cubicBezTo>
                <a:cubicBezTo>
                  <a:pt x="2426312" y="2093880"/>
                  <a:pt x="2426597" y="2094452"/>
                  <a:pt x="2428979" y="2097785"/>
                </a:cubicBezTo>
                <a:cubicBezTo>
                  <a:pt x="2431360" y="2101024"/>
                  <a:pt x="2433170" y="2097785"/>
                  <a:pt x="2431646" y="2095976"/>
                </a:cubicBezTo>
                <a:cubicBezTo>
                  <a:pt x="2430217" y="2094166"/>
                  <a:pt x="2430217" y="2092451"/>
                  <a:pt x="2431074" y="2091213"/>
                </a:cubicBezTo>
                <a:cubicBezTo>
                  <a:pt x="2431932" y="2089975"/>
                  <a:pt x="2433455" y="2087593"/>
                  <a:pt x="2434027" y="2085784"/>
                </a:cubicBezTo>
                <a:cubicBezTo>
                  <a:pt x="2434599" y="2083974"/>
                  <a:pt x="2433741" y="2080069"/>
                  <a:pt x="2436694" y="2080355"/>
                </a:cubicBezTo>
                <a:cubicBezTo>
                  <a:pt x="2439647" y="2080735"/>
                  <a:pt x="2441457" y="2079211"/>
                  <a:pt x="2440885" y="2077402"/>
                </a:cubicBezTo>
                <a:cubicBezTo>
                  <a:pt x="2440314" y="2075687"/>
                  <a:pt x="2441742" y="2072925"/>
                  <a:pt x="2445362" y="2070258"/>
                </a:cubicBezTo>
                <a:cubicBezTo>
                  <a:pt x="2448981" y="2067591"/>
                  <a:pt x="2454982" y="2065781"/>
                  <a:pt x="2459744" y="2065781"/>
                </a:cubicBezTo>
                <a:cubicBezTo>
                  <a:pt x="2464507" y="2065781"/>
                  <a:pt x="2468793" y="2062162"/>
                  <a:pt x="2468793" y="2062162"/>
                </a:cubicBezTo>
                <a:cubicBezTo>
                  <a:pt x="2470984" y="2061305"/>
                  <a:pt x="2474318" y="2053780"/>
                  <a:pt x="2475556" y="2050446"/>
                </a:cubicBezTo>
                <a:cubicBezTo>
                  <a:pt x="2476794" y="2047112"/>
                  <a:pt x="2483367" y="2043207"/>
                  <a:pt x="2484891" y="2040540"/>
                </a:cubicBezTo>
                <a:cubicBezTo>
                  <a:pt x="2486319" y="2037873"/>
                  <a:pt x="2491177" y="2034254"/>
                  <a:pt x="2491749" y="2029777"/>
                </a:cubicBezTo>
                <a:lnTo>
                  <a:pt x="2491894" y="2029734"/>
                </a:lnTo>
                <a:lnTo>
                  <a:pt x="2491749" y="2029586"/>
                </a:lnTo>
                <a:cubicBezTo>
                  <a:pt x="2492416" y="2025109"/>
                  <a:pt x="2497464" y="2024157"/>
                  <a:pt x="2501083" y="2023300"/>
                </a:cubicBezTo>
                <a:cubicBezTo>
                  <a:pt x="2504703" y="2022442"/>
                  <a:pt x="2510132" y="2018823"/>
                  <a:pt x="2510989" y="2017013"/>
                </a:cubicBezTo>
                <a:cubicBezTo>
                  <a:pt x="2511942" y="2015203"/>
                  <a:pt x="2519086" y="2011012"/>
                  <a:pt x="2516704" y="2016442"/>
                </a:cubicBezTo>
                <a:lnTo>
                  <a:pt x="2516594" y="2017651"/>
                </a:lnTo>
                <a:lnTo>
                  <a:pt x="2519466" y="2017013"/>
                </a:lnTo>
                <a:cubicBezTo>
                  <a:pt x="2521562" y="2016061"/>
                  <a:pt x="2525467" y="2013108"/>
                  <a:pt x="2521276" y="2011870"/>
                </a:cubicBezTo>
                <a:cubicBezTo>
                  <a:pt x="2517085" y="2010727"/>
                  <a:pt x="2518895" y="2008917"/>
                  <a:pt x="2523086" y="2007393"/>
                </a:cubicBezTo>
                <a:cubicBezTo>
                  <a:pt x="2527372" y="2005869"/>
                  <a:pt x="2529468" y="2001678"/>
                  <a:pt x="2530325" y="1999011"/>
                </a:cubicBezTo>
                <a:cubicBezTo>
                  <a:pt x="2531182" y="1996344"/>
                  <a:pt x="2532706" y="1988534"/>
                  <a:pt x="2537468" y="1984914"/>
                </a:cubicBezTo>
                <a:cubicBezTo>
                  <a:pt x="2542326" y="1981294"/>
                  <a:pt x="2540802" y="1980437"/>
                  <a:pt x="2542898" y="1976532"/>
                </a:cubicBezTo>
                <a:cubicBezTo>
                  <a:pt x="2544993" y="1972627"/>
                  <a:pt x="2546517" y="1973484"/>
                  <a:pt x="2546517" y="1977104"/>
                </a:cubicBezTo>
                <a:cubicBezTo>
                  <a:pt x="2546517" y="1980723"/>
                  <a:pt x="2549851" y="1983104"/>
                  <a:pt x="2551947" y="1977104"/>
                </a:cubicBezTo>
                <a:cubicBezTo>
                  <a:pt x="2552995" y="1974104"/>
                  <a:pt x="2554114" y="1973199"/>
                  <a:pt x="2554971" y="1973234"/>
                </a:cubicBezTo>
                <a:close/>
                <a:moveTo>
                  <a:pt x="2095985" y="1962912"/>
                </a:moveTo>
                <a:cubicBezTo>
                  <a:pt x="2098652" y="1962912"/>
                  <a:pt x="2098366" y="1965008"/>
                  <a:pt x="2097509" y="1967103"/>
                </a:cubicBezTo>
                <a:cubicBezTo>
                  <a:pt x="2096556" y="1969199"/>
                  <a:pt x="2095032" y="1970151"/>
                  <a:pt x="2094461" y="1965293"/>
                </a:cubicBezTo>
                <a:cubicBezTo>
                  <a:pt x="2094175" y="1962912"/>
                  <a:pt x="2093222" y="1962912"/>
                  <a:pt x="2095985" y="1962912"/>
                </a:cubicBezTo>
                <a:close/>
                <a:moveTo>
                  <a:pt x="2908206" y="1957875"/>
                </a:moveTo>
                <a:cubicBezTo>
                  <a:pt x="2909111" y="1958364"/>
                  <a:pt x="2909849" y="1959578"/>
                  <a:pt x="2909991" y="1960721"/>
                </a:cubicBezTo>
                <a:cubicBezTo>
                  <a:pt x="2910277" y="1963007"/>
                  <a:pt x="2909991" y="1960721"/>
                  <a:pt x="2907991" y="1963578"/>
                </a:cubicBezTo>
                <a:cubicBezTo>
                  <a:pt x="2906086" y="1966531"/>
                  <a:pt x="2903800" y="1963007"/>
                  <a:pt x="2905419" y="1959387"/>
                </a:cubicBezTo>
                <a:cubicBezTo>
                  <a:pt x="2906229" y="1957625"/>
                  <a:pt x="2907301" y="1957387"/>
                  <a:pt x="2908206" y="1957875"/>
                </a:cubicBezTo>
                <a:close/>
                <a:moveTo>
                  <a:pt x="2553470" y="1946719"/>
                </a:moveTo>
                <a:cubicBezTo>
                  <a:pt x="2554994" y="1948243"/>
                  <a:pt x="2554994" y="1948529"/>
                  <a:pt x="2554042" y="1950244"/>
                </a:cubicBezTo>
                <a:cubicBezTo>
                  <a:pt x="2553185" y="1952053"/>
                  <a:pt x="2551947" y="1952053"/>
                  <a:pt x="2551375" y="1949386"/>
                </a:cubicBezTo>
                <a:cubicBezTo>
                  <a:pt x="2550708" y="1946719"/>
                  <a:pt x="2551947" y="1945195"/>
                  <a:pt x="2553470" y="1946719"/>
                </a:cubicBezTo>
                <a:close/>
                <a:moveTo>
                  <a:pt x="2185519" y="1942052"/>
                </a:moveTo>
                <a:cubicBezTo>
                  <a:pt x="2187901" y="1942623"/>
                  <a:pt x="2188472" y="1943576"/>
                  <a:pt x="2188186" y="1946814"/>
                </a:cubicBezTo>
                <a:cubicBezTo>
                  <a:pt x="2187901" y="1950148"/>
                  <a:pt x="2183424" y="1949767"/>
                  <a:pt x="2182567" y="1948338"/>
                </a:cubicBezTo>
                <a:cubicBezTo>
                  <a:pt x="2181709" y="1946814"/>
                  <a:pt x="2183138" y="1941480"/>
                  <a:pt x="2185519" y="1942052"/>
                </a:cubicBezTo>
                <a:close/>
                <a:moveTo>
                  <a:pt x="2688226" y="1919084"/>
                </a:moveTo>
                <a:cubicBezTo>
                  <a:pt x="2689464" y="1918858"/>
                  <a:pt x="2690726" y="1919239"/>
                  <a:pt x="2691011" y="1920906"/>
                </a:cubicBezTo>
                <a:cubicBezTo>
                  <a:pt x="2691011" y="1922430"/>
                  <a:pt x="2685297" y="1922430"/>
                  <a:pt x="2685582" y="1920906"/>
                </a:cubicBezTo>
                <a:cubicBezTo>
                  <a:pt x="2685773" y="1920144"/>
                  <a:pt x="2686987" y="1919311"/>
                  <a:pt x="2688226" y="1919084"/>
                </a:cubicBezTo>
                <a:close/>
                <a:moveTo>
                  <a:pt x="956568" y="1912330"/>
                </a:moveTo>
                <a:lnTo>
                  <a:pt x="954937" y="1914310"/>
                </a:lnTo>
                <a:lnTo>
                  <a:pt x="954874" y="1915148"/>
                </a:lnTo>
                <a:close/>
                <a:moveTo>
                  <a:pt x="2723219" y="1911416"/>
                </a:moveTo>
                <a:cubicBezTo>
                  <a:pt x="2724040" y="1911595"/>
                  <a:pt x="2725302" y="1912572"/>
                  <a:pt x="2726350" y="1913191"/>
                </a:cubicBezTo>
                <a:cubicBezTo>
                  <a:pt x="2728445" y="1914334"/>
                  <a:pt x="2733017" y="1915572"/>
                  <a:pt x="2733017" y="1917572"/>
                </a:cubicBezTo>
                <a:cubicBezTo>
                  <a:pt x="2733017" y="1919382"/>
                  <a:pt x="2733303" y="1920811"/>
                  <a:pt x="2735684" y="1920239"/>
                </a:cubicBezTo>
                <a:cubicBezTo>
                  <a:pt x="2738065" y="1919668"/>
                  <a:pt x="2737494" y="1923478"/>
                  <a:pt x="2738351" y="1924716"/>
                </a:cubicBezTo>
                <a:cubicBezTo>
                  <a:pt x="2739208" y="1925859"/>
                  <a:pt x="2739875" y="1930050"/>
                  <a:pt x="2738351" y="1931574"/>
                </a:cubicBezTo>
                <a:cubicBezTo>
                  <a:pt x="2736922" y="1933098"/>
                  <a:pt x="2735970" y="1937289"/>
                  <a:pt x="2739589" y="1936717"/>
                </a:cubicBezTo>
                <a:cubicBezTo>
                  <a:pt x="2743209" y="1936146"/>
                  <a:pt x="2742352" y="1940051"/>
                  <a:pt x="2743209" y="1942147"/>
                </a:cubicBezTo>
                <a:cubicBezTo>
                  <a:pt x="2744162" y="1944242"/>
                  <a:pt x="2744733" y="1949005"/>
                  <a:pt x="2742637" y="1950529"/>
                </a:cubicBezTo>
                <a:cubicBezTo>
                  <a:pt x="2740542" y="1951957"/>
                  <a:pt x="2741113" y="1955005"/>
                  <a:pt x="2742637" y="1955291"/>
                </a:cubicBezTo>
                <a:cubicBezTo>
                  <a:pt x="2744162" y="1955577"/>
                  <a:pt x="2745590" y="1958339"/>
                  <a:pt x="2744733" y="1961006"/>
                </a:cubicBezTo>
                <a:cubicBezTo>
                  <a:pt x="2743209" y="1965864"/>
                  <a:pt x="2746352" y="1972341"/>
                  <a:pt x="2742637" y="1972722"/>
                </a:cubicBezTo>
                <a:cubicBezTo>
                  <a:pt x="2739399" y="1973008"/>
                  <a:pt x="2742066" y="1978723"/>
                  <a:pt x="2738161" y="1976913"/>
                </a:cubicBezTo>
                <a:cubicBezTo>
                  <a:pt x="2735875" y="1975770"/>
                  <a:pt x="2736732" y="1980437"/>
                  <a:pt x="2737589" y="1984057"/>
                </a:cubicBezTo>
                <a:cubicBezTo>
                  <a:pt x="2739685" y="1992248"/>
                  <a:pt x="2733779" y="1987962"/>
                  <a:pt x="2734637" y="1983199"/>
                </a:cubicBezTo>
                <a:cubicBezTo>
                  <a:pt x="2735208" y="1980247"/>
                  <a:pt x="2734351" y="1977484"/>
                  <a:pt x="2732541" y="1975675"/>
                </a:cubicBezTo>
                <a:cubicBezTo>
                  <a:pt x="2730827" y="1973960"/>
                  <a:pt x="2728350" y="1970912"/>
                  <a:pt x="2729588" y="1968817"/>
                </a:cubicBezTo>
                <a:cubicBezTo>
                  <a:pt x="2730827" y="1966721"/>
                  <a:pt x="2728731" y="1965769"/>
                  <a:pt x="2727207" y="1967293"/>
                </a:cubicBezTo>
                <a:cubicBezTo>
                  <a:pt x="2725683" y="1968721"/>
                  <a:pt x="2726254" y="1973293"/>
                  <a:pt x="2723873" y="1976246"/>
                </a:cubicBezTo>
                <a:cubicBezTo>
                  <a:pt x="2721397" y="1979199"/>
                  <a:pt x="2723206" y="1983676"/>
                  <a:pt x="2724730" y="1984914"/>
                </a:cubicBezTo>
                <a:cubicBezTo>
                  <a:pt x="2726254" y="1986152"/>
                  <a:pt x="2729493" y="1990057"/>
                  <a:pt x="2728921" y="1993010"/>
                </a:cubicBezTo>
                <a:cubicBezTo>
                  <a:pt x="2728350" y="1996058"/>
                  <a:pt x="2727112" y="1999963"/>
                  <a:pt x="2724159" y="2002630"/>
                </a:cubicBezTo>
                <a:cubicBezTo>
                  <a:pt x="2721206" y="2005297"/>
                  <a:pt x="2717872" y="2002345"/>
                  <a:pt x="2719396" y="1998439"/>
                </a:cubicBezTo>
                <a:cubicBezTo>
                  <a:pt x="2720825" y="1994534"/>
                  <a:pt x="2716634" y="1994820"/>
                  <a:pt x="2716063" y="1996630"/>
                </a:cubicBezTo>
                <a:cubicBezTo>
                  <a:pt x="2715491" y="1998439"/>
                  <a:pt x="2711586" y="1999678"/>
                  <a:pt x="2710062" y="1998439"/>
                </a:cubicBezTo>
                <a:cubicBezTo>
                  <a:pt x="2708538" y="1997296"/>
                  <a:pt x="2708538" y="1996820"/>
                  <a:pt x="2702252" y="1996058"/>
                </a:cubicBezTo>
                <a:cubicBezTo>
                  <a:pt x="2694727" y="1995106"/>
                  <a:pt x="2695774" y="1988533"/>
                  <a:pt x="2694155" y="1988248"/>
                </a:cubicBezTo>
                <a:cubicBezTo>
                  <a:pt x="2692631" y="1987962"/>
                  <a:pt x="2692060" y="1985866"/>
                  <a:pt x="2692345" y="1984057"/>
                </a:cubicBezTo>
                <a:cubicBezTo>
                  <a:pt x="2692631" y="1982247"/>
                  <a:pt x="2693203" y="1980151"/>
                  <a:pt x="2692345" y="1978056"/>
                </a:cubicBezTo>
                <a:cubicBezTo>
                  <a:pt x="2691393" y="1975960"/>
                  <a:pt x="2690250" y="1967864"/>
                  <a:pt x="2693203" y="1968150"/>
                </a:cubicBezTo>
                <a:cubicBezTo>
                  <a:pt x="2697394" y="1968626"/>
                  <a:pt x="2694727" y="1963959"/>
                  <a:pt x="2696537" y="1961578"/>
                </a:cubicBezTo>
                <a:cubicBezTo>
                  <a:pt x="2698346" y="1959196"/>
                  <a:pt x="2693203" y="1957672"/>
                  <a:pt x="2690821" y="1955577"/>
                </a:cubicBezTo>
                <a:cubicBezTo>
                  <a:pt x="2688440" y="1953481"/>
                  <a:pt x="2685202" y="1952815"/>
                  <a:pt x="2683963" y="1954339"/>
                </a:cubicBezTo>
                <a:cubicBezTo>
                  <a:pt x="2682820" y="1955863"/>
                  <a:pt x="2681011" y="1957958"/>
                  <a:pt x="2683106" y="1959768"/>
                </a:cubicBezTo>
                <a:cubicBezTo>
                  <a:pt x="2685202" y="1961578"/>
                  <a:pt x="2683678" y="1963387"/>
                  <a:pt x="2681868" y="1963102"/>
                </a:cubicBezTo>
                <a:cubicBezTo>
                  <a:pt x="2680058" y="1962816"/>
                  <a:pt x="2676724" y="1961006"/>
                  <a:pt x="2676724" y="1958911"/>
                </a:cubicBezTo>
                <a:cubicBezTo>
                  <a:pt x="2676724" y="1956815"/>
                  <a:pt x="2674915" y="1953481"/>
                  <a:pt x="2673391" y="1957101"/>
                </a:cubicBezTo>
                <a:cubicBezTo>
                  <a:pt x="2671867" y="1960625"/>
                  <a:pt x="2667962" y="1960339"/>
                  <a:pt x="2669200" y="1957958"/>
                </a:cubicBezTo>
                <a:cubicBezTo>
                  <a:pt x="2670343" y="1955482"/>
                  <a:pt x="2666819" y="1955482"/>
                  <a:pt x="2663199" y="1956720"/>
                </a:cubicBezTo>
                <a:cubicBezTo>
                  <a:pt x="2659579" y="1957958"/>
                  <a:pt x="2662532" y="1961863"/>
                  <a:pt x="2660151" y="1962435"/>
                </a:cubicBezTo>
                <a:cubicBezTo>
                  <a:pt x="2659103" y="1962721"/>
                  <a:pt x="2657770" y="1964530"/>
                  <a:pt x="2658055" y="1966626"/>
                </a:cubicBezTo>
                <a:cubicBezTo>
                  <a:pt x="2658341" y="1968721"/>
                  <a:pt x="2657770" y="1968721"/>
                  <a:pt x="2655674" y="1968150"/>
                </a:cubicBezTo>
                <a:cubicBezTo>
                  <a:pt x="2653579" y="1967578"/>
                  <a:pt x="2652721" y="1967007"/>
                  <a:pt x="2652721" y="1965197"/>
                </a:cubicBezTo>
                <a:cubicBezTo>
                  <a:pt x="2652721" y="1963387"/>
                  <a:pt x="2652436" y="1959863"/>
                  <a:pt x="2654245" y="1958625"/>
                </a:cubicBezTo>
                <a:cubicBezTo>
                  <a:pt x="2656055" y="1957387"/>
                  <a:pt x="2656627" y="1954434"/>
                  <a:pt x="2658722" y="1950814"/>
                </a:cubicBezTo>
                <a:cubicBezTo>
                  <a:pt x="2660818" y="1947195"/>
                  <a:pt x="2663866" y="1945766"/>
                  <a:pt x="2668343" y="1946338"/>
                </a:cubicBezTo>
                <a:cubicBezTo>
                  <a:pt x="2672819" y="1946909"/>
                  <a:pt x="2673677" y="1946338"/>
                  <a:pt x="2672819" y="1941194"/>
                </a:cubicBezTo>
                <a:cubicBezTo>
                  <a:pt x="2671867" y="1936051"/>
                  <a:pt x="2677868" y="1937003"/>
                  <a:pt x="2679391" y="1935765"/>
                </a:cubicBezTo>
                <a:cubicBezTo>
                  <a:pt x="2680915" y="1934622"/>
                  <a:pt x="2681773" y="1934908"/>
                  <a:pt x="2685106" y="1935479"/>
                </a:cubicBezTo>
                <a:cubicBezTo>
                  <a:pt x="2688345" y="1936051"/>
                  <a:pt x="2690155" y="1938146"/>
                  <a:pt x="2689583" y="1939956"/>
                </a:cubicBezTo>
                <a:cubicBezTo>
                  <a:pt x="2689012" y="1941766"/>
                  <a:pt x="2687202" y="1942051"/>
                  <a:pt x="2687488" y="1946242"/>
                </a:cubicBezTo>
                <a:cubicBezTo>
                  <a:pt x="2687773" y="1950433"/>
                  <a:pt x="2689869" y="1948338"/>
                  <a:pt x="2690155" y="1946814"/>
                </a:cubicBezTo>
                <a:cubicBezTo>
                  <a:pt x="2690440" y="1945290"/>
                  <a:pt x="2691393" y="1943861"/>
                  <a:pt x="2693774" y="1942337"/>
                </a:cubicBezTo>
                <a:cubicBezTo>
                  <a:pt x="2696155" y="1940908"/>
                  <a:pt x="2698537" y="1937860"/>
                  <a:pt x="2699394" y="1935479"/>
                </a:cubicBezTo>
                <a:cubicBezTo>
                  <a:pt x="2700346" y="1933098"/>
                  <a:pt x="2703013" y="1930336"/>
                  <a:pt x="2704823" y="1933669"/>
                </a:cubicBezTo>
                <a:cubicBezTo>
                  <a:pt x="2706633" y="1937003"/>
                  <a:pt x="2709586" y="1936336"/>
                  <a:pt x="2708729" y="1929193"/>
                </a:cubicBezTo>
                <a:cubicBezTo>
                  <a:pt x="2707966" y="1923478"/>
                  <a:pt x="2710824" y="1924049"/>
                  <a:pt x="2712634" y="1925859"/>
                </a:cubicBezTo>
                <a:cubicBezTo>
                  <a:pt x="2715587" y="1928907"/>
                  <a:pt x="2717682" y="1927097"/>
                  <a:pt x="2717682" y="1925573"/>
                </a:cubicBezTo>
                <a:cubicBezTo>
                  <a:pt x="2717682" y="1924049"/>
                  <a:pt x="2718825" y="1923478"/>
                  <a:pt x="2720349" y="1923763"/>
                </a:cubicBezTo>
                <a:cubicBezTo>
                  <a:pt x="2721873" y="1924049"/>
                  <a:pt x="2723016" y="1923763"/>
                  <a:pt x="2724540" y="1922239"/>
                </a:cubicBezTo>
                <a:cubicBezTo>
                  <a:pt x="2726064" y="1920715"/>
                  <a:pt x="2724254" y="1919572"/>
                  <a:pt x="2722730" y="1914429"/>
                </a:cubicBezTo>
                <a:cubicBezTo>
                  <a:pt x="2722016" y="1911857"/>
                  <a:pt x="2722397" y="1911238"/>
                  <a:pt x="2723219" y="1911416"/>
                </a:cubicBezTo>
                <a:close/>
                <a:moveTo>
                  <a:pt x="5689577" y="1910905"/>
                </a:moveTo>
                <a:cubicBezTo>
                  <a:pt x="5691672" y="1909666"/>
                  <a:pt x="5690815" y="1910905"/>
                  <a:pt x="5692910" y="1913286"/>
                </a:cubicBezTo>
                <a:cubicBezTo>
                  <a:pt x="5695006" y="1915667"/>
                  <a:pt x="5692053" y="1915381"/>
                  <a:pt x="5688719" y="1914810"/>
                </a:cubicBezTo>
                <a:cubicBezTo>
                  <a:pt x="5685386" y="1914238"/>
                  <a:pt x="5687481" y="1912143"/>
                  <a:pt x="5687481" y="1912143"/>
                </a:cubicBezTo>
                <a:cubicBezTo>
                  <a:pt x="5687481" y="1912143"/>
                  <a:pt x="5687481" y="1912143"/>
                  <a:pt x="5689577" y="1910905"/>
                </a:cubicBezTo>
                <a:close/>
                <a:moveTo>
                  <a:pt x="5761331" y="1909524"/>
                </a:moveTo>
                <a:lnTo>
                  <a:pt x="5761014" y="1910143"/>
                </a:lnTo>
                <a:lnTo>
                  <a:pt x="5760982" y="1912432"/>
                </a:lnTo>
                <a:close/>
                <a:moveTo>
                  <a:pt x="2697393" y="1900808"/>
                </a:moveTo>
                <a:cubicBezTo>
                  <a:pt x="2701870" y="1898141"/>
                  <a:pt x="2705108" y="1900237"/>
                  <a:pt x="2706347" y="1902046"/>
                </a:cubicBezTo>
                <a:cubicBezTo>
                  <a:pt x="2707490" y="1903856"/>
                  <a:pt x="2710538" y="1907476"/>
                  <a:pt x="2704918" y="1908047"/>
                </a:cubicBezTo>
                <a:cubicBezTo>
                  <a:pt x="2702060" y="1908333"/>
                  <a:pt x="2698917" y="1909476"/>
                  <a:pt x="2693488" y="1906809"/>
                </a:cubicBezTo>
                <a:cubicBezTo>
                  <a:pt x="2688059" y="1904142"/>
                  <a:pt x="2692916" y="1903475"/>
                  <a:pt x="2697393" y="1900808"/>
                </a:cubicBezTo>
                <a:close/>
                <a:moveTo>
                  <a:pt x="975845" y="1899817"/>
                </a:moveTo>
                <a:lnTo>
                  <a:pt x="971670" y="1905795"/>
                </a:lnTo>
                <a:cubicBezTo>
                  <a:pt x="970984" y="1906866"/>
                  <a:pt x="970909" y="1906946"/>
                  <a:pt x="970594" y="1906654"/>
                </a:cubicBezTo>
                <a:lnTo>
                  <a:pt x="970589" y="1906654"/>
                </a:lnTo>
                <a:lnTo>
                  <a:pt x="972357" y="1907274"/>
                </a:lnTo>
                <a:close/>
                <a:moveTo>
                  <a:pt x="2737232" y="1899297"/>
                </a:moveTo>
                <a:cubicBezTo>
                  <a:pt x="2737756" y="1899118"/>
                  <a:pt x="2738065" y="1899809"/>
                  <a:pt x="2737779" y="1902047"/>
                </a:cubicBezTo>
                <a:cubicBezTo>
                  <a:pt x="2737494" y="1903857"/>
                  <a:pt x="2737779" y="1902047"/>
                  <a:pt x="2738065" y="1905095"/>
                </a:cubicBezTo>
                <a:cubicBezTo>
                  <a:pt x="2738351" y="1908143"/>
                  <a:pt x="2737494" y="1908429"/>
                  <a:pt x="2736255" y="1906905"/>
                </a:cubicBezTo>
                <a:cubicBezTo>
                  <a:pt x="2735112" y="1905381"/>
                  <a:pt x="2734160" y="1904143"/>
                  <a:pt x="2735398" y="1901761"/>
                </a:cubicBezTo>
                <a:cubicBezTo>
                  <a:pt x="2735970" y="1900523"/>
                  <a:pt x="2736708" y="1899475"/>
                  <a:pt x="2737232" y="1899297"/>
                </a:cubicBezTo>
                <a:close/>
                <a:moveTo>
                  <a:pt x="2729111" y="1895475"/>
                </a:moveTo>
                <a:cubicBezTo>
                  <a:pt x="2730254" y="1893094"/>
                  <a:pt x="2732064" y="1895189"/>
                  <a:pt x="2731778" y="1897570"/>
                </a:cubicBezTo>
                <a:cubicBezTo>
                  <a:pt x="2731492" y="1899952"/>
                  <a:pt x="2731778" y="1897570"/>
                  <a:pt x="2732064" y="1902047"/>
                </a:cubicBezTo>
                <a:cubicBezTo>
                  <a:pt x="2732350" y="1906524"/>
                  <a:pt x="2731207" y="1906238"/>
                  <a:pt x="2729397" y="1903857"/>
                </a:cubicBezTo>
                <a:cubicBezTo>
                  <a:pt x="2727587" y="1901476"/>
                  <a:pt x="2727873" y="1897856"/>
                  <a:pt x="2729111" y="1895475"/>
                </a:cubicBezTo>
                <a:close/>
                <a:moveTo>
                  <a:pt x="1833666" y="1889759"/>
                </a:moveTo>
                <a:cubicBezTo>
                  <a:pt x="1837571" y="1890331"/>
                  <a:pt x="1840238" y="1890045"/>
                  <a:pt x="1840905" y="1893093"/>
                </a:cubicBezTo>
                <a:cubicBezTo>
                  <a:pt x="1841477" y="1896046"/>
                  <a:pt x="1841762" y="1896999"/>
                  <a:pt x="1843001" y="1898141"/>
                </a:cubicBezTo>
                <a:cubicBezTo>
                  <a:pt x="1844239" y="1899380"/>
                  <a:pt x="1845763" y="1900618"/>
                  <a:pt x="1845191" y="1902713"/>
                </a:cubicBezTo>
                <a:cubicBezTo>
                  <a:pt x="1844620" y="1904809"/>
                  <a:pt x="1845477" y="1908714"/>
                  <a:pt x="1847573" y="1912334"/>
                </a:cubicBezTo>
                <a:cubicBezTo>
                  <a:pt x="1849668" y="1915953"/>
                  <a:pt x="1851764" y="1920430"/>
                  <a:pt x="1852049" y="1922811"/>
                </a:cubicBezTo>
                <a:cubicBezTo>
                  <a:pt x="1852335" y="1925192"/>
                  <a:pt x="1855669" y="1925478"/>
                  <a:pt x="1855002" y="1929669"/>
                </a:cubicBezTo>
                <a:cubicBezTo>
                  <a:pt x="1854431" y="1933860"/>
                  <a:pt x="1855859" y="1934432"/>
                  <a:pt x="1857383" y="1936813"/>
                </a:cubicBezTo>
                <a:cubicBezTo>
                  <a:pt x="1858907" y="1939194"/>
                  <a:pt x="1861003" y="1945481"/>
                  <a:pt x="1860050" y="1951482"/>
                </a:cubicBezTo>
                <a:cubicBezTo>
                  <a:pt x="1859193" y="1957482"/>
                  <a:pt x="1859765" y="1963769"/>
                  <a:pt x="1860336" y="1966150"/>
                </a:cubicBezTo>
                <a:cubicBezTo>
                  <a:pt x="1860908" y="1968531"/>
                  <a:pt x="1861860" y="1974532"/>
                  <a:pt x="1857288" y="1978723"/>
                </a:cubicBezTo>
                <a:cubicBezTo>
                  <a:pt x="1852811" y="1982914"/>
                  <a:pt x="1836047" y="1989486"/>
                  <a:pt x="1832142" y="1988343"/>
                </a:cubicBezTo>
                <a:cubicBezTo>
                  <a:pt x="1828237" y="1987105"/>
                  <a:pt x="1825570" y="1982057"/>
                  <a:pt x="1823760" y="1977580"/>
                </a:cubicBezTo>
                <a:cubicBezTo>
                  <a:pt x="1821950" y="1973103"/>
                  <a:pt x="1819283" y="1962340"/>
                  <a:pt x="1820426" y="1957482"/>
                </a:cubicBezTo>
                <a:cubicBezTo>
                  <a:pt x="1821665" y="1952720"/>
                  <a:pt x="1822522" y="1942814"/>
                  <a:pt x="1820998" y="1938908"/>
                </a:cubicBezTo>
                <a:cubicBezTo>
                  <a:pt x="1819474" y="1935003"/>
                  <a:pt x="1819474" y="1932336"/>
                  <a:pt x="1820426" y="1930241"/>
                </a:cubicBezTo>
                <a:cubicBezTo>
                  <a:pt x="1821284" y="1928145"/>
                  <a:pt x="1822808" y="1929669"/>
                  <a:pt x="1822522" y="1932336"/>
                </a:cubicBezTo>
                <a:cubicBezTo>
                  <a:pt x="1822236" y="1935003"/>
                  <a:pt x="1824903" y="1935956"/>
                  <a:pt x="1825189" y="1932050"/>
                </a:cubicBezTo>
                <a:cubicBezTo>
                  <a:pt x="1825475" y="1928145"/>
                  <a:pt x="1825189" y="1924526"/>
                  <a:pt x="1826427" y="1922145"/>
                </a:cubicBezTo>
                <a:cubicBezTo>
                  <a:pt x="1827665" y="1919763"/>
                  <a:pt x="1827284" y="1915572"/>
                  <a:pt x="1826999" y="1913191"/>
                </a:cubicBezTo>
                <a:cubicBezTo>
                  <a:pt x="1826713" y="1910810"/>
                  <a:pt x="1827284" y="1910143"/>
                  <a:pt x="1829380" y="1911953"/>
                </a:cubicBezTo>
                <a:cubicBezTo>
                  <a:pt x="1831475" y="1913762"/>
                  <a:pt x="1833571" y="1914905"/>
                  <a:pt x="1833285" y="1910715"/>
                </a:cubicBezTo>
                <a:cubicBezTo>
                  <a:pt x="1832999" y="1906524"/>
                  <a:pt x="1832999" y="1905190"/>
                  <a:pt x="1834809" y="1904428"/>
                </a:cubicBezTo>
                <a:cubicBezTo>
                  <a:pt x="1844715" y="1899951"/>
                  <a:pt x="1830904" y="1901475"/>
                  <a:pt x="1830332" y="1898141"/>
                </a:cubicBezTo>
                <a:cubicBezTo>
                  <a:pt x="1829761" y="1894808"/>
                  <a:pt x="1829761" y="1889188"/>
                  <a:pt x="1833666" y="1889759"/>
                </a:cubicBezTo>
                <a:close/>
                <a:moveTo>
                  <a:pt x="2297343" y="1889474"/>
                </a:moveTo>
                <a:cubicBezTo>
                  <a:pt x="2300010" y="1889188"/>
                  <a:pt x="2299438" y="1890712"/>
                  <a:pt x="2299153" y="1893379"/>
                </a:cubicBezTo>
                <a:cubicBezTo>
                  <a:pt x="2298867" y="1896142"/>
                  <a:pt x="2296486" y="1900047"/>
                  <a:pt x="2295819" y="1895189"/>
                </a:cubicBezTo>
                <a:cubicBezTo>
                  <a:pt x="2295247" y="1890427"/>
                  <a:pt x="2294581" y="1889760"/>
                  <a:pt x="2297343" y="1889474"/>
                </a:cubicBezTo>
                <a:close/>
                <a:moveTo>
                  <a:pt x="2670914" y="1887092"/>
                </a:moveTo>
                <a:cubicBezTo>
                  <a:pt x="2672152" y="1887664"/>
                  <a:pt x="2670914" y="1891569"/>
                  <a:pt x="2667961" y="1891855"/>
                </a:cubicBezTo>
                <a:cubicBezTo>
                  <a:pt x="2664913" y="1892236"/>
                  <a:pt x="2668247" y="1884997"/>
                  <a:pt x="2670914" y="1887092"/>
                </a:cubicBezTo>
                <a:close/>
                <a:moveTo>
                  <a:pt x="207721" y="1885620"/>
                </a:moveTo>
                <a:lnTo>
                  <a:pt x="205273" y="1890045"/>
                </a:lnTo>
                <a:cubicBezTo>
                  <a:pt x="203273" y="1894712"/>
                  <a:pt x="204797" y="1897189"/>
                  <a:pt x="202606" y="1900808"/>
                </a:cubicBezTo>
                <a:lnTo>
                  <a:pt x="202626" y="1900824"/>
                </a:lnTo>
                <a:lnTo>
                  <a:pt x="205273" y="1890141"/>
                </a:lnTo>
                <a:cubicBezTo>
                  <a:pt x="206129" y="1888141"/>
                  <a:pt x="206986" y="1886712"/>
                  <a:pt x="207748" y="1885664"/>
                </a:cubicBezTo>
                <a:close/>
                <a:moveTo>
                  <a:pt x="2681486" y="1882616"/>
                </a:moveTo>
                <a:cubicBezTo>
                  <a:pt x="2684439" y="1882616"/>
                  <a:pt x="2687773" y="1885855"/>
                  <a:pt x="2685296" y="1887283"/>
                </a:cubicBezTo>
                <a:cubicBezTo>
                  <a:pt x="2682915" y="1888807"/>
                  <a:pt x="2682915" y="1896904"/>
                  <a:pt x="2681391" y="1901380"/>
                </a:cubicBezTo>
                <a:cubicBezTo>
                  <a:pt x="2679962" y="1905857"/>
                  <a:pt x="2677486" y="1912524"/>
                  <a:pt x="2680534" y="1915192"/>
                </a:cubicBezTo>
                <a:cubicBezTo>
                  <a:pt x="2683582" y="1917859"/>
                  <a:pt x="2680819" y="1921478"/>
                  <a:pt x="2677867" y="1921478"/>
                </a:cubicBezTo>
                <a:cubicBezTo>
                  <a:pt x="2674914" y="1921478"/>
                  <a:pt x="2669485" y="1915477"/>
                  <a:pt x="2665579" y="1911286"/>
                </a:cubicBezTo>
                <a:cubicBezTo>
                  <a:pt x="2661674" y="1907095"/>
                  <a:pt x="2668246" y="1899285"/>
                  <a:pt x="2670342" y="1898428"/>
                </a:cubicBezTo>
                <a:cubicBezTo>
                  <a:pt x="2672437" y="1897570"/>
                  <a:pt x="2674819" y="1895189"/>
                  <a:pt x="2674533" y="1893379"/>
                </a:cubicBezTo>
                <a:cubicBezTo>
                  <a:pt x="2674247" y="1891570"/>
                  <a:pt x="2675485" y="1890045"/>
                  <a:pt x="2675771" y="1887379"/>
                </a:cubicBezTo>
                <a:cubicBezTo>
                  <a:pt x="2676057" y="1884712"/>
                  <a:pt x="2678533" y="1882616"/>
                  <a:pt x="2681486" y="1882616"/>
                </a:cubicBezTo>
                <a:close/>
                <a:moveTo>
                  <a:pt x="207076" y="1881430"/>
                </a:moveTo>
                <a:lnTo>
                  <a:pt x="206797" y="1884044"/>
                </a:lnTo>
                <a:lnTo>
                  <a:pt x="206805" y="1884057"/>
                </a:lnTo>
                <a:lnTo>
                  <a:pt x="207082" y="1881473"/>
                </a:lnTo>
                <a:close/>
                <a:moveTo>
                  <a:pt x="2183138" y="1874519"/>
                </a:moveTo>
                <a:cubicBezTo>
                  <a:pt x="2183138" y="1874519"/>
                  <a:pt x="2187329" y="1874233"/>
                  <a:pt x="2187043" y="1876329"/>
                </a:cubicBezTo>
                <a:cubicBezTo>
                  <a:pt x="2186758" y="1878424"/>
                  <a:pt x="2186758" y="1879282"/>
                  <a:pt x="2185234" y="1878139"/>
                </a:cubicBezTo>
                <a:cubicBezTo>
                  <a:pt x="2183805" y="1876900"/>
                  <a:pt x="2183138" y="1874519"/>
                  <a:pt x="2183138" y="1874519"/>
                </a:cubicBezTo>
                <a:close/>
                <a:moveTo>
                  <a:pt x="2700394" y="1874281"/>
                </a:moveTo>
                <a:cubicBezTo>
                  <a:pt x="2700918" y="1874853"/>
                  <a:pt x="2701061" y="1876282"/>
                  <a:pt x="2700918" y="1877758"/>
                </a:cubicBezTo>
                <a:cubicBezTo>
                  <a:pt x="2700632" y="1880806"/>
                  <a:pt x="2697012" y="1887092"/>
                  <a:pt x="2700346" y="1888807"/>
                </a:cubicBezTo>
                <a:cubicBezTo>
                  <a:pt x="2701870" y="1889664"/>
                  <a:pt x="2701870" y="1892712"/>
                  <a:pt x="2700061" y="1892998"/>
                </a:cubicBezTo>
                <a:cubicBezTo>
                  <a:pt x="2698251" y="1893284"/>
                  <a:pt x="2695584" y="1894522"/>
                  <a:pt x="2692250" y="1896617"/>
                </a:cubicBezTo>
                <a:cubicBezTo>
                  <a:pt x="2688916" y="1898713"/>
                  <a:pt x="2689202" y="1902618"/>
                  <a:pt x="2686821" y="1908333"/>
                </a:cubicBezTo>
                <a:cubicBezTo>
                  <a:pt x="2684439" y="1913953"/>
                  <a:pt x="2682058" y="1915191"/>
                  <a:pt x="2682630" y="1909190"/>
                </a:cubicBezTo>
                <a:cubicBezTo>
                  <a:pt x="2683106" y="1904428"/>
                  <a:pt x="2687106" y="1893284"/>
                  <a:pt x="2690726" y="1890617"/>
                </a:cubicBezTo>
                <a:cubicBezTo>
                  <a:pt x="2694250" y="1887950"/>
                  <a:pt x="2694917" y="1879853"/>
                  <a:pt x="2697584" y="1875948"/>
                </a:cubicBezTo>
                <a:cubicBezTo>
                  <a:pt x="2698965" y="1873996"/>
                  <a:pt x="2699870" y="1873710"/>
                  <a:pt x="2700394" y="1874281"/>
                </a:cubicBezTo>
                <a:close/>
                <a:moveTo>
                  <a:pt x="2073220" y="1872138"/>
                </a:moveTo>
                <a:cubicBezTo>
                  <a:pt x="2076554" y="1871281"/>
                  <a:pt x="2075030" y="1871853"/>
                  <a:pt x="2075316" y="1874805"/>
                </a:cubicBezTo>
                <a:cubicBezTo>
                  <a:pt x="2075602" y="1877663"/>
                  <a:pt x="2071411" y="1879949"/>
                  <a:pt x="2071696" y="1875758"/>
                </a:cubicBezTo>
                <a:cubicBezTo>
                  <a:pt x="2071982" y="1871567"/>
                  <a:pt x="2069887" y="1873091"/>
                  <a:pt x="2073220" y="1872138"/>
                </a:cubicBezTo>
                <a:close/>
                <a:moveTo>
                  <a:pt x="2605953" y="1871758"/>
                </a:moveTo>
                <a:cubicBezTo>
                  <a:pt x="2606810" y="1868519"/>
                  <a:pt x="2608906" y="1870234"/>
                  <a:pt x="2608048" y="1873567"/>
                </a:cubicBezTo>
                <a:cubicBezTo>
                  <a:pt x="2607096" y="1876901"/>
                  <a:pt x="2607096" y="1876615"/>
                  <a:pt x="2607382" y="1877758"/>
                </a:cubicBezTo>
                <a:cubicBezTo>
                  <a:pt x="2607667" y="1878901"/>
                  <a:pt x="2607191" y="1884045"/>
                  <a:pt x="2607763" y="1886426"/>
                </a:cubicBezTo>
                <a:cubicBezTo>
                  <a:pt x="2608334" y="1888807"/>
                  <a:pt x="2608620" y="1891189"/>
                  <a:pt x="2607096" y="1890617"/>
                </a:cubicBezTo>
                <a:cubicBezTo>
                  <a:pt x="2605667" y="1890046"/>
                  <a:pt x="2603857" y="1891855"/>
                  <a:pt x="2602048" y="1894522"/>
                </a:cubicBezTo>
                <a:cubicBezTo>
                  <a:pt x="2600238" y="1897189"/>
                  <a:pt x="2597571" y="1900523"/>
                  <a:pt x="2595761" y="1900809"/>
                </a:cubicBezTo>
                <a:cubicBezTo>
                  <a:pt x="2593951" y="1901095"/>
                  <a:pt x="2592142" y="1903762"/>
                  <a:pt x="2590332" y="1907667"/>
                </a:cubicBezTo>
                <a:cubicBezTo>
                  <a:pt x="2588522" y="1911572"/>
                  <a:pt x="2584331" y="1916716"/>
                  <a:pt x="2582236" y="1917001"/>
                </a:cubicBezTo>
                <a:cubicBezTo>
                  <a:pt x="2580140" y="1917287"/>
                  <a:pt x="2576235" y="1920907"/>
                  <a:pt x="2575663" y="1922431"/>
                </a:cubicBezTo>
                <a:cubicBezTo>
                  <a:pt x="2575092" y="1923955"/>
                  <a:pt x="2572996" y="1929384"/>
                  <a:pt x="2568520" y="1929955"/>
                </a:cubicBezTo>
                <a:cubicBezTo>
                  <a:pt x="2564043" y="1930527"/>
                  <a:pt x="2564900" y="1933861"/>
                  <a:pt x="2560138" y="1938052"/>
                </a:cubicBezTo>
                <a:cubicBezTo>
                  <a:pt x="2555375" y="1942243"/>
                  <a:pt x="2558042" y="1936528"/>
                  <a:pt x="2560138" y="1930527"/>
                </a:cubicBezTo>
                <a:cubicBezTo>
                  <a:pt x="2562233" y="1924621"/>
                  <a:pt x="2570329" y="1916144"/>
                  <a:pt x="2574235" y="1915287"/>
                </a:cubicBezTo>
                <a:cubicBezTo>
                  <a:pt x="2578140" y="1914334"/>
                  <a:pt x="2588046" y="1903285"/>
                  <a:pt x="2588617" y="1901476"/>
                </a:cubicBezTo>
                <a:cubicBezTo>
                  <a:pt x="2589189" y="1899666"/>
                  <a:pt x="2589761" y="1897570"/>
                  <a:pt x="2591284" y="1898142"/>
                </a:cubicBezTo>
                <a:cubicBezTo>
                  <a:pt x="2592808" y="1898809"/>
                  <a:pt x="2594904" y="1893665"/>
                  <a:pt x="2594904" y="1891284"/>
                </a:cubicBezTo>
                <a:cubicBezTo>
                  <a:pt x="2594904" y="1888903"/>
                  <a:pt x="2596047" y="1886807"/>
                  <a:pt x="2597285" y="1888331"/>
                </a:cubicBezTo>
                <a:cubicBezTo>
                  <a:pt x="2598523" y="1889760"/>
                  <a:pt x="2599952" y="1885950"/>
                  <a:pt x="2601476" y="1884712"/>
                </a:cubicBezTo>
                <a:cubicBezTo>
                  <a:pt x="2603000" y="1883473"/>
                  <a:pt x="2604238" y="1882521"/>
                  <a:pt x="2603000" y="1879568"/>
                </a:cubicBezTo>
                <a:cubicBezTo>
                  <a:pt x="2601762" y="1876520"/>
                  <a:pt x="2605096" y="1875091"/>
                  <a:pt x="2605953" y="1871758"/>
                </a:cubicBezTo>
                <a:close/>
                <a:moveTo>
                  <a:pt x="2709585" y="1871757"/>
                </a:moveTo>
                <a:cubicBezTo>
                  <a:pt x="2710442" y="1873567"/>
                  <a:pt x="2711014" y="1873853"/>
                  <a:pt x="2712252" y="1871757"/>
                </a:cubicBezTo>
                <a:cubicBezTo>
                  <a:pt x="2713491" y="1869662"/>
                  <a:pt x="2717682" y="1872043"/>
                  <a:pt x="2717110" y="1875377"/>
                </a:cubicBezTo>
                <a:cubicBezTo>
                  <a:pt x="2716539" y="1878711"/>
                  <a:pt x="2717586" y="1878996"/>
                  <a:pt x="2717586" y="1880997"/>
                </a:cubicBezTo>
                <a:cubicBezTo>
                  <a:pt x="2717872" y="1885759"/>
                  <a:pt x="2719110" y="1887188"/>
                  <a:pt x="2721206" y="1890807"/>
                </a:cubicBezTo>
                <a:cubicBezTo>
                  <a:pt x="2723301" y="1894427"/>
                  <a:pt x="2720253" y="1896903"/>
                  <a:pt x="2719396" y="1895665"/>
                </a:cubicBezTo>
                <a:cubicBezTo>
                  <a:pt x="2718443" y="1894522"/>
                  <a:pt x="2716348" y="1892998"/>
                  <a:pt x="2717586" y="1896903"/>
                </a:cubicBezTo>
                <a:cubicBezTo>
                  <a:pt x="2718825" y="1900713"/>
                  <a:pt x="2716158" y="1900142"/>
                  <a:pt x="2714919" y="1897761"/>
                </a:cubicBezTo>
                <a:cubicBezTo>
                  <a:pt x="2713776" y="1895379"/>
                  <a:pt x="2712252" y="1892998"/>
                  <a:pt x="2712538" y="1891474"/>
                </a:cubicBezTo>
                <a:cubicBezTo>
                  <a:pt x="2712824" y="1890045"/>
                  <a:pt x="2714919" y="1886712"/>
                  <a:pt x="2711967" y="1886712"/>
                </a:cubicBezTo>
                <a:cubicBezTo>
                  <a:pt x="2709014" y="1886712"/>
                  <a:pt x="2710157" y="1878615"/>
                  <a:pt x="2707490" y="1874424"/>
                </a:cubicBezTo>
                <a:cubicBezTo>
                  <a:pt x="2705299" y="1870995"/>
                  <a:pt x="2708728" y="1869948"/>
                  <a:pt x="2709585" y="1871757"/>
                </a:cubicBezTo>
                <a:close/>
                <a:moveTo>
                  <a:pt x="2660436" y="1860422"/>
                </a:moveTo>
                <a:cubicBezTo>
                  <a:pt x="2664627" y="1863661"/>
                  <a:pt x="2667675" y="1864327"/>
                  <a:pt x="2669961" y="1864137"/>
                </a:cubicBezTo>
                <a:cubicBezTo>
                  <a:pt x="2672342" y="1864137"/>
                  <a:pt x="2675676" y="1863851"/>
                  <a:pt x="2677771" y="1861756"/>
                </a:cubicBezTo>
                <a:cubicBezTo>
                  <a:pt x="2679867" y="1859660"/>
                  <a:pt x="2681391" y="1861756"/>
                  <a:pt x="2680153" y="1865375"/>
                </a:cubicBezTo>
                <a:cubicBezTo>
                  <a:pt x="2679010" y="1868995"/>
                  <a:pt x="2677486" y="1872233"/>
                  <a:pt x="2675390" y="1873471"/>
                </a:cubicBezTo>
                <a:cubicBezTo>
                  <a:pt x="2673295" y="1874710"/>
                  <a:pt x="2669961" y="1877377"/>
                  <a:pt x="2669961" y="1879472"/>
                </a:cubicBezTo>
                <a:cubicBezTo>
                  <a:pt x="2669961" y="1881567"/>
                  <a:pt x="2667580" y="1886140"/>
                  <a:pt x="2665484" y="1886997"/>
                </a:cubicBezTo>
                <a:cubicBezTo>
                  <a:pt x="2663389" y="1887949"/>
                  <a:pt x="2661293" y="1890331"/>
                  <a:pt x="2657959" y="1894807"/>
                </a:cubicBezTo>
                <a:cubicBezTo>
                  <a:pt x="2654721" y="1899284"/>
                  <a:pt x="2652911" y="1895950"/>
                  <a:pt x="2653483" y="1893569"/>
                </a:cubicBezTo>
                <a:cubicBezTo>
                  <a:pt x="2654054" y="1891188"/>
                  <a:pt x="2654054" y="1888521"/>
                  <a:pt x="2655578" y="1886711"/>
                </a:cubicBezTo>
                <a:cubicBezTo>
                  <a:pt x="2657102" y="1884996"/>
                  <a:pt x="2656816" y="1879282"/>
                  <a:pt x="2656816" y="1875662"/>
                </a:cubicBezTo>
                <a:cubicBezTo>
                  <a:pt x="2656816" y="1872042"/>
                  <a:pt x="2656531" y="1869947"/>
                  <a:pt x="2658340" y="1867566"/>
                </a:cubicBezTo>
                <a:cubicBezTo>
                  <a:pt x="2660150" y="1865185"/>
                  <a:pt x="2658626" y="1864613"/>
                  <a:pt x="2655673" y="1861279"/>
                </a:cubicBezTo>
                <a:cubicBezTo>
                  <a:pt x="2652625" y="1858041"/>
                  <a:pt x="2656245" y="1857088"/>
                  <a:pt x="2660436" y="1860422"/>
                </a:cubicBezTo>
                <a:close/>
                <a:moveTo>
                  <a:pt x="2190378" y="1854231"/>
                </a:moveTo>
                <a:cubicBezTo>
                  <a:pt x="2192473" y="1852993"/>
                  <a:pt x="2191616" y="1856613"/>
                  <a:pt x="2190663" y="1857851"/>
                </a:cubicBezTo>
                <a:cubicBezTo>
                  <a:pt x="2189806" y="1858994"/>
                  <a:pt x="2188282" y="1859280"/>
                  <a:pt x="2188282" y="1859280"/>
                </a:cubicBezTo>
                <a:cubicBezTo>
                  <a:pt x="2188282" y="1859280"/>
                  <a:pt x="2188282" y="1855374"/>
                  <a:pt x="2190378" y="1854231"/>
                </a:cubicBezTo>
                <a:close/>
                <a:moveTo>
                  <a:pt x="2617252" y="1850791"/>
                </a:moveTo>
                <a:cubicBezTo>
                  <a:pt x="2617859" y="1851088"/>
                  <a:pt x="2618764" y="1851755"/>
                  <a:pt x="2619478" y="1851755"/>
                </a:cubicBezTo>
                <a:cubicBezTo>
                  <a:pt x="2620907" y="1851755"/>
                  <a:pt x="2622145" y="1852041"/>
                  <a:pt x="2622145" y="1853851"/>
                </a:cubicBezTo>
                <a:cubicBezTo>
                  <a:pt x="2622145" y="1855660"/>
                  <a:pt x="2617573" y="1854993"/>
                  <a:pt x="2616811" y="1852041"/>
                </a:cubicBezTo>
                <a:cubicBezTo>
                  <a:pt x="2616335" y="1850565"/>
                  <a:pt x="2616645" y="1850493"/>
                  <a:pt x="2617252" y="1850791"/>
                </a:cubicBezTo>
                <a:close/>
                <a:moveTo>
                  <a:pt x="2659579" y="1848421"/>
                </a:moveTo>
                <a:cubicBezTo>
                  <a:pt x="2660150" y="1850231"/>
                  <a:pt x="2660436" y="1856232"/>
                  <a:pt x="2659007" y="1854993"/>
                </a:cubicBezTo>
                <a:cubicBezTo>
                  <a:pt x="2657483" y="1853755"/>
                  <a:pt x="2656626" y="1852612"/>
                  <a:pt x="2656912" y="1849278"/>
                </a:cubicBezTo>
                <a:cubicBezTo>
                  <a:pt x="2657197" y="1846040"/>
                  <a:pt x="2659007" y="1846611"/>
                  <a:pt x="2659579" y="1848421"/>
                </a:cubicBezTo>
                <a:close/>
                <a:moveTo>
                  <a:pt x="2707348" y="1844123"/>
                </a:moveTo>
                <a:cubicBezTo>
                  <a:pt x="2708205" y="1844159"/>
                  <a:pt x="2709634" y="1844992"/>
                  <a:pt x="2710538" y="1845754"/>
                </a:cubicBezTo>
                <a:cubicBezTo>
                  <a:pt x="2710538" y="1845754"/>
                  <a:pt x="2714729" y="1846612"/>
                  <a:pt x="2718349" y="1845088"/>
                </a:cubicBezTo>
                <a:cubicBezTo>
                  <a:pt x="2721968" y="1843659"/>
                  <a:pt x="2723111" y="1846897"/>
                  <a:pt x="2724921" y="1848707"/>
                </a:cubicBezTo>
                <a:cubicBezTo>
                  <a:pt x="2726731" y="1850517"/>
                  <a:pt x="2728255" y="1855375"/>
                  <a:pt x="2727016" y="1858042"/>
                </a:cubicBezTo>
                <a:cubicBezTo>
                  <a:pt x="2725778" y="1860709"/>
                  <a:pt x="2725778" y="1868805"/>
                  <a:pt x="2727588" y="1870329"/>
                </a:cubicBezTo>
                <a:cubicBezTo>
                  <a:pt x="2729398" y="1871853"/>
                  <a:pt x="2730636" y="1873663"/>
                  <a:pt x="2729112" y="1874520"/>
                </a:cubicBezTo>
                <a:cubicBezTo>
                  <a:pt x="2727588" y="1875472"/>
                  <a:pt x="2728826" y="1876996"/>
                  <a:pt x="2730636" y="1877854"/>
                </a:cubicBezTo>
                <a:cubicBezTo>
                  <a:pt x="2732446" y="1878711"/>
                  <a:pt x="2730636" y="1881092"/>
                  <a:pt x="2729112" y="1880235"/>
                </a:cubicBezTo>
                <a:cubicBezTo>
                  <a:pt x="2727588" y="1879378"/>
                  <a:pt x="2727302" y="1878806"/>
                  <a:pt x="2722825" y="1879663"/>
                </a:cubicBezTo>
                <a:cubicBezTo>
                  <a:pt x="2718349" y="1880521"/>
                  <a:pt x="2720444" y="1875091"/>
                  <a:pt x="2718063" y="1872139"/>
                </a:cubicBezTo>
                <a:cubicBezTo>
                  <a:pt x="2716730" y="1870519"/>
                  <a:pt x="2715301" y="1867662"/>
                  <a:pt x="2716539" y="1865566"/>
                </a:cubicBezTo>
                <a:cubicBezTo>
                  <a:pt x="2717682" y="1863471"/>
                  <a:pt x="2717206" y="1862328"/>
                  <a:pt x="2712634" y="1858994"/>
                </a:cubicBezTo>
                <a:cubicBezTo>
                  <a:pt x="2706062" y="1854136"/>
                  <a:pt x="2709300" y="1850326"/>
                  <a:pt x="2707586" y="1847278"/>
                </a:cubicBezTo>
                <a:cubicBezTo>
                  <a:pt x="2706205" y="1844850"/>
                  <a:pt x="2706491" y="1844088"/>
                  <a:pt x="2707348" y="1844123"/>
                </a:cubicBezTo>
                <a:close/>
                <a:moveTo>
                  <a:pt x="2685570" y="1842908"/>
                </a:moveTo>
                <a:cubicBezTo>
                  <a:pt x="2686201" y="1842396"/>
                  <a:pt x="2687392" y="1842706"/>
                  <a:pt x="2689201" y="1844801"/>
                </a:cubicBezTo>
                <a:cubicBezTo>
                  <a:pt x="2691582" y="1846897"/>
                  <a:pt x="2689201" y="1845087"/>
                  <a:pt x="2691582" y="1847278"/>
                </a:cubicBezTo>
                <a:cubicBezTo>
                  <a:pt x="2693964" y="1849373"/>
                  <a:pt x="2694916" y="1849659"/>
                  <a:pt x="2695202" y="1852040"/>
                </a:cubicBezTo>
                <a:cubicBezTo>
                  <a:pt x="2695583" y="1854421"/>
                  <a:pt x="2698250" y="1856517"/>
                  <a:pt x="2700631" y="1858327"/>
                </a:cubicBezTo>
                <a:cubicBezTo>
                  <a:pt x="2703012" y="1860136"/>
                  <a:pt x="2700631" y="1862518"/>
                  <a:pt x="2697964" y="1860708"/>
                </a:cubicBezTo>
                <a:cubicBezTo>
                  <a:pt x="2695202" y="1858898"/>
                  <a:pt x="2692535" y="1856803"/>
                  <a:pt x="2692249" y="1854421"/>
                </a:cubicBezTo>
                <a:cubicBezTo>
                  <a:pt x="2691963" y="1852040"/>
                  <a:pt x="2690154" y="1850897"/>
                  <a:pt x="2689296" y="1853564"/>
                </a:cubicBezTo>
                <a:cubicBezTo>
                  <a:pt x="2688439" y="1856231"/>
                  <a:pt x="2685677" y="1857755"/>
                  <a:pt x="2685677" y="1856231"/>
                </a:cubicBezTo>
                <a:cubicBezTo>
                  <a:pt x="2685677" y="1854707"/>
                  <a:pt x="2685487" y="1854040"/>
                  <a:pt x="2686534" y="1851659"/>
                </a:cubicBezTo>
                <a:cubicBezTo>
                  <a:pt x="2687677" y="1848897"/>
                  <a:pt x="2686153" y="1848325"/>
                  <a:pt x="2685296" y="1845944"/>
                </a:cubicBezTo>
                <a:cubicBezTo>
                  <a:pt x="2684868" y="1844754"/>
                  <a:pt x="2684939" y="1843420"/>
                  <a:pt x="2685570" y="1842908"/>
                </a:cubicBezTo>
                <a:close/>
                <a:moveTo>
                  <a:pt x="2083031" y="1842135"/>
                </a:moveTo>
                <a:cubicBezTo>
                  <a:pt x="2083317" y="1844230"/>
                  <a:pt x="2085412" y="1849374"/>
                  <a:pt x="2081793" y="1852327"/>
                </a:cubicBezTo>
                <a:cubicBezTo>
                  <a:pt x="2078173" y="1855279"/>
                  <a:pt x="2077316" y="1855661"/>
                  <a:pt x="2077030" y="1853565"/>
                </a:cubicBezTo>
                <a:cubicBezTo>
                  <a:pt x="2076840" y="1851469"/>
                  <a:pt x="2076173" y="1848136"/>
                  <a:pt x="2078269" y="1847564"/>
                </a:cubicBezTo>
                <a:cubicBezTo>
                  <a:pt x="2080364" y="1846993"/>
                  <a:pt x="2080650" y="1846326"/>
                  <a:pt x="2080936" y="1843659"/>
                </a:cubicBezTo>
                <a:cubicBezTo>
                  <a:pt x="2081221" y="1840992"/>
                  <a:pt x="2082745" y="1840039"/>
                  <a:pt x="2083031" y="1842135"/>
                </a:cubicBezTo>
                <a:close/>
                <a:moveTo>
                  <a:pt x="330027" y="1837970"/>
                </a:moveTo>
                <a:lnTo>
                  <a:pt x="329394" y="1838505"/>
                </a:lnTo>
                <a:lnTo>
                  <a:pt x="329764" y="1839087"/>
                </a:lnTo>
                <a:close/>
                <a:moveTo>
                  <a:pt x="2678152" y="1833086"/>
                </a:moveTo>
                <a:cubicBezTo>
                  <a:pt x="2679676" y="1831562"/>
                  <a:pt x="2682915" y="1835467"/>
                  <a:pt x="2682343" y="1836705"/>
                </a:cubicBezTo>
                <a:cubicBezTo>
                  <a:pt x="2682343" y="1836705"/>
                  <a:pt x="2676628" y="1834610"/>
                  <a:pt x="2678152" y="1833086"/>
                </a:cubicBezTo>
                <a:close/>
                <a:moveTo>
                  <a:pt x="321001" y="1831943"/>
                </a:moveTo>
                <a:lnTo>
                  <a:pt x="313476" y="1832228"/>
                </a:lnTo>
                <a:cubicBezTo>
                  <a:pt x="311095" y="1833467"/>
                  <a:pt x="311666" y="1832228"/>
                  <a:pt x="307761" y="1833086"/>
                </a:cubicBezTo>
                <a:lnTo>
                  <a:pt x="307673" y="1833166"/>
                </a:lnTo>
                <a:lnTo>
                  <a:pt x="313285" y="1832324"/>
                </a:lnTo>
                <a:lnTo>
                  <a:pt x="320810" y="1832038"/>
                </a:lnTo>
                <a:cubicBezTo>
                  <a:pt x="320810" y="1832038"/>
                  <a:pt x="322072" y="1833538"/>
                  <a:pt x="323751" y="1835110"/>
                </a:cubicBezTo>
                <a:lnTo>
                  <a:pt x="329032" y="1838507"/>
                </a:lnTo>
                <a:lnTo>
                  <a:pt x="329060" y="1838307"/>
                </a:lnTo>
                <a:lnTo>
                  <a:pt x="323942" y="1835015"/>
                </a:lnTo>
                <a:cubicBezTo>
                  <a:pt x="322263" y="1833443"/>
                  <a:pt x="321001" y="1831943"/>
                  <a:pt x="321001" y="1831943"/>
                </a:cubicBezTo>
                <a:close/>
                <a:moveTo>
                  <a:pt x="2084555" y="1826228"/>
                </a:moveTo>
                <a:cubicBezTo>
                  <a:pt x="2088460" y="1826228"/>
                  <a:pt x="2086936" y="1830419"/>
                  <a:pt x="2086079" y="1832229"/>
                </a:cubicBezTo>
                <a:cubicBezTo>
                  <a:pt x="2085222" y="1834039"/>
                  <a:pt x="2081888" y="1837658"/>
                  <a:pt x="2082174" y="1834610"/>
                </a:cubicBezTo>
                <a:cubicBezTo>
                  <a:pt x="2082460" y="1831657"/>
                  <a:pt x="2082460" y="1831657"/>
                  <a:pt x="2082460" y="1831657"/>
                </a:cubicBezTo>
                <a:cubicBezTo>
                  <a:pt x="2082460" y="1831657"/>
                  <a:pt x="2080650" y="1826228"/>
                  <a:pt x="2084555" y="1826228"/>
                </a:cubicBezTo>
                <a:close/>
                <a:moveTo>
                  <a:pt x="2628432" y="1823275"/>
                </a:moveTo>
                <a:cubicBezTo>
                  <a:pt x="2631099" y="1823656"/>
                  <a:pt x="2630242" y="1822608"/>
                  <a:pt x="2631480" y="1823846"/>
                </a:cubicBezTo>
                <a:cubicBezTo>
                  <a:pt x="2632718" y="1824989"/>
                  <a:pt x="2637195" y="1825656"/>
                  <a:pt x="2638719" y="1824132"/>
                </a:cubicBezTo>
                <a:cubicBezTo>
                  <a:pt x="2640243" y="1822703"/>
                  <a:pt x="2642625" y="1823561"/>
                  <a:pt x="2643482" y="1825370"/>
                </a:cubicBezTo>
                <a:cubicBezTo>
                  <a:pt x="2644434" y="1827180"/>
                  <a:pt x="2645292" y="1829561"/>
                  <a:pt x="2649197" y="1829561"/>
                </a:cubicBezTo>
                <a:cubicBezTo>
                  <a:pt x="2653102" y="1829561"/>
                  <a:pt x="2650435" y="1833752"/>
                  <a:pt x="2651007" y="1835276"/>
                </a:cubicBezTo>
                <a:cubicBezTo>
                  <a:pt x="2651578" y="1836800"/>
                  <a:pt x="2651007" y="1841277"/>
                  <a:pt x="2649483" y="1842801"/>
                </a:cubicBezTo>
                <a:cubicBezTo>
                  <a:pt x="2647958" y="1844325"/>
                  <a:pt x="2647101" y="1846611"/>
                  <a:pt x="2645863" y="1850897"/>
                </a:cubicBezTo>
                <a:cubicBezTo>
                  <a:pt x="2645006" y="1853850"/>
                  <a:pt x="2638719" y="1851374"/>
                  <a:pt x="2639291" y="1846897"/>
                </a:cubicBezTo>
                <a:cubicBezTo>
                  <a:pt x="2639481" y="1844801"/>
                  <a:pt x="2638624" y="1840039"/>
                  <a:pt x="2636243" y="1838515"/>
                </a:cubicBezTo>
                <a:cubicBezTo>
                  <a:pt x="2633861" y="1836991"/>
                  <a:pt x="2632052" y="1831943"/>
                  <a:pt x="2632052" y="1830419"/>
                </a:cubicBezTo>
                <a:cubicBezTo>
                  <a:pt x="2632052" y="1828895"/>
                  <a:pt x="2632718" y="1826132"/>
                  <a:pt x="2627861" y="1826513"/>
                </a:cubicBezTo>
                <a:cubicBezTo>
                  <a:pt x="2623956" y="1826894"/>
                  <a:pt x="2624241" y="1822703"/>
                  <a:pt x="2628432" y="1823275"/>
                </a:cubicBezTo>
                <a:close/>
                <a:moveTo>
                  <a:pt x="2660436" y="1821179"/>
                </a:moveTo>
                <a:cubicBezTo>
                  <a:pt x="2662246" y="1822608"/>
                  <a:pt x="2660436" y="1821179"/>
                  <a:pt x="2661674" y="1823560"/>
                </a:cubicBezTo>
                <a:cubicBezTo>
                  <a:pt x="2662817" y="1825942"/>
                  <a:pt x="2659579" y="1826227"/>
                  <a:pt x="2658341" y="1823275"/>
                </a:cubicBezTo>
                <a:cubicBezTo>
                  <a:pt x="2657102" y="1820322"/>
                  <a:pt x="2658626" y="1819655"/>
                  <a:pt x="2660436" y="1821179"/>
                </a:cubicBezTo>
                <a:close/>
                <a:moveTo>
                  <a:pt x="447596" y="1819962"/>
                </a:moveTo>
                <a:lnTo>
                  <a:pt x="442159" y="1822227"/>
                </a:lnTo>
                <a:lnTo>
                  <a:pt x="441976" y="1822565"/>
                </a:lnTo>
                <a:lnTo>
                  <a:pt x="447588" y="1820227"/>
                </a:lnTo>
                <a:close/>
                <a:moveTo>
                  <a:pt x="3110742" y="1818537"/>
                </a:moveTo>
                <a:cubicBezTo>
                  <a:pt x="3111707" y="1818632"/>
                  <a:pt x="3112588" y="1819942"/>
                  <a:pt x="3113064" y="1820894"/>
                </a:cubicBezTo>
                <a:cubicBezTo>
                  <a:pt x="3114112" y="1822799"/>
                  <a:pt x="3113064" y="1820894"/>
                  <a:pt x="3113064" y="1825371"/>
                </a:cubicBezTo>
                <a:cubicBezTo>
                  <a:pt x="3113064" y="1829943"/>
                  <a:pt x="3106301" y="1831276"/>
                  <a:pt x="3107920" y="1823466"/>
                </a:cubicBezTo>
                <a:cubicBezTo>
                  <a:pt x="3108730" y="1819561"/>
                  <a:pt x="3109778" y="1818441"/>
                  <a:pt x="3110742" y="1818537"/>
                </a:cubicBezTo>
                <a:close/>
                <a:moveTo>
                  <a:pt x="281581" y="1816889"/>
                </a:moveTo>
                <a:lnTo>
                  <a:pt x="281377" y="1816893"/>
                </a:lnTo>
                <a:cubicBezTo>
                  <a:pt x="277758" y="1819274"/>
                  <a:pt x="279282" y="1818417"/>
                  <a:pt x="279282" y="1818417"/>
                </a:cubicBezTo>
                <a:lnTo>
                  <a:pt x="279299" y="1818431"/>
                </a:lnTo>
                <a:lnTo>
                  <a:pt x="281281" y="1816989"/>
                </a:lnTo>
                <a:close/>
                <a:moveTo>
                  <a:pt x="289838" y="1816730"/>
                </a:moveTo>
                <a:lnTo>
                  <a:pt x="289752" y="1816732"/>
                </a:lnTo>
                <a:lnTo>
                  <a:pt x="290307" y="1817620"/>
                </a:lnTo>
                <a:cubicBezTo>
                  <a:pt x="291283" y="1819346"/>
                  <a:pt x="292331" y="1821513"/>
                  <a:pt x="292616" y="1823275"/>
                </a:cubicBezTo>
                <a:cubicBezTo>
                  <a:pt x="293188" y="1826895"/>
                  <a:pt x="293188" y="1834038"/>
                  <a:pt x="296236" y="1835562"/>
                </a:cubicBezTo>
                <a:lnTo>
                  <a:pt x="296808" y="1837086"/>
                </a:lnTo>
                <a:lnTo>
                  <a:pt x="301570" y="1838610"/>
                </a:lnTo>
                <a:lnTo>
                  <a:pt x="301698" y="1838495"/>
                </a:lnTo>
                <a:lnTo>
                  <a:pt x="296998" y="1836991"/>
                </a:lnTo>
                <a:lnTo>
                  <a:pt x="296426" y="1835467"/>
                </a:lnTo>
                <a:cubicBezTo>
                  <a:pt x="293473" y="1833943"/>
                  <a:pt x="293473" y="1826799"/>
                  <a:pt x="292807" y="1823180"/>
                </a:cubicBezTo>
                <a:cubicBezTo>
                  <a:pt x="292521" y="1821370"/>
                  <a:pt x="291402" y="1819203"/>
                  <a:pt x="290355" y="1817489"/>
                </a:cubicBezTo>
                <a:close/>
                <a:moveTo>
                  <a:pt x="2623015" y="1815691"/>
                </a:moveTo>
                <a:cubicBezTo>
                  <a:pt x="2623670" y="1816060"/>
                  <a:pt x="2624575" y="1816941"/>
                  <a:pt x="2625099" y="1817465"/>
                </a:cubicBezTo>
                <a:cubicBezTo>
                  <a:pt x="2627194" y="1819560"/>
                  <a:pt x="2629004" y="1818227"/>
                  <a:pt x="2629004" y="1820037"/>
                </a:cubicBezTo>
                <a:cubicBezTo>
                  <a:pt x="2629004" y="1820322"/>
                  <a:pt x="2623289" y="1819941"/>
                  <a:pt x="2622432" y="1816988"/>
                </a:cubicBezTo>
                <a:cubicBezTo>
                  <a:pt x="2621956" y="1815465"/>
                  <a:pt x="2622361" y="1815322"/>
                  <a:pt x="2623015" y="1815691"/>
                </a:cubicBezTo>
                <a:close/>
                <a:moveTo>
                  <a:pt x="288771" y="1815160"/>
                </a:moveTo>
                <a:lnTo>
                  <a:pt x="288983" y="1815500"/>
                </a:lnTo>
                <a:lnTo>
                  <a:pt x="289026" y="1815535"/>
                </a:lnTo>
                <a:close/>
                <a:moveTo>
                  <a:pt x="288462" y="1814125"/>
                </a:moveTo>
                <a:lnTo>
                  <a:pt x="287665" y="1814417"/>
                </a:lnTo>
                <a:lnTo>
                  <a:pt x="288048" y="1814733"/>
                </a:lnTo>
                <a:lnTo>
                  <a:pt x="288400" y="1814615"/>
                </a:lnTo>
                <a:lnTo>
                  <a:pt x="288330" y="1814512"/>
                </a:lnTo>
                <a:close/>
                <a:moveTo>
                  <a:pt x="2706074" y="1812000"/>
                </a:moveTo>
                <a:cubicBezTo>
                  <a:pt x="2706395" y="1812441"/>
                  <a:pt x="2706490" y="1813703"/>
                  <a:pt x="2706919" y="1814893"/>
                </a:cubicBezTo>
                <a:cubicBezTo>
                  <a:pt x="2707871" y="1817274"/>
                  <a:pt x="2708157" y="1818417"/>
                  <a:pt x="2705395" y="1819084"/>
                </a:cubicBezTo>
                <a:cubicBezTo>
                  <a:pt x="2702728" y="1819751"/>
                  <a:pt x="2701204" y="1818227"/>
                  <a:pt x="2703871" y="1814036"/>
                </a:cubicBezTo>
                <a:cubicBezTo>
                  <a:pt x="2705205" y="1811941"/>
                  <a:pt x="2705752" y="1811560"/>
                  <a:pt x="2706074" y="1812000"/>
                </a:cubicBezTo>
                <a:close/>
                <a:moveTo>
                  <a:pt x="2088746" y="1811654"/>
                </a:moveTo>
                <a:cubicBezTo>
                  <a:pt x="2089984" y="1811368"/>
                  <a:pt x="2088746" y="1814988"/>
                  <a:pt x="2090270" y="1816131"/>
                </a:cubicBezTo>
                <a:cubicBezTo>
                  <a:pt x="2091794" y="1817369"/>
                  <a:pt x="2090841" y="1818798"/>
                  <a:pt x="2089698" y="1820608"/>
                </a:cubicBezTo>
                <a:cubicBezTo>
                  <a:pt x="2088460" y="1822417"/>
                  <a:pt x="2086079" y="1824227"/>
                  <a:pt x="2086650" y="1818512"/>
                </a:cubicBezTo>
                <a:cubicBezTo>
                  <a:pt x="2087222" y="1812797"/>
                  <a:pt x="2087507" y="1811940"/>
                  <a:pt x="2088746" y="1811654"/>
                </a:cubicBezTo>
                <a:close/>
                <a:moveTo>
                  <a:pt x="242835" y="1811324"/>
                </a:moveTo>
                <a:lnTo>
                  <a:pt x="236990" y="1827371"/>
                </a:lnTo>
                <a:cubicBezTo>
                  <a:pt x="234323" y="1833943"/>
                  <a:pt x="234609" y="1837563"/>
                  <a:pt x="238514" y="1841468"/>
                </a:cubicBezTo>
                <a:cubicBezTo>
                  <a:pt x="242420" y="1845373"/>
                  <a:pt x="238800" y="1845088"/>
                  <a:pt x="240324" y="1847183"/>
                </a:cubicBezTo>
                <a:cubicBezTo>
                  <a:pt x="241848" y="1849374"/>
                  <a:pt x="243086" y="1851374"/>
                  <a:pt x="239467" y="1854422"/>
                </a:cubicBezTo>
                <a:cubicBezTo>
                  <a:pt x="235847" y="1857375"/>
                  <a:pt x="235847" y="1857089"/>
                  <a:pt x="235847" y="1861566"/>
                </a:cubicBezTo>
                <a:cubicBezTo>
                  <a:pt x="235847" y="1866043"/>
                  <a:pt x="235847" y="1872615"/>
                  <a:pt x="235847" y="1872615"/>
                </a:cubicBezTo>
                <a:lnTo>
                  <a:pt x="227884" y="1875175"/>
                </a:lnTo>
                <a:lnTo>
                  <a:pt x="235942" y="1872805"/>
                </a:lnTo>
                <a:cubicBezTo>
                  <a:pt x="235942" y="1872805"/>
                  <a:pt x="235942" y="1866233"/>
                  <a:pt x="235942" y="1861756"/>
                </a:cubicBezTo>
                <a:cubicBezTo>
                  <a:pt x="235942" y="1857279"/>
                  <a:pt x="235942" y="1857565"/>
                  <a:pt x="239562" y="1854612"/>
                </a:cubicBezTo>
                <a:cubicBezTo>
                  <a:pt x="243181" y="1851564"/>
                  <a:pt x="241943" y="1849564"/>
                  <a:pt x="240419" y="1847373"/>
                </a:cubicBezTo>
                <a:cubicBezTo>
                  <a:pt x="238895" y="1845278"/>
                  <a:pt x="242515" y="1845564"/>
                  <a:pt x="238609" y="1841658"/>
                </a:cubicBezTo>
                <a:cubicBezTo>
                  <a:pt x="234704" y="1837753"/>
                  <a:pt x="234418" y="1834134"/>
                  <a:pt x="237085" y="1827561"/>
                </a:cubicBezTo>
                <a:cubicBezTo>
                  <a:pt x="238800" y="1823466"/>
                  <a:pt x="240895" y="1820227"/>
                  <a:pt x="242134" y="1817084"/>
                </a:cubicBezTo>
                <a:cubicBezTo>
                  <a:pt x="242134" y="1817084"/>
                  <a:pt x="248040" y="1812798"/>
                  <a:pt x="252325" y="1817084"/>
                </a:cubicBezTo>
                <a:cubicBezTo>
                  <a:pt x="253564" y="1818322"/>
                  <a:pt x="254611" y="1818703"/>
                  <a:pt x="255279" y="1818703"/>
                </a:cubicBezTo>
                <a:lnTo>
                  <a:pt x="257511" y="1818789"/>
                </a:lnTo>
                <a:lnTo>
                  <a:pt x="256422" y="1818417"/>
                </a:lnTo>
                <a:cubicBezTo>
                  <a:pt x="256422" y="1818417"/>
                  <a:pt x="254612" y="1819274"/>
                  <a:pt x="252231" y="1816893"/>
                </a:cubicBezTo>
                <a:cubicBezTo>
                  <a:pt x="247945" y="1812607"/>
                  <a:pt x="242039" y="1816893"/>
                  <a:pt x="242039" y="1816893"/>
                </a:cubicBezTo>
                <a:close/>
                <a:moveTo>
                  <a:pt x="270423" y="1809475"/>
                </a:moveTo>
                <a:cubicBezTo>
                  <a:pt x="269376" y="1809583"/>
                  <a:pt x="268471" y="1810178"/>
                  <a:pt x="268138" y="1812131"/>
                </a:cubicBezTo>
                <a:cubicBezTo>
                  <a:pt x="267566" y="1816036"/>
                  <a:pt x="263661" y="1817846"/>
                  <a:pt x="263661" y="1817846"/>
                </a:cubicBezTo>
                <a:lnTo>
                  <a:pt x="263234" y="1818060"/>
                </a:lnTo>
                <a:lnTo>
                  <a:pt x="263660" y="1817941"/>
                </a:lnTo>
                <a:cubicBezTo>
                  <a:pt x="263660" y="1817941"/>
                  <a:pt x="267565" y="1816131"/>
                  <a:pt x="268137" y="1812226"/>
                </a:cubicBezTo>
                <a:cubicBezTo>
                  <a:pt x="268708" y="1808321"/>
                  <a:pt x="271756" y="1809845"/>
                  <a:pt x="273567" y="1809845"/>
                </a:cubicBezTo>
                <a:lnTo>
                  <a:pt x="274138" y="1818227"/>
                </a:lnTo>
                <a:lnTo>
                  <a:pt x="276805" y="1818513"/>
                </a:lnTo>
                <a:lnTo>
                  <a:pt x="277031" y="1818513"/>
                </a:lnTo>
                <a:lnTo>
                  <a:pt x="276805" y="1818417"/>
                </a:lnTo>
                <a:lnTo>
                  <a:pt x="274138" y="1818131"/>
                </a:lnTo>
                <a:lnTo>
                  <a:pt x="273567" y="1809749"/>
                </a:lnTo>
                <a:cubicBezTo>
                  <a:pt x="272662" y="1809749"/>
                  <a:pt x="271472" y="1809368"/>
                  <a:pt x="270423" y="1809475"/>
                </a:cubicBezTo>
                <a:close/>
                <a:moveTo>
                  <a:pt x="2338594" y="1806762"/>
                </a:moveTo>
                <a:lnTo>
                  <a:pt x="2340004" y="1808428"/>
                </a:lnTo>
                <a:lnTo>
                  <a:pt x="2340881" y="1807734"/>
                </a:lnTo>
                <a:close/>
                <a:moveTo>
                  <a:pt x="1348654" y="1805368"/>
                </a:moveTo>
                <a:cubicBezTo>
                  <a:pt x="1351035" y="1805368"/>
                  <a:pt x="1357988" y="1803558"/>
                  <a:pt x="1359417" y="1805654"/>
                </a:cubicBezTo>
                <a:cubicBezTo>
                  <a:pt x="1360941" y="1807749"/>
                  <a:pt x="1361798" y="1808987"/>
                  <a:pt x="1359131" y="1808987"/>
                </a:cubicBezTo>
                <a:cubicBezTo>
                  <a:pt x="1356464" y="1808987"/>
                  <a:pt x="1355512" y="1809273"/>
                  <a:pt x="1352845" y="1810797"/>
                </a:cubicBezTo>
                <a:cubicBezTo>
                  <a:pt x="1350082" y="1812226"/>
                  <a:pt x="1345891" y="1811273"/>
                  <a:pt x="1344463" y="1809845"/>
                </a:cubicBezTo>
                <a:cubicBezTo>
                  <a:pt x="1342939" y="1808321"/>
                  <a:pt x="1339033" y="1808321"/>
                  <a:pt x="1342367" y="1806892"/>
                </a:cubicBezTo>
                <a:cubicBezTo>
                  <a:pt x="1345701" y="1805368"/>
                  <a:pt x="1346272" y="1805368"/>
                  <a:pt x="1348654" y="1805368"/>
                </a:cubicBezTo>
                <a:close/>
                <a:moveTo>
                  <a:pt x="1143247" y="1798966"/>
                </a:moveTo>
                <a:lnTo>
                  <a:pt x="1143390" y="1799367"/>
                </a:lnTo>
                <a:lnTo>
                  <a:pt x="1143145" y="1800045"/>
                </a:lnTo>
                <a:lnTo>
                  <a:pt x="1147771" y="1799844"/>
                </a:lnTo>
                <a:lnTo>
                  <a:pt x="1147898" y="1799833"/>
                </a:lnTo>
                <a:lnTo>
                  <a:pt x="1147676" y="1799843"/>
                </a:lnTo>
                <a:lnTo>
                  <a:pt x="1143485" y="1799272"/>
                </a:lnTo>
                <a:close/>
                <a:moveTo>
                  <a:pt x="378228" y="1796335"/>
                </a:moveTo>
                <a:lnTo>
                  <a:pt x="378139" y="1796416"/>
                </a:lnTo>
                <a:lnTo>
                  <a:pt x="378208" y="1796575"/>
                </a:lnTo>
                <a:close/>
                <a:moveTo>
                  <a:pt x="2661103" y="1786413"/>
                </a:moveTo>
                <a:cubicBezTo>
                  <a:pt x="2662531" y="1786699"/>
                  <a:pt x="2662246" y="1787937"/>
                  <a:pt x="2662341" y="1789461"/>
                </a:cubicBezTo>
                <a:cubicBezTo>
                  <a:pt x="2662341" y="1790985"/>
                  <a:pt x="2661770" y="1794509"/>
                  <a:pt x="2660246" y="1791842"/>
                </a:cubicBezTo>
                <a:cubicBezTo>
                  <a:pt x="2658722" y="1789080"/>
                  <a:pt x="2659579" y="1786127"/>
                  <a:pt x="2661103" y="1786413"/>
                </a:cubicBezTo>
                <a:close/>
                <a:moveTo>
                  <a:pt x="6039525" y="1785651"/>
                </a:moveTo>
                <a:cubicBezTo>
                  <a:pt x="6041335" y="1784794"/>
                  <a:pt x="6042859" y="1787175"/>
                  <a:pt x="6041621" y="1788985"/>
                </a:cubicBezTo>
                <a:cubicBezTo>
                  <a:pt x="6040382" y="1790795"/>
                  <a:pt x="6040097" y="1795843"/>
                  <a:pt x="6041907" y="1799177"/>
                </a:cubicBezTo>
                <a:cubicBezTo>
                  <a:pt x="6043716" y="1802511"/>
                  <a:pt x="6044002" y="1808797"/>
                  <a:pt x="6041621" y="1809369"/>
                </a:cubicBezTo>
                <a:cubicBezTo>
                  <a:pt x="6039239" y="1809940"/>
                  <a:pt x="6036191" y="1811464"/>
                  <a:pt x="6034096" y="1811464"/>
                </a:cubicBezTo>
                <a:cubicBezTo>
                  <a:pt x="6032001" y="1811464"/>
                  <a:pt x="6026000" y="1812702"/>
                  <a:pt x="6029905" y="1809369"/>
                </a:cubicBezTo>
                <a:cubicBezTo>
                  <a:pt x="6033810" y="1806035"/>
                  <a:pt x="6035906" y="1803939"/>
                  <a:pt x="6034382" y="1800701"/>
                </a:cubicBezTo>
                <a:cubicBezTo>
                  <a:pt x="6032953" y="1797367"/>
                  <a:pt x="6029334" y="1793176"/>
                  <a:pt x="6029334" y="1793176"/>
                </a:cubicBezTo>
                <a:cubicBezTo>
                  <a:pt x="6029334" y="1793176"/>
                  <a:pt x="6026381" y="1788699"/>
                  <a:pt x="6029620" y="1787461"/>
                </a:cubicBezTo>
                <a:cubicBezTo>
                  <a:pt x="6032953" y="1786223"/>
                  <a:pt x="6037716" y="1786604"/>
                  <a:pt x="6039525" y="1785651"/>
                </a:cubicBezTo>
                <a:close/>
                <a:moveTo>
                  <a:pt x="5985614" y="1783175"/>
                </a:moveTo>
                <a:cubicBezTo>
                  <a:pt x="5986471" y="1781651"/>
                  <a:pt x="5987709" y="1782603"/>
                  <a:pt x="5988281" y="1787080"/>
                </a:cubicBezTo>
                <a:cubicBezTo>
                  <a:pt x="5988948" y="1791556"/>
                  <a:pt x="5981995" y="1791938"/>
                  <a:pt x="5979327" y="1790699"/>
                </a:cubicBezTo>
                <a:cubicBezTo>
                  <a:pt x="5976660" y="1789556"/>
                  <a:pt x="5976660" y="1788032"/>
                  <a:pt x="5976660" y="1788032"/>
                </a:cubicBezTo>
                <a:cubicBezTo>
                  <a:pt x="5976660" y="1788032"/>
                  <a:pt x="5977232" y="1786889"/>
                  <a:pt x="5978375" y="1786794"/>
                </a:cubicBezTo>
                <a:cubicBezTo>
                  <a:pt x="5979613" y="1786794"/>
                  <a:pt x="5980756" y="1787461"/>
                  <a:pt x="5982566" y="1788032"/>
                </a:cubicBezTo>
                <a:cubicBezTo>
                  <a:pt x="5984376" y="1788604"/>
                  <a:pt x="5984376" y="1787747"/>
                  <a:pt x="5984376" y="1786508"/>
                </a:cubicBezTo>
                <a:cubicBezTo>
                  <a:pt x="5984376" y="1785270"/>
                  <a:pt x="5984757" y="1784698"/>
                  <a:pt x="5985614" y="1783175"/>
                </a:cubicBezTo>
                <a:close/>
                <a:moveTo>
                  <a:pt x="104593" y="1782222"/>
                </a:moveTo>
                <a:cubicBezTo>
                  <a:pt x="104593" y="1780127"/>
                  <a:pt x="109070" y="1780413"/>
                  <a:pt x="108498" y="1782794"/>
                </a:cubicBezTo>
                <a:cubicBezTo>
                  <a:pt x="107927" y="1785175"/>
                  <a:pt x="107927" y="1785175"/>
                  <a:pt x="107927" y="1785175"/>
                </a:cubicBezTo>
                <a:cubicBezTo>
                  <a:pt x="107927" y="1785175"/>
                  <a:pt x="104593" y="1784318"/>
                  <a:pt x="104593" y="1782222"/>
                </a:cubicBezTo>
                <a:close/>
                <a:moveTo>
                  <a:pt x="114213" y="1777079"/>
                </a:moveTo>
                <a:cubicBezTo>
                  <a:pt x="116023" y="1774412"/>
                  <a:pt x="117166" y="1775841"/>
                  <a:pt x="116023" y="1778603"/>
                </a:cubicBezTo>
                <a:cubicBezTo>
                  <a:pt x="114784" y="1781270"/>
                  <a:pt x="114784" y="1781270"/>
                  <a:pt x="114784" y="1781270"/>
                </a:cubicBezTo>
                <a:cubicBezTo>
                  <a:pt x="114784" y="1781270"/>
                  <a:pt x="112403" y="1779746"/>
                  <a:pt x="114213" y="1777079"/>
                </a:cubicBezTo>
                <a:close/>
                <a:moveTo>
                  <a:pt x="5886744" y="1754790"/>
                </a:moveTo>
                <a:cubicBezTo>
                  <a:pt x="5887601" y="1753266"/>
                  <a:pt x="5889411" y="1754219"/>
                  <a:pt x="5890363" y="1758124"/>
                </a:cubicBezTo>
                <a:cubicBezTo>
                  <a:pt x="5891221" y="1761934"/>
                  <a:pt x="5888268" y="1759838"/>
                  <a:pt x="5888268" y="1759838"/>
                </a:cubicBezTo>
                <a:cubicBezTo>
                  <a:pt x="5888268" y="1759838"/>
                  <a:pt x="5885887" y="1756219"/>
                  <a:pt x="5886744" y="1754790"/>
                </a:cubicBezTo>
                <a:close/>
                <a:moveTo>
                  <a:pt x="790592" y="1752546"/>
                </a:moveTo>
                <a:lnTo>
                  <a:pt x="783154" y="1764125"/>
                </a:lnTo>
                <a:cubicBezTo>
                  <a:pt x="780393" y="1765411"/>
                  <a:pt x="778512" y="1767673"/>
                  <a:pt x="778226" y="1769650"/>
                </a:cubicBezTo>
                <a:lnTo>
                  <a:pt x="778251" y="1769670"/>
                </a:lnTo>
                <a:lnTo>
                  <a:pt x="783059" y="1764315"/>
                </a:lnTo>
                <a:cubicBezTo>
                  <a:pt x="787155" y="1762411"/>
                  <a:pt x="787631" y="1757648"/>
                  <a:pt x="790584" y="1752600"/>
                </a:cubicBezTo>
                <a:close/>
                <a:moveTo>
                  <a:pt x="232681" y="1750183"/>
                </a:moveTo>
                <a:cubicBezTo>
                  <a:pt x="231657" y="1750028"/>
                  <a:pt x="230895" y="1750695"/>
                  <a:pt x="229561" y="1752790"/>
                </a:cubicBezTo>
                <a:lnTo>
                  <a:pt x="223354" y="1753693"/>
                </a:lnTo>
                <a:lnTo>
                  <a:pt x="225310" y="1754767"/>
                </a:lnTo>
                <a:cubicBezTo>
                  <a:pt x="226870" y="1755219"/>
                  <a:pt x="228323" y="1754886"/>
                  <a:pt x="229656" y="1752790"/>
                </a:cubicBezTo>
                <a:lnTo>
                  <a:pt x="232741" y="1750212"/>
                </a:lnTo>
                <a:close/>
                <a:moveTo>
                  <a:pt x="464634" y="1749359"/>
                </a:moveTo>
                <a:lnTo>
                  <a:pt x="462637" y="1751361"/>
                </a:lnTo>
                <a:lnTo>
                  <a:pt x="462637" y="1751362"/>
                </a:lnTo>
                <a:close/>
                <a:moveTo>
                  <a:pt x="6017999" y="1746027"/>
                </a:moveTo>
                <a:cubicBezTo>
                  <a:pt x="6020380" y="1745742"/>
                  <a:pt x="6021904" y="1744789"/>
                  <a:pt x="6022190" y="1748123"/>
                </a:cubicBezTo>
                <a:cubicBezTo>
                  <a:pt x="6022476" y="1751457"/>
                  <a:pt x="6022190" y="1752885"/>
                  <a:pt x="6020380" y="1752600"/>
                </a:cubicBezTo>
                <a:cubicBezTo>
                  <a:pt x="6018571" y="1752409"/>
                  <a:pt x="6016475" y="1751457"/>
                  <a:pt x="6016475" y="1751457"/>
                </a:cubicBezTo>
                <a:cubicBezTo>
                  <a:pt x="6016475" y="1751457"/>
                  <a:pt x="6015618" y="1746313"/>
                  <a:pt x="6017999" y="1746027"/>
                </a:cubicBezTo>
                <a:close/>
                <a:moveTo>
                  <a:pt x="585416" y="1742884"/>
                </a:moveTo>
                <a:cubicBezTo>
                  <a:pt x="579128" y="1742598"/>
                  <a:pt x="572176" y="1744027"/>
                  <a:pt x="567698" y="1749456"/>
                </a:cubicBezTo>
                <a:lnTo>
                  <a:pt x="567555" y="1749630"/>
                </a:lnTo>
                <a:lnTo>
                  <a:pt x="585224" y="1743074"/>
                </a:lnTo>
                <a:cubicBezTo>
                  <a:pt x="591511" y="1743360"/>
                  <a:pt x="607989" y="1749361"/>
                  <a:pt x="607989" y="1749361"/>
                </a:cubicBezTo>
                <a:cubicBezTo>
                  <a:pt x="609894" y="1750409"/>
                  <a:pt x="611132" y="1750980"/>
                  <a:pt x="612740" y="1750218"/>
                </a:cubicBezTo>
                <a:lnTo>
                  <a:pt x="613085" y="1749864"/>
                </a:lnTo>
                <a:lnTo>
                  <a:pt x="608179" y="1749171"/>
                </a:lnTo>
                <a:cubicBezTo>
                  <a:pt x="608179" y="1749171"/>
                  <a:pt x="591701" y="1743170"/>
                  <a:pt x="585416" y="1742884"/>
                </a:cubicBezTo>
                <a:close/>
                <a:moveTo>
                  <a:pt x="195514" y="1742366"/>
                </a:moveTo>
                <a:lnTo>
                  <a:pt x="195937" y="1742503"/>
                </a:lnTo>
                <a:lnTo>
                  <a:pt x="197653" y="1742503"/>
                </a:lnTo>
                <a:lnTo>
                  <a:pt x="197683" y="1742404"/>
                </a:lnTo>
                <a:close/>
                <a:moveTo>
                  <a:pt x="628386" y="1738369"/>
                </a:moveTo>
                <a:lnTo>
                  <a:pt x="629611" y="1738979"/>
                </a:lnTo>
                <a:lnTo>
                  <a:pt x="629611" y="1738762"/>
                </a:lnTo>
                <a:close/>
                <a:moveTo>
                  <a:pt x="167590" y="1734815"/>
                </a:moveTo>
                <a:lnTo>
                  <a:pt x="168213" y="1734964"/>
                </a:lnTo>
                <a:lnTo>
                  <a:pt x="168149" y="1734836"/>
                </a:lnTo>
                <a:close/>
                <a:moveTo>
                  <a:pt x="146123" y="1732645"/>
                </a:moveTo>
                <a:lnTo>
                  <a:pt x="161839" y="1734788"/>
                </a:lnTo>
                <a:lnTo>
                  <a:pt x="161761" y="1734996"/>
                </a:lnTo>
                <a:lnTo>
                  <a:pt x="164062" y="1734684"/>
                </a:lnTo>
                <a:lnTo>
                  <a:pt x="161743" y="1734598"/>
                </a:lnTo>
                <a:close/>
                <a:moveTo>
                  <a:pt x="133549" y="1732217"/>
                </a:moveTo>
                <a:cubicBezTo>
                  <a:pt x="131453" y="1732788"/>
                  <a:pt x="130310" y="1732788"/>
                  <a:pt x="126976" y="1736122"/>
                </a:cubicBezTo>
                <a:lnTo>
                  <a:pt x="114416" y="1739738"/>
                </a:lnTo>
                <a:lnTo>
                  <a:pt x="114499" y="1739741"/>
                </a:lnTo>
                <a:cubicBezTo>
                  <a:pt x="121072" y="1740026"/>
                  <a:pt x="123834" y="1739455"/>
                  <a:pt x="127072" y="1736121"/>
                </a:cubicBezTo>
                <a:lnTo>
                  <a:pt x="133639" y="1732219"/>
                </a:lnTo>
                <a:close/>
                <a:moveTo>
                  <a:pt x="801758" y="1726813"/>
                </a:moveTo>
                <a:lnTo>
                  <a:pt x="796394" y="1736884"/>
                </a:lnTo>
                <a:cubicBezTo>
                  <a:pt x="792489" y="1738027"/>
                  <a:pt x="790393" y="1741361"/>
                  <a:pt x="790393" y="1741361"/>
                </a:cubicBezTo>
                <a:lnTo>
                  <a:pt x="790427" y="1741456"/>
                </a:lnTo>
                <a:lnTo>
                  <a:pt x="796300" y="1737074"/>
                </a:lnTo>
                <a:cubicBezTo>
                  <a:pt x="800204" y="1735836"/>
                  <a:pt x="801157" y="1731359"/>
                  <a:pt x="801728" y="1726882"/>
                </a:cubicBezTo>
                <a:close/>
                <a:moveTo>
                  <a:pt x="505309" y="1724882"/>
                </a:moveTo>
                <a:cubicBezTo>
                  <a:pt x="498070" y="1724025"/>
                  <a:pt x="498356" y="1725835"/>
                  <a:pt x="493879" y="1726120"/>
                </a:cubicBezTo>
                <a:cubicBezTo>
                  <a:pt x="489403" y="1726501"/>
                  <a:pt x="488450" y="1724406"/>
                  <a:pt x="483688" y="1725263"/>
                </a:cubicBezTo>
                <a:cubicBezTo>
                  <a:pt x="478830" y="1726120"/>
                  <a:pt x="476449" y="1728502"/>
                  <a:pt x="474067" y="1731549"/>
                </a:cubicBezTo>
                <a:lnTo>
                  <a:pt x="474036" y="1731636"/>
                </a:lnTo>
                <a:lnTo>
                  <a:pt x="483498" y="1725453"/>
                </a:lnTo>
                <a:cubicBezTo>
                  <a:pt x="488260" y="1724501"/>
                  <a:pt x="489212" y="1726596"/>
                  <a:pt x="493689" y="1726310"/>
                </a:cubicBezTo>
                <a:cubicBezTo>
                  <a:pt x="498261" y="1725929"/>
                  <a:pt x="497975" y="1724215"/>
                  <a:pt x="505119" y="1725072"/>
                </a:cubicBezTo>
                <a:cubicBezTo>
                  <a:pt x="512358" y="1725929"/>
                  <a:pt x="511787" y="1729263"/>
                  <a:pt x="514454" y="1737359"/>
                </a:cubicBezTo>
                <a:cubicBezTo>
                  <a:pt x="517216" y="1745456"/>
                  <a:pt x="518645" y="1746980"/>
                  <a:pt x="524074" y="1746980"/>
                </a:cubicBezTo>
                <a:cubicBezTo>
                  <a:pt x="529408" y="1746980"/>
                  <a:pt x="530932" y="1743741"/>
                  <a:pt x="535123" y="1744027"/>
                </a:cubicBezTo>
                <a:cubicBezTo>
                  <a:pt x="539314" y="1744313"/>
                  <a:pt x="542362" y="1746980"/>
                  <a:pt x="551317" y="1755076"/>
                </a:cubicBezTo>
                <a:cubicBezTo>
                  <a:pt x="555793" y="1759124"/>
                  <a:pt x="558722" y="1759124"/>
                  <a:pt x="561091" y="1757434"/>
                </a:cubicBezTo>
                <a:lnTo>
                  <a:pt x="561253" y="1757237"/>
                </a:lnTo>
                <a:lnTo>
                  <a:pt x="551506" y="1754886"/>
                </a:lnTo>
                <a:cubicBezTo>
                  <a:pt x="542552" y="1746790"/>
                  <a:pt x="539504" y="1744123"/>
                  <a:pt x="535313" y="1743837"/>
                </a:cubicBezTo>
                <a:cubicBezTo>
                  <a:pt x="531122" y="1743456"/>
                  <a:pt x="529693" y="1746790"/>
                  <a:pt x="524264" y="1746790"/>
                </a:cubicBezTo>
                <a:cubicBezTo>
                  <a:pt x="518835" y="1746790"/>
                  <a:pt x="517311" y="1745265"/>
                  <a:pt x="514644" y="1737169"/>
                </a:cubicBezTo>
                <a:cubicBezTo>
                  <a:pt x="511882" y="1729073"/>
                  <a:pt x="512453" y="1725739"/>
                  <a:pt x="505309" y="1724882"/>
                </a:cubicBezTo>
                <a:close/>
                <a:moveTo>
                  <a:pt x="6047050" y="1709261"/>
                </a:moveTo>
                <a:cubicBezTo>
                  <a:pt x="6048859" y="1709547"/>
                  <a:pt x="6050955" y="1709833"/>
                  <a:pt x="6050098" y="1712595"/>
                </a:cubicBezTo>
                <a:cubicBezTo>
                  <a:pt x="6049145" y="1715262"/>
                  <a:pt x="6046764" y="1713452"/>
                  <a:pt x="6046764" y="1713452"/>
                </a:cubicBezTo>
                <a:cubicBezTo>
                  <a:pt x="6046764" y="1713452"/>
                  <a:pt x="6045240" y="1708975"/>
                  <a:pt x="6047050" y="1709261"/>
                </a:cubicBezTo>
                <a:close/>
                <a:moveTo>
                  <a:pt x="1118434" y="1708213"/>
                </a:moveTo>
                <a:cubicBezTo>
                  <a:pt x="1121101" y="1708784"/>
                  <a:pt x="1119291" y="1709356"/>
                  <a:pt x="1123483" y="1710594"/>
                </a:cubicBezTo>
                <a:cubicBezTo>
                  <a:pt x="1127673" y="1711737"/>
                  <a:pt x="1121672" y="1713261"/>
                  <a:pt x="1121672" y="1713261"/>
                </a:cubicBezTo>
                <a:cubicBezTo>
                  <a:pt x="1121672" y="1713261"/>
                  <a:pt x="1121672" y="1713261"/>
                  <a:pt x="1115767" y="1712404"/>
                </a:cubicBezTo>
                <a:cubicBezTo>
                  <a:pt x="1109766" y="1711547"/>
                  <a:pt x="1116910" y="1710975"/>
                  <a:pt x="1116338" y="1709737"/>
                </a:cubicBezTo>
                <a:cubicBezTo>
                  <a:pt x="1115767" y="1708499"/>
                  <a:pt x="1115767" y="1707641"/>
                  <a:pt x="1118434" y="1708213"/>
                </a:cubicBezTo>
                <a:close/>
                <a:moveTo>
                  <a:pt x="812958" y="1705272"/>
                </a:moveTo>
                <a:lnTo>
                  <a:pt x="807253" y="1714405"/>
                </a:lnTo>
                <a:lnTo>
                  <a:pt x="807198" y="1714529"/>
                </a:lnTo>
                <a:lnTo>
                  <a:pt x="812944" y="1705332"/>
                </a:lnTo>
                <a:close/>
                <a:moveTo>
                  <a:pt x="2647316" y="1698319"/>
                </a:moveTo>
                <a:cubicBezTo>
                  <a:pt x="2649006" y="1698998"/>
                  <a:pt x="2650578" y="1700355"/>
                  <a:pt x="2651768" y="1700974"/>
                </a:cubicBezTo>
                <a:cubicBezTo>
                  <a:pt x="2654245" y="1702212"/>
                  <a:pt x="2656912" y="1703070"/>
                  <a:pt x="2659007" y="1706403"/>
                </a:cubicBezTo>
                <a:cubicBezTo>
                  <a:pt x="2661103" y="1709737"/>
                  <a:pt x="2667103" y="1708499"/>
                  <a:pt x="2667103" y="1704594"/>
                </a:cubicBezTo>
                <a:cubicBezTo>
                  <a:pt x="2667103" y="1700688"/>
                  <a:pt x="2668913" y="1699164"/>
                  <a:pt x="2671009" y="1702498"/>
                </a:cubicBezTo>
                <a:cubicBezTo>
                  <a:pt x="2672152" y="1704308"/>
                  <a:pt x="2671866" y="1706118"/>
                  <a:pt x="2671294" y="1708213"/>
                </a:cubicBezTo>
                <a:cubicBezTo>
                  <a:pt x="2670628" y="1710309"/>
                  <a:pt x="2667389" y="1722882"/>
                  <a:pt x="2670247" y="1723167"/>
                </a:cubicBezTo>
                <a:cubicBezTo>
                  <a:pt x="2672342" y="1723167"/>
                  <a:pt x="2674152" y="1724977"/>
                  <a:pt x="2672628" y="1725834"/>
                </a:cubicBezTo>
                <a:cubicBezTo>
                  <a:pt x="2671104" y="1726692"/>
                  <a:pt x="2671390" y="1729073"/>
                  <a:pt x="2672628" y="1730311"/>
                </a:cubicBezTo>
                <a:cubicBezTo>
                  <a:pt x="2673866" y="1731549"/>
                  <a:pt x="2673009" y="1736883"/>
                  <a:pt x="2671771" y="1738693"/>
                </a:cubicBezTo>
                <a:cubicBezTo>
                  <a:pt x="2668913" y="1742884"/>
                  <a:pt x="2668532" y="1747361"/>
                  <a:pt x="2669389" y="1749742"/>
                </a:cubicBezTo>
                <a:cubicBezTo>
                  <a:pt x="2671485" y="1755457"/>
                  <a:pt x="2667865" y="1756314"/>
                  <a:pt x="2667865" y="1756314"/>
                </a:cubicBezTo>
                <a:cubicBezTo>
                  <a:pt x="2665389" y="1760315"/>
                  <a:pt x="2663389" y="1762601"/>
                  <a:pt x="2664246" y="1759267"/>
                </a:cubicBezTo>
                <a:cubicBezTo>
                  <a:pt x="2664627" y="1757743"/>
                  <a:pt x="2661198" y="1757457"/>
                  <a:pt x="2658531" y="1760124"/>
                </a:cubicBezTo>
                <a:cubicBezTo>
                  <a:pt x="2655864" y="1762791"/>
                  <a:pt x="2654911" y="1766982"/>
                  <a:pt x="2656721" y="1766411"/>
                </a:cubicBezTo>
                <a:cubicBezTo>
                  <a:pt x="2658531" y="1765839"/>
                  <a:pt x="2659674" y="1766982"/>
                  <a:pt x="2659388" y="1768506"/>
                </a:cubicBezTo>
                <a:cubicBezTo>
                  <a:pt x="2659102" y="1770030"/>
                  <a:pt x="2658150" y="1770888"/>
                  <a:pt x="2655197" y="1772412"/>
                </a:cubicBezTo>
                <a:cubicBezTo>
                  <a:pt x="2648339" y="1775841"/>
                  <a:pt x="2648339" y="1781937"/>
                  <a:pt x="2650435" y="1783175"/>
                </a:cubicBezTo>
                <a:cubicBezTo>
                  <a:pt x="2652530" y="1784413"/>
                  <a:pt x="2656435" y="1790033"/>
                  <a:pt x="2653768" y="1797558"/>
                </a:cubicBezTo>
                <a:cubicBezTo>
                  <a:pt x="2651006" y="1805082"/>
                  <a:pt x="2654626" y="1807464"/>
                  <a:pt x="2656435" y="1807464"/>
                </a:cubicBezTo>
                <a:cubicBezTo>
                  <a:pt x="2658245" y="1807464"/>
                  <a:pt x="2660626" y="1808035"/>
                  <a:pt x="2661865" y="1809273"/>
                </a:cubicBezTo>
                <a:cubicBezTo>
                  <a:pt x="2663007" y="1810512"/>
                  <a:pt x="2665103" y="1811750"/>
                  <a:pt x="2664532" y="1806321"/>
                </a:cubicBezTo>
                <a:cubicBezTo>
                  <a:pt x="2663960" y="1800891"/>
                  <a:pt x="2665674" y="1800891"/>
                  <a:pt x="2666913" y="1802415"/>
                </a:cubicBezTo>
                <a:cubicBezTo>
                  <a:pt x="2668151" y="1803939"/>
                  <a:pt x="2669008" y="1804511"/>
                  <a:pt x="2670247" y="1801844"/>
                </a:cubicBezTo>
                <a:cubicBezTo>
                  <a:pt x="2671390" y="1799177"/>
                  <a:pt x="2674723" y="1800320"/>
                  <a:pt x="2676819" y="1801558"/>
                </a:cubicBezTo>
                <a:cubicBezTo>
                  <a:pt x="2678914" y="1802796"/>
                  <a:pt x="2684058" y="1805749"/>
                  <a:pt x="2684629" y="1809940"/>
                </a:cubicBezTo>
                <a:cubicBezTo>
                  <a:pt x="2685201" y="1814131"/>
                  <a:pt x="2689106" y="1814988"/>
                  <a:pt x="2688535" y="1812321"/>
                </a:cubicBezTo>
                <a:cubicBezTo>
                  <a:pt x="2687868" y="1809654"/>
                  <a:pt x="2689392" y="1808130"/>
                  <a:pt x="2691487" y="1811464"/>
                </a:cubicBezTo>
                <a:cubicBezTo>
                  <a:pt x="2693583" y="1814798"/>
                  <a:pt x="2696250" y="1812702"/>
                  <a:pt x="2698060" y="1815369"/>
                </a:cubicBezTo>
                <a:cubicBezTo>
                  <a:pt x="2699869" y="1818036"/>
                  <a:pt x="2697774" y="1818322"/>
                  <a:pt x="2693869" y="1817751"/>
                </a:cubicBezTo>
                <a:cubicBezTo>
                  <a:pt x="2689963" y="1817179"/>
                  <a:pt x="2691392" y="1821084"/>
                  <a:pt x="2692630" y="1821084"/>
                </a:cubicBezTo>
                <a:cubicBezTo>
                  <a:pt x="2693869" y="1821084"/>
                  <a:pt x="2696821" y="1820799"/>
                  <a:pt x="2695964" y="1825561"/>
                </a:cubicBezTo>
                <a:cubicBezTo>
                  <a:pt x="2695107" y="1830419"/>
                  <a:pt x="2699869" y="1835181"/>
                  <a:pt x="2701965" y="1835181"/>
                </a:cubicBezTo>
                <a:cubicBezTo>
                  <a:pt x="2704060" y="1835181"/>
                  <a:pt x="2704346" y="1837277"/>
                  <a:pt x="2703774" y="1839087"/>
                </a:cubicBezTo>
                <a:cubicBezTo>
                  <a:pt x="2703108" y="1840896"/>
                  <a:pt x="2703108" y="1839658"/>
                  <a:pt x="2702536" y="1842992"/>
                </a:cubicBezTo>
                <a:cubicBezTo>
                  <a:pt x="2701298" y="1849659"/>
                  <a:pt x="2694726" y="1841182"/>
                  <a:pt x="2696536" y="1839658"/>
                </a:cubicBezTo>
                <a:cubicBezTo>
                  <a:pt x="2698345" y="1838229"/>
                  <a:pt x="2701298" y="1836991"/>
                  <a:pt x="2692345" y="1836991"/>
                </a:cubicBezTo>
                <a:cubicBezTo>
                  <a:pt x="2685487" y="1836991"/>
                  <a:pt x="2681010" y="1832229"/>
                  <a:pt x="2683677" y="1830705"/>
                </a:cubicBezTo>
                <a:cubicBezTo>
                  <a:pt x="2686344" y="1829181"/>
                  <a:pt x="2685772" y="1826799"/>
                  <a:pt x="2683391" y="1825561"/>
                </a:cubicBezTo>
                <a:cubicBezTo>
                  <a:pt x="2681010" y="1824418"/>
                  <a:pt x="2681581" y="1825275"/>
                  <a:pt x="2677962" y="1818703"/>
                </a:cubicBezTo>
                <a:cubicBezTo>
                  <a:pt x="2674342" y="1812131"/>
                  <a:pt x="2671675" y="1814798"/>
                  <a:pt x="2671675" y="1816893"/>
                </a:cubicBezTo>
                <a:cubicBezTo>
                  <a:pt x="2671675" y="1818989"/>
                  <a:pt x="2670628" y="1819179"/>
                  <a:pt x="2673199" y="1823466"/>
                </a:cubicBezTo>
                <a:cubicBezTo>
                  <a:pt x="2675009" y="1826514"/>
                  <a:pt x="2671104" y="1830990"/>
                  <a:pt x="2668723" y="1825275"/>
                </a:cubicBezTo>
                <a:cubicBezTo>
                  <a:pt x="2667580" y="1822608"/>
                  <a:pt x="2668151" y="1821084"/>
                  <a:pt x="2661579" y="1816322"/>
                </a:cubicBezTo>
                <a:cubicBezTo>
                  <a:pt x="2655007" y="1811559"/>
                  <a:pt x="2651673" y="1814226"/>
                  <a:pt x="2649577" y="1816608"/>
                </a:cubicBezTo>
                <a:cubicBezTo>
                  <a:pt x="2647482" y="1818989"/>
                  <a:pt x="2642910" y="1819275"/>
                  <a:pt x="2642338" y="1817179"/>
                </a:cubicBezTo>
                <a:cubicBezTo>
                  <a:pt x="2641767" y="1815084"/>
                  <a:pt x="2640624" y="1814131"/>
                  <a:pt x="2639386" y="1815369"/>
                </a:cubicBezTo>
                <a:cubicBezTo>
                  <a:pt x="2638243" y="1816512"/>
                  <a:pt x="2635480" y="1816512"/>
                  <a:pt x="2637004" y="1814131"/>
                </a:cubicBezTo>
                <a:cubicBezTo>
                  <a:pt x="2638528" y="1811750"/>
                  <a:pt x="2637004" y="1812036"/>
                  <a:pt x="2636147" y="1812607"/>
                </a:cubicBezTo>
                <a:cubicBezTo>
                  <a:pt x="2635195" y="1813179"/>
                  <a:pt x="2633385" y="1815274"/>
                  <a:pt x="2632813" y="1813464"/>
                </a:cubicBezTo>
                <a:cubicBezTo>
                  <a:pt x="2632242" y="1811655"/>
                  <a:pt x="2634909" y="1810131"/>
                  <a:pt x="2634623" y="1807464"/>
                </a:cubicBezTo>
                <a:cubicBezTo>
                  <a:pt x="2634337" y="1804701"/>
                  <a:pt x="2635195" y="1802606"/>
                  <a:pt x="2636433" y="1801749"/>
                </a:cubicBezTo>
                <a:cubicBezTo>
                  <a:pt x="2637671" y="1800891"/>
                  <a:pt x="2641576" y="1793081"/>
                  <a:pt x="2635576" y="1793081"/>
                </a:cubicBezTo>
                <a:cubicBezTo>
                  <a:pt x="2629575" y="1793081"/>
                  <a:pt x="2632242" y="1793938"/>
                  <a:pt x="2632242" y="1796034"/>
                </a:cubicBezTo>
                <a:cubicBezTo>
                  <a:pt x="2632242" y="1798129"/>
                  <a:pt x="2631575" y="1799939"/>
                  <a:pt x="2627098" y="1795462"/>
                </a:cubicBezTo>
                <a:cubicBezTo>
                  <a:pt x="2622622" y="1790985"/>
                  <a:pt x="2626813" y="1785842"/>
                  <a:pt x="2624717" y="1781651"/>
                </a:cubicBezTo>
                <a:cubicBezTo>
                  <a:pt x="2622622" y="1777460"/>
                  <a:pt x="2621479" y="1773269"/>
                  <a:pt x="2621764" y="1771459"/>
                </a:cubicBezTo>
                <a:cubicBezTo>
                  <a:pt x="2622050" y="1769649"/>
                  <a:pt x="2621764" y="1764601"/>
                  <a:pt x="2619669" y="1764601"/>
                </a:cubicBezTo>
                <a:cubicBezTo>
                  <a:pt x="2617573" y="1764601"/>
                  <a:pt x="2617859" y="1762125"/>
                  <a:pt x="2618431" y="1759172"/>
                </a:cubicBezTo>
                <a:cubicBezTo>
                  <a:pt x="2619002" y="1756124"/>
                  <a:pt x="2619764" y="1753838"/>
                  <a:pt x="2623193" y="1759458"/>
                </a:cubicBezTo>
                <a:cubicBezTo>
                  <a:pt x="2625574" y="1763268"/>
                  <a:pt x="2631575" y="1758791"/>
                  <a:pt x="2629765" y="1756124"/>
                </a:cubicBezTo>
                <a:cubicBezTo>
                  <a:pt x="2627956" y="1753362"/>
                  <a:pt x="2628527" y="1748599"/>
                  <a:pt x="2629765" y="1746504"/>
                </a:cubicBezTo>
                <a:cubicBezTo>
                  <a:pt x="2631004" y="1744408"/>
                  <a:pt x="2634909" y="1740789"/>
                  <a:pt x="2633671" y="1736026"/>
                </a:cubicBezTo>
                <a:cubicBezTo>
                  <a:pt x="2632528" y="1731264"/>
                  <a:pt x="2634909" y="1726406"/>
                  <a:pt x="2634909" y="1723739"/>
                </a:cubicBezTo>
                <a:cubicBezTo>
                  <a:pt x="2634909" y="1721072"/>
                  <a:pt x="2638528" y="1718595"/>
                  <a:pt x="2636433" y="1715928"/>
                </a:cubicBezTo>
                <a:cubicBezTo>
                  <a:pt x="2635099" y="1714214"/>
                  <a:pt x="2635861" y="1711452"/>
                  <a:pt x="2636433" y="1709928"/>
                </a:cubicBezTo>
                <a:cubicBezTo>
                  <a:pt x="2637004" y="1708404"/>
                  <a:pt x="2638814" y="1703927"/>
                  <a:pt x="2642148" y="1699736"/>
                </a:cubicBezTo>
                <a:cubicBezTo>
                  <a:pt x="2643815" y="1697641"/>
                  <a:pt x="2645625" y="1697641"/>
                  <a:pt x="2647316" y="1698319"/>
                </a:cubicBezTo>
                <a:close/>
                <a:moveTo>
                  <a:pt x="6013522" y="1694306"/>
                </a:moveTo>
                <a:cubicBezTo>
                  <a:pt x="6013522" y="1694306"/>
                  <a:pt x="6016761" y="1693163"/>
                  <a:pt x="6017141" y="1695544"/>
                </a:cubicBezTo>
                <a:cubicBezTo>
                  <a:pt x="6017427" y="1697926"/>
                  <a:pt x="6015046" y="1698783"/>
                  <a:pt x="6013522" y="1698211"/>
                </a:cubicBezTo>
                <a:cubicBezTo>
                  <a:pt x="6011998" y="1697640"/>
                  <a:pt x="6013522" y="1694306"/>
                  <a:pt x="6013522" y="1694306"/>
                </a:cubicBezTo>
                <a:close/>
                <a:moveTo>
                  <a:pt x="835033" y="1688881"/>
                </a:moveTo>
                <a:lnTo>
                  <a:pt x="825243" y="1689640"/>
                </a:lnTo>
                <a:cubicBezTo>
                  <a:pt x="821374" y="1689949"/>
                  <a:pt x="817683" y="1690878"/>
                  <a:pt x="816492" y="1694117"/>
                </a:cubicBezTo>
                <a:lnTo>
                  <a:pt x="816428" y="1694291"/>
                </a:lnTo>
                <a:lnTo>
                  <a:pt x="825148" y="1689830"/>
                </a:lnTo>
                <a:cubicBezTo>
                  <a:pt x="829017" y="1689521"/>
                  <a:pt x="833065" y="1689830"/>
                  <a:pt x="834970" y="1689068"/>
                </a:cubicBezTo>
                <a:close/>
                <a:moveTo>
                  <a:pt x="414382" y="1683567"/>
                </a:moveTo>
                <a:lnTo>
                  <a:pt x="414251" y="1685924"/>
                </a:lnTo>
                <a:cubicBezTo>
                  <a:pt x="415108" y="1686782"/>
                  <a:pt x="413584" y="1684877"/>
                  <a:pt x="412060" y="1689925"/>
                </a:cubicBezTo>
                <a:cubicBezTo>
                  <a:pt x="410536" y="1694973"/>
                  <a:pt x="410536" y="1694973"/>
                  <a:pt x="411488" y="1704022"/>
                </a:cubicBezTo>
                <a:cubicBezTo>
                  <a:pt x="412346" y="1712975"/>
                  <a:pt x="411488" y="1718691"/>
                  <a:pt x="413870" y="1721738"/>
                </a:cubicBezTo>
                <a:cubicBezTo>
                  <a:pt x="416251" y="1724691"/>
                  <a:pt x="420156" y="1729263"/>
                  <a:pt x="422252" y="1731359"/>
                </a:cubicBezTo>
                <a:cubicBezTo>
                  <a:pt x="424347" y="1733454"/>
                  <a:pt x="423490" y="1734312"/>
                  <a:pt x="420442" y="1734312"/>
                </a:cubicBezTo>
                <a:cubicBezTo>
                  <a:pt x="417489" y="1734312"/>
                  <a:pt x="415394" y="1740884"/>
                  <a:pt x="419203" y="1745741"/>
                </a:cubicBezTo>
                <a:cubicBezTo>
                  <a:pt x="423109" y="1750504"/>
                  <a:pt x="426347" y="1749647"/>
                  <a:pt x="428538" y="1750218"/>
                </a:cubicBezTo>
                <a:cubicBezTo>
                  <a:pt x="430633" y="1750790"/>
                  <a:pt x="435396" y="1756791"/>
                  <a:pt x="430348" y="1759172"/>
                </a:cubicBezTo>
                <a:cubicBezTo>
                  <a:pt x="425300" y="1761553"/>
                  <a:pt x="425871" y="1765649"/>
                  <a:pt x="426728" y="1768125"/>
                </a:cubicBezTo>
                <a:lnTo>
                  <a:pt x="426989" y="1769045"/>
                </a:lnTo>
                <a:lnTo>
                  <a:pt x="426823" y="1768030"/>
                </a:lnTo>
                <a:cubicBezTo>
                  <a:pt x="425966" y="1765554"/>
                  <a:pt x="425395" y="1761458"/>
                  <a:pt x="430443" y="1759077"/>
                </a:cubicBezTo>
                <a:cubicBezTo>
                  <a:pt x="435491" y="1756695"/>
                  <a:pt x="430729" y="1750695"/>
                  <a:pt x="428634" y="1750123"/>
                </a:cubicBezTo>
                <a:cubicBezTo>
                  <a:pt x="426442" y="1749552"/>
                  <a:pt x="423204" y="1750409"/>
                  <a:pt x="419299" y="1745647"/>
                </a:cubicBezTo>
                <a:cubicBezTo>
                  <a:pt x="415490" y="1740789"/>
                  <a:pt x="417584" y="1734217"/>
                  <a:pt x="420537" y="1734217"/>
                </a:cubicBezTo>
                <a:cubicBezTo>
                  <a:pt x="423585" y="1734217"/>
                  <a:pt x="424442" y="1733359"/>
                  <a:pt x="422347" y="1731264"/>
                </a:cubicBezTo>
                <a:cubicBezTo>
                  <a:pt x="420251" y="1729168"/>
                  <a:pt x="416346" y="1724596"/>
                  <a:pt x="413965" y="1721644"/>
                </a:cubicBezTo>
                <a:cubicBezTo>
                  <a:pt x="411583" y="1718595"/>
                  <a:pt x="412441" y="1712881"/>
                  <a:pt x="411583" y="1703927"/>
                </a:cubicBezTo>
                <a:cubicBezTo>
                  <a:pt x="410631" y="1694878"/>
                  <a:pt x="410631" y="1694878"/>
                  <a:pt x="412155" y="1689830"/>
                </a:cubicBezTo>
                <a:cubicBezTo>
                  <a:pt x="413679" y="1684782"/>
                  <a:pt x="415203" y="1686687"/>
                  <a:pt x="414346" y="1685830"/>
                </a:cubicBezTo>
                <a:lnTo>
                  <a:pt x="414469" y="1683605"/>
                </a:lnTo>
                <a:close/>
                <a:moveTo>
                  <a:pt x="2120559" y="1672304"/>
                </a:moveTo>
                <a:cubicBezTo>
                  <a:pt x="2121417" y="1670494"/>
                  <a:pt x="2120845" y="1669351"/>
                  <a:pt x="2122655" y="1672304"/>
                </a:cubicBezTo>
                <a:cubicBezTo>
                  <a:pt x="2124465" y="1675257"/>
                  <a:pt x="2127132" y="1675257"/>
                  <a:pt x="2128084" y="1678876"/>
                </a:cubicBezTo>
                <a:cubicBezTo>
                  <a:pt x="2128941" y="1682496"/>
                  <a:pt x="2126274" y="1684591"/>
                  <a:pt x="2124465" y="1682210"/>
                </a:cubicBezTo>
                <a:cubicBezTo>
                  <a:pt x="2122655" y="1679829"/>
                  <a:pt x="2123607" y="1677447"/>
                  <a:pt x="2122083" y="1675923"/>
                </a:cubicBezTo>
                <a:cubicBezTo>
                  <a:pt x="2120559" y="1674399"/>
                  <a:pt x="2119607" y="1674018"/>
                  <a:pt x="2120559" y="1672304"/>
                </a:cubicBezTo>
                <a:close/>
                <a:moveTo>
                  <a:pt x="209668" y="1668130"/>
                </a:moveTo>
                <a:lnTo>
                  <a:pt x="207368" y="1668589"/>
                </a:lnTo>
                <a:lnTo>
                  <a:pt x="207353" y="1668567"/>
                </a:lnTo>
                <a:lnTo>
                  <a:pt x="207367" y="1668685"/>
                </a:lnTo>
                <a:lnTo>
                  <a:pt x="207338" y="1668728"/>
                </a:lnTo>
                <a:lnTo>
                  <a:pt x="209464" y="1668303"/>
                </a:lnTo>
                <a:close/>
                <a:moveTo>
                  <a:pt x="2452244" y="1664851"/>
                </a:moveTo>
                <a:cubicBezTo>
                  <a:pt x="2453030" y="1664898"/>
                  <a:pt x="2454077" y="1665589"/>
                  <a:pt x="2454982" y="1667542"/>
                </a:cubicBezTo>
                <a:cubicBezTo>
                  <a:pt x="2456792" y="1671447"/>
                  <a:pt x="2456220" y="1673828"/>
                  <a:pt x="2452887" y="1676209"/>
                </a:cubicBezTo>
                <a:cubicBezTo>
                  <a:pt x="2449553" y="1678590"/>
                  <a:pt x="2447458" y="1680972"/>
                  <a:pt x="2446600" y="1683734"/>
                </a:cubicBezTo>
                <a:cubicBezTo>
                  <a:pt x="2445743" y="1686401"/>
                  <a:pt x="2444219" y="1688782"/>
                  <a:pt x="2442981" y="1689449"/>
                </a:cubicBezTo>
                <a:cubicBezTo>
                  <a:pt x="2441743" y="1690020"/>
                  <a:pt x="2441171" y="1691544"/>
                  <a:pt x="2442695" y="1692402"/>
                </a:cubicBezTo>
                <a:cubicBezTo>
                  <a:pt x="2444219" y="1693259"/>
                  <a:pt x="2443552" y="1693640"/>
                  <a:pt x="2439742" y="1696307"/>
                </a:cubicBezTo>
                <a:cubicBezTo>
                  <a:pt x="2435837" y="1698974"/>
                  <a:pt x="2428027" y="1700784"/>
                  <a:pt x="2426217" y="1702593"/>
                </a:cubicBezTo>
                <a:cubicBezTo>
                  <a:pt x="2424407" y="1704403"/>
                  <a:pt x="2422311" y="1702308"/>
                  <a:pt x="2418120" y="1702022"/>
                </a:cubicBezTo>
                <a:cubicBezTo>
                  <a:pt x="2413929" y="1701736"/>
                  <a:pt x="2410882" y="1700212"/>
                  <a:pt x="2408786" y="1698688"/>
                </a:cubicBezTo>
                <a:cubicBezTo>
                  <a:pt x="2406690" y="1697164"/>
                  <a:pt x="2406976" y="1693259"/>
                  <a:pt x="2407262" y="1689068"/>
                </a:cubicBezTo>
                <a:cubicBezTo>
                  <a:pt x="2407548" y="1684877"/>
                  <a:pt x="2408786" y="1681829"/>
                  <a:pt x="2410596" y="1680114"/>
                </a:cubicBezTo>
                <a:cubicBezTo>
                  <a:pt x="2412406" y="1678305"/>
                  <a:pt x="2415739" y="1675543"/>
                  <a:pt x="2415739" y="1675543"/>
                </a:cubicBezTo>
                <a:cubicBezTo>
                  <a:pt x="2415739" y="1675543"/>
                  <a:pt x="2418692" y="1674971"/>
                  <a:pt x="2419359" y="1672590"/>
                </a:cubicBezTo>
                <a:cubicBezTo>
                  <a:pt x="2419930" y="1670209"/>
                  <a:pt x="2420216" y="1669923"/>
                  <a:pt x="2422693" y="1670209"/>
                </a:cubicBezTo>
                <a:cubicBezTo>
                  <a:pt x="2425074" y="1670494"/>
                  <a:pt x="2425360" y="1670494"/>
                  <a:pt x="2427455" y="1669351"/>
                </a:cubicBezTo>
                <a:cubicBezTo>
                  <a:pt x="2429551" y="1668113"/>
                  <a:pt x="2435551" y="1667542"/>
                  <a:pt x="2439742" y="1667827"/>
                </a:cubicBezTo>
                <a:cubicBezTo>
                  <a:pt x="2443933" y="1668113"/>
                  <a:pt x="2446886" y="1667256"/>
                  <a:pt x="2448696" y="1667542"/>
                </a:cubicBezTo>
                <a:cubicBezTo>
                  <a:pt x="2450505" y="1667827"/>
                  <a:pt x="2451363" y="1667256"/>
                  <a:pt x="2451077" y="1666018"/>
                </a:cubicBezTo>
                <a:cubicBezTo>
                  <a:pt x="2450934" y="1665399"/>
                  <a:pt x="2451458" y="1664803"/>
                  <a:pt x="2452244" y="1664851"/>
                </a:cubicBezTo>
                <a:close/>
                <a:moveTo>
                  <a:pt x="6009617" y="1664303"/>
                </a:moveTo>
                <a:cubicBezTo>
                  <a:pt x="6011998" y="1663731"/>
                  <a:pt x="6014379" y="1665827"/>
                  <a:pt x="6012570" y="1667637"/>
                </a:cubicBezTo>
                <a:cubicBezTo>
                  <a:pt x="6010760" y="1669351"/>
                  <a:pt x="6007807" y="1667256"/>
                  <a:pt x="6007807" y="1667256"/>
                </a:cubicBezTo>
                <a:cubicBezTo>
                  <a:pt x="6007807" y="1667256"/>
                  <a:pt x="6007236" y="1664874"/>
                  <a:pt x="6009617" y="1664303"/>
                </a:cubicBezTo>
                <a:close/>
                <a:moveTo>
                  <a:pt x="490953" y="1654336"/>
                </a:moveTo>
                <a:lnTo>
                  <a:pt x="488641" y="1661921"/>
                </a:lnTo>
                <a:cubicBezTo>
                  <a:pt x="486832" y="1667351"/>
                  <a:pt x="485974" y="1668493"/>
                  <a:pt x="482355" y="1669065"/>
                </a:cubicBezTo>
                <a:cubicBezTo>
                  <a:pt x="478735" y="1669636"/>
                  <a:pt x="478165" y="1672970"/>
                  <a:pt x="473020" y="1675637"/>
                </a:cubicBezTo>
                <a:lnTo>
                  <a:pt x="471676" y="1675880"/>
                </a:lnTo>
                <a:lnTo>
                  <a:pt x="473686" y="1675733"/>
                </a:lnTo>
                <a:cubicBezTo>
                  <a:pt x="478830" y="1673066"/>
                  <a:pt x="479401" y="1669732"/>
                  <a:pt x="483021" y="1669161"/>
                </a:cubicBezTo>
                <a:cubicBezTo>
                  <a:pt x="486640" y="1668589"/>
                  <a:pt x="487498" y="1667446"/>
                  <a:pt x="489307" y="1662017"/>
                </a:cubicBezTo>
                <a:close/>
                <a:moveTo>
                  <a:pt x="1102073" y="1651905"/>
                </a:moveTo>
                <a:lnTo>
                  <a:pt x="1101861" y="1652587"/>
                </a:lnTo>
                <a:cubicBezTo>
                  <a:pt x="1100337" y="1658207"/>
                  <a:pt x="1090621" y="1661065"/>
                  <a:pt x="1085764" y="1662207"/>
                </a:cubicBezTo>
                <a:lnTo>
                  <a:pt x="1073667" y="1670304"/>
                </a:lnTo>
                <a:cubicBezTo>
                  <a:pt x="1073667" y="1670304"/>
                  <a:pt x="1069762" y="1672971"/>
                  <a:pt x="1068238" y="1677448"/>
                </a:cubicBezTo>
                <a:cubicBezTo>
                  <a:pt x="1066714" y="1681924"/>
                  <a:pt x="1066142" y="1680495"/>
                  <a:pt x="1066142" y="1684972"/>
                </a:cubicBezTo>
                <a:cubicBezTo>
                  <a:pt x="1066142" y="1689449"/>
                  <a:pt x="1065285" y="1692497"/>
                  <a:pt x="1063762" y="1697260"/>
                </a:cubicBezTo>
                <a:cubicBezTo>
                  <a:pt x="1062237" y="1702022"/>
                  <a:pt x="1059570" y="1704213"/>
                  <a:pt x="1059285" y="1707165"/>
                </a:cubicBezTo>
                <a:cubicBezTo>
                  <a:pt x="1058998" y="1710214"/>
                  <a:pt x="1057855" y="1714405"/>
                  <a:pt x="1056331" y="1716786"/>
                </a:cubicBezTo>
                <a:cubicBezTo>
                  <a:pt x="1054807" y="1719167"/>
                  <a:pt x="1051855" y="1722786"/>
                  <a:pt x="1050331" y="1725168"/>
                </a:cubicBezTo>
                <a:cubicBezTo>
                  <a:pt x="1048807" y="1727549"/>
                  <a:pt x="1047950" y="1730883"/>
                  <a:pt x="1047950" y="1735645"/>
                </a:cubicBezTo>
                <a:cubicBezTo>
                  <a:pt x="1047950" y="1740503"/>
                  <a:pt x="1047950" y="1747647"/>
                  <a:pt x="1046140" y="1751552"/>
                </a:cubicBezTo>
                <a:cubicBezTo>
                  <a:pt x="1045759" y="1752409"/>
                  <a:pt x="1045379" y="1753267"/>
                  <a:pt x="1044997" y="1754028"/>
                </a:cubicBezTo>
                <a:cubicBezTo>
                  <a:pt x="1043663" y="1756981"/>
                  <a:pt x="1042425" y="1760029"/>
                  <a:pt x="1041282" y="1763553"/>
                </a:cubicBezTo>
                <a:cubicBezTo>
                  <a:pt x="1039758" y="1768030"/>
                  <a:pt x="1037091" y="1773078"/>
                  <a:pt x="1036805" y="1776698"/>
                </a:cubicBezTo>
                <a:cubicBezTo>
                  <a:pt x="1036424" y="1780318"/>
                  <a:pt x="1034614" y="1782413"/>
                  <a:pt x="1033757" y="1784794"/>
                </a:cubicBezTo>
                <a:cubicBezTo>
                  <a:pt x="1032900" y="1787271"/>
                  <a:pt x="1031090" y="1787557"/>
                  <a:pt x="1027756" y="1788128"/>
                </a:cubicBezTo>
                <a:cubicBezTo>
                  <a:pt x="1024423" y="1788699"/>
                  <a:pt x="1021756" y="1789557"/>
                  <a:pt x="1019947" y="1794700"/>
                </a:cubicBezTo>
                <a:cubicBezTo>
                  <a:pt x="1018517" y="1798701"/>
                  <a:pt x="1017850" y="1801558"/>
                  <a:pt x="1016804" y="1804035"/>
                </a:cubicBezTo>
                <a:cubicBezTo>
                  <a:pt x="1016517" y="1804702"/>
                  <a:pt x="1016137" y="1805368"/>
                  <a:pt x="1015755" y="1806035"/>
                </a:cubicBezTo>
                <a:cubicBezTo>
                  <a:pt x="1013945" y="1808988"/>
                  <a:pt x="1009754" y="1809940"/>
                  <a:pt x="1009754" y="1814703"/>
                </a:cubicBezTo>
                <a:cubicBezTo>
                  <a:pt x="1009754" y="1819465"/>
                  <a:pt x="1006421" y="1821561"/>
                  <a:pt x="1004611" y="1825752"/>
                </a:cubicBezTo>
                <a:cubicBezTo>
                  <a:pt x="1002896" y="1829943"/>
                  <a:pt x="1002515" y="1832895"/>
                  <a:pt x="1001658" y="1836229"/>
                </a:cubicBezTo>
                <a:cubicBezTo>
                  <a:pt x="1000705" y="1839563"/>
                  <a:pt x="999277" y="1844992"/>
                  <a:pt x="998038" y="1845849"/>
                </a:cubicBezTo>
                <a:cubicBezTo>
                  <a:pt x="996895" y="1846707"/>
                  <a:pt x="991180" y="1841087"/>
                  <a:pt x="989656" y="1845849"/>
                </a:cubicBezTo>
                <a:cubicBezTo>
                  <a:pt x="989181" y="1847373"/>
                  <a:pt x="988799" y="1848707"/>
                  <a:pt x="988514" y="1849945"/>
                </a:cubicBezTo>
                <a:cubicBezTo>
                  <a:pt x="987847" y="1852707"/>
                  <a:pt x="987466" y="1855184"/>
                  <a:pt x="986608" y="1858423"/>
                </a:cubicBezTo>
                <a:cubicBezTo>
                  <a:pt x="985465" y="1863185"/>
                  <a:pt x="983656" y="1862328"/>
                  <a:pt x="981846" y="1868900"/>
                </a:cubicBezTo>
                <a:lnTo>
                  <a:pt x="980238" y="1873967"/>
                </a:lnTo>
                <a:lnTo>
                  <a:pt x="980265" y="1873978"/>
                </a:lnTo>
                <a:lnTo>
                  <a:pt x="981846" y="1868995"/>
                </a:lnTo>
                <a:cubicBezTo>
                  <a:pt x="983655" y="1862423"/>
                  <a:pt x="985370" y="1863280"/>
                  <a:pt x="986608" y="1858517"/>
                </a:cubicBezTo>
                <a:cubicBezTo>
                  <a:pt x="987466" y="1855184"/>
                  <a:pt x="987846" y="1852802"/>
                  <a:pt x="988514" y="1850040"/>
                </a:cubicBezTo>
                <a:cubicBezTo>
                  <a:pt x="988799" y="1848802"/>
                  <a:pt x="989181" y="1847468"/>
                  <a:pt x="989656" y="1845944"/>
                </a:cubicBezTo>
                <a:cubicBezTo>
                  <a:pt x="991180" y="1841182"/>
                  <a:pt x="996800" y="1846802"/>
                  <a:pt x="998038" y="1845944"/>
                </a:cubicBezTo>
                <a:cubicBezTo>
                  <a:pt x="999276" y="1844992"/>
                  <a:pt x="1000800" y="1839658"/>
                  <a:pt x="1001658" y="1836324"/>
                </a:cubicBezTo>
                <a:cubicBezTo>
                  <a:pt x="1002515" y="1832990"/>
                  <a:pt x="1002801" y="1830038"/>
                  <a:pt x="1004610" y="1825847"/>
                </a:cubicBezTo>
                <a:cubicBezTo>
                  <a:pt x="1006421" y="1821656"/>
                  <a:pt x="1009754" y="1819560"/>
                  <a:pt x="1009754" y="1814798"/>
                </a:cubicBezTo>
                <a:cubicBezTo>
                  <a:pt x="1009754" y="1810035"/>
                  <a:pt x="1013946" y="1809083"/>
                  <a:pt x="1015755" y="1806130"/>
                </a:cubicBezTo>
                <a:cubicBezTo>
                  <a:pt x="1016137" y="1805463"/>
                  <a:pt x="1016517" y="1804796"/>
                  <a:pt x="1016802" y="1804130"/>
                </a:cubicBezTo>
                <a:cubicBezTo>
                  <a:pt x="1017850" y="1801653"/>
                  <a:pt x="1018517" y="1798796"/>
                  <a:pt x="1019947" y="1794795"/>
                </a:cubicBezTo>
                <a:cubicBezTo>
                  <a:pt x="1021755" y="1789747"/>
                  <a:pt x="1024422" y="1788794"/>
                  <a:pt x="1027756" y="1788223"/>
                </a:cubicBezTo>
                <a:cubicBezTo>
                  <a:pt x="1031090" y="1787556"/>
                  <a:pt x="1032900" y="1787270"/>
                  <a:pt x="1033757" y="1784889"/>
                </a:cubicBezTo>
                <a:cubicBezTo>
                  <a:pt x="1034709" y="1782508"/>
                  <a:pt x="1036519" y="1780412"/>
                  <a:pt x="1036805" y="1776793"/>
                </a:cubicBezTo>
                <a:cubicBezTo>
                  <a:pt x="1037091" y="1773269"/>
                  <a:pt x="1039758" y="1768125"/>
                  <a:pt x="1041282" y="1763648"/>
                </a:cubicBezTo>
                <a:cubicBezTo>
                  <a:pt x="1042520" y="1760124"/>
                  <a:pt x="1043664" y="1757171"/>
                  <a:pt x="1044996" y="1754123"/>
                </a:cubicBezTo>
                <a:cubicBezTo>
                  <a:pt x="1045378" y="1753266"/>
                  <a:pt x="1045758" y="1752504"/>
                  <a:pt x="1046139" y="1751647"/>
                </a:cubicBezTo>
                <a:cubicBezTo>
                  <a:pt x="1046807" y="1750123"/>
                  <a:pt x="1047187" y="1748218"/>
                  <a:pt x="1047473" y="1746122"/>
                </a:cubicBezTo>
                <a:lnTo>
                  <a:pt x="1047482" y="1746122"/>
                </a:lnTo>
                <a:lnTo>
                  <a:pt x="1047950" y="1735931"/>
                </a:lnTo>
                <a:cubicBezTo>
                  <a:pt x="1047950" y="1731168"/>
                  <a:pt x="1048807" y="1727834"/>
                  <a:pt x="1050330" y="1725453"/>
                </a:cubicBezTo>
                <a:cubicBezTo>
                  <a:pt x="1051854" y="1723072"/>
                  <a:pt x="1054807" y="1719452"/>
                  <a:pt x="1056331" y="1717071"/>
                </a:cubicBezTo>
                <a:cubicBezTo>
                  <a:pt x="1057855" y="1714690"/>
                  <a:pt x="1058998" y="1710499"/>
                  <a:pt x="1059285" y="1707451"/>
                </a:cubicBezTo>
                <a:cubicBezTo>
                  <a:pt x="1059570" y="1704498"/>
                  <a:pt x="1062237" y="1702307"/>
                  <a:pt x="1063762" y="1697545"/>
                </a:cubicBezTo>
                <a:cubicBezTo>
                  <a:pt x="1065286" y="1692782"/>
                  <a:pt x="1066143" y="1689734"/>
                  <a:pt x="1066143" y="1685257"/>
                </a:cubicBezTo>
                <a:cubicBezTo>
                  <a:pt x="1066143" y="1680781"/>
                  <a:pt x="1066713" y="1682210"/>
                  <a:pt x="1068238" y="1677733"/>
                </a:cubicBezTo>
                <a:cubicBezTo>
                  <a:pt x="1069761" y="1673256"/>
                  <a:pt x="1073667" y="1670589"/>
                  <a:pt x="1073667" y="1670589"/>
                </a:cubicBezTo>
                <a:lnTo>
                  <a:pt x="1085764" y="1662493"/>
                </a:lnTo>
                <a:cubicBezTo>
                  <a:pt x="1090621" y="1661350"/>
                  <a:pt x="1100337" y="1658492"/>
                  <a:pt x="1101861" y="1652873"/>
                </a:cubicBezTo>
                <a:close/>
                <a:moveTo>
                  <a:pt x="25441" y="1646110"/>
                </a:moveTo>
                <a:cubicBezTo>
                  <a:pt x="26107" y="1648205"/>
                  <a:pt x="22774" y="1649443"/>
                  <a:pt x="22774" y="1649443"/>
                </a:cubicBezTo>
                <a:cubicBezTo>
                  <a:pt x="22774" y="1649443"/>
                  <a:pt x="22774" y="1649443"/>
                  <a:pt x="22488" y="1646396"/>
                </a:cubicBezTo>
                <a:cubicBezTo>
                  <a:pt x="22107" y="1643443"/>
                  <a:pt x="24869" y="1644014"/>
                  <a:pt x="25441" y="1646110"/>
                </a:cubicBezTo>
                <a:close/>
                <a:moveTo>
                  <a:pt x="3032" y="1645861"/>
                </a:moveTo>
                <a:cubicBezTo>
                  <a:pt x="4485" y="1645896"/>
                  <a:pt x="5675" y="1646349"/>
                  <a:pt x="4485" y="1647253"/>
                </a:cubicBezTo>
                <a:cubicBezTo>
                  <a:pt x="2104" y="1649063"/>
                  <a:pt x="2104" y="1649063"/>
                  <a:pt x="2104" y="1649063"/>
                </a:cubicBezTo>
                <a:cubicBezTo>
                  <a:pt x="2104" y="1649063"/>
                  <a:pt x="294" y="1648492"/>
                  <a:pt x="8" y="1646968"/>
                </a:cubicBezTo>
                <a:cubicBezTo>
                  <a:pt x="-134" y="1646206"/>
                  <a:pt x="1580" y="1645825"/>
                  <a:pt x="3032" y="1645861"/>
                </a:cubicBezTo>
                <a:close/>
                <a:moveTo>
                  <a:pt x="5995234" y="1644395"/>
                </a:moveTo>
                <a:cubicBezTo>
                  <a:pt x="5997044" y="1644110"/>
                  <a:pt x="5997044" y="1645538"/>
                  <a:pt x="5998854" y="1646205"/>
                </a:cubicBezTo>
                <a:cubicBezTo>
                  <a:pt x="6000663" y="1646777"/>
                  <a:pt x="6003140" y="1651539"/>
                  <a:pt x="6000663" y="1653635"/>
                </a:cubicBezTo>
                <a:cubicBezTo>
                  <a:pt x="5998378" y="1655635"/>
                  <a:pt x="5995615" y="1648015"/>
                  <a:pt x="5995615" y="1648015"/>
                </a:cubicBezTo>
                <a:cubicBezTo>
                  <a:pt x="5995615" y="1648015"/>
                  <a:pt x="5993424" y="1644681"/>
                  <a:pt x="5995234" y="1644395"/>
                </a:cubicBezTo>
                <a:close/>
                <a:moveTo>
                  <a:pt x="14772" y="1643157"/>
                </a:moveTo>
                <a:cubicBezTo>
                  <a:pt x="16296" y="1640204"/>
                  <a:pt x="18106" y="1641919"/>
                  <a:pt x="16868" y="1644681"/>
                </a:cubicBezTo>
                <a:cubicBezTo>
                  <a:pt x="15630" y="1647348"/>
                  <a:pt x="15630" y="1647348"/>
                  <a:pt x="15630" y="1647348"/>
                </a:cubicBezTo>
                <a:cubicBezTo>
                  <a:pt x="15630" y="1647348"/>
                  <a:pt x="13248" y="1646110"/>
                  <a:pt x="14772" y="1643157"/>
                </a:cubicBezTo>
                <a:close/>
                <a:moveTo>
                  <a:pt x="222037" y="1637252"/>
                </a:moveTo>
                <a:lnTo>
                  <a:pt x="221907" y="1637495"/>
                </a:lnTo>
                <a:lnTo>
                  <a:pt x="226228" y="1638966"/>
                </a:lnTo>
                <a:cubicBezTo>
                  <a:pt x="228895" y="1643157"/>
                  <a:pt x="227085" y="1650396"/>
                  <a:pt x="229848" y="1652492"/>
                </a:cubicBezTo>
                <a:cubicBezTo>
                  <a:pt x="232515" y="1654587"/>
                  <a:pt x="233753" y="1651920"/>
                  <a:pt x="240325" y="1653063"/>
                </a:cubicBezTo>
                <a:cubicBezTo>
                  <a:pt x="246897" y="1654301"/>
                  <a:pt x="250516" y="1654873"/>
                  <a:pt x="252040" y="1650682"/>
                </a:cubicBezTo>
                <a:cubicBezTo>
                  <a:pt x="253564" y="1646491"/>
                  <a:pt x="252612" y="1646491"/>
                  <a:pt x="258898" y="1649158"/>
                </a:cubicBezTo>
                <a:cubicBezTo>
                  <a:pt x="265185" y="1651825"/>
                  <a:pt x="268804" y="1651539"/>
                  <a:pt x="275091" y="1651539"/>
                </a:cubicBezTo>
                <a:cubicBezTo>
                  <a:pt x="281377" y="1651539"/>
                  <a:pt x="286521" y="1653063"/>
                  <a:pt x="291855" y="1653349"/>
                </a:cubicBezTo>
                <a:cubicBezTo>
                  <a:pt x="297285" y="1653635"/>
                  <a:pt x="305666" y="1652777"/>
                  <a:pt x="311668" y="1653635"/>
                </a:cubicBezTo>
                <a:cubicBezTo>
                  <a:pt x="314668" y="1654064"/>
                  <a:pt x="317216" y="1655183"/>
                  <a:pt x="319538" y="1655218"/>
                </a:cubicBezTo>
                <a:lnTo>
                  <a:pt x="319797" y="1655023"/>
                </a:lnTo>
                <a:lnTo>
                  <a:pt x="311953" y="1653445"/>
                </a:lnTo>
                <a:cubicBezTo>
                  <a:pt x="305952" y="1652587"/>
                  <a:pt x="297570" y="1653445"/>
                  <a:pt x="292141" y="1653159"/>
                </a:cubicBezTo>
                <a:cubicBezTo>
                  <a:pt x="286807" y="1652873"/>
                  <a:pt x="281664" y="1651349"/>
                  <a:pt x="275377" y="1651349"/>
                </a:cubicBezTo>
                <a:cubicBezTo>
                  <a:pt x="269090" y="1651349"/>
                  <a:pt x="265471" y="1651635"/>
                  <a:pt x="259184" y="1648968"/>
                </a:cubicBezTo>
                <a:cubicBezTo>
                  <a:pt x="252898" y="1646301"/>
                  <a:pt x="253850" y="1646301"/>
                  <a:pt x="252326" y="1650492"/>
                </a:cubicBezTo>
                <a:cubicBezTo>
                  <a:pt x="250802" y="1654683"/>
                  <a:pt x="247183" y="1654111"/>
                  <a:pt x="240610" y="1652873"/>
                </a:cubicBezTo>
                <a:cubicBezTo>
                  <a:pt x="234038" y="1651730"/>
                  <a:pt x="232800" y="1654397"/>
                  <a:pt x="230133" y="1652302"/>
                </a:cubicBezTo>
                <a:cubicBezTo>
                  <a:pt x="227371" y="1650206"/>
                  <a:pt x="229180" y="1642967"/>
                  <a:pt x="226513" y="1638776"/>
                </a:cubicBezTo>
                <a:cubicBezTo>
                  <a:pt x="223846" y="1634585"/>
                  <a:pt x="223846" y="1635157"/>
                  <a:pt x="222037" y="1637252"/>
                </a:cubicBezTo>
                <a:close/>
                <a:moveTo>
                  <a:pt x="5987423" y="1619345"/>
                </a:moveTo>
                <a:cubicBezTo>
                  <a:pt x="5989233" y="1619059"/>
                  <a:pt x="5991329" y="1621154"/>
                  <a:pt x="5993139" y="1621726"/>
                </a:cubicBezTo>
                <a:cubicBezTo>
                  <a:pt x="5994948" y="1622298"/>
                  <a:pt x="5995520" y="1625631"/>
                  <a:pt x="5993139" y="1627727"/>
                </a:cubicBezTo>
                <a:cubicBezTo>
                  <a:pt x="5990757" y="1629822"/>
                  <a:pt x="5988662" y="1629822"/>
                  <a:pt x="5988376" y="1628012"/>
                </a:cubicBezTo>
                <a:cubicBezTo>
                  <a:pt x="5987995" y="1626203"/>
                  <a:pt x="5987423" y="1623536"/>
                  <a:pt x="5987423" y="1623536"/>
                </a:cubicBezTo>
                <a:cubicBezTo>
                  <a:pt x="5987423" y="1623536"/>
                  <a:pt x="5985614" y="1619630"/>
                  <a:pt x="5987423" y="1619345"/>
                </a:cubicBezTo>
                <a:close/>
                <a:moveTo>
                  <a:pt x="5518818" y="1614476"/>
                </a:moveTo>
                <a:cubicBezTo>
                  <a:pt x="5519342" y="1614059"/>
                  <a:pt x="5519937" y="1614059"/>
                  <a:pt x="5520222" y="1615726"/>
                </a:cubicBezTo>
                <a:cubicBezTo>
                  <a:pt x="5520794" y="1619059"/>
                  <a:pt x="5520222" y="1620488"/>
                  <a:pt x="5520222" y="1620488"/>
                </a:cubicBezTo>
                <a:cubicBezTo>
                  <a:pt x="5520222" y="1620488"/>
                  <a:pt x="5518412" y="1619250"/>
                  <a:pt x="5518127" y="1618107"/>
                </a:cubicBezTo>
                <a:cubicBezTo>
                  <a:pt x="5517841" y="1616964"/>
                  <a:pt x="5517841" y="1615726"/>
                  <a:pt x="5517841" y="1615726"/>
                </a:cubicBezTo>
                <a:cubicBezTo>
                  <a:pt x="5517841" y="1615726"/>
                  <a:pt x="5518294" y="1614893"/>
                  <a:pt x="5518818" y="1614476"/>
                </a:cubicBezTo>
                <a:close/>
                <a:moveTo>
                  <a:pt x="37537" y="1608677"/>
                </a:moveTo>
                <a:cubicBezTo>
                  <a:pt x="40204" y="1606582"/>
                  <a:pt x="42681" y="1606582"/>
                  <a:pt x="40490" y="1609534"/>
                </a:cubicBezTo>
                <a:cubicBezTo>
                  <a:pt x="38394" y="1612582"/>
                  <a:pt x="38394" y="1612582"/>
                  <a:pt x="38394" y="1612582"/>
                </a:cubicBezTo>
                <a:cubicBezTo>
                  <a:pt x="38394" y="1612582"/>
                  <a:pt x="34775" y="1610773"/>
                  <a:pt x="37537" y="1608677"/>
                </a:cubicBezTo>
                <a:close/>
                <a:moveTo>
                  <a:pt x="1485241" y="1604010"/>
                </a:moveTo>
                <a:cubicBezTo>
                  <a:pt x="1486766" y="1604295"/>
                  <a:pt x="1486766" y="1604867"/>
                  <a:pt x="1485527" y="1607629"/>
                </a:cubicBezTo>
                <a:cubicBezTo>
                  <a:pt x="1484289" y="1610296"/>
                  <a:pt x="1484003" y="1614773"/>
                  <a:pt x="1482194" y="1614487"/>
                </a:cubicBezTo>
                <a:cubicBezTo>
                  <a:pt x="1480479" y="1614201"/>
                  <a:pt x="1480765" y="1611820"/>
                  <a:pt x="1480765" y="1611820"/>
                </a:cubicBezTo>
                <a:cubicBezTo>
                  <a:pt x="1480765" y="1611820"/>
                  <a:pt x="1482289" y="1609153"/>
                  <a:pt x="1483432" y="1607629"/>
                </a:cubicBezTo>
                <a:cubicBezTo>
                  <a:pt x="1484670" y="1606105"/>
                  <a:pt x="1483718" y="1603724"/>
                  <a:pt x="1485241" y="1604010"/>
                </a:cubicBezTo>
                <a:close/>
                <a:moveTo>
                  <a:pt x="5958277" y="1592960"/>
                </a:moveTo>
                <a:cubicBezTo>
                  <a:pt x="5960658" y="1594199"/>
                  <a:pt x="5960944" y="1596866"/>
                  <a:pt x="5958277" y="1595342"/>
                </a:cubicBezTo>
                <a:cubicBezTo>
                  <a:pt x="5955610" y="1593818"/>
                  <a:pt x="5955610" y="1593818"/>
                  <a:pt x="5955610" y="1593818"/>
                </a:cubicBezTo>
                <a:cubicBezTo>
                  <a:pt x="5955610" y="1593818"/>
                  <a:pt x="5955895" y="1591722"/>
                  <a:pt x="5958277" y="1592960"/>
                </a:cubicBezTo>
                <a:close/>
                <a:moveTo>
                  <a:pt x="5700435" y="1588579"/>
                </a:moveTo>
                <a:cubicBezTo>
                  <a:pt x="5704341" y="1588579"/>
                  <a:pt x="5706436" y="1587722"/>
                  <a:pt x="5710056" y="1590389"/>
                </a:cubicBezTo>
                <a:cubicBezTo>
                  <a:pt x="5713675" y="1593056"/>
                  <a:pt x="5719295" y="1594866"/>
                  <a:pt x="5720533" y="1597628"/>
                </a:cubicBezTo>
                <a:cubicBezTo>
                  <a:pt x="5721772" y="1600295"/>
                  <a:pt x="5722915" y="1601533"/>
                  <a:pt x="5723581" y="1602676"/>
                </a:cubicBezTo>
                <a:cubicBezTo>
                  <a:pt x="5724153" y="1603915"/>
                  <a:pt x="5725391" y="1607153"/>
                  <a:pt x="5721772" y="1606010"/>
                </a:cubicBezTo>
                <a:cubicBezTo>
                  <a:pt x="5718152" y="1604772"/>
                  <a:pt x="5718152" y="1606581"/>
                  <a:pt x="5715771" y="1603057"/>
                </a:cubicBezTo>
                <a:cubicBezTo>
                  <a:pt x="5713390" y="1599438"/>
                  <a:pt x="5711008" y="1597342"/>
                  <a:pt x="5710342" y="1600676"/>
                </a:cubicBezTo>
                <a:cubicBezTo>
                  <a:pt x="5709770" y="1604010"/>
                  <a:pt x="5709103" y="1606677"/>
                  <a:pt x="5709103" y="1606677"/>
                </a:cubicBezTo>
                <a:cubicBezTo>
                  <a:pt x="5709103" y="1606677"/>
                  <a:pt x="5709103" y="1607534"/>
                  <a:pt x="5705770" y="1606105"/>
                </a:cubicBezTo>
                <a:cubicBezTo>
                  <a:pt x="5702436" y="1604581"/>
                  <a:pt x="5702436" y="1606391"/>
                  <a:pt x="5701007" y="1605819"/>
                </a:cubicBezTo>
                <a:cubicBezTo>
                  <a:pt x="5699483" y="1605248"/>
                  <a:pt x="5699197" y="1605534"/>
                  <a:pt x="5696530" y="1602867"/>
                </a:cubicBezTo>
                <a:cubicBezTo>
                  <a:pt x="5693863" y="1600200"/>
                  <a:pt x="5694435" y="1598104"/>
                  <a:pt x="5691768" y="1598390"/>
                </a:cubicBezTo>
                <a:cubicBezTo>
                  <a:pt x="5688910" y="1598390"/>
                  <a:pt x="5687767" y="1598390"/>
                  <a:pt x="5687767" y="1598390"/>
                </a:cubicBezTo>
                <a:cubicBezTo>
                  <a:pt x="5687767" y="1598390"/>
                  <a:pt x="5683576" y="1599247"/>
                  <a:pt x="5686910" y="1593627"/>
                </a:cubicBezTo>
                <a:cubicBezTo>
                  <a:pt x="5690244" y="1587913"/>
                  <a:pt x="5696530" y="1588579"/>
                  <a:pt x="5700435" y="1588579"/>
                </a:cubicBezTo>
                <a:close/>
                <a:moveTo>
                  <a:pt x="2079792" y="1587436"/>
                </a:moveTo>
                <a:cubicBezTo>
                  <a:pt x="2081316" y="1586293"/>
                  <a:pt x="2082840" y="1591341"/>
                  <a:pt x="2083031" y="1594675"/>
                </a:cubicBezTo>
                <a:cubicBezTo>
                  <a:pt x="2083317" y="1597914"/>
                  <a:pt x="2082364" y="1595913"/>
                  <a:pt x="2080650" y="1593151"/>
                </a:cubicBezTo>
                <a:cubicBezTo>
                  <a:pt x="2078935" y="1590389"/>
                  <a:pt x="2078268" y="1588674"/>
                  <a:pt x="2079792" y="1587436"/>
                </a:cubicBezTo>
                <a:close/>
                <a:moveTo>
                  <a:pt x="21250" y="1587151"/>
                </a:moveTo>
                <a:cubicBezTo>
                  <a:pt x="21821" y="1585627"/>
                  <a:pt x="24583" y="1586293"/>
                  <a:pt x="25726" y="1588389"/>
                </a:cubicBezTo>
                <a:cubicBezTo>
                  <a:pt x="26965" y="1590389"/>
                  <a:pt x="26679" y="1592485"/>
                  <a:pt x="26679" y="1592485"/>
                </a:cubicBezTo>
                <a:cubicBezTo>
                  <a:pt x="26679" y="1592485"/>
                  <a:pt x="25155" y="1589818"/>
                  <a:pt x="23059" y="1589818"/>
                </a:cubicBezTo>
                <a:cubicBezTo>
                  <a:pt x="20964" y="1589818"/>
                  <a:pt x="20678" y="1588579"/>
                  <a:pt x="21250" y="1587151"/>
                </a:cubicBezTo>
                <a:close/>
                <a:moveTo>
                  <a:pt x="48574" y="1583233"/>
                </a:moveTo>
                <a:cubicBezTo>
                  <a:pt x="49062" y="1583078"/>
                  <a:pt x="49205" y="1583817"/>
                  <a:pt x="48586" y="1585912"/>
                </a:cubicBezTo>
                <a:cubicBezTo>
                  <a:pt x="47348" y="1590103"/>
                  <a:pt x="47348" y="1590103"/>
                  <a:pt x="47348" y="1590103"/>
                </a:cubicBezTo>
                <a:cubicBezTo>
                  <a:pt x="47348" y="1590103"/>
                  <a:pt x="44966" y="1588864"/>
                  <a:pt x="46490" y="1585912"/>
                </a:cubicBezTo>
                <a:cubicBezTo>
                  <a:pt x="47252" y="1584436"/>
                  <a:pt x="48086" y="1583388"/>
                  <a:pt x="48574" y="1583233"/>
                </a:cubicBezTo>
                <a:close/>
                <a:moveTo>
                  <a:pt x="12677" y="1579340"/>
                </a:moveTo>
                <a:cubicBezTo>
                  <a:pt x="14486" y="1579340"/>
                  <a:pt x="15915" y="1580102"/>
                  <a:pt x="15915" y="1581055"/>
                </a:cubicBezTo>
                <a:cubicBezTo>
                  <a:pt x="15915" y="1582007"/>
                  <a:pt x="14486" y="1582769"/>
                  <a:pt x="12677" y="1582769"/>
                </a:cubicBezTo>
                <a:cubicBezTo>
                  <a:pt x="10867" y="1582769"/>
                  <a:pt x="9438" y="1582007"/>
                  <a:pt x="9438" y="1581055"/>
                </a:cubicBezTo>
                <a:cubicBezTo>
                  <a:pt x="9438" y="1580102"/>
                  <a:pt x="10867" y="1579340"/>
                  <a:pt x="12677" y="1579340"/>
                </a:cubicBezTo>
                <a:close/>
                <a:moveTo>
                  <a:pt x="857355" y="1578504"/>
                </a:moveTo>
                <a:lnTo>
                  <a:pt x="862477" y="1584596"/>
                </a:lnTo>
                <a:lnTo>
                  <a:pt x="862486" y="1584532"/>
                </a:lnTo>
                <a:close/>
                <a:moveTo>
                  <a:pt x="13820" y="1570862"/>
                </a:moveTo>
                <a:cubicBezTo>
                  <a:pt x="16201" y="1570862"/>
                  <a:pt x="18296" y="1570862"/>
                  <a:pt x="14105" y="1574196"/>
                </a:cubicBezTo>
                <a:cubicBezTo>
                  <a:pt x="9914" y="1577529"/>
                  <a:pt x="7819" y="1578387"/>
                  <a:pt x="7533" y="1575720"/>
                </a:cubicBezTo>
                <a:cubicBezTo>
                  <a:pt x="7247" y="1572958"/>
                  <a:pt x="6295" y="1575053"/>
                  <a:pt x="7247" y="1572958"/>
                </a:cubicBezTo>
                <a:cubicBezTo>
                  <a:pt x="8105" y="1570862"/>
                  <a:pt x="11438" y="1570862"/>
                  <a:pt x="13820" y="1570862"/>
                </a:cubicBezTo>
                <a:close/>
                <a:moveTo>
                  <a:pt x="866498" y="1569338"/>
                </a:moveTo>
                <a:lnTo>
                  <a:pt x="866472" y="1569443"/>
                </a:lnTo>
                <a:lnTo>
                  <a:pt x="884978" y="1571815"/>
                </a:lnTo>
                <a:lnTo>
                  <a:pt x="884994" y="1571709"/>
                </a:lnTo>
                <a:close/>
                <a:moveTo>
                  <a:pt x="5892460" y="1566576"/>
                </a:moveTo>
                <a:cubicBezTo>
                  <a:pt x="5895412" y="1567148"/>
                  <a:pt x="5899317" y="1566290"/>
                  <a:pt x="5900556" y="1568386"/>
                </a:cubicBezTo>
                <a:cubicBezTo>
                  <a:pt x="5901794" y="1570482"/>
                  <a:pt x="5902652" y="1572577"/>
                  <a:pt x="5900842" y="1574101"/>
                </a:cubicBezTo>
                <a:cubicBezTo>
                  <a:pt x="5899032" y="1575625"/>
                  <a:pt x="5899984" y="1575911"/>
                  <a:pt x="5899984" y="1577435"/>
                </a:cubicBezTo>
                <a:cubicBezTo>
                  <a:pt x="5899984" y="1578959"/>
                  <a:pt x="5900556" y="1580483"/>
                  <a:pt x="5897889" y="1581626"/>
                </a:cubicBezTo>
                <a:cubicBezTo>
                  <a:pt x="5895222" y="1582864"/>
                  <a:pt x="5894555" y="1583150"/>
                  <a:pt x="5892174" y="1582483"/>
                </a:cubicBezTo>
                <a:cubicBezTo>
                  <a:pt x="5889792" y="1581911"/>
                  <a:pt x="5888269" y="1581245"/>
                  <a:pt x="5884649" y="1582769"/>
                </a:cubicBezTo>
                <a:cubicBezTo>
                  <a:pt x="5881030" y="1584293"/>
                  <a:pt x="5878934" y="1584864"/>
                  <a:pt x="5877125" y="1584007"/>
                </a:cubicBezTo>
                <a:cubicBezTo>
                  <a:pt x="5875315" y="1583150"/>
                  <a:pt x="5874457" y="1582483"/>
                  <a:pt x="5874743" y="1579816"/>
                </a:cubicBezTo>
                <a:cubicBezTo>
                  <a:pt x="5875029" y="1577054"/>
                  <a:pt x="5874172" y="1574387"/>
                  <a:pt x="5874172" y="1574387"/>
                </a:cubicBezTo>
                <a:cubicBezTo>
                  <a:pt x="5874172" y="1574387"/>
                  <a:pt x="5870838" y="1569338"/>
                  <a:pt x="5875696" y="1569338"/>
                </a:cubicBezTo>
                <a:cubicBezTo>
                  <a:pt x="5880458" y="1569338"/>
                  <a:pt x="5881125" y="1569624"/>
                  <a:pt x="5883792" y="1567815"/>
                </a:cubicBezTo>
                <a:cubicBezTo>
                  <a:pt x="5886459" y="1566005"/>
                  <a:pt x="5889507" y="1566005"/>
                  <a:pt x="5892460" y="1566576"/>
                </a:cubicBezTo>
                <a:close/>
                <a:moveTo>
                  <a:pt x="5766824" y="1565909"/>
                </a:moveTo>
                <a:cubicBezTo>
                  <a:pt x="5770729" y="1567433"/>
                  <a:pt x="5774635" y="1568957"/>
                  <a:pt x="5775492" y="1570386"/>
                </a:cubicBezTo>
                <a:cubicBezTo>
                  <a:pt x="5776349" y="1571910"/>
                  <a:pt x="5777016" y="1572196"/>
                  <a:pt x="5772825" y="1571243"/>
                </a:cubicBezTo>
                <a:cubicBezTo>
                  <a:pt x="5768634" y="1570481"/>
                  <a:pt x="5765967" y="1568957"/>
                  <a:pt x="5765967" y="1568957"/>
                </a:cubicBezTo>
                <a:cubicBezTo>
                  <a:pt x="5765967" y="1568957"/>
                  <a:pt x="5763014" y="1564481"/>
                  <a:pt x="5766824" y="1565909"/>
                </a:cubicBezTo>
                <a:close/>
                <a:moveTo>
                  <a:pt x="2718920" y="1565243"/>
                </a:moveTo>
                <a:cubicBezTo>
                  <a:pt x="2719206" y="1563433"/>
                  <a:pt x="2721015" y="1564291"/>
                  <a:pt x="2720730" y="1566100"/>
                </a:cubicBezTo>
                <a:cubicBezTo>
                  <a:pt x="2720444" y="1567910"/>
                  <a:pt x="2717682" y="1571530"/>
                  <a:pt x="2716539" y="1568863"/>
                </a:cubicBezTo>
                <a:cubicBezTo>
                  <a:pt x="2715300" y="1566100"/>
                  <a:pt x="2718634" y="1567053"/>
                  <a:pt x="2718920" y="1565243"/>
                </a:cubicBezTo>
                <a:close/>
                <a:moveTo>
                  <a:pt x="5622235" y="1562671"/>
                </a:moveTo>
                <a:cubicBezTo>
                  <a:pt x="5624902" y="1561528"/>
                  <a:pt x="5624045" y="1563337"/>
                  <a:pt x="5626712" y="1564195"/>
                </a:cubicBezTo>
                <a:cubicBezTo>
                  <a:pt x="5629379" y="1565147"/>
                  <a:pt x="5629093" y="1565719"/>
                  <a:pt x="5626998" y="1567528"/>
                </a:cubicBezTo>
                <a:cubicBezTo>
                  <a:pt x="5624902" y="1569338"/>
                  <a:pt x="5624521" y="1568767"/>
                  <a:pt x="5621568" y="1569338"/>
                </a:cubicBezTo>
                <a:cubicBezTo>
                  <a:pt x="5618616" y="1569910"/>
                  <a:pt x="5619473" y="1566004"/>
                  <a:pt x="5619473" y="1566004"/>
                </a:cubicBezTo>
                <a:cubicBezTo>
                  <a:pt x="5619473" y="1566004"/>
                  <a:pt x="5619473" y="1563909"/>
                  <a:pt x="5622235" y="1562671"/>
                </a:cubicBezTo>
                <a:close/>
                <a:moveTo>
                  <a:pt x="5518983" y="1545241"/>
                </a:moveTo>
                <a:cubicBezTo>
                  <a:pt x="5518983" y="1545241"/>
                  <a:pt x="5521079" y="1548289"/>
                  <a:pt x="5518698" y="1551241"/>
                </a:cubicBezTo>
                <a:cubicBezTo>
                  <a:pt x="5516317" y="1554289"/>
                  <a:pt x="5516031" y="1550670"/>
                  <a:pt x="5516031" y="1550670"/>
                </a:cubicBezTo>
                <a:cubicBezTo>
                  <a:pt x="5516031" y="1550670"/>
                  <a:pt x="5515745" y="1548955"/>
                  <a:pt x="5516888" y="1546479"/>
                </a:cubicBezTo>
                <a:cubicBezTo>
                  <a:pt x="5518126" y="1544002"/>
                  <a:pt x="5518983" y="1545241"/>
                  <a:pt x="5518983" y="1545241"/>
                </a:cubicBezTo>
                <a:close/>
                <a:moveTo>
                  <a:pt x="2669497" y="1545241"/>
                </a:moveTo>
                <a:cubicBezTo>
                  <a:pt x="2670961" y="1545836"/>
                  <a:pt x="2672390" y="1546812"/>
                  <a:pt x="2673581" y="1546669"/>
                </a:cubicBezTo>
                <a:cubicBezTo>
                  <a:pt x="2675962" y="1546383"/>
                  <a:pt x="2677200" y="1548479"/>
                  <a:pt x="2676629" y="1552098"/>
                </a:cubicBezTo>
                <a:cubicBezTo>
                  <a:pt x="2676057" y="1555623"/>
                  <a:pt x="2675771" y="1556289"/>
                  <a:pt x="2675390" y="1558480"/>
                </a:cubicBezTo>
                <a:cubicBezTo>
                  <a:pt x="2675105" y="1560957"/>
                  <a:pt x="2674152" y="1566005"/>
                  <a:pt x="2672342" y="1568100"/>
                </a:cubicBezTo>
                <a:cubicBezTo>
                  <a:pt x="2670532" y="1570196"/>
                  <a:pt x="2666913" y="1578006"/>
                  <a:pt x="2666913" y="1581626"/>
                </a:cubicBezTo>
                <a:cubicBezTo>
                  <a:pt x="2666913" y="1585245"/>
                  <a:pt x="2665103" y="1589151"/>
                  <a:pt x="2664532" y="1592103"/>
                </a:cubicBezTo>
                <a:cubicBezTo>
                  <a:pt x="2663484" y="1597342"/>
                  <a:pt x="2657674" y="1603438"/>
                  <a:pt x="2653483" y="1607343"/>
                </a:cubicBezTo>
                <a:cubicBezTo>
                  <a:pt x="2649292" y="1611249"/>
                  <a:pt x="2647863" y="1618488"/>
                  <a:pt x="2648434" y="1622964"/>
                </a:cubicBezTo>
                <a:cubicBezTo>
                  <a:pt x="2649006" y="1627536"/>
                  <a:pt x="2648149" y="1628108"/>
                  <a:pt x="2646339" y="1626298"/>
                </a:cubicBezTo>
                <a:cubicBezTo>
                  <a:pt x="2644529" y="1624488"/>
                  <a:pt x="2644529" y="1623060"/>
                  <a:pt x="2644529" y="1621536"/>
                </a:cubicBezTo>
                <a:cubicBezTo>
                  <a:pt x="2644529" y="1620107"/>
                  <a:pt x="2645101" y="1617345"/>
                  <a:pt x="2642434" y="1617345"/>
                </a:cubicBezTo>
                <a:cubicBezTo>
                  <a:pt x="2638243" y="1617345"/>
                  <a:pt x="2636433" y="1610201"/>
                  <a:pt x="2636147" y="1606867"/>
                </a:cubicBezTo>
                <a:cubicBezTo>
                  <a:pt x="2635862" y="1603629"/>
                  <a:pt x="2636433" y="1596390"/>
                  <a:pt x="2637671" y="1594294"/>
                </a:cubicBezTo>
                <a:cubicBezTo>
                  <a:pt x="2638814" y="1592199"/>
                  <a:pt x="2638529" y="1589722"/>
                  <a:pt x="2638529" y="1586484"/>
                </a:cubicBezTo>
                <a:cubicBezTo>
                  <a:pt x="2638529" y="1583245"/>
                  <a:pt x="2646625" y="1571244"/>
                  <a:pt x="2650816" y="1561338"/>
                </a:cubicBezTo>
                <a:cubicBezTo>
                  <a:pt x="2655007" y="1551527"/>
                  <a:pt x="2662531" y="1549431"/>
                  <a:pt x="2665198" y="1546098"/>
                </a:cubicBezTo>
                <a:cubicBezTo>
                  <a:pt x="2666532" y="1544431"/>
                  <a:pt x="2668032" y="1544645"/>
                  <a:pt x="2669497" y="1545241"/>
                </a:cubicBezTo>
                <a:close/>
                <a:moveTo>
                  <a:pt x="5786852" y="1541511"/>
                </a:moveTo>
                <a:lnTo>
                  <a:pt x="5787910" y="1542465"/>
                </a:lnTo>
                <a:lnTo>
                  <a:pt x="5787780" y="1542002"/>
                </a:lnTo>
                <a:close/>
                <a:moveTo>
                  <a:pt x="5805401" y="1536096"/>
                </a:moveTo>
                <a:cubicBezTo>
                  <a:pt x="5808735" y="1536382"/>
                  <a:pt x="5814354" y="1536382"/>
                  <a:pt x="5815879" y="1536953"/>
                </a:cubicBezTo>
                <a:cubicBezTo>
                  <a:pt x="5817402" y="1537620"/>
                  <a:pt x="5818926" y="1542383"/>
                  <a:pt x="5819498" y="1546288"/>
                </a:cubicBezTo>
                <a:cubicBezTo>
                  <a:pt x="5820070" y="1550193"/>
                  <a:pt x="5823403" y="1548669"/>
                  <a:pt x="5827594" y="1548098"/>
                </a:cubicBezTo>
                <a:cubicBezTo>
                  <a:pt x="5831785" y="1547526"/>
                  <a:pt x="5831214" y="1547241"/>
                  <a:pt x="5831785" y="1549336"/>
                </a:cubicBezTo>
                <a:cubicBezTo>
                  <a:pt x="5832357" y="1551432"/>
                  <a:pt x="5829689" y="1552289"/>
                  <a:pt x="5826356" y="1552289"/>
                </a:cubicBezTo>
                <a:cubicBezTo>
                  <a:pt x="5823117" y="1552289"/>
                  <a:pt x="5823117" y="1552574"/>
                  <a:pt x="5823403" y="1553813"/>
                </a:cubicBezTo>
                <a:cubicBezTo>
                  <a:pt x="5823689" y="1555051"/>
                  <a:pt x="5824927" y="1556575"/>
                  <a:pt x="5829975" y="1555051"/>
                </a:cubicBezTo>
                <a:cubicBezTo>
                  <a:pt x="5835119" y="1553527"/>
                  <a:pt x="5837500" y="1556194"/>
                  <a:pt x="5839881" y="1555908"/>
                </a:cubicBezTo>
                <a:cubicBezTo>
                  <a:pt x="5842358" y="1555623"/>
                  <a:pt x="5842644" y="1556194"/>
                  <a:pt x="5847120" y="1558004"/>
                </a:cubicBezTo>
                <a:cubicBezTo>
                  <a:pt x="5851597" y="1559813"/>
                  <a:pt x="5852169" y="1561337"/>
                  <a:pt x="5851883" y="1564004"/>
                </a:cubicBezTo>
                <a:cubicBezTo>
                  <a:pt x="5851597" y="1566767"/>
                  <a:pt x="5851597" y="1567338"/>
                  <a:pt x="5852169" y="1569434"/>
                </a:cubicBezTo>
                <a:cubicBezTo>
                  <a:pt x="5852835" y="1571529"/>
                  <a:pt x="5854645" y="1571815"/>
                  <a:pt x="5853407" y="1572387"/>
                </a:cubicBezTo>
                <a:cubicBezTo>
                  <a:pt x="5852169" y="1572958"/>
                  <a:pt x="5853121" y="1573625"/>
                  <a:pt x="5851597" y="1578101"/>
                </a:cubicBezTo>
                <a:cubicBezTo>
                  <a:pt x="5850073" y="1582578"/>
                  <a:pt x="5849788" y="1580483"/>
                  <a:pt x="5848930" y="1578959"/>
                </a:cubicBezTo>
                <a:cubicBezTo>
                  <a:pt x="5847978" y="1577435"/>
                  <a:pt x="5846739" y="1574482"/>
                  <a:pt x="5843787" y="1572387"/>
                </a:cubicBezTo>
                <a:cubicBezTo>
                  <a:pt x="5840834" y="1570291"/>
                  <a:pt x="5836928" y="1574196"/>
                  <a:pt x="5832737" y="1574196"/>
                </a:cubicBezTo>
                <a:cubicBezTo>
                  <a:pt x="5828546" y="1574196"/>
                  <a:pt x="5826451" y="1576006"/>
                  <a:pt x="5826451" y="1578959"/>
                </a:cubicBezTo>
                <a:cubicBezTo>
                  <a:pt x="5826451" y="1581912"/>
                  <a:pt x="5824641" y="1583721"/>
                  <a:pt x="5822546" y="1585245"/>
                </a:cubicBezTo>
                <a:cubicBezTo>
                  <a:pt x="5820450" y="1586769"/>
                  <a:pt x="5820450" y="1587341"/>
                  <a:pt x="5819212" y="1586769"/>
                </a:cubicBezTo>
                <a:cubicBezTo>
                  <a:pt x="5817974" y="1586198"/>
                  <a:pt x="5817688" y="1586769"/>
                  <a:pt x="5817974" y="1582292"/>
                </a:cubicBezTo>
                <a:cubicBezTo>
                  <a:pt x="5818260" y="1577720"/>
                  <a:pt x="5815307" y="1579245"/>
                  <a:pt x="5814069" y="1581054"/>
                </a:cubicBezTo>
                <a:cubicBezTo>
                  <a:pt x="5812926" y="1582769"/>
                  <a:pt x="5813497" y="1582769"/>
                  <a:pt x="5811401" y="1584007"/>
                </a:cubicBezTo>
                <a:cubicBezTo>
                  <a:pt x="5809306" y="1585245"/>
                  <a:pt x="5810259" y="1585531"/>
                  <a:pt x="5810830" y="1587341"/>
                </a:cubicBezTo>
                <a:cubicBezTo>
                  <a:pt x="5811401" y="1589055"/>
                  <a:pt x="5813497" y="1598675"/>
                  <a:pt x="5808735" y="1600485"/>
                </a:cubicBezTo>
                <a:cubicBezTo>
                  <a:pt x="5803877" y="1602295"/>
                  <a:pt x="5802353" y="1598390"/>
                  <a:pt x="5802353" y="1593913"/>
                </a:cubicBezTo>
                <a:cubicBezTo>
                  <a:pt x="5802353" y="1591913"/>
                  <a:pt x="5801400" y="1590770"/>
                  <a:pt x="5799971" y="1589817"/>
                </a:cubicBezTo>
                <a:lnTo>
                  <a:pt x="5799982" y="1589670"/>
                </a:lnTo>
                <a:lnTo>
                  <a:pt x="5794352" y="1586674"/>
                </a:lnTo>
                <a:cubicBezTo>
                  <a:pt x="5791685" y="1584579"/>
                  <a:pt x="5782922" y="1586103"/>
                  <a:pt x="5776350" y="1586103"/>
                </a:cubicBezTo>
                <a:cubicBezTo>
                  <a:pt x="5769778" y="1586103"/>
                  <a:pt x="5766158" y="1585531"/>
                  <a:pt x="5764348" y="1589151"/>
                </a:cubicBezTo>
                <a:cubicBezTo>
                  <a:pt x="5762538" y="1592770"/>
                  <a:pt x="5759872" y="1590675"/>
                  <a:pt x="5757776" y="1589151"/>
                </a:cubicBezTo>
                <a:cubicBezTo>
                  <a:pt x="5755681" y="1587627"/>
                  <a:pt x="5754538" y="1587912"/>
                  <a:pt x="5751490" y="1587341"/>
                </a:cubicBezTo>
                <a:cubicBezTo>
                  <a:pt x="5748442" y="1586769"/>
                  <a:pt x="5749394" y="1584007"/>
                  <a:pt x="5750251" y="1581626"/>
                </a:cubicBezTo>
                <a:cubicBezTo>
                  <a:pt x="5751108" y="1579245"/>
                  <a:pt x="5752633" y="1578959"/>
                  <a:pt x="5755299" y="1578959"/>
                </a:cubicBezTo>
                <a:cubicBezTo>
                  <a:pt x="5757967" y="1578959"/>
                  <a:pt x="5760062" y="1578959"/>
                  <a:pt x="5762158" y="1578102"/>
                </a:cubicBezTo>
                <a:cubicBezTo>
                  <a:pt x="5764253" y="1577149"/>
                  <a:pt x="5765396" y="1575339"/>
                  <a:pt x="5764539" y="1578959"/>
                </a:cubicBezTo>
                <a:cubicBezTo>
                  <a:pt x="5763586" y="1582578"/>
                  <a:pt x="5765396" y="1581340"/>
                  <a:pt x="5765396" y="1581340"/>
                </a:cubicBezTo>
                <a:cubicBezTo>
                  <a:pt x="5765396" y="1581340"/>
                  <a:pt x="5767777" y="1580673"/>
                  <a:pt x="5769873" y="1579816"/>
                </a:cubicBezTo>
                <a:cubicBezTo>
                  <a:pt x="5771968" y="1578864"/>
                  <a:pt x="5777397" y="1579149"/>
                  <a:pt x="5781303" y="1578292"/>
                </a:cubicBezTo>
                <a:cubicBezTo>
                  <a:pt x="5785113" y="1577340"/>
                  <a:pt x="5783398" y="1574673"/>
                  <a:pt x="5784256" y="1572863"/>
                </a:cubicBezTo>
                <a:cubicBezTo>
                  <a:pt x="5785113" y="1571148"/>
                  <a:pt x="5780922" y="1570196"/>
                  <a:pt x="5778540" y="1568100"/>
                </a:cubicBezTo>
                <a:cubicBezTo>
                  <a:pt x="5776159" y="1566005"/>
                  <a:pt x="5775302" y="1561433"/>
                  <a:pt x="5773778" y="1558480"/>
                </a:cubicBezTo>
                <a:cubicBezTo>
                  <a:pt x="5772254" y="1555527"/>
                  <a:pt x="5772921" y="1554003"/>
                  <a:pt x="5773492" y="1551336"/>
                </a:cubicBezTo>
                <a:cubicBezTo>
                  <a:pt x="5774159" y="1548669"/>
                  <a:pt x="5764824" y="1548384"/>
                  <a:pt x="5760633" y="1548955"/>
                </a:cubicBezTo>
                <a:cubicBezTo>
                  <a:pt x="5756442" y="1549527"/>
                  <a:pt x="5757681" y="1546860"/>
                  <a:pt x="5757681" y="1546860"/>
                </a:cubicBezTo>
                <a:cubicBezTo>
                  <a:pt x="5757681" y="1546860"/>
                  <a:pt x="5757109" y="1545336"/>
                  <a:pt x="5757681" y="1543526"/>
                </a:cubicBezTo>
                <a:cubicBezTo>
                  <a:pt x="5758252" y="1541811"/>
                  <a:pt x="5757681" y="1542097"/>
                  <a:pt x="5760062" y="1540573"/>
                </a:cubicBezTo>
                <a:cubicBezTo>
                  <a:pt x="5762443" y="1539049"/>
                  <a:pt x="5765777" y="1539906"/>
                  <a:pt x="5773873" y="1539049"/>
                </a:cubicBezTo>
                <a:lnTo>
                  <a:pt x="5786206" y="1541105"/>
                </a:lnTo>
                <a:lnTo>
                  <a:pt x="5791304" y="1536668"/>
                </a:lnTo>
                <a:cubicBezTo>
                  <a:pt x="5793971" y="1534858"/>
                  <a:pt x="5802067" y="1535811"/>
                  <a:pt x="5805401" y="1536096"/>
                </a:cubicBezTo>
                <a:close/>
                <a:moveTo>
                  <a:pt x="1057323" y="1535294"/>
                </a:moveTo>
                <a:lnTo>
                  <a:pt x="1052994" y="1539566"/>
                </a:lnTo>
                <a:lnTo>
                  <a:pt x="1053034" y="1539561"/>
                </a:lnTo>
                <a:close/>
                <a:moveTo>
                  <a:pt x="1058313" y="1532948"/>
                </a:moveTo>
                <a:lnTo>
                  <a:pt x="1057379" y="1535238"/>
                </a:lnTo>
                <a:lnTo>
                  <a:pt x="1057474" y="1535144"/>
                </a:lnTo>
                <a:close/>
                <a:moveTo>
                  <a:pt x="2797977" y="1514284"/>
                </a:moveTo>
                <a:cubicBezTo>
                  <a:pt x="2798644" y="1511617"/>
                  <a:pt x="2801025" y="1512475"/>
                  <a:pt x="2801311" y="1514570"/>
                </a:cubicBezTo>
                <a:cubicBezTo>
                  <a:pt x="2801597" y="1516666"/>
                  <a:pt x="2801406" y="1516666"/>
                  <a:pt x="2800168" y="1517332"/>
                </a:cubicBezTo>
                <a:cubicBezTo>
                  <a:pt x="2798930" y="1517999"/>
                  <a:pt x="2798073" y="1518856"/>
                  <a:pt x="2796549" y="1520952"/>
                </a:cubicBezTo>
                <a:cubicBezTo>
                  <a:pt x="2795025" y="1523047"/>
                  <a:pt x="2792929" y="1523905"/>
                  <a:pt x="2792929" y="1519714"/>
                </a:cubicBezTo>
                <a:cubicBezTo>
                  <a:pt x="2792929" y="1515523"/>
                  <a:pt x="2797406" y="1516951"/>
                  <a:pt x="2797977" y="1514284"/>
                </a:cubicBezTo>
                <a:close/>
                <a:moveTo>
                  <a:pt x="5573086" y="1499009"/>
                </a:moveTo>
                <a:cubicBezTo>
                  <a:pt x="5573610" y="1498330"/>
                  <a:pt x="5574514" y="1497949"/>
                  <a:pt x="5576038" y="1499140"/>
                </a:cubicBezTo>
                <a:cubicBezTo>
                  <a:pt x="5578991" y="1501521"/>
                  <a:pt x="5579658" y="1502759"/>
                  <a:pt x="5582611" y="1503902"/>
                </a:cubicBezTo>
                <a:cubicBezTo>
                  <a:pt x="5585659" y="1505140"/>
                  <a:pt x="5585945" y="1508379"/>
                  <a:pt x="5584706" y="1510189"/>
                </a:cubicBezTo>
                <a:cubicBezTo>
                  <a:pt x="5583468" y="1511998"/>
                  <a:pt x="5580801" y="1515237"/>
                  <a:pt x="5577848" y="1514665"/>
                </a:cubicBezTo>
                <a:cubicBezTo>
                  <a:pt x="5574895" y="1514094"/>
                  <a:pt x="5571847" y="1513427"/>
                  <a:pt x="5571276" y="1511998"/>
                </a:cubicBezTo>
                <a:cubicBezTo>
                  <a:pt x="5570704" y="1510570"/>
                  <a:pt x="5569752" y="1510474"/>
                  <a:pt x="5573372" y="1510760"/>
                </a:cubicBezTo>
                <a:cubicBezTo>
                  <a:pt x="5576991" y="1511046"/>
                  <a:pt x="5577848" y="1510760"/>
                  <a:pt x="5578420" y="1509236"/>
                </a:cubicBezTo>
                <a:cubicBezTo>
                  <a:pt x="5578991" y="1507712"/>
                  <a:pt x="5578706" y="1508379"/>
                  <a:pt x="5576324" y="1507426"/>
                </a:cubicBezTo>
                <a:cubicBezTo>
                  <a:pt x="5573943" y="1506569"/>
                  <a:pt x="5572705" y="1507426"/>
                  <a:pt x="5572705" y="1504759"/>
                </a:cubicBezTo>
                <a:cubicBezTo>
                  <a:pt x="5572705" y="1502092"/>
                  <a:pt x="5572419" y="1500664"/>
                  <a:pt x="5572419" y="1500664"/>
                </a:cubicBezTo>
                <a:cubicBezTo>
                  <a:pt x="5572419" y="1500664"/>
                  <a:pt x="5572562" y="1499688"/>
                  <a:pt x="5573086" y="1499009"/>
                </a:cubicBezTo>
                <a:close/>
                <a:moveTo>
                  <a:pt x="5750061" y="1494663"/>
                </a:moveTo>
                <a:cubicBezTo>
                  <a:pt x="5752156" y="1495234"/>
                  <a:pt x="5752156" y="1498282"/>
                  <a:pt x="5752442" y="1500949"/>
                </a:cubicBezTo>
                <a:cubicBezTo>
                  <a:pt x="5752823" y="1503616"/>
                  <a:pt x="5751870" y="1508474"/>
                  <a:pt x="5745298" y="1511427"/>
                </a:cubicBezTo>
                <a:cubicBezTo>
                  <a:pt x="5738726" y="1514475"/>
                  <a:pt x="5739012" y="1506664"/>
                  <a:pt x="5739012" y="1506664"/>
                </a:cubicBezTo>
                <a:cubicBezTo>
                  <a:pt x="5739012" y="1506664"/>
                  <a:pt x="5739583" y="1504283"/>
                  <a:pt x="5741012" y="1502473"/>
                </a:cubicBezTo>
                <a:cubicBezTo>
                  <a:pt x="5742536" y="1500664"/>
                  <a:pt x="5743488" y="1499711"/>
                  <a:pt x="5746156" y="1499140"/>
                </a:cubicBezTo>
                <a:cubicBezTo>
                  <a:pt x="5748918" y="1498568"/>
                  <a:pt x="5747679" y="1498282"/>
                  <a:pt x="5747679" y="1496473"/>
                </a:cubicBezTo>
                <a:cubicBezTo>
                  <a:pt x="5747679" y="1494663"/>
                  <a:pt x="5747965" y="1494091"/>
                  <a:pt x="5750061" y="1494663"/>
                </a:cubicBezTo>
                <a:close/>
                <a:moveTo>
                  <a:pt x="5047687" y="1482375"/>
                </a:moveTo>
                <a:cubicBezTo>
                  <a:pt x="5051878" y="1483232"/>
                  <a:pt x="5052830" y="1488090"/>
                  <a:pt x="5050640" y="1487423"/>
                </a:cubicBezTo>
                <a:cubicBezTo>
                  <a:pt x="5048544" y="1486852"/>
                  <a:pt x="5047401" y="1484756"/>
                  <a:pt x="5047401" y="1484756"/>
                </a:cubicBezTo>
                <a:cubicBezTo>
                  <a:pt x="5047401" y="1484756"/>
                  <a:pt x="5043496" y="1481423"/>
                  <a:pt x="5047687" y="1482375"/>
                </a:cubicBezTo>
                <a:close/>
                <a:moveTo>
                  <a:pt x="5650334" y="1476089"/>
                </a:moveTo>
                <a:cubicBezTo>
                  <a:pt x="5654810" y="1476946"/>
                  <a:pt x="5655477" y="1476660"/>
                  <a:pt x="5657858" y="1478756"/>
                </a:cubicBezTo>
                <a:cubicBezTo>
                  <a:pt x="5660240" y="1480851"/>
                  <a:pt x="5658716" y="1480566"/>
                  <a:pt x="5661478" y="1480851"/>
                </a:cubicBezTo>
                <a:cubicBezTo>
                  <a:pt x="5664145" y="1481137"/>
                  <a:pt x="5665383" y="1481709"/>
                  <a:pt x="5665097" y="1483804"/>
                </a:cubicBezTo>
                <a:cubicBezTo>
                  <a:pt x="5664811" y="1485900"/>
                  <a:pt x="5665097" y="1487995"/>
                  <a:pt x="5663002" y="1487424"/>
                </a:cubicBezTo>
                <a:cubicBezTo>
                  <a:pt x="5660906" y="1486852"/>
                  <a:pt x="5659382" y="1487138"/>
                  <a:pt x="5657287" y="1484090"/>
                </a:cubicBezTo>
                <a:cubicBezTo>
                  <a:pt x="5655191" y="1481137"/>
                  <a:pt x="5655191" y="1480756"/>
                  <a:pt x="5653953" y="1479899"/>
                </a:cubicBezTo>
                <a:cubicBezTo>
                  <a:pt x="5652715" y="1479137"/>
                  <a:pt x="5650334" y="1477899"/>
                  <a:pt x="5650334" y="1477899"/>
                </a:cubicBezTo>
                <a:cubicBezTo>
                  <a:pt x="5650334" y="1477899"/>
                  <a:pt x="5645857" y="1475232"/>
                  <a:pt x="5650334" y="1476089"/>
                </a:cubicBezTo>
                <a:close/>
                <a:moveTo>
                  <a:pt x="2827123" y="1472946"/>
                </a:moveTo>
                <a:cubicBezTo>
                  <a:pt x="2828552" y="1473231"/>
                  <a:pt x="2828552" y="1472088"/>
                  <a:pt x="2829219" y="1473231"/>
                </a:cubicBezTo>
                <a:cubicBezTo>
                  <a:pt x="2829790" y="1474470"/>
                  <a:pt x="2827695" y="1475041"/>
                  <a:pt x="2826838" y="1476279"/>
                </a:cubicBezTo>
                <a:cubicBezTo>
                  <a:pt x="2825885" y="1477422"/>
                  <a:pt x="2825314" y="1479232"/>
                  <a:pt x="2823504" y="1478661"/>
                </a:cubicBezTo>
                <a:cubicBezTo>
                  <a:pt x="2821694" y="1477994"/>
                  <a:pt x="2822266" y="1476565"/>
                  <a:pt x="2823504" y="1475327"/>
                </a:cubicBezTo>
                <a:cubicBezTo>
                  <a:pt x="2824742" y="1474184"/>
                  <a:pt x="2825599" y="1472660"/>
                  <a:pt x="2827123" y="1472946"/>
                </a:cubicBezTo>
                <a:close/>
                <a:moveTo>
                  <a:pt x="5642809" y="1470659"/>
                </a:moveTo>
                <a:cubicBezTo>
                  <a:pt x="5642809" y="1470659"/>
                  <a:pt x="5644904" y="1469802"/>
                  <a:pt x="5647286" y="1471231"/>
                </a:cubicBezTo>
                <a:cubicBezTo>
                  <a:pt x="5649667" y="1472755"/>
                  <a:pt x="5646714" y="1472469"/>
                  <a:pt x="5642809" y="1472755"/>
                </a:cubicBezTo>
                <a:cubicBezTo>
                  <a:pt x="5638904" y="1473040"/>
                  <a:pt x="5642809" y="1470659"/>
                  <a:pt x="5642809" y="1470659"/>
                </a:cubicBezTo>
                <a:close/>
                <a:moveTo>
                  <a:pt x="5736915" y="1462944"/>
                </a:moveTo>
                <a:cubicBezTo>
                  <a:pt x="5736915" y="1462944"/>
                  <a:pt x="5739583" y="1463515"/>
                  <a:pt x="5742345" y="1463801"/>
                </a:cubicBezTo>
                <a:cubicBezTo>
                  <a:pt x="5745012" y="1464087"/>
                  <a:pt x="5746536" y="1465897"/>
                  <a:pt x="5745297" y="1465611"/>
                </a:cubicBezTo>
                <a:cubicBezTo>
                  <a:pt x="5744059" y="1465325"/>
                  <a:pt x="5740821" y="1467421"/>
                  <a:pt x="5737487" y="1467707"/>
                </a:cubicBezTo>
                <a:cubicBezTo>
                  <a:pt x="5734249" y="1468088"/>
                  <a:pt x="5736915" y="1462944"/>
                  <a:pt x="5736915" y="1462944"/>
                </a:cubicBezTo>
                <a:close/>
                <a:moveTo>
                  <a:pt x="5580992" y="1461611"/>
                </a:moveTo>
                <a:cubicBezTo>
                  <a:pt x="5584326" y="1460086"/>
                  <a:pt x="5584040" y="1466944"/>
                  <a:pt x="5586135" y="1464278"/>
                </a:cubicBezTo>
                <a:cubicBezTo>
                  <a:pt x="5588231" y="1461611"/>
                  <a:pt x="5589754" y="1462754"/>
                  <a:pt x="5589754" y="1464278"/>
                </a:cubicBezTo>
                <a:cubicBezTo>
                  <a:pt x="5589754" y="1465802"/>
                  <a:pt x="5591279" y="1465516"/>
                  <a:pt x="5591279" y="1465516"/>
                </a:cubicBezTo>
                <a:cubicBezTo>
                  <a:pt x="5591279" y="1465516"/>
                  <a:pt x="5593089" y="1464278"/>
                  <a:pt x="5597280" y="1462182"/>
                </a:cubicBezTo>
                <a:cubicBezTo>
                  <a:pt x="5601471" y="1460086"/>
                  <a:pt x="5600518" y="1462182"/>
                  <a:pt x="5599946" y="1464278"/>
                </a:cubicBezTo>
                <a:cubicBezTo>
                  <a:pt x="5599375" y="1466373"/>
                  <a:pt x="5602042" y="1465230"/>
                  <a:pt x="5604137" y="1463706"/>
                </a:cubicBezTo>
                <a:cubicBezTo>
                  <a:pt x="5606233" y="1462182"/>
                  <a:pt x="5607185" y="1460372"/>
                  <a:pt x="5610138" y="1465802"/>
                </a:cubicBezTo>
                <a:cubicBezTo>
                  <a:pt x="5613186" y="1471136"/>
                  <a:pt x="5615853" y="1468183"/>
                  <a:pt x="5615853" y="1468183"/>
                </a:cubicBezTo>
                <a:cubicBezTo>
                  <a:pt x="5615853" y="1468183"/>
                  <a:pt x="5617663" y="1466373"/>
                  <a:pt x="5620044" y="1466373"/>
                </a:cubicBezTo>
                <a:cubicBezTo>
                  <a:pt x="5622426" y="1466373"/>
                  <a:pt x="5623663" y="1466659"/>
                  <a:pt x="5623663" y="1466659"/>
                </a:cubicBezTo>
                <a:cubicBezTo>
                  <a:pt x="5623663" y="1466659"/>
                  <a:pt x="5623378" y="1469707"/>
                  <a:pt x="5625188" y="1469993"/>
                </a:cubicBezTo>
                <a:cubicBezTo>
                  <a:pt x="5626998" y="1470278"/>
                  <a:pt x="5626045" y="1471136"/>
                  <a:pt x="5629950" y="1474469"/>
                </a:cubicBezTo>
                <a:cubicBezTo>
                  <a:pt x="5633855" y="1477708"/>
                  <a:pt x="5634427" y="1478089"/>
                  <a:pt x="5638046" y="1476851"/>
                </a:cubicBezTo>
                <a:cubicBezTo>
                  <a:pt x="5641666" y="1475707"/>
                  <a:pt x="5644905" y="1479613"/>
                  <a:pt x="5650334" y="1481994"/>
                </a:cubicBezTo>
                <a:cubicBezTo>
                  <a:pt x="5655763" y="1484471"/>
                  <a:pt x="5657192" y="1486852"/>
                  <a:pt x="5660526" y="1489519"/>
                </a:cubicBezTo>
                <a:cubicBezTo>
                  <a:pt x="5663859" y="1492281"/>
                  <a:pt x="5663573" y="1491329"/>
                  <a:pt x="5666241" y="1491329"/>
                </a:cubicBezTo>
                <a:cubicBezTo>
                  <a:pt x="5668907" y="1491329"/>
                  <a:pt x="5668336" y="1489519"/>
                  <a:pt x="5670432" y="1491043"/>
                </a:cubicBezTo>
                <a:cubicBezTo>
                  <a:pt x="5672527" y="1492567"/>
                  <a:pt x="5671955" y="1493138"/>
                  <a:pt x="5670146" y="1494377"/>
                </a:cubicBezTo>
                <a:cubicBezTo>
                  <a:pt x="5668336" y="1495615"/>
                  <a:pt x="5669574" y="1495329"/>
                  <a:pt x="5671955" y="1497996"/>
                </a:cubicBezTo>
                <a:cubicBezTo>
                  <a:pt x="5674337" y="1500663"/>
                  <a:pt x="5674908" y="1496472"/>
                  <a:pt x="5676146" y="1496472"/>
                </a:cubicBezTo>
                <a:cubicBezTo>
                  <a:pt x="5677289" y="1496472"/>
                  <a:pt x="5678528" y="1494948"/>
                  <a:pt x="5680623" y="1499425"/>
                </a:cubicBezTo>
                <a:cubicBezTo>
                  <a:pt x="5682719" y="1503902"/>
                  <a:pt x="5683005" y="1500949"/>
                  <a:pt x="5684814" y="1499711"/>
                </a:cubicBezTo>
                <a:cubicBezTo>
                  <a:pt x="5686624" y="1498568"/>
                  <a:pt x="5687481" y="1500663"/>
                  <a:pt x="5687481" y="1502759"/>
                </a:cubicBezTo>
                <a:cubicBezTo>
                  <a:pt x="5687481" y="1504854"/>
                  <a:pt x="5687767" y="1504568"/>
                  <a:pt x="5689577" y="1504568"/>
                </a:cubicBezTo>
                <a:cubicBezTo>
                  <a:pt x="5691387" y="1504568"/>
                  <a:pt x="5690148" y="1503330"/>
                  <a:pt x="5691387" y="1500949"/>
                </a:cubicBezTo>
                <a:cubicBezTo>
                  <a:pt x="5692625" y="1498568"/>
                  <a:pt x="5695292" y="1500092"/>
                  <a:pt x="5696816" y="1504282"/>
                </a:cubicBezTo>
                <a:cubicBezTo>
                  <a:pt x="5698340" y="1508473"/>
                  <a:pt x="5698911" y="1507902"/>
                  <a:pt x="5702531" y="1507902"/>
                </a:cubicBezTo>
                <a:cubicBezTo>
                  <a:pt x="5706150" y="1507902"/>
                  <a:pt x="5704912" y="1507616"/>
                  <a:pt x="5708532" y="1510283"/>
                </a:cubicBezTo>
                <a:cubicBezTo>
                  <a:pt x="5712056" y="1512950"/>
                  <a:pt x="5707293" y="1511140"/>
                  <a:pt x="5707293" y="1513236"/>
                </a:cubicBezTo>
                <a:cubicBezTo>
                  <a:pt x="5707293" y="1515332"/>
                  <a:pt x="5707960" y="1514474"/>
                  <a:pt x="5710913" y="1516570"/>
                </a:cubicBezTo>
                <a:cubicBezTo>
                  <a:pt x="5713961" y="1518665"/>
                  <a:pt x="5712723" y="1516284"/>
                  <a:pt x="5714246" y="1514760"/>
                </a:cubicBezTo>
                <a:cubicBezTo>
                  <a:pt x="5715771" y="1513236"/>
                  <a:pt x="5718437" y="1515998"/>
                  <a:pt x="5722057" y="1516856"/>
                </a:cubicBezTo>
                <a:cubicBezTo>
                  <a:pt x="5725676" y="1517713"/>
                  <a:pt x="5728058" y="1521047"/>
                  <a:pt x="5728629" y="1523999"/>
                </a:cubicBezTo>
                <a:cubicBezTo>
                  <a:pt x="5729296" y="1526952"/>
                  <a:pt x="5735011" y="1526666"/>
                  <a:pt x="5737963" y="1526666"/>
                </a:cubicBezTo>
                <a:cubicBezTo>
                  <a:pt x="5740916" y="1526666"/>
                  <a:pt x="5740345" y="1529429"/>
                  <a:pt x="5740631" y="1531810"/>
                </a:cubicBezTo>
                <a:cubicBezTo>
                  <a:pt x="5740916" y="1534286"/>
                  <a:pt x="5740631" y="1535429"/>
                  <a:pt x="5736154" y="1535144"/>
                </a:cubicBezTo>
                <a:cubicBezTo>
                  <a:pt x="5731677" y="1534858"/>
                  <a:pt x="5731391" y="1537906"/>
                  <a:pt x="5727772" y="1540573"/>
                </a:cubicBezTo>
                <a:cubicBezTo>
                  <a:pt x="5724153" y="1543240"/>
                  <a:pt x="5723486" y="1540573"/>
                  <a:pt x="5724724" y="1538477"/>
                </a:cubicBezTo>
                <a:cubicBezTo>
                  <a:pt x="5725867" y="1536382"/>
                  <a:pt x="5724724" y="1536096"/>
                  <a:pt x="5722914" y="1535810"/>
                </a:cubicBezTo>
                <a:cubicBezTo>
                  <a:pt x="5721105" y="1535525"/>
                  <a:pt x="5721390" y="1536382"/>
                  <a:pt x="5721390" y="1539715"/>
                </a:cubicBezTo>
                <a:cubicBezTo>
                  <a:pt x="5721390" y="1542954"/>
                  <a:pt x="5715675" y="1541811"/>
                  <a:pt x="5713294" y="1540287"/>
                </a:cubicBezTo>
                <a:cubicBezTo>
                  <a:pt x="5710913" y="1538858"/>
                  <a:pt x="5711484" y="1537906"/>
                  <a:pt x="5710913" y="1539715"/>
                </a:cubicBezTo>
                <a:cubicBezTo>
                  <a:pt x="5710341" y="1541525"/>
                  <a:pt x="5708246" y="1542478"/>
                  <a:pt x="5704341" y="1543335"/>
                </a:cubicBezTo>
                <a:cubicBezTo>
                  <a:pt x="5700435" y="1544192"/>
                  <a:pt x="5686338" y="1546288"/>
                  <a:pt x="5681862" y="1546002"/>
                </a:cubicBezTo>
                <a:cubicBezTo>
                  <a:pt x="5677385" y="1545716"/>
                  <a:pt x="5680052" y="1542097"/>
                  <a:pt x="5681290" y="1539715"/>
                </a:cubicBezTo>
                <a:cubicBezTo>
                  <a:pt x="5682528" y="1537334"/>
                  <a:pt x="5682528" y="1537620"/>
                  <a:pt x="5685481" y="1537334"/>
                </a:cubicBezTo>
                <a:cubicBezTo>
                  <a:pt x="5688434" y="1537048"/>
                  <a:pt x="5688434" y="1534667"/>
                  <a:pt x="5687862" y="1532857"/>
                </a:cubicBezTo>
                <a:cubicBezTo>
                  <a:pt x="5687291" y="1531048"/>
                  <a:pt x="5687291" y="1531334"/>
                  <a:pt x="5687005" y="1528952"/>
                </a:cubicBezTo>
                <a:cubicBezTo>
                  <a:pt x="5686719" y="1526571"/>
                  <a:pt x="5685195" y="1526000"/>
                  <a:pt x="5684624" y="1523904"/>
                </a:cubicBezTo>
                <a:cubicBezTo>
                  <a:pt x="5683957" y="1521809"/>
                  <a:pt x="5681290" y="1520285"/>
                  <a:pt x="5675003" y="1520285"/>
                </a:cubicBezTo>
                <a:cubicBezTo>
                  <a:pt x="5668717" y="1520285"/>
                  <a:pt x="5668050" y="1520285"/>
                  <a:pt x="5665383" y="1517903"/>
                </a:cubicBezTo>
                <a:cubicBezTo>
                  <a:pt x="5662716" y="1515522"/>
                  <a:pt x="5661192" y="1511045"/>
                  <a:pt x="5659382" y="1508950"/>
                </a:cubicBezTo>
                <a:cubicBezTo>
                  <a:pt x="5657572" y="1506854"/>
                  <a:pt x="5652144" y="1505711"/>
                  <a:pt x="5653667" y="1502663"/>
                </a:cubicBezTo>
                <a:cubicBezTo>
                  <a:pt x="5655096" y="1499711"/>
                  <a:pt x="5652144" y="1500282"/>
                  <a:pt x="5650048" y="1501806"/>
                </a:cubicBezTo>
                <a:cubicBezTo>
                  <a:pt x="5647953" y="1503330"/>
                  <a:pt x="5644333" y="1503616"/>
                  <a:pt x="5641666" y="1502092"/>
                </a:cubicBezTo>
                <a:cubicBezTo>
                  <a:pt x="5638999" y="1500663"/>
                  <a:pt x="5638428" y="1499711"/>
                  <a:pt x="5634522" y="1499425"/>
                </a:cubicBezTo>
                <a:cubicBezTo>
                  <a:pt x="5630617" y="1499139"/>
                  <a:pt x="5630617" y="1500092"/>
                  <a:pt x="5629379" y="1498853"/>
                </a:cubicBezTo>
                <a:cubicBezTo>
                  <a:pt x="5628236" y="1497710"/>
                  <a:pt x="5626712" y="1497710"/>
                  <a:pt x="5623092" y="1496186"/>
                </a:cubicBezTo>
                <a:cubicBezTo>
                  <a:pt x="5619472" y="1494662"/>
                  <a:pt x="5618616" y="1492567"/>
                  <a:pt x="5617377" y="1489900"/>
                </a:cubicBezTo>
                <a:cubicBezTo>
                  <a:pt x="5616139" y="1487233"/>
                  <a:pt x="5615567" y="1485709"/>
                  <a:pt x="5613186" y="1485137"/>
                </a:cubicBezTo>
                <a:cubicBezTo>
                  <a:pt x="5610805" y="1484566"/>
                  <a:pt x="5612234" y="1486661"/>
                  <a:pt x="5613472" y="1489328"/>
                </a:cubicBezTo>
                <a:cubicBezTo>
                  <a:pt x="5614710" y="1491995"/>
                  <a:pt x="5612901" y="1492281"/>
                  <a:pt x="5608710" y="1491424"/>
                </a:cubicBezTo>
                <a:cubicBezTo>
                  <a:pt x="5604519" y="1490567"/>
                  <a:pt x="5604519" y="1489900"/>
                  <a:pt x="5602137" y="1487233"/>
                </a:cubicBezTo>
                <a:cubicBezTo>
                  <a:pt x="5599661" y="1484471"/>
                  <a:pt x="5598803" y="1485709"/>
                  <a:pt x="5598803" y="1488090"/>
                </a:cubicBezTo>
                <a:cubicBezTo>
                  <a:pt x="5598803" y="1490471"/>
                  <a:pt x="5598232" y="1490757"/>
                  <a:pt x="5596708" y="1489900"/>
                </a:cubicBezTo>
                <a:cubicBezTo>
                  <a:pt x="5595279" y="1489043"/>
                  <a:pt x="5594612" y="1488661"/>
                  <a:pt x="5591660" y="1487804"/>
                </a:cubicBezTo>
                <a:cubicBezTo>
                  <a:pt x="5588612" y="1486852"/>
                  <a:pt x="5589469" y="1486566"/>
                  <a:pt x="5586516" y="1486280"/>
                </a:cubicBezTo>
                <a:cubicBezTo>
                  <a:pt x="5583468" y="1485994"/>
                  <a:pt x="5583468" y="1484756"/>
                  <a:pt x="5582611" y="1482661"/>
                </a:cubicBezTo>
                <a:cubicBezTo>
                  <a:pt x="5581658" y="1480565"/>
                  <a:pt x="5585563" y="1482089"/>
                  <a:pt x="5589469" y="1482089"/>
                </a:cubicBezTo>
                <a:cubicBezTo>
                  <a:pt x="5593374" y="1482089"/>
                  <a:pt x="5587945" y="1476374"/>
                  <a:pt x="5585563" y="1476660"/>
                </a:cubicBezTo>
                <a:cubicBezTo>
                  <a:pt x="5583087" y="1476946"/>
                  <a:pt x="5576801" y="1477613"/>
                  <a:pt x="5574134" y="1478470"/>
                </a:cubicBezTo>
                <a:cubicBezTo>
                  <a:pt x="5571371" y="1479327"/>
                  <a:pt x="5568990" y="1484185"/>
                  <a:pt x="5566609" y="1486852"/>
                </a:cubicBezTo>
                <a:cubicBezTo>
                  <a:pt x="5564228" y="1489519"/>
                  <a:pt x="5564799" y="1491043"/>
                  <a:pt x="5564228" y="1492853"/>
                </a:cubicBezTo>
                <a:cubicBezTo>
                  <a:pt x="5563656" y="1494662"/>
                  <a:pt x="5560323" y="1493519"/>
                  <a:pt x="5558227" y="1494377"/>
                </a:cubicBezTo>
                <a:cubicBezTo>
                  <a:pt x="5556132" y="1495234"/>
                  <a:pt x="5556132" y="1499425"/>
                  <a:pt x="5556417" y="1501520"/>
                </a:cubicBezTo>
                <a:cubicBezTo>
                  <a:pt x="5556703" y="1503711"/>
                  <a:pt x="5554893" y="1503711"/>
                  <a:pt x="5551941" y="1506664"/>
                </a:cubicBezTo>
                <a:cubicBezTo>
                  <a:pt x="5548988" y="1509617"/>
                  <a:pt x="5548988" y="1509045"/>
                  <a:pt x="5548988" y="1506950"/>
                </a:cubicBezTo>
                <a:cubicBezTo>
                  <a:pt x="5548988" y="1504854"/>
                  <a:pt x="5549559" y="1505140"/>
                  <a:pt x="5546892" y="1504854"/>
                </a:cubicBezTo>
                <a:cubicBezTo>
                  <a:pt x="5544130" y="1504568"/>
                  <a:pt x="5544511" y="1504854"/>
                  <a:pt x="5541177" y="1506950"/>
                </a:cubicBezTo>
                <a:cubicBezTo>
                  <a:pt x="5537844" y="1509045"/>
                  <a:pt x="5539082" y="1504568"/>
                  <a:pt x="5539082" y="1504568"/>
                </a:cubicBezTo>
                <a:cubicBezTo>
                  <a:pt x="5539082" y="1504568"/>
                  <a:pt x="5540320" y="1502759"/>
                  <a:pt x="5542035" y="1501044"/>
                </a:cubicBezTo>
                <a:cubicBezTo>
                  <a:pt x="5543844" y="1499901"/>
                  <a:pt x="5543272" y="1498948"/>
                  <a:pt x="5547178" y="1498663"/>
                </a:cubicBezTo>
                <a:cubicBezTo>
                  <a:pt x="5551083" y="1498377"/>
                  <a:pt x="5549845" y="1497806"/>
                  <a:pt x="5547749" y="1495710"/>
                </a:cubicBezTo>
                <a:cubicBezTo>
                  <a:pt x="5545654" y="1493615"/>
                  <a:pt x="5546226" y="1492662"/>
                  <a:pt x="5545654" y="1489995"/>
                </a:cubicBezTo>
                <a:cubicBezTo>
                  <a:pt x="5544987" y="1487328"/>
                  <a:pt x="5548607" y="1483423"/>
                  <a:pt x="5548607" y="1483423"/>
                </a:cubicBezTo>
                <a:cubicBezTo>
                  <a:pt x="5548607" y="1483423"/>
                  <a:pt x="5553941" y="1477422"/>
                  <a:pt x="5557846" y="1474755"/>
                </a:cubicBezTo>
                <a:cubicBezTo>
                  <a:pt x="5561751" y="1472088"/>
                  <a:pt x="5559084" y="1473612"/>
                  <a:pt x="5561179" y="1472088"/>
                </a:cubicBezTo>
                <a:cubicBezTo>
                  <a:pt x="5562418" y="1471136"/>
                  <a:pt x="5567180" y="1472945"/>
                  <a:pt x="5566895" y="1468469"/>
                </a:cubicBezTo>
                <a:cubicBezTo>
                  <a:pt x="5566704" y="1465706"/>
                  <a:pt x="5577658" y="1463135"/>
                  <a:pt x="5580992" y="1461611"/>
                </a:cubicBezTo>
                <a:close/>
                <a:moveTo>
                  <a:pt x="5722533" y="1459896"/>
                </a:moveTo>
                <a:cubicBezTo>
                  <a:pt x="5724629" y="1459325"/>
                  <a:pt x="5724915" y="1461420"/>
                  <a:pt x="5725486" y="1463516"/>
                </a:cubicBezTo>
                <a:cubicBezTo>
                  <a:pt x="5726058" y="1465707"/>
                  <a:pt x="5724534" y="1467135"/>
                  <a:pt x="5721867" y="1470755"/>
                </a:cubicBezTo>
                <a:cubicBezTo>
                  <a:pt x="5719200" y="1474279"/>
                  <a:pt x="5718533" y="1471612"/>
                  <a:pt x="5720057" y="1469231"/>
                </a:cubicBezTo>
                <a:cubicBezTo>
                  <a:pt x="5721581" y="1466850"/>
                  <a:pt x="5721581" y="1465707"/>
                  <a:pt x="5719200" y="1464468"/>
                </a:cubicBezTo>
                <a:cubicBezTo>
                  <a:pt x="5716819" y="1463230"/>
                  <a:pt x="5718628" y="1461135"/>
                  <a:pt x="5718628" y="1461135"/>
                </a:cubicBezTo>
                <a:cubicBezTo>
                  <a:pt x="5718628" y="1461135"/>
                  <a:pt x="5720438" y="1460468"/>
                  <a:pt x="5722533" y="1459896"/>
                </a:cubicBezTo>
                <a:close/>
                <a:moveTo>
                  <a:pt x="198129" y="1458944"/>
                </a:moveTo>
                <a:lnTo>
                  <a:pt x="198105" y="1458949"/>
                </a:lnTo>
                <a:lnTo>
                  <a:pt x="198416" y="1458971"/>
                </a:lnTo>
                <a:close/>
                <a:moveTo>
                  <a:pt x="1378956" y="1450062"/>
                </a:moveTo>
                <a:cubicBezTo>
                  <a:pt x="1379491" y="1450753"/>
                  <a:pt x="1379658" y="1452467"/>
                  <a:pt x="1379419" y="1454277"/>
                </a:cubicBezTo>
                <a:cubicBezTo>
                  <a:pt x="1379896" y="1459706"/>
                  <a:pt x="1373514" y="1456944"/>
                  <a:pt x="1376276" y="1451991"/>
                </a:cubicBezTo>
                <a:cubicBezTo>
                  <a:pt x="1377515" y="1449705"/>
                  <a:pt x="1378420" y="1449371"/>
                  <a:pt x="1378956" y="1450062"/>
                </a:cubicBezTo>
                <a:close/>
                <a:moveTo>
                  <a:pt x="1479241" y="1440656"/>
                </a:moveTo>
                <a:cubicBezTo>
                  <a:pt x="1481908" y="1440656"/>
                  <a:pt x="1483718" y="1442752"/>
                  <a:pt x="1479527" y="1444561"/>
                </a:cubicBezTo>
                <a:cubicBezTo>
                  <a:pt x="1475336" y="1446371"/>
                  <a:pt x="1467621" y="1447609"/>
                  <a:pt x="1467621" y="1447609"/>
                </a:cubicBezTo>
                <a:cubicBezTo>
                  <a:pt x="1467621" y="1447609"/>
                  <a:pt x="1460096" y="1447323"/>
                  <a:pt x="1465525" y="1445514"/>
                </a:cubicBezTo>
                <a:cubicBezTo>
                  <a:pt x="1470954" y="1443704"/>
                  <a:pt x="1471526" y="1443418"/>
                  <a:pt x="1474479" y="1442180"/>
                </a:cubicBezTo>
                <a:cubicBezTo>
                  <a:pt x="1477432" y="1440942"/>
                  <a:pt x="1476574" y="1440656"/>
                  <a:pt x="1479241" y="1440656"/>
                </a:cubicBezTo>
                <a:close/>
                <a:moveTo>
                  <a:pt x="5686243" y="1438560"/>
                </a:moveTo>
                <a:cubicBezTo>
                  <a:pt x="5689196" y="1438560"/>
                  <a:pt x="5694053" y="1446371"/>
                  <a:pt x="5694340" y="1448752"/>
                </a:cubicBezTo>
                <a:cubicBezTo>
                  <a:pt x="5694625" y="1451133"/>
                  <a:pt x="5697006" y="1454752"/>
                  <a:pt x="5699769" y="1455324"/>
                </a:cubicBezTo>
                <a:cubicBezTo>
                  <a:pt x="5702531" y="1455896"/>
                  <a:pt x="5705198" y="1455896"/>
                  <a:pt x="5705198" y="1457705"/>
                </a:cubicBezTo>
                <a:cubicBezTo>
                  <a:pt x="5705198" y="1459515"/>
                  <a:pt x="5700150" y="1457419"/>
                  <a:pt x="5696530" y="1456181"/>
                </a:cubicBezTo>
                <a:cubicBezTo>
                  <a:pt x="5692911" y="1454943"/>
                  <a:pt x="5689386" y="1453800"/>
                  <a:pt x="5691101" y="1452848"/>
                </a:cubicBezTo>
                <a:cubicBezTo>
                  <a:pt x="5692911" y="1451990"/>
                  <a:pt x="5694053" y="1450181"/>
                  <a:pt x="5691672" y="1447132"/>
                </a:cubicBezTo>
                <a:cubicBezTo>
                  <a:pt x="5689291" y="1444370"/>
                  <a:pt x="5686814" y="1441894"/>
                  <a:pt x="5686814" y="1441894"/>
                </a:cubicBezTo>
                <a:cubicBezTo>
                  <a:pt x="5686814" y="1441894"/>
                  <a:pt x="5683195" y="1438560"/>
                  <a:pt x="5686243" y="1438560"/>
                </a:cubicBezTo>
                <a:close/>
                <a:moveTo>
                  <a:pt x="5673670" y="1435608"/>
                </a:moveTo>
                <a:lnTo>
                  <a:pt x="5679957" y="1440085"/>
                </a:lnTo>
                <a:cubicBezTo>
                  <a:pt x="5679957" y="1440085"/>
                  <a:pt x="5676909" y="1440942"/>
                  <a:pt x="5674528" y="1440371"/>
                </a:cubicBezTo>
                <a:cubicBezTo>
                  <a:pt x="5672146" y="1439799"/>
                  <a:pt x="5673670" y="1435608"/>
                  <a:pt x="5673670" y="1435608"/>
                </a:cubicBezTo>
                <a:close/>
                <a:moveTo>
                  <a:pt x="2688059" y="1433702"/>
                </a:moveTo>
                <a:cubicBezTo>
                  <a:pt x="2688916" y="1432178"/>
                  <a:pt x="2694345" y="1434274"/>
                  <a:pt x="2694917" y="1435512"/>
                </a:cubicBezTo>
                <a:cubicBezTo>
                  <a:pt x="2694917" y="1438179"/>
                  <a:pt x="2687106" y="1435226"/>
                  <a:pt x="2688059" y="1433702"/>
                </a:cubicBezTo>
                <a:close/>
                <a:moveTo>
                  <a:pt x="2848079" y="1432560"/>
                </a:moveTo>
                <a:cubicBezTo>
                  <a:pt x="2850174" y="1431036"/>
                  <a:pt x="2853222" y="1431607"/>
                  <a:pt x="2853222" y="1433417"/>
                </a:cubicBezTo>
                <a:cubicBezTo>
                  <a:pt x="2853222" y="1435227"/>
                  <a:pt x="2851698" y="1435513"/>
                  <a:pt x="2849317" y="1434941"/>
                </a:cubicBezTo>
                <a:cubicBezTo>
                  <a:pt x="2846840" y="1434370"/>
                  <a:pt x="2845983" y="1434084"/>
                  <a:pt x="2848079" y="1432560"/>
                </a:cubicBezTo>
                <a:close/>
                <a:moveTo>
                  <a:pt x="5697006" y="1432369"/>
                </a:moveTo>
                <a:cubicBezTo>
                  <a:pt x="5697006" y="1432369"/>
                  <a:pt x="5701864" y="1433226"/>
                  <a:pt x="5700340" y="1434750"/>
                </a:cubicBezTo>
                <a:cubicBezTo>
                  <a:pt x="5698530" y="1436560"/>
                  <a:pt x="5694053" y="1434750"/>
                  <a:pt x="5694053" y="1434750"/>
                </a:cubicBezTo>
                <a:close/>
                <a:moveTo>
                  <a:pt x="5645035" y="1426261"/>
                </a:moveTo>
                <a:cubicBezTo>
                  <a:pt x="5646238" y="1426559"/>
                  <a:pt x="5647285" y="1427750"/>
                  <a:pt x="5647857" y="1430274"/>
                </a:cubicBezTo>
                <a:cubicBezTo>
                  <a:pt x="5649096" y="1435322"/>
                  <a:pt x="5651762" y="1439228"/>
                  <a:pt x="5648429" y="1437418"/>
                </a:cubicBezTo>
                <a:cubicBezTo>
                  <a:pt x="5645190" y="1435608"/>
                  <a:pt x="5642523" y="1433893"/>
                  <a:pt x="5642523" y="1433893"/>
                </a:cubicBezTo>
                <a:cubicBezTo>
                  <a:pt x="5642523" y="1433893"/>
                  <a:pt x="5638904" y="1429703"/>
                  <a:pt x="5641285" y="1427607"/>
                </a:cubicBezTo>
                <a:cubicBezTo>
                  <a:pt x="5642475" y="1426559"/>
                  <a:pt x="5643833" y="1425964"/>
                  <a:pt x="5645035" y="1426261"/>
                </a:cubicBezTo>
                <a:close/>
                <a:moveTo>
                  <a:pt x="2859413" y="1422558"/>
                </a:moveTo>
                <a:cubicBezTo>
                  <a:pt x="2860651" y="1421987"/>
                  <a:pt x="2857984" y="1433703"/>
                  <a:pt x="2856461" y="1430940"/>
                </a:cubicBezTo>
                <a:cubicBezTo>
                  <a:pt x="2854937" y="1428273"/>
                  <a:pt x="2858175" y="1423130"/>
                  <a:pt x="2859413" y="1422558"/>
                </a:cubicBezTo>
                <a:close/>
                <a:moveTo>
                  <a:pt x="5699483" y="1421225"/>
                </a:moveTo>
                <a:cubicBezTo>
                  <a:pt x="5699483" y="1421225"/>
                  <a:pt x="5700912" y="1423035"/>
                  <a:pt x="5701579" y="1424559"/>
                </a:cubicBezTo>
                <a:cubicBezTo>
                  <a:pt x="5702150" y="1426083"/>
                  <a:pt x="5700721" y="1427797"/>
                  <a:pt x="5699198" y="1426940"/>
                </a:cubicBezTo>
                <a:cubicBezTo>
                  <a:pt x="5697673" y="1425988"/>
                  <a:pt x="5699483" y="1421225"/>
                  <a:pt x="5699483" y="1421225"/>
                </a:cubicBezTo>
                <a:close/>
                <a:moveTo>
                  <a:pt x="5674241" y="1411986"/>
                </a:moveTo>
                <a:cubicBezTo>
                  <a:pt x="5678432" y="1415034"/>
                  <a:pt x="5679956" y="1420654"/>
                  <a:pt x="5682338" y="1423035"/>
                </a:cubicBezTo>
                <a:cubicBezTo>
                  <a:pt x="5684719" y="1425416"/>
                  <a:pt x="5685957" y="1427226"/>
                  <a:pt x="5682338" y="1426940"/>
                </a:cubicBezTo>
                <a:cubicBezTo>
                  <a:pt x="5678718" y="1426654"/>
                  <a:pt x="5676908" y="1426654"/>
                  <a:pt x="5676051" y="1424845"/>
                </a:cubicBezTo>
                <a:cubicBezTo>
                  <a:pt x="5675194" y="1423035"/>
                  <a:pt x="5682623" y="1425416"/>
                  <a:pt x="5679385" y="1422463"/>
                </a:cubicBezTo>
                <a:cubicBezTo>
                  <a:pt x="5676051" y="1419415"/>
                  <a:pt x="5672432" y="1414653"/>
                  <a:pt x="5672432" y="1414653"/>
                </a:cubicBezTo>
                <a:cubicBezTo>
                  <a:pt x="5672432" y="1414653"/>
                  <a:pt x="5670051" y="1408938"/>
                  <a:pt x="5674241" y="1411986"/>
                </a:cubicBezTo>
                <a:close/>
                <a:moveTo>
                  <a:pt x="5624521" y="1401223"/>
                </a:moveTo>
                <a:cubicBezTo>
                  <a:pt x="5626902" y="1400365"/>
                  <a:pt x="5628997" y="1403318"/>
                  <a:pt x="5633474" y="1405699"/>
                </a:cubicBezTo>
                <a:cubicBezTo>
                  <a:pt x="5637951" y="1408081"/>
                  <a:pt x="5642428" y="1411414"/>
                  <a:pt x="5642142" y="1415320"/>
                </a:cubicBezTo>
                <a:cubicBezTo>
                  <a:pt x="5641856" y="1419225"/>
                  <a:pt x="5641570" y="1422844"/>
                  <a:pt x="5638237" y="1422463"/>
                </a:cubicBezTo>
                <a:cubicBezTo>
                  <a:pt x="5634903" y="1422178"/>
                  <a:pt x="5635570" y="1421606"/>
                  <a:pt x="5632522" y="1420939"/>
                </a:cubicBezTo>
                <a:cubicBezTo>
                  <a:pt x="5629569" y="1420368"/>
                  <a:pt x="5626235" y="1420654"/>
                  <a:pt x="5626521" y="1418844"/>
                </a:cubicBezTo>
                <a:cubicBezTo>
                  <a:pt x="5626807" y="1417034"/>
                  <a:pt x="5627760" y="1416177"/>
                  <a:pt x="5626807" y="1413129"/>
                </a:cubicBezTo>
                <a:cubicBezTo>
                  <a:pt x="5626045" y="1410176"/>
                  <a:pt x="5623949" y="1405699"/>
                  <a:pt x="5623949" y="1405699"/>
                </a:cubicBezTo>
                <a:cubicBezTo>
                  <a:pt x="5623949" y="1405699"/>
                  <a:pt x="5622140" y="1402080"/>
                  <a:pt x="5624521" y="1401223"/>
                </a:cubicBezTo>
                <a:close/>
                <a:moveTo>
                  <a:pt x="5657239" y="1397805"/>
                </a:moveTo>
                <a:cubicBezTo>
                  <a:pt x="5657430" y="1397317"/>
                  <a:pt x="5657954" y="1397460"/>
                  <a:pt x="5659287" y="1399984"/>
                </a:cubicBezTo>
                <a:cubicBezTo>
                  <a:pt x="5661954" y="1405128"/>
                  <a:pt x="5663192" y="1408652"/>
                  <a:pt x="5660811" y="1408366"/>
                </a:cubicBezTo>
                <a:cubicBezTo>
                  <a:pt x="5658430" y="1408080"/>
                  <a:pt x="5656334" y="1406271"/>
                  <a:pt x="5656334" y="1406271"/>
                </a:cubicBezTo>
                <a:cubicBezTo>
                  <a:pt x="5656334" y="1406271"/>
                  <a:pt x="5654810" y="1405413"/>
                  <a:pt x="5656334" y="1404175"/>
                </a:cubicBezTo>
                <a:cubicBezTo>
                  <a:pt x="5657763" y="1402937"/>
                  <a:pt x="5657191" y="1399413"/>
                  <a:pt x="5657191" y="1399413"/>
                </a:cubicBezTo>
                <a:cubicBezTo>
                  <a:pt x="5657191" y="1399413"/>
                  <a:pt x="5657048" y="1398294"/>
                  <a:pt x="5657239" y="1397805"/>
                </a:cubicBezTo>
                <a:close/>
                <a:moveTo>
                  <a:pt x="2678511" y="1396317"/>
                </a:moveTo>
                <a:cubicBezTo>
                  <a:pt x="2679535" y="1395912"/>
                  <a:pt x="2681583" y="1396079"/>
                  <a:pt x="2682916" y="1397127"/>
                </a:cubicBezTo>
                <a:cubicBezTo>
                  <a:pt x="2685678" y="1399222"/>
                  <a:pt x="2687106" y="1400079"/>
                  <a:pt x="2687106" y="1400079"/>
                </a:cubicBezTo>
                <a:cubicBezTo>
                  <a:pt x="2688726" y="1404080"/>
                  <a:pt x="2683582" y="1400460"/>
                  <a:pt x="2680249" y="1398936"/>
                </a:cubicBezTo>
                <a:cubicBezTo>
                  <a:pt x="2677487" y="1397698"/>
                  <a:pt x="2677487" y="1396722"/>
                  <a:pt x="2678511" y="1396317"/>
                </a:cubicBezTo>
                <a:close/>
                <a:moveTo>
                  <a:pt x="4958604" y="1389387"/>
                </a:moveTo>
                <a:cubicBezTo>
                  <a:pt x="4958866" y="1388792"/>
                  <a:pt x="4959390" y="1388649"/>
                  <a:pt x="4960438" y="1390459"/>
                </a:cubicBezTo>
                <a:cubicBezTo>
                  <a:pt x="4962533" y="1394078"/>
                  <a:pt x="4962533" y="1394936"/>
                  <a:pt x="4961009" y="1395888"/>
                </a:cubicBezTo>
                <a:cubicBezTo>
                  <a:pt x="4959485" y="1396745"/>
                  <a:pt x="4959200" y="1396460"/>
                  <a:pt x="4958913" y="1394650"/>
                </a:cubicBezTo>
                <a:cubicBezTo>
                  <a:pt x="4958628" y="1392840"/>
                  <a:pt x="4958342" y="1391030"/>
                  <a:pt x="4958342" y="1391030"/>
                </a:cubicBezTo>
                <a:cubicBezTo>
                  <a:pt x="4958342" y="1391030"/>
                  <a:pt x="4958342" y="1389982"/>
                  <a:pt x="4958604" y="1389387"/>
                </a:cubicBezTo>
                <a:close/>
                <a:moveTo>
                  <a:pt x="1681086" y="1384021"/>
                </a:moveTo>
                <a:lnTo>
                  <a:pt x="1678028" y="1386649"/>
                </a:lnTo>
                <a:cubicBezTo>
                  <a:pt x="1674694" y="1388458"/>
                  <a:pt x="1666312" y="1386934"/>
                  <a:pt x="1660311" y="1386934"/>
                </a:cubicBezTo>
                <a:cubicBezTo>
                  <a:pt x="1654310" y="1386934"/>
                  <a:pt x="1641737" y="1389030"/>
                  <a:pt x="1636594" y="1389316"/>
                </a:cubicBezTo>
                <a:lnTo>
                  <a:pt x="1623042" y="1388718"/>
                </a:lnTo>
                <a:lnTo>
                  <a:pt x="1623037" y="1388912"/>
                </a:lnTo>
                <a:lnTo>
                  <a:pt x="1636499" y="1389507"/>
                </a:lnTo>
                <a:cubicBezTo>
                  <a:pt x="1641643" y="1389221"/>
                  <a:pt x="1654215" y="1387125"/>
                  <a:pt x="1660216" y="1387125"/>
                </a:cubicBezTo>
                <a:cubicBezTo>
                  <a:pt x="1666217" y="1387125"/>
                  <a:pt x="1674599" y="1388649"/>
                  <a:pt x="1677933" y="1386840"/>
                </a:cubicBezTo>
                <a:cubicBezTo>
                  <a:pt x="1679600" y="1385935"/>
                  <a:pt x="1680505" y="1385339"/>
                  <a:pt x="1681064" y="1384149"/>
                </a:cubicBezTo>
                <a:close/>
                <a:moveTo>
                  <a:pt x="5641512" y="1383815"/>
                </a:moveTo>
                <a:cubicBezTo>
                  <a:pt x="5641809" y="1383339"/>
                  <a:pt x="5642476" y="1383124"/>
                  <a:pt x="5643952" y="1384172"/>
                </a:cubicBezTo>
                <a:cubicBezTo>
                  <a:pt x="5646905" y="1386268"/>
                  <a:pt x="5649096" y="1387125"/>
                  <a:pt x="5646905" y="1388078"/>
                </a:cubicBezTo>
                <a:cubicBezTo>
                  <a:pt x="5644810" y="1388935"/>
                  <a:pt x="5642428" y="1390173"/>
                  <a:pt x="5642142" y="1388363"/>
                </a:cubicBezTo>
                <a:cubicBezTo>
                  <a:pt x="5641952" y="1386458"/>
                  <a:pt x="5641286" y="1385030"/>
                  <a:pt x="5641286" y="1385030"/>
                </a:cubicBezTo>
                <a:cubicBezTo>
                  <a:pt x="5641286" y="1385030"/>
                  <a:pt x="5641215" y="1384292"/>
                  <a:pt x="5641512" y="1383815"/>
                </a:cubicBezTo>
                <a:close/>
                <a:moveTo>
                  <a:pt x="2822837" y="1378838"/>
                </a:moveTo>
                <a:cubicBezTo>
                  <a:pt x="2824933" y="1378553"/>
                  <a:pt x="2823218" y="1383982"/>
                  <a:pt x="2821313" y="1383029"/>
                </a:cubicBezTo>
                <a:cubicBezTo>
                  <a:pt x="2819027" y="1381886"/>
                  <a:pt x="2821599" y="1378553"/>
                  <a:pt x="2822837" y="1378838"/>
                </a:cubicBezTo>
                <a:close/>
                <a:moveTo>
                  <a:pt x="4900062" y="1376541"/>
                </a:moveTo>
                <a:cubicBezTo>
                  <a:pt x="4900812" y="1376195"/>
                  <a:pt x="4901717" y="1376409"/>
                  <a:pt x="4902336" y="1378648"/>
                </a:cubicBezTo>
                <a:cubicBezTo>
                  <a:pt x="4903574" y="1383125"/>
                  <a:pt x="4902050" y="1383125"/>
                  <a:pt x="4900812" y="1381601"/>
                </a:cubicBezTo>
                <a:cubicBezTo>
                  <a:pt x="4899669" y="1380172"/>
                  <a:pt x="4898716" y="1377791"/>
                  <a:pt x="4898716" y="1377791"/>
                </a:cubicBezTo>
                <a:cubicBezTo>
                  <a:pt x="4898716" y="1377791"/>
                  <a:pt x="4899311" y="1376886"/>
                  <a:pt x="4900062" y="1376541"/>
                </a:cubicBezTo>
                <a:close/>
                <a:moveTo>
                  <a:pt x="430370" y="1375087"/>
                </a:moveTo>
                <a:lnTo>
                  <a:pt x="436254" y="1388268"/>
                </a:lnTo>
                <a:lnTo>
                  <a:pt x="471877" y="1478470"/>
                </a:lnTo>
                <a:cubicBezTo>
                  <a:pt x="471877" y="1478470"/>
                  <a:pt x="481499" y="1497329"/>
                  <a:pt x="480831" y="1502473"/>
                </a:cubicBezTo>
                <a:cubicBezTo>
                  <a:pt x="480259" y="1507521"/>
                  <a:pt x="480831" y="1509331"/>
                  <a:pt x="483784" y="1512664"/>
                </a:cubicBezTo>
                <a:cubicBezTo>
                  <a:pt x="486736" y="1515998"/>
                  <a:pt x="485879" y="1520189"/>
                  <a:pt x="487404" y="1524380"/>
                </a:cubicBezTo>
                <a:cubicBezTo>
                  <a:pt x="488927" y="1528571"/>
                  <a:pt x="492832" y="1528000"/>
                  <a:pt x="497882" y="1531238"/>
                </a:cubicBezTo>
                <a:cubicBezTo>
                  <a:pt x="503025" y="1534572"/>
                  <a:pt x="506549" y="1539906"/>
                  <a:pt x="503881" y="1547431"/>
                </a:cubicBezTo>
                <a:cubicBezTo>
                  <a:pt x="501214" y="1554956"/>
                  <a:pt x="497310" y="1558194"/>
                  <a:pt x="500262" y="1562385"/>
                </a:cubicBezTo>
                <a:lnTo>
                  <a:pt x="500644" y="1562571"/>
                </a:lnTo>
                <a:lnTo>
                  <a:pt x="504262" y="1547621"/>
                </a:lnTo>
                <a:cubicBezTo>
                  <a:pt x="506930" y="1540096"/>
                  <a:pt x="503405" y="1534762"/>
                  <a:pt x="498261" y="1531429"/>
                </a:cubicBezTo>
                <a:cubicBezTo>
                  <a:pt x="493213" y="1528190"/>
                  <a:pt x="489308" y="1528762"/>
                  <a:pt x="487785" y="1524571"/>
                </a:cubicBezTo>
                <a:cubicBezTo>
                  <a:pt x="486260" y="1520380"/>
                  <a:pt x="487117" y="1516189"/>
                  <a:pt x="484165" y="1512855"/>
                </a:cubicBezTo>
                <a:cubicBezTo>
                  <a:pt x="481212" y="1509521"/>
                  <a:pt x="480640" y="1507711"/>
                  <a:pt x="481212" y="1502663"/>
                </a:cubicBezTo>
                <a:cubicBezTo>
                  <a:pt x="481878" y="1497520"/>
                  <a:pt x="472258" y="1478660"/>
                  <a:pt x="472258" y="1478660"/>
                </a:cubicBezTo>
                <a:lnTo>
                  <a:pt x="436635" y="1388458"/>
                </a:lnTo>
                <a:close/>
                <a:moveTo>
                  <a:pt x="5629569" y="1372361"/>
                </a:moveTo>
                <a:cubicBezTo>
                  <a:pt x="5631093" y="1374171"/>
                  <a:pt x="5630141" y="1375981"/>
                  <a:pt x="5630141" y="1375981"/>
                </a:cubicBezTo>
                <a:lnTo>
                  <a:pt x="5625092" y="1376266"/>
                </a:lnTo>
                <a:cubicBezTo>
                  <a:pt x="5625092" y="1376266"/>
                  <a:pt x="5623854" y="1375409"/>
                  <a:pt x="5625950" y="1373599"/>
                </a:cubicBezTo>
                <a:cubicBezTo>
                  <a:pt x="5628045" y="1371790"/>
                  <a:pt x="5628045" y="1370647"/>
                  <a:pt x="5629569" y="1372361"/>
                </a:cubicBezTo>
                <a:close/>
                <a:moveTo>
                  <a:pt x="674429" y="1370661"/>
                </a:moveTo>
                <a:lnTo>
                  <a:pt x="674224" y="1370837"/>
                </a:lnTo>
                <a:cubicBezTo>
                  <a:pt x="673927" y="1372861"/>
                  <a:pt x="674903" y="1375409"/>
                  <a:pt x="675332" y="1379600"/>
                </a:cubicBezTo>
                <a:cubicBezTo>
                  <a:pt x="676188" y="1387982"/>
                  <a:pt x="680094" y="1392173"/>
                  <a:pt x="675332" y="1407127"/>
                </a:cubicBezTo>
                <a:cubicBezTo>
                  <a:pt x="673617" y="1412557"/>
                  <a:pt x="674759" y="1418462"/>
                  <a:pt x="680475" y="1420272"/>
                </a:cubicBezTo>
                <a:cubicBezTo>
                  <a:pt x="687333" y="1422367"/>
                  <a:pt x="684952" y="1424749"/>
                  <a:pt x="688285" y="1433416"/>
                </a:cubicBezTo>
                <a:cubicBezTo>
                  <a:pt x="691524" y="1442084"/>
                  <a:pt x="690667" y="1450180"/>
                  <a:pt x="690667" y="1450180"/>
                </a:cubicBezTo>
                <a:cubicBezTo>
                  <a:pt x="690667" y="1450180"/>
                  <a:pt x="640851" y="1484756"/>
                  <a:pt x="621610" y="1497901"/>
                </a:cubicBezTo>
                <a:cubicBezTo>
                  <a:pt x="618086" y="1500282"/>
                  <a:pt x="615514" y="1501996"/>
                  <a:pt x="614561" y="1502568"/>
                </a:cubicBezTo>
                <a:cubicBezTo>
                  <a:pt x="608275" y="1506473"/>
                  <a:pt x="582463" y="1522951"/>
                  <a:pt x="574080" y="1530476"/>
                </a:cubicBezTo>
                <a:cubicBezTo>
                  <a:pt x="565604" y="1538001"/>
                  <a:pt x="558173" y="1546383"/>
                  <a:pt x="552459" y="1552384"/>
                </a:cubicBezTo>
                <a:cubicBezTo>
                  <a:pt x="549602" y="1555337"/>
                  <a:pt x="543625" y="1557789"/>
                  <a:pt x="536934" y="1559658"/>
                </a:cubicBezTo>
                <a:lnTo>
                  <a:pt x="520191" y="1562848"/>
                </a:lnTo>
                <a:lnTo>
                  <a:pt x="520163" y="1562917"/>
                </a:lnTo>
                <a:lnTo>
                  <a:pt x="519397" y="1563060"/>
                </a:lnTo>
                <a:lnTo>
                  <a:pt x="517779" y="1567704"/>
                </a:lnTo>
                <a:lnTo>
                  <a:pt x="515700" y="1573873"/>
                </a:lnTo>
                <a:lnTo>
                  <a:pt x="518163" y="1567760"/>
                </a:lnTo>
                <a:lnTo>
                  <a:pt x="520163" y="1562917"/>
                </a:lnTo>
                <a:lnTo>
                  <a:pt x="537183" y="1559730"/>
                </a:lnTo>
                <a:cubicBezTo>
                  <a:pt x="543886" y="1557861"/>
                  <a:pt x="549887" y="1555385"/>
                  <a:pt x="552744" y="1552384"/>
                </a:cubicBezTo>
                <a:cubicBezTo>
                  <a:pt x="558459" y="1546384"/>
                  <a:pt x="565984" y="1538002"/>
                  <a:pt x="574366" y="1530477"/>
                </a:cubicBezTo>
                <a:cubicBezTo>
                  <a:pt x="582748" y="1522952"/>
                  <a:pt x="608560" y="1506474"/>
                  <a:pt x="614847" y="1502569"/>
                </a:cubicBezTo>
                <a:cubicBezTo>
                  <a:pt x="615799" y="1501997"/>
                  <a:pt x="618371" y="1500282"/>
                  <a:pt x="621896" y="1497901"/>
                </a:cubicBezTo>
                <a:cubicBezTo>
                  <a:pt x="641136" y="1484757"/>
                  <a:pt x="690952" y="1450181"/>
                  <a:pt x="690952" y="1450181"/>
                </a:cubicBezTo>
                <a:cubicBezTo>
                  <a:pt x="690952" y="1450181"/>
                  <a:pt x="698762" y="1455229"/>
                  <a:pt x="702382" y="1454944"/>
                </a:cubicBezTo>
                <a:cubicBezTo>
                  <a:pt x="708382" y="1458087"/>
                  <a:pt x="711907" y="1460754"/>
                  <a:pt x="715907" y="1467517"/>
                </a:cubicBezTo>
                <a:cubicBezTo>
                  <a:pt x="717242" y="1469802"/>
                  <a:pt x="718384" y="1471612"/>
                  <a:pt x="719336" y="1473136"/>
                </a:cubicBezTo>
                <a:cubicBezTo>
                  <a:pt x="723241" y="1479327"/>
                  <a:pt x="723622" y="1479137"/>
                  <a:pt x="723622" y="1479137"/>
                </a:cubicBezTo>
                <a:lnTo>
                  <a:pt x="737838" y="1471840"/>
                </a:lnTo>
                <a:lnTo>
                  <a:pt x="737912" y="1471612"/>
                </a:lnTo>
                <a:lnTo>
                  <a:pt x="758961" y="1460754"/>
                </a:lnTo>
                <a:lnTo>
                  <a:pt x="769438" y="1473327"/>
                </a:lnTo>
                <a:lnTo>
                  <a:pt x="772027" y="1476428"/>
                </a:lnTo>
                <a:lnTo>
                  <a:pt x="769343" y="1473136"/>
                </a:lnTo>
                <a:lnTo>
                  <a:pt x="758866" y="1460562"/>
                </a:lnTo>
                <a:lnTo>
                  <a:pt x="723528" y="1478850"/>
                </a:lnTo>
                <a:cubicBezTo>
                  <a:pt x="723528" y="1478850"/>
                  <a:pt x="723147" y="1479041"/>
                  <a:pt x="719242" y="1472850"/>
                </a:cubicBezTo>
                <a:cubicBezTo>
                  <a:pt x="718384" y="1471421"/>
                  <a:pt x="717242" y="1469516"/>
                  <a:pt x="715813" y="1467230"/>
                </a:cubicBezTo>
                <a:cubicBezTo>
                  <a:pt x="711717" y="1460467"/>
                  <a:pt x="708288" y="1457896"/>
                  <a:pt x="702287" y="1454657"/>
                </a:cubicBezTo>
                <a:cubicBezTo>
                  <a:pt x="698668" y="1454943"/>
                  <a:pt x="690857" y="1449895"/>
                  <a:pt x="690857" y="1449895"/>
                </a:cubicBezTo>
                <a:cubicBezTo>
                  <a:pt x="690857" y="1449895"/>
                  <a:pt x="691810" y="1441798"/>
                  <a:pt x="688476" y="1433131"/>
                </a:cubicBezTo>
                <a:cubicBezTo>
                  <a:pt x="685142" y="1424463"/>
                  <a:pt x="687523" y="1422177"/>
                  <a:pt x="680665" y="1419986"/>
                </a:cubicBezTo>
                <a:cubicBezTo>
                  <a:pt x="674950" y="1418271"/>
                  <a:pt x="673807" y="1412271"/>
                  <a:pt x="675522" y="1406841"/>
                </a:cubicBezTo>
                <a:cubicBezTo>
                  <a:pt x="680284" y="1391887"/>
                  <a:pt x="676379" y="1387696"/>
                  <a:pt x="675522" y="1379314"/>
                </a:cubicBezTo>
                <a:close/>
                <a:moveTo>
                  <a:pt x="399679" y="1369028"/>
                </a:moveTo>
                <a:lnTo>
                  <a:pt x="399617" y="1369249"/>
                </a:lnTo>
                <a:lnTo>
                  <a:pt x="425872" y="1372933"/>
                </a:lnTo>
                <a:lnTo>
                  <a:pt x="427589" y="1372579"/>
                </a:lnTo>
                <a:lnTo>
                  <a:pt x="426157" y="1372743"/>
                </a:lnTo>
                <a:close/>
                <a:moveTo>
                  <a:pt x="2829505" y="1367123"/>
                </a:moveTo>
                <a:cubicBezTo>
                  <a:pt x="2830648" y="1366552"/>
                  <a:pt x="2829790" y="1374934"/>
                  <a:pt x="2827695" y="1373124"/>
                </a:cubicBezTo>
                <a:cubicBezTo>
                  <a:pt x="2825599" y="1371314"/>
                  <a:pt x="2828266" y="1367694"/>
                  <a:pt x="2829505" y="1367123"/>
                </a:cubicBezTo>
                <a:close/>
                <a:moveTo>
                  <a:pt x="5001944" y="1363717"/>
                </a:moveTo>
                <a:cubicBezTo>
                  <a:pt x="5002730" y="1363003"/>
                  <a:pt x="5003777" y="1362931"/>
                  <a:pt x="5004825" y="1365503"/>
                </a:cubicBezTo>
                <a:cubicBezTo>
                  <a:pt x="5006920" y="1370551"/>
                  <a:pt x="5007777" y="1373885"/>
                  <a:pt x="5004825" y="1374457"/>
                </a:cubicBezTo>
                <a:cubicBezTo>
                  <a:pt x="5001872" y="1375028"/>
                  <a:pt x="5000062" y="1374171"/>
                  <a:pt x="5000347" y="1369980"/>
                </a:cubicBezTo>
                <a:cubicBezTo>
                  <a:pt x="5000634" y="1365789"/>
                  <a:pt x="5000634" y="1365789"/>
                  <a:pt x="5000634" y="1365789"/>
                </a:cubicBezTo>
                <a:cubicBezTo>
                  <a:pt x="5000634" y="1365789"/>
                  <a:pt x="5001158" y="1364432"/>
                  <a:pt x="5001944" y="1363717"/>
                </a:cubicBezTo>
                <a:close/>
                <a:moveTo>
                  <a:pt x="2780928" y="1358741"/>
                </a:moveTo>
                <a:cubicBezTo>
                  <a:pt x="2784737" y="1357217"/>
                  <a:pt x="2787214" y="1360551"/>
                  <a:pt x="2785976" y="1362361"/>
                </a:cubicBezTo>
                <a:cubicBezTo>
                  <a:pt x="2784547" y="1366266"/>
                  <a:pt x="2778832" y="1364742"/>
                  <a:pt x="2776165" y="1366456"/>
                </a:cubicBezTo>
                <a:cubicBezTo>
                  <a:pt x="2773403" y="1368266"/>
                  <a:pt x="2771974" y="1367123"/>
                  <a:pt x="2772545" y="1363789"/>
                </a:cubicBezTo>
                <a:cubicBezTo>
                  <a:pt x="2773117" y="1360551"/>
                  <a:pt x="2777022" y="1360265"/>
                  <a:pt x="2780928" y="1358741"/>
                </a:cubicBezTo>
                <a:close/>
                <a:moveTo>
                  <a:pt x="5623949" y="1358360"/>
                </a:moveTo>
                <a:cubicBezTo>
                  <a:pt x="5629093" y="1360741"/>
                  <a:pt x="5628712" y="1361694"/>
                  <a:pt x="5629093" y="1363789"/>
                </a:cubicBezTo>
                <a:cubicBezTo>
                  <a:pt x="5629379" y="1365885"/>
                  <a:pt x="5629379" y="1366742"/>
                  <a:pt x="5630331" y="1367980"/>
                </a:cubicBezTo>
                <a:cubicBezTo>
                  <a:pt x="5631189" y="1369218"/>
                  <a:pt x="5630331" y="1370647"/>
                  <a:pt x="5627950" y="1369504"/>
                </a:cubicBezTo>
                <a:cubicBezTo>
                  <a:pt x="5625569" y="1368266"/>
                  <a:pt x="5624902" y="1367409"/>
                  <a:pt x="5624902" y="1365313"/>
                </a:cubicBezTo>
                <a:cubicBezTo>
                  <a:pt x="5624902" y="1363218"/>
                  <a:pt x="5626140" y="1364075"/>
                  <a:pt x="5624902" y="1362360"/>
                </a:cubicBezTo>
                <a:cubicBezTo>
                  <a:pt x="5623663" y="1360455"/>
                  <a:pt x="5623663" y="1360455"/>
                  <a:pt x="5623663" y="1360455"/>
                </a:cubicBezTo>
                <a:cubicBezTo>
                  <a:pt x="5623663" y="1360455"/>
                  <a:pt x="5618901" y="1355979"/>
                  <a:pt x="5623949" y="1358360"/>
                </a:cubicBezTo>
                <a:close/>
                <a:moveTo>
                  <a:pt x="5607090" y="1353883"/>
                </a:moveTo>
                <a:cubicBezTo>
                  <a:pt x="5609186" y="1354454"/>
                  <a:pt x="5610043" y="1355121"/>
                  <a:pt x="5607376" y="1355692"/>
                </a:cubicBezTo>
                <a:cubicBezTo>
                  <a:pt x="5604709" y="1356264"/>
                  <a:pt x="5604424" y="1356931"/>
                  <a:pt x="5604042" y="1358359"/>
                </a:cubicBezTo>
                <a:cubicBezTo>
                  <a:pt x="5603757" y="1359883"/>
                  <a:pt x="5603757" y="1361979"/>
                  <a:pt x="5601661" y="1361979"/>
                </a:cubicBezTo>
                <a:cubicBezTo>
                  <a:pt x="5599661" y="1361884"/>
                  <a:pt x="5595470" y="1360169"/>
                  <a:pt x="5595470" y="1360169"/>
                </a:cubicBezTo>
                <a:cubicBezTo>
                  <a:pt x="5595470" y="1360169"/>
                  <a:pt x="5593660" y="1356550"/>
                  <a:pt x="5595755" y="1357217"/>
                </a:cubicBezTo>
                <a:cubicBezTo>
                  <a:pt x="5597851" y="1357788"/>
                  <a:pt x="5600232" y="1359026"/>
                  <a:pt x="5602614" y="1355978"/>
                </a:cubicBezTo>
                <a:cubicBezTo>
                  <a:pt x="5604995" y="1353025"/>
                  <a:pt x="5604995" y="1353216"/>
                  <a:pt x="5607090" y="1353883"/>
                </a:cubicBezTo>
                <a:close/>
                <a:moveTo>
                  <a:pt x="1698982" y="1348930"/>
                </a:moveTo>
                <a:cubicBezTo>
                  <a:pt x="1691267" y="1348930"/>
                  <a:pt x="1690315" y="1352835"/>
                  <a:pt x="1687934" y="1357597"/>
                </a:cubicBezTo>
                <a:lnTo>
                  <a:pt x="1687892" y="1357747"/>
                </a:lnTo>
                <a:lnTo>
                  <a:pt x="1698888" y="1349121"/>
                </a:lnTo>
                <a:cubicBezTo>
                  <a:pt x="1706698" y="1349121"/>
                  <a:pt x="1709365" y="1349121"/>
                  <a:pt x="1712413" y="1350930"/>
                </a:cubicBezTo>
                <a:cubicBezTo>
                  <a:pt x="1715366" y="1352740"/>
                  <a:pt x="1718985" y="1351502"/>
                  <a:pt x="1716318" y="1349121"/>
                </a:cubicBezTo>
                <a:lnTo>
                  <a:pt x="1716177" y="1349039"/>
                </a:lnTo>
                <a:lnTo>
                  <a:pt x="1712508" y="1350739"/>
                </a:lnTo>
                <a:cubicBezTo>
                  <a:pt x="1709460" y="1348930"/>
                  <a:pt x="1706793" y="1348930"/>
                  <a:pt x="1698982" y="1348930"/>
                </a:cubicBezTo>
                <a:close/>
                <a:moveTo>
                  <a:pt x="2832744" y="1340453"/>
                </a:moveTo>
                <a:cubicBezTo>
                  <a:pt x="2834268" y="1340453"/>
                  <a:pt x="2830934" y="1347978"/>
                  <a:pt x="2829124" y="1346454"/>
                </a:cubicBezTo>
                <a:cubicBezTo>
                  <a:pt x="2827314" y="1344930"/>
                  <a:pt x="2831220" y="1340453"/>
                  <a:pt x="2832744" y="1340453"/>
                </a:cubicBezTo>
                <a:close/>
                <a:moveTo>
                  <a:pt x="2925898" y="1338453"/>
                </a:moveTo>
                <a:cubicBezTo>
                  <a:pt x="2929232" y="1337786"/>
                  <a:pt x="2930089" y="1343501"/>
                  <a:pt x="2929517" y="1345311"/>
                </a:cubicBezTo>
                <a:cubicBezTo>
                  <a:pt x="2928946" y="1347120"/>
                  <a:pt x="2928089" y="1350359"/>
                  <a:pt x="2930946" y="1350835"/>
                </a:cubicBezTo>
                <a:cubicBezTo>
                  <a:pt x="2932661" y="1351216"/>
                  <a:pt x="2933327" y="1354455"/>
                  <a:pt x="2930946" y="1354740"/>
                </a:cubicBezTo>
                <a:cubicBezTo>
                  <a:pt x="2928470" y="1355026"/>
                  <a:pt x="2924279" y="1359789"/>
                  <a:pt x="2923707" y="1362837"/>
                </a:cubicBezTo>
                <a:cubicBezTo>
                  <a:pt x="2922945" y="1366932"/>
                  <a:pt x="2921326" y="1366742"/>
                  <a:pt x="2920755" y="1365504"/>
                </a:cubicBezTo>
                <a:cubicBezTo>
                  <a:pt x="2920183" y="1364361"/>
                  <a:pt x="2921135" y="1362837"/>
                  <a:pt x="2915706" y="1360741"/>
                </a:cubicBezTo>
                <a:cubicBezTo>
                  <a:pt x="2910277" y="1358646"/>
                  <a:pt x="2909420" y="1360456"/>
                  <a:pt x="2909991" y="1361980"/>
                </a:cubicBezTo>
                <a:cubicBezTo>
                  <a:pt x="2910563" y="1363503"/>
                  <a:pt x="2909515" y="1363599"/>
                  <a:pt x="2906658" y="1363218"/>
                </a:cubicBezTo>
                <a:cubicBezTo>
                  <a:pt x="2902466" y="1362646"/>
                  <a:pt x="2905800" y="1370743"/>
                  <a:pt x="2901609" y="1371028"/>
                </a:cubicBezTo>
                <a:cubicBezTo>
                  <a:pt x="2899228" y="1371219"/>
                  <a:pt x="2898942" y="1373981"/>
                  <a:pt x="2899514" y="1377315"/>
                </a:cubicBezTo>
                <a:cubicBezTo>
                  <a:pt x="2900085" y="1380649"/>
                  <a:pt x="2898847" y="1377791"/>
                  <a:pt x="2895037" y="1378553"/>
                </a:cubicBezTo>
                <a:cubicBezTo>
                  <a:pt x="2890465" y="1379696"/>
                  <a:pt x="2891132" y="1377601"/>
                  <a:pt x="2889608" y="1376743"/>
                </a:cubicBezTo>
                <a:cubicBezTo>
                  <a:pt x="2887989" y="1374267"/>
                  <a:pt x="2889036" y="1372552"/>
                  <a:pt x="2888750" y="1370457"/>
                </a:cubicBezTo>
                <a:cubicBezTo>
                  <a:pt x="2888465" y="1368361"/>
                  <a:pt x="2892370" y="1367218"/>
                  <a:pt x="2889989" y="1363885"/>
                </a:cubicBezTo>
                <a:cubicBezTo>
                  <a:pt x="2886274" y="1358741"/>
                  <a:pt x="2887036" y="1363599"/>
                  <a:pt x="2883416" y="1363218"/>
                </a:cubicBezTo>
                <a:cubicBezTo>
                  <a:pt x="2877987" y="1362646"/>
                  <a:pt x="2884655" y="1359408"/>
                  <a:pt x="2887322" y="1358169"/>
                </a:cubicBezTo>
                <a:cubicBezTo>
                  <a:pt x="2889989" y="1357027"/>
                  <a:pt x="2892370" y="1355503"/>
                  <a:pt x="2892084" y="1353693"/>
                </a:cubicBezTo>
                <a:cubicBezTo>
                  <a:pt x="2891799" y="1351883"/>
                  <a:pt x="2895323" y="1348930"/>
                  <a:pt x="2896561" y="1347120"/>
                </a:cubicBezTo>
                <a:cubicBezTo>
                  <a:pt x="2897704" y="1345311"/>
                  <a:pt x="2900752" y="1343215"/>
                  <a:pt x="2902848" y="1346835"/>
                </a:cubicBezTo>
                <a:cubicBezTo>
                  <a:pt x="2904943" y="1350454"/>
                  <a:pt x="2911801" y="1348073"/>
                  <a:pt x="2909420" y="1344739"/>
                </a:cubicBezTo>
                <a:cubicBezTo>
                  <a:pt x="2907039" y="1341501"/>
                  <a:pt x="2909420" y="1341786"/>
                  <a:pt x="2911230" y="1341786"/>
                </a:cubicBezTo>
                <a:cubicBezTo>
                  <a:pt x="2913039" y="1341786"/>
                  <a:pt x="2915992" y="1341501"/>
                  <a:pt x="2917802" y="1340263"/>
                </a:cubicBezTo>
                <a:cubicBezTo>
                  <a:pt x="2919611" y="1339024"/>
                  <a:pt x="2922564" y="1339024"/>
                  <a:pt x="2925898" y="1338453"/>
                </a:cubicBezTo>
                <a:close/>
                <a:moveTo>
                  <a:pt x="1745391" y="1332743"/>
                </a:moveTo>
                <a:lnTo>
                  <a:pt x="1738607" y="1341976"/>
                </a:lnTo>
                <a:cubicBezTo>
                  <a:pt x="1736225" y="1341976"/>
                  <a:pt x="1729939" y="1340262"/>
                  <a:pt x="1724510" y="1339024"/>
                </a:cubicBezTo>
                <a:cubicBezTo>
                  <a:pt x="1719176" y="1337785"/>
                  <a:pt x="1719176" y="1341119"/>
                  <a:pt x="1713461" y="1343500"/>
                </a:cubicBezTo>
                <a:cubicBezTo>
                  <a:pt x="1710603" y="1344738"/>
                  <a:pt x="1710675" y="1345500"/>
                  <a:pt x="1711794" y="1346251"/>
                </a:cubicBezTo>
                <a:lnTo>
                  <a:pt x="1711809" y="1346260"/>
                </a:lnTo>
                <a:lnTo>
                  <a:pt x="1713366" y="1343691"/>
                </a:lnTo>
                <a:cubicBezTo>
                  <a:pt x="1719081" y="1341310"/>
                  <a:pt x="1719081" y="1337976"/>
                  <a:pt x="1724415" y="1339215"/>
                </a:cubicBezTo>
                <a:cubicBezTo>
                  <a:pt x="1729844" y="1340453"/>
                  <a:pt x="1736131" y="1342167"/>
                  <a:pt x="1738512" y="1342167"/>
                </a:cubicBezTo>
                <a:cubicBezTo>
                  <a:pt x="1740893" y="1342167"/>
                  <a:pt x="1745084" y="1339500"/>
                  <a:pt x="1745370" y="1332833"/>
                </a:cubicBezTo>
                <a:close/>
                <a:moveTo>
                  <a:pt x="2834934" y="1331214"/>
                </a:moveTo>
                <a:cubicBezTo>
                  <a:pt x="2837316" y="1328833"/>
                  <a:pt x="2837887" y="1330928"/>
                  <a:pt x="2837601" y="1333309"/>
                </a:cubicBezTo>
                <a:cubicBezTo>
                  <a:pt x="2837220" y="1335691"/>
                  <a:pt x="2836077" y="1340167"/>
                  <a:pt x="2834649" y="1339310"/>
                </a:cubicBezTo>
                <a:cubicBezTo>
                  <a:pt x="2833125" y="1338453"/>
                  <a:pt x="2832553" y="1333595"/>
                  <a:pt x="2834934" y="1331214"/>
                </a:cubicBezTo>
                <a:close/>
                <a:moveTo>
                  <a:pt x="1138962" y="1330342"/>
                </a:moveTo>
                <a:lnTo>
                  <a:pt x="1135645" y="1333575"/>
                </a:lnTo>
                <a:lnTo>
                  <a:pt x="1135593" y="1334114"/>
                </a:lnTo>
                <a:lnTo>
                  <a:pt x="1137043" y="1333424"/>
                </a:lnTo>
                <a:close/>
                <a:moveTo>
                  <a:pt x="378832" y="1324230"/>
                </a:moveTo>
                <a:lnTo>
                  <a:pt x="378818" y="1324260"/>
                </a:lnTo>
                <a:lnTo>
                  <a:pt x="373579" y="1334928"/>
                </a:lnTo>
                <a:lnTo>
                  <a:pt x="378819" y="1324261"/>
                </a:lnTo>
                <a:close/>
                <a:moveTo>
                  <a:pt x="702397" y="1323707"/>
                </a:moveTo>
                <a:lnTo>
                  <a:pt x="696334" y="1332618"/>
                </a:lnTo>
                <a:cubicBezTo>
                  <a:pt x="695167" y="1334785"/>
                  <a:pt x="694715" y="1336737"/>
                  <a:pt x="694286" y="1340643"/>
                </a:cubicBezTo>
                <a:lnTo>
                  <a:pt x="690680" y="1354236"/>
                </a:lnTo>
                <a:lnTo>
                  <a:pt x="690893" y="1354002"/>
                </a:lnTo>
                <a:cubicBezTo>
                  <a:pt x="693000" y="1349358"/>
                  <a:pt x="694048" y="1344262"/>
                  <a:pt x="694477" y="1340357"/>
                </a:cubicBezTo>
                <a:cubicBezTo>
                  <a:pt x="694905" y="1336499"/>
                  <a:pt x="695358" y="1334571"/>
                  <a:pt x="696525" y="1332404"/>
                </a:cubicBezTo>
                <a:close/>
                <a:moveTo>
                  <a:pt x="1771077" y="1298306"/>
                </a:moveTo>
                <a:lnTo>
                  <a:pt x="1766419" y="1304734"/>
                </a:lnTo>
                <a:cubicBezTo>
                  <a:pt x="1762514" y="1305305"/>
                  <a:pt x="1759752" y="1305019"/>
                  <a:pt x="1756799" y="1306543"/>
                </a:cubicBezTo>
                <a:cubicBezTo>
                  <a:pt x="1753751" y="1308067"/>
                  <a:pt x="1750799" y="1313116"/>
                  <a:pt x="1750799" y="1316164"/>
                </a:cubicBezTo>
                <a:cubicBezTo>
                  <a:pt x="1750799" y="1319117"/>
                  <a:pt x="1750799" y="1319402"/>
                  <a:pt x="1748132" y="1320926"/>
                </a:cubicBezTo>
                <a:lnTo>
                  <a:pt x="1748124" y="1320962"/>
                </a:lnTo>
                <a:lnTo>
                  <a:pt x="1750704" y="1316355"/>
                </a:lnTo>
                <a:cubicBezTo>
                  <a:pt x="1750704" y="1313307"/>
                  <a:pt x="1753656" y="1308258"/>
                  <a:pt x="1756704" y="1306734"/>
                </a:cubicBezTo>
                <a:cubicBezTo>
                  <a:pt x="1759657" y="1305210"/>
                  <a:pt x="1762419" y="1305496"/>
                  <a:pt x="1766325" y="1304925"/>
                </a:cubicBezTo>
                <a:cubicBezTo>
                  <a:pt x="1770230" y="1304353"/>
                  <a:pt x="1772040" y="1303401"/>
                  <a:pt x="1771087" y="1298352"/>
                </a:cubicBezTo>
                <a:close/>
                <a:moveTo>
                  <a:pt x="1793281" y="1280915"/>
                </a:moveTo>
                <a:lnTo>
                  <a:pt x="1785851" y="1287970"/>
                </a:lnTo>
                <a:cubicBezTo>
                  <a:pt x="1781945" y="1287684"/>
                  <a:pt x="1775944" y="1285588"/>
                  <a:pt x="1771468" y="1285588"/>
                </a:cubicBezTo>
                <a:lnTo>
                  <a:pt x="1771375" y="1285779"/>
                </a:lnTo>
                <a:lnTo>
                  <a:pt x="1785756" y="1288161"/>
                </a:lnTo>
                <a:cubicBezTo>
                  <a:pt x="1789661" y="1288446"/>
                  <a:pt x="1793852" y="1286922"/>
                  <a:pt x="1793281" y="1281017"/>
                </a:cubicBezTo>
                <a:close/>
                <a:moveTo>
                  <a:pt x="717234" y="1269748"/>
                </a:moveTo>
                <a:lnTo>
                  <a:pt x="717051" y="1271206"/>
                </a:lnTo>
                <a:cubicBezTo>
                  <a:pt x="718195" y="1277778"/>
                  <a:pt x="713431" y="1287970"/>
                  <a:pt x="711336" y="1296637"/>
                </a:cubicBezTo>
                <a:lnTo>
                  <a:pt x="702670" y="1323301"/>
                </a:lnTo>
                <a:lnTo>
                  <a:pt x="702859" y="1323021"/>
                </a:lnTo>
                <a:cubicBezTo>
                  <a:pt x="709431" y="1313401"/>
                  <a:pt x="709431" y="1305019"/>
                  <a:pt x="711526" y="1296352"/>
                </a:cubicBezTo>
                <a:cubicBezTo>
                  <a:pt x="713622" y="1287684"/>
                  <a:pt x="718480" y="1277492"/>
                  <a:pt x="717242" y="1270920"/>
                </a:cubicBezTo>
                <a:close/>
                <a:moveTo>
                  <a:pt x="1807664" y="1258188"/>
                </a:moveTo>
                <a:lnTo>
                  <a:pt x="1796709" y="1273015"/>
                </a:lnTo>
                <a:cubicBezTo>
                  <a:pt x="1794757" y="1273920"/>
                  <a:pt x="1793781" y="1274372"/>
                  <a:pt x="1793364" y="1275349"/>
                </a:cubicBezTo>
                <a:lnTo>
                  <a:pt x="1793364" y="1275473"/>
                </a:lnTo>
                <a:lnTo>
                  <a:pt x="1796614" y="1273206"/>
                </a:lnTo>
                <a:cubicBezTo>
                  <a:pt x="1800519" y="1271397"/>
                  <a:pt x="1807092" y="1264824"/>
                  <a:pt x="1807663" y="1258252"/>
                </a:cubicBezTo>
                <a:close/>
                <a:moveTo>
                  <a:pt x="3003336" y="1256347"/>
                </a:moveTo>
                <a:cubicBezTo>
                  <a:pt x="3005432" y="1254252"/>
                  <a:pt x="3008099" y="1259586"/>
                  <a:pt x="3006289" y="1261110"/>
                </a:cubicBezTo>
                <a:cubicBezTo>
                  <a:pt x="3004479" y="1262539"/>
                  <a:pt x="3006289" y="1261110"/>
                  <a:pt x="3003050" y="1263205"/>
                </a:cubicBezTo>
                <a:cubicBezTo>
                  <a:pt x="2999717" y="1265301"/>
                  <a:pt x="3001241" y="1258443"/>
                  <a:pt x="3003336" y="1256347"/>
                </a:cubicBezTo>
                <a:close/>
                <a:moveTo>
                  <a:pt x="252898" y="1255966"/>
                </a:moveTo>
                <a:cubicBezTo>
                  <a:pt x="257089" y="1253299"/>
                  <a:pt x="254421" y="1257776"/>
                  <a:pt x="254992" y="1259300"/>
                </a:cubicBezTo>
                <a:cubicBezTo>
                  <a:pt x="255564" y="1260824"/>
                  <a:pt x="254421" y="1265015"/>
                  <a:pt x="252612" y="1263777"/>
                </a:cubicBezTo>
                <a:cubicBezTo>
                  <a:pt x="250801" y="1262539"/>
                  <a:pt x="248706" y="1258633"/>
                  <a:pt x="252898" y="1255966"/>
                </a:cubicBezTo>
                <a:close/>
                <a:moveTo>
                  <a:pt x="725850" y="1251104"/>
                </a:moveTo>
                <a:lnTo>
                  <a:pt x="725838" y="1251144"/>
                </a:lnTo>
                <a:cubicBezTo>
                  <a:pt x="725648" y="1252418"/>
                  <a:pt x="725910" y="1252537"/>
                  <a:pt x="725910" y="1252537"/>
                </a:cubicBezTo>
                <a:lnTo>
                  <a:pt x="727874" y="1254737"/>
                </a:lnTo>
                <a:lnTo>
                  <a:pt x="728638" y="1254370"/>
                </a:lnTo>
                <a:lnTo>
                  <a:pt x="727672" y="1254358"/>
                </a:lnTo>
                <a:cubicBezTo>
                  <a:pt x="725671" y="1253465"/>
                  <a:pt x="725910" y="1252251"/>
                  <a:pt x="725910" y="1252251"/>
                </a:cubicBezTo>
                <a:close/>
                <a:moveTo>
                  <a:pt x="266137" y="1250251"/>
                </a:moveTo>
                <a:cubicBezTo>
                  <a:pt x="266994" y="1248441"/>
                  <a:pt x="270042" y="1249394"/>
                  <a:pt x="268804" y="1251775"/>
                </a:cubicBezTo>
                <a:cubicBezTo>
                  <a:pt x="267662" y="1254156"/>
                  <a:pt x="267662" y="1254156"/>
                  <a:pt x="267662" y="1254156"/>
                </a:cubicBezTo>
                <a:cubicBezTo>
                  <a:pt x="267662" y="1254156"/>
                  <a:pt x="265280" y="1252061"/>
                  <a:pt x="266137" y="1250251"/>
                </a:cubicBezTo>
                <a:close/>
                <a:moveTo>
                  <a:pt x="294331" y="1249680"/>
                </a:moveTo>
                <a:cubicBezTo>
                  <a:pt x="300046" y="1250537"/>
                  <a:pt x="304523" y="1249965"/>
                  <a:pt x="301189" y="1254728"/>
                </a:cubicBezTo>
                <a:cubicBezTo>
                  <a:pt x="297856" y="1259586"/>
                  <a:pt x="293379" y="1263110"/>
                  <a:pt x="291855" y="1263777"/>
                </a:cubicBezTo>
                <a:cubicBezTo>
                  <a:pt x="290331" y="1264348"/>
                  <a:pt x="285568" y="1261967"/>
                  <a:pt x="289188" y="1256252"/>
                </a:cubicBezTo>
                <a:cubicBezTo>
                  <a:pt x="292807" y="1250537"/>
                  <a:pt x="288616" y="1248727"/>
                  <a:pt x="294331" y="1249680"/>
                </a:cubicBezTo>
                <a:close/>
                <a:moveTo>
                  <a:pt x="1235009" y="1245273"/>
                </a:moveTo>
                <a:lnTo>
                  <a:pt x="1234535" y="1245549"/>
                </a:lnTo>
                <a:lnTo>
                  <a:pt x="1234825" y="1245924"/>
                </a:lnTo>
                <a:lnTo>
                  <a:pt x="1234829" y="1245488"/>
                </a:lnTo>
                <a:close/>
                <a:moveTo>
                  <a:pt x="283282" y="1241202"/>
                </a:moveTo>
                <a:cubicBezTo>
                  <a:pt x="288997" y="1240631"/>
                  <a:pt x="287473" y="1243298"/>
                  <a:pt x="285663" y="1246917"/>
                </a:cubicBezTo>
                <a:cubicBezTo>
                  <a:pt x="283854" y="1250537"/>
                  <a:pt x="279948" y="1252918"/>
                  <a:pt x="279948" y="1252918"/>
                </a:cubicBezTo>
                <a:cubicBezTo>
                  <a:pt x="279948" y="1252918"/>
                  <a:pt x="278424" y="1251489"/>
                  <a:pt x="277568" y="1247775"/>
                </a:cubicBezTo>
                <a:cubicBezTo>
                  <a:pt x="276710" y="1244155"/>
                  <a:pt x="277568" y="1241774"/>
                  <a:pt x="283282" y="1241202"/>
                </a:cubicBezTo>
                <a:close/>
                <a:moveTo>
                  <a:pt x="329276" y="1240249"/>
                </a:moveTo>
                <a:cubicBezTo>
                  <a:pt x="330287" y="1240702"/>
                  <a:pt x="330812" y="1242059"/>
                  <a:pt x="330526" y="1243393"/>
                </a:cubicBezTo>
                <a:cubicBezTo>
                  <a:pt x="329954" y="1246060"/>
                  <a:pt x="327192" y="1248155"/>
                  <a:pt x="326620" y="1250251"/>
                </a:cubicBezTo>
                <a:cubicBezTo>
                  <a:pt x="325954" y="1252346"/>
                  <a:pt x="326239" y="1254442"/>
                  <a:pt x="323287" y="1254442"/>
                </a:cubicBezTo>
                <a:cubicBezTo>
                  <a:pt x="320334" y="1254442"/>
                  <a:pt x="314619" y="1258061"/>
                  <a:pt x="314619" y="1258061"/>
                </a:cubicBezTo>
                <a:cubicBezTo>
                  <a:pt x="314619" y="1258061"/>
                  <a:pt x="313190" y="1258633"/>
                  <a:pt x="311952" y="1257490"/>
                </a:cubicBezTo>
                <a:cubicBezTo>
                  <a:pt x="310714" y="1256347"/>
                  <a:pt x="314619" y="1254251"/>
                  <a:pt x="317000" y="1252441"/>
                </a:cubicBezTo>
                <a:cubicBezTo>
                  <a:pt x="319381" y="1250632"/>
                  <a:pt x="321763" y="1247012"/>
                  <a:pt x="325096" y="1242535"/>
                </a:cubicBezTo>
                <a:cubicBezTo>
                  <a:pt x="326763" y="1240249"/>
                  <a:pt x="328263" y="1239797"/>
                  <a:pt x="329276" y="1240249"/>
                </a:cubicBezTo>
                <a:close/>
                <a:moveTo>
                  <a:pt x="343360" y="1229796"/>
                </a:moveTo>
                <a:cubicBezTo>
                  <a:pt x="344147" y="1230582"/>
                  <a:pt x="344003" y="1232010"/>
                  <a:pt x="342813" y="1233201"/>
                </a:cubicBezTo>
                <a:cubicBezTo>
                  <a:pt x="340432" y="1235582"/>
                  <a:pt x="338908" y="1236820"/>
                  <a:pt x="336812" y="1237392"/>
                </a:cubicBezTo>
                <a:cubicBezTo>
                  <a:pt x="334718" y="1237963"/>
                  <a:pt x="333288" y="1232915"/>
                  <a:pt x="338336" y="1230248"/>
                </a:cubicBezTo>
                <a:cubicBezTo>
                  <a:pt x="340860" y="1228867"/>
                  <a:pt x="342574" y="1229010"/>
                  <a:pt x="343360" y="1229796"/>
                </a:cubicBezTo>
                <a:close/>
                <a:moveTo>
                  <a:pt x="269257" y="1223914"/>
                </a:moveTo>
                <a:cubicBezTo>
                  <a:pt x="270495" y="1224033"/>
                  <a:pt x="271852" y="1225390"/>
                  <a:pt x="271852" y="1227486"/>
                </a:cubicBezTo>
                <a:cubicBezTo>
                  <a:pt x="271852" y="1231677"/>
                  <a:pt x="268233" y="1233487"/>
                  <a:pt x="268233" y="1233487"/>
                </a:cubicBezTo>
                <a:cubicBezTo>
                  <a:pt x="268233" y="1233487"/>
                  <a:pt x="268233" y="1233487"/>
                  <a:pt x="267375" y="1227772"/>
                </a:cubicBezTo>
                <a:cubicBezTo>
                  <a:pt x="266899" y="1224914"/>
                  <a:pt x="268018" y="1223795"/>
                  <a:pt x="269257" y="1223914"/>
                </a:cubicBezTo>
                <a:close/>
                <a:moveTo>
                  <a:pt x="1848715" y="1221200"/>
                </a:moveTo>
                <a:cubicBezTo>
                  <a:pt x="1842810" y="1220628"/>
                  <a:pt x="1833476" y="1224247"/>
                  <a:pt x="1829285" y="1226629"/>
                </a:cubicBezTo>
                <a:lnTo>
                  <a:pt x="1824991" y="1228460"/>
                </a:lnTo>
                <a:lnTo>
                  <a:pt x="1814787" y="1232446"/>
                </a:lnTo>
                <a:lnTo>
                  <a:pt x="1810997" y="1233772"/>
                </a:lnTo>
                <a:lnTo>
                  <a:pt x="1810932" y="1233951"/>
                </a:lnTo>
                <a:lnTo>
                  <a:pt x="1814787" y="1232446"/>
                </a:lnTo>
                <a:lnTo>
                  <a:pt x="1819570" y="1230772"/>
                </a:lnTo>
                <a:lnTo>
                  <a:pt x="1824991" y="1228460"/>
                </a:lnTo>
                <a:lnTo>
                  <a:pt x="1829190" y="1226820"/>
                </a:lnTo>
                <a:cubicBezTo>
                  <a:pt x="1833381" y="1224438"/>
                  <a:pt x="1842715" y="1220819"/>
                  <a:pt x="1848621" y="1221390"/>
                </a:cubicBezTo>
                <a:lnTo>
                  <a:pt x="1852999" y="1222161"/>
                </a:lnTo>
                <a:close/>
                <a:moveTo>
                  <a:pt x="1857062" y="1209512"/>
                </a:moveTo>
                <a:lnTo>
                  <a:pt x="1852430" y="1210627"/>
                </a:lnTo>
                <a:cubicBezTo>
                  <a:pt x="1849382" y="1211199"/>
                  <a:pt x="1844334" y="1210913"/>
                  <a:pt x="1842524" y="1214533"/>
                </a:cubicBezTo>
                <a:lnTo>
                  <a:pt x="1829032" y="1220234"/>
                </a:lnTo>
                <a:lnTo>
                  <a:pt x="1829094" y="1220247"/>
                </a:lnTo>
                <a:cubicBezTo>
                  <a:pt x="1833952" y="1218437"/>
                  <a:pt x="1840810" y="1218151"/>
                  <a:pt x="1842619" y="1214532"/>
                </a:cubicBezTo>
                <a:cubicBezTo>
                  <a:pt x="1844429" y="1210912"/>
                  <a:pt x="1849573" y="1211198"/>
                  <a:pt x="1852526" y="1210627"/>
                </a:cubicBezTo>
                <a:lnTo>
                  <a:pt x="1857067" y="1209533"/>
                </a:lnTo>
                <a:close/>
                <a:moveTo>
                  <a:pt x="1793661" y="1199007"/>
                </a:moveTo>
                <a:cubicBezTo>
                  <a:pt x="1788518" y="1199007"/>
                  <a:pt x="1786708" y="1199007"/>
                  <a:pt x="1786136" y="1203198"/>
                </a:cubicBezTo>
                <a:cubicBezTo>
                  <a:pt x="1785565" y="1207389"/>
                  <a:pt x="1784041" y="1208246"/>
                  <a:pt x="1780421" y="1206151"/>
                </a:cubicBezTo>
                <a:lnTo>
                  <a:pt x="1765196" y="1209100"/>
                </a:lnTo>
                <a:lnTo>
                  <a:pt x="1765277" y="1209103"/>
                </a:lnTo>
                <a:cubicBezTo>
                  <a:pt x="1770325" y="1206721"/>
                  <a:pt x="1776897" y="1204054"/>
                  <a:pt x="1780516" y="1206150"/>
                </a:cubicBezTo>
                <a:cubicBezTo>
                  <a:pt x="1784136" y="1208341"/>
                  <a:pt x="1785660" y="1207388"/>
                  <a:pt x="1786232" y="1203197"/>
                </a:cubicBezTo>
                <a:lnTo>
                  <a:pt x="1793749" y="1199010"/>
                </a:lnTo>
                <a:close/>
                <a:moveTo>
                  <a:pt x="735351" y="1192797"/>
                </a:moveTo>
                <a:lnTo>
                  <a:pt x="735338" y="1193005"/>
                </a:lnTo>
                <a:lnTo>
                  <a:pt x="737411" y="1206665"/>
                </a:lnTo>
                <a:lnTo>
                  <a:pt x="737435" y="1206531"/>
                </a:lnTo>
                <a:close/>
                <a:moveTo>
                  <a:pt x="1805017" y="1188122"/>
                </a:moveTo>
                <a:lnTo>
                  <a:pt x="1804925" y="1188184"/>
                </a:lnTo>
                <a:cubicBezTo>
                  <a:pt x="1803948" y="1189458"/>
                  <a:pt x="1803567" y="1191244"/>
                  <a:pt x="1803567" y="1194530"/>
                </a:cubicBezTo>
                <a:lnTo>
                  <a:pt x="1800546" y="1199229"/>
                </a:lnTo>
                <a:lnTo>
                  <a:pt x="1800638" y="1199232"/>
                </a:lnTo>
                <a:cubicBezTo>
                  <a:pt x="1802472" y="1198935"/>
                  <a:pt x="1803662" y="1197815"/>
                  <a:pt x="1803662" y="1194529"/>
                </a:cubicBezTo>
                <a:close/>
                <a:moveTo>
                  <a:pt x="1820902" y="1182529"/>
                </a:moveTo>
                <a:cubicBezTo>
                  <a:pt x="1817378" y="1180433"/>
                  <a:pt x="1814616" y="1182529"/>
                  <a:pt x="1809853" y="1184910"/>
                </a:cubicBezTo>
                <a:lnTo>
                  <a:pt x="1805642" y="1187707"/>
                </a:lnTo>
                <a:lnTo>
                  <a:pt x="1809949" y="1184909"/>
                </a:lnTo>
                <a:lnTo>
                  <a:pt x="1820909" y="1182547"/>
                </a:lnTo>
                <a:close/>
                <a:moveTo>
                  <a:pt x="1192277" y="1178337"/>
                </a:moveTo>
                <a:cubicBezTo>
                  <a:pt x="1193253" y="1178790"/>
                  <a:pt x="1192349" y="1179909"/>
                  <a:pt x="1187967" y="1181671"/>
                </a:cubicBezTo>
                <a:cubicBezTo>
                  <a:pt x="1179299" y="1185291"/>
                  <a:pt x="1174822" y="1186148"/>
                  <a:pt x="1176252" y="1191006"/>
                </a:cubicBezTo>
                <a:cubicBezTo>
                  <a:pt x="1177775" y="1195768"/>
                  <a:pt x="1177108" y="1198149"/>
                  <a:pt x="1173298" y="1195482"/>
                </a:cubicBezTo>
                <a:cubicBezTo>
                  <a:pt x="1169393" y="1192815"/>
                  <a:pt x="1170346" y="1192149"/>
                  <a:pt x="1167012" y="1194911"/>
                </a:cubicBezTo>
                <a:cubicBezTo>
                  <a:pt x="1163678" y="1197578"/>
                  <a:pt x="1167012" y="1194054"/>
                  <a:pt x="1161964" y="1196435"/>
                </a:cubicBezTo>
                <a:cubicBezTo>
                  <a:pt x="1156820" y="1198816"/>
                  <a:pt x="1155391" y="1201578"/>
                  <a:pt x="1153867" y="1198816"/>
                </a:cubicBezTo>
                <a:cubicBezTo>
                  <a:pt x="1152248" y="1196054"/>
                  <a:pt x="1152248" y="1196054"/>
                  <a:pt x="1152248" y="1196054"/>
                </a:cubicBezTo>
                <a:cubicBezTo>
                  <a:pt x="1152248" y="1196054"/>
                  <a:pt x="1152248" y="1191577"/>
                  <a:pt x="1149867" y="1189767"/>
                </a:cubicBezTo>
                <a:cubicBezTo>
                  <a:pt x="1147486" y="1187958"/>
                  <a:pt x="1145963" y="1185576"/>
                  <a:pt x="1151391" y="1184338"/>
                </a:cubicBezTo>
                <a:cubicBezTo>
                  <a:pt x="1156820" y="1183100"/>
                  <a:pt x="1159773" y="1181957"/>
                  <a:pt x="1160059" y="1179861"/>
                </a:cubicBezTo>
                <a:cubicBezTo>
                  <a:pt x="1160344" y="1177766"/>
                  <a:pt x="1164535" y="1178623"/>
                  <a:pt x="1169679" y="1179861"/>
                </a:cubicBezTo>
                <a:cubicBezTo>
                  <a:pt x="1174822" y="1181100"/>
                  <a:pt x="1179013" y="1180719"/>
                  <a:pt x="1185300" y="1179004"/>
                </a:cubicBezTo>
                <a:cubicBezTo>
                  <a:pt x="1188443" y="1178099"/>
                  <a:pt x="1191301" y="1177885"/>
                  <a:pt x="1192277" y="1178337"/>
                </a:cubicBezTo>
                <a:close/>
                <a:moveTo>
                  <a:pt x="3057356" y="1174754"/>
                </a:moveTo>
                <a:cubicBezTo>
                  <a:pt x="3058677" y="1174789"/>
                  <a:pt x="3060106" y="1175384"/>
                  <a:pt x="3061439" y="1175099"/>
                </a:cubicBezTo>
                <a:cubicBezTo>
                  <a:pt x="3064106" y="1174527"/>
                  <a:pt x="3063153" y="1178433"/>
                  <a:pt x="3062296" y="1180814"/>
                </a:cubicBezTo>
                <a:cubicBezTo>
                  <a:pt x="3061439" y="1183195"/>
                  <a:pt x="3061820" y="1180719"/>
                  <a:pt x="3061343" y="1186529"/>
                </a:cubicBezTo>
                <a:cubicBezTo>
                  <a:pt x="3059819" y="1195197"/>
                  <a:pt x="3067344" y="1197578"/>
                  <a:pt x="3067344" y="1201197"/>
                </a:cubicBezTo>
                <a:cubicBezTo>
                  <a:pt x="3067344" y="1204722"/>
                  <a:pt x="3071249" y="1211008"/>
                  <a:pt x="3070964" y="1212246"/>
                </a:cubicBezTo>
                <a:cubicBezTo>
                  <a:pt x="3070583" y="1213485"/>
                  <a:pt x="3070583" y="1216152"/>
                  <a:pt x="3071821" y="1217676"/>
                </a:cubicBezTo>
                <a:cubicBezTo>
                  <a:pt x="3073059" y="1219104"/>
                  <a:pt x="3072202" y="1223295"/>
                  <a:pt x="3070964" y="1224534"/>
                </a:cubicBezTo>
                <a:cubicBezTo>
                  <a:pt x="3069821" y="1225772"/>
                  <a:pt x="3068582" y="1226343"/>
                  <a:pt x="3070392" y="1228153"/>
                </a:cubicBezTo>
                <a:cubicBezTo>
                  <a:pt x="3072202" y="1229963"/>
                  <a:pt x="3068297" y="1239869"/>
                  <a:pt x="3065915" y="1241679"/>
                </a:cubicBezTo>
                <a:cubicBezTo>
                  <a:pt x="3063534" y="1243488"/>
                  <a:pt x="3062010" y="1247965"/>
                  <a:pt x="3063820" y="1250061"/>
                </a:cubicBezTo>
                <a:cubicBezTo>
                  <a:pt x="3065630" y="1252156"/>
                  <a:pt x="3064677" y="1257871"/>
                  <a:pt x="3059915" y="1254252"/>
                </a:cubicBezTo>
                <a:cubicBezTo>
                  <a:pt x="3055152" y="1250632"/>
                  <a:pt x="3050961" y="1259586"/>
                  <a:pt x="3053057" y="1265301"/>
                </a:cubicBezTo>
                <a:cubicBezTo>
                  <a:pt x="3055152" y="1271016"/>
                  <a:pt x="3052676" y="1282350"/>
                  <a:pt x="3048294" y="1287780"/>
                </a:cubicBezTo>
                <a:cubicBezTo>
                  <a:pt x="3042960" y="1294352"/>
                  <a:pt x="3044389" y="1303686"/>
                  <a:pt x="3045913" y="1306068"/>
                </a:cubicBezTo>
                <a:cubicBezTo>
                  <a:pt x="3047342" y="1308449"/>
                  <a:pt x="3048580" y="1312926"/>
                  <a:pt x="3046770" y="1312640"/>
                </a:cubicBezTo>
                <a:cubicBezTo>
                  <a:pt x="3044960" y="1312354"/>
                  <a:pt x="3042579" y="1314450"/>
                  <a:pt x="3042579" y="1316259"/>
                </a:cubicBezTo>
                <a:cubicBezTo>
                  <a:pt x="3042579" y="1318069"/>
                  <a:pt x="3041341" y="1321974"/>
                  <a:pt x="3039245" y="1322546"/>
                </a:cubicBezTo>
                <a:cubicBezTo>
                  <a:pt x="3037150" y="1323213"/>
                  <a:pt x="3035435" y="1330642"/>
                  <a:pt x="3032102" y="1329785"/>
                </a:cubicBezTo>
                <a:cubicBezTo>
                  <a:pt x="3028768" y="1328928"/>
                  <a:pt x="3032102" y="1319879"/>
                  <a:pt x="3034197" y="1317212"/>
                </a:cubicBezTo>
                <a:cubicBezTo>
                  <a:pt x="3036293" y="1314545"/>
                  <a:pt x="3038960" y="1310640"/>
                  <a:pt x="3034769" y="1310640"/>
                </a:cubicBezTo>
                <a:cubicBezTo>
                  <a:pt x="3030578" y="1310640"/>
                  <a:pt x="3027815" y="1313592"/>
                  <a:pt x="3027530" y="1317783"/>
                </a:cubicBezTo>
                <a:cubicBezTo>
                  <a:pt x="3027244" y="1321974"/>
                  <a:pt x="3026006" y="1321022"/>
                  <a:pt x="3023624" y="1322260"/>
                </a:cubicBezTo>
                <a:cubicBezTo>
                  <a:pt x="3021243" y="1323498"/>
                  <a:pt x="3019719" y="1325594"/>
                  <a:pt x="3019148" y="1330071"/>
                </a:cubicBezTo>
                <a:cubicBezTo>
                  <a:pt x="3018576" y="1334547"/>
                  <a:pt x="3012575" y="1339310"/>
                  <a:pt x="3011337" y="1338453"/>
                </a:cubicBezTo>
                <a:cubicBezTo>
                  <a:pt x="3010099" y="1337500"/>
                  <a:pt x="3012766" y="1335405"/>
                  <a:pt x="3012194" y="1332452"/>
                </a:cubicBezTo>
                <a:cubicBezTo>
                  <a:pt x="3011623" y="1329404"/>
                  <a:pt x="3013147" y="1327594"/>
                  <a:pt x="3013718" y="1322832"/>
                </a:cubicBezTo>
                <a:cubicBezTo>
                  <a:pt x="3014290" y="1318069"/>
                  <a:pt x="3009813" y="1324356"/>
                  <a:pt x="3008289" y="1324356"/>
                </a:cubicBezTo>
                <a:cubicBezTo>
                  <a:pt x="3006765" y="1324356"/>
                  <a:pt x="3004670" y="1327023"/>
                  <a:pt x="3005908" y="1328832"/>
                </a:cubicBezTo>
                <a:cubicBezTo>
                  <a:pt x="3007146" y="1330642"/>
                  <a:pt x="3005908" y="1332738"/>
                  <a:pt x="3004098" y="1332166"/>
                </a:cubicBezTo>
                <a:cubicBezTo>
                  <a:pt x="3002289" y="1331595"/>
                  <a:pt x="2998764" y="1335500"/>
                  <a:pt x="2995431" y="1333976"/>
                </a:cubicBezTo>
                <a:cubicBezTo>
                  <a:pt x="2992192" y="1332452"/>
                  <a:pt x="2979905" y="1336357"/>
                  <a:pt x="2978381" y="1334262"/>
                </a:cubicBezTo>
                <a:cubicBezTo>
                  <a:pt x="2976857" y="1332166"/>
                  <a:pt x="2979524" y="1331023"/>
                  <a:pt x="2983429" y="1331595"/>
                </a:cubicBezTo>
                <a:cubicBezTo>
                  <a:pt x="2987334" y="1332166"/>
                  <a:pt x="2985524" y="1329499"/>
                  <a:pt x="2984000" y="1328261"/>
                </a:cubicBezTo>
                <a:cubicBezTo>
                  <a:pt x="2981715" y="1326451"/>
                  <a:pt x="2972856" y="1325784"/>
                  <a:pt x="2972285" y="1327023"/>
                </a:cubicBezTo>
                <a:cubicBezTo>
                  <a:pt x="2970761" y="1330071"/>
                  <a:pt x="2970189" y="1333309"/>
                  <a:pt x="2974380" y="1336643"/>
                </a:cubicBezTo>
                <a:cubicBezTo>
                  <a:pt x="2978571" y="1339977"/>
                  <a:pt x="2975333" y="1341501"/>
                  <a:pt x="2971713" y="1339977"/>
                </a:cubicBezTo>
                <a:cubicBezTo>
                  <a:pt x="2968951" y="1338834"/>
                  <a:pt x="2966570" y="1339405"/>
                  <a:pt x="2964189" y="1341215"/>
                </a:cubicBezTo>
                <a:cubicBezTo>
                  <a:pt x="2961807" y="1342929"/>
                  <a:pt x="2959712" y="1345406"/>
                  <a:pt x="2961522" y="1345977"/>
                </a:cubicBezTo>
                <a:cubicBezTo>
                  <a:pt x="2963236" y="1346549"/>
                  <a:pt x="2962093" y="1347692"/>
                  <a:pt x="2960283" y="1348930"/>
                </a:cubicBezTo>
                <a:cubicBezTo>
                  <a:pt x="2958474" y="1350168"/>
                  <a:pt x="2957235" y="1354074"/>
                  <a:pt x="2954282" y="1360360"/>
                </a:cubicBezTo>
                <a:cubicBezTo>
                  <a:pt x="2951330" y="1366742"/>
                  <a:pt x="2945329" y="1359503"/>
                  <a:pt x="2943519" y="1355312"/>
                </a:cubicBezTo>
                <a:cubicBezTo>
                  <a:pt x="2941709" y="1351121"/>
                  <a:pt x="2941709" y="1349025"/>
                  <a:pt x="2942281" y="1347501"/>
                </a:cubicBezTo>
                <a:cubicBezTo>
                  <a:pt x="2942948" y="1346073"/>
                  <a:pt x="2944376" y="1343596"/>
                  <a:pt x="2945615" y="1340643"/>
                </a:cubicBezTo>
                <a:cubicBezTo>
                  <a:pt x="2946758" y="1337691"/>
                  <a:pt x="2936566" y="1330833"/>
                  <a:pt x="2933899" y="1329594"/>
                </a:cubicBezTo>
                <a:cubicBezTo>
                  <a:pt x="2931232" y="1328356"/>
                  <a:pt x="2924660" y="1328356"/>
                  <a:pt x="2923422" y="1331690"/>
                </a:cubicBezTo>
                <a:cubicBezTo>
                  <a:pt x="2922183" y="1335024"/>
                  <a:pt x="2917707" y="1335309"/>
                  <a:pt x="2915897" y="1333785"/>
                </a:cubicBezTo>
                <a:cubicBezTo>
                  <a:pt x="2914182" y="1332357"/>
                  <a:pt x="2909324" y="1332928"/>
                  <a:pt x="2908753" y="1335309"/>
                </a:cubicBezTo>
                <a:cubicBezTo>
                  <a:pt x="2908182" y="1337691"/>
                  <a:pt x="2906943" y="1338643"/>
                  <a:pt x="2904848" y="1337119"/>
                </a:cubicBezTo>
                <a:cubicBezTo>
                  <a:pt x="2902752" y="1335690"/>
                  <a:pt x="2902752" y="1336833"/>
                  <a:pt x="2899418" y="1338643"/>
                </a:cubicBezTo>
                <a:cubicBezTo>
                  <a:pt x="2896085" y="1340453"/>
                  <a:pt x="2897894" y="1342263"/>
                  <a:pt x="2895513" y="1341977"/>
                </a:cubicBezTo>
                <a:cubicBezTo>
                  <a:pt x="2893132" y="1341691"/>
                  <a:pt x="2891608" y="1342834"/>
                  <a:pt x="2891608" y="1346168"/>
                </a:cubicBezTo>
                <a:cubicBezTo>
                  <a:pt x="2891608" y="1349406"/>
                  <a:pt x="2886179" y="1351216"/>
                  <a:pt x="2886179" y="1348549"/>
                </a:cubicBezTo>
                <a:cubicBezTo>
                  <a:pt x="2886179" y="1345787"/>
                  <a:pt x="2882559" y="1347311"/>
                  <a:pt x="2884083" y="1349406"/>
                </a:cubicBezTo>
                <a:cubicBezTo>
                  <a:pt x="2885607" y="1351502"/>
                  <a:pt x="2878749" y="1350930"/>
                  <a:pt x="2877225" y="1349121"/>
                </a:cubicBezTo>
                <a:cubicBezTo>
                  <a:pt x="2875701" y="1347311"/>
                  <a:pt x="2872748" y="1346454"/>
                  <a:pt x="2869415" y="1349406"/>
                </a:cubicBezTo>
                <a:cubicBezTo>
                  <a:pt x="2866176" y="1352454"/>
                  <a:pt x="2870939" y="1355407"/>
                  <a:pt x="2872748" y="1354836"/>
                </a:cubicBezTo>
                <a:cubicBezTo>
                  <a:pt x="2874558" y="1354264"/>
                  <a:pt x="2877797" y="1359979"/>
                  <a:pt x="2875415" y="1360265"/>
                </a:cubicBezTo>
                <a:cubicBezTo>
                  <a:pt x="2873034" y="1360551"/>
                  <a:pt x="2874177" y="1362646"/>
                  <a:pt x="2875415" y="1362646"/>
                </a:cubicBezTo>
                <a:cubicBezTo>
                  <a:pt x="2876558" y="1362646"/>
                  <a:pt x="2878940" y="1362646"/>
                  <a:pt x="2878082" y="1365027"/>
                </a:cubicBezTo>
                <a:cubicBezTo>
                  <a:pt x="2877130" y="1367409"/>
                  <a:pt x="2878940" y="1367694"/>
                  <a:pt x="2880464" y="1367409"/>
                </a:cubicBezTo>
                <a:cubicBezTo>
                  <a:pt x="2883416" y="1367123"/>
                  <a:pt x="2880083" y="1373600"/>
                  <a:pt x="2877797" y="1374933"/>
                </a:cubicBezTo>
                <a:cubicBezTo>
                  <a:pt x="2873701" y="1376838"/>
                  <a:pt x="2869986" y="1389316"/>
                  <a:pt x="2869700" y="1393793"/>
                </a:cubicBezTo>
                <a:cubicBezTo>
                  <a:pt x="2869319" y="1398270"/>
                  <a:pt x="2868462" y="1400937"/>
                  <a:pt x="2866367" y="1402175"/>
                </a:cubicBezTo>
                <a:cubicBezTo>
                  <a:pt x="2864271" y="1403413"/>
                  <a:pt x="2863033" y="1406080"/>
                  <a:pt x="2863033" y="1409414"/>
                </a:cubicBezTo>
                <a:cubicBezTo>
                  <a:pt x="2863033" y="1412652"/>
                  <a:pt x="2857604" y="1413319"/>
                  <a:pt x="2852841" y="1418082"/>
                </a:cubicBezTo>
                <a:cubicBezTo>
                  <a:pt x="2849222" y="1421701"/>
                  <a:pt x="2851889" y="1415700"/>
                  <a:pt x="2853413" y="1414462"/>
                </a:cubicBezTo>
                <a:cubicBezTo>
                  <a:pt x="2854841" y="1413319"/>
                  <a:pt x="2855127" y="1411509"/>
                  <a:pt x="2854270" y="1409700"/>
                </a:cubicBezTo>
                <a:cubicBezTo>
                  <a:pt x="2853413" y="1407985"/>
                  <a:pt x="2853984" y="1405223"/>
                  <a:pt x="2855508" y="1404651"/>
                </a:cubicBezTo>
                <a:cubicBezTo>
                  <a:pt x="2857032" y="1403985"/>
                  <a:pt x="2857890" y="1401318"/>
                  <a:pt x="2855794" y="1401032"/>
                </a:cubicBezTo>
                <a:cubicBezTo>
                  <a:pt x="2853698" y="1400746"/>
                  <a:pt x="2852556" y="1402842"/>
                  <a:pt x="2851032" y="1404651"/>
                </a:cubicBezTo>
                <a:cubicBezTo>
                  <a:pt x="2849507" y="1406461"/>
                  <a:pt x="2850746" y="1409128"/>
                  <a:pt x="2851603" y="1411224"/>
                </a:cubicBezTo>
                <a:cubicBezTo>
                  <a:pt x="2852556" y="1413319"/>
                  <a:pt x="2850365" y="1415415"/>
                  <a:pt x="2847412" y="1413891"/>
                </a:cubicBezTo>
                <a:cubicBezTo>
                  <a:pt x="2844459" y="1412367"/>
                  <a:pt x="2845602" y="1410557"/>
                  <a:pt x="2846840" y="1409985"/>
                </a:cubicBezTo>
                <a:cubicBezTo>
                  <a:pt x="2847983" y="1409414"/>
                  <a:pt x="2847698" y="1404270"/>
                  <a:pt x="2847698" y="1404270"/>
                </a:cubicBezTo>
                <a:cubicBezTo>
                  <a:pt x="2845793" y="1401984"/>
                  <a:pt x="2846459" y="1401032"/>
                  <a:pt x="2845602" y="1395317"/>
                </a:cubicBezTo>
                <a:cubicBezTo>
                  <a:pt x="2844745" y="1389602"/>
                  <a:pt x="2848936" y="1391697"/>
                  <a:pt x="2848936" y="1390173"/>
                </a:cubicBezTo>
                <a:cubicBezTo>
                  <a:pt x="2848936" y="1388649"/>
                  <a:pt x="2849222" y="1384744"/>
                  <a:pt x="2851032" y="1384173"/>
                </a:cubicBezTo>
                <a:cubicBezTo>
                  <a:pt x="2852841" y="1383601"/>
                  <a:pt x="2854365" y="1379982"/>
                  <a:pt x="2852556" y="1379124"/>
                </a:cubicBezTo>
                <a:cubicBezTo>
                  <a:pt x="2850746" y="1378267"/>
                  <a:pt x="2850746" y="1376743"/>
                  <a:pt x="2852270" y="1376172"/>
                </a:cubicBezTo>
                <a:cubicBezTo>
                  <a:pt x="2853698" y="1375600"/>
                  <a:pt x="2854365" y="1373505"/>
                  <a:pt x="2851032" y="1369885"/>
                </a:cubicBezTo>
                <a:cubicBezTo>
                  <a:pt x="2847793" y="1366266"/>
                  <a:pt x="2848365" y="1371695"/>
                  <a:pt x="2848365" y="1375886"/>
                </a:cubicBezTo>
                <a:cubicBezTo>
                  <a:pt x="2848365" y="1380077"/>
                  <a:pt x="2845888" y="1378553"/>
                  <a:pt x="2845031" y="1376172"/>
                </a:cubicBezTo>
                <a:cubicBezTo>
                  <a:pt x="2844078" y="1373790"/>
                  <a:pt x="2843792" y="1371695"/>
                  <a:pt x="2843507" y="1370171"/>
                </a:cubicBezTo>
                <a:cubicBezTo>
                  <a:pt x="2843221" y="1368647"/>
                  <a:pt x="2844364" y="1363503"/>
                  <a:pt x="2843792" y="1360836"/>
                </a:cubicBezTo>
                <a:cubicBezTo>
                  <a:pt x="2843221" y="1358169"/>
                  <a:pt x="2844364" y="1355693"/>
                  <a:pt x="2845888" y="1356931"/>
                </a:cubicBezTo>
                <a:cubicBezTo>
                  <a:pt x="2848079" y="1355026"/>
                  <a:pt x="2848555" y="1354455"/>
                  <a:pt x="2849984" y="1353693"/>
                </a:cubicBezTo>
                <a:cubicBezTo>
                  <a:pt x="2851508" y="1351788"/>
                  <a:pt x="2854270" y="1348549"/>
                  <a:pt x="2857604" y="1350930"/>
                </a:cubicBezTo>
                <a:cubicBezTo>
                  <a:pt x="2860937" y="1353312"/>
                  <a:pt x="2860652" y="1350073"/>
                  <a:pt x="2859414" y="1348263"/>
                </a:cubicBezTo>
                <a:cubicBezTo>
                  <a:pt x="2858175" y="1346454"/>
                  <a:pt x="2857890" y="1346835"/>
                  <a:pt x="2859699" y="1341691"/>
                </a:cubicBezTo>
                <a:cubicBezTo>
                  <a:pt x="2861509" y="1336548"/>
                  <a:pt x="2868653" y="1338357"/>
                  <a:pt x="2870462" y="1333595"/>
                </a:cubicBezTo>
                <a:cubicBezTo>
                  <a:pt x="2871510" y="1330642"/>
                  <a:pt x="2873701" y="1328832"/>
                  <a:pt x="2875225" y="1328832"/>
                </a:cubicBezTo>
                <a:cubicBezTo>
                  <a:pt x="2876749" y="1328832"/>
                  <a:pt x="2882083" y="1329975"/>
                  <a:pt x="2885417" y="1325499"/>
                </a:cubicBezTo>
                <a:cubicBezTo>
                  <a:pt x="2889417" y="1319974"/>
                  <a:pt x="2894370" y="1319879"/>
                  <a:pt x="2896180" y="1316545"/>
                </a:cubicBezTo>
                <a:cubicBezTo>
                  <a:pt x="2897990" y="1313211"/>
                  <a:pt x="2901228" y="1314735"/>
                  <a:pt x="2904562" y="1313211"/>
                </a:cubicBezTo>
                <a:cubicBezTo>
                  <a:pt x="2906943" y="1312164"/>
                  <a:pt x="2908562" y="1313307"/>
                  <a:pt x="2913706" y="1312640"/>
                </a:cubicBezTo>
                <a:cubicBezTo>
                  <a:pt x="2915706" y="1312354"/>
                  <a:pt x="2917802" y="1315021"/>
                  <a:pt x="2921326" y="1312354"/>
                </a:cubicBezTo>
                <a:cubicBezTo>
                  <a:pt x="2922469" y="1311402"/>
                  <a:pt x="2923993" y="1311116"/>
                  <a:pt x="2928184" y="1310259"/>
                </a:cubicBezTo>
                <a:cubicBezTo>
                  <a:pt x="2932375" y="1309401"/>
                  <a:pt x="2939614" y="1311402"/>
                  <a:pt x="2940757" y="1309401"/>
                </a:cubicBezTo>
                <a:cubicBezTo>
                  <a:pt x="2941900" y="1307592"/>
                  <a:pt x="2945900" y="1306068"/>
                  <a:pt x="2945329" y="1310830"/>
                </a:cubicBezTo>
                <a:cubicBezTo>
                  <a:pt x="2944757" y="1315593"/>
                  <a:pt x="2950377" y="1311021"/>
                  <a:pt x="2953711" y="1311688"/>
                </a:cubicBezTo>
                <a:cubicBezTo>
                  <a:pt x="2957045" y="1312354"/>
                  <a:pt x="2959140" y="1310830"/>
                  <a:pt x="2959426" y="1306639"/>
                </a:cubicBezTo>
                <a:cubicBezTo>
                  <a:pt x="2959712" y="1302448"/>
                  <a:pt x="2961522" y="1296733"/>
                  <a:pt x="2964855" y="1294923"/>
                </a:cubicBezTo>
                <a:cubicBezTo>
                  <a:pt x="2968189" y="1293114"/>
                  <a:pt x="2973523" y="1286542"/>
                  <a:pt x="2972951" y="1281112"/>
                </a:cubicBezTo>
                <a:cubicBezTo>
                  <a:pt x="2972380" y="1275778"/>
                  <a:pt x="2974761" y="1274826"/>
                  <a:pt x="2983429" y="1270349"/>
                </a:cubicBezTo>
                <a:cubicBezTo>
                  <a:pt x="2992192" y="1265872"/>
                  <a:pt x="2987334" y="1274635"/>
                  <a:pt x="2982857" y="1275492"/>
                </a:cubicBezTo>
                <a:cubicBezTo>
                  <a:pt x="2978381" y="1276350"/>
                  <a:pt x="2981619" y="1278826"/>
                  <a:pt x="2983143" y="1281779"/>
                </a:cubicBezTo>
                <a:cubicBezTo>
                  <a:pt x="2984572" y="1284732"/>
                  <a:pt x="2988191" y="1283017"/>
                  <a:pt x="2989715" y="1281779"/>
                </a:cubicBezTo>
                <a:cubicBezTo>
                  <a:pt x="2991144" y="1280636"/>
                  <a:pt x="2993240" y="1279112"/>
                  <a:pt x="2994764" y="1278826"/>
                </a:cubicBezTo>
                <a:cubicBezTo>
                  <a:pt x="2996192" y="1278445"/>
                  <a:pt x="3004289" y="1273683"/>
                  <a:pt x="3005527" y="1271301"/>
                </a:cubicBezTo>
                <a:cubicBezTo>
                  <a:pt x="3006765" y="1268920"/>
                  <a:pt x="3019052" y="1256633"/>
                  <a:pt x="3023243" y="1252156"/>
                </a:cubicBezTo>
                <a:cubicBezTo>
                  <a:pt x="3027434" y="1247679"/>
                  <a:pt x="3032197" y="1239869"/>
                  <a:pt x="3032197" y="1238059"/>
                </a:cubicBezTo>
                <a:cubicBezTo>
                  <a:pt x="3032197" y="1236249"/>
                  <a:pt x="3032197" y="1231392"/>
                  <a:pt x="3034292" y="1228725"/>
                </a:cubicBezTo>
                <a:cubicBezTo>
                  <a:pt x="3036388" y="1226058"/>
                  <a:pt x="3036102" y="1220057"/>
                  <a:pt x="3036959" y="1217961"/>
                </a:cubicBezTo>
                <a:cubicBezTo>
                  <a:pt x="3037817" y="1215866"/>
                  <a:pt x="3039055" y="1210151"/>
                  <a:pt x="3036959" y="1211675"/>
                </a:cubicBezTo>
                <a:cubicBezTo>
                  <a:pt x="3034864" y="1213199"/>
                  <a:pt x="3034578" y="1210818"/>
                  <a:pt x="3035435" y="1209579"/>
                </a:cubicBezTo>
                <a:cubicBezTo>
                  <a:pt x="3036388" y="1208341"/>
                  <a:pt x="3037245" y="1205960"/>
                  <a:pt x="3035150" y="1203864"/>
                </a:cubicBezTo>
                <a:cubicBezTo>
                  <a:pt x="3033054" y="1201769"/>
                  <a:pt x="3036388" y="1199673"/>
                  <a:pt x="3035150" y="1195482"/>
                </a:cubicBezTo>
                <a:cubicBezTo>
                  <a:pt x="3034007" y="1191196"/>
                  <a:pt x="3037245" y="1192434"/>
                  <a:pt x="3039055" y="1192434"/>
                </a:cubicBezTo>
                <a:cubicBezTo>
                  <a:pt x="3040865" y="1192434"/>
                  <a:pt x="3042008" y="1193863"/>
                  <a:pt x="3043246" y="1186719"/>
                </a:cubicBezTo>
                <a:cubicBezTo>
                  <a:pt x="3044389" y="1179576"/>
                  <a:pt x="3051628" y="1184910"/>
                  <a:pt x="3050390" y="1188243"/>
                </a:cubicBezTo>
                <a:cubicBezTo>
                  <a:pt x="3049151" y="1191577"/>
                  <a:pt x="3052771" y="1190053"/>
                  <a:pt x="3054866" y="1190339"/>
                </a:cubicBezTo>
                <a:cubicBezTo>
                  <a:pt x="3056962" y="1190625"/>
                  <a:pt x="3057533" y="1187672"/>
                  <a:pt x="3057819" y="1185862"/>
                </a:cubicBezTo>
                <a:cubicBezTo>
                  <a:pt x="3058105" y="1184052"/>
                  <a:pt x="3059343" y="1179004"/>
                  <a:pt x="3055724" y="1181385"/>
                </a:cubicBezTo>
                <a:cubicBezTo>
                  <a:pt x="3052104" y="1183767"/>
                  <a:pt x="3052104" y="1182814"/>
                  <a:pt x="3053914" y="1177766"/>
                </a:cubicBezTo>
                <a:cubicBezTo>
                  <a:pt x="3054819" y="1175242"/>
                  <a:pt x="3056034" y="1174718"/>
                  <a:pt x="3057356" y="1174754"/>
                </a:cubicBezTo>
                <a:close/>
                <a:moveTo>
                  <a:pt x="732858" y="1165529"/>
                </a:moveTo>
                <a:lnTo>
                  <a:pt x="732827" y="1165621"/>
                </a:lnTo>
                <a:cubicBezTo>
                  <a:pt x="732672" y="1167526"/>
                  <a:pt x="733196" y="1168954"/>
                  <a:pt x="733815" y="1171669"/>
                </a:cubicBezTo>
                <a:lnTo>
                  <a:pt x="735898" y="1183597"/>
                </a:lnTo>
                <a:lnTo>
                  <a:pt x="735910" y="1183385"/>
                </a:lnTo>
                <a:cubicBezTo>
                  <a:pt x="736483" y="1179766"/>
                  <a:pt x="735054" y="1176813"/>
                  <a:pt x="733815" y="1171384"/>
                </a:cubicBezTo>
                <a:close/>
                <a:moveTo>
                  <a:pt x="789464" y="1161990"/>
                </a:moveTo>
                <a:cubicBezTo>
                  <a:pt x="789869" y="1162526"/>
                  <a:pt x="790155" y="1163811"/>
                  <a:pt x="790583" y="1165002"/>
                </a:cubicBezTo>
                <a:cubicBezTo>
                  <a:pt x="791536" y="1167383"/>
                  <a:pt x="790012" y="1167098"/>
                  <a:pt x="790012" y="1167098"/>
                </a:cubicBezTo>
                <a:cubicBezTo>
                  <a:pt x="790012" y="1167098"/>
                  <a:pt x="785821" y="1167098"/>
                  <a:pt x="787631" y="1163478"/>
                </a:cubicBezTo>
                <a:cubicBezTo>
                  <a:pt x="788537" y="1161668"/>
                  <a:pt x="789059" y="1161454"/>
                  <a:pt x="789464" y="1161990"/>
                </a:cubicBezTo>
                <a:close/>
                <a:moveTo>
                  <a:pt x="1069952" y="1155192"/>
                </a:moveTo>
                <a:cubicBezTo>
                  <a:pt x="1071475" y="1152810"/>
                  <a:pt x="1071761" y="1153668"/>
                  <a:pt x="1071761" y="1156716"/>
                </a:cubicBezTo>
                <a:cubicBezTo>
                  <a:pt x="1071761" y="1159668"/>
                  <a:pt x="1069666" y="1160240"/>
                  <a:pt x="1069666" y="1160240"/>
                </a:cubicBezTo>
                <a:cubicBezTo>
                  <a:pt x="1069666" y="1160240"/>
                  <a:pt x="1068428" y="1157573"/>
                  <a:pt x="1069952" y="1155192"/>
                </a:cubicBezTo>
                <a:close/>
                <a:moveTo>
                  <a:pt x="1017183" y="1151572"/>
                </a:moveTo>
                <a:cubicBezTo>
                  <a:pt x="1018612" y="1153668"/>
                  <a:pt x="1017755" y="1153382"/>
                  <a:pt x="1019851" y="1152810"/>
                </a:cubicBezTo>
                <a:cubicBezTo>
                  <a:pt x="1021946" y="1152239"/>
                  <a:pt x="1024327" y="1154049"/>
                  <a:pt x="1021946" y="1156144"/>
                </a:cubicBezTo>
                <a:cubicBezTo>
                  <a:pt x="1019469" y="1158239"/>
                  <a:pt x="1021946" y="1158620"/>
                  <a:pt x="1026709" y="1159478"/>
                </a:cubicBezTo>
                <a:cubicBezTo>
                  <a:pt x="1031471" y="1160335"/>
                  <a:pt x="1032423" y="1160621"/>
                  <a:pt x="1037186" y="1162145"/>
                </a:cubicBezTo>
                <a:cubicBezTo>
                  <a:pt x="1041949" y="1163669"/>
                  <a:pt x="1044044" y="1164240"/>
                  <a:pt x="1043758" y="1166336"/>
                </a:cubicBezTo>
                <a:cubicBezTo>
                  <a:pt x="1043472" y="1168431"/>
                  <a:pt x="1043091" y="1170241"/>
                  <a:pt x="1044330" y="1169670"/>
                </a:cubicBezTo>
                <a:cubicBezTo>
                  <a:pt x="1045473" y="1169098"/>
                  <a:pt x="1046711" y="1169098"/>
                  <a:pt x="1049093" y="1168812"/>
                </a:cubicBezTo>
                <a:cubicBezTo>
                  <a:pt x="1051473" y="1168526"/>
                  <a:pt x="1053283" y="1167669"/>
                  <a:pt x="1052045" y="1170336"/>
                </a:cubicBezTo>
                <a:cubicBezTo>
                  <a:pt x="1050902" y="1173003"/>
                  <a:pt x="1048522" y="1175384"/>
                  <a:pt x="1045187" y="1174813"/>
                </a:cubicBezTo>
                <a:cubicBezTo>
                  <a:pt x="1041949" y="1174146"/>
                  <a:pt x="1040710" y="1173003"/>
                  <a:pt x="1038330" y="1173575"/>
                </a:cubicBezTo>
                <a:cubicBezTo>
                  <a:pt x="1035949" y="1174146"/>
                  <a:pt x="1035663" y="1174146"/>
                  <a:pt x="1033852" y="1173575"/>
                </a:cubicBezTo>
                <a:cubicBezTo>
                  <a:pt x="1032042" y="1173003"/>
                  <a:pt x="1029375" y="1172718"/>
                  <a:pt x="1027566" y="1173289"/>
                </a:cubicBezTo>
                <a:cubicBezTo>
                  <a:pt x="1025757" y="1173860"/>
                  <a:pt x="1024518" y="1172622"/>
                  <a:pt x="1025280" y="1169860"/>
                </a:cubicBezTo>
                <a:cubicBezTo>
                  <a:pt x="1025946" y="1167193"/>
                  <a:pt x="1025280" y="1165955"/>
                  <a:pt x="1022898" y="1165955"/>
                </a:cubicBezTo>
                <a:cubicBezTo>
                  <a:pt x="1020423" y="1165955"/>
                  <a:pt x="1017469" y="1163574"/>
                  <a:pt x="1013564" y="1163002"/>
                </a:cubicBezTo>
                <a:cubicBezTo>
                  <a:pt x="1009659" y="1162430"/>
                  <a:pt x="1009087" y="1159764"/>
                  <a:pt x="1009373" y="1155858"/>
                </a:cubicBezTo>
                <a:cubicBezTo>
                  <a:pt x="1009659" y="1151953"/>
                  <a:pt x="1010803" y="1151286"/>
                  <a:pt x="1012326" y="1152524"/>
                </a:cubicBezTo>
                <a:cubicBezTo>
                  <a:pt x="1013850" y="1153668"/>
                  <a:pt x="1012611" y="1154620"/>
                  <a:pt x="1014135" y="1153096"/>
                </a:cubicBezTo>
                <a:cubicBezTo>
                  <a:pt x="1015659" y="1151572"/>
                  <a:pt x="1015659" y="1149476"/>
                  <a:pt x="1017183" y="1151572"/>
                </a:cubicBezTo>
                <a:close/>
                <a:moveTo>
                  <a:pt x="1801004" y="1147300"/>
                </a:moveTo>
                <a:lnTo>
                  <a:pt x="1800972" y="1147310"/>
                </a:lnTo>
                <a:cubicBezTo>
                  <a:pt x="1799543" y="1148310"/>
                  <a:pt x="1799234" y="1149572"/>
                  <a:pt x="1802234" y="1150620"/>
                </a:cubicBezTo>
                <a:cubicBezTo>
                  <a:pt x="1808234" y="1152715"/>
                  <a:pt x="1814521" y="1154239"/>
                  <a:pt x="1818712" y="1154811"/>
                </a:cubicBezTo>
                <a:cubicBezTo>
                  <a:pt x="1822998" y="1155478"/>
                  <a:pt x="1825951" y="1156906"/>
                  <a:pt x="1828046" y="1158430"/>
                </a:cubicBezTo>
                <a:cubicBezTo>
                  <a:pt x="1830142" y="1159859"/>
                  <a:pt x="1834619" y="1158145"/>
                  <a:pt x="1836143" y="1156906"/>
                </a:cubicBezTo>
                <a:cubicBezTo>
                  <a:pt x="1837666" y="1155763"/>
                  <a:pt x="1840048" y="1155478"/>
                  <a:pt x="1841857" y="1158145"/>
                </a:cubicBezTo>
                <a:cubicBezTo>
                  <a:pt x="1843667" y="1160812"/>
                  <a:pt x="1847573" y="1164431"/>
                  <a:pt x="1850240" y="1164145"/>
                </a:cubicBezTo>
                <a:lnTo>
                  <a:pt x="1862785" y="1162393"/>
                </a:lnTo>
                <a:lnTo>
                  <a:pt x="1862845" y="1162289"/>
                </a:lnTo>
                <a:lnTo>
                  <a:pt x="1850239" y="1164050"/>
                </a:lnTo>
                <a:cubicBezTo>
                  <a:pt x="1847573" y="1164335"/>
                  <a:pt x="1843667" y="1160716"/>
                  <a:pt x="1841857" y="1158049"/>
                </a:cubicBezTo>
                <a:cubicBezTo>
                  <a:pt x="1840048" y="1155287"/>
                  <a:pt x="1837666" y="1155572"/>
                  <a:pt x="1836143" y="1156811"/>
                </a:cubicBezTo>
                <a:cubicBezTo>
                  <a:pt x="1834618" y="1158049"/>
                  <a:pt x="1830142" y="1159859"/>
                  <a:pt x="1828046" y="1158335"/>
                </a:cubicBezTo>
                <a:cubicBezTo>
                  <a:pt x="1825856" y="1156811"/>
                  <a:pt x="1822903" y="1155287"/>
                  <a:pt x="1818712" y="1154715"/>
                </a:cubicBezTo>
                <a:cubicBezTo>
                  <a:pt x="1814521" y="1154144"/>
                  <a:pt x="1808234" y="1152620"/>
                  <a:pt x="1802234" y="1150524"/>
                </a:cubicBezTo>
                <a:close/>
                <a:moveTo>
                  <a:pt x="1829985" y="1147140"/>
                </a:moveTo>
                <a:lnTo>
                  <a:pt x="1828298" y="1147724"/>
                </a:lnTo>
                <a:lnTo>
                  <a:pt x="1829940" y="1147262"/>
                </a:lnTo>
                <a:close/>
                <a:moveTo>
                  <a:pt x="1789875" y="1145386"/>
                </a:moveTo>
                <a:lnTo>
                  <a:pt x="1774896" y="1145666"/>
                </a:lnTo>
                <a:lnTo>
                  <a:pt x="1774817" y="1145756"/>
                </a:lnTo>
                <a:lnTo>
                  <a:pt x="1789756" y="1145476"/>
                </a:lnTo>
                <a:close/>
                <a:moveTo>
                  <a:pt x="1088907" y="1144809"/>
                </a:moveTo>
                <a:cubicBezTo>
                  <a:pt x="1094051" y="1142713"/>
                  <a:pt x="1092812" y="1146333"/>
                  <a:pt x="1090145" y="1148143"/>
                </a:cubicBezTo>
                <a:cubicBezTo>
                  <a:pt x="1087478" y="1149952"/>
                  <a:pt x="1085384" y="1150810"/>
                  <a:pt x="1085384" y="1150810"/>
                </a:cubicBezTo>
                <a:cubicBezTo>
                  <a:pt x="1085384" y="1150810"/>
                  <a:pt x="1083287" y="1151953"/>
                  <a:pt x="1083193" y="1149286"/>
                </a:cubicBezTo>
                <a:cubicBezTo>
                  <a:pt x="1083193" y="1146619"/>
                  <a:pt x="1083763" y="1146904"/>
                  <a:pt x="1088907" y="1144809"/>
                </a:cubicBezTo>
                <a:close/>
                <a:moveTo>
                  <a:pt x="1806652" y="1138198"/>
                </a:moveTo>
                <a:lnTo>
                  <a:pt x="1797661" y="1139666"/>
                </a:lnTo>
                <a:lnTo>
                  <a:pt x="1797606" y="1139708"/>
                </a:lnTo>
                <a:lnTo>
                  <a:pt x="1806615" y="1138237"/>
                </a:lnTo>
                <a:close/>
                <a:moveTo>
                  <a:pt x="1008325" y="1133761"/>
                </a:moveTo>
                <a:cubicBezTo>
                  <a:pt x="1010135" y="1131379"/>
                  <a:pt x="1012231" y="1131951"/>
                  <a:pt x="1010992" y="1134332"/>
                </a:cubicBezTo>
                <a:cubicBezTo>
                  <a:pt x="1009849" y="1136713"/>
                  <a:pt x="1009849" y="1136713"/>
                  <a:pt x="1009849" y="1136713"/>
                </a:cubicBezTo>
                <a:cubicBezTo>
                  <a:pt x="1009849" y="1136713"/>
                  <a:pt x="1006517" y="1136142"/>
                  <a:pt x="1008325" y="1133761"/>
                </a:cubicBezTo>
                <a:close/>
                <a:moveTo>
                  <a:pt x="1060141" y="1124998"/>
                </a:moveTo>
                <a:cubicBezTo>
                  <a:pt x="1066238" y="1124140"/>
                  <a:pt x="1063856" y="1128617"/>
                  <a:pt x="1061379" y="1127950"/>
                </a:cubicBezTo>
                <a:cubicBezTo>
                  <a:pt x="1058998" y="1127379"/>
                  <a:pt x="1054140" y="1125855"/>
                  <a:pt x="1060141" y="1124998"/>
                </a:cubicBezTo>
                <a:close/>
                <a:moveTo>
                  <a:pt x="3158214" y="1122807"/>
                </a:moveTo>
                <a:cubicBezTo>
                  <a:pt x="3159714" y="1122164"/>
                  <a:pt x="3161357" y="1121854"/>
                  <a:pt x="3160880" y="1122902"/>
                </a:cubicBezTo>
                <a:cubicBezTo>
                  <a:pt x="3160023" y="1124998"/>
                  <a:pt x="3158499" y="1125283"/>
                  <a:pt x="3156403" y="1124712"/>
                </a:cubicBezTo>
                <a:cubicBezTo>
                  <a:pt x="3155356" y="1124426"/>
                  <a:pt x="3156713" y="1123450"/>
                  <a:pt x="3158214" y="1122807"/>
                </a:cubicBezTo>
                <a:close/>
                <a:moveTo>
                  <a:pt x="1827379" y="1121378"/>
                </a:moveTo>
                <a:cubicBezTo>
                  <a:pt x="1824617" y="1123187"/>
                  <a:pt x="1820140" y="1122902"/>
                  <a:pt x="1817473" y="1122902"/>
                </a:cubicBezTo>
                <a:lnTo>
                  <a:pt x="1817434" y="1122945"/>
                </a:lnTo>
                <a:lnTo>
                  <a:pt x="1826998" y="1121473"/>
                </a:lnTo>
                <a:cubicBezTo>
                  <a:pt x="1829665" y="1119664"/>
                  <a:pt x="1832999" y="1120902"/>
                  <a:pt x="1833571" y="1123283"/>
                </a:cubicBezTo>
                <a:cubicBezTo>
                  <a:pt x="1834238" y="1125664"/>
                  <a:pt x="1832142" y="1128617"/>
                  <a:pt x="1830904" y="1131951"/>
                </a:cubicBezTo>
                <a:cubicBezTo>
                  <a:pt x="1829761" y="1135285"/>
                  <a:pt x="1828808" y="1137094"/>
                  <a:pt x="1830047" y="1139476"/>
                </a:cubicBezTo>
                <a:cubicBezTo>
                  <a:pt x="1830713" y="1140809"/>
                  <a:pt x="1831190" y="1142143"/>
                  <a:pt x="1832047" y="1143095"/>
                </a:cubicBezTo>
                <a:lnTo>
                  <a:pt x="1831730" y="1143818"/>
                </a:lnTo>
                <a:lnTo>
                  <a:pt x="1834466" y="1144754"/>
                </a:lnTo>
                <a:lnTo>
                  <a:pt x="1832428" y="1142999"/>
                </a:lnTo>
                <a:cubicBezTo>
                  <a:pt x="1831570" y="1141952"/>
                  <a:pt x="1831094" y="1140714"/>
                  <a:pt x="1830427" y="1139380"/>
                </a:cubicBezTo>
                <a:cubicBezTo>
                  <a:pt x="1829189" y="1136903"/>
                  <a:pt x="1830046" y="1135189"/>
                  <a:pt x="1831284" y="1131855"/>
                </a:cubicBezTo>
                <a:cubicBezTo>
                  <a:pt x="1832428" y="1128617"/>
                  <a:pt x="1834523" y="1125569"/>
                  <a:pt x="1833951" y="1123187"/>
                </a:cubicBezTo>
                <a:cubicBezTo>
                  <a:pt x="1833380" y="1120806"/>
                  <a:pt x="1830046" y="1119568"/>
                  <a:pt x="1827379" y="1121378"/>
                </a:cubicBezTo>
                <a:close/>
                <a:moveTo>
                  <a:pt x="1056998" y="1118044"/>
                </a:moveTo>
                <a:cubicBezTo>
                  <a:pt x="1058807" y="1115663"/>
                  <a:pt x="1061474" y="1117758"/>
                  <a:pt x="1059665" y="1119568"/>
                </a:cubicBezTo>
                <a:cubicBezTo>
                  <a:pt x="1057855" y="1121378"/>
                  <a:pt x="1057855" y="1121378"/>
                  <a:pt x="1057855" y="1121378"/>
                </a:cubicBezTo>
                <a:cubicBezTo>
                  <a:pt x="1057855" y="1121378"/>
                  <a:pt x="1055188" y="1120520"/>
                  <a:pt x="1056998" y="1118044"/>
                </a:cubicBezTo>
                <a:close/>
                <a:moveTo>
                  <a:pt x="330157" y="1116008"/>
                </a:moveTo>
                <a:cubicBezTo>
                  <a:pt x="331407" y="1115663"/>
                  <a:pt x="333479" y="1116234"/>
                  <a:pt x="336336" y="1118997"/>
                </a:cubicBezTo>
                <a:cubicBezTo>
                  <a:pt x="342051" y="1124521"/>
                  <a:pt x="338527" y="1123569"/>
                  <a:pt x="335099" y="1123569"/>
                </a:cubicBezTo>
                <a:cubicBezTo>
                  <a:pt x="331764" y="1123569"/>
                  <a:pt x="331764" y="1123569"/>
                  <a:pt x="331764" y="1123569"/>
                </a:cubicBezTo>
                <a:cubicBezTo>
                  <a:pt x="331764" y="1123569"/>
                  <a:pt x="329765" y="1120330"/>
                  <a:pt x="328906" y="1118521"/>
                </a:cubicBezTo>
                <a:cubicBezTo>
                  <a:pt x="328478" y="1117616"/>
                  <a:pt x="328906" y="1116354"/>
                  <a:pt x="330157" y="1116008"/>
                </a:cubicBezTo>
                <a:close/>
                <a:moveTo>
                  <a:pt x="3151927" y="1108900"/>
                </a:moveTo>
                <a:cubicBezTo>
                  <a:pt x="3152212" y="1109471"/>
                  <a:pt x="3154975" y="1111281"/>
                  <a:pt x="3157642" y="1109471"/>
                </a:cubicBezTo>
                <a:cubicBezTo>
                  <a:pt x="3160309" y="1107661"/>
                  <a:pt x="3161547" y="1111186"/>
                  <a:pt x="3158213" y="1112424"/>
                </a:cubicBezTo>
                <a:cubicBezTo>
                  <a:pt x="3154879" y="1113662"/>
                  <a:pt x="3157261" y="1114519"/>
                  <a:pt x="3151450" y="1114424"/>
                </a:cubicBezTo>
                <a:cubicBezTo>
                  <a:pt x="3145450" y="1114424"/>
                  <a:pt x="3145450" y="1116520"/>
                  <a:pt x="3143069" y="1119853"/>
                </a:cubicBezTo>
                <a:cubicBezTo>
                  <a:pt x="3140592" y="1123187"/>
                  <a:pt x="3137068" y="1125568"/>
                  <a:pt x="3135829" y="1123187"/>
                </a:cubicBezTo>
                <a:cubicBezTo>
                  <a:pt x="3134591" y="1120806"/>
                  <a:pt x="3139735" y="1119949"/>
                  <a:pt x="3139735" y="1118139"/>
                </a:cubicBezTo>
                <a:cubicBezTo>
                  <a:pt x="3139735" y="1116329"/>
                  <a:pt x="3141163" y="1115472"/>
                  <a:pt x="3142402" y="1115472"/>
                </a:cubicBezTo>
                <a:cubicBezTo>
                  <a:pt x="3143545" y="1115472"/>
                  <a:pt x="3146878" y="1112805"/>
                  <a:pt x="3147450" y="1110709"/>
                </a:cubicBezTo>
                <a:cubicBezTo>
                  <a:pt x="3148021" y="1108614"/>
                  <a:pt x="3151641" y="1108328"/>
                  <a:pt x="3151927" y="1108900"/>
                </a:cubicBezTo>
                <a:close/>
                <a:moveTo>
                  <a:pt x="1428338" y="1106637"/>
                </a:moveTo>
                <a:lnTo>
                  <a:pt x="1427217" y="1109998"/>
                </a:lnTo>
                <a:lnTo>
                  <a:pt x="1427290" y="1109973"/>
                </a:lnTo>
                <a:lnTo>
                  <a:pt x="1428378" y="1106710"/>
                </a:lnTo>
                <a:close/>
                <a:moveTo>
                  <a:pt x="1084715" y="1099566"/>
                </a:moveTo>
                <a:cubicBezTo>
                  <a:pt x="1087192" y="1099566"/>
                  <a:pt x="1087477" y="1102233"/>
                  <a:pt x="1083858" y="1102233"/>
                </a:cubicBezTo>
                <a:cubicBezTo>
                  <a:pt x="1080239" y="1102233"/>
                  <a:pt x="1081762" y="1102233"/>
                  <a:pt x="1081762" y="1100423"/>
                </a:cubicBezTo>
                <a:cubicBezTo>
                  <a:pt x="1081762" y="1098613"/>
                  <a:pt x="1082334" y="1099566"/>
                  <a:pt x="1084715" y="1099566"/>
                </a:cubicBezTo>
                <a:close/>
                <a:moveTo>
                  <a:pt x="1055188" y="1098328"/>
                </a:moveTo>
                <a:cubicBezTo>
                  <a:pt x="1056712" y="1095661"/>
                  <a:pt x="1057570" y="1094994"/>
                  <a:pt x="1057570" y="1098613"/>
                </a:cubicBezTo>
                <a:cubicBezTo>
                  <a:pt x="1057570" y="1102233"/>
                  <a:pt x="1057570" y="1102233"/>
                  <a:pt x="1057570" y="1102233"/>
                </a:cubicBezTo>
                <a:cubicBezTo>
                  <a:pt x="1057570" y="1102233"/>
                  <a:pt x="1053664" y="1100995"/>
                  <a:pt x="1055188" y="1098328"/>
                </a:cubicBezTo>
                <a:close/>
                <a:moveTo>
                  <a:pt x="1425026" y="1086824"/>
                </a:moveTo>
                <a:lnTo>
                  <a:pt x="1424186" y="1092707"/>
                </a:lnTo>
                <a:cubicBezTo>
                  <a:pt x="1421424" y="1092993"/>
                  <a:pt x="1422091" y="1097184"/>
                  <a:pt x="1422662" y="1098708"/>
                </a:cubicBezTo>
                <a:lnTo>
                  <a:pt x="1422701" y="1098752"/>
                </a:lnTo>
                <a:lnTo>
                  <a:pt x="1424187" y="1092898"/>
                </a:lnTo>
                <a:cubicBezTo>
                  <a:pt x="1426854" y="1092613"/>
                  <a:pt x="1427711" y="1089565"/>
                  <a:pt x="1425044" y="1086898"/>
                </a:cubicBezTo>
                <a:close/>
                <a:moveTo>
                  <a:pt x="1599701" y="1082051"/>
                </a:moveTo>
                <a:lnTo>
                  <a:pt x="1594299" y="1082320"/>
                </a:lnTo>
                <a:lnTo>
                  <a:pt x="1594303" y="1082326"/>
                </a:lnTo>
                <a:lnTo>
                  <a:pt x="1599699" y="1082056"/>
                </a:lnTo>
                <a:close/>
                <a:moveTo>
                  <a:pt x="1613837" y="1081392"/>
                </a:moveTo>
                <a:lnTo>
                  <a:pt x="1599446" y="1082897"/>
                </a:lnTo>
                <a:lnTo>
                  <a:pt x="1599521" y="1082648"/>
                </a:lnTo>
                <a:lnTo>
                  <a:pt x="1599161" y="1083088"/>
                </a:lnTo>
                <a:cubicBezTo>
                  <a:pt x="1604685" y="1083373"/>
                  <a:pt x="1611734" y="1082897"/>
                  <a:pt x="1613734" y="1081564"/>
                </a:cubicBezTo>
                <a:close/>
                <a:moveTo>
                  <a:pt x="3075155" y="1080051"/>
                </a:moveTo>
                <a:cubicBezTo>
                  <a:pt x="3076012" y="1079754"/>
                  <a:pt x="3076917" y="1080801"/>
                  <a:pt x="3077536" y="1081849"/>
                </a:cubicBezTo>
                <a:cubicBezTo>
                  <a:pt x="3078774" y="1083945"/>
                  <a:pt x="3083251" y="1088517"/>
                  <a:pt x="3084775" y="1093565"/>
                </a:cubicBezTo>
                <a:cubicBezTo>
                  <a:pt x="3086299" y="1098613"/>
                  <a:pt x="3092871" y="1103376"/>
                  <a:pt x="3094395" y="1104614"/>
                </a:cubicBezTo>
                <a:cubicBezTo>
                  <a:pt x="3095919" y="1105852"/>
                  <a:pt x="3100682" y="1110329"/>
                  <a:pt x="3103063" y="1111186"/>
                </a:cubicBezTo>
                <a:cubicBezTo>
                  <a:pt x="3105825" y="1112139"/>
                  <a:pt x="3112969" y="1115663"/>
                  <a:pt x="3112398" y="1117187"/>
                </a:cubicBezTo>
                <a:cubicBezTo>
                  <a:pt x="3111826" y="1118616"/>
                  <a:pt x="3113255" y="1119568"/>
                  <a:pt x="3114779" y="1117758"/>
                </a:cubicBezTo>
                <a:cubicBezTo>
                  <a:pt x="3116303" y="1115949"/>
                  <a:pt x="3118398" y="1117092"/>
                  <a:pt x="3118112" y="1118616"/>
                </a:cubicBezTo>
                <a:cubicBezTo>
                  <a:pt x="3117731" y="1120140"/>
                  <a:pt x="3117731" y="1121664"/>
                  <a:pt x="3121065" y="1121949"/>
                </a:cubicBezTo>
                <a:cubicBezTo>
                  <a:pt x="3124399" y="1122235"/>
                  <a:pt x="3129447" y="1116806"/>
                  <a:pt x="3131828" y="1111758"/>
                </a:cubicBezTo>
                <a:cubicBezTo>
                  <a:pt x="3134210" y="1106614"/>
                  <a:pt x="3136400" y="1111186"/>
                  <a:pt x="3133067" y="1118044"/>
                </a:cubicBezTo>
                <a:cubicBezTo>
                  <a:pt x="3129733" y="1124997"/>
                  <a:pt x="3134876" y="1128903"/>
                  <a:pt x="3137543" y="1129760"/>
                </a:cubicBezTo>
                <a:cubicBezTo>
                  <a:pt x="3140210" y="1130617"/>
                  <a:pt x="3140210" y="1133951"/>
                  <a:pt x="3135734" y="1134522"/>
                </a:cubicBezTo>
                <a:cubicBezTo>
                  <a:pt x="3131162" y="1135094"/>
                  <a:pt x="3129352" y="1137475"/>
                  <a:pt x="3126399" y="1140809"/>
                </a:cubicBezTo>
                <a:cubicBezTo>
                  <a:pt x="3123351" y="1144143"/>
                  <a:pt x="3119446" y="1141190"/>
                  <a:pt x="3122780" y="1139952"/>
                </a:cubicBezTo>
                <a:cubicBezTo>
                  <a:pt x="3126114" y="1138809"/>
                  <a:pt x="3124304" y="1137285"/>
                  <a:pt x="3122494" y="1137570"/>
                </a:cubicBezTo>
                <a:cubicBezTo>
                  <a:pt x="3120780" y="1137856"/>
                  <a:pt x="3118970" y="1139666"/>
                  <a:pt x="3119541" y="1141190"/>
                </a:cubicBezTo>
                <a:cubicBezTo>
                  <a:pt x="3120113" y="1142714"/>
                  <a:pt x="3119256" y="1146048"/>
                  <a:pt x="3115064" y="1144238"/>
                </a:cubicBezTo>
                <a:cubicBezTo>
                  <a:pt x="3109540" y="1141952"/>
                  <a:pt x="3105635" y="1146143"/>
                  <a:pt x="3103063" y="1148429"/>
                </a:cubicBezTo>
                <a:cubicBezTo>
                  <a:pt x="3097729" y="1153191"/>
                  <a:pt x="3098586" y="1155858"/>
                  <a:pt x="3098300" y="1163383"/>
                </a:cubicBezTo>
                <a:cubicBezTo>
                  <a:pt x="3098015" y="1170813"/>
                  <a:pt x="3095348" y="1168717"/>
                  <a:pt x="3092014" y="1162145"/>
                </a:cubicBezTo>
                <a:cubicBezTo>
                  <a:pt x="3088775" y="1155477"/>
                  <a:pt x="3077060" y="1154334"/>
                  <a:pt x="3072869" y="1150429"/>
                </a:cubicBezTo>
                <a:cubicBezTo>
                  <a:pt x="3068678" y="1146524"/>
                  <a:pt x="3062391" y="1146238"/>
                  <a:pt x="3058772" y="1150143"/>
                </a:cubicBezTo>
                <a:cubicBezTo>
                  <a:pt x="3055152" y="1154049"/>
                  <a:pt x="3053057" y="1154620"/>
                  <a:pt x="3050961" y="1152525"/>
                </a:cubicBezTo>
                <a:cubicBezTo>
                  <a:pt x="3048866" y="1150429"/>
                  <a:pt x="3045913" y="1149286"/>
                  <a:pt x="3044389" y="1154049"/>
                </a:cubicBezTo>
                <a:cubicBezTo>
                  <a:pt x="3042865" y="1158811"/>
                  <a:pt x="3044960" y="1160335"/>
                  <a:pt x="3048866" y="1160049"/>
                </a:cubicBezTo>
                <a:cubicBezTo>
                  <a:pt x="3052771" y="1159764"/>
                  <a:pt x="3054581" y="1162716"/>
                  <a:pt x="3056390" y="1166336"/>
                </a:cubicBezTo>
                <a:cubicBezTo>
                  <a:pt x="3058200" y="1169955"/>
                  <a:pt x="3051342" y="1170527"/>
                  <a:pt x="3047723" y="1169955"/>
                </a:cubicBezTo>
                <a:cubicBezTo>
                  <a:pt x="3044198" y="1169384"/>
                  <a:pt x="3048961" y="1175956"/>
                  <a:pt x="3042960" y="1175956"/>
                </a:cubicBezTo>
                <a:cubicBezTo>
                  <a:pt x="3039055" y="1175956"/>
                  <a:pt x="3035816" y="1170527"/>
                  <a:pt x="3038769" y="1167860"/>
                </a:cubicBezTo>
                <a:cubicBezTo>
                  <a:pt x="3040674" y="1166145"/>
                  <a:pt x="3042103" y="1160621"/>
                  <a:pt x="3038483" y="1160049"/>
                </a:cubicBezTo>
                <a:cubicBezTo>
                  <a:pt x="3034864" y="1159478"/>
                  <a:pt x="3035816" y="1156144"/>
                  <a:pt x="3036388" y="1151953"/>
                </a:cubicBezTo>
                <a:cubicBezTo>
                  <a:pt x="3036959" y="1147762"/>
                  <a:pt x="3041436" y="1145000"/>
                  <a:pt x="3042960" y="1144428"/>
                </a:cubicBezTo>
                <a:cubicBezTo>
                  <a:pt x="3044484" y="1143762"/>
                  <a:pt x="3051056" y="1139285"/>
                  <a:pt x="3047151" y="1136618"/>
                </a:cubicBezTo>
                <a:cubicBezTo>
                  <a:pt x="3043246" y="1133856"/>
                  <a:pt x="3043246" y="1130331"/>
                  <a:pt x="3044770" y="1129093"/>
                </a:cubicBezTo>
                <a:cubicBezTo>
                  <a:pt x="3046294" y="1127950"/>
                  <a:pt x="3045341" y="1126141"/>
                  <a:pt x="3050485" y="1130331"/>
                </a:cubicBezTo>
                <a:cubicBezTo>
                  <a:pt x="3055628" y="1134522"/>
                  <a:pt x="3058010" y="1131284"/>
                  <a:pt x="3060391" y="1132141"/>
                </a:cubicBezTo>
                <a:cubicBezTo>
                  <a:pt x="3062772" y="1132998"/>
                  <a:pt x="3064296" y="1130046"/>
                  <a:pt x="3064582" y="1127950"/>
                </a:cubicBezTo>
                <a:cubicBezTo>
                  <a:pt x="3064963" y="1125855"/>
                  <a:pt x="3065820" y="1121664"/>
                  <a:pt x="3067916" y="1119282"/>
                </a:cubicBezTo>
                <a:cubicBezTo>
                  <a:pt x="3070011" y="1116901"/>
                  <a:pt x="3070964" y="1112139"/>
                  <a:pt x="3069725" y="1106138"/>
                </a:cubicBezTo>
                <a:cubicBezTo>
                  <a:pt x="3068582" y="1100137"/>
                  <a:pt x="3072202" y="1094994"/>
                  <a:pt x="3073059" y="1086326"/>
                </a:cubicBezTo>
                <a:cubicBezTo>
                  <a:pt x="3073488" y="1081992"/>
                  <a:pt x="3074298" y="1080349"/>
                  <a:pt x="3075155" y="1080051"/>
                </a:cubicBezTo>
                <a:close/>
                <a:moveTo>
                  <a:pt x="3195074" y="1079468"/>
                </a:moveTo>
                <a:cubicBezTo>
                  <a:pt x="3196312" y="1076515"/>
                  <a:pt x="3198408" y="1078325"/>
                  <a:pt x="3197170" y="1080992"/>
                </a:cubicBezTo>
                <a:cubicBezTo>
                  <a:pt x="3195931" y="1083659"/>
                  <a:pt x="3196693" y="1086230"/>
                  <a:pt x="3193360" y="1086230"/>
                </a:cubicBezTo>
                <a:cubicBezTo>
                  <a:pt x="3190026" y="1086230"/>
                  <a:pt x="3189169" y="1089850"/>
                  <a:pt x="3185549" y="1089850"/>
                </a:cubicBezTo>
                <a:cubicBezTo>
                  <a:pt x="3181930" y="1089850"/>
                  <a:pt x="3182215" y="1093470"/>
                  <a:pt x="3177739" y="1095279"/>
                </a:cubicBezTo>
                <a:cubicBezTo>
                  <a:pt x="3173262" y="1096994"/>
                  <a:pt x="3176500" y="1099089"/>
                  <a:pt x="3173833" y="1100327"/>
                </a:cubicBezTo>
                <a:cubicBezTo>
                  <a:pt x="3171166" y="1101470"/>
                  <a:pt x="3172976" y="1102995"/>
                  <a:pt x="3169071" y="1106900"/>
                </a:cubicBezTo>
                <a:cubicBezTo>
                  <a:pt x="3165165" y="1110805"/>
                  <a:pt x="3164213" y="1106614"/>
                  <a:pt x="3165737" y="1103947"/>
                </a:cubicBezTo>
                <a:cubicBezTo>
                  <a:pt x="3167261" y="1101185"/>
                  <a:pt x="3165165" y="1101470"/>
                  <a:pt x="3166975" y="1100613"/>
                </a:cubicBezTo>
                <a:cubicBezTo>
                  <a:pt x="3168785" y="1099756"/>
                  <a:pt x="3170214" y="1097660"/>
                  <a:pt x="3169642" y="1095565"/>
                </a:cubicBezTo>
                <a:cubicBezTo>
                  <a:pt x="3168976" y="1093470"/>
                  <a:pt x="3170786" y="1092231"/>
                  <a:pt x="3172024" y="1091374"/>
                </a:cubicBezTo>
                <a:cubicBezTo>
                  <a:pt x="3173167" y="1090517"/>
                  <a:pt x="3175548" y="1089278"/>
                  <a:pt x="3175548" y="1086611"/>
                </a:cubicBezTo>
                <a:cubicBezTo>
                  <a:pt x="3175548" y="1083945"/>
                  <a:pt x="3179167" y="1083278"/>
                  <a:pt x="3180691" y="1084802"/>
                </a:cubicBezTo>
                <a:cubicBezTo>
                  <a:pt x="3182215" y="1086326"/>
                  <a:pt x="3184311" y="1086326"/>
                  <a:pt x="3186406" y="1084230"/>
                </a:cubicBezTo>
                <a:cubicBezTo>
                  <a:pt x="3188502" y="1082135"/>
                  <a:pt x="3193264" y="1083945"/>
                  <a:pt x="3195074" y="1079468"/>
                </a:cubicBezTo>
                <a:close/>
                <a:moveTo>
                  <a:pt x="1079668" y="1078229"/>
                </a:moveTo>
                <a:cubicBezTo>
                  <a:pt x="1079668" y="1078229"/>
                  <a:pt x="1082334" y="1078229"/>
                  <a:pt x="1083002" y="1081563"/>
                </a:cubicBezTo>
                <a:cubicBezTo>
                  <a:pt x="1083572" y="1084897"/>
                  <a:pt x="1084240" y="1087278"/>
                  <a:pt x="1081763" y="1088135"/>
                </a:cubicBezTo>
                <a:cubicBezTo>
                  <a:pt x="1079381" y="1088992"/>
                  <a:pt x="1079381" y="1088992"/>
                  <a:pt x="1079381" y="1088992"/>
                </a:cubicBezTo>
                <a:cubicBezTo>
                  <a:pt x="1079381" y="1088992"/>
                  <a:pt x="1077857" y="1088707"/>
                  <a:pt x="1079381" y="1084516"/>
                </a:cubicBezTo>
                <a:cubicBezTo>
                  <a:pt x="1080905" y="1080325"/>
                  <a:pt x="1079668" y="1078229"/>
                  <a:pt x="1079668" y="1078229"/>
                </a:cubicBezTo>
                <a:close/>
                <a:moveTo>
                  <a:pt x="1665408" y="1069993"/>
                </a:moveTo>
                <a:lnTo>
                  <a:pt x="1665645" y="1070896"/>
                </a:lnTo>
                <a:cubicBezTo>
                  <a:pt x="1668598" y="1073277"/>
                  <a:pt x="1670408" y="1075944"/>
                  <a:pt x="1667741" y="1079563"/>
                </a:cubicBezTo>
                <a:cubicBezTo>
                  <a:pt x="1665074" y="1083183"/>
                  <a:pt x="1663836" y="1087374"/>
                  <a:pt x="1667455" y="1089469"/>
                </a:cubicBezTo>
                <a:cubicBezTo>
                  <a:pt x="1671075" y="1091565"/>
                  <a:pt x="1676123" y="1093375"/>
                  <a:pt x="1680028" y="1092803"/>
                </a:cubicBezTo>
                <a:lnTo>
                  <a:pt x="1684981" y="1091755"/>
                </a:lnTo>
                <a:cubicBezTo>
                  <a:pt x="1685076" y="1091755"/>
                  <a:pt x="1685076" y="1091755"/>
                  <a:pt x="1685172" y="1091755"/>
                </a:cubicBezTo>
                <a:cubicBezTo>
                  <a:pt x="1687267" y="1092327"/>
                  <a:pt x="1689363" y="1094708"/>
                  <a:pt x="1690601" y="1100423"/>
                </a:cubicBezTo>
                <a:cubicBezTo>
                  <a:pt x="1691839" y="1105948"/>
                  <a:pt x="1691839" y="1122997"/>
                  <a:pt x="1692125" y="1127093"/>
                </a:cubicBezTo>
                <a:lnTo>
                  <a:pt x="1693935" y="1129189"/>
                </a:lnTo>
                <a:cubicBezTo>
                  <a:pt x="1693935" y="1129189"/>
                  <a:pt x="1700221" y="1136332"/>
                  <a:pt x="1702031" y="1139952"/>
                </a:cubicBezTo>
                <a:cubicBezTo>
                  <a:pt x="1703841" y="1143571"/>
                  <a:pt x="1707460" y="1149286"/>
                  <a:pt x="1710127" y="1152525"/>
                </a:cubicBezTo>
                <a:cubicBezTo>
                  <a:pt x="1712794" y="1155763"/>
                  <a:pt x="1715556" y="1159097"/>
                  <a:pt x="1718223" y="1161193"/>
                </a:cubicBezTo>
                <a:cubicBezTo>
                  <a:pt x="1720986" y="1163288"/>
                  <a:pt x="1723081" y="1168717"/>
                  <a:pt x="1723938" y="1171099"/>
                </a:cubicBezTo>
                <a:cubicBezTo>
                  <a:pt x="1724891" y="1173480"/>
                  <a:pt x="1728796" y="1175956"/>
                  <a:pt x="1732035" y="1176814"/>
                </a:cubicBezTo>
                <a:cubicBezTo>
                  <a:pt x="1735273" y="1177671"/>
                  <a:pt x="1740702" y="1179195"/>
                  <a:pt x="1742798" y="1181576"/>
                </a:cubicBezTo>
                <a:cubicBezTo>
                  <a:pt x="1744512" y="1183481"/>
                  <a:pt x="1744893" y="1185862"/>
                  <a:pt x="1743750" y="1188625"/>
                </a:cubicBezTo>
                <a:cubicBezTo>
                  <a:pt x="1743465" y="1189196"/>
                  <a:pt x="1741560" y="1192054"/>
                  <a:pt x="1740988" y="1193482"/>
                </a:cubicBezTo>
                <a:lnTo>
                  <a:pt x="1738843" y="1199265"/>
                </a:lnTo>
                <a:lnTo>
                  <a:pt x="1742416" y="1201006"/>
                </a:lnTo>
                <a:cubicBezTo>
                  <a:pt x="1744512" y="1203102"/>
                  <a:pt x="1746322" y="1203483"/>
                  <a:pt x="1748989" y="1202245"/>
                </a:cubicBezTo>
                <a:cubicBezTo>
                  <a:pt x="1751751" y="1201102"/>
                  <a:pt x="1754132" y="1202816"/>
                  <a:pt x="1754418" y="1206150"/>
                </a:cubicBezTo>
                <a:lnTo>
                  <a:pt x="1759768" y="1208872"/>
                </a:lnTo>
                <a:lnTo>
                  <a:pt x="1759846" y="1208671"/>
                </a:lnTo>
                <a:lnTo>
                  <a:pt x="1754704" y="1206055"/>
                </a:lnTo>
                <a:cubicBezTo>
                  <a:pt x="1754322" y="1202721"/>
                  <a:pt x="1751941" y="1200911"/>
                  <a:pt x="1749274" y="1202150"/>
                </a:cubicBezTo>
                <a:cubicBezTo>
                  <a:pt x="1746607" y="1203293"/>
                  <a:pt x="1744797" y="1203007"/>
                  <a:pt x="1742702" y="1200911"/>
                </a:cubicBezTo>
                <a:cubicBezTo>
                  <a:pt x="1741940" y="1200054"/>
                  <a:pt x="1740607" y="1199483"/>
                  <a:pt x="1738987" y="1199102"/>
                </a:cubicBezTo>
                <a:lnTo>
                  <a:pt x="1741178" y="1193196"/>
                </a:lnTo>
                <a:cubicBezTo>
                  <a:pt x="1741750" y="1191863"/>
                  <a:pt x="1743750" y="1188910"/>
                  <a:pt x="1743940" y="1188339"/>
                </a:cubicBezTo>
                <a:cubicBezTo>
                  <a:pt x="1744988" y="1185576"/>
                  <a:pt x="1744702" y="1183290"/>
                  <a:pt x="1742988" y="1181290"/>
                </a:cubicBezTo>
                <a:cubicBezTo>
                  <a:pt x="1740892" y="1178909"/>
                  <a:pt x="1735558" y="1177480"/>
                  <a:pt x="1732225" y="1176527"/>
                </a:cubicBezTo>
                <a:cubicBezTo>
                  <a:pt x="1728891" y="1175575"/>
                  <a:pt x="1724986" y="1173194"/>
                  <a:pt x="1724128" y="1170812"/>
                </a:cubicBezTo>
                <a:cubicBezTo>
                  <a:pt x="1723176" y="1168431"/>
                  <a:pt x="1721080" y="1163002"/>
                  <a:pt x="1718413" y="1160906"/>
                </a:cubicBezTo>
                <a:cubicBezTo>
                  <a:pt x="1715746" y="1158811"/>
                  <a:pt x="1712984" y="1155477"/>
                  <a:pt x="1710317" y="1152239"/>
                </a:cubicBezTo>
                <a:cubicBezTo>
                  <a:pt x="1707650" y="1149000"/>
                  <a:pt x="1704030" y="1143285"/>
                  <a:pt x="1702221" y="1139666"/>
                </a:cubicBezTo>
                <a:cubicBezTo>
                  <a:pt x="1700411" y="1136141"/>
                  <a:pt x="1694125" y="1128902"/>
                  <a:pt x="1694125" y="1128902"/>
                </a:cubicBezTo>
                <a:lnTo>
                  <a:pt x="1692315" y="1126807"/>
                </a:lnTo>
                <a:cubicBezTo>
                  <a:pt x="1692029" y="1122711"/>
                  <a:pt x="1691934" y="1105661"/>
                  <a:pt x="1690791" y="1100137"/>
                </a:cubicBezTo>
                <a:cubicBezTo>
                  <a:pt x="1689553" y="1094422"/>
                  <a:pt x="1687457" y="1092041"/>
                  <a:pt x="1685362" y="1091469"/>
                </a:cubicBezTo>
                <a:cubicBezTo>
                  <a:pt x="1685266" y="1091469"/>
                  <a:pt x="1685266" y="1091469"/>
                  <a:pt x="1685171" y="1091469"/>
                </a:cubicBezTo>
                <a:lnTo>
                  <a:pt x="1680218" y="1092517"/>
                </a:lnTo>
                <a:cubicBezTo>
                  <a:pt x="1676313" y="1093088"/>
                  <a:pt x="1671265" y="1091279"/>
                  <a:pt x="1667645" y="1089183"/>
                </a:cubicBezTo>
                <a:cubicBezTo>
                  <a:pt x="1664025" y="1087088"/>
                  <a:pt x="1665264" y="1082897"/>
                  <a:pt x="1667931" y="1079277"/>
                </a:cubicBezTo>
                <a:cubicBezTo>
                  <a:pt x="1670598" y="1075753"/>
                  <a:pt x="1668788" y="1072991"/>
                  <a:pt x="1665835" y="1070609"/>
                </a:cubicBezTo>
                <a:close/>
                <a:moveTo>
                  <a:pt x="994895" y="1069276"/>
                </a:moveTo>
                <a:cubicBezTo>
                  <a:pt x="996704" y="1067180"/>
                  <a:pt x="996704" y="1068704"/>
                  <a:pt x="996990" y="1071657"/>
                </a:cubicBezTo>
                <a:cubicBezTo>
                  <a:pt x="997276" y="1074610"/>
                  <a:pt x="997562" y="1077086"/>
                  <a:pt x="997562" y="1077086"/>
                </a:cubicBezTo>
                <a:cubicBezTo>
                  <a:pt x="997562" y="1077086"/>
                  <a:pt x="993085" y="1077086"/>
                  <a:pt x="993085" y="1073467"/>
                </a:cubicBezTo>
                <a:cubicBezTo>
                  <a:pt x="993085" y="1069847"/>
                  <a:pt x="993085" y="1071371"/>
                  <a:pt x="994895" y="1069276"/>
                </a:cubicBezTo>
                <a:close/>
                <a:moveTo>
                  <a:pt x="3224412" y="1066514"/>
                </a:moveTo>
                <a:cubicBezTo>
                  <a:pt x="3227174" y="1065943"/>
                  <a:pt x="3227460" y="1067467"/>
                  <a:pt x="3225936" y="1069562"/>
                </a:cubicBezTo>
                <a:cubicBezTo>
                  <a:pt x="3224412" y="1071658"/>
                  <a:pt x="3222888" y="1073753"/>
                  <a:pt x="3221078" y="1073563"/>
                </a:cubicBezTo>
                <a:cubicBezTo>
                  <a:pt x="3216601" y="1072896"/>
                  <a:pt x="3215363" y="1076515"/>
                  <a:pt x="3212982" y="1077373"/>
                </a:cubicBezTo>
                <a:cubicBezTo>
                  <a:pt x="3208505" y="1078992"/>
                  <a:pt x="3211172" y="1074991"/>
                  <a:pt x="3213268" y="1073753"/>
                </a:cubicBezTo>
                <a:cubicBezTo>
                  <a:pt x="3215363" y="1072515"/>
                  <a:pt x="3217459" y="1070705"/>
                  <a:pt x="3218983" y="1068610"/>
                </a:cubicBezTo>
                <a:cubicBezTo>
                  <a:pt x="3220506" y="1066514"/>
                  <a:pt x="3221745" y="1067086"/>
                  <a:pt x="3224412" y="1066514"/>
                </a:cubicBezTo>
                <a:close/>
                <a:moveTo>
                  <a:pt x="1770525" y="1065198"/>
                </a:moveTo>
                <a:lnTo>
                  <a:pt x="1767753" y="1079372"/>
                </a:lnTo>
                <a:lnTo>
                  <a:pt x="1767762" y="1079425"/>
                </a:lnTo>
                <a:lnTo>
                  <a:pt x="1770541" y="1065211"/>
                </a:lnTo>
                <a:close/>
                <a:moveTo>
                  <a:pt x="1051569" y="1064037"/>
                </a:moveTo>
                <a:cubicBezTo>
                  <a:pt x="1055473" y="1066132"/>
                  <a:pt x="1055473" y="1069466"/>
                  <a:pt x="1057855" y="1070323"/>
                </a:cubicBezTo>
                <a:cubicBezTo>
                  <a:pt x="1060237" y="1071181"/>
                  <a:pt x="1061188" y="1071562"/>
                  <a:pt x="1058426" y="1074800"/>
                </a:cubicBezTo>
                <a:cubicBezTo>
                  <a:pt x="1055759" y="1078134"/>
                  <a:pt x="1058426" y="1082611"/>
                  <a:pt x="1058140" y="1084992"/>
                </a:cubicBezTo>
                <a:cubicBezTo>
                  <a:pt x="1057855" y="1087278"/>
                  <a:pt x="1059283" y="1091469"/>
                  <a:pt x="1059283" y="1091469"/>
                </a:cubicBezTo>
                <a:cubicBezTo>
                  <a:pt x="1059283" y="1091469"/>
                  <a:pt x="1052711" y="1092993"/>
                  <a:pt x="1053854" y="1086706"/>
                </a:cubicBezTo>
                <a:cubicBezTo>
                  <a:pt x="1055092" y="1080420"/>
                  <a:pt x="1055950" y="1078039"/>
                  <a:pt x="1053283" y="1076229"/>
                </a:cubicBezTo>
                <a:cubicBezTo>
                  <a:pt x="1050617" y="1074419"/>
                  <a:pt x="1048807" y="1073276"/>
                  <a:pt x="1048235" y="1069371"/>
                </a:cubicBezTo>
                <a:cubicBezTo>
                  <a:pt x="1047663" y="1065466"/>
                  <a:pt x="1046710" y="1066418"/>
                  <a:pt x="1045283" y="1064894"/>
                </a:cubicBezTo>
                <a:cubicBezTo>
                  <a:pt x="1043758" y="1063370"/>
                  <a:pt x="1047663" y="1061941"/>
                  <a:pt x="1051569" y="1064037"/>
                </a:cubicBezTo>
                <a:close/>
                <a:moveTo>
                  <a:pt x="1637894" y="1059858"/>
                </a:moveTo>
                <a:lnTo>
                  <a:pt x="1628688" y="1060703"/>
                </a:lnTo>
                <a:lnTo>
                  <a:pt x="1628420" y="1060892"/>
                </a:lnTo>
                <a:lnTo>
                  <a:pt x="1637737" y="1060037"/>
                </a:lnTo>
                <a:close/>
                <a:moveTo>
                  <a:pt x="1422377" y="1057154"/>
                </a:moveTo>
                <a:lnTo>
                  <a:pt x="1417642" y="1058146"/>
                </a:lnTo>
                <a:lnTo>
                  <a:pt x="1420281" y="1057941"/>
                </a:lnTo>
                <a:cubicBezTo>
                  <a:pt x="1420281" y="1057941"/>
                  <a:pt x="1420138" y="1059513"/>
                  <a:pt x="1420103" y="1061501"/>
                </a:cubicBezTo>
                <a:lnTo>
                  <a:pt x="1420109" y="1061583"/>
                </a:lnTo>
                <a:lnTo>
                  <a:pt x="1420282" y="1058132"/>
                </a:lnTo>
                <a:close/>
                <a:moveTo>
                  <a:pt x="1644023" y="1055941"/>
                </a:moveTo>
                <a:cubicBezTo>
                  <a:pt x="1642833" y="1054750"/>
                  <a:pt x="1641857" y="1055417"/>
                  <a:pt x="1640916" y="1056536"/>
                </a:cubicBezTo>
                <a:lnTo>
                  <a:pt x="1640773" y="1056700"/>
                </a:lnTo>
                <a:lnTo>
                  <a:pt x="1643738" y="1056132"/>
                </a:lnTo>
                <a:cubicBezTo>
                  <a:pt x="1644976" y="1057322"/>
                  <a:pt x="1646405" y="1058299"/>
                  <a:pt x="1647489" y="1058418"/>
                </a:cubicBezTo>
                <a:lnTo>
                  <a:pt x="1647637" y="1058165"/>
                </a:lnTo>
                <a:close/>
                <a:moveTo>
                  <a:pt x="875547" y="1055560"/>
                </a:moveTo>
                <a:cubicBezTo>
                  <a:pt x="878213" y="1056131"/>
                  <a:pt x="877642" y="1056798"/>
                  <a:pt x="880023" y="1055560"/>
                </a:cubicBezTo>
                <a:cubicBezTo>
                  <a:pt x="882404" y="1054321"/>
                  <a:pt x="886310" y="1054036"/>
                  <a:pt x="886310" y="1056131"/>
                </a:cubicBezTo>
                <a:cubicBezTo>
                  <a:pt x="886310" y="1058227"/>
                  <a:pt x="887834" y="1060322"/>
                  <a:pt x="892025" y="1060894"/>
                </a:cubicBezTo>
                <a:cubicBezTo>
                  <a:pt x="896217" y="1061465"/>
                  <a:pt x="899169" y="1061751"/>
                  <a:pt x="909075" y="1061465"/>
                </a:cubicBezTo>
                <a:cubicBezTo>
                  <a:pt x="918982" y="1061179"/>
                  <a:pt x="914505" y="1064418"/>
                  <a:pt x="912694" y="1067752"/>
                </a:cubicBezTo>
                <a:cubicBezTo>
                  <a:pt x="910884" y="1070990"/>
                  <a:pt x="907074" y="1070990"/>
                  <a:pt x="903740" y="1074895"/>
                </a:cubicBezTo>
                <a:cubicBezTo>
                  <a:pt x="900407" y="1078801"/>
                  <a:pt x="899550" y="1081182"/>
                  <a:pt x="899550" y="1085659"/>
                </a:cubicBezTo>
                <a:cubicBezTo>
                  <a:pt x="899550" y="1090231"/>
                  <a:pt x="896883" y="1093183"/>
                  <a:pt x="896883" y="1093183"/>
                </a:cubicBezTo>
                <a:cubicBezTo>
                  <a:pt x="896883" y="1093183"/>
                  <a:pt x="892120" y="1094136"/>
                  <a:pt x="892120" y="1096517"/>
                </a:cubicBezTo>
                <a:cubicBezTo>
                  <a:pt x="892120" y="1098898"/>
                  <a:pt x="890882" y="1100994"/>
                  <a:pt x="890882" y="1100994"/>
                </a:cubicBezTo>
                <a:cubicBezTo>
                  <a:pt x="890882" y="1100994"/>
                  <a:pt x="890882" y="1100994"/>
                  <a:pt x="888024" y="1099089"/>
                </a:cubicBezTo>
                <a:cubicBezTo>
                  <a:pt x="885357" y="1096993"/>
                  <a:pt x="884405" y="1097279"/>
                  <a:pt x="883833" y="1093660"/>
                </a:cubicBezTo>
                <a:cubicBezTo>
                  <a:pt x="883263" y="1090135"/>
                  <a:pt x="883263" y="1090421"/>
                  <a:pt x="880881" y="1086802"/>
                </a:cubicBezTo>
                <a:cubicBezTo>
                  <a:pt x="878499" y="1083182"/>
                  <a:pt x="875261" y="1083182"/>
                  <a:pt x="873737" y="1078705"/>
                </a:cubicBezTo>
                <a:cubicBezTo>
                  <a:pt x="872213" y="1074133"/>
                  <a:pt x="872498" y="1074133"/>
                  <a:pt x="868593" y="1071181"/>
                </a:cubicBezTo>
                <a:cubicBezTo>
                  <a:pt x="864783" y="1068133"/>
                  <a:pt x="865069" y="1063942"/>
                  <a:pt x="867736" y="1059751"/>
                </a:cubicBezTo>
                <a:cubicBezTo>
                  <a:pt x="870498" y="1055560"/>
                  <a:pt x="872879" y="1054988"/>
                  <a:pt x="875547" y="1055560"/>
                </a:cubicBezTo>
                <a:close/>
                <a:moveTo>
                  <a:pt x="3251678" y="1047583"/>
                </a:moveTo>
                <a:cubicBezTo>
                  <a:pt x="3251797" y="1048369"/>
                  <a:pt x="3251416" y="1049940"/>
                  <a:pt x="3250796" y="1051274"/>
                </a:cubicBezTo>
                <a:cubicBezTo>
                  <a:pt x="3249558" y="1054037"/>
                  <a:pt x="3248129" y="1055179"/>
                  <a:pt x="3247462" y="1053370"/>
                </a:cubicBezTo>
                <a:cubicBezTo>
                  <a:pt x="3246891" y="1051560"/>
                  <a:pt x="3246891" y="1052227"/>
                  <a:pt x="3249558" y="1048607"/>
                </a:cubicBezTo>
                <a:cubicBezTo>
                  <a:pt x="3250939" y="1046797"/>
                  <a:pt x="3251559" y="1046797"/>
                  <a:pt x="3251678" y="1047583"/>
                </a:cubicBezTo>
                <a:close/>
                <a:moveTo>
                  <a:pt x="1088716" y="1040510"/>
                </a:moveTo>
                <a:cubicBezTo>
                  <a:pt x="1093765" y="1041082"/>
                  <a:pt x="1094146" y="1043177"/>
                  <a:pt x="1092336" y="1044415"/>
                </a:cubicBezTo>
                <a:cubicBezTo>
                  <a:pt x="1090526" y="1045558"/>
                  <a:pt x="1090526" y="1045558"/>
                  <a:pt x="1090526" y="1045558"/>
                </a:cubicBezTo>
                <a:cubicBezTo>
                  <a:pt x="1090526" y="1045558"/>
                  <a:pt x="1089288" y="1045273"/>
                  <a:pt x="1086621" y="1043177"/>
                </a:cubicBezTo>
                <a:cubicBezTo>
                  <a:pt x="1083954" y="1041082"/>
                  <a:pt x="1083668" y="1039843"/>
                  <a:pt x="1088716" y="1040510"/>
                </a:cubicBezTo>
                <a:close/>
                <a:moveTo>
                  <a:pt x="1099575" y="1037653"/>
                </a:moveTo>
                <a:cubicBezTo>
                  <a:pt x="1101100" y="1037367"/>
                  <a:pt x="1102908" y="1037653"/>
                  <a:pt x="1101385" y="1039462"/>
                </a:cubicBezTo>
                <a:cubicBezTo>
                  <a:pt x="1099860" y="1041272"/>
                  <a:pt x="1095860" y="1037843"/>
                  <a:pt x="1095860" y="1037843"/>
                </a:cubicBezTo>
                <a:cubicBezTo>
                  <a:pt x="1095860" y="1037843"/>
                  <a:pt x="1098146" y="1037938"/>
                  <a:pt x="1099575" y="1037653"/>
                </a:cubicBezTo>
                <a:close/>
                <a:moveTo>
                  <a:pt x="999087" y="1031176"/>
                </a:moveTo>
                <a:cubicBezTo>
                  <a:pt x="1000800" y="1030700"/>
                  <a:pt x="1004040" y="1031938"/>
                  <a:pt x="1004040" y="1031938"/>
                </a:cubicBezTo>
                <a:cubicBezTo>
                  <a:pt x="1002515" y="1031938"/>
                  <a:pt x="1002991" y="1033843"/>
                  <a:pt x="1003658" y="1039272"/>
                </a:cubicBezTo>
                <a:cubicBezTo>
                  <a:pt x="1004229" y="1044702"/>
                  <a:pt x="1001562" y="1041939"/>
                  <a:pt x="1000324" y="1038034"/>
                </a:cubicBezTo>
                <a:cubicBezTo>
                  <a:pt x="999087" y="1034129"/>
                  <a:pt x="997466" y="1031652"/>
                  <a:pt x="999087" y="1031176"/>
                </a:cubicBezTo>
                <a:close/>
                <a:moveTo>
                  <a:pt x="1089002" y="1022222"/>
                </a:moveTo>
                <a:cubicBezTo>
                  <a:pt x="1089573" y="1020698"/>
                  <a:pt x="1091955" y="1020413"/>
                  <a:pt x="1091955" y="1022222"/>
                </a:cubicBezTo>
                <a:cubicBezTo>
                  <a:pt x="1091955" y="1024032"/>
                  <a:pt x="1090526" y="1024889"/>
                  <a:pt x="1090526" y="1024889"/>
                </a:cubicBezTo>
                <a:cubicBezTo>
                  <a:pt x="1090526" y="1024889"/>
                  <a:pt x="1088430" y="1023651"/>
                  <a:pt x="1089002" y="1022222"/>
                </a:cubicBezTo>
                <a:close/>
                <a:moveTo>
                  <a:pt x="1075276" y="1000595"/>
                </a:moveTo>
                <a:lnTo>
                  <a:pt x="1075381" y="1000600"/>
                </a:lnTo>
                <a:lnTo>
                  <a:pt x="1075439" y="1000600"/>
                </a:lnTo>
                <a:close/>
                <a:moveTo>
                  <a:pt x="1123067" y="999742"/>
                </a:moveTo>
                <a:lnTo>
                  <a:pt x="1121899" y="1000148"/>
                </a:lnTo>
                <a:lnTo>
                  <a:pt x="1119123" y="1004842"/>
                </a:lnTo>
                <a:close/>
                <a:moveTo>
                  <a:pt x="1097479" y="999076"/>
                </a:moveTo>
                <a:cubicBezTo>
                  <a:pt x="1099003" y="1000886"/>
                  <a:pt x="1098051" y="1003267"/>
                  <a:pt x="1101956" y="1004220"/>
                </a:cubicBezTo>
                <a:cubicBezTo>
                  <a:pt x="1105861" y="1005077"/>
                  <a:pt x="1107671" y="1006315"/>
                  <a:pt x="1108242" y="1007173"/>
                </a:cubicBezTo>
                <a:cubicBezTo>
                  <a:pt x="1108814" y="1008030"/>
                  <a:pt x="1109481" y="1005934"/>
                  <a:pt x="1113291" y="1008030"/>
                </a:cubicBezTo>
                <a:lnTo>
                  <a:pt x="1113316" y="1008018"/>
                </a:lnTo>
                <a:lnTo>
                  <a:pt x="1108337" y="1007173"/>
                </a:lnTo>
                <a:cubicBezTo>
                  <a:pt x="1107766" y="1006316"/>
                  <a:pt x="1105956" y="1005077"/>
                  <a:pt x="1102051" y="1004220"/>
                </a:cubicBezTo>
                <a:cubicBezTo>
                  <a:pt x="1098145" y="1003268"/>
                  <a:pt x="1099098" y="1000886"/>
                  <a:pt x="1097574" y="999076"/>
                </a:cubicBezTo>
                <a:close/>
                <a:moveTo>
                  <a:pt x="712860" y="997458"/>
                </a:moveTo>
                <a:cubicBezTo>
                  <a:pt x="716766" y="997458"/>
                  <a:pt x="715908" y="998601"/>
                  <a:pt x="714098" y="1000411"/>
                </a:cubicBezTo>
                <a:cubicBezTo>
                  <a:pt x="712288" y="1002125"/>
                  <a:pt x="711431" y="1003078"/>
                  <a:pt x="709336" y="1003363"/>
                </a:cubicBezTo>
                <a:cubicBezTo>
                  <a:pt x="704859" y="1003935"/>
                  <a:pt x="706003" y="1001268"/>
                  <a:pt x="707146" y="999839"/>
                </a:cubicBezTo>
                <a:cubicBezTo>
                  <a:pt x="708383" y="998315"/>
                  <a:pt x="708955" y="997458"/>
                  <a:pt x="712860" y="997458"/>
                </a:cubicBezTo>
                <a:close/>
                <a:moveTo>
                  <a:pt x="3294897" y="988123"/>
                </a:moveTo>
                <a:cubicBezTo>
                  <a:pt x="3294897" y="988123"/>
                  <a:pt x="3295754" y="991362"/>
                  <a:pt x="3294897" y="992314"/>
                </a:cubicBezTo>
                <a:cubicBezTo>
                  <a:pt x="3294039" y="993267"/>
                  <a:pt x="3290706" y="996219"/>
                  <a:pt x="3290420" y="994124"/>
                </a:cubicBezTo>
                <a:cubicBezTo>
                  <a:pt x="3289849" y="989933"/>
                  <a:pt x="3292801" y="988123"/>
                  <a:pt x="3294897" y="988123"/>
                </a:cubicBezTo>
                <a:close/>
                <a:moveTo>
                  <a:pt x="745626" y="982693"/>
                </a:moveTo>
                <a:cubicBezTo>
                  <a:pt x="750674" y="981169"/>
                  <a:pt x="750960" y="980884"/>
                  <a:pt x="750388" y="982693"/>
                </a:cubicBezTo>
                <a:cubicBezTo>
                  <a:pt x="749816" y="984503"/>
                  <a:pt x="748578" y="984122"/>
                  <a:pt x="750102" y="987456"/>
                </a:cubicBezTo>
                <a:cubicBezTo>
                  <a:pt x="751626" y="990790"/>
                  <a:pt x="749531" y="989551"/>
                  <a:pt x="745911" y="992885"/>
                </a:cubicBezTo>
                <a:cubicBezTo>
                  <a:pt x="742292" y="996219"/>
                  <a:pt x="740482" y="997076"/>
                  <a:pt x="740482" y="997076"/>
                </a:cubicBezTo>
                <a:cubicBezTo>
                  <a:pt x="740482" y="997076"/>
                  <a:pt x="736862" y="996124"/>
                  <a:pt x="737529" y="994981"/>
                </a:cubicBezTo>
                <a:cubicBezTo>
                  <a:pt x="738101" y="993742"/>
                  <a:pt x="737529" y="991933"/>
                  <a:pt x="735434" y="991361"/>
                </a:cubicBezTo>
                <a:cubicBezTo>
                  <a:pt x="733338" y="990694"/>
                  <a:pt x="733338" y="989266"/>
                  <a:pt x="734863" y="988027"/>
                </a:cubicBezTo>
                <a:cubicBezTo>
                  <a:pt x="736386" y="986884"/>
                  <a:pt x="736672" y="985360"/>
                  <a:pt x="739339" y="985360"/>
                </a:cubicBezTo>
                <a:cubicBezTo>
                  <a:pt x="742006" y="985360"/>
                  <a:pt x="740577" y="984217"/>
                  <a:pt x="745626" y="982693"/>
                </a:cubicBezTo>
                <a:close/>
                <a:moveTo>
                  <a:pt x="763914" y="980598"/>
                </a:moveTo>
                <a:cubicBezTo>
                  <a:pt x="766866" y="980312"/>
                  <a:pt x="766580" y="982122"/>
                  <a:pt x="766296" y="983932"/>
                </a:cubicBezTo>
                <a:cubicBezTo>
                  <a:pt x="765914" y="985646"/>
                  <a:pt x="765343" y="987742"/>
                  <a:pt x="765343" y="987742"/>
                </a:cubicBezTo>
                <a:cubicBezTo>
                  <a:pt x="765343" y="987742"/>
                  <a:pt x="762389" y="985075"/>
                  <a:pt x="760581" y="982979"/>
                </a:cubicBezTo>
                <a:cubicBezTo>
                  <a:pt x="758771" y="980884"/>
                  <a:pt x="760865" y="980884"/>
                  <a:pt x="763914" y="980598"/>
                </a:cubicBezTo>
                <a:close/>
                <a:moveTo>
                  <a:pt x="1044616" y="974121"/>
                </a:moveTo>
                <a:lnTo>
                  <a:pt x="1042357" y="974671"/>
                </a:lnTo>
                <a:lnTo>
                  <a:pt x="1041662" y="982313"/>
                </a:lnTo>
                <a:cubicBezTo>
                  <a:pt x="1038043" y="988028"/>
                  <a:pt x="1033566" y="993743"/>
                  <a:pt x="1033852" y="997934"/>
                </a:cubicBezTo>
                <a:lnTo>
                  <a:pt x="1034028" y="1003271"/>
                </a:lnTo>
                <a:lnTo>
                  <a:pt x="1034120" y="1003263"/>
                </a:lnTo>
                <a:lnTo>
                  <a:pt x="1033947" y="998029"/>
                </a:lnTo>
                <a:cubicBezTo>
                  <a:pt x="1033661" y="993838"/>
                  <a:pt x="1038138" y="988123"/>
                  <a:pt x="1041758" y="982408"/>
                </a:cubicBezTo>
                <a:lnTo>
                  <a:pt x="1044703" y="974124"/>
                </a:lnTo>
                <a:close/>
                <a:moveTo>
                  <a:pt x="856925" y="966144"/>
                </a:moveTo>
                <a:cubicBezTo>
                  <a:pt x="859068" y="965882"/>
                  <a:pt x="861021" y="966548"/>
                  <a:pt x="861735" y="968787"/>
                </a:cubicBezTo>
                <a:cubicBezTo>
                  <a:pt x="863259" y="973264"/>
                  <a:pt x="862973" y="975645"/>
                  <a:pt x="860498" y="979836"/>
                </a:cubicBezTo>
                <a:cubicBezTo>
                  <a:pt x="858115" y="984027"/>
                  <a:pt x="861068" y="984598"/>
                  <a:pt x="856306" y="988789"/>
                </a:cubicBezTo>
                <a:cubicBezTo>
                  <a:pt x="851543" y="992980"/>
                  <a:pt x="851162" y="993552"/>
                  <a:pt x="850876" y="997171"/>
                </a:cubicBezTo>
                <a:cubicBezTo>
                  <a:pt x="850592" y="1000791"/>
                  <a:pt x="850020" y="1001362"/>
                  <a:pt x="846686" y="1004982"/>
                </a:cubicBezTo>
                <a:cubicBezTo>
                  <a:pt x="843352" y="1008601"/>
                  <a:pt x="842780" y="1012126"/>
                  <a:pt x="841923" y="1015174"/>
                </a:cubicBezTo>
                <a:cubicBezTo>
                  <a:pt x="841067" y="1018126"/>
                  <a:pt x="838590" y="1019936"/>
                  <a:pt x="837160" y="1020603"/>
                </a:cubicBezTo>
                <a:cubicBezTo>
                  <a:pt x="835637" y="1021174"/>
                  <a:pt x="836303" y="1020317"/>
                  <a:pt x="834208" y="1017936"/>
                </a:cubicBezTo>
                <a:cubicBezTo>
                  <a:pt x="832113" y="1015555"/>
                  <a:pt x="830017" y="1017650"/>
                  <a:pt x="827921" y="1020603"/>
                </a:cubicBezTo>
                <a:cubicBezTo>
                  <a:pt x="825827" y="1023556"/>
                  <a:pt x="822778" y="1023556"/>
                  <a:pt x="820682" y="1020889"/>
                </a:cubicBezTo>
                <a:cubicBezTo>
                  <a:pt x="818587" y="1018222"/>
                  <a:pt x="819444" y="1018222"/>
                  <a:pt x="820682" y="1013364"/>
                </a:cubicBezTo>
                <a:cubicBezTo>
                  <a:pt x="822017" y="1008697"/>
                  <a:pt x="822587" y="1006601"/>
                  <a:pt x="822587" y="1006601"/>
                </a:cubicBezTo>
                <a:cubicBezTo>
                  <a:pt x="822587" y="1006601"/>
                  <a:pt x="824397" y="1002982"/>
                  <a:pt x="827635" y="1002982"/>
                </a:cubicBezTo>
                <a:cubicBezTo>
                  <a:pt x="830969" y="1002982"/>
                  <a:pt x="830017" y="1002410"/>
                  <a:pt x="830017" y="1000029"/>
                </a:cubicBezTo>
                <a:cubicBezTo>
                  <a:pt x="830017" y="997648"/>
                  <a:pt x="826112" y="997648"/>
                  <a:pt x="830302" y="994600"/>
                </a:cubicBezTo>
                <a:cubicBezTo>
                  <a:pt x="834493" y="991647"/>
                  <a:pt x="836017" y="988027"/>
                  <a:pt x="836303" y="984694"/>
                </a:cubicBezTo>
                <a:cubicBezTo>
                  <a:pt x="836589" y="981360"/>
                  <a:pt x="834493" y="980788"/>
                  <a:pt x="836875" y="975740"/>
                </a:cubicBezTo>
                <a:cubicBezTo>
                  <a:pt x="839256" y="970597"/>
                  <a:pt x="839827" y="970311"/>
                  <a:pt x="841352" y="972121"/>
                </a:cubicBezTo>
                <a:cubicBezTo>
                  <a:pt x="842875" y="973930"/>
                  <a:pt x="847924" y="972121"/>
                  <a:pt x="850973" y="969073"/>
                </a:cubicBezTo>
                <a:cubicBezTo>
                  <a:pt x="852449" y="967596"/>
                  <a:pt x="854782" y="966406"/>
                  <a:pt x="856925" y="966144"/>
                </a:cubicBezTo>
                <a:close/>
                <a:moveTo>
                  <a:pt x="3312804" y="963168"/>
                </a:moveTo>
                <a:cubicBezTo>
                  <a:pt x="3314614" y="961072"/>
                  <a:pt x="3316423" y="962025"/>
                  <a:pt x="3316423" y="964692"/>
                </a:cubicBezTo>
                <a:cubicBezTo>
                  <a:pt x="3316423" y="967454"/>
                  <a:pt x="3316709" y="967454"/>
                  <a:pt x="3315471" y="968883"/>
                </a:cubicBezTo>
                <a:cubicBezTo>
                  <a:pt x="3314423" y="970216"/>
                  <a:pt x="3312804" y="969169"/>
                  <a:pt x="3308899" y="974217"/>
                </a:cubicBezTo>
                <a:cubicBezTo>
                  <a:pt x="3304994" y="979360"/>
                  <a:pt x="3302327" y="976979"/>
                  <a:pt x="3302898" y="973645"/>
                </a:cubicBezTo>
                <a:cubicBezTo>
                  <a:pt x="3303470" y="970312"/>
                  <a:pt x="3305565" y="968216"/>
                  <a:pt x="3307375" y="968216"/>
                </a:cubicBezTo>
                <a:cubicBezTo>
                  <a:pt x="3309185" y="968216"/>
                  <a:pt x="3310994" y="965263"/>
                  <a:pt x="3312804" y="963168"/>
                </a:cubicBezTo>
                <a:close/>
                <a:moveTo>
                  <a:pt x="3325817" y="956310"/>
                </a:moveTo>
                <a:cubicBezTo>
                  <a:pt x="3326257" y="956715"/>
                  <a:pt x="3326329" y="957977"/>
                  <a:pt x="3326043" y="959644"/>
                </a:cubicBezTo>
                <a:cubicBezTo>
                  <a:pt x="3325376" y="962882"/>
                  <a:pt x="3322138" y="966216"/>
                  <a:pt x="3320995" y="963549"/>
                </a:cubicBezTo>
                <a:cubicBezTo>
                  <a:pt x="3319756" y="960787"/>
                  <a:pt x="3320995" y="961739"/>
                  <a:pt x="3323376" y="958120"/>
                </a:cubicBezTo>
                <a:cubicBezTo>
                  <a:pt x="3324567" y="956357"/>
                  <a:pt x="3325376" y="955905"/>
                  <a:pt x="3325817" y="956310"/>
                </a:cubicBezTo>
                <a:close/>
                <a:moveTo>
                  <a:pt x="1008135" y="948118"/>
                </a:moveTo>
                <a:cubicBezTo>
                  <a:pt x="1006611" y="945737"/>
                  <a:pt x="1009373" y="947261"/>
                  <a:pt x="1010516" y="948976"/>
                </a:cubicBezTo>
                <a:cubicBezTo>
                  <a:pt x="1011754" y="950785"/>
                  <a:pt x="1011754" y="950785"/>
                  <a:pt x="1011754" y="950785"/>
                </a:cubicBezTo>
                <a:cubicBezTo>
                  <a:pt x="1011754" y="950785"/>
                  <a:pt x="1009659" y="950500"/>
                  <a:pt x="1008135" y="948118"/>
                </a:cubicBezTo>
                <a:close/>
                <a:moveTo>
                  <a:pt x="5550798" y="946975"/>
                </a:moveTo>
                <a:cubicBezTo>
                  <a:pt x="5551655" y="948118"/>
                  <a:pt x="5549845" y="949928"/>
                  <a:pt x="5547178" y="952023"/>
                </a:cubicBezTo>
                <a:cubicBezTo>
                  <a:pt x="5544511" y="954119"/>
                  <a:pt x="5545082" y="952023"/>
                  <a:pt x="5545082" y="952023"/>
                </a:cubicBezTo>
                <a:cubicBezTo>
                  <a:pt x="5545082" y="952023"/>
                  <a:pt x="5545082" y="950500"/>
                  <a:pt x="5545368" y="949356"/>
                </a:cubicBezTo>
                <a:cubicBezTo>
                  <a:pt x="5545654" y="948118"/>
                  <a:pt x="5546226" y="948118"/>
                  <a:pt x="5547464" y="947547"/>
                </a:cubicBezTo>
                <a:cubicBezTo>
                  <a:pt x="5548702" y="946975"/>
                  <a:pt x="5549940" y="945737"/>
                  <a:pt x="5550798" y="946975"/>
                </a:cubicBezTo>
                <a:close/>
                <a:moveTo>
                  <a:pt x="1019098" y="946838"/>
                </a:moveTo>
                <a:lnTo>
                  <a:pt x="1020254" y="953058"/>
                </a:lnTo>
                <a:lnTo>
                  <a:pt x="1020355" y="956633"/>
                </a:lnTo>
                <a:lnTo>
                  <a:pt x="1020440" y="956491"/>
                </a:lnTo>
                <a:lnTo>
                  <a:pt x="1020350" y="953345"/>
                </a:lnTo>
                <a:cubicBezTo>
                  <a:pt x="1020184" y="950357"/>
                  <a:pt x="1019851" y="947309"/>
                  <a:pt x="1019183" y="947071"/>
                </a:cubicBezTo>
                <a:close/>
                <a:moveTo>
                  <a:pt x="280043" y="946309"/>
                </a:moveTo>
                <a:cubicBezTo>
                  <a:pt x="285092" y="946594"/>
                  <a:pt x="286616" y="946880"/>
                  <a:pt x="285092" y="948976"/>
                </a:cubicBezTo>
                <a:cubicBezTo>
                  <a:pt x="283664" y="951071"/>
                  <a:pt x="283664" y="951071"/>
                  <a:pt x="283664" y="951071"/>
                </a:cubicBezTo>
                <a:cubicBezTo>
                  <a:pt x="283664" y="951071"/>
                  <a:pt x="274996" y="946023"/>
                  <a:pt x="280043" y="946309"/>
                </a:cubicBezTo>
                <a:close/>
                <a:moveTo>
                  <a:pt x="5557370" y="944785"/>
                </a:moveTo>
                <a:cubicBezTo>
                  <a:pt x="5557370" y="942975"/>
                  <a:pt x="5558608" y="943546"/>
                  <a:pt x="5559179" y="945070"/>
                </a:cubicBezTo>
                <a:cubicBezTo>
                  <a:pt x="5559751" y="946594"/>
                  <a:pt x="5559751" y="947452"/>
                  <a:pt x="5557084" y="948690"/>
                </a:cubicBezTo>
                <a:cubicBezTo>
                  <a:pt x="5554321" y="949928"/>
                  <a:pt x="5555560" y="947833"/>
                  <a:pt x="5555560" y="947833"/>
                </a:cubicBezTo>
                <a:cubicBezTo>
                  <a:pt x="5555560" y="947833"/>
                  <a:pt x="5557370" y="946594"/>
                  <a:pt x="5557370" y="944785"/>
                </a:cubicBezTo>
                <a:close/>
                <a:moveTo>
                  <a:pt x="1540693" y="944529"/>
                </a:moveTo>
                <a:lnTo>
                  <a:pt x="1536391" y="947260"/>
                </a:lnTo>
                <a:cubicBezTo>
                  <a:pt x="1532486" y="948499"/>
                  <a:pt x="1529438" y="952118"/>
                  <a:pt x="1529152" y="955071"/>
                </a:cubicBezTo>
                <a:cubicBezTo>
                  <a:pt x="1528866" y="958024"/>
                  <a:pt x="1518960" y="957452"/>
                  <a:pt x="1512674" y="957738"/>
                </a:cubicBezTo>
                <a:cubicBezTo>
                  <a:pt x="1506387" y="958024"/>
                  <a:pt x="1500672" y="966977"/>
                  <a:pt x="1498577" y="970597"/>
                </a:cubicBezTo>
                <a:cubicBezTo>
                  <a:pt x="1496481" y="974216"/>
                  <a:pt x="1495814" y="976026"/>
                  <a:pt x="1494957" y="974788"/>
                </a:cubicBezTo>
                <a:cubicBezTo>
                  <a:pt x="1494005" y="973645"/>
                  <a:pt x="1493147" y="971168"/>
                  <a:pt x="1491338" y="974502"/>
                </a:cubicBezTo>
                <a:cubicBezTo>
                  <a:pt x="1489528" y="977740"/>
                  <a:pt x="1490480" y="975645"/>
                  <a:pt x="1486861" y="978979"/>
                </a:cubicBezTo>
                <a:cubicBezTo>
                  <a:pt x="1483242" y="982312"/>
                  <a:pt x="1482670" y="986503"/>
                  <a:pt x="1483527" y="990694"/>
                </a:cubicBezTo>
                <a:cubicBezTo>
                  <a:pt x="1484384" y="994885"/>
                  <a:pt x="1486861" y="997267"/>
                  <a:pt x="1485623" y="1002696"/>
                </a:cubicBezTo>
                <a:cubicBezTo>
                  <a:pt x="1484384" y="1008125"/>
                  <a:pt x="1485337" y="1006030"/>
                  <a:pt x="1487718" y="1004506"/>
                </a:cubicBezTo>
                <a:cubicBezTo>
                  <a:pt x="1490100" y="1003077"/>
                  <a:pt x="1489528" y="1006030"/>
                  <a:pt x="1486194" y="1009935"/>
                </a:cubicBezTo>
                <a:cubicBezTo>
                  <a:pt x="1482956" y="1013840"/>
                  <a:pt x="1482956" y="1021841"/>
                  <a:pt x="1483527" y="1031176"/>
                </a:cubicBezTo>
                <a:cubicBezTo>
                  <a:pt x="1484099" y="1040510"/>
                  <a:pt x="1485051" y="1040510"/>
                  <a:pt x="1485337" y="1049178"/>
                </a:cubicBezTo>
                <a:cubicBezTo>
                  <a:pt x="1485432" y="1050797"/>
                  <a:pt x="1485432" y="1052702"/>
                  <a:pt x="1485432" y="1054702"/>
                </a:cubicBezTo>
                <a:cubicBezTo>
                  <a:pt x="1485432" y="1054702"/>
                  <a:pt x="1478479" y="1061941"/>
                  <a:pt x="1475812" y="1064323"/>
                </a:cubicBezTo>
                <a:cubicBezTo>
                  <a:pt x="1473145" y="1066704"/>
                  <a:pt x="1469240" y="1068228"/>
                  <a:pt x="1465049" y="1068228"/>
                </a:cubicBezTo>
                <a:lnTo>
                  <a:pt x="1457319" y="1062006"/>
                </a:lnTo>
                <a:lnTo>
                  <a:pt x="1457334" y="1062037"/>
                </a:lnTo>
                <a:cubicBezTo>
                  <a:pt x="1458001" y="1065657"/>
                  <a:pt x="1460953" y="1068324"/>
                  <a:pt x="1465144" y="1068324"/>
                </a:cubicBezTo>
                <a:cubicBezTo>
                  <a:pt x="1469335" y="1068324"/>
                  <a:pt x="1473241" y="1066800"/>
                  <a:pt x="1475908" y="1064419"/>
                </a:cubicBezTo>
                <a:cubicBezTo>
                  <a:pt x="1478670" y="1061942"/>
                  <a:pt x="1485242" y="1055084"/>
                  <a:pt x="1485242" y="1055084"/>
                </a:cubicBezTo>
                <a:cubicBezTo>
                  <a:pt x="1485242" y="1064133"/>
                  <a:pt x="1485337" y="1075944"/>
                  <a:pt x="1487052" y="1080135"/>
                </a:cubicBezTo>
                <a:cubicBezTo>
                  <a:pt x="1489147" y="1085183"/>
                  <a:pt x="1493910" y="1088517"/>
                  <a:pt x="1495434" y="1091184"/>
                </a:cubicBezTo>
                <a:cubicBezTo>
                  <a:pt x="1496958" y="1093946"/>
                  <a:pt x="1495815" y="1095756"/>
                  <a:pt x="1492481" y="1094518"/>
                </a:cubicBezTo>
                <a:cubicBezTo>
                  <a:pt x="1489243" y="1093375"/>
                  <a:pt x="1490100" y="1094898"/>
                  <a:pt x="1483813" y="1095756"/>
                </a:cubicBezTo>
                <a:cubicBezTo>
                  <a:pt x="1477527" y="1096708"/>
                  <a:pt x="1474574" y="1107757"/>
                  <a:pt x="1473050" y="1109567"/>
                </a:cubicBezTo>
                <a:cubicBezTo>
                  <a:pt x="1471526" y="1111377"/>
                  <a:pt x="1471812" y="1112615"/>
                  <a:pt x="1471526" y="1115282"/>
                </a:cubicBezTo>
                <a:cubicBezTo>
                  <a:pt x="1471240" y="1117949"/>
                  <a:pt x="1471812" y="1117663"/>
                  <a:pt x="1470002" y="1118235"/>
                </a:cubicBezTo>
                <a:cubicBezTo>
                  <a:pt x="1468192" y="1118902"/>
                  <a:pt x="1467335" y="1120044"/>
                  <a:pt x="1465811" y="1121854"/>
                </a:cubicBezTo>
                <a:lnTo>
                  <a:pt x="1465810" y="1121852"/>
                </a:lnTo>
                <a:lnTo>
                  <a:pt x="1465810" y="1121854"/>
                </a:lnTo>
                <a:cubicBezTo>
                  <a:pt x="1468097" y="1140142"/>
                  <a:pt x="1487528" y="1166628"/>
                  <a:pt x="1506704" y="1171896"/>
                </a:cubicBezTo>
                <a:lnTo>
                  <a:pt x="1524549" y="1169097"/>
                </a:lnTo>
                <a:lnTo>
                  <a:pt x="1519925" y="1162371"/>
                </a:lnTo>
                <a:cubicBezTo>
                  <a:pt x="1516817" y="1155501"/>
                  <a:pt x="1514150" y="1144571"/>
                  <a:pt x="1515912" y="1128331"/>
                </a:cubicBezTo>
                <a:cubicBezTo>
                  <a:pt x="1519437" y="1095851"/>
                  <a:pt x="1547250" y="1057561"/>
                  <a:pt x="1547250" y="1057561"/>
                </a:cubicBezTo>
                <a:lnTo>
                  <a:pt x="1555346" y="1056132"/>
                </a:lnTo>
                <a:cubicBezTo>
                  <a:pt x="1555346" y="1056132"/>
                  <a:pt x="1558680" y="1055560"/>
                  <a:pt x="1565252" y="1051941"/>
                </a:cubicBezTo>
                <a:lnTo>
                  <a:pt x="1578305" y="1051090"/>
                </a:lnTo>
                <a:lnTo>
                  <a:pt x="1578301" y="1051083"/>
                </a:lnTo>
                <a:cubicBezTo>
                  <a:pt x="1575253" y="1049274"/>
                  <a:pt x="1571729" y="1048416"/>
                  <a:pt x="1565157" y="1051941"/>
                </a:cubicBezTo>
                <a:cubicBezTo>
                  <a:pt x="1558584" y="1055560"/>
                  <a:pt x="1555251" y="1056132"/>
                  <a:pt x="1555251" y="1056132"/>
                </a:cubicBezTo>
                <a:lnTo>
                  <a:pt x="1547154" y="1057560"/>
                </a:lnTo>
                <a:cubicBezTo>
                  <a:pt x="1547154" y="1057560"/>
                  <a:pt x="1534581" y="1044606"/>
                  <a:pt x="1529724" y="1034986"/>
                </a:cubicBezTo>
                <a:cubicBezTo>
                  <a:pt x="1524866" y="1025366"/>
                  <a:pt x="1539344" y="977074"/>
                  <a:pt x="1545535" y="970883"/>
                </a:cubicBezTo>
                <a:cubicBezTo>
                  <a:pt x="1550179" y="966240"/>
                  <a:pt x="1545017" y="953506"/>
                  <a:pt x="1542147" y="947429"/>
                </a:cubicBezTo>
                <a:close/>
                <a:moveTo>
                  <a:pt x="1172801" y="941631"/>
                </a:moveTo>
                <a:lnTo>
                  <a:pt x="1172967" y="941824"/>
                </a:lnTo>
                <a:lnTo>
                  <a:pt x="1172917" y="941641"/>
                </a:lnTo>
                <a:close/>
                <a:moveTo>
                  <a:pt x="997372" y="941165"/>
                </a:moveTo>
                <a:cubicBezTo>
                  <a:pt x="996133" y="939069"/>
                  <a:pt x="999753" y="939641"/>
                  <a:pt x="1001277" y="941736"/>
                </a:cubicBezTo>
                <a:cubicBezTo>
                  <a:pt x="1002801" y="943832"/>
                  <a:pt x="1002801" y="943832"/>
                  <a:pt x="1002801" y="943832"/>
                </a:cubicBezTo>
                <a:cubicBezTo>
                  <a:pt x="1002801" y="943832"/>
                  <a:pt x="998610" y="943260"/>
                  <a:pt x="997372" y="941165"/>
                </a:cubicBezTo>
                <a:close/>
                <a:moveTo>
                  <a:pt x="1015494" y="937590"/>
                </a:moveTo>
                <a:lnTo>
                  <a:pt x="1015564" y="937747"/>
                </a:lnTo>
                <a:lnTo>
                  <a:pt x="1016350" y="939645"/>
                </a:lnTo>
                <a:lnTo>
                  <a:pt x="1015695" y="938034"/>
                </a:lnTo>
                <a:close/>
                <a:moveTo>
                  <a:pt x="1000812" y="934783"/>
                </a:moveTo>
                <a:cubicBezTo>
                  <a:pt x="1000585" y="933997"/>
                  <a:pt x="1001038" y="933544"/>
                  <a:pt x="1003753" y="934878"/>
                </a:cubicBezTo>
                <a:cubicBezTo>
                  <a:pt x="1009182" y="937545"/>
                  <a:pt x="1010325" y="939355"/>
                  <a:pt x="1005277" y="937545"/>
                </a:cubicBezTo>
                <a:cubicBezTo>
                  <a:pt x="1000133" y="935735"/>
                  <a:pt x="1001943" y="936688"/>
                  <a:pt x="1001943" y="936688"/>
                </a:cubicBezTo>
                <a:cubicBezTo>
                  <a:pt x="1001943" y="936688"/>
                  <a:pt x="1001038" y="935569"/>
                  <a:pt x="1000812" y="934783"/>
                </a:cubicBezTo>
                <a:close/>
                <a:moveTo>
                  <a:pt x="1107543" y="928320"/>
                </a:moveTo>
                <a:lnTo>
                  <a:pt x="1107286" y="928427"/>
                </a:lnTo>
                <a:lnTo>
                  <a:pt x="1106432" y="934973"/>
                </a:lnTo>
                <a:cubicBezTo>
                  <a:pt x="1104623" y="937069"/>
                  <a:pt x="1104337" y="940117"/>
                  <a:pt x="1110052" y="940403"/>
                </a:cubicBezTo>
                <a:lnTo>
                  <a:pt x="1110241" y="940493"/>
                </a:lnTo>
                <a:lnTo>
                  <a:pt x="1106623" y="935069"/>
                </a:lnTo>
                <a:cubicBezTo>
                  <a:pt x="1108433" y="932974"/>
                  <a:pt x="1108433" y="931735"/>
                  <a:pt x="1107481" y="928497"/>
                </a:cubicBezTo>
                <a:close/>
                <a:moveTo>
                  <a:pt x="3700567" y="927258"/>
                </a:moveTo>
                <a:cubicBezTo>
                  <a:pt x="3702662" y="929354"/>
                  <a:pt x="3700567" y="929068"/>
                  <a:pt x="3704758" y="930020"/>
                </a:cubicBezTo>
                <a:cubicBezTo>
                  <a:pt x="3708949" y="930878"/>
                  <a:pt x="3708663" y="932402"/>
                  <a:pt x="3706853" y="932687"/>
                </a:cubicBezTo>
                <a:cubicBezTo>
                  <a:pt x="3705044" y="932973"/>
                  <a:pt x="3701138" y="932687"/>
                  <a:pt x="3698186" y="929068"/>
                </a:cubicBezTo>
                <a:cubicBezTo>
                  <a:pt x="3695137" y="925448"/>
                  <a:pt x="3698471" y="925163"/>
                  <a:pt x="3700567" y="927258"/>
                </a:cubicBezTo>
                <a:close/>
                <a:moveTo>
                  <a:pt x="1013376" y="925484"/>
                </a:moveTo>
                <a:lnTo>
                  <a:pt x="1014040" y="934306"/>
                </a:lnTo>
                <a:lnTo>
                  <a:pt x="1014129" y="934506"/>
                </a:lnTo>
                <a:lnTo>
                  <a:pt x="1013468" y="925735"/>
                </a:lnTo>
                <a:close/>
                <a:moveTo>
                  <a:pt x="887786" y="921032"/>
                </a:moveTo>
                <a:cubicBezTo>
                  <a:pt x="888096" y="921258"/>
                  <a:pt x="888406" y="922163"/>
                  <a:pt x="888691" y="923068"/>
                </a:cubicBezTo>
                <a:cubicBezTo>
                  <a:pt x="889358" y="924877"/>
                  <a:pt x="888406" y="926687"/>
                  <a:pt x="886024" y="933545"/>
                </a:cubicBezTo>
                <a:cubicBezTo>
                  <a:pt x="883643" y="940498"/>
                  <a:pt x="882405" y="940498"/>
                  <a:pt x="877642" y="945547"/>
                </a:cubicBezTo>
                <a:cubicBezTo>
                  <a:pt x="872880" y="950595"/>
                  <a:pt x="868403" y="958405"/>
                  <a:pt x="866593" y="959929"/>
                </a:cubicBezTo>
                <a:cubicBezTo>
                  <a:pt x="864880" y="961358"/>
                  <a:pt x="865165" y="960787"/>
                  <a:pt x="863260" y="958977"/>
                </a:cubicBezTo>
                <a:cubicBezTo>
                  <a:pt x="861450" y="957167"/>
                  <a:pt x="861737" y="955929"/>
                  <a:pt x="861737" y="951166"/>
                </a:cubicBezTo>
                <a:cubicBezTo>
                  <a:pt x="861737" y="946309"/>
                  <a:pt x="860498" y="945166"/>
                  <a:pt x="862021" y="943642"/>
                </a:cubicBezTo>
                <a:cubicBezTo>
                  <a:pt x="863546" y="942118"/>
                  <a:pt x="864404" y="941546"/>
                  <a:pt x="864404" y="939165"/>
                </a:cubicBezTo>
                <a:cubicBezTo>
                  <a:pt x="864404" y="936784"/>
                  <a:pt x="865928" y="935831"/>
                  <a:pt x="869546" y="930783"/>
                </a:cubicBezTo>
                <a:cubicBezTo>
                  <a:pt x="873071" y="925735"/>
                  <a:pt x="877357" y="925163"/>
                  <a:pt x="882405" y="925735"/>
                </a:cubicBezTo>
                <a:cubicBezTo>
                  <a:pt x="887454" y="926401"/>
                  <a:pt x="886310" y="926687"/>
                  <a:pt x="886882" y="923068"/>
                </a:cubicBezTo>
                <a:cubicBezTo>
                  <a:pt x="887168" y="921258"/>
                  <a:pt x="887477" y="920805"/>
                  <a:pt x="887786" y="921032"/>
                </a:cubicBezTo>
                <a:close/>
                <a:moveTo>
                  <a:pt x="4653828" y="917638"/>
                </a:moveTo>
                <a:cubicBezTo>
                  <a:pt x="4655352" y="920972"/>
                  <a:pt x="4659543" y="922782"/>
                  <a:pt x="4658019" y="923639"/>
                </a:cubicBezTo>
                <a:cubicBezTo>
                  <a:pt x="4656591" y="924592"/>
                  <a:pt x="4654400" y="922782"/>
                  <a:pt x="4651447" y="919162"/>
                </a:cubicBezTo>
                <a:cubicBezTo>
                  <a:pt x="4648399" y="915543"/>
                  <a:pt x="4652304" y="914305"/>
                  <a:pt x="4653828" y="917638"/>
                </a:cubicBezTo>
                <a:close/>
                <a:moveTo>
                  <a:pt x="259088" y="915733"/>
                </a:moveTo>
                <a:cubicBezTo>
                  <a:pt x="258802" y="912113"/>
                  <a:pt x="259660" y="912399"/>
                  <a:pt x="262422" y="916019"/>
                </a:cubicBezTo>
                <a:cubicBezTo>
                  <a:pt x="264995" y="919638"/>
                  <a:pt x="263279" y="919924"/>
                  <a:pt x="263279" y="919924"/>
                </a:cubicBezTo>
                <a:cubicBezTo>
                  <a:pt x="263279" y="919924"/>
                  <a:pt x="259374" y="919352"/>
                  <a:pt x="259088" y="915733"/>
                </a:cubicBezTo>
                <a:close/>
                <a:moveTo>
                  <a:pt x="254231" y="915447"/>
                </a:moveTo>
                <a:cubicBezTo>
                  <a:pt x="257565" y="916876"/>
                  <a:pt x="256612" y="920496"/>
                  <a:pt x="256612" y="920496"/>
                </a:cubicBezTo>
                <a:cubicBezTo>
                  <a:pt x="256612" y="920496"/>
                  <a:pt x="250897" y="913923"/>
                  <a:pt x="254231" y="915447"/>
                </a:cubicBezTo>
                <a:close/>
                <a:moveTo>
                  <a:pt x="3743715" y="914400"/>
                </a:moveTo>
                <a:cubicBezTo>
                  <a:pt x="3745525" y="915543"/>
                  <a:pt x="3747049" y="916210"/>
                  <a:pt x="3744001" y="917162"/>
                </a:cubicBezTo>
                <a:cubicBezTo>
                  <a:pt x="3740953" y="918019"/>
                  <a:pt x="3739238" y="917448"/>
                  <a:pt x="3740095" y="915638"/>
                </a:cubicBezTo>
                <a:cubicBezTo>
                  <a:pt x="3741048" y="913828"/>
                  <a:pt x="3741905" y="913162"/>
                  <a:pt x="3743715" y="914400"/>
                </a:cubicBezTo>
                <a:close/>
                <a:moveTo>
                  <a:pt x="3676933" y="912363"/>
                </a:moveTo>
                <a:cubicBezTo>
                  <a:pt x="3677492" y="912661"/>
                  <a:pt x="3677945" y="913637"/>
                  <a:pt x="3677802" y="914685"/>
                </a:cubicBezTo>
                <a:cubicBezTo>
                  <a:pt x="3677516" y="916781"/>
                  <a:pt x="3674277" y="921543"/>
                  <a:pt x="3672087" y="919543"/>
                </a:cubicBezTo>
                <a:cubicBezTo>
                  <a:pt x="3669991" y="917447"/>
                  <a:pt x="3674849" y="917447"/>
                  <a:pt x="3675420" y="914114"/>
                </a:cubicBezTo>
                <a:cubicBezTo>
                  <a:pt x="3675706" y="912447"/>
                  <a:pt x="3676373" y="912066"/>
                  <a:pt x="3676933" y="912363"/>
                </a:cubicBezTo>
                <a:close/>
                <a:moveTo>
                  <a:pt x="1207719" y="911221"/>
                </a:moveTo>
                <a:lnTo>
                  <a:pt x="1208255" y="912209"/>
                </a:lnTo>
                <a:cubicBezTo>
                  <a:pt x="1209112" y="911638"/>
                  <a:pt x="1211303" y="914019"/>
                  <a:pt x="1214351" y="914400"/>
                </a:cubicBezTo>
                <a:lnTo>
                  <a:pt x="1223148" y="914459"/>
                </a:lnTo>
                <a:lnTo>
                  <a:pt x="1221494" y="914304"/>
                </a:lnTo>
                <a:cubicBezTo>
                  <a:pt x="1218160" y="914875"/>
                  <a:pt x="1218827" y="915447"/>
                  <a:pt x="1213684" y="914113"/>
                </a:cubicBezTo>
                <a:close/>
                <a:moveTo>
                  <a:pt x="3765682" y="910054"/>
                </a:moveTo>
                <a:cubicBezTo>
                  <a:pt x="3766122" y="910423"/>
                  <a:pt x="3766336" y="911399"/>
                  <a:pt x="3765907" y="912304"/>
                </a:cubicBezTo>
                <a:cubicBezTo>
                  <a:pt x="3765050" y="914114"/>
                  <a:pt x="3770765" y="915828"/>
                  <a:pt x="3763240" y="916495"/>
                </a:cubicBezTo>
                <a:cubicBezTo>
                  <a:pt x="3759049" y="916876"/>
                  <a:pt x="3763240" y="914400"/>
                  <a:pt x="3764098" y="911447"/>
                </a:cubicBezTo>
                <a:cubicBezTo>
                  <a:pt x="3764574" y="909923"/>
                  <a:pt x="3765241" y="909685"/>
                  <a:pt x="3765682" y="910054"/>
                </a:cubicBezTo>
                <a:close/>
                <a:moveTo>
                  <a:pt x="1094269" y="909943"/>
                </a:moveTo>
                <a:lnTo>
                  <a:pt x="1093288" y="911637"/>
                </a:lnTo>
                <a:lnTo>
                  <a:pt x="1093300" y="911643"/>
                </a:lnTo>
                <a:lnTo>
                  <a:pt x="1094241" y="910018"/>
                </a:lnTo>
                <a:close/>
                <a:moveTo>
                  <a:pt x="1207882" y="908703"/>
                </a:moveTo>
                <a:lnTo>
                  <a:pt x="1206445" y="908875"/>
                </a:lnTo>
                <a:lnTo>
                  <a:pt x="1207462" y="910748"/>
                </a:lnTo>
                <a:close/>
                <a:moveTo>
                  <a:pt x="1216040" y="906603"/>
                </a:moveTo>
                <a:lnTo>
                  <a:pt x="1215872" y="906649"/>
                </a:lnTo>
                <a:lnTo>
                  <a:pt x="1215031" y="907308"/>
                </a:lnTo>
                <a:lnTo>
                  <a:pt x="1215208" y="907255"/>
                </a:lnTo>
                <a:close/>
                <a:moveTo>
                  <a:pt x="3802769" y="902113"/>
                </a:moveTo>
                <a:cubicBezTo>
                  <a:pt x="3805436" y="900874"/>
                  <a:pt x="3806674" y="903256"/>
                  <a:pt x="3804579" y="905065"/>
                </a:cubicBezTo>
                <a:cubicBezTo>
                  <a:pt x="3802483" y="906875"/>
                  <a:pt x="3805150" y="909256"/>
                  <a:pt x="3797626" y="911066"/>
                </a:cubicBezTo>
                <a:cubicBezTo>
                  <a:pt x="3793816" y="912019"/>
                  <a:pt x="3792197" y="908113"/>
                  <a:pt x="3797340" y="908399"/>
                </a:cubicBezTo>
                <a:cubicBezTo>
                  <a:pt x="3802198" y="908685"/>
                  <a:pt x="3800102" y="903351"/>
                  <a:pt x="3802769" y="902113"/>
                </a:cubicBezTo>
                <a:close/>
                <a:moveTo>
                  <a:pt x="4578867" y="894301"/>
                </a:moveTo>
                <a:cubicBezTo>
                  <a:pt x="4582772" y="896968"/>
                  <a:pt x="4580391" y="899731"/>
                  <a:pt x="4576771" y="896683"/>
                </a:cubicBezTo>
                <a:cubicBezTo>
                  <a:pt x="4573152" y="893730"/>
                  <a:pt x="4574962" y="891634"/>
                  <a:pt x="4578867" y="894301"/>
                </a:cubicBezTo>
                <a:close/>
                <a:moveTo>
                  <a:pt x="3858004" y="893814"/>
                </a:moveTo>
                <a:cubicBezTo>
                  <a:pt x="3858325" y="894587"/>
                  <a:pt x="3858158" y="895921"/>
                  <a:pt x="3857253" y="896683"/>
                </a:cubicBezTo>
                <a:cubicBezTo>
                  <a:pt x="3855538" y="898207"/>
                  <a:pt x="3853729" y="897255"/>
                  <a:pt x="3855824" y="894302"/>
                </a:cubicBezTo>
                <a:cubicBezTo>
                  <a:pt x="3856872" y="892825"/>
                  <a:pt x="3857682" y="893040"/>
                  <a:pt x="3858004" y="893814"/>
                </a:cubicBezTo>
                <a:close/>
                <a:moveTo>
                  <a:pt x="1232198" y="893694"/>
                </a:moveTo>
                <a:lnTo>
                  <a:pt x="1231686" y="894302"/>
                </a:lnTo>
                <a:lnTo>
                  <a:pt x="1231639" y="894373"/>
                </a:lnTo>
                <a:lnTo>
                  <a:pt x="1231972" y="894111"/>
                </a:lnTo>
                <a:close/>
                <a:moveTo>
                  <a:pt x="1249273" y="886881"/>
                </a:moveTo>
                <a:lnTo>
                  <a:pt x="1248695" y="887504"/>
                </a:lnTo>
                <a:lnTo>
                  <a:pt x="1247873" y="890643"/>
                </a:lnTo>
                <a:lnTo>
                  <a:pt x="1248285" y="890706"/>
                </a:lnTo>
                <a:close/>
                <a:moveTo>
                  <a:pt x="1034614" y="886777"/>
                </a:moveTo>
                <a:lnTo>
                  <a:pt x="1033090" y="887158"/>
                </a:lnTo>
                <a:lnTo>
                  <a:pt x="1029470" y="889539"/>
                </a:lnTo>
                <a:cubicBezTo>
                  <a:pt x="1027375" y="892206"/>
                  <a:pt x="1020802" y="887729"/>
                  <a:pt x="1016611" y="887729"/>
                </a:cubicBezTo>
                <a:cubicBezTo>
                  <a:pt x="1013468" y="887729"/>
                  <a:pt x="1013182" y="889444"/>
                  <a:pt x="1012420" y="891730"/>
                </a:cubicBezTo>
                <a:cubicBezTo>
                  <a:pt x="1012230" y="892492"/>
                  <a:pt x="1011944" y="893254"/>
                  <a:pt x="1011468" y="894016"/>
                </a:cubicBezTo>
                <a:cubicBezTo>
                  <a:pt x="1011182" y="894587"/>
                  <a:pt x="1010896" y="895064"/>
                  <a:pt x="1010706" y="895540"/>
                </a:cubicBezTo>
                <a:cubicBezTo>
                  <a:pt x="1009753" y="897826"/>
                  <a:pt x="1010039" y="899445"/>
                  <a:pt x="1012039" y="902683"/>
                </a:cubicBezTo>
                <a:cubicBezTo>
                  <a:pt x="1014421" y="906589"/>
                  <a:pt x="1014706" y="908684"/>
                  <a:pt x="1013563" y="912875"/>
                </a:cubicBezTo>
                <a:cubicBezTo>
                  <a:pt x="1012325" y="917066"/>
                  <a:pt x="1011182" y="919447"/>
                  <a:pt x="1012706" y="923639"/>
                </a:cubicBezTo>
                <a:lnTo>
                  <a:pt x="1012803" y="923903"/>
                </a:lnTo>
                <a:lnTo>
                  <a:pt x="1013659" y="913162"/>
                </a:lnTo>
                <a:cubicBezTo>
                  <a:pt x="1014898" y="908971"/>
                  <a:pt x="1014517" y="906875"/>
                  <a:pt x="1012135" y="902970"/>
                </a:cubicBezTo>
                <a:cubicBezTo>
                  <a:pt x="1010134" y="899731"/>
                  <a:pt x="1009849" y="898112"/>
                  <a:pt x="1010801" y="895826"/>
                </a:cubicBezTo>
                <a:cubicBezTo>
                  <a:pt x="1010992" y="895350"/>
                  <a:pt x="1011277" y="894873"/>
                  <a:pt x="1011563" y="894302"/>
                </a:cubicBezTo>
                <a:cubicBezTo>
                  <a:pt x="1012039" y="893540"/>
                  <a:pt x="1012231" y="892683"/>
                  <a:pt x="1012516" y="892016"/>
                </a:cubicBezTo>
                <a:cubicBezTo>
                  <a:pt x="1013278" y="889730"/>
                  <a:pt x="1013468" y="888016"/>
                  <a:pt x="1016708" y="888016"/>
                </a:cubicBezTo>
                <a:cubicBezTo>
                  <a:pt x="1020898" y="888016"/>
                  <a:pt x="1027470" y="892492"/>
                  <a:pt x="1029565" y="889825"/>
                </a:cubicBezTo>
                <a:lnTo>
                  <a:pt x="1033185" y="887444"/>
                </a:lnTo>
                <a:lnTo>
                  <a:pt x="1034709" y="887063"/>
                </a:lnTo>
                <a:cubicBezTo>
                  <a:pt x="1036519" y="888968"/>
                  <a:pt x="1037947" y="889730"/>
                  <a:pt x="1040995" y="890397"/>
                </a:cubicBezTo>
                <a:cubicBezTo>
                  <a:pt x="1044901" y="891254"/>
                  <a:pt x="1046139" y="893064"/>
                  <a:pt x="1047854" y="892207"/>
                </a:cubicBezTo>
                <a:cubicBezTo>
                  <a:pt x="1049663" y="891349"/>
                  <a:pt x="1048711" y="892778"/>
                  <a:pt x="1049949" y="894016"/>
                </a:cubicBezTo>
                <a:lnTo>
                  <a:pt x="1054325" y="894663"/>
                </a:lnTo>
                <a:lnTo>
                  <a:pt x="1054327" y="894659"/>
                </a:lnTo>
                <a:lnTo>
                  <a:pt x="1049854" y="893730"/>
                </a:lnTo>
                <a:cubicBezTo>
                  <a:pt x="1048615" y="892492"/>
                  <a:pt x="1049568" y="891063"/>
                  <a:pt x="1047758" y="891920"/>
                </a:cubicBezTo>
                <a:cubicBezTo>
                  <a:pt x="1045948" y="892778"/>
                  <a:pt x="1044805" y="891063"/>
                  <a:pt x="1040900" y="890110"/>
                </a:cubicBezTo>
                <a:cubicBezTo>
                  <a:pt x="1037852" y="889349"/>
                  <a:pt x="1036423" y="888682"/>
                  <a:pt x="1034614" y="886777"/>
                </a:cubicBezTo>
                <a:close/>
                <a:moveTo>
                  <a:pt x="991466" y="886015"/>
                </a:moveTo>
                <a:cubicBezTo>
                  <a:pt x="991466" y="882110"/>
                  <a:pt x="994800" y="882110"/>
                  <a:pt x="993562" y="886301"/>
                </a:cubicBezTo>
                <a:cubicBezTo>
                  <a:pt x="992323" y="890492"/>
                  <a:pt x="991466" y="889920"/>
                  <a:pt x="991466" y="889920"/>
                </a:cubicBezTo>
                <a:cubicBezTo>
                  <a:pt x="991466" y="889920"/>
                  <a:pt x="991466" y="889920"/>
                  <a:pt x="991466" y="886015"/>
                </a:cubicBezTo>
                <a:close/>
                <a:moveTo>
                  <a:pt x="997942" y="884872"/>
                </a:moveTo>
                <a:cubicBezTo>
                  <a:pt x="998609" y="886968"/>
                  <a:pt x="997085" y="887254"/>
                  <a:pt x="997085" y="887254"/>
                </a:cubicBezTo>
                <a:cubicBezTo>
                  <a:pt x="997085" y="887254"/>
                  <a:pt x="997085" y="887254"/>
                  <a:pt x="995847" y="885444"/>
                </a:cubicBezTo>
                <a:cubicBezTo>
                  <a:pt x="994609" y="883634"/>
                  <a:pt x="997371" y="882777"/>
                  <a:pt x="997942" y="884872"/>
                </a:cubicBezTo>
                <a:close/>
                <a:moveTo>
                  <a:pt x="983655" y="873442"/>
                </a:moveTo>
                <a:lnTo>
                  <a:pt x="983578" y="875070"/>
                </a:lnTo>
                <a:lnTo>
                  <a:pt x="983464" y="875061"/>
                </a:lnTo>
                <a:close/>
                <a:moveTo>
                  <a:pt x="1113437" y="872306"/>
                </a:moveTo>
                <a:lnTo>
                  <a:pt x="1109862" y="872870"/>
                </a:lnTo>
                <a:cubicBezTo>
                  <a:pt x="1109862" y="872870"/>
                  <a:pt x="1104719" y="874966"/>
                  <a:pt x="1099956" y="874108"/>
                </a:cubicBezTo>
                <a:lnTo>
                  <a:pt x="1097269" y="875451"/>
                </a:lnTo>
                <a:lnTo>
                  <a:pt x="1097255" y="875655"/>
                </a:lnTo>
                <a:lnTo>
                  <a:pt x="1099956" y="874395"/>
                </a:lnTo>
                <a:cubicBezTo>
                  <a:pt x="1104719" y="875252"/>
                  <a:pt x="1109862" y="873157"/>
                  <a:pt x="1109862" y="873157"/>
                </a:cubicBezTo>
                <a:lnTo>
                  <a:pt x="1113481" y="872585"/>
                </a:lnTo>
                <a:close/>
                <a:moveTo>
                  <a:pt x="3893543" y="871822"/>
                </a:moveTo>
                <a:cubicBezTo>
                  <a:pt x="3896591" y="869727"/>
                  <a:pt x="3897734" y="872489"/>
                  <a:pt x="3897163" y="875156"/>
                </a:cubicBezTo>
                <a:cubicBezTo>
                  <a:pt x="3897163" y="879633"/>
                  <a:pt x="3891733" y="881728"/>
                  <a:pt x="3889543" y="883443"/>
                </a:cubicBezTo>
                <a:cubicBezTo>
                  <a:pt x="3887447" y="885253"/>
                  <a:pt x="3882113" y="890396"/>
                  <a:pt x="3880589" y="889158"/>
                </a:cubicBezTo>
                <a:cubicBezTo>
                  <a:pt x="3878398" y="887443"/>
                  <a:pt x="3884494" y="885919"/>
                  <a:pt x="3884780" y="882300"/>
                </a:cubicBezTo>
                <a:cubicBezTo>
                  <a:pt x="3885066" y="878680"/>
                  <a:pt x="3890209" y="879633"/>
                  <a:pt x="3890209" y="876299"/>
                </a:cubicBezTo>
                <a:cubicBezTo>
                  <a:pt x="3890209" y="873061"/>
                  <a:pt x="3890590" y="873918"/>
                  <a:pt x="3893543" y="871822"/>
                </a:cubicBezTo>
                <a:close/>
                <a:moveTo>
                  <a:pt x="3092395" y="870109"/>
                </a:moveTo>
                <a:cubicBezTo>
                  <a:pt x="3095443" y="868013"/>
                  <a:pt x="3096586" y="870680"/>
                  <a:pt x="3096015" y="872204"/>
                </a:cubicBezTo>
                <a:cubicBezTo>
                  <a:pt x="3095348" y="873728"/>
                  <a:pt x="3095729" y="876395"/>
                  <a:pt x="3096586" y="877919"/>
                </a:cubicBezTo>
                <a:cubicBezTo>
                  <a:pt x="3097539" y="879443"/>
                  <a:pt x="3098396" y="880300"/>
                  <a:pt x="3098110" y="882396"/>
                </a:cubicBezTo>
                <a:cubicBezTo>
                  <a:pt x="3097825" y="884491"/>
                  <a:pt x="3099063" y="887254"/>
                  <a:pt x="3099634" y="890206"/>
                </a:cubicBezTo>
                <a:cubicBezTo>
                  <a:pt x="3100301" y="893159"/>
                  <a:pt x="3105349" y="898017"/>
                  <a:pt x="3105063" y="900684"/>
                </a:cubicBezTo>
                <a:cubicBezTo>
                  <a:pt x="3104778" y="903351"/>
                  <a:pt x="3105921" y="908113"/>
                  <a:pt x="3102968" y="901541"/>
                </a:cubicBezTo>
                <a:cubicBezTo>
                  <a:pt x="3099825" y="894683"/>
                  <a:pt x="3099349" y="904494"/>
                  <a:pt x="3102968" y="906589"/>
                </a:cubicBezTo>
                <a:cubicBezTo>
                  <a:pt x="3105540" y="908018"/>
                  <a:pt x="3103349" y="912781"/>
                  <a:pt x="3104778" y="917353"/>
                </a:cubicBezTo>
                <a:cubicBezTo>
                  <a:pt x="3106206" y="921925"/>
                  <a:pt x="3104778" y="922782"/>
                  <a:pt x="3103254" y="920686"/>
                </a:cubicBezTo>
                <a:cubicBezTo>
                  <a:pt x="3101730" y="918591"/>
                  <a:pt x="3101158" y="922496"/>
                  <a:pt x="3102016" y="925163"/>
                </a:cubicBezTo>
                <a:cubicBezTo>
                  <a:pt x="3102968" y="927925"/>
                  <a:pt x="3102968" y="928497"/>
                  <a:pt x="3101444" y="928497"/>
                </a:cubicBezTo>
                <a:cubicBezTo>
                  <a:pt x="3099920" y="928497"/>
                  <a:pt x="3100206" y="934212"/>
                  <a:pt x="3101444" y="934212"/>
                </a:cubicBezTo>
                <a:cubicBezTo>
                  <a:pt x="3102587" y="934212"/>
                  <a:pt x="3103539" y="936593"/>
                  <a:pt x="3102301" y="939927"/>
                </a:cubicBezTo>
                <a:cubicBezTo>
                  <a:pt x="3101063" y="943261"/>
                  <a:pt x="3102016" y="944785"/>
                  <a:pt x="3102873" y="943261"/>
                </a:cubicBezTo>
                <a:cubicBezTo>
                  <a:pt x="3103730" y="941832"/>
                  <a:pt x="3105254" y="941546"/>
                  <a:pt x="3104968" y="946594"/>
                </a:cubicBezTo>
                <a:cubicBezTo>
                  <a:pt x="3104683" y="951643"/>
                  <a:pt x="3108588" y="958501"/>
                  <a:pt x="3108588" y="965454"/>
                </a:cubicBezTo>
                <a:cubicBezTo>
                  <a:pt x="3108588" y="972407"/>
                  <a:pt x="3116398" y="978694"/>
                  <a:pt x="3116684" y="987361"/>
                </a:cubicBezTo>
                <a:cubicBezTo>
                  <a:pt x="3116970" y="996029"/>
                  <a:pt x="3123923" y="998791"/>
                  <a:pt x="3126304" y="1005364"/>
                </a:cubicBezTo>
                <a:cubicBezTo>
                  <a:pt x="3128686" y="1011936"/>
                  <a:pt x="3125733" y="1013174"/>
                  <a:pt x="3123923" y="1007173"/>
                </a:cubicBezTo>
                <a:cubicBezTo>
                  <a:pt x="3122113" y="1001173"/>
                  <a:pt x="3114588" y="995743"/>
                  <a:pt x="3111636" y="995458"/>
                </a:cubicBezTo>
                <a:cubicBezTo>
                  <a:pt x="3108588" y="995172"/>
                  <a:pt x="3109159" y="991933"/>
                  <a:pt x="3104111" y="992791"/>
                </a:cubicBezTo>
                <a:cubicBezTo>
                  <a:pt x="3101158" y="993267"/>
                  <a:pt x="3101730" y="995458"/>
                  <a:pt x="3099634" y="995743"/>
                </a:cubicBezTo>
                <a:cubicBezTo>
                  <a:pt x="3097539" y="996029"/>
                  <a:pt x="3097253" y="996410"/>
                  <a:pt x="3097539" y="999363"/>
                </a:cubicBezTo>
                <a:cubicBezTo>
                  <a:pt x="3097825" y="1002411"/>
                  <a:pt x="3095729" y="1006888"/>
                  <a:pt x="3091538" y="1013460"/>
                </a:cubicBezTo>
                <a:cubicBezTo>
                  <a:pt x="3087347" y="1020032"/>
                  <a:pt x="3086109" y="1035272"/>
                  <a:pt x="3089728" y="1038892"/>
                </a:cubicBezTo>
                <a:cubicBezTo>
                  <a:pt x="3092014" y="1041178"/>
                  <a:pt x="3096301" y="1045750"/>
                  <a:pt x="3095729" y="1049083"/>
                </a:cubicBezTo>
                <a:cubicBezTo>
                  <a:pt x="3095158" y="1052417"/>
                  <a:pt x="3099063" y="1057465"/>
                  <a:pt x="3099063" y="1052989"/>
                </a:cubicBezTo>
                <a:cubicBezTo>
                  <a:pt x="3099063" y="1048512"/>
                  <a:pt x="3104778" y="1055465"/>
                  <a:pt x="3105063" y="1062609"/>
                </a:cubicBezTo>
                <a:cubicBezTo>
                  <a:pt x="3105349" y="1068324"/>
                  <a:pt x="3101730" y="1065943"/>
                  <a:pt x="3100872" y="1062323"/>
                </a:cubicBezTo>
                <a:cubicBezTo>
                  <a:pt x="3100015" y="1058799"/>
                  <a:pt x="3096396" y="1055751"/>
                  <a:pt x="3093729" y="1055465"/>
                </a:cubicBezTo>
                <a:cubicBezTo>
                  <a:pt x="3091062" y="1055179"/>
                  <a:pt x="3084394" y="1052417"/>
                  <a:pt x="3080870" y="1056989"/>
                </a:cubicBezTo>
                <a:cubicBezTo>
                  <a:pt x="3075822" y="1063657"/>
                  <a:pt x="3080584" y="1068133"/>
                  <a:pt x="3077917" y="1070800"/>
                </a:cubicBezTo>
                <a:cubicBezTo>
                  <a:pt x="3075155" y="1073467"/>
                  <a:pt x="3075822" y="1069848"/>
                  <a:pt x="3074584" y="1067181"/>
                </a:cubicBezTo>
                <a:cubicBezTo>
                  <a:pt x="3073345" y="1064514"/>
                  <a:pt x="3073060" y="1054894"/>
                  <a:pt x="3074584" y="1052798"/>
                </a:cubicBezTo>
                <a:cubicBezTo>
                  <a:pt x="3076108" y="1050703"/>
                  <a:pt x="3077536" y="1044988"/>
                  <a:pt x="3076965" y="1038701"/>
                </a:cubicBezTo>
                <a:cubicBezTo>
                  <a:pt x="3076393" y="1032415"/>
                  <a:pt x="3081822" y="1021651"/>
                  <a:pt x="3078489" y="1010221"/>
                </a:cubicBezTo>
                <a:cubicBezTo>
                  <a:pt x="3075917" y="1001363"/>
                  <a:pt x="3080584" y="993743"/>
                  <a:pt x="3080584" y="993743"/>
                </a:cubicBezTo>
                <a:cubicBezTo>
                  <a:pt x="3080584" y="993743"/>
                  <a:pt x="3082966" y="986314"/>
                  <a:pt x="3082870" y="984028"/>
                </a:cubicBezTo>
                <a:cubicBezTo>
                  <a:pt x="3082870" y="981932"/>
                  <a:pt x="3082299" y="977741"/>
                  <a:pt x="3083156" y="975931"/>
                </a:cubicBezTo>
                <a:cubicBezTo>
                  <a:pt x="3084013" y="974122"/>
                  <a:pt x="3083442" y="961549"/>
                  <a:pt x="3084013" y="955548"/>
                </a:cubicBezTo>
                <a:cubicBezTo>
                  <a:pt x="3084585" y="949547"/>
                  <a:pt x="3083346" y="942403"/>
                  <a:pt x="3080679" y="938498"/>
                </a:cubicBezTo>
                <a:cubicBezTo>
                  <a:pt x="3075917" y="931640"/>
                  <a:pt x="3084585" y="937927"/>
                  <a:pt x="3080679" y="931926"/>
                </a:cubicBezTo>
                <a:cubicBezTo>
                  <a:pt x="3079060" y="929449"/>
                  <a:pt x="3080108" y="926211"/>
                  <a:pt x="3078584" y="919924"/>
                </a:cubicBezTo>
                <a:cubicBezTo>
                  <a:pt x="3077155" y="913638"/>
                  <a:pt x="3083156" y="912400"/>
                  <a:pt x="3079822" y="903732"/>
                </a:cubicBezTo>
                <a:cubicBezTo>
                  <a:pt x="3077251" y="897160"/>
                  <a:pt x="3082775" y="892302"/>
                  <a:pt x="3084299" y="895636"/>
                </a:cubicBezTo>
                <a:cubicBezTo>
                  <a:pt x="3087537" y="902779"/>
                  <a:pt x="3094967" y="888301"/>
                  <a:pt x="3093253" y="886015"/>
                </a:cubicBezTo>
                <a:cubicBezTo>
                  <a:pt x="3090871" y="882682"/>
                  <a:pt x="3094205" y="879443"/>
                  <a:pt x="3090586" y="875824"/>
                </a:cubicBezTo>
                <a:cubicBezTo>
                  <a:pt x="3087919" y="873157"/>
                  <a:pt x="3089443" y="872204"/>
                  <a:pt x="3092395" y="870109"/>
                </a:cubicBezTo>
                <a:close/>
                <a:moveTo>
                  <a:pt x="1055664" y="866104"/>
                </a:moveTo>
                <a:lnTo>
                  <a:pt x="1055664" y="871251"/>
                </a:lnTo>
                <a:lnTo>
                  <a:pt x="1055665" y="871252"/>
                </a:lnTo>
                <a:lnTo>
                  <a:pt x="1055665" y="866107"/>
                </a:lnTo>
                <a:close/>
                <a:moveTo>
                  <a:pt x="4543243" y="865536"/>
                </a:moveTo>
                <a:cubicBezTo>
                  <a:pt x="4547815" y="864965"/>
                  <a:pt x="4554101" y="867060"/>
                  <a:pt x="4557054" y="870013"/>
                </a:cubicBezTo>
                <a:cubicBezTo>
                  <a:pt x="4560006" y="873061"/>
                  <a:pt x="4569627" y="876585"/>
                  <a:pt x="4572675" y="874775"/>
                </a:cubicBezTo>
                <a:cubicBezTo>
                  <a:pt x="4576009" y="872680"/>
                  <a:pt x="4581438" y="874109"/>
                  <a:pt x="4586486" y="873251"/>
                </a:cubicBezTo>
                <a:cubicBezTo>
                  <a:pt x="4591534" y="872299"/>
                  <a:pt x="4594868" y="874394"/>
                  <a:pt x="4594868" y="875918"/>
                </a:cubicBezTo>
                <a:cubicBezTo>
                  <a:pt x="4594868" y="877347"/>
                  <a:pt x="4595725" y="880109"/>
                  <a:pt x="4597249" y="880681"/>
                </a:cubicBezTo>
                <a:cubicBezTo>
                  <a:pt x="4598773" y="881252"/>
                  <a:pt x="4601440" y="883062"/>
                  <a:pt x="4601726" y="884586"/>
                </a:cubicBezTo>
                <a:cubicBezTo>
                  <a:pt x="4602012" y="886015"/>
                  <a:pt x="4606203" y="889063"/>
                  <a:pt x="4608013" y="891444"/>
                </a:cubicBezTo>
                <a:cubicBezTo>
                  <a:pt x="4609822" y="893825"/>
                  <a:pt x="4614871" y="897731"/>
                  <a:pt x="4618204" y="895635"/>
                </a:cubicBezTo>
                <a:cubicBezTo>
                  <a:pt x="4621538" y="893540"/>
                  <a:pt x="4627539" y="898016"/>
                  <a:pt x="4629920" y="901922"/>
                </a:cubicBezTo>
                <a:cubicBezTo>
                  <a:pt x="4632301" y="905732"/>
                  <a:pt x="4639731" y="911161"/>
                  <a:pt x="4638873" y="915066"/>
                </a:cubicBezTo>
                <a:cubicBezTo>
                  <a:pt x="4638016" y="918971"/>
                  <a:pt x="4628777" y="915638"/>
                  <a:pt x="4623634" y="915352"/>
                </a:cubicBezTo>
                <a:cubicBezTo>
                  <a:pt x="4618585" y="915066"/>
                  <a:pt x="4614680" y="914495"/>
                  <a:pt x="4614966" y="910589"/>
                </a:cubicBezTo>
                <a:cubicBezTo>
                  <a:pt x="4615252" y="906684"/>
                  <a:pt x="4612585" y="904589"/>
                  <a:pt x="4611346" y="907256"/>
                </a:cubicBezTo>
                <a:cubicBezTo>
                  <a:pt x="4610108" y="909923"/>
                  <a:pt x="4607155" y="907827"/>
                  <a:pt x="4602964" y="907827"/>
                </a:cubicBezTo>
                <a:cubicBezTo>
                  <a:pt x="4598773" y="907827"/>
                  <a:pt x="4596964" y="906017"/>
                  <a:pt x="4598202" y="903065"/>
                </a:cubicBezTo>
                <a:cubicBezTo>
                  <a:pt x="4599440" y="900112"/>
                  <a:pt x="4594011" y="900683"/>
                  <a:pt x="4593725" y="898588"/>
                </a:cubicBezTo>
                <a:cubicBezTo>
                  <a:pt x="4593439" y="896492"/>
                  <a:pt x="4592296" y="897064"/>
                  <a:pt x="4590772" y="897350"/>
                </a:cubicBezTo>
                <a:cubicBezTo>
                  <a:pt x="4589344" y="897635"/>
                  <a:pt x="4588677" y="895826"/>
                  <a:pt x="4586010" y="900017"/>
                </a:cubicBezTo>
                <a:cubicBezTo>
                  <a:pt x="4583343" y="904208"/>
                  <a:pt x="4577342" y="890777"/>
                  <a:pt x="4577056" y="889253"/>
                </a:cubicBezTo>
                <a:cubicBezTo>
                  <a:pt x="4576390" y="886301"/>
                  <a:pt x="4571627" y="883824"/>
                  <a:pt x="4569627" y="882776"/>
                </a:cubicBezTo>
                <a:cubicBezTo>
                  <a:pt x="4565626" y="880681"/>
                  <a:pt x="4566865" y="878776"/>
                  <a:pt x="4565340" y="882395"/>
                </a:cubicBezTo>
                <a:cubicBezTo>
                  <a:pt x="4563912" y="885920"/>
                  <a:pt x="4562673" y="884110"/>
                  <a:pt x="4558768" y="885348"/>
                </a:cubicBezTo>
                <a:cubicBezTo>
                  <a:pt x="4554863" y="886491"/>
                  <a:pt x="4557721" y="883824"/>
                  <a:pt x="4555720" y="882014"/>
                </a:cubicBezTo>
                <a:cubicBezTo>
                  <a:pt x="4553434" y="879919"/>
                  <a:pt x="4552768" y="877538"/>
                  <a:pt x="4558197" y="878395"/>
                </a:cubicBezTo>
                <a:cubicBezTo>
                  <a:pt x="4561912" y="878966"/>
                  <a:pt x="4560197" y="876680"/>
                  <a:pt x="4556959" y="876014"/>
                </a:cubicBezTo>
                <a:cubicBezTo>
                  <a:pt x="4555339" y="875633"/>
                  <a:pt x="4553244" y="876204"/>
                  <a:pt x="4551339" y="876871"/>
                </a:cubicBezTo>
                <a:cubicBezTo>
                  <a:pt x="4545719" y="878966"/>
                  <a:pt x="4547148" y="876585"/>
                  <a:pt x="4542385" y="872680"/>
                </a:cubicBezTo>
                <a:cubicBezTo>
                  <a:pt x="4537528" y="868870"/>
                  <a:pt x="4538766" y="866108"/>
                  <a:pt x="4543243" y="865536"/>
                </a:cubicBezTo>
                <a:close/>
                <a:moveTo>
                  <a:pt x="1252401" y="857279"/>
                </a:moveTo>
                <a:lnTo>
                  <a:pt x="1252225" y="858224"/>
                </a:lnTo>
                <a:lnTo>
                  <a:pt x="1252987" y="859893"/>
                </a:lnTo>
                <a:lnTo>
                  <a:pt x="1250542" y="867260"/>
                </a:lnTo>
                <a:lnTo>
                  <a:pt x="1249212" y="874395"/>
                </a:lnTo>
                <a:lnTo>
                  <a:pt x="1250098" y="883693"/>
                </a:lnTo>
                <a:lnTo>
                  <a:pt x="1250261" y="883062"/>
                </a:lnTo>
                <a:cubicBezTo>
                  <a:pt x="1249688" y="874394"/>
                  <a:pt x="1248451" y="873441"/>
                  <a:pt x="1250545" y="868393"/>
                </a:cubicBezTo>
                <a:cubicBezTo>
                  <a:pt x="1251593" y="865869"/>
                  <a:pt x="1253165" y="862869"/>
                  <a:pt x="1253463" y="859606"/>
                </a:cubicBezTo>
                <a:close/>
                <a:moveTo>
                  <a:pt x="3474443" y="854285"/>
                </a:moveTo>
                <a:cubicBezTo>
                  <a:pt x="3475347" y="854059"/>
                  <a:pt x="3476776" y="854725"/>
                  <a:pt x="3477681" y="855916"/>
                </a:cubicBezTo>
                <a:cubicBezTo>
                  <a:pt x="3479395" y="858297"/>
                  <a:pt x="3477967" y="858011"/>
                  <a:pt x="3480062" y="859535"/>
                </a:cubicBezTo>
                <a:cubicBezTo>
                  <a:pt x="3482157" y="860964"/>
                  <a:pt x="3484253" y="864298"/>
                  <a:pt x="3482157" y="864298"/>
                </a:cubicBezTo>
                <a:cubicBezTo>
                  <a:pt x="3480062" y="864298"/>
                  <a:pt x="3476728" y="862774"/>
                  <a:pt x="3474347" y="858011"/>
                </a:cubicBezTo>
                <a:cubicBezTo>
                  <a:pt x="3473157" y="855630"/>
                  <a:pt x="3473538" y="854511"/>
                  <a:pt x="3474443" y="854285"/>
                </a:cubicBezTo>
                <a:close/>
                <a:moveTo>
                  <a:pt x="3913069" y="853535"/>
                </a:moveTo>
                <a:cubicBezTo>
                  <a:pt x="3918499" y="851725"/>
                  <a:pt x="3920308" y="855344"/>
                  <a:pt x="3918784" y="858297"/>
                </a:cubicBezTo>
                <a:cubicBezTo>
                  <a:pt x="3917260" y="861345"/>
                  <a:pt x="3917546" y="862488"/>
                  <a:pt x="3920594" y="861059"/>
                </a:cubicBezTo>
                <a:cubicBezTo>
                  <a:pt x="3923547" y="859535"/>
                  <a:pt x="3925071" y="862869"/>
                  <a:pt x="3921166" y="864965"/>
                </a:cubicBezTo>
                <a:cubicBezTo>
                  <a:pt x="3917355" y="867060"/>
                  <a:pt x="3916689" y="870870"/>
                  <a:pt x="3911926" y="872108"/>
                </a:cubicBezTo>
                <a:cubicBezTo>
                  <a:pt x="3907259" y="873251"/>
                  <a:pt x="3908021" y="875347"/>
                  <a:pt x="3904402" y="876585"/>
                </a:cubicBezTo>
                <a:cubicBezTo>
                  <a:pt x="3898115" y="878681"/>
                  <a:pt x="3900496" y="873918"/>
                  <a:pt x="3902020" y="872108"/>
                </a:cubicBezTo>
                <a:cubicBezTo>
                  <a:pt x="3904592" y="869060"/>
                  <a:pt x="3904687" y="868298"/>
                  <a:pt x="3909831" y="864965"/>
                </a:cubicBezTo>
                <a:cubicBezTo>
                  <a:pt x="3914879" y="861631"/>
                  <a:pt x="3910688" y="862202"/>
                  <a:pt x="3908021" y="859821"/>
                </a:cubicBezTo>
                <a:cubicBezTo>
                  <a:pt x="3905259" y="857440"/>
                  <a:pt x="3907640" y="855344"/>
                  <a:pt x="3913069" y="853535"/>
                </a:cubicBezTo>
                <a:close/>
                <a:moveTo>
                  <a:pt x="3002383" y="852868"/>
                </a:moveTo>
                <a:cubicBezTo>
                  <a:pt x="3005717" y="850487"/>
                  <a:pt x="3006860" y="852011"/>
                  <a:pt x="3006003" y="854106"/>
                </a:cubicBezTo>
                <a:cubicBezTo>
                  <a:pt x="3006003" y="858964"/>
                  <a:pt x="3005717" y="856868"/>
                  <a:pt x="3001526" y="858297"/>
                </a:cubicBezTo>
                <a:cubicBezTo>
                  <a:pt x="2997335" y="859726"/>
                  <a:pt x="2999050" y="855249"/>
                  <a:pt x="3002383" y="852868"/>
                </a:cubicBezTo>
                <a:close/>
                <a:moveTo>
                  <a:pt x="4538195" y="849344"/>
                </a:moveTo>
                <a:cubicBezTo>
                  <a:pt x="4539338" y="851153"/>
                  <a:pt x="4538481" y="854106"/>
                  <a:pt x="4536100" y="850582"/>
                </a:cubicBezTo>
                <a:cubicBezTo>
                  <a:pt x="4533719" y="846962"/>
                  <a:pt x="4536957" y="847534"/>
                  <a:pt x="4538195" y="849344"/>
                </a:cubicBezTo>
                <a:close/>
                <a:moveTo>
                  <a:pt x="3926952" y="848855"/>
                </a:moveTo>
                <a:cubicBezTo>
                  <a:pt x="3927452" y="849486"/>
                  <a:pt x="3927261" y="850677"/>
                  <a:pt x="3926213" y="851725"/>
                </a:cubicBezTo>
                <a:cubicBezTo>
                  <a:pt x="3924118" y="853820"/>
                  <a:pt x="3918784" y="852677"/>
                  <a:pt x="3923546" y="849343"/>
                </a:cubicBezTo>
                <a:cubicBezTo>
                  <a:pt x="3925261" y="848152"/>
                  <a:pt x="3926451" y="848224"/>
                  <a:pt x="3926952" y="848855"/>
                </a:cubicBezTo>
                <a:close/>
                <a:moveTo>
                  <a:pt x="3016576" y="848594"/>
                </a:moveTo>
                <a:cubicBezTo>
                  <a:pt x="3017886" y="848630"/>
                  <a:pt x="3018719" y="849534"/>
                  <a:pt x="3018576" y="850582"/>
                </a:cubicBezTo>
                <a:cubicBezTo>
                  <a:pt x="3018290" y="852678"/>
                  <a:pt x="3017338" y="852011"/>
                  <a:pt x="3018671" y="852964"/>
                </a:cubicBezTo>
                <a:cubicBezTo>
                  <a:pt x="3019909" y="853916"/>
                  <a:pt x="3021433" y="856297"/>
                  <a:pt x="3018100" y="860774"/>
                </a:cubicBezTo>
                <a:cubicBezTo>
                  <a:pt x="3014766" y="865251"/>
                  <a:pt x="3012956" y="863155"/>
                  <a:pt x="3012956" y="861631"/>
                </a:cubicBezTo>
                <a:cubicBezTo>
                  <a:pt x="3012956" y="860203"/>
                  <a:pt x="3015052" y="857821"/>
                  <a:pt x="3010861" y="858679"/>
                </a:cubicBezTo>
                <a:cubicBezTo>
                  <a:pt x="3006670" y="859631"/>
                  <a:pt x="3008098" y="856583"/>
                  <a:pt x="3011718" y="851821"/>
                </a:cubicBezTo>
                <a:cubicBezTo>
                  <a:pt x="3013480" y="849392"/>
                  <a:pt x="3015266" y="848558"/>
                  <a:pt x="3016576" y="848594"/>
                </a:cubicBezTo>
                <a:close/>
                <a:moveTo>
                  <a:pt x="1245684" y="846796"/>
                </a:moveTo>
                <a:lnTo>
                  <a:pt x="1247657" y="849050"/>
                </a:lnTo>
                <a:lnTo>
                  <a:pt x="1248260" y="849535"/>
                </a:lnTo>
                <a:lnTo>
                  <a:pt x="1248456" y="849963"/>
                </a:lnTo>
                <a:lnTo>
                  <a:pt x="1249723" y="851412"/>
                </a:lnTo>
                <a:lnTo>
                  <a:pt x="1248736" y="849248"/>
                </a:lnTo>
                <a:close/>
                <a:moveTo>
                  <a:pt x="1203301" y="845057"/>
                </a:moveTo>
                <a:cubicBezTo>
                  <a:pt x="1198540" y="842962"/>
                  <a:pt x="1196729" y="845343"/>
                  <a:pt x="1195491" y="846581"/>
                </a:cubicBezTo>
                <a:lnTo>
                  <a:pt x="1193395" y="847438"/>
                </a:lnTo>
                <a:lnTo>
                  <a:pt x="1193379" y="847537"/>
                </a:lnTo>
                <a:lnTo>
                  <a:pt x="1195015" y="846868"/>
                </a:lnTo>
                <a:cubicBezTo>
                  <a:pt x="1196254" y="845629"/>
                  <a:pt x="1197968" y="843248"/>
                  <a:pt x="1202826" y="845344"/>
                </a:cubicBezTo>
                <a:cubicBezTo>
                  <a:pt x="1207588" y="847439"/>
                  <a:pt x="1209684" y="845153"/>
                  <a:pt x="1209684" y="845153"/>
                </a:cubicBezTo>
                <a:lnTo>
                  <a:pt x="1209684" y="845344"/>
                </a:lnTo>
                <a:lnTo>
                  <a:pt x="1209887" y="845057"/>
                </a:lnTo>
                <a:close/>
                <a:moveTo>
                  <a:pt x="3929833" y="844867"/>
                </a:moveTo>
                <a:cubicBezTo>
                  <a:pt x="3932500" y="845439"/>
                  <a:pt x="3928309" y="844867"/>
                  <a:pt x="3931643" y="844867"/>
                </a:cubicBezTo>
                <a:cubicBezTo>
                  <a:pt x="3934977" y="844867"/>
                  <a:pt x="3932214" y="846677"/>
                  <a:pt x="3933738" y="848201"/>
                </a:cubicBezTo>
                <a:cubicBezTo>
                  <a:pt x="3935262" y="849630"/>
                  <a:pt x="3934977" y="850582"/>
                  <a:pt x="3931643" y="850868"/>
                </a:cubicBezTo>
                <a:cubicBezTo>
                  <a:pt x="3928404" y="851154"/>
                  <a:pt x="3932310" y="847248"/>
                  <a:pt x="3928976" y="846677"/>
                </a:cubicBezTo>
                <a:cubicBezTo>
                  <a:pt x="3925642" y="846105"/>
                  <a:pt x="3927166" y="844296"/>
                  <a:pt x="3929833" y="844867"/>
                </a:cubicBezTo>
                <a:close/>
                <a:moveTo>
                  <a:pt x="1233778" y="841475"/>
                </a:moveTo>
                <a:lnTo>
                  <a:pt x="1235108" y="842040"/>
                </a:lnTo>
                <a:lnTo>
                  <a:pt x="1239842" y="842772"/>
                </a:lnTo>
                <a:lnTo>
                  <a:pt x="1243225" y="845490"/>
                </a:lnTo>
                <a:lnTo>
                  <a:pt x="1244993" y="846241"/>
                </a:lnTo>
                <a:lnTo>
                  <a:pt x="1240318" y="842485"/>
                </a:lnTo>
                <a:close/>
                <a:moveTo>
                  <a:pt x="1231686" y="841152"/>
                </a:moveTo>
                <a:lnTo>
                  <a:pt x="1231533" y="841156"/>
                </a:lnTo>
                <a:lnTo>
                  <a:pt x="1231713" y="841156"/>
                </a:lnTo>
                <a:close/>
                <a:moveTo>
                  <a:pt x="1213112" y="840866"/>
                </a:moveTo>
                <a:lnTo>
                  <a:pt x="1213112" y="841184"/>
                </a:lnTo>
                <a:lnTo>
                  <a:pt x="1220689" y="841683"/>
                </a:lnTo>
                <a:lnTo>
                  <a:pt x="1221763" y="841436"/>
                </a:lnTo>
                <a:close/>
                <a:moveTo>
                  <a:pt x="1180554" y="840866"/>
                </a:moveTo>
                <a:lnTo>
                  <a:pt x="1182823" y="841153"/>
                </a:lnTo>
                <a:cubicBezTo>
                  <a:pt x="1182823" y="841153"/>
                  <a:pt x="1186443" y="841438"/>
                  <a:pt x="1186729" y="846201"/>
                </a:cubicBezTo>
                <a:cubicBezTo>
                  <a:pt x="1187014" y="850963"/>
                  <a:pt x="1189681" y="849535"/>
                  <a:pt x="1189681" y="849535"/>
                </a:cubicBezTo>
                <a:lnTo>
                  <a:pt x="1192634" y="849535"/>
                </a:lnTo>
                <a:lnTo>
                  <a:pt x="1192679" y="849248"/>
                </a:lnTo>
                <a:lnTo>
                  <a:pt x="1190157" y="849248"/>
                </a:lnTo>
                <a:cubicBezTo>
                  <a:pt x="1190157" y="849248"/>
                  <a:pt x="1187490" y="850772"/>
                  <a:pt x="1187204" y="845914"/>
                </a:cubicBezTo>
                <a:cubicBezTo>
                  <a:pt x="1186918" y="841152"/>
                  <a:pt x="1183299" y="840866"/>
                  <a:pt x="1183299" y="840866"/>
                </a:cubicBezTo>
                <a:close/>
                <a:moveTo>
                  <a:pt x="1162645" y="836255"/>
                </a:moveTo>
                <a:lnTo>
                  <a:pt x="1162448" y="836282"/>
                </a:lnTo>
                <a:lnTo>
                  <a:pt x="1161678" y="836389"/>
                </a:lnTo>
                <a:lnTo>
                  <a:pt x="1161673" y="836368"/>
                </a:lnTo>
                <a:lnTo>
                  <a:pt x="1152820" y="840009"/>
                </a:lnTo>
                <a:cubicBezTo>
                  <a:pt x="1150724" y="840009"/>
                  <a:pt x="1146533" y="841533"/>
                  <a:pt x="1143485" y="844200"/>
                </a:cubicBezTo>
                <a:cubicBezTo>
                  <a:pt x="1140437" y="846867"/>
                  <a:pt x="1136913" y="850486"/>
                  <a:pt x="1133865" y="853153"/>
                </a:cubicBezTo>
                <a:cubicBezTo>
                  <a:pt x="1130912" y="855820"/>
                  <a:pt x="1123959" y="861535"/>
                  <a:pt x="1120340" y="865441"/>
                </a:cubicBezTo>
                <a:cubicBezTo>
                  <a:pt x="1116720" y="869346"/>
                  <a:pt x="1115291" y="869632"/>
                  <a:pt x="1115291" y="869632"/>
                </a:cubicBezTo>
                <a:lnTo>
                  <a:pt x="1113196" y="870489"/>
                </a:lnTo>
                <a:lnTo>
                  <a:pt x="1113239" y="870758"/>
                </a:lnTo>
                <a:lnTo>
                  <a:pt x="1115291" y="869918"/>
                </a:lnTo>
                <a:cubicBezTo>
                  <a:pt x="1115291" y="869918"/>
                  <a:pt x="1116815" y="869633"/>
                  <a:pt x="1120340" y="865727"/>
                </a:cubicBezTo>
                <a:cubicBezTo>
                  <a:pt x="1123959" y="861822"/>
                  <a:pt x="1130817" y="856107"/>
                  <a:pt x="1133865" y="853440"/>
                </a:cubicBezTo>
                <a:cubicBezTo>
                  <a:pt x="1136818" y="850773"/>
                  <a:pt x="1140437" y="847153"/>
                  <a:pt x="1143485" y="844487"/>
                </a:cubicBezTo>
                <a:cubicBezTo>
                  <a:pt x="1146438" y="841819"/>
                  <a:pt x="1150629" y="840295"/>
                  <a:pt x="1152820" y="840295"/>
                </a:cubicBezTo>
                <a:close/>
                <a:moveTo>
                  <a:pt x="1165107" y="835913"/>
                </a:moveTo>
                <a:lnTo>
                  <a:pt x="1163362" y="836155"/>
                </a:lnTo>
                <a:lnTo>
                  <a:pt x="1168250" y="836866"/>
                </a:lnTo>
                <a:lnTo>
                  <a:pt x="1169774" y="836581"/>
                </a:lnTo>
                <a:cubicBezTo>
                  <a:pt x="1170250" y="837152"/>
                  <a:pt x="1171871" y="839152"/>
                  <a:pt x="1174537" y="840105"/>
                </a:cubicBezTo>
                <a:lnTo>
                  <a:pt x="1177774" y="840514"/>
                </a:lnTo>
                <a:lnTo>
                  <a:pt x="1174727" y="839890"/>
                </a:lnTo>
                <a:cubicBezTo>
                  <a:pt x="1173560" y="839699"/>
                  <a:pt x="1172440" y="839056"/>
                  <a:pt x="1170250" y="836199"/>
                </a:cubicBezTo>
                <a:lnTo>
                  <a:pt x="1168726" y="836485"/>
                </a:lnTo>
                <a:cubicBezTo>
                  <a:pt x="1167583" y="835818"/>
                  <a:pt x="1165107" y="835913"/>
                  <a:pt x="1165107" y="835913"/>
                </a:cubicBezTo>
                <a:close/>
                <a:moveTo>
                  <a:pt x="3957360" y="830484"/>
                </a:moveTo>
                <a:cubicBezTo>
                  <a:pt x="3959551" y="832866"/>
                  <a:pt x="3961265" y="834961"/>
                  <a:pt x="3964885" y="836104"/>
                </a:cubicBezTo>
                <a:cubicBezTo>
                  <a:pt x="3968504" y="837342"/>
                  <a:pt x="3968218" y="840295"/>
                  <a:pt x="3966980" y="839724"/>
                </a:cubicBezTo>
                <a:cubicBezTo>
                  <a:pt x="3965742" y="839152"/>
                  <a:pt x="3964885" y="839724"/>
                  <a:pt x="3963361" y="841248"/>
                </a:cubicBezTo>
                <a:cubicBezTo>
                  <a:pt x="3961837" y="842772"/>
                  <a:pt x="3956407" y="844010"/>
                  <a:pt x="3954026" y="842772"/>
                </a:cubicBezTo>
                <a:cubicBezTo>
                  <a:pt x="3951645" y="841629"/>
                  <a:pt x="3948978" y="841629"/>
                  <a:pt x="3947168" y="844296"/>
                </a:cubicBezTo>
                <a:cubicBezTo>
                  <a:pt x="3945358" y="847058"/>
                  <a:pt x="3943263" y="846677"/>
                  <a:pt x="3939072" y="841914"/>
                </a:cubicBezTo>
                <a:cubicBezTo>
                  <a:pt x="3934881" y="837057"/>
                  <a:pt x="3942120" y="835628"/>
                  <a:pt x="3942120" y="834104"/>
                </a:cubicBezTo>
                <a:cubicBezTo>
                  <a:pt x="3942120" y="832580"/>
                  <a:pt x="3942977" y="832008"/>
                  <a:pt x="3944501" y="832580"/>
                </a:cubicBezTo>
                <a:cubicBezTo>
                  <a:pt x="3945930" y="833151"/>
                  <a:pt x="3947168" y="833151"/>
                  <a:pt x="3949263" y="830770"/>
                </a:cubicBezTo>
                <a:cubicBezTo>
                  <a:pt x="3951359" y="828389"/>
                  <a:pt x="3955264" y="828103"/>
                  <a:pt x="3957360" y="830484"/>
                </a:cubicBezTo>
                <a:close/>
                <a:moveTo>
                  <a:pt x="4539862" y="828746"/>
                </a:moveTo>
                <a:cubicBezTo>
                  <a:pt x="4540243" y="829269"/>
                  <a:pt x="4540243" y="830912"/>
                  <a:pt x="4539624" y="832865"/>
                </a:cubicBezTo>
                <a:cubicBezTo>
                  <a:pt x="4538481" y="836770"/>
                  <a:pt x="4536386" y="839152"/>
                  <a:pt x="4535719" y="837342"/>
                </a:cubicBezTo>
                <a:cubicBezTo>
                  <a:pt x="4535147" y="835532"/>
                  <a:pt x="4536576" y="834675"/>
                  <a:pt x="4537814" y="831341"/>
                </a:cubicBezTo>
                <a:cubicBezTo>
                  <a:pt x="4538719" y="828817"/>
                  <a:pt x="4539481" y="828222"/>
                  <a:pt x="4539862" y="828746"/>
                </a:cubicBezTo>
                <a:close/>
                <a:moveTo>
                  <a:pt x="4507965" y="828222"/>
                </a:moveTo>
                <a:cubicBezTo>
                  <a:pt x="4508001" y="827531"/>
                  <a:pt x="4508906" y="827579"/>
                  <a:pt x="4510572" y="829246"/>
                </a:cubicBezTo>
                <a:cubicBezTo>
                  <a:pt x="4513906" y="832580"/>
                  <a:pt x="4516859" y="836199"/>
                  <a:pt x="4510572" y="831627"/>
                </a:cubicBezTo>
                <a:cubicBezTo>
                  <a:pt x="4508763" y="830341"/>
                  <a:pt x="4507930" y="828913"/>
                  <a:pt x="4507965" y="828222"/>
                </a:cubicBezTo>
                <a:close/>
                <a:moveTo>
                  <a:pt x="4520192" y="822959"/>
                </a:moveTo>
                <a:cubicBezTo>
                  <a:pt x="4521430" y="821149"/>
                  <a:pt x="4523812" y="822388"/>
                  <a:pt x="4522288" y="824483"/>
                </a:cubicBezTo>
                <a:cubicBezTo>
                  <a:pt x="4521049" y="829246"/>
                  <a:pt x="4518954" y="824769"/>
                  <a:pt x="4520192" y="822959"/>
                </a:cubicBezTo>
                <a:close/>
                <a:moveTo>
                  <a:pt x="4014106" y="820911"/>
                </a:moveTo>
                <a:cubicBezTo>
                  <a:pt x="4014868" y="820530"/>
                  <a:pt x="4015701" y="820911"/>
                  <a:pt x="4016130" y="821530"/>
                </a:cubicBezTo>
                <a:cubicBezTo>
                  <a:pt x="4017082" y="822673"/>
                  <a:pt x="4017653" y="826007"/>
                  <a:pt x="4015844" y="828388"/>
                </a:cubicBezTo>
                <a:cubicBezTo>
                  <a:pt x="4011653" y="832294"/>
                  <a:pt x="4012224" y="829531"/>
                  <a:pt x="4012510" y="824864"/>
                </a:cubicBezTo>
                <a:cubicBezTo>
                  <a:pt x="4012653" y="822435"/>
                  <a:pt x="4013344" y="821292"/>
                  <a:pt x="4014106" y="820911"/>
                </a:cubicBezTo>
                <a:close/>
                <a:moveTo>
                  <a:pt x="1148036" y="819904"/>
                </a:moveTo>
                <a:lnTo>
                  <a:pt x="1149391" y="821530"/>
                </a:lnTo>
                <a:lnTo>
                  <a:pt x="1149415" y="821540"/>
                </a:lnTo>
                <a:lnTo>
                  <a:pt x="1148058" y="819912"/>
                </a:lnTo>
                <a:close/>
                <a:moveTo>
                  <a:pt x="4462661" y="818768"/>
                </a:moveTo>
                <a:cubicBezTo>
                  <a:pt x="4463518" y="820292"/>
                  <a:pt x="4464471" y="820864"/>
                  <a:pt x="4462280" y="821912"/>
                </a:cubicBezTo>
                <a:cubicBezTo>
                  <a:pt x="4460185" y="823150"/>
                  <a:pt x="4462280" y="825817"/>
                  <a:pt x="4464090" y="825531"/>
                </a:cubicBezTo>
                <a:cubicBezTo>
                  <a:pt x="4465900" y="825245"/>
                  <a:pt x="4470091" y="826960"/>
                  <a:pt x="4467995" y="830008"/>
                </a:cubicBezTo>
                <a:cubicBezTo>
                  <a:pt x="4465805" y="832960"/>
                  <a:pt x="4474282" y="833913"/>
                  <a:pt x="4475139" y="836294"/>
                </a:cubicBezTo>
                <a:cubicBezTo>
                  <a:pt x="4475996" y="838676"/>
                  <a:pt x="4482854" y="836580"/>
                  <a:pt x="4484093" y="838676"/>
                </a:cubicBezTo>
                <a:cubicBezTo>
                  <a:pt x="4485331" y="840771"/>
                  <a:pt x="4483807" y="841438"/>
                  <a:pt x="4479044" y="842009"/>
                </a:cubicBezTo>
                <a:cubicBezTo>
                  <a:pt x="4474282" y="842581"/>
                  <a:pt x="4463518" y="835723"/>
                  <a:pt x="4463804" y="833627"/>
                </a:cubicBezTo>
                <a:cubicBezTo>
                  <a:pt x="4464090" y="831532"/>
                  <a:pt x="4463804" y="830960"/>
                  <a:pt x="4461423" y="830960"/>
                </a:cubicBezTo>
                <a:cubicBezTo>
                  <a:pt x="4459042" y="830960"/>
                  <a:pt x="4456280" y="829531"/>
                  <a:pt x="4453898" y="825912"/>
                </a:cubicBezTo>
                <a:cubicBezTo>
                  <a:pt x="4451517" y="822293"/>
                  <a:pt x="4455994" y="821435"/>
                  <a:pt x="4457518" y="819626"/>
                </a:cubicBezTo>
                <a:cubicBezTo>
                  <a:pt x="4459042" y="817911"/>
                  <a:pt x="4461804" y="817244"/>
                  <a:pt x="4462661" y="818768"/>
                </a:cubicBezTo>
                <a:close/>
                <a:moveTo>
                  <a:pt x="1075176" y="817559"/>
                </a:moveTo>
                <a:lnTo>
                  <a:pt x="1074619" y="819245"/>
                </a:lnTo>
                <a:cubicBezTo>
                  <a:pt x="1073095" y="824579"/>
                  <a:pt x="1074619" y="828198"/>
                  <a:pt x="1070429" y="826388"/>
                </a:cubicBezTo>
                <a:cubicBezTo>
                  <a:pt x="1066238" y="824579"/>
                  <a:pt x="1062903" y="822769"/>
                  <a:pt x="1062618" y="826388"/>
                </a:cubicBezTo>
                <a:cubicBezTo>
                  <a:pt x="1062332" y="830008"/>
                  <a:pt x="1063189" y="830579"/>
                  <a:pt x="1061094" y="831818"/>
                </a:cubicBezTo>
                <a:cubicBezTo>
                  <a:pt x="1058998" y="832961"/>
                  <a:pt x="1057570" y="830865"/>
                  <a:pt x="1056331" y="834199"/>
                </a:cubicBezTo>
                <a:lnTo>
                  <a:pt x="1049693" y="842687"/>
                </a:lnTo>
                <a:lnTo>
                  <a:pt x="1052332" y="841497"/>
                </a:lnTo>
                <a:cubicBezTo>
                  <a:pt x="1053951" y="840247"/>
                  <a:pt x="1055094" y="838342"/>
                  <a:pt x="1056522" y="834389"/>
                </a:cubicBezTo>
                <a:cubicBezTo>
                  <a:pt x="1057760" y="831055"/>
                  <a:pt x="1059189" y="833151"/>
                  <a:pt x="1061284" y="832008"/>
                </a:cubicBezTo>
                <a:cubicBezTo>
                  <a:pt x="1063380" y="830770"/>
                  <a:pt x="1062523" y="830198"/>
                  <a:pt x="1062809" y="826579"/>
                </a:cubicBezTo>
                <a:cubicBezTo>
                  <a:pt x="1063094" y="822959"/>
                  <a:pt x="1066428" y="824769"/>
                  <a:pt x="1070619" y="826579"/>
                </a:cubicBezTo>
                <a:cubicBezTo>
                  <a:pt x="1074810" y="828388"/>
                  <a:pt x="1073286" y="824769"/>
                  <a:pt x="1074810" y="819435"/>
                </a:cubicBezTo>
                <a:lnTo>
                  <a:pt x="1075303" y="817675"/>
                </a:lnTo>
                <a:close/>
                <a:moveTo>
                  <a:pt x="4507905" y="815816"/>
                </a:moveTo>
                <a:cubicBezTo>
                  <a:pt x="4510858" y="816959"/>
                  <a:pt x="4515049" y="818769"/>
                  <a:pt x="4517144" y="823246"/>
                </a:cubicBezTo>
                <a:cubicBezTo>
                  <a:pt x="4519811" y="828865"/>
                  <a:pt x="4515335" y="825341"/>
                  <a:pt x="4514763" y="823817"/>
                </a:cubicBezTo>
                <a:cubicBezTo>
                  <a:pt x="4513906" y="821722"/>
                  <a:pt x="4511715" y="821436"/>
                  <a:pt x="4513239" y="825056"/>
                </a:cubicBezTo>
                <a:cubicBezTo>
                  <a:pt x="4514763" y="828675"/>
                  <a:pt x="4510001" y="825151"/>
                  <a:pt x="4506095" y="823627"/>
                </a:cubicBezTo>
                <a:cubicBezTo>
                  <a:pt x="4502190" y="822103"/>
                  <a:pt x="4503714" y="821246"/>
                  <a:pt x="4503428" y="817912"/>
                </a:cubicBezTo>
                <a:cubicBezTo>
                  <a:pt x="4503143" y="814578"/>
                  <a:pt x="4504952" y="814578"/>
                  <a:pt x="4507905" y="815816"/>
                </a:cubicBezTo>
                <a:close/>
                <a:moveTo>
                  <a:pt x="1002318" y="813125"/>
                </a:moveTo>
                <a:lnTo>
                  <a:pt x="1008706" y="818959"/>
                </a:lnTo>
                <a:lnTo>
                  <a:pt x="1008761" y="818937"/>
                </a:lnTo>
                <a:lnTo>
                  <a:pt x="1002420" y="813148"/>
                </a:lnTo>
                <a:close/>
                <a:moveTo>
                  <a:pt x="4486284" y="810100"/>
                </a:moveTo>
                <a:cubicBezTo>
                  <a:pt x="4489332" y="811910"/>
                  <a:pt x="4489618" y="811624"/>
                  <a:pt x="4492285" y="815244"/>
                </a:cubicBezTo>
                <a:cubicBezTo>
                  <a:pt x="4495047" y="818863"/>
                  <a:pt x="4492951" y="819149"/>
                  <a:pt x="4491713" y="817339"/>
                </a:cubicBezTo>
                <a:cubicBezTo>
                  <a:pt x="4490475" y="815530"/>
                  <a:pt x="4489332" y="814291"/>
                  <a:pt x="4485998" y="813434"/>
                </a:cubicBezTo>
                <a:cubicBezTo>
                  <a:pt x="4482664" y="812482"/>
                  <a:pt x="4483617" y="809814"/>
                  <a:pt x="4486284" y="810100"/>
                </a:cubicBezTo>
                <a:close/>
                <a:moveTo>
                  <a:pt x="1170572" y="809369"/>
                </a:moveTo>
                <a:lnTo>
                  <a:pt x="1168726" y="810006"/>
                </a:lnTo>
                <a:cubicBezTo>
                  <a:pt x="1168726" y="810006"/>
                  <a:pt x="1161202" y="818674"/>
                  <a:pt x="1159773" y="820198"/>
                </a:cubicBezTo>
                <a:lnTo>
                  <a:pt x="1156912" y="821951"/>
                </a:lnTo>
                <a:lnTo>
                  <a:pt x="1158059" y="822197"/>
                </a:lnTo>
                <a:lnTo>
                  <a:pt x="1161202" y="836389"/>
                </a:lnTo>
                <a:lnTo>
                  <a:pt x="1161647" y="836249"/>
                </a:lnTo>
                <a:lnTo>
                  <a:pt x="1158534" y="822197"/>
                </a:lnTo>
                <a:lnTo>
                  <a:pt x="1157391" y="821911"/>
                </a:lnTo>
                <a:lnTo>
                  <a:pt x="1160248" y="820197"/>
                </a:lnTo>
                <a:cubicBezTo>
                  <a:pt x="1161773" y="818673"/>
                  <a:pt x="1169202" y="810005"/>
                  <a:pt x="1169202" y="810005"/>
                </a:cubicBezTo>
                <a:close/>
                <a:moveTo>
                  <a:pt x="1171552" y="808915"/>
                </a:moveTo>
                <a:lnTo>
                  <a:pt x="1171474" y="808928"/>
                </a:lnTo>
                <a:lnTo>
                  <a:pt x="1171476" y="808950"/>
                </a:lnTo>
                <a:close/>
                <a:moveTo>
                  <a:pt x="4481760" y="800623"/>
                </a:moveTo>
                <a:cubicBezTo>
                  <a:pt x="4482855" y="800171"/>
                  <a:pt x="4484808" y="800623"/>
                  <a:pt x="4485998" y="802290"/>
                </a:cubicBezTo>
                <a:cubicBezTo>
                  <a:pt x="4488379" y="805624"/>
                  <a:pt x="4490761" y="804671"/>
                  <a:pt x="4493523" y="808291"/>
                </a:cubicBezTo>
                <a:cubicBezTo>
                  <a:pt x="4496190" y="811910"/>
                  <a:pt x="4494094" y="814006"/>
                  <a:pt x="4492285" y="811910"/>
                </a:cubicBezTo>
                <a:cubicBezTo>
                  <a:pt x="4490475" y="809815"/>
                  <a:pt x="4487141" y="808291"/>
                  <a:pt x="4482664" y="804385"/>
                </a:cubicBezTo>
                <a:cubicBezTo>
                  <a:pt x="4480426" y="802432"/>
                  <a:pt x="4480665" y="801075"/>
                  <a:pt x="4481760" y="800623"/>
                </a:cubicBezTo>
                <a:close/>
                <a:moveTo>
                  <a:pt x="1146295" y="794278"/>
                </a:moveTo>
                <a:cubicBezTo>
                  <a:pt x="1144271" y="793837"/>
                  <a:pt x="1142390" y="794147"/>
                  <a:pt x="1140723" y="796385"/>
                </a:cubicBezTo>
                <a:lnTo>
                  <a:pt x="1136236" y="798426"/>
                </a:lnTo>
                <a:lnTo>
                  <a:pt x="1136306" y="798576"/>
                </a:lnTo>
                <a:cubicBezTo>
                  <a:pt x="1137580" y="799171"/>
                  <a:pt x="1139295" y="798719"/>
                  <a:pt x="1140914" y="796480"/>
                </a:cubicBezTo>
                <a:cubicBezTo>
                  <a:pt x="1144248" y="792004"/>
                  <a:pt x="1148439" y="795242"/>
                  <a:pt x="1152916" y="796766"/>
                </a:cubicBezTo>
                <a:lnTo>
                  <a:pt x="1160655" y="797333"/>
                </a:lnTo>
                <a:lnTo>
                  <a:pt x="1160534" y="797242"/>
                </a:lnTo>
                <a:cubicBezTo>
                  <a:pt x="1160534" y="797242"/>
                  <a:pt x="1157201" y="798195"/>
                  <a:pt x="1152724" y="796671"/>
                </a:cubicBezTo>
                <a:cubicBezTo>
                  <a:pt x="1150486" y="795909"/>
                  <a:pt x="1148319" y="794718"/>
                  <a:pt x="1146295" y="794278"/>
                </a:cubicBezTo>
                <a:close/>
                <a:moveTo>
                  <a:pt x="1039377" y="793146"/>
                </a:moveTo>
                <a:lnTo>
                  <a:pt x="1039012" y="793209"/>
                </a:lnTo>
                <a:lnTo>
                  <a:pt x="1038520" y="794765"/>
                </a:lnTo>
                <a:lnTo>
                  <a:pt x="1042425" y="796289"/>
                </a:lnTo>
                <a:lnTo>
                  <a:pt x="1042493" y="796278"/>
                </a:lnTo>
                <a:lnTo>
                  <a:pt x="1038615" y="794765"/>
                </a:lnTo>
                <a:close/>
                <a:moveTo>
                  <a:pt x="4461709" y="790956"/>
                </a:moveTo>
                <a:cubicBezTo>
                  <a:pt x="4464947" y="792099"/>
                  <a:pt x="4471519" y="791813"/>
                  <a:pt x="4474567" y="795718"/>
                </a:cubicBezTo>
                <a:cubicBezTo>
                  <a:pt x="4477615" y="799623"/>
                  <a:pt x="4475806" y="800766"/>
                  <a:pt x="4474282" y="800481"/>
                </a:cubicBezTo>
                <a:cubicBezTo>
                  <a:pt x="4472853" y="800195"/>
                  <a:pt x="4472567" y="799338"/>
                  <a:pt x="4472281" y="801052"/>
                </a:cubicBezTo>
                <a:cubicBezTo>
                  <a:pt x="4471996" y="802862"/>
                  <a:pt x="4470472" y="803148"/>
                  <a:pt x="4470186" y="801338"/>
                </a:cubicBezTo>
                <a:cubicBezTo>
                  <a:pt x="4469805" y="799528"/>
                  <a:pt x="4471996" y="798671"/>
                  <a:pt x="4466852" y="796861"/>
                </a:cubicBezTo>
                <a:cubicBezTo>
                  <a:pt x="4461709" y="795147"/>
                  <a:pt x="4457232" y="797242"/>
                  <a:pt x="4455136" y="800195"/>
                </a:cubicBezTo>
                <a:cubicBezTo>
                  <a:pt x="4453041" y="803243"/>
                  <a:pt x="4458184" y="804386"/>
                  <a:pt x="4458756" y="811911"/>
                </a:cubicBezTo>
                <a:cubicBezTo>
                  <a:pt x="4459327" y="819340"/>
                  <a:pt x="4455136" y="813720"/>
                  <a:pt x="4452469" y="818769"/>
                </a:cubicBezTo>
                <a:cubicBezTo>
                  <a:pt x="4449421" y="824388"/>
                  <a:pt x="4449898" y="814959"/>
                  <a:pt x="4443135" y="814292"/>
                </a:cubicBezTo>
                <a:cubicBezTo>
                  <a:pt x="4437420" y="813720"/>
                  <a:pt x="4431133" y="801433"/>
                  <a:pt x="4435039" y="799052"/>
                </a:cubicBezTo>
                <a:cubicBezTo>
                  <a:pt x="4438944" y="796671"/>
                  <a:pt x="4437134" y="803814"/>
                  <a:pt x="4441039" y="801719"/>
                </a:cubicBezTo>
                <a:cubicBezTo>
                  <a:pt x="4443421" y="800481"/>
                  <a:pt x="4454184" y="809244"/>
                  <a:pt x="4449421" y="805053"/>
                </a:cubicBezTo>
                <a:cubicBezTo>
                  <a:pt x="4446088" y="802100"/>
                  <a:pt x="4450088" y="798480"/>
                  <a:pt x="4452755" y="795147"/>
                </a:cubicBezTo>
                <a:cubicBezTo>
                  <a:pt x="4455422" y="791813"/>
                  <a:pt x="4458375" y="789717"/>
                  <a:pt x="4461709" y="790956"/>
                </a:cubicBezTo>
                <a:close/>
                <a:moveTo>
                  <a:pt x="1124010" y="789430"/>
                </a:moveTo>
                <a:lnTo>
                  <a:pt x="1123959" y="789431"/>
                </a:lnTo>
                <a:cubicBezTo>
                  <a:pt x="1120625" y="788479"/>
                  <a:pt x="1116720" y="788479"/>
                  <a:pt x="1110148" y="790004"/>
                </a:cubicBezTo>
                <a:cubicBezTo>
                  <a:pt x="1105385" y="791146"/>
                  <a:pt x="1102718" y="794480"/>
                  <a:pt x="1099765" y="797337"/>
                </a:cubicBezTo>
                <a:cubicBezTo>
                  <a:pt x="1098527" y="798385"/>
                  <a:pt x="1097384" y="799432"/>
                  <a:pt x="1096051" y="800195"/>
                </a:cubicBezTo>
                <a:cubicBezTo>
                  <a:pt x="1091193" y="802862"/>
                  <a:pt x="1087288" y="805528"/>
                  <a:pt x="1086716" y="802576"/>
                </a:cubicBezTo>
                <a:lnTo>
                  <a:pt x="1086572" y="802512"/>
                </a:lnTo>
                <a:lnTo>
                  <a:pt x="1086621" y="802576"/>
                </a:lnTo>
                <a:lnTo>
                  <a:pt x="1086524" y="802533"/>
                </a:lnTo>
                <a:lnTo>
                  <a:pt x="1086621" y="802672"/>
                </a:lnTo>
                <a:cubicBezTo>
                  <a:pt x="1087192" y="805624"/>
                  <a:pt x="1091097" y="802957"/>
                  <a:pt x="1095955" y="800290"/>
                </a:cubicBezTo>
                <a:cubicBezTo>
                  <a:pt x="1097288" y="799528"/>
                  <a:pt x="1098433" y="798481"/>
                  <a:pt x="1099670" y="797433"/>
                </a:cubicBezTo>
                <a:cubicBezTo>
                  <a:pt x="1102623" y="794575"/>
                  <a:pt x="1105290" y="791242"/>
                  <a:pt x="1110053" y="790099"/>
                </a:cubicBezTo>
                <a:cubicBezTo>
                  <a:pt x="1116625" y="788575"/>
                  <a:pt x="1120529" y="788575"/>
                  <a:pt x="1123863" y="789527"/>
                </a:cubicBezTo>
                <a:lnTo>
                  <a:pt x="1125167" y="789491"/>
                </a:lnTo>
                <a:close/>
                <a:moveTo>
                  <a:pt x="1061475" y="789336"/>
                </a:moveTo>
                <a:lnTo>
                  <a:pt x="1061438" y="789358"/>
                </a:lnTo>
                <a:lnTo>
                  <a:pt x="1066809" y="791432"/>
                </a:lnTo>
                <a:cubicBezTo>
                  <a:pt x="1068619" y="790574"/>
                  <a:pt x="1070429" y="792384"/>
                  <a:pt x="1070714" y="795051"/>
                </a:cubicBezTo>
                <a:cubicBezTo>
                  <a:pt x="1071000" y="797718"/>
                  <a:pt x="1074619" y="798956"/>
                  <a:pt x="1079096" y="799242"/>
                </a:cubicBezTo>
                <a:lnTo>
                  <a:pt x="1083090" y="801012"/>
                </a:lnTo>
                <a:lnTo>
                  <a:pt x="1079382" y="805148"/>
                </a:lnTo>
                <a:cubicBezTo>
                  <a:pt x="1077667" y="806957"/>
                  <a:pt x="1080906" y="808767"/>
                  <a:pt x="1078525" y="811434"/>
                </a:cubicBezTo>
                <a:cubicBezTo>
                  <a:pt x="1077335" y="812767"/>
                  <a:pt x="1076739" y="813363"/>
                  <a:pt x="1076251" y="814303"/>
                </a:cubicBezTo>
                <a:lnTo>
                  <a:pt x="1075347" y="817041"/>
                </a:lnTo>
                <a:lnTo>
                  <a:pt x="1075477" y="817054"/>
                </a:lnTo>
                <a:lnTo>
                  <a:pt x="1075432" y="817217"/>
                </a:lnTo>
                <a:lnTo>
                  <a:pt x="1075571" y="817245"/>
                </a:lnTo>
                <a:cubicBezTo>
                  <a:pt x="1076525" y="814006"/>
                  <a:pt x="1076810" y="813911"/>
                  <a:pt x="1078811" y="811625"/>
                </a:cubicBezTo>
                <a:cubicBezTo>
                  <a:pt x="1081191" y="808958"/>
                  <a:pt x="1077953" y="807148"/>
                  <a:pt x="1079668" y="805339"/>
                </a:cubicBezTo>
                <a:lnTo>
                  <a:pt x="1083417" y="801157"/>
                </a:lnTo>
                <a:lnTo>
                  <a:pt x="1083090" y="801012"/>
                </a:lnTo>
                <a:lnTo>
                  <a:pt x="1083118" y="800982"/>
                </a:lnTo>
                <a:lnTo>
                  <a:pt x="1079191" y="799242"/>
                </a:lnTo>
                <a:cubicBezTo>
                  <a:pt x="1074715" y="798956"/>
                  <a:pt x="1071095" y="797718"/>
                  <a:pt x="1070809" y="795051"/>
                </a:cubicBezTo>
                <a:cubicBezTo>
                  <a:pt x="1070524" y="792289"/>
                  <a:pt x="1068714" y="790574"/>
                  <a:pt x="1066905" y="791431"/>
                </a:cubicBezTo>
                <a:cubicBezTo>
                  <a:pt x="1065094" y="792289"/>
                  <a:pt x="1063284" y="788764"/>
                  <a:pt x="1061475" y="789336"/>
                </a:cubicBezTo>
                <a:close/>
                <a:moveTo>
                  <a:pt x="5558239" y="789050"/>
                </a:moveTo>
                <a:cubicBezTo>
                  <a:pt x="5558679" y="788646"/>
                  <a:pt x="5559418" y="788574"/>
                  <a:pt x="5560608" y="789908"/>
                </a:cubicBezTo>
                <a:cubicBezTo>
                  <a:pt x="5562989" y="792575"/>
                  <a:pt x="5563942" y="791431"/>
                  <a:pt x="5565371" y="793527"/>
                </a:cubicBezTo>
                <a:cubicBezTo>
                  <a:pt x="5566895" y="795623"/>
                  <a:pt x="5569848" y="795051"/>
                  <a:pt x="5572229" y="793813"/>
                </a:cubicBezTo>
                <a:cubicBezTo>
                  <a:pt x="5574610" y="792575"/>
                  <a:pt x="5576134" y="792289"/>
                  <a:pt x="5578230" y="793813"/>
                </a:cubicBezTo>
                <a:cubicBezTo>
                  <a:pt x="5580325" y="795337"/>
                  <a:pt x="5581563" y="795908"/>
                  <a:pt x="5582706" y="794670"/>
                </a:cubicBezTo>
                <a:cubicBezTo>
                  <a:pt x="5583945" y="793432"/>
                  <a:pt x="5590231" y="794099"/>
                  <a:pt x="5592327" y="792860"/>
                </a:cubicBezTo>
                <a:cubicBezTo>
                  <a:pt x="5594422" y="791622"/>
                  <a:pt x="5596232" y="790193"/>
                  <a:pt x="5596232" y="792575"/>
                </a:cubicBezTo>
                <a:cubicBezTo>
                  <a:pt x="5596232" y="794956"/>
                  <a:pt x="5596232" y="795908"/>
                  <a:pt x="5594708" y="797623"/>
                </a:cubicBezTo>
                <a:cubicBezTo>
                  <a:pt x="5593184" y="799433"/>
                  <a:pt x="5592898" y="800956"/>
                  <a:pt x="5594708" y="800956"/>
                </a:cubicBezTo>
                <a:cubicBezTo>
                  <a:pt x="5596518" y="800956"/>
                  <a:pt x="5596518" y="802481"/>
                  <a:pt x="5595946" y="804576"/>
                </a:cubicBezTo>
                <a:cubicBezTo>
                  <a:pt x="5595375" y="806672"/>
                  <a:pt x="5595375" y="806957"/>
                  <a:pt x="5593279" y="807910"/>
                </a:cubicBezTo>
                <a:cubicBezTo>
                  <a:pt x="5591184" y="808862"/>
                  <a:pt x="5588802" y="809434"/>
                  <a:pt x="5589088" y="807053"/>
                </a:cubicBezTo>
                <a:cubicBezTo>
                  <a:pt x="5589374" y="804671"/>
                  <a:pt x="5587850" y="804100"/>
                  <a:pt x="5584611" y="804385"/>
                </a:cubicBezTo>
                <a:cubicBezTo>
                  <a:pt x="5581278" y="804671"/>
                  <a:pt x="5580135" y="804100"/>
                  <a:pt x="5577754" y="802004"/>
                </a:cubicBezTo>
                <a:cubicBezTo>
                  <a:pt x="5575372" y="799909"/>
                  <a:pt x="5573563" y="798671"/>
                  <a:pt x="5571181" y="799909"/>
                </a:cubicBezTo>
                <a:cubicBezTo>
                  <a:pt x="5568800" y="801147"/>
                  <a:pt x="5567276" y="801147"/>
                  <a:pt x="5565181" y="799337"/>
                </a:cubicBezTo>
                <a:cubicBezTo>
                  <a:pt x="5563085" y="797528"/>
                  <a:pt x="5562133" y="796670"/>
                  <a:pt x="5560037" y="796670"/>
                </a:cubicBezTo>
                <a:cubicBezTo>
                  <a:pt x="5557942" y="796670"/>
                  <a:pt x="5557084" y="796099"/>
                  <a:pt x="5557084" y="794289"/>
                </a:cubicBezTo>
                <a:cubicBezTo>
                  <a:pt x="5557084" y="792289"/>
                  <a:pt x="5557655" y="790193"/>
                  <a:pt x="5557655" y="790193"/>
                </a:cubicBezTo>
                <a:cubicBezTo>
                  <a:pt x="5557655" y="790193"/>
                  <a:pt x="5557798" y="789455"/>
                  <a:pt x="5558239" y="789050"/>
                </a:cubicBezTo>
                <a:close/>
                <a:moveTo>
                  <a:pt x="1133294" y="788289"/>
                </a:moveTo>
                <a:lnTo>
                  <a:pt x="1130718" y="789147"/>
                </a:lnTo>
                <a:lnTo>
                  <a:pt x="1130722" y="789241"/>
                </a:lnTo>
                <a:lnTo>
                  <a:pt x="1130362" y="789251"/>
                </a:lnTo>
                <a:lnTo>
                  <a:pt x="1129512" y="789369"/>
                </a:lnTo>
                <a:lnTo>
                  <a:pt x="1130627" y="789337"/>
                </a:lnTo>
                <a:lnTo>
                  <a:pt x="1133315" y="788441"/>
                </a:lnTo>
                <a:close/>
                <a:moveTo>
                  <a:pt x="1205646" y="783213"/>
                </a:moveTo>
                <a:lnTo>
                  <a:pt x="1205208" y="783336"/>
                </a:lnTo>
                <a:cubicBezTo>
                  <a:pt x="1200350" y="784765"/>
                  <a:pt x="1201016" y="786860"/>
                  <a:pt x="1195301" y="788384"/>
                </a:cubicBezTo>
                <a:cubicBezTo>
                  <a:pt x="1189586" y="789813"/>
                  <a:pt x="1190252" y="790765"/>
                  <a:pt x="1187204" y="793432"/>
                </a:cubicBezTo>
                <a:cubicBezTo>
                  <a:pt x="1184252" y="796099"/>
                  <a:pt x="1180918" y="796385"/>
                  <a:pt x="1178251" y="803910"/>
                </a:cubicBezTo>
                <a:lnTo>
                  <a:pt x="1175646" y="808509"/>
                </a:lnTo>
                <a:lnTo>
                  <a:pt x="1175978" y="808743"/>
                </a:lnTo>
                <a:cubicBezTo>
                  <a:pt x="1176537" y="808552"/>
                  <a:pt x="1177442" y="807433"/>
                  <a:pt x="1178823" y="803718"/>
                </a:cubicBezTo>
                <a:cubicBezTo>
                  <a:pt x="1181490" y="796194"/>
                  <a:pt x="1184823" y="795908"/>
                  <a:pt x="1187776" y="793242"/>
                </a:cubicBezTo>
                <a:cubicBezTo>
                  <a:pt x="1190824" y="790574"/>
                  <a:pt x="1190157" y="789622"/>
                  <a:pt x="1195873" y="788193"/>
                </a:cubicBezTo>
                <a:close/>
                <a:moveTo>
                  <a:pt x="4086900" y="783145"/>
                </a:moveTo>
                <a:cubicBezTo>
                  <a:pt x="4087186" y="784669"/>
                  <a:pt x="4087758" y="786669"/>
                  <a:pt x="4084805" y="787622"/>
                </a:cubicBezTo>
                <a:cubicBezTo>
                  <a:pt x="4081852" y="788479"/>
                  <a:pt x="4083090" y="786384"/>
                  <a:pt x="4083948" y="784288"/>
                </a:cubicBezTo>
                <a:cubicBezTo>
                  <a:pt x="4084805" y="782193"/>
                  <a:pt x="4086615" y="781621"/>
                  <a:pt x="4086900" y="783145"/>
                </a:cubicBezTo>
                <a:close/>
                <a:moveTo>
                  <a:pt x="5610138" y="776382"/>
                </a:moveTo>
                <a:cubicBezTo>
                  <a:pt x="5612805" y="774858"/>
                  <a:pt x="5612519" y="773715"/>
                  <a:pt x="5613472" y="776382"/>
                </a:cubicBezTo>
                <a:cubicBezTo>
                  <a:pt x="5614329" y="779049"/>
                  <a:pt x="5613758" y="779335"/>
                  <a:pt x="5616520" y="780001"/>
                </a:cubicBezTo>
                <a:cubicBezTo>
                  <a:pt x="5619187" y="780573"/>
                  <a:pt x="5618901" y="780573"/>
                  <a:pt x="5620139" y="785145"/>
                </a:cubicBezTo>
                <a:cubicBezTo>
                  <a:pt x="5621378" y="789622"/>
                  <a:pt x="5622235" y="792003"/>
                  <a:pt x="5621282" y="795337"/>
                </a:cubicBezTo>
                <a:cubicBezTo>
                  <a:pt x="5620425" y="798670"/>
                  <a:pt x="5620425" y="802480"/>
                  <a:pt x="5622807" y="800385"/>
                </a:cubicBezTo>
                <a:cubicBezTo>
                  <a:pt x="5625188" y="798289"/>
                  <a:pt x="5626140" y="796480"/>
                  <a:pt x="5625473" y="793527"/>
                </a:cubicBezTo>
                <a:cubicBezTo>
                  <a:pt x="5624902" y="790574"/>
                  <a:pt x="5623950" y="788098"/>
                  <a:pt x="5627855" y="789907"/>
                </a:cubicBezTo>
                <a:cubicBezTo>
                  <a:pt x="5631760" y="791717"/>
                  <a:pt x="5634998" y="796765"/>
                  <a:pt x="5634427" y="800385"/>
                </a:cubicBezTo>
                <a:cubicBezTo>
                  <a:pt x="5633855" y="804004"/>
                  <a:pt x="5632046" y="806100"/>
                  <a:pt x="5632046" y="806100"/>
                </a:cubicBezTo>
                <a:cubicBezTo>
                  <a:pt x="5632046" y="806100"/>
                  <a:pt x="5631474" y="804290"/>
                  <a:pt x="5631474" y="802195"/>
                </a:cubicBezTo>
                <a:cubicBezTo>
                  <a:pt x="5631474" y="800099"/>
                  <a:pt x="5631189" y="798575"/>
                  <a:pt x="5628807" y="800956"/>
                </a:cubicBezTo>
                <a:cubicBezTo>
                  <a:pt x="5626426" y="803338"/>
                  <a:pt x="5623759" y="803338"/>
                  <a:pt x="5624902" y="805147"/>
                </a:cubicBezTo>
                <a:cubicBezTo>
                  <a:pt x="5626140" y="806957"/>
                  <a:pt x="5627283" y="807529"/>
                  <a:pt x="5627283" y="807529"/>
                </a:cubicBezTo>
                <a:cubicBezTo>
                  <a:pt x="5627283" y="807529"/>
                  <a:pt x="5628521" y="808767"/>
                  <a:pt x="5625759" y="808767"/>
                </a:cubicBezTo>
                <a:cubicBezTo>
                  <a:pt x="5623092" y="808767"/>
                  <a:pt x="5619187" y="808195"/>
                  <a:pt x="5617377" y="805433"/>
                </a:cubicBezTo>
                <a:cubicBezTo>
                  <a:pt x="5615568" y="802766"/>
                  <a:pt x="5611091" y="800956"/>
                  <a:pt x="5611663" y="796765"/>
                </a:cubicBezTo>
                <a:cubicBezTo>
                  <a:pt x="5612234" y="792574"/>
                  <a:pt x="5611948" y="787145"/>
                  <a:pt x="5611948" y="787145"/>
                </a:cubicBezTo>
                <a:lnTo>
                  <a:pt x="5610138" y="780287"/>
                </a:lnTo>
                <a:cubicBezTo>
                  <a:pt x="5610138" y="780287"/>
                  <a:pt x="5607472" y="777906"/>
                  <a:pt x="5610138" y="776382"/>
                </a:cubicBezTo>
                <a:close/>
                <a:moveTo>
                  <a:pt x="4418478" y="774894"/>
                </a:moveTo>
                <a:cubicBezTo>
                  <a:pt x="4419489" y="774596"/>
                  <a:pt x="4420990" y="775049"/>
                  <a:pt x="4421609" y="776859"/>
                </a:cubicBezTo>
                <a:cubicBezTo>
                  <a:pt x="4422752" y="780383"/>
                  <a:pt x="4429991" y="785812"/>
                  <a:pt x="4424276" y="785241"/>
                </a:cubicBezTo>
                <a:cubicBezTo>
                  <a:pt x="4421228" y="784860"/>
                  <a:pt x="4420942" y="779812"/>
                  <a:pt x="4418275" y="777430"/>
                </a:cubicBezTo>
                <a:cubicBezTo>
                  <a:pt x="4416942" y="776240"/>
                  <a:pt x="4417465" y="775192"/>
                  <a:pt x="4418478" y="774894"/>
                </a:cubicBezTo>
                <a:close/>
                <a:moveTo>
                  <a:pt x="1216507" y="769739"/>
                </a:moveTo>
                <a:cubicBezTo>
                  <a:pt x="1215947" y="770763"/>
                  <a:pt x="1215875" y="772716"/>
                  <a:pt x="1216638" y="775240"/>
                </a:cubicBezTo>
                <a:cubicBezTo>
                  <a:pt x="1217113" y="776954"/>
                  <a:pt x="1217113" y="778383"/>
                  <a:pt x="1216827" y="779621"/>
                </a:cubicBezTo>
                <a:lnTo>
                  <a:pt x="1211064" y="781661"/>
                </a:lnTo>
                <a:lnTo>
                  <a:pt x="1211207" y="781620"/>
                </a:lnTo>
                <a:lnTo>
                  <a:pt x="1217398" y="779430"/>
                </a:lnTo>
                <a:cubicBezTo>
                  <a:pt x="1217684" y="778192"/>
                  <a:pt x="1217684" y="776763"/>
                  <a:pt x="1217208" y="775048"/>
                </a:cubicBezTo>
                <a:lnTo>
                  <a:pt x="1217082" y="769754"/>
                </a:lnTo>
                <a:close/>
                <a:moveTo>
                  <a:pt x="1355447" y="764884"/>
                </a:moveTo>
                <a:lnTo>
                  <a:pt x="1355133" y="765041"/>
                </a:lnTo>
                <a:lnTo>
                  <a:pt x="1355261" y="765071"/>
                </a:lnTo>
                <a:lnTo>
                  <a:pt x="1355495" y="764956"/>
                </a:lnTo>
                <a:close/>
                <a:moveTo>
                  <a:pt x="5667384" y="762571"/>
                </a:moveTo>
                <a:cubicBezTo>
                  <a:pt x="5667384" y="762571"/>
                  <a:pt x="5665574" y="760761"/>
                  <a:pt x="5670051" y="762857"/>
                </a:cubicBezTo>
                <a:cubicBezTo>
                  <a:pt x="5674527" y="764952"/>
                  <a:pt x="5676051" y="769715"/>
                  <a:pt x="5674241" y="768286"/>
                </a:cubicBezTo>
                <a:cubicBezTo>
                  <a:pt x="5672432" y="766762"/>
                  <a:pt x="5668527" y="764952"/>
                  <a:pt x="5668527" y="764952"/>
                </a:cubicBezTo>
                <a:close/>
                <a:moveTo>
                  <a:pt x="1344272" y="760095"/>
                </a:moveTo>
                <a:lnTo>
                  <a:pt x="1341605" y="760666"/>
                </a:lnTo>
                <a:lnTo>
                  <a:pt x="1339509" y="762190"/>
                </a:lnTo>
                <a:lnTo>
                  <a:pt x="1336652" y="762285"/>
                </a:lnTo>
                <a:cubicBezTo>
                  <a:pt x="1336271" y="763238"/>
                  <a:pt x="1335890" y="764000"/>
                  <a:pt x="1335413" y="764571"/>
                </a:cubicBezTo>
                <a:cubicBezTo>
                  <a:pt x="1334747" y="765333"/>
                  <a:pt x="1333889" y="766095"/>
                  <a:pt x="1332841" y="767048"/>
                </a:cubicBezTo>
                <a:cubicBezTo>
                  <a:pt x="1330841" y="768953"/>
                  <a:pt x="1328365" y="771620"/>
                  <a:pt x="1326365" y="776287"/>
                </a:cubicBezTo>
                <a:lnTo>
                  <a:pt x="1324791" y="779250"/>
                </a:lnTo>
                <a:lnTo>
                  <a:pt x="1324936" y="779335"/>
                </a:lnTo>
                <a:cubicBezTo>
                  <a:pt x="1325507" y="778477"/>
                  <a:pt x="1326079" y="777430"/>
                  <a:pt x="1326555" y="776288"/>
                </a:cubicBezTo>
                <a:cubicBezTo>
                  <a:pt x="1328555" y="771524"/>
                  <a:pt x="1331032" y="768952"/>
                  <a:pt x="1333032" y="767047"/>
                </a:cubicBezTo>
                <a:cubicBezTo>
                  <a:pt x="1333985" y="766096"/>
                  <a:pt x="1334937" y="765334"/>
                  <a:pt x="1335604" y="764571"/>
                </a:cubicBezTo>
                <a:cubicBezTo>
                  <a:pt x="1335985" y="764095"/>
                  <a:pt x="1336462" y="763332"/>
                  <a:pt x="1336842" y="762285"/>
                </a:cubicBezTo>
                <a:lnTo>
                  <a:pt x="1339700" y="762190"/>
                </a:lnTo>
                <a:lnTo>
                  <a:pt x="1341795" y="760666"/>
                </a:lnTo>
                <a:lnTo>
                  <a:pt x="1344316" y="760126"/>
                </a:lnTo>
                <a:close/>
                <a:moveTo>
                  <a:pt x="3439009" y="759428"/>
                </a:moveTo>
                <a:cubicBezTo>
                  <a:pt x="3441105" y="756762"/>
                  <a:pt x="3443200" y="758286"/>
                  <a:pt x="3444724" y="760667"/>
                </a:cubicBezTo>
                <a:cubicBezTo>
                  <a:pt x="3446153" y="763049"/>
                  <a:pt x="3444724" y="760667"/>
                  <a:pt x="3445296" y="764286"/>
                </a:cubicBezTo>
                <a:cubicBezTo>
                  <a:pt x="3445867" y="767906"/>
                  <a:pt x="3445010" y="769716"/>
                  <a:pt x="3443200" y="770287"/>
                </a:cubicBezTo>
                <a:cubicBezTo>
                  <a:pt x="3441391" y="770954"/>
                  <a:pt x="3438724" y="770287"/>
                  <a:pt x="3436628" y="773907"/>
                </a:cubicBezTo>
                <a:cubicBezTo>
                  <a:pt x="3434533" y="777527"/>
                  <a:pt x="3430913" y="780193"/>
                  <a:pt x="3430342" y="778384"/>
                </a:cubicBezTo>
                <a:cubicBezTo>
                  <a:pt x="3429770" y="776574"/>
                  <a:pt x="3431580" y="774479"/>
                  <a:pt x="3433675" y="770287"/>
                </a:cubicBezTo>
                <a:cubicBezTo>
                  <a:pt x="3435771" y="766097"/>
                  <a:pt x="3431866" y="766097"/>
                  <a:pt x="3432437" y="762763"/>
                </a:cubicBezTo>
                <a:cubicBezTo>
                  <a:pt x="3433009" y="759428"/>
                  <a:pt x="3436914" y="762096"/>
                  <a:pt x="3439009" y="759428"/>
                </a:cubicBezTo>
                <a:close/>
                <a:moveTo>
                  <a:pt x="4444088" y="756761"/>
                </a:moveTo>
                <a:cubicBezTo>
                  <a:pt x="4445898" y="758856"/>
                  <a:pt x="4452756" y="763904"/>
                  <a:pt x="4451232" y="768095"/>
                </a:cubicBezTo>
                <a:cubicBezTo>
                  <a:pt x="4449708" y="772286"/>
                  <a:pt x="4447041" y="770858"/>
                  <a:pt x="4447327" y="769334"/>
                </a:cubicBezTo>
                <a:cubicBezTo>
                  <a:pt x="4447708" y="767905"/>
                  <a:pt x="4444945" y="764857"/>
                  <a:pt x="4442564" y="764285"/>
                </a:cubicBezTo>
                <a:cubicBezTo>
                  <a:pt x="4440183" y="763714"/>
                  <a:pt x="4439897" y="761333"/>
                  <a:pt x="4439611" y="757999"/>
                </a:cubicBezTo>
                <a:cubicBezTo>
                  <a:pt x="4439326" y="754665"/>
                  <a:pt x="4442278" y="754665"/>
                  <a:pt x="4444088" y="756761"/>
                </a:cubicBezTo>
                <a:close/>
                <a:moveTo>
                  <a:pt x="4403988" y="756475"/>
                </a:moveTo>
                <a:cubicBezTo>
                  <a:pt x="4406083" y="755236"/>
                  <a:pt x="4406941" y="756760"/>
                  <a:pt x="4406941" y="759427"/>
                </a:cubicBezTo>
                <a:cubicBezTo>
                  <a:pt x="4406941" y="762190"/>
                  <a:pt x="4405988" y="763904"/>
                  <a:pt x="4405512" y="762475"/>
                </a:cubicBezTo>
                <a:cubicBezTo>
                  <a:pt x="4404845" y="760951"/>
                  <a:pt x="4401893" y="757713"/>
                  <a:pt x="4403988" y="756475"/>
                </a:cubicBezTo>
                <a:close/>
                <a:moveTo>
                  <a:pt x="4404356" y="750486"/>
                </a:moveTo>
                <a:cubicBezTo>
                  <a:pt x="4405750" y="750212"/>
                  <a:pt x="4408083" y="750427"/>
                  <a:pt x="4409893" y="751331"/>
                </a:cubicBezTo>
                <a:cubicBezTo>
                  <a:pt x="4413512" y="753141"/>
                  <a:pt x="4419227" y="755522"/>
                  <a:pt x="4422656" y="756570"/>
                </a:cubicBezTo>
                <a:cubicBezTo>
                  <a:pt x="4426181" y="757427"/>
                  <a:pt x="4427133" y="761618"/>
                  <a:pt x="4425609" y="763142"/>
                </a:cubicBezTo>
                <a:cubicBezTo>
                  <a:pt x="4424085" y="764666"/>
                  <a:pt x="4423514" y="764666"/>
                  <a:pt x="4427133" y="765238"/>
                </a:cubicBezTo>
                <a:cubicBezTo>
                  <a:pt x="4430753" y="765809"/>
                  <a:pt x="4426562" y="772096"/>
                  <a:pt x="4432848" y="770000"/>
                </a:cubicBezTo>
                <a:cubicBezTo>
                  <a:pt x="4436944" y="768667"/>
                  <a:pt x="4441230" y="772667"/>
                  <a:pt x="4443040" y="780192"/>
                </a:cubicBezTo>
                <a:cubicBezTo>
                  <a:pt x="4444849" y="787717"/>
                  <a:pt x="4440658" y="784669"/>
                  <a:pt x="4437039" y="782002"/>
                </a:cubicBezTo>
                <a:cubicBezTo>
                  <a:pt x="4433420" y="779335"/>
                  <a:pt x="4432848" y="773906"/>
                  <a:pt x="4431038" y="777239"/>
                </a:cubicBezTo>
                <a:cubicBezTo>
                  <a:pt x="4429229" y="780478"/>
                  <a:pt x="4427990" y="778382"/>
                  <a:pt x="4427133" y="775430"/>
                </a:cubicBezTo>
                <a:cubicBezTo>
                  <a:pt x="4426276" y="772477"/>
                  <a:pt x="4425038" y="772763"/>
                  <a:pt x="4420275" y="773334"/>
                </a:cubicBezTo>
                <a:cubicBezTo>
                  <a:pt x="4415513" y="773906"/>
                  <a:pt x="4415798" y="771810"/>
                  <a:pt x="4417322" y="767905"/>
                </a:cubicBezTo>
                <a:cubicBezTo>
                  <a:pt x="4418846" y="764000"/>
                  <a:pt x="4417322" y="761904"/>
                  <a:pt x="4415798" y="763714"/>
                </a:cubicBezTo>
                <a:cubicBezTo>
                  <a:pt x="4414370" y="765524"/>
                  <a:pt x="4411988" y="766667"/>
                  <a:pt x="4412846" y="761904"/>
                </a:cubicBezTo>
                <a:cubicBezTo>
                  <a:pt x="4413798" y="757046"/>
                  <a:pt x="4408369" y="754665"/>
                  <a:pt x="4404464" y="752570"/>
                </a:cubicBezTo>
                <a:cubicBezTo>
                  <a:pt x="4402511" y="751522"/>
                  <a:pt x="4402964" y="750760"/>
                  <a:pt x="4404356" y="750486"/>
                </a:cubicBezTo>
                <a:close/>
                <a:moveTo>
                  <a:pt x="4422752" y="748950"/>
                </a:moveTo>
                <a:cubicBezTo>
                  <a:pt x="4425133" y="751046"/>
                  <a:pt x="4422752" y="748950"/>
                  <a:pt x="4424848" y="751332"/>
                </a:cubicBezTo>
                <a:cubicBezTo>
                  <a:pt x="4426943" y="753808"/>
                  <a:pt x="4422181" y="752856"/>
                  <a:pt x="4420371" y="750474"/>
                </a:cubicBezTo>
                <a:cubicBezTo>
                  <a:pt x="4418561" y="748093"/>
                  <a:pt x="4420371" y="746855"/>
                  <a:pt x="4422752" y="748950"/>
                </a:cubicBezTo>
                <a:close/>
                <a:moveTo>
                  <a:pt x="4103664" y="747522"/>
                </a:moveTo>
                <a:cubicBezTo>
                  <a:pt x="4105188" y="746855"/>
                  <a:pt x="4108426" y="746569"/>
                  <a:pt x="4109950" y="748379"/>
                </a:cubicBezTo>
                <a:cubicBezTo>
                  <a:pt x="4111474" y="750189"/>
                  <a:pt x="4109950" y="748379"/>
                  <a:pt x="4112808" y="750189"/>
                </a:cubicBezTo>
                <a:lnTo>
                  <a:pt x="4112808" y="750190"/>
                </a:lnTo>
                <a:cubicBezTo>
                  <a:pt x="4115475" y="751999"/>
                  <a:pt x="4109760" y="761904"/>
                  <a:pt x="4102902" y="764001"/>
                </a:cubicBezTo>
                <a:cubicBezTo>
                  <a:pt x="4096044" y="766097"/>
                  <a:pt x="4098425" y="772668"/>
                  <a:pt x="4094806" y="775717"/>
                </a:cubicBezTo>
                <a:cubicBezTo>
                  <a:pt x="4091186" y="778765"/>
                  <a:pt x="4083090" y="774860"/>
                  <a:pt x="4082804" y="773336"/>
                </a:cubicBezTo>
                <a:cubicBezTo>
                  <a:pt x="4082518" y="771812"/>
                  <a:pt x="4080423" y="767620"/>
                  <a:pt x="4077089" y="765239"/>
                </a:cubicBezTo>
                <a:lnTo>
                  <a:pt x="4077090" y="765238"/>
                </a:lnTo>
                <a:lnTo>
                  <a:pt x="4077089" y="765238"/>
                </a:lnTo>
                <a:cubicBezTo>
                  <a:pt x="4073851" y="762857"/>
                  <a:pt x="4078328" y="760190"/>
                  <a:pt x="4082804" y="756856"/>
                </a:cubicBezTo>
                <a:cubicBezTo>
                  <a:pt x="4085043" y="755237"/>
                  <a:pt x="4086829" y="755999"/>
                  <a:pt x="4088317" y="757201"/>
                </a:cubicBezTo>
                <a:lnTo>
                  <a:pt x="4092043" y="760190"/>
                </a:lnTo>
                <a:lnTo>
                  <a:pt x="4090234" y="754475"/>
                </a:lnTo>
                <a:lnTo>
                  <a:pt x="4090234" y="754475"/>
                </a:lnTo>
                <a:cubicBezTo>
                  <a:pt x="4087186" y="749617"/>
                  <a:pt x="4097092" y="751141"/>
                  <a:pt x="4097378" y="749331"/>
                </a:cubicBezTo>
                <a:cubicBezTo>
                  <a:pt x="4097663" y="747522"/>
                  <a:pt x="4102140" y="748093"/>
                  <a:pt x="4103664" y="747522"/>
                </a:cubicBezTo>
                <a:close/>
                <a:moveTo>
                  <a:pt x="1226763" y="746694"/>
                </a:moveTo>
                <a:lnTo>
                  <a:pt x="1222257" y="755142"/>
                </a:lnTo>
                <a:cubicBezTo>
                  <a:pt x="1224352" y="758761"/>
                  <a:pt x="1221971" y="760857"/>
                  <a:pt x="1221685" y="765334"/>
                </a:cubicBezTo>
                <a:lnTo>
                  <a:pt x="1219412" y="769608"/>
                </a:lnTo>
                <a:lnTo>
                  <a:pt x="1219875" y="769619"/>
                </a:lnTo>
                <a:cubicBezTo>
                  <a:pt x="1222256" y="772000"/>
                  <a:pt x="1221970" y="769619"/>
                  <a:pt x="1222256" y="765142"/>
                </a:cubicBezTo>
                <a:cubicBezTo>
                  <a:pt x="1222543" y="760666"/>
                  <a:pt x="1224923" y="758570"/>
                  <a:pt x="1222828" y="754951"/>
                </a:cubicBezTo>
                <a:lnTo>
                  <a:pt x="1227131" y="747062"/>
                </a:lnTo>
                <a:close/>
                <a:moveTo>
                  <a:pt x="1227042" y="746441"/>
                </a:moveTo>
                <a:lnTo>
                  <a:pt x="1226829" y="746569"/>
                </a:lnTo>
                <a:lnTo>
                  <a:pt x="1226807" y="746611"/>
                </a:lnTo>
                <a:close/>
                <a:moveTo>
                  <a:pt x="4411703" y="741425"/>
                </a:moveTo>
                <a:cubicBezTo>
                  <a:pt x="4413226" y="742949"/>
                  <a:pt x="4409893" y="746283"/>
                  <a:pt x="4409036" y="741997"/>
                </a:cubicBezTo>
                <a:cubicBezTo>
                  <a:pt x="4408464" y="739520"/>
                  <a:pt x="4410179" y="739901"/>
                  <a:pt x="4411703" y="741425"/>
                </a:cubicBezTo>
                <a:close/>
                <a:moveTo>
                  <a:pt x="4094044" y="741425"/>
                </a:moveTo>
                <a:cubicBezTo>
                  <a:pt x="4097664" y="742282"/>
                  <a:pt x="4096711" y="744092"/>
                  <a:pt x="4094044" y="743521"/>
                </a:cubicBezTo>
                <a:cubicBezTo>
                  <a:pt x="4091378" y="742949"/>
                  <a:pt x="4092520" y="743521"/>
                  <a:pt x="4090711" y="742663"/>
                </a:cubicBezTo>
                <a:cubicBezTo>
                  <a:pt x="4088901" y="741711"/>
                  <a:pt x="4090425" y="740568"/>
                  <a:pt x="4094044" y="741425"/>
                </a:cubicBezTo>
                <a:close/>
                <a:moveTo>
                  <a:pt x="4390747" y="738758"/>
                </a:moveTo>
                <a:cubicBezTo>
                  <a:pt x="4391605" y="741806"/>
                  <a:pt x="4391319" y="742663"/>
                  <a:pt x="4393796" y="742282"/>
                </a:cubicBezTo>
                <a:cubicBezTo>
                  <a:pt x="4396177" y="741997"/>
                  <a:pt x="4395034" y="747140"/>
                  <a:pt x="4397987" y="747997"/>
                </a:cubicBezTo>
                <a:cubicBezTo>
                  <a:pt x="4400939" y="748950"/>
                  <a:pt x="4400082" y="752188"/>
                  <a:pt x="4400368" y="753712"/>
                </a:cubicBezTo>
                <a:cubicBezTo>
                  <a:pt x="4401034" y="757332"/>
                  <a:pt x="4397605" y="754951"/>
                  <a:pt x="4395224" y="752855"/>
                </a:cubicBezTo>
                <a:cubicBezTo>
                  <a:pt x="4392843" y="750760"/>
                  <a:pt x="4391605" y="749902"/>
                  <a:pt x="4391033" y="748093"/>
                </a:cubicBezTo>
                <a:cubicBezTo>
                  <a:pt x="4390462" y="746283"/>
                  <a:pt x="4387699" y="744473"/>
                  <a:pt x="4386842" y="740282"/>
                </a:cubicBezTo>
                <a:cubicBezTo>
                  <a:pt x="4385985" y="736091"/>
                  <a:pt x="4389890" y="735805"/>
                  <a:pt x="4390747" y="738758"/>
                </a:cubicBezTo>
                <a:close/>
                <a:moveTo>
                  <a:pt x="3974220" y="737615"/>
                </a:moveTo>
                <a:lnTo>
                  <a:pt x="3974220" y="740282"/>
                </a:lnTo>
                <a:cubicBezTo>
                  <a:pt x="3971838" y="741806"/>
                  <a:pt x="3974220" y="743235"/>
                  <a:pt x="3970600" y="744854"/>
                </a:cubicBezTo>
                <a:cubicBezTo>
                  <a:pt x="3967076" y="746283"/>
                  <a:pt x="3968886" y="743045"/>
                  <a:pt x="3969743" y="741520"/>
                </a:cubicBezTo>
                <a:cubicBezTo>
                  <a:pt x="3970600" y="739997"/>
                  <a:pt x="3972410" y="738187"/>
                  <a:pt x="3974220" y="737615"/>
                </a:cubicBezTo>
                <a:close/>
                <a:moveTo>
                  <a:pt x="952446" y="736649"/>
                </a:moveTo>
                <a:lnTo>
                  <a:pt x="950029" y="738411"/>
                </a:lnTo>
                <a:lnTo>
                  <a:pt x="950306" y="739128"/>
                </a:lnTo>
                <a:lnTo>
                  <a:pt x="947892" y="745410"/>
                </a:lnTo>
                <a:lnTo>
                  <a:pt x="950032" y="744473"/>
                </a:lnTo>
                <a:cubicBezTo>
                  <a:pt x="950604" y="743616"/>
                  <a:pt x="951176" y="742663"/>
                  <a:pt x="951176" y="741425"/>
                </a:cubicBezTo>
                <a:close/>
                <a:moveTo>
                  <a:pt x="4105474" y="734853"/>
                </a:moveTo>
                <a:cubicBezTo>
                  <a:pt x="4106713" y="733615"/>
                  <a:pt x="4108522" y="733615"/>
                  <a:pt x="4109380" y="735425"/>
                </a:cubicBezTo>
                <a:cubicBezTo>
                  <a:pt x="4110237" y="737235"/>
                  <a:pt x="4109380" y="735425"/>
                  <a:pt x="4110237" y="737330"/>
                </a:cubicBezTo>
                <a:cubicBezTo>
                  <a:pt x="4111189" y="739044"/>
                  <a:pt x="4107570" y="738759"/>
                  <a:pt x="4105760" y="740283"/>
                </a:cubicBezTo>
                <a:cubicBezTo>
                  <a:pt x="4103950" y="741807"/>
                  <a:pt x="4102236" y="740283"/>
                  <a:pt x="4100998" y="740568"/>
                </a:cubicBezTo>
                <a:cubicBezTo>
                  <a:pt x="4099760" y="740854"/>
                  <a:pt x="4097950" y="742092"/>
                  <a:pt x="4095854" y="740568"/>
                </a:cubicBezTo>
                <a:cubicBezTo>
                  <a:pt x="4093759" y="739044"/>
                  <a:pt x="4094902" y="738187"/>
                  <a:pt x="4096140" y="738473"/>
                </a:cubicBezTo>
                <a:cubicBezTo>
                  <a:pt x="4097378" y="738759"/>
                  <a:pt x="4098236" y="738473"/>
                  <a:pt x="4099474" y="736377"/>
                </a:cubicBezTo>
                <a:cubicBezTo>
                  <a:pt x="4100712" y="734282"/>
                  <a:pt x="4104236" y="736092"/>
                  <a:pt x="4105474" y="734853"/>
                </a:cubicBezTo>
                <a:close/>
                <a:moveTo>
                  <a:pt x="4396082" y="730948"/>
                </a:moveTo>
                <a:cubicBezTo>
                  <a:pt x="4399130" y="731901"/>
                  <a:pt x="4402368" y="732187"/>
                  <a:pt x="4404654" y="735139"/>
                </a:cubicBezTo>
                <a:cubicBezTo>
                  <a:pt x="4407036" y="738092"/>
                  <a:pt x="4407607" y="738949"/>
                  <a:pt x="4402273" y="737806"/>
                </a:cubicBezTo>
                <a:cubicBezTo>
                  <a:pt x="4396939" y="736663"/>
                  <a:pt x="4400463" y="739997"/>
                  <a:pt x="4401987" y="740854"/>
                </a:cubicBezTo>
                <a:cubicBezTo>
                  <a:pt x="4403511" y="741807"/>
                  <a:pt x="4406178" y="742378"/>
                  <a:pt x="4405321" y="744760"/>
                </a:cubicBezTo>
                <a:cubicBezTo>
                  <a:pt x="4404369" y="747141"/>
                  <a:pt x="4398082" y="743521"/>
                  <a:pt x="4397511" y="740854"/>
                </a:cubicBezTo>
                <a:cubicBezTo>
                  <a:pt x="4396939" y="738187"/>
                  <a:pt x="4395796" y="737616"/>
                  <a:pt x="4392462" y="734282"/>
                </a:cubicBezTo>
                <a:cubicBezTo>
                  <a:pt x="4389224" y="730948"/>
                  <a:pt x="4393129" y="730091"/>
                  <a:pt x="4396082" y="730948"/>
                </a:cubicBezTo>
                <a:close/>
                <a:moveTo>
                  <a:pt x="4410876" y="728083"/>
                </a:moveTo>
                <a:lnTo>
                  <a:pt x="4411893" y="729233"/>
                </a:lnTo>
                <a:lnTo>
                  <a:pt x="4413254" y="730194"/>
                </a:lnTo>
                <a:close/>
                <a:moveTo>
                  <a:pt x="4366459" y="726852"/>
                </a:moveTo>
                <a:cubicBezTo>
                  <a:pt x="4368840" y="727138"/>
                  <a:pt x="4370650" y="727138"/>
                  <a:pt x="4373031" y="729805"/>
                </a:cubicBezTo>
                <a:cubicBezTo>
                  <a:pt x="4375412" y="732472"/>
                  <a:pt x="4375698" y="732472"/>
                  <a:pt x="4378746" y="733425"/>
                </a:cubicBezTo>
                <a:cubicBezTo>
                  <a:pt x="4381699" y="734282"/>
                  <a:pt x="4381413" y="739140"/>
                  <a:pt x="4383223" y="739997"/>
                </a:cubicBezTo>
                <a:cubicBezTo>
                  <a:pt x="4385033" y="740854"/>
                  <a:pt x="4386557" y="743902"/>
                  <a:pt x="4385318" y="744759"/>
                </a:cubicBezTo>
                <a:cubicBezTo>
                  <a:pt x="4384080" y="745617"/>
                  <a:pt x="4383794" y="746855"/>
                  <a:pt x="4385890" y="747712"/>
                </a:cubicBezTo>
                <a:cubicBezTo>
                  <a:pt x="4387985" y="748665"/>
                  <a:pt x="4391033" y="752856"/>
                  <a:pt x="4387700" y="753427"/>
                </a:cubicBezTo>
                <a:cubicBezTo>
                  <a:pt x="4384461" y="753999"/>
                  <a:pt x="4383223" y="751332"/>
                  <a:pt x="4383223" y="749236"/>
                </a:cubicBezTo>
                <a:cubicBezTo>
                  <a:pt x="4383223" y="747141"/>
                  <a:pt x="4381984" y="742092"/>
                  <a:pt x="4379603" y="744474"/>
                </a:cubicBezTo>
                <a:cubicBezTo>
                  <a:pt x="4377222" y="746855"/>
                  <a:pt x="4373317" y="742664"/>
                  <a:pt x="4373603" y="740854"/>
                </a:cubicBezTo>
                <a:cubicBezTo>
                  <a:pt x="4373888" y="739044"/>
                  <a:pt x="4373031" y="736092"/>
                  <a:pt x="4370936" y="736092"/>
                </a:cubicBezTo>
                <a:cubicBezTo>
                  <a:pt x="4368840" y="736092"/>
                  <a:pt x="4368840" y="733710"/>
                  <a:pt x="4366459" y="733139"/>
                </a:cubicBezTo>
                <a:cubicBezTo>
                  <a:pt x="4363982" y="732567"/>
                  <a:pt x="4360744" y="730186"/>
                  <a:pt x="4361030" y="728376"/>
                </a:cubicBezTo>
                <a:cubicBezTo>
                  <a:pt x="4361315" y="726567"/>
                  <a:pt x="4364078" y="726567"/>
                  <a:pt x="4366459" y="726852"/>
                </a:cubicBezTo>
                <a:close/>
                <a:moveTo>
                  <a:pt x="5524509" y="715398"/>
                </a:moveTo>
                <a:cubicBezTo>
                  <a:pt x="5529485" y="714565"/>
                  <a:pt x="5535319" y="714850"/>
                  <a:pt x="5541463" y="717994"/>
                </a:cubicBezTo>
                <a:cubicBezTo>
                  <a:pt x="5553750" y="724280"/>
                  <a:pt x="5552892" y="722756"/>
                  <a:pt x="5555560" y="723423"/>
                </a:cubicBezTo>
                <a:cubicBezTo>
                  <a:pt x="5558226" y="723994"/>
                  <a:pt x="5560608" y="724280"/>
                  <a:pt x="5560036" y="727328"/>
                </a:cubicBezTo>
                <a:cubicBezTo>
                  <a:pt x="5559465" y="730281"/>
                  <a:pt x="5557370" y="730662"/>
                  <a:pt x="5554607" y="730662"/>
                </a:cubicBezTo>
                <a:cubicBezTo>
                  <a:pt x="5551845" y="730662"/>
                  <a:pt x="5544701" y="728852"/>
                  <a:pt x="5541463" y="729424"/>
                </a:cubicBezTo>
                <a:cubicBezTo>
                  <a:pt x="5538129" y="729995"/>
                  <a:pt x="5537272" y="729138"/>
                  <a:pt x="5535462" y="729424"/>
                </a:cubicBezTo>
                <a:cubicBezTo>
                  <a:pt x="5533652" y="729709"/>
                  <a:pt x="5529175" y="729995"/>
                  <a:pt x="5527937" y="727042"/>
                </a:cubicBezTo>
                <a:cubicBezTo>
                  <a:pt x="5526699" y="724090"/>
                  <a:pt x="5524603" y="723709"/>
                  <a:pt x="5521651" y="723423"/>
                </a:cubicBezTo>
                <a:cubicBezTo>
                  <a:pt x="5518698" y="723042"/>
                  <a:pt x="5514221" y="722185"/>
                  <a:pt x="5514221" y="722185"/>
                </a:cubicBezTo>
                <a:cubicBezTo>
                  <a:pt x="5514221" y="722185"/>
                  <a:pt x="5507363" y="722185"/>
                  <a:pt x="5512697" y="719518"/>
                </a:cubicBezTo>
                <a:cubicBezTo>
                  <a:pt x="5515412" y="718184"/>
                  <a:pt x="5519532" y="716232"/>
                  <a:pt x="5524509" y="715398"/>
                </a:cubicBezTo>
                <a:close/>
                <a:moveTo>
                  <a:pt x="5253808" y="712850"/>
                </a:moveTo>
                <a:lnTo>
                  <a:pt x="5253808" y="717041"/>
                </a:lnTo>
                <a:cubicBezTo>
                  <a:pt x="5253808" y="717041"/>
                  <a:pt x="5250855" y="717041"/>
                  <a:pt x="5250855" y="715803"/>
                </a:cubicBezTo>
                <a:cubicBezTo>
                  <a:pt x="5250855" y="714660"/>
                  <a:pt x="5253808" y="712850"/>
                  <a:pt x="5253808" y="712850"/>
                </a:cubicBezTo>
                <a:close/>
                <a:moveTo>
                  <a:pt x="4349600" y="711517"/>
                </a:moveTo>
                <a:cubicBezTo>
                  <a:pt x="4349600" y="712945"/>
                  <a:pt x="4351124" y="713612"/>
                  <a:pt x="4352934" y="712374"/>
                </a:cubicBezTo>
                <a:cubicBezTo>
                  <a:pt x="4354743" y="711231"/>
                  <a:pt x="4357125" y="710278"/>
                  <a:pt x="4359220" y="711517"/>
                </a:cubicBezTo>
                <a:cubicBezTo>
                  <a:pt x="4361316" y="712660"/>
                  <a:pt x="4365507" y="718089"/>
                  <a:pt x="4361316" y="716851"/>
                </a:cubicBezTo>
                <a:cubicBezTo>
                  <a:pt x="4357125" y="715612"/>
                  <a:pt x="4358649" y="717994"/>
                  <a:pt x="4361030" y="719232"/>
                </a:cubicBezTo>
                <a:cubicBezTo>
                  <a:pt x="4363411" y="720470"/>
                  <a:pt x="4368269" y="718946"/>
                  <a:pt x="4369126" y="721327"/>
                </a:cubicBezTo>
                <a:cubicBezTo>
                  <a:pt x="4369983" y="723709"/>
                  <a:pt x="4366364" y="724852"/>
                  <a:pt x="4363983" y="723994"/>
                </a:cubicBezTo>
                <a:cubicBezTo>
                  <a:pt x="4361601" y="723137"/>
                  <a:pt x="4359220" y="722280"/>
                  <a:pt x="4359220" y="725233"/>
                </a:cubicBezTo>
                <a:cubicBezTo>
                  <a:pt x="4359220" y="728281"/>
                  <a:pt x="4354076" y="728852"/>
                  <a:pt x="4353791" y="726471"/>
                </a:cubicBezTo>
                <a:cubicBezTo>
                  <a:pt x="4353505" y="724090"/>
                  <a:pt x="4352648" y="722566"/>
                  <a:pt x="4347504" y="722851"/>
                </a:cubicBezTo>
                <a:cubicBezTo>
                  <a:pt x="4342361" y="723232"/>
                  <a:pt x="4342361" y="717517"/>
                  <a:pt x="4345694" y="717803"/>
                </a:cubicBezTo>
                <a:cubicBezTo>
                  <a:pt x="4348933" y="718089"/>
                  <a:pt x="4348933" y="716565"/>
                  <a:pt x="4346266" y="716279"/>
                </a:cubicBezTo>
                <a:cubicBezTo>
                  <a:pt x="4343599" y="715993"/>
                  <a:pt x="4344456" y="714469"/>
                  <a:pt x="4346266" y="712088"/>
                </a:cubicBezTo>
                <a:cubicBezTo>
                  <a:pt x="4348076" y="709707"/>
                  <a:pt x="4349600" y="709993"/>
                  <a:pt x="4349600" y="711517"/>
                </a:cubicBezTo>
                <a:close/>
                <a:moveTo>
                  <a:pt x="3786006" y="709707"/>
                </a:moveTo>
                <a:cubicBezTo>
                  <a:pt x="3787816" y="712088"/>
                  <a:pt x="3785720" y="711231"/>
                  <a:pt x="3787720" y="711707"/>
                </a:cubicBezTo>
                <a:cubicBezTo>
                  <a:pt x="3789816" y="712374"/>
                  <a:pt x="3792578" y="715898"/>
                  <a:pt x="3791054" y="715327"/>
                </a:cubicBezTo>
                <a:cubicBezTo>
                  <a:pt x="3789625" y="714755"/>
                  <a:pt x="3788102" y="715708"/>
                  <a:pt x="3784196" y="712374"/>
                </a:cubicBezTo>
                <a:cubicBezTo>
                  <a:pt x="3780291" y="709136"/>
                  <a:pt x="3784196" y="707326"/>
                  <a:pt x="3786006" y="709707"/>
                </a:cubicBezTo>
                <a:close/>
                <a:moveTo>
                  <a:pt x="4365149" y="708910"/>
                </a:moveTo>
                <a:cubicBezTo>
                  <a:pt x="4366078" y="708494"/>
                  <a:pt x="4368173" y="708565"/>
                  <a:pt x="4369983" y="709327"/>
                </a:cubicBezTo>
                <a:cubicBezTo>
                  <a:pt x="4372555" y="710374"/>
                  <a:pt x="4375222" y="710279"/>
                  <a:pt x="4377603" y="712375"/>
                </a:cubicBezTo>
                <a:cubicBezTo>
                  <a:pt x="4379317" y="716280"/>
                  <a:pt x="4378079" y="713613"/>
                  <a:pt x="4382556" y="717423"/>
                </a:cubicBezTo>
                <a:cubicBezTo>
                  <a:pt x="4387033" y="721328"/>
                  <a:pt x="4383223" y="721328"/>
                  <a:pt x="4379603" y="717709"/>
                </a:cubicBezTo>
                <a:cubicBezTo>
                  <a:pt x="4376079" y="714184"/>
                  <a:pt x="4373983" y="715327"/>
                  <a:pt x="4376936" y="718947"/>
                </a:cubicBezTo>
                <a:cubicBezTo>
                  <a:pt x="4378270" y="720566"/>
                  <a:pt x="4380556" y="721900"/>
                  <a:pt x="4383223" y="723424"/>
                </a:cubicBezTo>
                <a:cubicBezTo>
                  <a:pt x="4385985" y="724948"/>
                  <a:pt x="4383604" y="732758"/>
                  <a:pt x="4380841" y="732758"/>
                </a:cubicBezTo>
                <a:cubicBezTo>
                  <a:pt x="4378079" y="732758"/>
                  <a:pt x="4377508" y="726757"/>
                  <a:pt x="4375698" y="723424"/>
                </a:cubicBezTo>
                <a:cubicBezTo>
                  <a:pt x="4373888" y="720090"/>
                  <a:pt x="4373031" y="713803"/>
                  <a:pt x="4367316" y="711422"/>
                </a:cubicBezTo>
                <a:cubicBezTo>
                  <a:pt x="4364459" y="710231"/>
                  <a:pt x="4364221" y="709327"/>
                  <a:pt x="4365149" y="708910"/>
                </a:cubicBezTo>
                <a:close/>
                <a:moveTo>
                  <a:pt x="3878874" y="707611"/>
                </a:moveTo>
                <a:cubicBezTo>
                  <a:pt x="3880398" y="707326"/>
                  <a:pt x="3880969" y="707326"/>
                  <a:pt x="3882970" y="707611"/>
                </a:cubicBezTo>
                <a:cubicBezTo>
                  <a:pt x="3885065" y="707897"/>
                  <a:pt x="3886303" y="709421"/>
                  <a:pt x="3888685" y="711802"/>
                </a:cubicBezTo>
                <a:cubicBezTo>
                  <a:pt x="3891161" y="714184"/>
                  <a:pt x="3891447" y="718375"/>
                  <a:pt x="3889923" y="717803"/>
                </a:cubicBezTo>
                <a:cubicBezTo>
                  <a:pt x="3888399" y="717232"/>
                  <a:pt x="3887827" y="717803"/>
                  <a:pt x="3887542" y="719041"/>
                </a:cubicBezTo>
                <a:cubicBezTo>
                  <a:pt x="3887256" y="720184"/>
                  <a:pt x="3884303" y="721137"/>
                  <a:pt x="3880398" y="717803"/>
                </a:cubicBezTo>
                <a:cubicBezTo>
                  <a:pt x="3876493" y="714469"/>
                  <a:pt x="3874683" y="715422"/>
                  <a:pt x="3870492" y="713612"/>
                </a:cubicBezTo>
                <a:cubicBezTo>
                  <a:pt x="3866301" y="711802"/>
                  <a:pt x="3869635" y="708850"/>
                  <a:pt x="3872016" y="709707"/>
                </a:cubicBezTo>
                <a:cubicBezTo>
                  <a:pt x="3874397" y="710564"/>
                  <a:pt x="3877350" y="707897"/>
                  <a:pt x="3878874" y="707611"/>
                </a:cubicBezTo>
                <a:close/>
                <a:moveTo>
                  <a:pt x="4391222" y="707344"/>
                </a:moveTo>
                <a:lnTo>
                  <a:pt x="4392427" y="708445"/>
                </a:lnTo>
                <a:lnTo>
                  <a:pt x="4391933" y="707779"/>
                </a:lnTo>
                <a:close/>
                <a:moveTo>
                  <a:pt x="849544" y="698563"/>
                </a:moveTo>
                <a:cubicBezTo>
                  <a:pt x="853163" y="698563"/>
                  <a:pt x="856116" y="701611"/>
                  <a:pt x="853163" y="703326"/>
                </a:cubicBezTo>
                <a:cubicBezTo>
                  <a:pt x="850210" y="705135"/>
                  <a:pt x="851353" y="705421"/>
                  <a:pt x="848686" y="702754"/>
                </a:cubicBezTo>
                <a:cubicBezTo>
                  <a:pt x="846019" y="700087"/>
                  <a:pt x="846019" y="698563"/>
                  <a:pt x="849544" y="698563"/>
                </a:cubicBezTo>
                <a:close/>
                <a:moveTo>
                  <a:pt x="930791" y="696468"/>
                </a:moveTo>
                <a:lnTo>
                  <a:pt x="931011" y="696578"/>
                </a:lnTo>
                <a:lnTo>
                  <a:pt x="929267" y="696754"/>
                </a:lnTo>
                <a:close/>
                <a:moveTo>
                  <a:pt x="5208421" y="689741"/>
                </a:moveTo>
                <a:cubicBezTo>
                  <a:pt x="5210564" y="689896"/>
                  <a:pt x="5212898" y="691324"/>
                  <a:pt x="5214850" y="693134"/>
                </a:cubicBezTo>
                <a:cubicBezTo>
                  <a:pt x="5218756" y="696754"/>
                  <a:pt x="5220851" y="695515"/>
                  <a:pt x="5221709" y="697897"/>
                </a:cubicBezTo>
                <a:cubicBezTo>
                  <a:pt x="5222566" y="700278"/>
                  <a:pt x="5222280" y="701802"/>
                  <a:pt x="5219327" y="701230"/>
                </a:cubicBezTo>
                <a:cubicBezTo>
                  <a:pt x="5216279" y="700659"/>
                  <a:pt x="5215422" y="700659"/>
                  <a:pt x="5212755" y="700659"/>
                </a:cubicBezTo>
                <a:cubicBezTo>
                  <a:pt x="5210088" y="700564"/>
                  <a:pt x="5206754" y="700278"/>
                  <a:pt x="5206754" y="700278"/>
                </a:cubicBezTo>
                <a:cubicBezTo>
                  <a:pt x="5206754" y="700278"/>
                  <a:pt x="5200753" y="700564"/>
                  <a:pt x="5203135" y="693991"/>
                </a:cubicBezTo>
                <a:cubicBezTo>
                  <a:pt x="5204326" y="690705"/>
                  <a:pt x="5206278" y="689586"/>
                  <a:pt x="5208421" y="689741"/>
                </a:cubicBezTo>
                <a:close/>
                <a:moveTo>
                  <a:pt x="4212154" y="684894"/>
                </a:moveTo>
                <a:cubicBezTo>
                  <a:pt x="4212559" y="685490"/>
                  <a:pt x="4212250" y="686752"/>
                  <a:pt x="4211202" y="687800"/>
                </a:cubicBezTo>
                <a:cubicBezTo>
                  <a:pt x="4209106" y="689895"/>
                  <a:pt x="4205201" y="689324"/>
                  <a:pt x="4208820" y="685990"/>
                </a:cubicBezTo>
                <a:cubicBezTo>
                  <a:pt x="4210630" y="684370"/>
                  <a:pt x="4211749" y="684299"/>
                  <a:pt x="4212154" y="684894"/>
                </a:cubicBezTo>
                <a:close/>
                <a:moveTo>
                  <a:pt x="4165827" y="680132"/>
                </a:moveTo>
                <a:cubicBezTo>
                  <a:pt x="4166387" y="680656"/>
                  <a:pt x="4166911" y="682085"/>
                  <a:pt x="4167196" y="683895"/>
                </a:cubicBezTo>
                <a:cubicBezTo>
                  <a:pt x="4167768" y="687514"/>
                  <a:pt x="4166625" y="683895"/>
                  <a:pt x="4166434" y="686562"/>
                </a:cubicBezTo>
                <a:cubicBezTo>
                  <a:pt x="4166149" y="689324"/>
                  <a:pt x="4166339" y="693800"/>
                  <a:pt x="4163672" y="695896"/>
                </a:cubicBezTo>
                <a:cubicBezTo>
                  <a:pt x="4158433" y="699897"/>
                  <a:pt x="4158243" y="697039"/>
                  <a:pt x="4159481" y="696182"/>
                </a:cubicBezTo>
                <a:cubicBezTo>
                  <a:pt x="4160719" y="695229"/>
                  <a:pt x="4161005" y="691991"/>
                  <a:pt x="4159481" y="690181"/>
                </a:cubicBezTo>
                <a:cubicBezTo>
                  <a:pt x="4157957" y="688371"/>
                  <a:pt x="4163386" y="685419"/>
                  <a:pt x="4164243" y="681799"/>
                </a:cubicBezTo>
                <a:cubicBezTo>
                  <a:pt x="4164672" y="679989"/>
                  <a:pt x="4165268" y="679608"/>
                  <a:pt x="4165827" y="680132"/>
                </a:cubicBezTo>
                <a:close/>
                <a:moveTo>
                  <a:pt x="4157862" y="678275"/>
                </a:moveTo>
                <a:cubicBezTo>
                  <a:pt x="4160243" y="680942"/>
                  <a:pt x="4159957" y="684275"/>
                  <a:pt x="4156338" y="685133"/>
                </a:cubicBezTo>
                <a:cubicBezTo>
                  <a:pt x="4152814" y="686085"/>
                  <a:pt x="4154243" y="681894"/>
                  <a:pt x="4153671" y="678560"/>
                </a:cubicBezTo>
                <a:cubicBezTo>
                  <a:pt x="4153099" y="675322"/>
                  <a:pt x="4155481" y="675608"/>
                  <a:pt x="4157862" y="678275"/>
                </a:cubicBezTo>
                <a:close/>
                <a:moveTo>
                  <a:pt x="985370" y="673703"/>
                </a:moveTo>
                <a:cubicBezTo>
                  <a:pt x="988323" y="672466"/>
                  <a:pt x="990133" y="673418"/>
                  <a:pt x="988037" y="674942"/>
                </a:cubicBezTo>
                <a:cubicBezTo>
                  <a:pt x="985941" y="676371"/>
                  <a:pt x="985941" y="676371"/>
                  <a:pt x="985941" y="676371"/>
                </a:cubicBezTo>
                <a:cubicBezTo>
                  <a:pt x="985941" y="676371"/>
                  <a:pt x="982322" y="674847"/>
                  <a:pt x="985370" y="673703"/>
                </a:cubicBezTo>
                <a:close/>
                <a:moveTo>
                  <a:pt x="4258408" y="672256"/>
                </a:moveTo>
                <a:lnTo>
                  <a:pt x="4259026" y="672749"/>
                </a:lnTo>
                <a:lnTo>
                  <a:pt x="4260412" y="672406"/>
                </a:lnTo>
                <a:close/>
                <a:moveTo>
                  <a:pt x="1132722" y="659034"/>
                </a:moveTo>
                <a:lnTo>
                  <a:pt x="1132816" y="659049"/>
                </a:lnTo>
                <a:lnTo>
                  <a:pt x="1132816" y="659034"/>
                </a:lnTo>
                <a:lnTo>
                  <a:pt x="1132852" y="659055"/>
                </a:lnTo>
                <a:lnTo>
                  <a:pt x="1134817" y="659368"/>
                </a:lnTo>
                <a:lnTo>
                  <a:pt x="1136245" y="661019"/>
                </a:lnTo>
                <a:lnTo>
                  <a:pt x="1136436" y="661130"/>
                </a:lnTo>
                <a:cubicBezTo>
                  <a:pt x="1138817" y="662653"/>
                  <a:pt x="1139103" y="662940"/>
                  <a:pt x="1139103" y="662940"/>
                </a:cubicBezTo>
                <a:lnTo>
                  <a:pt x="1137579" y="664463"/>
                </a:lnTo>
                <a:lnTo>
                  <a:pt x="1137111" y="664285"/>
                </a:lnTo>
                <a:lnTo>
                  <a:pt x="1136722" y="664654"/>
                </a:lnTo>
                <a:lnTo>
                  <a:pt x="1132722" y="662654"/>
                </a:lnTo>
                <a:cubicBezTo>
                  <a:pt x="1132722" y="662654"/>
                  <a:pt x="1131388" y="662749"/>
                  <a:pt x="1132722" y="659034"/>
                </a:cubicBezTo>
                <a:close/>
                <a:moveTo>
                  <a:pt x="1365084" y="657648"/>
                </a:moveTo>
                <a:lnTo>
                  <a:pt x="1364719" y="657971"/>
                </a:lnTo>
                <a:lnTo>
                  <a:pt x="1365145" y="658184"/>
                </a:lnTo>
                <a:close/>
                <a:moveTo>
                  <a:pt x="987370" y="653702"/>
                </a:moveTo>
                <a:cubicBezTo>
                  <a:pt x="990323" y="650749"/>
                  <a:pt x="992800" y="652463"/>
                  <a:pt x="990037" y="654559"/>
                </a:cubicBezTo>
                <a:cubicBezTo>
                  <a:pt x="987370" y="656654"/>
                  <a:pt x="987370" y="656654"/>
                  <a:pt x="987370" y="656654"/>
                </a:cubicBezTo>
                <a:cubicBezTo>
                  <a:pt x="987370" y="656654"/>
                  <a:pt x="984418" y="656654"/>
                  <a:pt x="987370" y="653702"/>
                </a:cubicBezTo>
                <a:close/>
                <a:moveTo>
                  <a:pt x="1132245" y="649033"/>
                </a:moveTo>
                <a:cubicBezTo>
                  <a:pt x="1132817" y="646366"/>
                  <a:pt x="1133769" y="646652"/>
                  <a:pt x="1135580" y="649319"/>
                </a:cubicBezTo>
                <a:cubicBezTo>
                  <a:pt x="1137389" y="651986"/>
                  <a:pt x="1135865" y="652938"/>
                  <a:pt x="1135865" y="652938"/>
                </a:cubicBezTo>
                <a:lnTo>
                  <a:pt x="1134341" y="653510"/>
                </a:lnTo>
                <a:cubicBezTo>
                  <a:pt x="1134341" y="653510"/>
                  <a:pt x="1131674" y="651700"/>
                  <a:pt x="1132245" y="649033"/>
                </a:cubicBezTo>
                <a:close/>
                <a:moveTo>
                  <a:pt x="5598994" y="644842"/>
                </a:moveTo>
                <a:cubicBezTo>
                  <a:pt x="5601947" y="645128"/>
                  <a:pt x="5604424" y="649033"/>
                  <a:pt x="5602614" y="650557"/>
                </a:cubicBezTo>
                <a:cubicBezTo>
                  <a:pt x="5600804" y="652081"/>
                  <a:pt x="5597185" y="653510"/>
                  <a:pt x="5596042" y="654748"/>
                </a:cubicBezTo>
                <a:cubicBezTo>
                  <a:pt x="5594803" y="655986"/>
                  <a:pt x="5595756" y="658367"/>
                  <a:pt x="5598423" y="657796"/>
                </a:cubicBezTo>
                <a:cubicBezTo>
                  <a:pt x="5601090" y="657224"/>
                  <a:pt x="5604138" y="653033"/>
                  <a:pt x="5604709" y="656272"/>
                </a:cubicBezTo>
                <a:cubicBezTo>
                  <a:pt x="5605281" y="659606"/>
                  <a:pt x="5605567" y="661987"/>
                  <a:pt x="5607376" y="664368"/>
                </a:cubicBezTo>
                <a:cubicBezTo>
                  <a:pt x="5609186" y="666749"/>
                  <a:pt x="5609758" y="677513"/>
                  <a:pt x="5610710" y="679322"/>
                </a:cubicBezTo>
                <a:cubicBezTo>
                  <a:pt x="5611567" y="681132"/>
                  <a:pt x="5614901" y="689514"/>
                  <a:pt x="5614615" y="691610"/>
                </a:cubicBezTo>
                <a:cubicBezTo>
                  <a:pt x="5614329" y="693705"/>
                  <a:pt x="5614329" y="699420"/>
                  <a:pt x="5616139" y="700563"/>
                </a:cubicBezTo>
                <a:cubicBezTo>
                  <a:pt x="5617949" y="701801"/>
                  <a:pt x="5619473" y="701420"/>
                  <a:pt x="5618520" y="697229"/>
                </a:cubicBezTo>
                <a:cubicBezTo>
                  <a:pt x="5617664" y="693038"/>
                  <a:pt x="5617282" y="691514"/>
                  <a:pt x="5616997" y="689133"/>
                </a:cubicBezTo>
                <a:cubicBezTo>
                  <a:pt x="5616711" y="686752"/>
                  <a:pt x="5616425" y="683418"/>
                  <a:pt x="5617568" y="682275"/>
                </a:cubicBezTo>
                <a:cubicBezTo>
                  <a:pt x="5618806" y="681037"/>
                  <a:pt x="5618425" y="681989"/>
                  <a:pt x="5619663" y="685228"/>
                </a:cubicBezTo>
                <a:cubicBezTo>
                  <a:pt x="5620902" y="688562"/>
                  <a:pt x="5631094" y="687895"/>
                  <a:pt x="5631951" y="686752"/>
                </a:cubicBezTo>
                <a:cubicBezTo>
                  <a:pt x="5632808" y="685514"/>
                  <a:pt x="5634618" y="690371"/>
                  <a:pt x="5633189" y="692753"/>
                </a:cubicBezTo>
                <a:cubicBezTo>
                  <a:pt x="5631665" y="695134"/>
                  <a:pt x="5630236" y="704754"/>
                  <a:pt x="5631379" y="702944"/>
                </a:cubicBezTo>
                <a:cubicBezTo>
                  <a:pt x="5632617" y="701135"/>
                  <a:pt x="5632236" y="699039"/>
                  <a:pt x="5633760" y="700563"/>
                </a:cubicBezTo>
                <a:cubicBezTo>
                  <a:pt x="5635285" y="702087"/>
                  <a:pt x="5636141" y="701420"/>
                  <a:pt x="5638237" y="701135"/>
                </a:cubicBezTo>
                <a:cubicBezTo>
                  <a:pt x="5640332" y="700849"/>
                  <a:pt x="5643667" y="702659"/>
                  <a:pt x="5643952" y="700277"/>
                </a:cubicBezTo>
                <a:cubicBezTo>
                  <a:pt x="5644238" y="697896"/>
                  <a:pt x="5657097" y="697610"/>
                  <a:pt x="5658621" y="693991"/>
                </a:cubicBezTo>
                <a:cubicBezTo>
                  <a:pt x="5660145" y="690371"/>
                  <a:pt x="5664622" y="692753"/>
                  <a:pt x="5667288" y="693134"/>
                </a:cubicBezTo>
                <a:cubicBezTo>
                  <a:pt x="5669956" y="693419"/>
                  <a:pt x="5672718" y="694658"/>
                  <a:pt x="5672718" y="697039"/>
                </a:cubicBezTo>
                <a:cubicBezTo>
                  <a:pt x="5672718" y="699420"/>
                  <a:pt x="5670336" y="705992"/>
                  <a:pt x="5672718" y="705421"/>
                </a:cubicBezTo>
                <a:cubicBezTo>
                  <a:pt x="5675099" y="704849"/>
                  <a:pt x="5676051" y="721042"/>
                  <a:pt x="5678433" y="718280"/>
                </a:cubicBezTo>
                <a:cubicBezTo>
                  <a:pt x="5680814" y="715613"/>
                  <a:pt x="5682338" y="718851"/>
                  <a:pt x="5681100" y="720947"/>
                </a:cubicBezTo>
                <a:cubicBezTo>
                  <a:pt x="5679861" y="723042"/>
                  <a:pt x="5679861" y="725709"/>
                  <a:pt x="5680814" y="727233"/>
                </a:cubicBezTo>
                <a:cubicBezTo>
                  <a:pt x="5681671" y="728757"/>
                  <a:pt x="5682052" y="728090"/>
                  <a:pt x="5682910" y="725138"/>
                </a:cubicBezTo>
                <a:cubicBezTo>
                  <a:pt x="5683766" y="722090"/>
                  <a:pt x="5684719" y="722566"/>
                  <a:pt x="5685862" y="719994"/>
                </a:cubicBezTo>
                <a:cubicBezTo>
                  <a:pt x="5688529" y="714279"/>
                  <a:pt x="5685862" y="715232"/>
                  <a:pt x="5688529" y="714279"/>
                </a:cubicBezTo>
                <a:cubicBezTo>
                  <a:pt x="5691196" y="713422"/>
                  <a:pt x="5691196" y="715803"/>
                  <a:pt x="5692435" y="713041"/>
                </a:cubicBezTo>
                <a:cubicBezTo>
                  <a:pt x="5693673" y="710374"/>
                  <a:pt x="5695101" y="712755"/>
                  <a:pt x="5693673" y="715994"/>
                </a:cubicBezTo>
                <a:cubicBezTo>
                  <a:pt x="5692149" y="719327"/>
                  <a:pt x="5692435" y="721994"/>
                  <a:pt x="5691006" y="723518"/>
                </a:cubicBezTo>
                <a:cubicBezTo>
                  <a:pt x="5689482" y="725042"/>
                  <a:pt x="5688910" y="726185"/>
                  <a:pt x="5691006" y="727424"/>
                </a:cubicBezTo>
                <a:cubicBezTo>
                  <a:pt x="5693101" y="728662"/>
                  <a:pt x="5698816" y="737330"/>
                  <a:pt x="5699959" y="739997"/>
                </a:cubicBezTo>
                <a:cubicBezTo>
                  <a:pt x="5701197" y="742664"/>
                  <a:pt x="5702626" y="742378"/>
                  <a:pt x="5702912" y="740568"/>
                </a:cubicBezTo>
                <a:cubicBezTo>
                  <a:pt x="5703198" y="738758"/>
                  <a:pt x="5702912" y="738187"/>
                  <a:pt x="5701102" y="736091"/>
                </a:cubicBezTo>
                <a:cubicBezTo>
                  <a:pt x="5699292" y="733996"/>
                  <a:pt x="5695959" y="731900"/>
                  <a:pt x="5697769" y="728281"/>
                </a:cubicBezTo>
                <a:cubicBezTo>
                  <a:pt x="5699578" y="724661"/>
                  <a:pt x="5699864" y="725328"/>
                  <a:pt x="5699864" y="722852"/>
                </a:cubicBezTo>
                <a:cubicBezTo>
                  <a:pt x="5699864" y="720470"/>
                  <a:pt x="5700721" y="717422"/>
                  <a:pt x="5702531" y="719232"/>
                </a:cubicBezTo>
                <a:cubicBezTo>
                  <a:pt x="5704341" y="721042"/>
                  <a:pt x="5703769" y="726757"/>
                  <a:pt x="5704341" y="729138"/>
                </a:cubicBezTo>
                <a:cubicBezTo>
                  <a:pt x="5704912" y="731519"/>
                  <a:pt x="5703483" y="735996"/>
                  <a:pt x="5706722" y="738092"/>
                </a:cubicBezTo>
                <a:cubicBezTo>
                  <a:pt x="5710056" y="740187"/>
                  <a:pt x="5710342" y="740187"/>
                  <a:pt x="5713008" y="740187"/>
                </a:cubicBezTo>
                <a:cubicBezTo>
                  <a:pt x="5713008" y="740187"/>
                  <a:pt x="5708723" y="732186"/>
                  <a:pt x="5710342" y="729995"/>
                </a:cubicBezTo>
                <a:cubicBezTo>
                  <a:pt x="5711865" y="727805"/>
                  <a:pt x="5713294" y="734663"/>
                  <a:pt x="5715104" y="737425"/>
                </a:cubicBezTo>
                <a:cubicBezTo>
                  <a:pt x="5717104" y="740378"/>
                  <a:pt x="5716247" y="743711"/>
                  <a:pt x="5716247" y="743711"/>
                </a:cubicBezTo>
                <a:cubicBezTo>
                  <a:pt x="5716247" y="747331"/>
                  <a:pt x="5717104" y="749712"/>
                  <a:pt x="5719200" y="752093"/>
                </a:cubicBezTo>
                <a:cubicBezTo>
                  <a:pt x="5721295" y="754475"/>
                  <a:pt x="5721866" y="755427"/>
                  <a:pt x="5721866" y="757808"/>
                </a:cubicBezTo>
                <a:cubicBezTo>
                  <a:pt x="5721866" y="760190"/>
                  <a:pt x="5721010" y="761428"/>
                  <a:pt x="5719771" y="760190"/>
                </a:cubicBezTo>
                <a:cubicBezTo>
                  <a:pt x="5718533" y="758951"/>
                  <a:pt x="5716438" y="761047"/>
                  <a:pt x="5715009" y="759618"/>
                </a:cubicBezTo>
                <a:cubicBezTo>
                  <a:pt x="5713485" y="758094"/>
                  <a:pt x="5713770" y="756951"/>
                  <a:pt x="5711961" y="755999"/>
                </a:cubicBezTo>
                <a:cubicBezTo>
                  <a:pt x="5710151" y="755141"/>
                  <a:pt x="5709579" y="754189"/>
                  <a:pt x="5709294" y="751808"/>
                </a:cubicBezTo>
                <a:cubicBezTo>
                  <a:pt x="5709008" y="749426"/>
                  <a:pt x="5705674" y="748188"/>
                  <a:pt x="5705674" y="748188"/>
                </a:cubicBezTo>
                <a:cubicBezTo>
                  <a:pt x="5705674" y="748188"/>
                  <a:pt x="5705674" y="749998"/>
                  <a:pt x="5705960" y="752093"/>
                </a:cubicBezTo>
                <a:cubicBezTo>
                  <a:pt x="5706246" y="754189"/>
                  <a:pt x="5706531" y="758094"/>
                  <a:pt x="5703865" y="758094"/>
                </a:cubicBezTo>
                <a:cubicBezTo>
                  <a:pt x="5701197" y="758094"/>
                  <a:pt x="5699388" y="758951"/>
                  <a:pt x="5699959" y="753046"/>
                </a:cubicBezTo>
                <a:cubicBezTo>
                  <a:pt x="5700531" y="747045"/>
                  <a:pt x="5701197" y="746759"/>
                  <a:pt x="5697578" y="744378"/>
                </a:cubicBezTo>
                <a:cubicBezTo>
                  <a:pt x="5693958" y="741997"/>
                  <a:pt x="5691577" y="739616"/>
                  <a:pt x="5689196" y="737520"/>
                </a:cubicBezTo>
                <a:cubicBezTo>
                  <a:pt x="5686815" y="735425"/>
                  <a:pt x="5685005" y="732758"/>
                  <a:pt x="5685291" y="735996"/>
                </a:cubicBezTo>
                <a:cubicBezTo>
                  <a:pt x="5685576" y="739330"/>
                  <a:pt x="5687958" y="741997"/>
                  <a:pt x="5688910" y="743807"/>
                </a:cubicBezTo>
                <a:cubicBezTo>
                  <a:pt x="5689767" y="745616"/>
                  <a:pt x="5690434" y="748569"/>
                  <a:pt x="5688624" y="747426"/>
                </a:cubicBezTo>
                <a:cubicBezTo>
                  <a:pt x="5686815" y="746188"/>
                  <a:pt x="5685005" y="744473"/>
                  <a:pt x="5685005" y="748950"/>
                </a:cubicBezTo>
                <a:cubicBezTo>
                  <a:pt x="5685005" y="753427"/>
                  <a:pt x="5684148" y="753713"/>
                  <a:pt x="5685291" y="756475"/>
                </a:cubicBezTo>
                <a:cubicBezTo>
                  <a:pt x="5686529" y="759142"/>
                  <a:pt x="5686148" y="760094"/>
                  <a:pt x="5684719" y="761237"/>
                </a:cubicBezTo>
                <a:cubicBezTo>
                  <a:pt x="5683195" y="762476"/>
                  <a:pt x="5682624" y="762761"/>
                  <a:pt x="5682338" y="763904"/>
                </a:cubicBezTo>
                <a:cubicBezTo>
                  <a:pt x="5682052" y="765143"/>
                  <a:pt x="5681481" y="765428"/>
                  <a:pt x="5678433" y="764190"/>
                </a:cubicBezTo>
                <a:cubicBezTo>
                  <a:pt x="5675480" y="762952"/>
                  <a:pt x="5675766" y="761523"/>
                  <a:pt x="5678433" y="756665"/>
                </a:cubicBezTo>
                <a:cubicBezTo>
                  <a:pt x="5681100" y="751903"/>
                  <a:pt x="5680242" y="752474"/>
                  <a:pt x="5679004" y="750093"/>
                </a:cubicBezTo>
                <a:cubicBezTo>
                  <a:pt x="5677766" y="747712"/>
                  <a:pt x="5677766" y="744378"/>
                  <a:pt x="5679290" y="742283"/>
                </a:cubicBezTo>
                <a:cubicBezTo>
                  <a:pt x="5680814" y="740187"/>
                  <a:pt x="5680528" y="736853"/>
                  <a:pt x="5677290" y="739901"/>
                </a:cubicBezTo>
                <a:cubicBezTo>
                  <a:pt x="5673956" y="742854"/>
                  <a:pt x="5673956" y="742283"/>
                  <a:pt x="5673670" y="744664"/>
                </a:cubicBezTo>
                <a:cubicBezTo>
                  <a:pt x="5673385" y="747045"/>
                  <a:pt x="5674528" y="748569"/>
                  <a:pt x="5672432" y="749712"/>
                </a:cubicBezTo>
                <a:cubicBezTo>
                  <a:pt x="5670336" y="750950"/>
                  <a:pt x="5666717" y="754189"/>
                  <a:pt x="5667288" y="751236"/>
                </a:cubicBezTo>
                <a:cubicBezTo>
                  <a:pt x="5667860" y="748188"/>
                  <a:pt x="5666622" y="746283"/>
                  <a:pt x="5665765" y="743140"/>
                </a:cubicBezTo>
                <a:cubicBezTo>
                  <a:pt x="5665383" y="741521"/>
                  <a:pt x="5663383" y="739235"/>
                  <a:pt x="5661574" y="738663"/>
                </a:cubicBezTo>
                <a:cubicBezTo>
                  <a:pt x="5659764" y="738092"/>
                  <a:pt x="5659764" y="743997"/>
                  <a:pt x="5658906" y="746188"/>
                </a:cubicBezTo>
                <a:cubicBezTo>
                  <a:pt x="5658049" y="748188"/>
                  <a:pt x="5657383" y="750665"/>
                  <a:pt x="5654715" y="752474"/>
                </a:cubicBezTo>
                <a:cubicBezTo>
                  <a:pt x="5652049" y="754284"/>
                  <a:pt x="5646619" y="755808"/>
                  <a:pt x="5646048" y="757237"/>
                </a:cubicBezTo>
                <a:cubicBezTo>
                  <a:pt x="5645476" y="758761"/>
                  <a:pt x="5636714" y="757808"/>
                  <a:pt x="5635570" y="755141"/>
                </a:cubicBezTo>
                <a:cubicBezTo>
                  <a:pt x="5634332" y="752474"/>
                  <a:pt x="5633189" y="751808"/>
                  <a:pt x="5633189" y="755427"/>
                </a:cubicBezTo>
                <a:cubicBezTo>
                  <a:pt x="5633189" y="759047"/>
                  <a:pt x="5633475" y="759618"/>
                  <a:pt x="5628998" y="760856"/>
                </a:cubicBezTo>
                <a:cubicBezTo>
                  <a:pt x="5624521" y="762095"/>
                  <a:pt x="5615472" y="764190"/>
                  <a:pt x="5613091" y="755141"/>
                </a:cubicBezTo>
                <a:cubicBezTo>
                  <a:pt x="5610710" y="746188"/>
                  <a:pt x="5617282" y="742568"/>
                  <a:pt x="5617282" y="738092"/>
                </a:cubicBezTo>
                <a:cubicBezTo>
                  <a:pt x="5617282" y="733615"/>
                  <a:pt x="5616711" y="730567"/>
                  <a:pt x="5611853" y="736282"/>
                </a:cubicBezTo>
                <a:cubicBezTo>
                  <a:pt x="5607090" y="741997"/>
                  <a:pt x="5605281" y="744378"/>
                  <a:pt x="5605567" y="740187"/>
                </a:cubicBezTo>
                <a:cubicBezTo>
                  <a:pt x="5605852" y="735996"/>
                  <a:pt x="5605567" y="733901"/>
                  <a:pt x="5606805" y="731805"/>
                </a:cubicBezTo>
                <a:cubicBezTo>
                  <a:pt x="5608043" y="729710"/>
                  <a:pt x="5612520" y="729138"/>
                  <a:pt x="5610710" y="726376"/>
                </a:cubicBezTo>
                <a:cubicBezTo>
                  <a:pt x="5608900" y="723709"/>
                  <a:pt x="5608329" y="720661"/>
                  <a:pt x="5608043" y="718565"/>
                </a:cubicBezTo>
                <a:cubicBezTo>
                  <a:pt x="5607757" y="716470"/>
                  <a:pt x="5608900" y="715232"/>
                  <a:pt x="5610996" y="719137"/>
                </a:cubicBezTo>
                <a:cubicBezTo>
                  <a:pt x="5613091" y="723042"/>
                  <a:pt x="5613377" y="717899"/>
                  <a:pt x="5613091" y="714660"/>
                </a:cubicBezTo>
                <a:cubicBezTo>
                  <a:pt x="5612806" y="711326"/>
                  <a:pt x="5610901" y="712088"/>
                  <a:pt x="5608900" y="712850"/>
                </a:cubicBezTo>
                <a:cubicBezTo>
                  <a:pt x="5603566" y="714946"/>
                  <a:pt x="5606519" y="708088"/>
                  <a:pt x="5602614" y="705326"/>
                </a:cubicBezTo>
                <a:cubicBezTo>
                  <a:pt x="5598708" y="702659"/>
                  <a:pt x="5589755" y="685895"/>
                  <a:pt x="5590612" y="682847"/>
                </a:cubicBezTo>
                <a:cubicBezTo>
                  <a:pt x="5591470" y="679894"/>
                  <a:pt x="5582516" y="682561"/>
                  <a:pt x="5585183" y="680180"/>
                </a:cubicBezTo>
                <a:cubicBezTo>
                  <a:pt x="5587850" y="677798"/>
                  <a:pt x="5589089" y="676846"/>
                  <a:pt x="5589089" y="673893"/>
                </a:cubicBezTo>
                <a:cubicBezTo>
                  <a:pt x="5589089" y="670940"/>
                  <a:pt x="5588516" y="655891"/>
                  <a:pt x="5588803" y="653224"/>
                </a:cubicBezTo>
                <a:cubicBezTo>
                  <a:pt x="5589089" y="650557"/>
                  <a:pt x="5589660" y="645699"/>
                  <a:pt x="5589660" y="645699"/>
                </a:cubicBezTo>
                <a:cubicBezTo>
                  <a:pt x="5589660" y="645699"/>
                  <a:pt x="5595946" y="644461"/>
                  <a:pt x="5598994" y="644842"/>
                </a:cubicBezTo>
                <a:close/>
                <a:moveTo>
                  <a:pt x="1161773" y="637794"/>
                </a:moveTo>
                <a:cubicBezTo>
                  <a:pt x="1162344" y="635984"/>
                  <a:pt x="1163583" y="637794"/>
                  <a:pt x="1164726" y="639889"/>
                </a:cubicBezTo>
                <a:cubicBezTo>
                  <a:pt x="1165964" y="641985"/>
                  <a:pt x="1165392" y="645223"/>
                  <a:pt x="1163868" y="644366"/>
                </a:cubicBezTo>
                <a:cubicBezTo>
                  <a:pt x="1162344" y="643509"/>
                  <a:pt x="1160916" y="642270"/>
                  <a:pt x="1160535" y="640175"/>
                </a:cubicBezTo>
                <a:cubicBezTo>
                  <a:pt x="1160249" y="638079"/>
                  <a:pt x="1161106" y="639603"/>
                  <a:pt x="1161773" y="637794"/>
                </a:cubicBezTo>
                <a:close/>
                <a:moveTo>
                  <a:pt x="1109957" y="634745"/>
                </a:moveTo>
                <a:cubicBezTo>
                  <a:pt x="1112053" y="636841"/>
                  <a:pt x="1112338" y="638936"/>
                  <a:pt x="1109957" y="638936"/>
                </a:cubicBezTo>
                <a:cubicBezTo>
                  <a:pt x="1107576" y="638936"/>
                  <a:pt x="1107576" y="638936"/>
                  <a:pt x="1107576" y="638936"/>
                </a:cubicBezTo>
                <a:cubicBezTo>
                  <a:pt x="1107576" y="638936"/>
                  <a:pt x="1101004" y="638650"/>
                  <a:pt x="1103385" y="635602"/>
                </a:cubicBezTo>
                <a:cubicBezTo>
                  <a:pt x="1105766" y="632554"/>
                  <a:pt x="1107862" y="632554"/>
                  <a:pt x="1109957" y="634745"/>
                </a:cubicBezTo>
                <a:close/>
                <a:moveTo>
                  <a:pt x="1118398" y="633293"/>
                </a:moveTo>
                <a:cubicBezTo>
                  <a:pt x="1118743" y="632769"/>
                  <a:pt x="1119053" y="632841"/>
                  <a:pt x="1119958" y="634174"/>
                </a:cubicBezTo>
                <a:cubicBezTo>
                  <a:pt x="1121768" y="636841"/>
                  <a:pt x="1121482" y="636270"/>
                  <a:pt x="1119386" y="638080"/>
                </a:cubicBezTo>
                <a:cubicBezTo>
                  <a:pt x="1117196" y="639889"/>
                  <a:pt x="1117196" y="639889"/>
                  <a:pt x="1117196" y="639889"/>
                </a:cubicBezTo>
                <a:cubicBezTo>
                  <a:pt x="1117196" y="639889"/>
                  <a:pt x="1114529" y="638080"/>
                  <a:pt x="1116624" y="635984"/>
                </a:cubicBezTo>
                <a:cubicBezTo>
                  <a:pt x="1117672" y="634936"/>
                  <a:pt x="1118053" y="633817"/>
                  <a:pt x="1118398" y="633293"/>
                </a:cubicBezTo>
                <a:close/>
                <a:moveTo>
                  <a:pt x="3776445" y="630435"/>
                </a:moveTo>
                <a:cubicBezTo>
                  <a:pt x="3777076" y="630697"/>
                  <a:pt x="3777814" y="632126"/>
                  <a:pt x="3778100" y="632745"/>
                </a:cubicBezTo>
                <a:cubicBezTo>
                  <a:pt x="3778767" y="633888"/>
                  <a:pt x="3782386" y="635127"/>
                  <a:pt x="3783243" y="635698"/>
                </a:cubicBezTo>
                <a:cubicBezTo>
                  <a:pt x="3784196" y="636270"/>
                  <a:pt x="3788101" y="637794"/>
                  <a:pt x="3790768" y="635698"/>
                </a:cubicBezTo>
                <a:cubicBezTo>
                  <a:pt x="3793530" y="633603"/>
                  <a:pt x="3798293" y="633888"/>
                  <a:pt x="3800388" y="635698"/>
                </a:cubicBezTo>
                <a:cubicBezTo>
                  <a:pt x="3802484" y="637508"/>
                  <a:pt x="3802865" y="635793"/>
                  <a:pt x="3804579" y="638556"/>
                </a:cubicBezTo>
                <a:cubicBezTo>
                  <a:pt x="3806389" y="641508"/>
                  <a:pt x="3808770" y="640556"/>
                  <a:pt x="3809342" y="639984"/>
                </a:cubicBezTo>
                <a:cubicBezTo>
                  <a:pt x="3809913" y="639413"/>
                  <a:pt x="3812009" y="637698"/>
                  <a:pt x="3813818" y="638556"/>
                </a:cubicBezTo>
                <a:cubicBezTo>
                  <a:pt x="3815533" y="639508"/>
                  <a:pt x="3819152" y="637698"/>
                  <a:pt x="3820962" y="635889"/>
                </a:cubicBezTo>
                <a:cubicBezTo>
                  <a:pt x="3822772" y="634079"/>
                  <a:pt x="3825153" y="635889"/>
                  <a:pt x="3824582" y="637413"/>
                </a:cubicBezTo>
                <a:cubicBezTo>
                  <a:pt x="3824010" y="638937"/>
                  <a:pt x="3824867" y="642556"/>
                  <a:pt x="3822772" y="643128"/>
                </a:cubicBezTo>
                <a:cubicBezTo>
                  <a:pt x="3820676" y="643699"/>
                  <a:pt x="3819533" y="643128"/>
                  <a:pt x="3818295" y="647319"/>
                </a:cubicBezTo>
                <a:cubicBezTo>
                  <a:pt x="3817057" y="651510"/>
                  <a:pt x="3813437" y="651891"/>
                  <a:pt x="3812580" y="648557"/>
                </a:cubicBezTo>
                <a:cubicBezTo>
                  <a:pt x="3811628" y="645318"/>
                  <a:pt x="3801817" y="645033"/>
                  <a:pt x="3798483" y="643794"/>
                </a:cubicBezTo>
                <a:cubicBezTo>
                  <a:pt x="3795245" y="642651"/>
                  <a:pt x="3789530" y="641413"/>
                  <a:pt x="3787434" y="643223"/>
                </a:cubicBezTo>
                <a:cubicBezTo>
                  <a:pt x="3785339" y="645033"/>
                  <a:pt x="3782386" y="645318"/>
                  <a:pt x="3779052" y="643509"/>
                </a:cubicBezTo>
                <a:cubicBezTo>
                  <a:pt x="3775718" y="641699"/>
                  <a:pt x="3775718" y="641699"/>
                  <a:pt x="3775433" y="635127"/>
                </a:cubicBezTo>
                <a:cubicBezTo>
                  <a:pt x="3775290" y="631079"/>
                  <a:pt x="3775814" y="630174"/>
                  <a:pt x="3776445" y="630435"/>
                </a:cubicBezTo>
                <a:close/>
                <a:moveTo>
                  <a:pt x="1103956" y="628840"/>
                </a:moveTo>
                <a:cubicBezTo>
                  <a:pt x="1109100" y="627030"/>
                  <a:pt x="1106433" y="628268"/>
                  <a:pt x="1103099" y="631221"/>
                </a:cubicBezTo>
                <a:cubicBezTo>
                  <a:pt x="1099765" y="634174"/>
                  <a:pt x="1099479" y="633888"/>
                  <a:pt x="1099479" y="633888"/>
                </a:cubicBezTo>
                <a:cubicBezTo>
                  <a:pt x="1099479" y="633888"/>
                  <a:pt x="1098908" y="630554"/>
                  <a:pt x="1103956" y="628840"/>
                </a:cubicBezTo>
                <a:close/>
                <a:moveTo>
                  <a:pt x="1379688" y="622438"/>
                </a:moveTo>
                <a:lnTo>
                  <a:pt x="1378658" y="623220"/>
                </a:lnTo>
                <a:lnTo>
                  <a:pt x="1376531" y="622546"/>
                </a:lnTo>
                <a:lnTo>
                  <a:pt x="1377149" y="625109"/>
                </a:lnTo>
                <a:lnTo>
                  <a:pt x="1379609" y="622649"/>
                </a:lnTo>
                <a:close/>
                <a:moveTo>
                  <a:pt x="861545" y="621316"/>
                </a:moveTo>
                <a:cubicBezTo>
                  <a:pt x="863640" y="618649"/>
                  <a:pt x="869641" y="619506"/>
                  <a:pt x="867546" y="621887"/>
                </a:cubicBezTo>
                <a:cubicBezTo>
                  <a:pt x="865450" y="624268"/>
                  <a:pt x="863069" y="625507"/>
                  <a:pt x="863069" y="625507"/>
                </a:cubicBezTo>
                <a:cubicBezTo>
                  <a:pt x="863069" y="625507"/>
                  <a:pt x="859449" y="623983"/>
                  <a:pt x="861545" y="621316"/>
                </a:cubicBezTo>
                <a:close/>
                <a:moveTo>
                  <a:pt x="1103575" y="616172"/>
                </a:moveTo>
                <a:cubicBezTo>
                  <a:pt x="1106528" y="616172"/>
                  <a:pt x="1106909" y="617982"/>
                  <a:pt x="1106528" y="621601"/>
                </a:cubicBezTo>
                <a:cubicBezTo>
                  <a:pt x="1106242" y="625221"/>
                  <a:pt x="1105289" y="626649"/>
                  <a:pt x="1102622" y="627030"/>
                </a:cubicBezTo>
                <a:cubicBezTo>
                  <a:pt x="1100051" y="627221"/>
                  <a:pt x="1100051" y="627221"/>
                  <a:pt x="1100051" y="627221"/>
                </a:cubicBezTo>
                <a:cubicBezTo>
                  <a:pt x="1100051" y="627221"/>
                  <a:pt x="1093764" y="623316"/>
                  <a:pt x="1096717" y="620363"/>
                </a:cubicBezTo>
                <a:cubicBezTo>
                  <a:pt x="1099670" y="617410"/>
                  <a:pt x="1100622" y="616172"/>
                  <a:pt x="1103575" y="616172"/>
                </a:cubicBezTo>
                <a:close/>
                <a:moveTo>
                  <a:pt x="1129685" y="607730"/>
                </a:moveTo>
                <a:cubicBezTo>
                  <a:pt x="1130316" y="608552"/>
                  <a:pt x="1130531" y="610361"/>
                  <a:pt x="1130245" y="612171"/>
                </a:cubicBezTo>
                <a:cubicBezTo>
                  <a:pt x="1129673" y="615791"/>
                  <a:pt x="1133293" y="616362"/>
                  <a:pt x="1135960" y="613695"/>
                </a:cubicBezTo>
                <a:cubicBezTo>
                  <a:pt x="1138627" y="611028"/>
                  <a:pt x="1140150" y="613409"/>
                  <a:pt x="1139865" y="615219"/>
                </a:cubicBezTo>
                <a:cubicBezTo>
                  <a:pt x="1139579" y="617029"/>
                  <a:pt x="1137198" y="622172"/>
                  <a:pt x="1132721" y="625125"/>
                </a:cubicBezTo>
                <a:cubicBezTo>
                  <a:pt x="1128244" y="628078"/>
                  <a:pt x="1126720" y="631983"/>
                  <a:pt x="1124625" y="633221"/>
                </a:cubicBezTo>
                <a:cubicBezTo>
                  <a:pt x="1122529" y="634460"/>
                  <a:pt x="1121672" y="632936"/>
                  <a:pt x="1121482" y="630840"/>
                </a:cubicBezTo>
                <a:cubicBezTo>
                  <a:pt x="1121482" y="628745"/>
                  <a:pt x="1120815" y="628173"/>
                  <a:pt x="1117862" y="626935"/>
                </a:cubicBezTo>
                <a:cubicBezTo>
                  <a:pt x="1114909" y="625697"/>
                  <a:pt x="1115195" y="623315"/>
                  <a:pt x="1117005" y="619696"/>
                </a:cubicBezTo>
                <a:cubicBezTo>
                  <a:pt x="1118815" y="616172"/>
                  <a:pt x="1118529" y="613124"/>
                  <a:pt x="1120910" y="612552"/>
                </a:cubicBezTo>
                <a:cubicBezTo>
                  <a:pt x="1123291" y="611885"/>
                  <a:pt x="1123958" y="613409"/>
                  <a:pt x="1126625" y="609218"/>
                </a:cubicBezTo>
                <a:cubicBezTo>
                  <a:pt x="1128006" y="607075"/>
                  <a:pt x="1129054" y="606908"/>
                  <a:pt x="1129685" y="607730"/>
                </a:cubicBezTo>
                <a:close/>
                <a:moveTo>
                  <a:pt x="5180846" y="605313"/>
                </a:moveTo>
                <a:cubicBezTo>
                  <a:pt x="5182656" y="605028"/>
                  <a:pt x="5185323" y="605028"/>
                  <a:pt x="5185323" y="609790"/>
                </a:cubicBezTo>
                <a:cubicBezTo>
                  <a:pt x="5185323" y="614553"/>
                  <a:pt x="5186562" y="619982"/>
                  <a:pt x="5186562" y="621792"/>
                </a:cubicBezTo>
                <a:cubicBezTo>
                  <a:pt x="5186562" y="623601"/>
                  <a:pt x="5186847" y="627221"/>
                  <a:pt x="5185037" y="623601"/>
                </a:cubicBezTo>
                <a:cubicBezTo>
                  <a:pt x="5183228" y="619982"/>
                  <a:pt x="5181704" y="626554"/>
                  <a:pt x="5179894" y="626268"/>
                </a:cubicBezTo>
                <a:cubicBezTo>
                  <a:pt x="5178084" y="625983"/>
                  <a:pt x="5180466" y="625030"/>
                  <a:pt x="5179894" y="621125"/>
                </a:cubicBezTo>
                <a:cubicBezTo>
                  <a:pt x="5179227" y="617220"/>
                  <a:pt x="5176560" y="613981"/>
                  <a:pt x="5176560" y="613981"/>
                </a:cubicBezTo>
                <a:cubicBezTo>
                  <a:pt x="5176560" y="613981"/>
                  <a:pt x="5175703" y="612457"/>
                  <a:pt x="5175703" y="611028"/>
                </a:cubicBezTo>
                <a:cubicBezTo>
                  <a:pt x="5175703" y="609504"/>
                  <a:pt x="5179037" y="605599"/>
                  <a:pt x="5180846" y="605313"/>
                </a:cubicBezTo>
                <a:close/>
                <a:moveTo>
                  <a:pt x="5186062" y="603659"/>
                </a:moveTo>
                <a:cubicBezTo>
                  <a:pt x="5186134" y="602909"/>
                  <a:pt x="5186658" y="602599"/>
                  <a:pt x="5188467" y="604361"/>
                </a:cubicBezTo>
                <a:cubicBezTo>
                  <a:pt x="5192086" y="607981"/>
                  <a:pt x="5192086" y="611219"/>
                  <a:pt x="5190562" y="612172"/>
                </a:cubicBezTo>
                <a:cubicBezTo>
                  <a:pt x="5189039" y="613029"/>
                  <a:pt x="5188753" y="611886"/>
                  <a:pt x="5188181" y="609505"/>
                </a:cubicBezTo>
                <a:cubicBezTo>
                  <a:pt x="5187610" y="607123"/>
                  <a:pt x="5186371" y="605599"/>
                  <a:pt x="5186371" y="605599"/>
                </a:cubicBezTo>
                <a:cubicBezTo>
                  <a:pt x="5186371" y="605599"/>
                  <a:pt x="5185990" y="604408"/>
                  <a:pt x="5186062" y="603659"/>
                </a:cubicBezTo>
                <a:close/>
                <a:moveTo>
                  <a:pt x="882679" y="599241"/>
                </a:moveTo>
                <a:cubicBezTo>
                  <a:pt x="882976" y="599766"/>
                  <a:pt x="882309" y="601123"/>
                  <a:pt x="880690" y="602647"/>
                </a:cubicBezTo>
                <a:cubicBezTo>
                  <a:pt x="877452" y="605695"/>
                  <a:pt x="878595" y="604171"/>
                  <a:pt x="878595" y="604171"/>
                </a:cubicBezTo>
                <a:cubicBezTo>
                  <a:pt x="878595" y="604171"/>
                  <a:pt x="874404" y="604456"/>
                  <a:pt x="878881" y="600837"/>
                </a:cubicBezTo>
                <a:cubicBezTo>
                  <a:pt x="881119" y="599027"/>
                  <a:pt x="882381" y="598717"/>
                  <a:pt x="882679" y="599241"/>
                </a:cubicBezTo>
                <a:close/>
                <a:moveTo>
                  <a:pt x="1228257" y="595503"/>
                </a:moveTo>
                <a:cubicBezTo>
                  <a:pt x="1230068" y="593788"/>
                  <a:pt x="1233400" y="596169"/>
                  <a:pt x="1229781" y="598836"/>
                </a:cubicBezTo>
                <a:cubicBezTo>
                  <a:pt x="1226258" y="601503"/>
                  <a:pt x="1222351" y="605123"/>
                  <a:pt x="1218732" y="607790"/>
                </a:cubicBezTo>
                <a:cubicBezTo>
                  <a:pt x="1215112" y="610457"/>
                  <a:pt x="1209778" y="616743"/>
                  <a:pt x="1208255" y="617982"/>
                </a:cubicBezTo>
                <a:cubicBezTo>
                  <a:pt x="1206730" y="619125"/>
                  <a:pt x="1205587" y="619125"/>
                  <a:pt x="1205492" y="617315"/>
                </a:cubicBezTo>
                <a:cubicBezTo>
                  <a:pt x="1205492" y="615505"/>
                  <a:pt x="1207588" y="611886"/>
                  <a:pt x="1209970" y="609504"/>
                </a:cubicBezTo>
                <a:cubicBezTo>
                  <a:pt x="1212350" y="607123"/>
                  <a:pt x="1216922" y="603599"/>
                  <a:pt x="1219589" y="602361"/>
                </a:cubicBezTo>
                <a:cubicBezTo>
                  <a:pt x="1222256" y="601218"/>
                  <a:pt x="1226447" y="597312"/>
                  <a:pt x="1228257" y="595503"/>
                </a:cubicBezTo>
                <a:close/>
                <a:moveTo>
                  <a:pt x="1271882" y="587596"/>
                </a:moveTo>
                <a:cubicBezTo>
                  <a:pt x="1272453" y="585787"/>
                  <a:pt x="1273691" y="586072"/>
                  <a:pt x="1274834" y="588168"/>
                </a:cubicBezTo>
                <a:cubicBezTo>
                  <a:pt x="1276073" y="590263"/>
                  <a:pt x="1276073" y="590263"/>
                  <a:pt x="1276073" y="590263"/>
                </a:cubicBezTo>
                <a:cubicBezTo>
                  <a:pt x="1276073" y="590263"/>
                  <a:pt x="1271310" y="589406"/>
                  <a:pt x="1271882" y="587596"/>
                </a:cubicBezTo>
                <a:close/>
                <a:moveTo>
                  <a:pt x="1260357" y="587121"/>
                </a:moveTo>
                <a:cubicBezTo>
                  <a:pt x="1265785" y="585597"/>
                  <a:pt x="1267214" y="585882"/>
                  <a:pt x="1268738" y="587121"/>
                </a:cubicBezTo>
                <a:cubicBezTo>
                  <a:pt x="1270262" y="588359"/>
                  <a:pt x="1271405" y="588645"/>
                  <a:pt x="1266928" y="590454"/>
                </a:cubicBezTo>
                <a:cubicBezTo>
                  <a:pt x="1262453" y="592264"/>
                  <a:pt x="1261785" y="592836"/>
                  <a:pt x="1260642" y="597027"/>
                </a:cubicBezTo>
                <a:cubicBezTo>
                  <a:pt x="1259404" y="601218"/>
                  <a:pt x="1259785" y="601789"/>
                  <a:pt x="1255880" y="602075"/>
                </a:cubicBezTo>
                <a:cubicBezTo>
                  <a:pt x="1251974" y="602361"/>
                  <a:pt x="1247783" y="605980"/>
                  <a:pt x="1247783" y="605980"/>
                </a:cubicBezTo>
                <a:cubicBezTo>
                  <a:pt x="1247783" y="605980"/>
                  <a:pt x="1245117" y="608361"/>
                  <a:pt x="1242354" y="608361"/>
                </a:cubicBezTo>
                <a:cubicBezTo>
                  <a:pt x="1239688" y="608361"/>
                  <a:pt x="1239973" y="606837"/>
                  <a:pt x="1242926" y="603599"/>
                </a:cubicBezTo>
                <a:cubicBezTo>
                  <a:pt x="1245878" y="600265"/>
                  <a:pt x="1249212" y="597598"/>
                  <a:pt x="1250736" y="595217"/>
                </a:cubicBezTo>
                <a:cubicBezTo>
                  <a:pt x="1252260" y="592836"/>
                  <a:pt x="1254927" y="588645"/>
                  <a:pt x="1260357" y="587121"/>
                </a:cubicBezTo>
                <a:close/>
                <a:moveTo>
                  <a:pt x="1328746" y="585215"/>
                </a:moveTo>
                <a:cubicBezTo>
                  <a:pt x="1332937" y="584929"/>
                  <a:pt x="1335985" y="587882"/>
                  <a:pt x="1332366" y="591787"/>
                </a:cubicBezTo>
                <a:cubicBezTo>
                  <a:pt x="1328746" y="595693"/>
                  <a:pt x="1325127" y="595693"/>
                  <a:pt x="1322746" y="594454"/>
                </a:cubicBezTo>
                <a:cubicBezTo>
                  <a:pt x="1320364" y="593216"/>
                  <a:pt x="1317697" y="595312"/>
                  <a:pt x="1316173" y="597121"/>
                </a:cubicBezTo>
                <a:cubicBezTo>
                  <a:pt x="1314649" y="598931"/>
                  <a:pt x="1313506" y="600169"/>
                  <a:pt x="1311982" y="598931"/>
                </a:cubicBezTo>
                <a:cubicBezTo>
                  <a:pt x="1310554" y="597693"/>
                  <a:pt x="1311411" y="596169"/>
                  <a:pt x="1313221" y="595312"/>
                </a:cubicBezTo>
                <a:cubicBezTo>
                  <a:pt x="1315030" y="594359"/>
                  <a:pt x="1316269" y="592264"/>
                  <a:pt x="1315887" y="590263"/>
                </a:cubicBezTo>
                <a:cubicBezTo>
                  <a:pt x="1315602" y="588168"/>
                  <a:pt x="1316173" y="587882"/>
                  <a:pt x="1317697" y="586072"/>
                </a:cubicBezTo>
                <a:cubicBezTo>
                  <a:pt x="1319126" y="584358"/>
                  <a:pt x="1324555" y="585501"/>
                  <a:pt x="1328746" y="585215"/>
                </a:cubicBezTo>
                <a:close/>
                <a:moveTo>
                  <a:pt x="1336938" y="584453"/>
                </a:moveTo>
                <a:cubicBezTo>
                  <a:pt x="1337795" y="583215"/>
                  <a:pt x="1342081" y="587120"/>
                  <a:pt x="1341414" y="589216"/>
                </a:cubicBezTo>
                <a:cubicBezTo>
                  <a:pt x="1340748" y="591311"/>
                  <a:pt x="1336081" y="585692"/>
                  <a:pt x="1336938" y="584453"/>
                </a:cubicBezTo>
                <a:close/>
                <a:moveTo>
                  <a:pt x="1336651" y="574071"/>
                </a:moveTo>
                <a:cubicBezTo>
                  <a:pt x="1337890" y="573214"/>
                  <a:pt x="1339318" y="572833"/>
                  <a:pt x="1339604" y="575310"/>
                </a:cubicBezTo>
                <a:cubicBezTo>
                  <a:pt x="1339890" y="577691"/>
                  <a:pt x="1341985" y="580739"/>
                  <a:pt x="1339318" y="580739"/>
                </a:cubicBezTo>
                <a:cubicBezTo>
                  <a:pt x="1336651" y="580739"/>
                  <a:pt x="1334556" y="580453"/>
                  <a:pt x="1333603" y="581977"/>
                </a:cubicBezTo>
                <a:cubicBezTo>
                  <a:pt x="1332746" y="583501"/>
                  <a:pt x="1331222" y="582834"/>
                  <a:pt x="1331222" y="581406"/>
                </a:cubicBezTo>
                <a:cubicBezTo>
                  <a:pt x="1331222" y="579977"/>
                  <a:pt x="1330080" y="577310"/>
                  <a:pt x="1330080" y="577310"/>
                </a:cubicBezTo>
                <a:cubicBezTo>
                  <a:pt x="1330080" y="577310"/>
                  <a:pt x="1329508" y="573405"/>
                  <a:pt x="1331889" y="574357"/>
                </a:cubicBezTo>
                <a:cubicBezTo>
                  <a:pt x="1334270" y="575214"/>
                  <a:pt x="1335509" y="574929"/>
                  <a:pt x="1336651" y="574071"/>
                </a:cubicBezTo>
                <a:close/>
                <a:moveTo>
                  <a:pt x="849247" y="564249"/>
                </a:moveTo>
                <a:cubicBezTo>
                  <a:pt x="851092" y="564737"/>
                  <a:pt x="852973" y="565643"/>
                  <a:pt x="854306" y="565214"/>
                </a:cubicBezTo>
                <a:cubicBezTo>
                  <a:pt x="857069" y="564262"/>
                  <a:pt x="857925" y="565786"/>
                  <a:pt x="853450" y="568167"/>
                </a:cubicBezTo>
                <a:cubicBezTo>
                  <a:pt x="848972" y="570548"/>
                  <a:pt x="850496" y="570548"/>
                  <a:pt x="853450" y="570548"/>
                </a:cubicBezTo>
                <a:cubicBezTo>
                  <a:pt x="856401" y="570548"/>
                  <a:pt x="857925" y="567310"/>
                  <a:pt x="862402" y="566070"/>
                </a:cubicBezTo>
                <a:cubicBezTo>
                  <a:pt x="866880" y="564928"/>
                  <a:pt x="868117" y="567881"/>
                  <a:pt x="864212" y="569404"/>
                </a:cubicBezTo>
                <a:cubicBezTo>
                  <a:pt x="863070" y="569881"/>
                  <a:pt x="862878" y="570262"/>
                  <a:pt x="863259" y="570643"/>
                </a:cubicBezTo>
                <a:lnTo>
                  <a:pt x="863176" y="570908"/>
                </a:lnTo>
                <a:lnTo>
                  <a:pt x="863450" y="570833"/>
                </a:lnTo>
                <a:cubicBezTo>
                  <a:pt x="864403" y="571785"/>
                  <a:pt x="868594" y="572357"/>
                  <a:pt x="871737" y="572738"/>
                </a:cubicBezTo>
                <a:cubicBezTo>
                  <a:pt x="876214" y="573309"/>
                  <a:pt x="877452" y="576929"/>
                  <a:pt x="875071" y="582073"/>
                </a:cubicBezTo>
                <a:cubicBezTo>
                  <a:pt x="872689" y="587121"/>
                  <a:pt x="873261" y="584739"/>
                  <a:pt x="873261" y="589883"/>
                </a:cubicBezTo>
                <a:cubicBezTo>
                  <a:pt x="873261" y="594931"/>
                  <a:pt x="870308" y="596741"/>
                  <a:pt x="870594" y="594646"/>
                </a:cubicBezTo>
                <a:cubicBezTo>
                  <a:pt x="870880" y="592550"/>
                  <a:pt x="869356" y="591693"/>
                  <a:pt x="868784" y="593407"/>
                </a:cubicBezTo>
                <a:cubicBezTo>
                  <a:pt x="868213" y="595217"/>
                  <a:pt x="867927" y="597884"/>
                  <a:pt x="864307" y="597312"/>
                </a:cubicBezTo>
                <a:cubicBezTo>
                  <a:pt x="861259" y="596836"/>
                  <a:pt x="858211" y="598170"/>
                  <a:pt x="854401" y="600075"/>
                </a:cubicBezTo>
                <a:lnTo>
                  <a:pt x="854497" y="599884"/>
                </a:lnTo>
                <a:lnTo>
                  <a:pt x="854160" y="599647"/>
                </a:lnTo>
                <a:lnTo>
                  <a:pt x="854115" y="599790"/>
                </a:lnTo>
                <a:cubicBezTo>
                  <a:pt x="853450" y="600171"/>
                  <a:pt x="852687" y="600551"/>
                  <a:pt x="851925" y="600932"/>
                </a:cubicBezTo>
                <a:cubicBezTo>
                  <a:pt x="847068" y="603314"/>
                  <a:pt x="845924" y="606266"/>
                  <a:pt x="842305" y="611410"/>
                </a:cubicBezTo>
                <a:cubicBezTo>
                  <a:pt x="838685" y="616554"/>
                  <a:pt x="837542" y="619507"/>
                  <a:pt x="836018" y="619221"/>
                </a:cubicBezTo>
                <a:cubicBezTo>
                  <a:pt x="834589" y="618840"/>
                  <a:pt x="834208" y="618840"/>
                  <a:pt x="833351" y="622173"/>
                </a:cubicBezTo>
                <a:cubicBezTo>
                  <a:pt x="832495" y="625411"/>
                  <a:pt x="833732" y="627792"/>
                  <a:pt x="830398" y="629032"/>
                </a:cubicBezTo>
                <a:cubicBezTo>
                  <a:pt x="827160" y="630174"/>
                  <a:pt x="825064" y="632269"/>
                  <a:pt x="821445" y="635318"/>
                </a:cubicBezTo>
                <a:cubicBezTo>
                  <a:pt x="817826" y="638365"/>
                  <a:pt x="815730" y="637127"/>
                  <a:pt x="815444" y="641319"/>
                </a:cubicBezTo>
                <a:cubicBezTo>
                  <a:pt x="815158" y="645510"/>
                  <a:pt x="810015" y="643414"/>
                  <a:pt x="805252" y="642176"/>
                </a:cubicBezTo>
                <a:cubicBezTo>
                  <a:pt x="800394" y="641033"/>
                  <a:pt x="795060" y="640747"/>
                  <a:pt x="791727" y="643700"/>
                </a:cubicBezTo>
                <a:cubicBezTo>
                  <a:pt x="788488" y="646747"/>
                  <a:pt x="785726" y="647890"/>
                  <a:pt x="783059" y="647319"/>
                </a:cubicBezTo>
                <a:cubicBezTo>
                  <a:pt x="780393" y="646653"/>
                  <a:pt x="776772" y="643128"/>
                  <a:pt x="777058" y="645796"/>
                </a:cubicBezTo>
                <a:cubicBezTo>
                  <a:pt x="777344" y="648558"/>
                  <a:pt x="776772" y="648558"/>
                  <a:pt x="774391" y="649129"/>
                </a:cubicBezTo>
                <a:cubicBezTo>
                  <a:pt x="771915" y="649796"/>
                  <a:pt x="766866" y="648558"/>
                  <a:pt x="766866" y="648558"/>
                </a:cubicBezTo>
                <a:cubicBezTo>
                  <a:pt x="766866" y="648558"/>
                  <a:pt x="762010" y="646461"/>
                  <a:pt x="759342" y="646461"/>
                </a:cubicBezTo>
                <a:cubicBezTo>
                  <a:pt x="756676" y="646461"/>
                  <a:pt x="754579" y="645319"/>
                  <a:pt x="756389" y="644081"/>
                </a:cubicBezTo>
                <a:cubicBezTo>
                  <a:pt x="758199" y="642842"/>
                  <a:pt x="757627" y="642556"/>
                  <a:pt x="755532" y="641985"/>
                </a:cubicBezTo>
                <a:cubicBezTo>
                  <a:pt x="753437" y="641414"/>
                  <a:pt x="752866" y="641128"/>
                  <a:pt x="754960" y="639318"/>
                </a:cubicBezTo>
                <a:cubicBezTo>
                  <a:pt x="757056" y="637603"/>
                  <a:pt x="755913" y="636366"/>
                  <a:pt x="754103" y="636366"/>
                </a:cubicBezTo>
                <a:cubicBezTo>
                  <a:pt x="752293" y="636366"/>
                  <a:pt x="752007" y="634270"/>
                  <a:pt x="754960" y="633413"/>
                </a:cubicBezTo>
                <a:cubicBezTo>
                  <a:pt x="758008" y="632556"/>
                  <a:pt x="758294" y="631603"/>
                  <a:pt x="756771" y="630746"/>
                </a:cubicBezTo>
                <a:cubicBezTo>
                  <a:pt x="755246" y="629794"/>
                  <a:pt x="754674" y="629221"/>
                  <a:pt x="756484" y="627411"/>
                </a:cubicBezTo>
                <a:cubicBezTo>
                  <a:pt x="758294" y="625602"/>
                  <a:pt x="759151" y="627983"/>
                  <a:pt x="762772" y="630365"/>
                </a:cubicBezTo>
                <a:cubicBezTo>
                  <a:pt x="766391" y="632745"/>
                  <a:pt x="767533" y="631222"/>
                  <a:pt x="768771" y="628270"/>
                </a:cubicBezTo>
                <a:cubicBezTo>
                  <a:pt x="770010" y="625221"/>
                  <a:pt x="770296" y="625507"/>
                  <a:pt x="778963" y="626746"/>
                </a:cubicBezTo>
                <a:cubicBezTo>
                  <a:pt x="787726" y="627983"/>
                  <a:pt x="782583" y="625221"/>
                  <a:pt x="780487" y="624650"/>
                </a:cubicBezTo>
                <a:cubicBezTo>
                  <a:pt x="778393" y="623982"/>
                  <a:pt x="774772" y="622173"/>
                  <a:pt x="776582" y="621316"/>
                </a:cubicBezTo>
                <a:cubicBezTo>
                  <a:pt x="778393" y="620459"/>
                  <a:pt x="782012" y="617125"/>
                  <a:pt x="784679" y="614458"/>
                </a:cubicBezTo>
                <a:cubicBezTo>
                  <a:pt x="787440" y="611790"/>
                  <a:pt x="788298" y="609696"/>
                  <a:pt x="792489" y="609696"/>
                </a:cubicBezTo>
                <a:cubicBezTo>
                  <a:pt x="796681" y="609696"/>
                  <a:pt x="793347" y="604648"/>
                  <a:pt x="792489" y="601314"/>
                </a:cubicBezTo>
                <a:cubicBezTo>
                  <a:pt x="791536" y="597980"/>
                  <a:pt x="793060" y="593788"/>
                  <a:pt x="794870" y="594075"/>
                </a:cubicBezTo>
                <a:cubicBezTo>
                  <a:pt x="796681" y="594361"/>
                  <a:pt x="796965" y="594645"/>
                  <a:pt x="797537" y="594075"/>
                </a:cubicBezTo>
                <a:cubicBezTo>
                  <a:pt x="798108" y="593503"/>
                  <a:pt x="797823" y="591694"/>
                  <a:pt x="799632" y="592265"/>
                </a:cubicBezTo>
                <a:cubicBezTo>
                  <a:pt x="801442" y="592837"/>
                  <a:pt x="801157" y="591979"/>
                  <a:pt x="800871" y="589883"/>
                </a:cubicBezTo>
                <a:cubicBezTo>
                  <a:pt x="800586" y="587788"/>
                  <a:pt x="802299" y="586645"/>
                  <a:pt x="803538" y="585121"/>
                </a:cubicBezTo>
                <a:cubicBezTo>
                  <a:pt x="804681" y="583693"/>
                  <a:pt x="805920" y="583026"/>
                  <a:pt x="803824" y="582169"/>
                </a:cubicBezTo>
                <a:cubicBezTo>
                  <a:pt x="801728" y="581311"/>
                  <a:pt x="802871" y="579787"/>
                  <a:pt x="806490" y="579501"/>
                </a:cubicBezTo>
                <a:cubicBezTo>
                  <a:pt x="810111" y="579216"/>
                  <a:pt x="811920" y="580167"/>
                  <a:pt x="814301" y="583121"/>
                </a:cubicBezTo>
                <a:cubicBezTo>
                  <a:pt x="816682" y="586169"/>
                  <a:pt x="818492" y="584930"/>
                  <a:pt x="820874" y="586741"/>
                </a:cubicBezTo>
                <a:cubicBezTo>
                  <a:pt x="823254" y="588549"/>
                  <a:pt x="823921" y="588549"/>
                  <a:pt x="824778" y="586169"/>
                </a:cubicBezTo>
                <a:cubicBezTo>
                  <a:pt x="825732" y="583693"/>
                  <a:pt x="826303" y="584358"/>
                  <a:pt x="832017" y="582835"/>
                </a:cubicBezTo>
                <a:cubicBezTo>
                  <a:pt x="837637" y="581407"/>
                  <a:pt x="836208" y="579310"/>
                  <a:pt x="834684" y="577787"/>
                </a:cubicBezTo>
                <a:cubicBezTo>
                  <a:pt x="833256" y="576263"/>
                  <a:pt x="831733" y="577216"/>
                  <a:pt x="831733" y="575692"/>
                </a:cubicBezTo>
                <a:cubicBezTo>
                  <a:pt x="831733" y="574167"/>
                  <a:pt x="831160" y="573882"/>
                  <a:pt x="835066" y="573595"/>
                </a:cubicBezTo>
                <a:cubicBezTo>
                  <a:pt x="838972" y="573310"/>
                  <a:pt x="842019" y="569977"/>
                  <a:pt x="844400" y="565786"/>
                </a:cubicBezTo>
                <a:cubicBezTo>
                  <a:pt x="845591" y="563690"/>
                  <a:pt x="847401" y="563762"/>
                  <a:pt x="849247" y="564249"/>
                </a:cubicBezTo>
                <a:close/>
                <a:moveTo>
                  <a:pt x="1171679" y="555974"/>
                </a:moveTo>
                <a:cubicBezTo>
                  <a:pt x="1173488" y="555974"/>
                  <a:pt x="1175870" y="554164"/>
                  <a:pt x="1174346" y="556831"/>
                </a:cubicBezTo>
                <a:cubicBezTo>
                  <a:pt x="1172917" y="559593"/>
                  <a:pt x="1175298" y="558641"/>
                  <a:pt x="1171679" y="558355"/>
                </a:cubicBezTo>
                <a:cubicBezTo>
                  <a:pt x="1168059" y="558069"/>
                  <a:pt x="1169869" y="555974"/>
                  <a:pt x="1171679" y="555974"/>
                </a:cubicBezTo>
                <a:close/>
                <a:moveTo>
                  <a:pt x="886120" y="554736"/>
                </a:moveTo>
                <a:cubicBezTo>
                  <a:pt x="888215" y="552926"/>
                  <a:pt x="889739" y="552640"/>
                  <a:pt x="889453" y="556260"/>
                </a:cubicBezTo>
                <a:cubicBezTo>
                  <a:pt x="889072" y="559784"/>
                  <a:pt x="886120" y="561308"/>
                  <a:pt x="886120" y="561308"/>
                </a:cubicBezTo>
                <a:cubicBezTo>
                  <a:pt x="886120" y="561308"/>
                  <a:pt x="886120" y="561308"/>
                  <a:pt x="884596" y="558927"/>
                </a:cubicBezTo>
                <a:cubicBezTo>
                  <a:pt x="883167" y="556546"/>
                  <a:pt x="884024" y="556546"/>
                  <a:pt x="886120" y="554736"/>
                </a:cubicBezTo>
                <a:close/>
                <a:moveTo>
                  <a:pt x="896037" y="554081"/>
                </a:moveTo>
                <a:cubicBezTo>
                  <a:pt x="896930" y="554450"/>
                  <a:pt x="897454" y="555403"/>
                  <a:pt x="897454" y="556260"/>
                </a:cubicBezTo>
                <a:cubicBezTo>
                  <a:pt x="897454" y="557974"/>
                  <a:pt x="895073" y="557784"/>
                  <a:pt x="895073" y="557784"/>
                </a:cubicBezTo>
                <a:cubicBezTo>
                  <a:pt x="895073" y="557784"/>
                  <a:pt x="889358" y="558355"/>
                  <a:pt x="892406" y="555403"/>
                </a:cubicBezTo>
                <a:cubicBezTo>
                  <a:pt x="893882" y="553927"/>
                  <a:pt x="895145" y="553712"/>
                  <a:pt x="896037" y="554081"/>
                </a:cubicBezTo>
                <a:close/>
                <a:moveTo>
                  <a:pt x="1356654" y="546163"/>
                </a:moveTo>
                <a:cubicBezTo>
                  <a:pt x="1357226" y="544353"/>
                  <a:pt x="1359035" y="544353"/>
                  <a:pt x="1358750" y="547020"/>
                </a:cubicBezTo>
                <a:cubicBezTo>
                  <a:pt x="1358464" y="549782"/>
                  <a:pt x="1353987" y="552830"/>
                  <a:pt x="1353987" y="550068"/>
                </a:cubicBezTo>
                <a:cubicBezTo>
                  <a:pt x="1353987" y="547401"/>
                  <a:pt x="1356083" y="547972"/>
                  <a:pt x="1356654" y="546163"/>
                </a:cubicBezTo>
                <a:close/>
                <a:moveTo>
                  <a:pt x="901740" y="539210"/>
                </a:moveTo>
                <a:cubicBezTo>
                  <a:pt x="902026" y="536543"/>
                  <a:pt x="903550" y="538353"/>
                  <a:pt x="905645" y="541305"/>
                </a:cubicBezTo>
                <a:cubicBezTo>
                  <a:pt x="907741" y="544258"/>
                  <a:pt x="908979" y="544258"/>
                  <a:pt x="906217" y="544925"/>
                </a:cubicBezTo>
                <a:cubicBezTo>
                  <a:pt x="903455" y="545496"/>
                  <a:pt x="903455" y="545496"/>
                  <a:pt x="903455" y="545496"/>
                </a:cubicBezTo>
                <a:cubicBezTo>
                  <a:pt x="903455" y="545496"/>
                  <a:pt x="898406" y="546354"/>
                  <a:pt x="896597" y="543972"/>
                </a:cubicBezTo>
                <a:cubicBezTo>
                  <a:pt x="894787" y="541591"/>
                  <a:pt x="894215" y="540067"/>
                  <a:pt x="897835" y="541020"/>
                </a:cubicBezTo>
                <a:cubicBezTo>
                  <a:pt x="901454" y="541877"/>
                  <a:pt x="901454" y="541877"/>
                  <a:pt x="901740" y="539210"/>
                </a:cubicBezTo>
                <a:close/>
                <a:moveTo>
                  <a:pt x="5110552" y="536067"/>
                </a:moveTo>
                <a:cubicBezTo>
                  <a:pt x="5111791" y="536924"/>
                  <a:pt x="5109981" y="539972"/>
                  <a:pt x="5109981" y="539972"/>
                </a:cubicBezTo>
                <a:lnTo>
                  <a:pt x="5108171" y="536924"/>
                </a:lnTo>
                <a:cubicBezTo>
                  <a:pt x="5108171" y="536924"/>
                  <a:pt x="5108171" y="534257"/>
                  <a:pt x="5110552" y="536067"/>
                </a:cubicBezTo>
                <a:close/>
                <a:moveTo>
                  <a:pt x="1327889" y="533780"/>
                </a:moveTo>
                <a:cubicBezTo>
                  <a:pt x="1329127" y="536447"/>
                  <a:pt x="1330842" y="538543"/>
                  <a:pt x="1329699" y="540067"/>
                </a:cubicBezTo>
                <a:cubicBezTo>
                  <a:pt x="1328461" y="541591"/>
                  <a:pt x="1327032" y="539781"/>
                  <a:pt x="1327032" y="539781"/>
                </a:cubicBezTo>
                <a:cubicBezTo>
                  <a:pt x="1327032" y="539781"/>
                  <a:pt x="1324079" y="539781"/>
                  <a:pt x="1323127" y="542162"/>
                </a:cubicBezTo>
                <a:cubicBezTo>
                  <a:pt x="1322269" y="544544"/>
                  <a:pt x="1319507" y="544829"/>
                  <a:pt x="1319507" y="542162"/>
                </a:cubicBezTo>
                <a:cubicBezTo>
                  <a:pt x="1319507" y="539591"/>
                  <a:pt x="1320174" y="537400"/>
                  <a:pt x="1321604" y="537114"/>
                </a:cubicBezTo>
                <a:cubicBezTo>
                  <a:pt x="1323127" y="536828"/>
                  <a:pt x="1324271" y="537686"/>
                  <a:pt x="1324271" y="535019"/>
                </a:cubicBezTo>
                <a:cubicBezTo>
                  <a:pt x="1324271" y="532352"/>
                  <a:pt x="1326651" y="531113"/>
                  <a:pt x="1327889" y="533780"/>
                </a:cubicBezTo>
                <a:close/>
                <a:moveTo>
                  <a:pt x="908301" y="519874"/>
                </a:moveTo>
                <a:cubicBezTo>
                  <a:pt x="908456" y="520517"/>
                  <a:pt x="908313" y="521493"/>
                  <a:pt x="908313" y="521493"/>
                </a:cubicBezTo>
                <a:lnTo>
                  <a:pt x="907075" y="523589"/>
                </a:lnTo>
                <a:cubicBezTo>
                  <a:pt x="907075" y="523589"/>
                  <a:pt x="904122" y="523017"/>
                  <a:pt x="906503" y="520255"/>
                </a:cubicBezTo>
                <a:cubicBezTo>
                  <a:pt x="907693" y="518921"/>
                  <a:pt x="908146" y="519231"/>
                  <a:pt x="908301" y="519874"/>
                </a:cubicBezTo>
                <a:close/>
                <a:moveTo>
                  <a:pt x="924790" y="514064"/>
                </a:moveTo>
                <a:cubicBezTo>
                  <a:pt x="926314" y="512540"/>
                  <a:pt x="926886" y="517017"/>
                  <a:pt x="924790" y="519493"/>
                </a:cubicBezTo>
                <a:cubicBezTo>
                  <a:pt x="922695" y="521875"/>
                  <a:pt x="922409" y="523113"/>
                  <a:pt x="922409" y="525494"/>
                </a:cubicBezTo>
                <a:cubicBezTo>
                  <a:pt x="922409" y="527875"/>
                  <a:pt x="921552" y="528828"/>
                  <a:pt x="919456" y="528828"/>
                </a:cubicBezTo>
                <a:cubicBezTo>
                  <a:pt x="917266" y="528637"/>
                  <a:pt x="917266" y="527209"/>
                  <a:pt x="917837" y="525399"/>
                </a:cubicBezTo>
                <a:cubicBezTo>
                  <a:pt x="918409" y="523589"/>
                  <a:pt x="919075" y="521494"/>
                  <a:pt x="919075" y="518255"/>
                </a:cubicBezTo>
                <a:cubicBezTo>
                  <a:pt x="919075" y="514921"/>
                  <a:pt x="918790" y="513778"/>
                  <a:pt x="920885" y="515588"/>
                </a:cubicBezTo>
                <a:cubicBezTo>
                  <a:pt x="922981" y="517398"/>
                  <a:pt x="923266" y="515588"/>
                  <a:pt x="924790" y="514064"/>
                </a:cubicBezTo>
                <a:close/>
                <a:moveTo>
                  <a:pt x="2087603" y="507207"/>
                </a:moveTo>
                <a:cubicBezTo>
                  <a:pt x="2089127" y="506921"/>
                  <a:pt x="2096556" y="511968"/>
                  <a:pt x="2095127" y="513493"/>
                </a:cubicBezTo>
                <a:cubicBezTo>
                  <a:pt x="2093603" y="515017"/>
                  <a:pt x="2092175" y="514349"/>
                  <a:pt x="2090365" y="512255"/>
                </a:cubicBezTo>
                <a:cubicBezTo>
                  <a:pt x="2088460" y="510158"/>
                  <a:pt x="2086079" y="507492"/>
                  <a:pt x="2087603" y="507207"/>
                </a:cubicBezTo>
                <a:close/>
                <a:moveTo>
                  <a:pt x="3471013" y="500634"/>
                </a:moveTo>
                <a:cubicBezTo>
                  <a:pt x="3476729" y="502919"/>
                  <a:pt x="3481681" y="502919"/>
                  <a:pt x="3478157" y="507683"/>
                </a:cubicBezTo>
                <a:cubicBezTo>
                  <a:pt x="3474538" y="512541"/>
                  <a:pt x="3473585" y="507872"/>
                  <a:pt x="3462631" y="505492"/>
                </a:cubicBezTo>
                <a:cubicBezTo>
                  <a:pt x="3449487" y="502634"/>
                  <a:pt x="3465965" y="497205"/>
                  <a:pt x="3471013" y="500634"/>
                </a:cubicBezTo>
                <a:close/>
                <a:moveTo>
                  <a:pt x="937078" y="499109"/>
                </a:moveTo>
                <a:cubicBezTo>
                  <a:pt x="942126" y="499395"/>
                  <a:pt x="941555" y="498252"/>
                  <a:pt x="939174" y="501205"/>
                </a:cubicBezTo>
                <a:cubicBezTo>
                  <a:pt x="936792" y="504158"/>
                  <a:pt x="935554" y="504443"/>
                  <a:pt x="934316" y="505682"/>
                </a:cubicBezTo>
                <a:cubicBezTo>
                  <a:pt x="933173" y="506825"/>
                  <a:pt x="932316" y="508634"/>
                  <a:pt x="928696" y="508920"/>
                </a:cubicBezTo>
                <a:cubicBezTo>
                  <a:pt x="925077" y="509206"/>
                  <a:pt x="924505" y="511301"/>
                  <a:pt x="921171" y="511016"/>
                </a:cubicBezTo>
                <a:cubicBezTo>
                  <a:pt x="917838" y="510730"/>
                  <a:pt x="919933" y="509492"/>
                  <a:pt x="922029" y="506634"/>
                </a:cubicBezTo>
                <a:cubicBezTo>
                  <a:pt x="924124" y="503586"/>
                  <a:pt x="924505" y="501491"/>
                  <a:pt x="927458" y="500919"/>
                </a:cubicBezTo>
                <a:cubicBezTo>
                  <a:pt x="930506" y="500348"/>
                  <a:pt x="928982" y="503015"/>
                  <a:pt x="931077" y="500919"/>
                </a:cubicBezTo>
                <a:cubicBezTo>
                  <a:pt x="933173" y="498824"/>
                  <a:pt x="931935" y="498824"/>
                  <a:pt x="937078" y="499109"/>
                </a:cubicBezTo>
                <a:close/>
                <a:moveTo>
                  <a:pt x="963236" y="495300"/>
                </a:moveTo>
                <a:cubicBezTo>
                  <a:pt x="965296" y="495228"/>
                  <a:pt x="967320" y="496204"/>
                  <a:pt x="968511" y="498443"/>
                </a:cubicBezTo>
                <a:cubicBezTo>
                  <a:pt x="970892" y="502920"/>
                  <a:pt x="975083" y="501777"/>
                  <a:pt x="980226" y="501777"/>
                </a:cubicBezTo>
                <a:cubicBezTo>
                  <a:pt x="985275" y="501777"/>
                  <a:pt x="990418" y="501777"/>
                  <a:pt x="986799" y="507492"/>
                </a:cubicBezTo>
                <a:cubicBezTo>
                  <a:pt x="983179" y="513207"/>
                  <a:pt x="982608" y="511683"/>
                  <a:pt x="977464" y="513492"/>
                </a:cubicBezTo>
                <a:cubicBezTo>
                  <a:pt x="972321" y="515302"/>
                  <a:pt x="969654" y="515588"/>
                  <a:pt x="964605" y="515874"/>
                </a:cubicBezTo>
                <a:cubicBezTo>
                  <a:pt x="959462" y="516159"/>
                  <a:pt x="954699" y="523398"/>
                  <a:pt x="963748" y="522732"/>
                </a:cubicBezTo>
                <a:cubicBezTo>
                  <a:pt x="972702" y="522160"/>
                  <a:pt x="972130" y="525113"/>
                  <a:pt x="974226" y="526351"/>
                </a:cubicBezTo>
                <a:cubicBezTo>
                  <a:pt x="976321" y="527589"/>
                  <a:pt x="978702" y="527208"/>
                  <a:pt x="981084" y="528161"/>
                </a:cubicBezTo>
                <a:cubicBezTo>
                  <a:pt x="983465" y="529018"/>
                  <a:pt x="985275" y="532638"/>
                  <a:pt x="978417" y="536829"/>
                </a:cubicBezTo>
                <a:cubicBezTo>
                  <a:pt x="971559" y="541020"/>
                  <a:pt x="966129" y="543972"/>
                  <a:pt x="963177" y="547020"/>
                </a:cubicBezTo>
                <a:cubicBezTo>
                  <a:pt x="960224" y="549973"/>
                  <a:pt x="960224" y="551497"/>
                  <a:pt x="955652" y="551211"/>
                </a:cubicBezTo>
                <a:cubicBezTo>
                  <a:pt x="951175" y="550926"/>
                  <a:pt x="950604" y="551497"/>
                  <a:pt x="950604" y="556641"/>
                </a:cubicBezTo>
                <a:cubicBezTo>
                  <a:pt x="950604" y="561784"/>
                  <a:pt x="948508" y="561784"/>
                  <a:pt x="944031" y="560260"/>
                </a:cubicBezTo>
                <a:cubicBezTo>
                  <a:pt x="939555" y="558736"/>
                  <a:pt x="939269" y="560832"/>
                  <a:pt x="933840" y="559974"/>
                </a:cubicBezTo>
                <a:cubicBezTo>
                  <a:pt x="928410" y="559117"/>
                  <a:pt x="923648" y="559974"/>
                  <a:pt x="929934" y="563308"/>
                </a:cubicBezTo>
                <a:cubicBezTo>
                  <a:pt x="936221" y="566642"/>
                  <a:pt x="937459" y="566261"/>
                  <a:pt x="940698" y="566928"/>
                </a:cubicBezTo>
                <a:cubicBezTo>
                  <a:pt x="944031" y="567499"/>
                  <a:pt x="944031" y="571690"/>
                  <a:pt x="944317" y="577405"/>
                </a:cubicBezTo>
                <a:cubicBezTo>
                  <a:pt x="944603" y="583120"/>
                  <a:pt x="942507" y="582834"/>
                  <a:pt x="939840" y="587311"/>
                </a:cubicBezTo>
                <a:cubicBezTo>
                  <a:pt x="937173" y="591788"/>
                  <a:pt x="937459" y="594836"/>
                  <a:pt x="933268" y="598360"/>
                </a:cubicBezTo>
                <a:cubicBezTo>
                  <a:pt x="929077" y="601980"/>
                  <a:pt x="928791" y="601980"/>
                  <a:pt x="933554" y="603408"/>
                </a:cubicBezTo>
                <a:cubicBezTo>
                  <a:pt x="938316" y="604932"/>
                  <a:pt x="935935" y="608171"/>
                  <a:pt x="937459" y="611790"/>
                </a:cubicBezTo>
                <a:cubicBezTo>
                  <a:pt x="938983" y="615410"/>
                  <a:pt x="939269" y="616267"/>
                  <a:pt x="935364" y="618077"/>
                </a:cubicBezTo>
                <a:cubicBezTo>
                  <a:pt x="931458" y="619887"/>
                  <a:pt x="931744" y="621696"/>
                  <a:pt x="931744" y="625887"/>
                </a:cubicBezTo>
                <a:cubicBezTo>
                  <a:pt x="931744" y="630078"/>
                  <a:pt x="930220" y="632460"/>
                  <a:pt x="928410" y="627983"/>
                </a:cubicBezTo>
                <a:cubicBezTo>
                  <a:pt x="926601" y="623506"/>
                  <a:pt x="925458" y="624363"/>
                  <a:pt x="923648" y="626459"/>
                </a:cubicBezTo>
                <a:cubicBezTo>
                  <a:pt x="921838" y="628554"/>
                  <a:pt x="925172" y="628269"/>
                  <a:pt x="926982" y="630364"/>
                </a:cubicBezTo>
                <a:cubicBezTo>
                  <a:pt x="928791" y="632460"/>
                  <a:pt x="929363" y="636936"/>
                  <a:pt x="925172" y="640556"/>
                </a:cubicBezTo>
                <a:cubicBezTo>
                  <a:pt x="920981" y="644175"/>
                  <a:pt x="919457" y="644461"/>
                  <a:pt x="919457" y="648081"/>
                </a:cubicBezTo>
                <a:cubicBezTo>
                  <a:pt x="919457" y="651700"/>
                  <a:pt x="922124" y="649605"/>
                  <a:pt x="924600" y="646842"/>
                </a:cubicBezTo>
                <a:cubicBezTo>
                  <a:pt x="926982" y="644175"/>
                  <a:pt x="931458" y="645318"/>
                  <a:pt x="933554" y="650176"/>
                </a:cubicBezTo>
                <a:cubicBezTo>
                  <a:pt x="935649" y="654939"/>
                  <a:pt x="938316" y="656748"/>
                  <a:pt x="932982" y="660368"/>
                </a:cubicBezTo>
                <a:cubicBezTo>
                  <a:pt x="927553" y="663987"/>
                  <a:pt x="927553" y="665797"/>
                  <a:pt x="925458" y="668178"/>
                </a:cubicBezTo>
                <a:cubicBezTo>
                  <a:pt x="923362" y="670560"/>
                  <a:pt x="920981" y="669988"/>
                  <a:pt x="918314" y="672369"/>
                </a:cubicBezTo>
                <a:cubicBezTo>
                  <a:pt x="915647" y="674751"/>
                  <a:pt x="912027" y="679894"/>
                  <a:pt x="906312" y="681037"/>
                </a:cubicBezTo>
                <a:cubicBezTo>
                  <a:pt x="900597" y="682275"/>
                  <a:pt x="897359" y="681037"/>
                  <a:pt x="897359" y="683418"/>
                </a:cubicBezTo>
                <a:cubicBezTo>
                  <a:pt x="897359" y="685800"/>
                  <a:pt x="896121" y="687324"/>
                  <a:pt x="895263" y="688467"/>
                </a:cubicBezTo>
                <a:cubicBezTo>
                  <a:pt x="894406" y="689705"/>
                  <a:pt x="895549" y="691134"/>
                  <a:pt x="898216" y="692658"/>
                </a:cubicBezTo>
                <a:cubicBezTo>
                  <a:pt x="900883" y="694182"/>
                  <a:pt x="900883" y="696563"/>
                  <a:pt x="896406" y="698087"/>
                </a:cubicBezTo>
                <a:cubicBezTo>
                  <a:pt x="891930" y="699611"/>
                  <a:pt x="893073" y="701421"/>
                  <a:pt x="887453" y="702278"/>
                </a:cubicBezTo>
                <a:cubicBezTo>
                  <a:pt x="881738" y="703135"/>
                  <a:pt x="877547" y="704373"/>
                  <a:pt x="874594" y="700754"/>
                </a:cubicBezTo>
                <a:cubicBezTo>
                  <a:pt x="871641" y="697134"/>
                  <a:pt x="870689" y="697420"/>
                  <a:pt x="864117" y="698087"/>
                </a:cubicBezTo>
                <a:cubicBezTo>
                  <a:pt x="857544" y="698658"/>
                  <a:pt x="857544" y="698087"/>
                  <a:pt x="855449" y="695991"/>
                </a:cubicBezTo>
                <a:cubicBezTo>
                  <a:pt x="853353" y="693896"/>
                  <a:pt x="852115" y="694753"/>
                  <a:pt x="852115" y="696563"/>
                </a:cubicBezTo>
                <a:cubicBezTo>
                  <a:pt x="852115" y="698373"/>
                  <a:pt x="849734" y="697420"/>
                  <a:pt x="846114" y="697420"/>
                </a:cubicBezTo>
                <a:cubicBezTo>
                  <a:pt x="842495" y="697420"/>
                  <a:pt x="841352" y="697706"/>
                  <a:pt x="840685" y="698944"/>
                </a:cubicBezTo>
                <a:cubicBezTo>
                  <a:pt x="840114" y="700182"/>
                  <a:pt x="839161" y="698944"/>
                  <a:pt x="838018" y="698658"/>
                </a:cubicBezTo>
                <a:cubicBezTo>
                  <a:pt x="836780" y="698373"/>
                  <a:pt x="835351" y="700182"/>
                  <a:pt x="832303" y="697420"/>
                </a:cubicBezTo>
                <a:cubicBezTo>
                  <a:pt x="829350" y="694753"/>
                  <a:pt x="828398" y="697134"/>
                  <a:pt x="825064" y="697706"/>
                </a:cubicBezTo>
                <a:cubicBezTo>
                  <a:pt x="821730" y="698277"/>
                  <a:pt x="819635" y="698563"/>
                  <a:pt x="819063" y="700659"/>
                </a:cubicBezTo>
                <a:cubicBezTo>
                  <a:pt x="818492" y="702754"/>
                  <a:pt x="818206" y="703992"/>
                  <a:pt x="814587" y="703992"/>
                </a:cubicBezTo>
                <a:cubicBezTo>
                  <a:pt x="810967" y="703992"/>
                  <a:pt x="811920" y="701897"/>
                  <a:pt x="809157" y="699230"/>
                </a:cubicBezTo>
                <a:cubicBezTo>
                  <a:pt x="806490" y="696563"/>
                  <a:pt x="804014" y="697706"/>
                  <a:pt x="801347" y="697992"/>
                </a:cubicBezTo>
                <a:cubicBezTo>
                  <a:pt x="798680" y="698277"/>
                  <a:pt x="798013" y="697992"/>
                  <a:pt x="795632" y="699516"/>
                </a:cubicBezTo>
                <a:cubicBezTo>
                  <a:pt x="793251" y="701040"/>
                  <a:pt x="790584" y="700373"/>
                  <a:pt x="789060" y="702183"/>
                </a:cubicBezTo>
                <a:cubicBezTo>
                  <a:pt x="787536" y="703992"/>
                  <a:pt x="786393" y="703992"/>
                  <a:pt x="785726" y="701897"/>
                </a:cubicBezTo>
                <a:cubicBezTo>
                  <a:pt x="785154" y="699801"/>
                  <a:pt x="784488" y="700373"/>
                  <a:pt x="781821" y="700373"/>
                </a:cubicBezTo>
                <a:cubicBezTo>
                  <a:pt x="779154" y="700373"/>
                  <a:pt x="780011" y="697992"/>
                  <a:pt x="781535" y="696468"/>
                </a:cubicBezTo>
                <a:cubicBezTo>
                  <a:pt x="783059" y="694944"/>
                  <a:pt x="787821" y="697706"/>
                  <a:pt x="791727" y="694372"/>
                </a:cubicBezTo>
                <a:cubicBezTo>
                  <a:pt x="795632" y="691038"/>
                  <a:pt x="798299" y="692562"/>
                  <a:pt x="800680" y="689229"/>
                </a:cubicBezTo>
                <a:cubicBezTo>
                  <a:pt x="803061" y="685895"/>
                  <a:pt x="805157" y="687419"/>
                  <a:pt x="808205" y="686847"/>
                </a:cubicBezTo>
                <a:cubicBezTo>
                  <a:pt x="811158" y="686276"/>
                  <a:pt x="812396" y="684180"/>
                  <a:pt x="814491" y="681418"/>
                </a:cubicBezTo>
                <a:cubicBezTo>
                  <a:pt x="816587" y="678751"/>
                  <a:pt x="818968" y="679323"/>
                  <a:pt x="820206" y="679323"/>
                </a:cubicBezTo>
                <a:cubicBezTo>
                  <a:pt x="821445" y="679323"/>
                  <a:pt x="821730" y="678465"/>
                  <a:pt x="822016" y="676656"/>
                </a:cubicBezTo>
                <a:cubicBezTo>
                  <a:pt x="822302" y="674846"/>
                  <a:pt x="825921" y="674560"/>
                  <a:pt x="828017" y="676370"/>
                </a:cubicBezTo>
                <a:cubicBezTo>
                  <a:pt x="830112" y="678180"/>
                  <a:pt x="833446" y="679037"/>
                  <a:pt x="836113" y="680561"/>
                </a:cubicBezTo>
                <a:cubicBezTo>
                  <a:pt x="838780" y="682085"/>
                  <a:pt x="839733" y="680847"/>
                  <a:pt x="841828" y="678180"/>
                </a:cubicBezTo>
                <a:cubicBezTo>
                  <a:pt x="843924" y="675513"/>
                  <a:pt x="846305" y="676656"/>
                  <a:pt x="848686" y="675513"/>
                </a:cubicBezTo>
                <a:cubicBezTo>
                  <a:pt x="851067" y="674274"/>
                  <a:pt x="853830" y="672560"/>
                  <a:pt x="854687" y="670750"/>
                </a:cubicBezTo>
                <a:cubicBezTo>
                  <a:pt x="855544" y="668940"/>
                  <a:pt x="852591" y="668083"/>
                  <a:pt x="847543" y="670750"/>
                </a:cubicBezTo>
                <a:cubicBezTo>
                  <a:pt x="842495" y="673417"/>
                  <a:pt x="839447" y="675227"/>
                  <a:pt x="834018" y="671036"/>
                </a:cubicBezTo>
                <a:cubicBezTo>
                  <a:pt x="828588" y="666845"/>
                  <a:pt x="829255" y="665607"/>
                  <a:pt x="831065" y="665607"/>
                </a:cubicBezTo>
                <a:cubicBezTo>
                  <a:pt x="832875" y="665607"/>
                  <a:pt x="833446" y="664083"/>
                  <a:pt x="828969" y="662940"/>
                </a:cubicBezTo>
                <a:cubicBezTo>
                  <a:pt x="824493" y="661701"/>
                  <a:pt x="820016" y="661416"/>
                  <a:pt x="820016" y="658749"/>
                </a:cubicBezTo>
                <a:cubicBezTo>
                  <a:pt x="820016" y="656082"/>
                  <a:pt x="820587" y="656082"/>
                  <a:pt x="823350" y="656367"/>
                </a:cubicBezTo>
                <a:cubicBezTo>
                  <a:pt x="826017" y="656653"/>
                  <a:pt x="825731" y="656367"/>
                  <a:pt x="825731" y="654558"/>
                </a:cubicBezTo>
                <a:cubicBezTo>
                  <a:pt x="825731" y="652748"/>
                  <a:pt x="828684" y="654272"/>
                  <a:pt x="830874" y="652748"/>
                </a:cubicBezTo>
                <a:cubicBezTo>
                  <a:pt x="832970" y="651224"/>
                  <a:pt x="833827" y="650938"/>
                  <a:pt x="835065" y="652462"/>
                </a:cubicBezTo>
                <a:cubicBezTo>
                  <a:pt x="836304" y="653986"/>
                  <a:pt x="840780" y="651605"/>
                  <a:pt x="845829" y="649795"/>
                </a:cubicBezTo>
                <a:cubicBezTo>
                  <a:pt x="850972" y="647985"/>
                  <a:pt x="850020" y="646176"/>
                  <a:pt x="852687" y="641413"/>
                </a:cubicBezTo>
                <a:cubicBezTo>
                  <a:pt x="855354" y="636651"/>
                  <a:pt x="860211" y="633317"/>
                  <a:pt x="854211" y="634555"/>
                </a:cubicBezTo>
                <a:cubicBezTo>
                  <a:pt x="848210" y="635793"/>
                  <a:pt x="847353" y="634841"/>
                  <a:pt x="849448" y="632174"/>
                </a:cubicBezTo>
                <a:cubicBezTo>
                  <a:pt x="851544" y="629507"/>
                  <a:pt x="850686" y="632460"/>
                  <a:pt x="856306" y="630650"/>
                </a:cubicBezTo>
                <a:cubicBezTo>
                  <a:pt x="862021" y="628840"/>
                  <a:pt x="861735" y="629412"/>
                  <a:pt x="864688" y="626745"/>
                </a:cubicBezTo>
                <a:cubicBezTo>
                  <a:pt x="867641" y="624078"/>
                  <a:pt x="867069" y="626459"/>
                  <a:pt x="870117" y="625221"/>
                </a:cubicBezTo>
                <a:cubicBezTo>
                  <a:pt x="873070" y="623982"/>
                  <a:pt x="872213" y="623982"/>
                  <a:pt x="874308" y="622554"/>
                </a:cubicBezTo>
                <a:cubicBezTo>
                  <a:pt x="876404" y="621030"/>
                  <a:pt x="876118" y="622554"/>
                  <a:pt x="879357" y="624935"/>
                </a:cubicBezTo>
                <a:cubicBezTo>
                  <a:pt x="882690" y="627316"/>
                  <a:pt x="883833" y="633603"/>
                  <a:pt x="886215" y="626173"/>
                </a:cubicBezTo>
                <a:cubicBezTo>
                  <a:pt x="888596" y="618648"/>
                  <a:pt x="889167" y="620172"/>
                  <a:pt x="891930" y="617220"/>
                </a:cubicBezTo>
                <a:cubicBezTo>
                  <a:pt x="894597" y="614267"/>
                  <a:pt x="891930" y="614267"/>
                  <a:pt x="893739" y="612076"/>
                </a:cubicBezTo>
                <a:cubicBezTo>
                  <a:pt x="895549" y="609981"/>
                  <a:pt x="896692" y="611219"/>
                  <a:pt x="899454" y="608742"/>
                </a:cubicBezTo>
                <a:cubicBezTo>
                  <a:pt x="902121" y="606361"/>
                  <a:pt x="901836" y="606647"/>
                  <a:pt x="898216" y="605790"/>
                </a:cubicBezTo>
                <a:cubicBezTo>
                  <a:pt x="894597" y="604932"/>
                  <a:pt x="894025" y="603408"/>
                  <a:pt x="897645" y="597979"/>
                </a:cubicBezTo>
                <a:cubicBezTo>
                  <a:pt x="901264" y="592550"/>
                  <a:pt x="904217" y="591978"/>
                  <a:pt x="907551" y="590169"/>
                </a:cubicBezTo>
                <a:cubicBezTo>
                  <a:pt x="910884" y="588359"/>
                  <a:pt x="913837" y="587502"/>
                  <a:pt x="905169" y="588073"/>
                </a:cubicBezTo>
                <a:cubicBezTo>
                  <a:pt x="896502" y="588645"/>
                  <a:pt x="892311" y="590169"/>
                  <a:pt x="890787" y="585692"/>
                </a:cubicBezTo>
                <a:cubicBezTo>
                  <a:pt x="889263" y="581215"/>
                  <a:pt x="889263" y="582358"/>
                  <a:pt x="887167" y="585692"/>
                </a:cubicBezTo>
                <a:cubicBezTo>
                  <a:pt x="885072" y="589026"/>
                  <a:pt x="883833" y="589026"/>
                  <a:pt x="884786" y="584168"/>
                </a:cubicBezTo>
                <a:cubicBezTo>
                  <a:pt x="885643" y="579405"/>
                  <a:pt x="890215" y="581120"/>
                  <a:pt x="894406" y="577596"/>
                </a:cubicBezTo>
                <a:cubicBezTo>
                  <a:pt x="898597" y="573976"/>
                  <a:pt x="899454" y="572547"/>
                  <a:pt x="904598" y="568642"/>
                </a:cubicBezTo>
                <a:cubicBezTo>
                  <a:pt x="909646" y="564737"/>
                  <a:pt x="910884" y="563213"/>
                  <a:pt x="912980" y="561117"/>
                </a:cubicBezTo>
                <a:cubicBezTo>
                  <a:pt x="915075" y="559022"/>
                  <a:pt x="913837" y="559022"/>
                  <a:pt x="909360" y="560832"/>
                </a:cubicBezTo>
                <a:cubicBezTo>
                  <a:pt x="904884" y="562641"/>
                  <a:pt x="902217" y="561403"/>
                  <a:pt x="905455" y="558450"/>
                </a:cubicBezTo>
                <a:cubicBezTo>
                  <a:pt x="908789" y="555498"/>
                  <a:pt x="907836" y="557593"/>
                  <a:pt x="909932" y="555498"/>
                </a:cubicBezTo>
                <a:cubicBezTo>
                  <a:pt x="912027" y="553402"/>
                  <a:pt x="910218" y="553688"/>
                  <a:pt x="907265" y="554640"/>
                </a:cubicBezTo>
                <a:cubicBezTo>
                  <a:pt x="904312" y="555498"/>
                  <a:pt x="903645" y="558546"/>
                  <a:pt x="900693" y="561784"/>
                </a:cubicBezTo>
                <a:cubicBezTo>
                  <a:pt x="897740" y="565118"/>
                  <a:pt x="895644" y="566547"/>
                  <a:pt x="893168" y="567213"/>
                </a:cubicBezTo>
                <a:cubicBezTo>
                  <a:pt x="890787" y="567785"/>
                  <a:pt x="888691" y="567499"/>
                  <a:pt x="895263" y="563308"/>
                </a:cubicBezTo>
                <a:cubicBezTo>
                  <a:pt x="901836" y="559117"/>
                  <a:pt x="902121" y="553116"/>
                  <a:pt x="907836" y="550735"/>
                </a:cubicBezTo>
                <a:cubicBezTo>
                  <a:pt x="913551" y="548354"/>
                  <a:pt x="915075" y="546544"/>
                  <a:pt x="916504" y="544449"/>
                </a:cubicBezTo>
                <a:cubicBezTo>
                  <a:pt x="918028" y="542353"/>
                  <a:pt x="915647" y="543591"/>
                  <a:pt x="912599" y="542925"/>
                </a:cubicBezTo>
                <a:cubicBezTo>
                  <a:pt x="909646" y="542353"/>
                  <a:pt x="907551" y="541115"/>
                  <a:pt x="906598" y="539019"/>
                </a:cubicBezTo>
                <a:cubicBezTo>
                  <a:pt x="905741" y="536924"/>
                  <a:pt x="907455" y="537210"/>
                  <a:pt x="912027" y="538448"/>
                </a:cubicBezTo>
                <a:cubicBezTo>
                  <a:pt x="916504" y="539686"/>
                  <a:pt x="916790" y="537876"/>
                  <a:pt x="916504" y="535114"/>
                </a:cubicBezTo>
                <a:cubicBezTo>
                  <a:pt x="916218" y="532447"/>
                  <a:pt x="917742" y="532066"/>
                  <a:pt x="919457" y="531780"/>
                </a:cubicBezTo>
                <a:cubicBezTo>
                  <a:pt x="921267" y="531495"/>
                  <a:pt x="922791" y="533019"/>
                  <a:pt x="923362" y="534447"/>
                </a:cubicBezTo>
                <a:cubicBezTo>
                  <a:pt x="923934" y="535971"/>
                  <a:pt x="923648" y="533590"/>
                  <a:pt x="924600" y="530256"/>
                </a:cubicBezTo>
                <a:cubicBezTo>
                  <a:pt x="925458" y="526923"/>
                  <a:pt x="925839" y="527589"/>
                  <a:pt x="928220" y="526065"/>
                </a:cubicBezTo>
                <a:cubicBezTo>
                  <a:pt x="930601" y="524541"/>
                  <a:pt x="930030" y="524541"/>
                  <a:pt x="927934" y="523684"/>
                </a:cubicBezTo>
                <a:cubicBezTo>
                  <a:pt x="925839" y="522827"/>
                  <a:pt x="927648" y="521303"/>
                  <a:pt x="930601" y="519779"/>
                </a:cubicBezTo>
                <a:cubicBezTo>
                  <a:pt x="933554" y="518255"/>
                  <a:pt x="935364" y="522160"/>
                  <a:pt x="935364" y="516826"/>
                </a:cubicBezTo>
                <a:cubicBezTo>
                  <a:pt x="935268" y="511302"/>
                  <a:pt x="943936" y="505872"/>
                  <a:pt x="948794" y="504729"/>
                </a:cubicBezTo>
                <a:cubicBezTo>
                  <a:pt x="953556" y="503491"/>
                  <a:pt x="955080" y="502348"/>
                  <a:pt x="957747" y="498443"/>
                </a:cubicBezTo>
                <a:cubicBezTo>
                  <a:pt x="959080" y="496491"/>
                  <a:pt x="961176" y="495371"/>
                  <a:pt x="963236" y="495300"/>
                </a:cubicBezTo>
                <a:close/>
                <a:moveTo>
                  <a:pt x="997562" y="492919"/>
                </a:moveTo>
                <a:cubicBezTo>
                  <a:pt x="998801" y="495395"/>
                  <a:pt x="1000610" y="497776"/>
                  <a:pt x="1000610" y="497776"/>
                </a:cubicBezTo>
                <a:cubicBezTo>
                  <a:pt x="1000610" y="497776"/>
                  <a:pt x="994609" y="498634"/>
                  <a:pt x="994895" y="494443"/>
                </a:cubicBezTo>
                <a:cubicBezTo>
                  <a:pt x="995181" y="490252"/>
                  <a:pt x="996419" y="490537"/>
                  <a:pt x="997562" y="492919"/>
                </a:cubicBezTo>
                <a:close/>
                <a:moveTo>
                  <a:pt x="1128531" y="491204"/>
                </a:moveTo>
                <a:cubicBezTo>
                  <a:pt x="1130340" y="488822"/>
                  <a:pt x="1132055" y="489394"/>
                  <a:pt x="1131198" y="491775"/>
                </a:cubicBezTo>
                <a:cubicBezTo>
                  <a:pt x="1130340" y="494156"/>
                  <a:pt x="1128245" y="495395"/>
                  <a:pt x="1128245" y="495395"/>
                </a:cubicBezTo>
                <a:cubicBezTo>
                  <a:pt x="1128245" y="495395"/>
                  <a:pt x="1126721" y="493585"/>
                  <a:pt x="1128531" y="491204"/>
                </a:cubicBezTo>
                <a:close/>
                <a:moveTo>
                  <a:pt x="5246593" y="479012"/>
                </a:moveTo>
                <a:cubicBezTo>
                  <a:pt x="5247165" y="478226"/>
                  <a:pt x="5247998" y="477773"/>
                  <a:pt x="5249046" y="479107"/>
                </a:cubicBezTo>
                <a:cubicBezTo>
                  <a:pt x="5251141" y="481774"/>
                  <a:pt x="5251141" y="485965"/>
                  <a:pt x="5249331" y="488060"/>
                </a:cubicBezTo>
                <a:cubicBezTo>
                  <a:pt x="5247522" y="490156"/>
                  <a:pt x="5245998" y="490156"/>
                  <a:pt x="5245712" y="487203"/>
                </a:cubicBezTo>
                <a:cubicBezTo>
                  <a:pt x="5245426" y="484250"/>
                  <a:pt x="5245712" y="480917"/>
                  <a:pt x="5245712" y="480917"/>
                </a:cubicBezTo>
                <a:cubicBezTo>
                  <a:pt x="5245712" y="480917"/>
                  <a:pt x="5246022" y="479798"/>
                  <a:pt x="5246593" y="479012"/>
                </a:cubicBezTo>
                <a:close/>
                <a:moveTo>
                  <a:pt x="5066261" y="474344"/>
                </a:moveTo>
                <a:cubicBezTo>
                  <a:pt x="5073405" y="476440"/>
                  <a:pt x="5074072" y="486631"/>
                  <a:pt x="5075500" y="488727"/>
                </a:cubicBezTo>
                <a:cubicBezTo>
                  <a:pt x="5077025" y="490822"/>
                  <a:pt x="5075786" y="492918"/>
                  <a:pt x="5073690" y="492632"/>
                </a:cubicBezTo>
                <a:cubicBezTo>
                  <a:pt x="5071595" y="492346"/>
                  <a:pt x="5067976" y="492632"/>
                  <a:pt x="5065594" y="489679"/>
                </a:cubicBezTo>
                <a:cubicBezTo>
                  <a:pt x="5063213" y="486727"/>
                  <a:pt x="5061689" y="485774"/>
                  <a:pt x="5060832" y="483393"/>
                </a:cubicBezTo>
                <a:cubicBezTo>
                  <a:pt x="5059974" y="480916"/>
                  <a:pt x="5060260" y="479107"/>
                  <a:pt x="5060260" y="479107"/>
                </a:cubicBezTo>
                <a:cubicBezTo>
                  <a:pt x="5060260" y="479107"/>
                  <a:pt x="5059022" y="472249"/>
                  <a:pt x="5066261" y="474344"/>
                </a:cubicBezTo>
                <a:close/>
                <a:moveTo>
                  <a:pt x="5021017" y="467106"/>
                </a:moveTo>
                <a:cubicBezTo>
                  <a:pt x="5023113" y="467106"/>
                  <a:pt x="5025780" y="469201"/>
                  <a:pt x="5026447" y="473107"/>
                </a:cubicBezTo>
                <a:cubicBezTo>
                  <a:pt x="5027018" y="477012"/>
                  <a:pt x="5026161" y="478250"/>
                  <a:pt x="5025208" y="480631"/>
                </a:cubicBezTo>
                <a:cubicBezTo>
                  <a:pt x="5024351" y="483013"/>
                  <a:pt x="5023970" y="483299"/>
                  <a:pt x="5024922" y="485680"/>
                </a:cubicBezTo>
                <a:cubicBezTo>
                  <a:pt x="5025780" y="488061"/>
                  <a:pt x="5026161" y="489871"/>
                  <a:pt x="5023113" y="490728"/>
                </a:cubicBezTo>
                <a:cubicBezTo>
                  <a:pt x="5020160" y="491585"/>
                  <a:pt x="5019208" y="491300"/>
                  <a:pt x="5017398" y="491585"/>
                </a:cubicBezTo>
                <a:cubicBezTo>
                  <a:pt x="5015588" y="491871"/>
                  <a:pt x="5014350" y="491871"/>
                  <a:pt x="5012921" y="488251"/>
                </a:cubicBezTo>
                <a:cubicBezTo>
                  <a:pt x="5011397" y="484823"/>
                  <a:pt x="5010539" y="479393"/>
                  <a:pt x="5010539" y="479393"/>
                </a:cubicBezTo>
                <a:cubicBezTo>
                  <a:pt x="5010539" y="479393"/>
                  <a:pt x="5007873" y="475774"/>
                  <a:pt x="5011111" y="472821"/>
                </a:cubicBezTo>
                <a:cubicBezTo>
                  <a:pt x="5014445" y="469868"/>
                  <a:pt x="5018921" y="467106"/>
                  <a:pt x="5021017" y="467106"/>
                </a:cubicBezTo>
                <a:close/>
                <a:moveTo>
                  <a:pt x="1055664" y="461296"/>
                </a:moveTo>
                <a:cubicBezTo>
                  <a:pt x="1054140" y="462534"/>
                  <a:pt x="1054711" y="462820"/>
                  <a:pt x="1054140" y="465487"/>
                </a:cubicBezTo>
                <a:cubicBezTo>
                  <a:pt x="1053568" y="468249"/>
                  <a:pt x="1053854" y="470630"/>
                  <a:pt x="1051759" y="471202"/>
                </a:cubicBezTo>
                <a:cubicBezTo>
                  <a:pt x="1049663" y="471773"/>
                  <a:pt x="1048807" y="471773"/>
                  <a:pt x="1048807" y="473869"/>
                </a:cubicBezTo>
                <a:cubicBezTo>
                  <a:pt x="1048807" y="475964"/>
                  <a:pt x="1046615" y="476821"/>
                  <a:pt x="1043662" y="478345"/>
                </a:cubicBezTo>
                <a:cubicBezTo>
                  <a:pt x="1040710" y="479774"/>
                  <a:pt x="1038900" y="483108"/>
                  <a:pt x="1038900" y="483108"/>
                </a:cubicBezTo>
                <a:cubicBezTo>
                  <a:pt x="1038900" y="483108"/>
                  <a:pt x="1038328" y="478631"/>
                  <a:pt x="1039757" y="477774"/>
                </a:cubicBezTo>
                <a:cubicBezTo>
                  <a:pt x="1041281" y="476917"/>
                  <a:pt x="1043377" y="475678"/>
                  <a:pt x="1043662" y="473011"/>
                </a:cubicBezTo>
                <a:cubicBezTo>
                  <a:pt x="1043948" y="470344"/>
                  <a:pt x="1044901" y="469392"/>
                  <a:pt x="1047282" y="469106"/>
                </a:cubicBezTo>
                <a:cubicBezTo>
                  <a:pt x="1049663" y="468820"/>
                  <a:pt x="1050235" y="467011"/>
                  <a:pt x="1051473" y="463391"/>
                </a:cubicBezTo>
                <a:cubicBezTo>
                  <a:pt x="1052711" y="459772"/>
                  <a:pt x="1057189" y="460057"/>
                  <a:pt x="1055664" y="461296"/>
                </a:cubicBezTo>
                <a:close/>
                <a:moveTo>
                  <a:pt x="1064713" y="459772"/>
                </a:moveTo>
                <a:cubicBezTo>
                  <a:pt x="1066809" y="458819"/>
                  <a:pt x="1069476" y="458819"/>
                  <a:pt x="1067666" y="460629"/>
                </a:cubicBezTo>
                <a:cubicBezTo>
                  <a:pt x="1065856" y="462439"/>
                  <a:pt x="1063189" y="463677"/>
                  <a:pt x="1063189" y="463677"/>
                </a:cubicBezTo>
                <a:cubicBezTo>
                  <a:pt x="1063189" y="463677"/>
                  <a:pt x="1062618" y="460629"/>
                  <a:pt x="1064713" y="459772"/>
                </a:cubicBezTo>
                <a:close/>
                <a:moveTo>
                  <a:pt x="3037435" y="459487"/>
                </a:moveTo>
                <a:cubicBezTo>
                  <a:pt x="3040769" y="459487"/>
                  <a:pt x="3042198" y="460725"/>
                  <a:pt x="3042293" y="461581"/>
                </a:cubicBezTo>
                <a:cubicBezTo>
                  <a:pt x="3042293" y="462439"/>
                  <a:pt x="3040197" y="462153"/>
                  <a:pt x="3036864" y="462153"/>
                </a:cubicBezTo>
                <a:cubicBezTo>
                  <a:pt x="3033530" y="462153"/>
                  <a:pt x="3034102" y="459487"/>
                  <a:pt x="3037435" y="459487"/>
                </a:cubicBezTo>
                <a:close/>
                <a:moveTo>
                  <a:pt x="1061760" y="459105"/>
                </a:moveTo>
                <a:lnTo>
                  <a:pt x="1058141" y="464248"/>
                </a:lnTo>
                <a:cubicBezTo>
                  <a:pt x="1058141" y="464248"/>
                  <a:pt x="1056617" y="462724"/>
                  <a:pt x="1058808" y="460343"/>
                </a:cubicBezTo>
                <a:cubicBezTo>
                  <a:pt x="1060904" y="457866"/>
                  <a:pt x="1061760" y="459105"/>
                  <a:pt x="1061760" y="459105"/>
                </a:cubicBezTo>
                <a:close/>
                <a:moveTo>
                  <a:pt x="5122268" y="455485"/>
                </a:moveTo>
                <a:lnTo>
                  <a:pt x="5128840" y="455485"/>
                </a:lnTo>
                <a:cubicBezTo>
                  <a:pt x="5128840" y="455485"/>
                  <a:pt x="5128840" y="456723"/>
                  <a:pt x="5127316" y="457295"/>
                </a:cubicBezTo>
                <a:cubicBezTo>
                  <a:pt x="5125888" y="457866"/>
                  <a:pt x="5122839" y="458152"/>
                  <a:pt x="5122839" y="458152"/>
                </a:cubicBezTo>
                <a:close/>
                <a:moveTo>
                  <a:pt x="3629224" y="455009"/>
                </a:moveTo>
                <a:cubicBezTo>
                  <a:pt x="3632844" y="454153"/>
                  <a:pt x="3646941" y="455677"/>
                  <a:pt x="3651132" y="458344"/>
                </a:cubicBezTo>
                <a:cubicBezTo>
                  <a:pt x="3655323" y="461011"/>
                  <a:pt x="3652275" y="465488"/>
                  <a:pt x="3649894" y="467012"/>
                </a:cubicBezTo>
                <a:cubicBezTo>
                  <a:pt x="3647512" y="468440"/>
                  <a:pt x="3642750" y="472630"/>
                  <a:pt x="3637035" y="471774"/>
                </a:cubicBezTo>
                <a:cubicBezTo>
                  <a:pt x="3631320" y="470917"/>
                  <a:pt x="3626272" y="474250"/>
                  <a:pt x="3625033" y="473011"/>
                </a:cubicBezTo>
                <a:cubicBezTo>
                  <a:pt x="3623890" y="471869"/>
                  <a:pt x="3619033" y="469773"/>
                  <a:pt x="3616651" y="472441"/>
                </a:cubicBezTo>
                <a:cubicBezTo>
                  <a:pt x="3613508" y="475965"/>
                  <a:pt x="3606745" y="473298"/>
                  <a:pt x="3603126" y="474821"/>
                </a:cubicBezTo>
                <a:cubicBezTo>
                  <a:pt x="3599506" y="476346"/>
                  <a:pt x="3596268" y="466440"/>
                  <a:pt x="3603126" y="462534"/>
                </a:cubicBezTo>
                <a:cubicBezTo>
                  <a:pt x="3608650" y="459392"/>
                  <a:pt x="3608269" y="456819"/>
                  <a:pt x="3616651" y="456534"/>
                </a:cubicBezTo>
                <a:cubicBezTo>
                  <a:pt x="3619033" y="456439"/>
                  <a:pt x="3625605" y="455867"/>
                  <a:pt x="3629224" y="455009"/>
                </a:cubicBezTo>
                <a:close/>
                <a:moveTo>
                  <a:pt x="5269714" y="447960"/>
                </a:moveTo>
                <a:cubicBezTo>
                  <a:pt x="5275715" y="448817"/>
                  <a:pt x="5274477" y="450913"/>
                  <a:pt x="5276001" y="451865"/>
                </a:cubicBezTo>
                <a:cubicBezTo>
                  <a:pt x="5277525" y="452723"/>
                  <a:pt x="5274191" y="452723"/>
                  <a:pt x="5272096" y="452723"/>
                </a:cubicBezTo>
                <a:cubicBezTo>
                  <a:pt x="5270000" y="452723"/>
                  <a:pt x="5267619" y="451580"/>
                  <a:pt x="5267619" y="451580"/>
                </a:cubicBezTo>
                <a:cubicBezTo>
                  <a:pt x="5267619" y="451580"/>
                  <a:pt x="5263714" y="447103"/>
                  <a:pt x="5269714" y="447960"/>
                </a:cubicBezTo>
                <a:close/>
                <a:moveTo>
                  <a:pt x="2076173" y="444817"/>
                </a:moveTo>
                <a:cubicBezTo>
                  <a:pt x="2077411" y="443674"/>
                  <a:pt x="2082174" y="446913"/>
                  <a:pt x="2081602" y="448438"/>
                </a:cubicBezTo>
                <a:cubicBezTo>
                  <a:pt x="2080936" y="449961"/>
                  <a:pt x="2076173" y="444817"/>
                  <a:pt x="2076173" y="444817"/>
                </a:cubicBezTo>
                <a:close/>
                <a:moveTo>
                  <a:pt x="5169988" y="444626"/>
                </a:moveTo>
                <a:cubicBezTo>
                  <a:pt x="5173322" y="443388"/>
                  <a:pt x="5176560" y="443769"/>
                  <a:pt x="5179323" y="445483"/>
                </a:cubicBezTo>
                <a:cubicBezTo>
                  <a:pt x="5181989" y="447293"/>
                  <a:pt x="5181418" y="448436"/>
                  <a:pt x="5177798" y="449389"/>
                </a:cubicBezTo>
                <a:cubicBezTo>
                  <a:pt x="5174084" y="450341"/>
                  <a:pt x="5170274" y="448246"/>
                  <a:pt x="5170274" y="448246"/>
                </a:cubicBezTo>
                <a:cubicBezTo>
                  <a:pt x="5170274" y="448246"/>
                  <a:pt x="5166654" y="445864"/>
                  <a:pt x="5169988" y="444626"/>
                </a:cubicBezTo>
                <a:close/>
                <a:moveTo>
                  <a:pt x="1189681" y="444436"/>
                </a:moveTo>
                <a:cubicBezTo>
                  <a:pt x="1190348" y="446245"/>
                  <a:pt x="1187300" y="447484"/>
                  <a:pt x="1187300" y="447484"/>
                </a:cubicBezTo>
                <a:cubicBezTo>
                  <a:pt x="1187300" y="447484"/>
                  <a:pt x="1185776" y="447198"/>
                  <a:pt x="1187014" y="445674"/>
                </a:cubicBezTo>
                <a:cubicBezTo>
                  <a:pt x="1188157" y="444150"/>
                  <a:pt x="1189109" y="442626"/>
                  <a:pt x="1189681" y="444436"/>
                </a:cubicBezTo>
                <a:close/>
                <a:moveTo>
                  <a:pt x="5058546" y="441388"/>
                </a:moveTo>
                <a:cubicBezTo>
                  <a:pt x="5064261" y="442626"/>
                  <a:pt x="5063594" y="445007"/>
                  <a:pt x="5067214" y="445007"/>
                </a:cubicBezTo>
                <a:cubicBezTo>
                  <a:pt x="5070833" y="445007"/>
                  <a:pt x="5072643" y="448913"/>
                  <a:pt x="5070833" y="450722"/>
                </a:cubicBezTo>
                <a:cubicBezTo>
                  <a:pt x="5069023" y="452532"/>
                  <a:pt x="5066357" y="452532"/>
                  <a:pt x="5062166" y="450437"/>
                </a:cubicBezTo>
                <a:cubicBezTo>
                  <a:pt x="5057879" y="448246"/>
                  <a:pt x="5055212" y="444341"/>
                  <a:pt x="5055212" y="444341"/>
                </a:cubicBezTo>
                <a:cubicBezTo>
                  <a:pt x="5055212" y="444341"/>
                  <a:pt x="5052831" y="440150"/>
                  <a:pt x="5058546" y="441388"/>
                </a:cubicBezTo>
                <a:close/>
                <a:moveTo>
                  <a:pt x="5071595" y="437483"/>
                </a:moveTo>
                <a:cubicBezTo>
                  <a:pt x="5074929" y="437769"/>
                  <a:pt x="5079977" y="442912"/>
                  <a:pt x="5076358" y="442531"/>
                </a:cubicBezTo>
                <a:cubicBezTo>
                  <a:pt x="5072833" y="442245"/>
                  <a:pt x="5070738" y="441102"/>
                  <a:pt x="5070738" y="441102"/>
                </a:cubicBezTo>
                <a:cubicBezTo>
                  <a:pt x="5070738" y="441102"/>
                  <a:pt x="5068356" y="437197"/>
                  <a:pt x="5071595" y="437483"/>
                </a:cubicBezTo>
                <a:close/>
                <a:moveTo>
                  <a:pt x="5050068" y="432053"/>
                </a:moveTo>
                <a:cubicBezTo>
                  <a:pt x="5051878" y="431767"/>
                  <a:pt x="5052735" y="431767"/>
                  <a:pt x="5052735" y="434149"/>
                </a:cubicBezTo>
                <a:cubicBezTo>
                  <a:pt x="5052735" y="436530"/>
                  <a:pt x="5052735" y="436530"/>
                  <a:pt x="5048545" y="436530"/>
                </a:cubicBezTo>
                <a:cubicBezTo>
                  <a:pt x="5044353" y="436530"/>
                  <a:pt x="5046735" y="433577"/>
                  <a:pt x="5046735" y="433577"/>
                </a:cubicBezTo>
                <a:cubicBezTo>
                  <a:pt x="5046735" y="433577"/>
                  <a:pt x="5048258" y="432339"/>
                  <a:pt x="5050068" y="432053"/>
                </a:cubicBezTo>
                <a:close/>
                <a:moveTo>
                  <a:pt x="1232830" y="430910"/>
                </a:moveTo>
                <a:cubicBezTo>
                  <a:pt x="1234639" y="431005"/>
                  <a:pt x="1235210" y="432815"/>
                  <a:pt x="1232830" y="433387"/>
                </a:cubicBezTo>
                <a:cubicBezTo>
                  <a:pt x="1230448" y="433958"/>
                  <a:pt x="1231972" y="433672"/>
                  <a:pt x="1230734" y="432148"/>
                </a:cubicBezTo>
                <a:cubicBezTo>
                  <a:pt x="1229495" y="430624"/>
                  <a:pt x="1231019" y="430910"/>
                  <a:pt x="1232830" y="430910"/>
                </a:cubicBezTo>
                <a:close/>
                <a:moveTo>
                  <a:pt x="1241592" y="428339"/>
                </a:moveTo>
                <a:cubicBezTo>
                  <a:pt x="1245497" y="427768"/>
                  <a:pt x="1248164" y="426244"/>
                  <a:pt x="1248736" y="428911"/>
                </a:cubicBezTo>
                <a:cubicBezTo>
                  <a:pt x="1249307" y="431578"/>
                  <a:pt x="1250260" y="431863"/>
                  <a:pt x="1247212" y="431578"/>
                </a:cubicBezTo>
                <a:cubicBezTo>
                  <a:pt x="1244259" y="431292"/>
                  <a:pt x="1244259" y="431292"/>
                  <a:pt x="1244259" y="431292"/>
                </a:cubicBezTo>
                <a:cubicBezTo>
                  <a:pt x="1244259" y="431292"/>
                  <a:pt x="1241878" y="431006"/>
                  <a:pt x="1239782" y="430720"/>
                </a:cubicBezTo>
                <a:cubicBezTo>
                  <a:pt x="1237687" y="430435"/>
                  <a:pt x="1237687" y="428911"/>
                  <a:pt x="1241592" y="428339"/>
                </a:cubicBezTo>
                <a:close/>
                <a:moveTo>
                  <a:pt x="5252380" y="424909"/>
                </a:moveTo>
                <a:cubicBezTo>
                  <a:pt x="5255618" y="423385"/>
                  <a:pt x="5255047" y="425767"/>
                  <a:pt x="5255047" y="427862"/>
                </a:cubicBezTo>
                <a:cubicBezTo>
                  <a:pt x="5255047" y="429958"/>
                  <a:pt x="5254094" y="431101"/>
                  <a:pt x="5249618" y="430243"/>
                </a:cubicBezTo>
                <a:cubicBezTo>
                  <a:pt x="5245141" y="429291"/>
                  <a:pt x="5249046" y="426338"/>
                  <a:pt x="5249046" y="426338"/>
                </a:cubicBezTo>
                <a:cubicBezTo>
                  <a:pt x="5249046" y="426338"/>
                  <a:pt x="5249046" y="426338"/>
                  <a:pt x="5252380" y="424909"/>
                </a:cubicBezTo>
                <a:close/>
                <a:moveTo>
                  <a:pt x="1242450" y="423195"/>
                </a:moveTo>
                <a:cubicBezTo>
                  <a:pt x="1241878" y="421671"/>
                  <a:pt x="1242450" y="423195"/>
                  <a:pt x="1246640" y="423195"/>
                </a:cubicBezTo>
                <a:cubicBezTo>
                  <a:pt x="1250831" y="423195"/>
                  <a:pt x="1252355" y="424434"/>
                  <a:pt x="1249593" y="425005"/>
                </a:cubicBezTo>
                <a:cubicBezTo>
                  <a:pt x="1246926" y="425577"/>
                  <a:pt x="1246926" y="425577"/>
                  <a:pt x="1246926" y="425577"/>
                </a:cubicBezTo>
                <a:cubicBezTo>
                  <a:pt x="1246926" y="425577"/>
                  <a:pt x="1243021" y="424719"/>
                  <a:pt x="1242450" y="423195"/>
                </a:cubicBezTo>
                <a:close/>
                <a:moveTo>
                  <a:pt x="1006610" y="423195"/>
                </a:moveTo>
                <a:cubicBezTo>
                  <a:pt x="1006610" y="425577"/>
                  <a:pt x="1004515" y="427386"/>
                  <a:pt x="1002419" y="427958"/>
                </a:cubicBezTo>
                <a:cubicBezTo>
                  <a:pt x="1000324" y="428529"/>
                  <a:pt x="999371" y="431863"/>
                  <a:pt x="999371" y="431863"/>
                </a:cubicBezTo>
                <a:cubicBezTo>
                  <a:pt x="999371" y="431863"/>
                  <a:pt x="999371" y="431863"/>
                  <a:pt x="998801" y="429196"/>
                </a:cubicBezTo>
                <a:cubicBezTo>
                  <a:pt x="998228" y="426529"/>
                  <a:pt x="1000609" y="427386"/>
                  <a:pt x="1003276" y="425005"/>
                </a:cubicBezTo>
                <a:cubicBezTo>
                  <a:pt x="1006039" y="422624"/>
                  <a:pt x="1006610" y="420814"/>
                  <a:pt x="1006610" y="423195"/>
                </a:cubicBezTo>
                <a:close/>
                <a:moveTo>
                  <a:pt x="4916432" y="412623"/>
                </a:moveTo>
                <a:cubicBezTo>
                  <a:pt x="4920909" y="413861"/>
                  <a:pt x="4925672" y="418909"/>
                  <a:pt x="4926910" y="421005"/>
                </a:cubicBezTo>
                <a:cubicBezTo>
                  <a:pt x="4928148" y="423100"/>
                  <a:pt x="4928720" y="424339"/>
                  <a:pt x="4930529" y="424339"/>
                </a:cubicBezTo>
                <a:cubicBezTo>
                  <a:pt x="4932339" y="424339"/>
                  <a:pt x="4933482" y="424624"/>
                  <a:pt x="4934434" y="426148"/>
                </a:cubicBezTo>
                <a:cubicBezTo>
                  <a:pt x="4935292" y="427672"/>
                  <a:pt x="4936530" y="427387"/>
                  <a:pt x="4937102" y="424339"/>
                </a:cubicBezTo>
                <a:cubicBezTo>
                  <a:pt x="4937673" y="421386"/>
                  <a:pt x="4939483" y="422243"/>
                  <a:pt x="4942531" y="422529"/>
                </a:cubicBezTo>
                <a:cubicBezTo>
                  <a:pt x="4945484" y="422815"/>
                  <a:pt x="4948532" y="422243"/>
                  <a:pt x="4951484" y="421957"/>
                </a:cubicBezTo>
                <a:cubicBezTo>
                  <a:pt x="4954437" y="421672"/>
                  <a:pt x="4959580" y="423767"/>
                  <a:pt x="4964343" y="428244"/>
                </a:cubicBezTo>
                <a:cubicBezTo>
                  <a:pt x="4969105" y="432721"/>
                  <a:pt x="4975106" y="432149"/>
                  <a:pt x="4979297" y="430054"/>
                </a:cubicBezTo>
                <a:cubicBezTo>
                  <a:pt x="4983488" y="427958"/>
                  <a:pt x="4993680" y="433387"/>
                  <a:pt x="4996633" y="435197"/>
                </a:cubicBezTo>
                <a:cubicBezTo>
                  <a:pt x="4999586" y="437007"/>
                  <a:pt x="5002348" y="439960"/>
                  <a:pt x="5001395" y="441484"/>
                </a:cubicBezTo>
                <a:cubicBezTo>
                  <a:pt x="5000538" y="443008"/>
                  <a:pt x="5000157" y="444817"/>
                  <a:pt x="5003777" y="443293"/>
                </a:cubicBezTo>
                <a:cubicBezTo>
                  <a:pt x="5007396" y="441769"/>
                  <a:pt x="5008253" y="441769"/>
                  <a:pt x="5010920" y="442722"/>
                </a:cubicBezTo>
                <a:cubicBezTo>
                  <a:pt x="5013587" y="443674"/>
                  <a:pt x="5014825" y="443960"/>
                  <a:pt x="5013873" y="440912"/>
                </a:cubicBezTo>
                <a:cubicBezTo>
                  <a:pt x="5013016" y="437959"/>
                  <a:pt x="5015397" y="437959"/>
                  <a:pt x="5018921" y="440341"/>
                </a:cubicBezTo>
                <a:cubicBezTo>
                  <a:pt x="5022541" y="442722"/>
                  <a:pt x="5024636" y="446056"/>
                  <a:pt x="5024922" y="448437"/>
                </a:cubicBezTo>
                <a:cubicBezTo>
                  <a:pt x="5025208" y="450818"/>
                  <a:pt x="5027018" y="455962"/>
                  <a:pt x="5024065" y="455962"/>
                </a:cubicBezTo>
                <a:cubicBezTo>
                  <a:pt x="5021112" y="455962"/>
                  <a:pt x="5019302" y="454723"/>
                  <a:pt x="5015968" y="454723"/>
                </a:cubicBezTo>
                <a:cubicBezTo>
                  <a:pt x="5012635" y="454723"/>
                  <a:pt x="4998252" y="452628"/>
                  <a:pt x="4997394" y="450818"/>
                </a:cubicBezTo>
                <a:cubicBezTo>
                  <a:pt x="4996538" y="449008"/>
                  <a:pt x="4995585" y="448151"/>
                  <a:pt x="4991680" y="449961"/>
                </a:cubicBezTo>
                <a:cubicBezTo>
                  <a:pt x="4987775" y="451771"/>
                  <a:pt x="4984822" y="450818"/>
                  <a:pt x="4984155" y="448437"/>
                </a:cubicBezTo>
                <a:cubicBezTo>
                  <a:pt x="4983584" y="446056"/>
                  <a:pt x="4981488" y="442722"/>
                  <a:pt x="4979678" y="448723"/>
                </a:cubicBezTo>
                <a:cubicBezTo>
                  <a:pt x="4977868" y="454723"/>
                  <a:pt x="4977011" y="462248"/>
                  <a:pt x="4976059" y="463963"/>
                </a:cubicBezTo>
                <a:cubicBezTo>
                  <a:pt x="4975202" y="465772"/>
                  <a:pt x="4975773" y="469963"/>
                  <a:pt x="4973392" y="471487"/>
                </a:cubicBezTo>
                <a:cubicBezTo>
                  <a:pt x="4971011" y="473011"/>
                  <a:pt x="4970058" y="476917"/>
                  <a:pt x="4964724" y="472345"/>
                </a:cubicBezTo>
                <a:cubicBezTo>
                  <a:pt x="4959294" y="467868"/>
                  <a:pt x="4959961" y="465487"/>
                  <a:pt x="4953008" y="466915"/>
                </a:cubicBezTo>
                <a:cubicBezTo>
                  <a:pt x="4946151" y="468439"/>
                  <a:pt x="4942816" y="464534"/>
                  <a:pt x="4944626" y="459391"/>
                </a:cubicBezTo>
                <a:cubicBezTo>
                  <a:pt x="4946436" y="454342"/>
                  <a:pt x="4946722" y="453676"/>
                  <a:pt x="4941959" y="452818"/>
                </a:cubicBezTo>
                <a:cubicBezTo>
                  <a:pt x="4937197" y="451961"/>
                  <a:pt x="4933863" y="445008"/>
                  <a:pt x="4930910" y="442341"/>
                </a:cubicBezTo>
                <a:cubicBezTo>
                  <a:pt x="4927957" y="439674"/>
                  <a:pt x="4927005" y="438436"/>
                  <a:pt x="4924624" y="436054"/>
                </a:cubicBezTo>
                <a:cubicBezTo>
                  <a:pt x="4922243" y="433673"/>
                  <a:pt x="4919195" y="425577"/>
                  <a:pt x="4917766" y="423481"/>
                </a:cubicBezTo>
                <a:cubicBezTo>
                  <a:pt x="4916432" y="421291"/>
                  <a:pt x="4914337" y="415576"/>
                  <a:pt x="4914337" y="415576"/>
                </a:cubicBezTo>
                <a:cubicBezTo>
                  <a:pt x="4914337" y="415576"/>
                  <a:pt x="4911955" y="411385"/>
                  <a:pt x="4916432" y="412623"/>
                </a:cubicBezTo>
                <a:close/>
                <a:moveTo>
                  <a:pt x="3099729" y="409766"/>
                </a:moveTo>
                <a:cubicBezTo>
                  <a:pt x="3101253" y="408813"/>
                  <a:pt x="3109064" y="408528"/>
                  <a:pt x="3111159" y="410051"/>
                </a:cubicBezTo>
                <a:cubicBezTo>
                  <a:pt x="3113255" y="411575"/>
                  <a:pt x="3115636" y="413957"/>
                  <a:pt x="3118017" y="413957"/>
                </a:cubicBezTo>
                <a:cubicBezTo>
                  <a:pt x="3120398" y="413957"/>
                  <a:pt x="3122494" y="415481"/>
                  <a:pt x="3124304" y="417576"/>
                </a:cubicBezTo>
                <a:cubicBezTo>
                  <a:pt x="3126114" y="419672"/>
                  <a:pt x="3127066" y="424433"/>
                  <a:pt x="3120970" y="421766"/>
                </a:cubicBezTo>
                <a:cubicBezTo>
                  <a:pt x="3114969" y="419099"/>
                  <a:pt x="3109540" y="422625"/>
                  <a:pt x="3106873" y="419958"/>
                </a:cubicBezTo>
                <a:cubicBezTo>
                  <a:pt x="3104206" y="417291"/>
                  <a:pt x="3095824" y="419672"/>
                  <a:pt x="3093728" y="419099"/>
                </a:cubicBezTo>
                <a:cubicBezTo>
                  <a:pt x="3091633" y="418529"/>
                  <a:pt x="3091633" y="416433"/>
                  <a:pt x="3081441" y="420339"/>
                </a:cubicBezTo>
                <a:cubicBezTo>
                  <a:pt x="3071249" y="424243"/>
                  <a:pt x="3073916" y="417861"/>
                  <a:pt x="3077822" y="417861"/>
                </a:cubicBezTo>
                <a:cubicBezTo>
                  <a:pt x="3081727" y="417861"/>
                  <a:pt x="3084775" y="415481"/>
                  <a:pt x="3087156" y="413671"/>
                </a:cubicBezTo>
                <a:cubicBezTo>
                  <a:pt x="3089537" y="411861"/>
                  <a:pt x="3091633" y="410051"/>
                  <a:pt x="3092871" y="410623"/>
                </a:cubicBezTo>
                <a:cubicBezTo>
                  <a:pt x="3094014" y="411290"/>
                  <a:pt x="3098205" y="410623"/>
                  <a:pt x="3099729" y="409766"/>
                </a:cubicBezTo>
                <a:close/>
                <a:moveTo>
                  <a:pt x="5577754" y="409384"/>
                </a:moveTo>
                <a:cubicBezTo>
                  <a:pt x="5580516" y="410241"/>
                  <a:pt x="5578992" y="411765"/>
                  <a:pt x="5575087" y="412337"/>
                </a:cubicBezTo>
                <a:cubicBezTo>
                  <a:pt x="5571182" y="412908"/>
                  <a:pt x="5573563" y="410241"/>
                  <a:pt x="5573563" y="410241"/>
                </a:cubicBezTo>
                <a:cubicBezTo>
                  <a:pt x="5573563" y="410241"/>
                  <a:pt x="5575087" y="408431"/>
                  <a:pt x="5577754" y="409384"/>
                </a:cubicBezTo>
                <a:close/>
                <a:moveTo>
                  <a:pt x="2816932" y="409099"/>
                </a:moveTo>
                <a:cubicBezTo>
                  <a:pt x="2819408" y="410909"/>
                  <a:pt x="2816075" y="411862"/>
                  <a:pt x="2815979" y="411862"/>
                </a:cubicBezTo>
                <a:cubicBezTo>
                  <a:pt x="2812646" y="411862"/>
                  <a:pt x="2811407" y="410338"/>
                  <a:pt x="2812931" y="409766"/>
                </a:cubicBezTo>
                <a:cubicBezTo>
                  <a:pt x="2814455" y="409099"/>
                  <a:pt x="2814550" y="407290"/>
                  <a:pt x="2816932" y="409099"/>
                </a:cubicBezTo>
                <a:close/>
                <a:moveTo>
                  <a:pt x="4920338" y="408717"/>
                </a:moveTo>
                <a:cubicBezTo>
                  <a:pt x="4923100" y="408717"/>
                  <a:pt x="4927863" y="411098"/>
                  <a:pt x="4930815" y="413765"/>
                </a:cubicBezTo>
                <a:cubicBezTo>
                  <a:pt x="4933768" y="416432"/>
                  <a:pt x="4932054" y="416718"/>
                  <a:pt x="4932054" y="418242"/>
                </a:cubicBezTo>
                <a:cubicBezTo>
                  <a:pt x="4932054" y="419766"/>
                  <a:pt x="4930530" y="418814"/>
                  <a:pt x="4928434" y="417004"/>
                </a:cubicBezTo>
                <a:cubicBezTo>
                  <a:pt x="4926339" y="415289"/>
                  <a:pt x="4921195" y="411670"/>
                  <a:pt x="4921195" y="411670"/>
                </a:cubicBezTo>
                <a:cubicBezTo>
                  <a:pt x="4921195" y="411670"/>
                  <a:pt x="4917576" y="408717"/>
                  <a:pt x="4920338" y="408717"/>
                </a:cubicBezTo>
                <a:close/>
                <a:moveTo>
                  <a:pt x="1021946" y="407575"/>
                </a:moveTo>
                <a:lnTo>
                  <a:pt x="1021851" y="413004"/>
                </a:lnTo>
                <a:cubicBezTo>
                  <a:pt x="1021851" y="413004"/>
                  <a:pt x="1018612" y="409099"/>
                  <a:pt x="1019755" y="407670"/>
                </a:cubicBezTo>
                <a:cubicBezTo>
                  <a:pt x="1020994" y="406146"/>
                  <a:pt x="1019755" y="407670"/>
                  <a:pt x="1021946" y="407575"/>
                </a:cubicBezTo>
                <a:close/>
                <a:moveTo>
                  <a:pt x="4933863" y="407479"/>
                </a:moveTo>
                <a:cubicBezTo>
                  <a:pt x="4939292" y="408717"/>
                  <a:pt x="4939578" y="412051"/>
                  <a:pt x="4944055" y="411670"/>
                </a:cubicBezTo>
                <a:cubicBezTo>
                  <a:pt x="4948532" y="411384"/>
                  <a:pt x="4947960" y="412908"/>
                  <a:pt x="4945579" y="413766"/>
                </a:cubicBezTo>
                <a:cubicBezTo>
                  <a:pt x="4943197" y="414623"/>
                  <a:pt x="4940150" y="414623"/>
                  <a:pt x="4938340" y="414337"/>
                </a:cubicBezTo>
                <a:cubicBezTo>
                  <a:pt x="4936530" y="414051"/>
                  <a:pt x="4937102" y="414623"/>
                  <a:pt x="4934721" y="412242"/>
                </a:cubicBezTo>
                <a:cubicBezTo>
                  <a:pt x="4932339" y="409860"/>
                  <a:pt x="4932339" y="409860"/>
                  <a:pt x="4932339" y="409860"/>
                </a:cubicBezTo>
                <a:cubicBezTo>
                  <a:pt x="4932339" y="409860"/>
                  <a:pt x="4928434" y="406241"/>
                  <a:pt x="4933863" y="407479"/>
                </a:cubicBezTo>
                <a:close/>
                <a:moveTo>
                  <a:pt x="2001735" y="400824"/>
                </a:moveTo>
                <a:cubicBezTo>
                  <a:pt x="2002830" y="399932"/>
                  <a:pt x="2004116" y="399717"/>
                  <a:pt x="2006068" y="401670"/>
                </a:cubicBezTo>
                <a:cubicBezTo>
                  <a:pt x="2009974" y="405574"/>
                  <a:pt x="2013879" y="412432"/>
                  <a:pt x="2011783" y="416623"/>
                </a:cubicBezTo>
                <a:cubicBezTo>
                  <a:pt x="2009688" y="420815"/>
                  <a:pt x="2004259" y="419291"/>
                  <a:pt x="2005211" y="416623"/>
                </a:cubicBezTo>
                <a:cubicBezTo>
                  <a:pt x="2006068" y="413957"/>
                  <a:pt x="2005211" y="413290"/>
                  <a:pt x="2003401" y="414243"/>
                </a:cubicBezTo>
                <a:cubicBezTo>
                  <a:pt x="2001592" y="415195"/>
                  <a:pt x="1999496" y="411290"/>
                  <a:pt x="1998544" y="409766"/>
                </a:cubicBezTo>
                <a:cubicBezTo>
                  <a:pt x="1997686" y="408242"/>
                  <a:pt x="1996162" y="405574"/>
                  <a:pt x="1998544" y="404051"/>
                </a:cubicBezTo>
                <a:cubicBezTo>
                  <a:pt x="1999735" y="403289"/>
                  <a:pt x="2000640" y="401717"/>
                  <a:pt x="2001735" y="400824"/>
                </a:cubicBezTo>
                <a:close/>
                <a:moveTo>
                  <a:pt x="1863242" y="399491"/>
                </a:moveTo>
                <a:cubicBezTo>
                  <a:pt x="1865528" y="399526"/>
                  <a:pt x="1867766" y="400717"/>
                  <a:pt x="1869671" y="403384"/>
                </a:cubicBezTo>
                <a:cubicBezTo>
                  <a:pt x="1873576" y="408813"/>
                  <a:pt x="1875958" y="411480"/>
                  <a:pt x="1872624" y="414433"/>
                </a:cubicBezTo>
                <a:cubicBezTo>
                  <a:pt x="1869290" y="417481"/>
                  <a:pt x="1868433" y="416243"/>
                  <a:pt x="1870243" y="413861"/>
                </a:cubicBezTo>
                <a:cubicBezTo>
                  <a:pt x="1872052" y="411480"/>
                  <a:pt x="1871100" y="410242"/>
                  <a:pt x="1866337" y="412622"/>
                </a:cubicBezTo>
                <a:cubicBezTo>
                  <a:pt x="1861670" y="415194"/>
                  <a:pt x="1858051" y="417291"/>
                  <a:pt x="1858051" y="417291"/>
                </a:cubicBezTo>
                <a:cubicBezTo>
                  <a:pt x="1858051" y="417291"/>
                  <a:pt x="1853860" y="418814"/>
                  <a:pt x="1852336" y="416051"/>
                </a:cubicBezTo>
                <a:cubicBezTo>
                  <a:pt x="1850812" y="413384"/>
                  <a:pt x="1852336" y="406432"/>
                  <a:pt x="1856527" y="402526"/>
                </a:cubicBezTo>
                <a:cubicBezTo>
                  <a:pt x="1858623" y="400574"/>
                  <a:pt x="1860956" y="399455"/>
                  <a:pt x="1863242" y="399491"/>
                </a:cubicBezTo>
                <a:close/>
                <a:moveTo>
                  <a:pt x="3023339" y="397764"/>
                </a:moveTo>
                <a:cubicBezTo>
                  <a:pt x="3024863" y="400146"/>
                  <a:pt x="3028197" y="401670"/>
                  <a:pt x="3028102" y="406432"/>
                </a:cubicBezTo>
                <a:cubicBezTo>
                  <a:pt x="3028102" y="411290"/>
                  <a:pt x="3026292" y="407671"/>
                  <a:pt x="3026006" y="406147"/>
                </a:cubicBezTo>
                <a:cubicBezTo>
                  <a:pt x="3025720" y="404623"/>
                  <a:pt x="3023911" y="403194"/>
                  <a:pt x="3021815" y="399860"/>
                </a:cubicBezTo>
                <a:cubicBezTo>
                  <a:pt x="3019719" y="396527"/>
                  <a:pt x="3021815" y="395384"/>
                  <a:pt x="3023339" y="397764"/>
                </a:cubicBezTo>
                <a:close/>
                <a:moveTo>
                  <a:pt x="3087823" y="396526"/>
                </a:moveTo>
                <a:cubicBezTo>
                  <a:pt x="3092300" y="394430"/>
                  <a:pt x="3094967" y="399192"/>
                  <a:pt x="3094110" y="402526"/>
                </a:cubicBezTo>
                <a:cubicBezTo>
                  <a:pt x="3093157" y="405860"/>
                  <a:pt x="3092586" y="405288"/>
                  <a:pt x="3089919" y="407384"/>
                </a:cubicBezTo>
                <a:cubicBezTo>
                  <a:pt x="3087252" y="409479"/>
                  <a:pt x="3082108" y="406050"/>
                  <a:pt x="3083346" y="403097"/>
                </a:cubicBezTo>
                <a:cubicBezTo>
                  <a:pt x="3084108" y="401192"/>
                  <a:pt x="3083346" y="398621"/>
                  <a:pt x="3087823" y="396526"/>
                </a:cubicBezTo>
                <a:close/>
                <a:moveTo>
                  <a:pt x="4943103" y="396430"/>
                </a:moveTo>
                <a:cubicBezTo>
                  <a:pt x="4944341" y="395191"/>
                  <a:pt x="4944627" y="395191"/>
                  <a:pt x="4944913" y="396715"/>
                </a:cubicBezTo>
                <a:cubicBezTo>
                  <a:pt x="4945198" y="398144"/>
                  <a:pt x="4945198" y="401478"/>
                  <a:pt x="4942246" y="401764"/>
                </a:cubicBezTo>
                <a:cubicBezTo>
                  <a:pt x="4939198" y="402049"/>
                  <a:pt x="4940436" y="399097"/>
                  <a:pt x="4940436" y="399097"/>
                </a:cubicBezTo>
                <a:cubicBezTo>
                  <a:pt x="4940436" y="399097"/>
                  <a:pt x="4941865" y="397573"/>
                  <a:pt x="4943103" y="396430"/>
                </a:cubicBezTo>
                <a:close/>
                <a:moveTo>
                  <a:pt x="4650494" y="393572"/>
                </a:moveTo>
                <a:cubicBezTo>
                  <a:pt x="4651352" y="392048"/>
                  <a:pt x="4653447" y="392048"/>
                  <a:pt x="4654685" y="393572"/>
                </a:cubicBezTo>
                <a:cubicBezTo>
                  <a:pt x="4655924" y="395096"/>
                  <a:pt x="4654685" y="399858"/>
                  <a:pt x="4652876" y="398716"/>
                </a:cubicBezTo>
                <a:cubicBezTo>
                  <a:pt x="4651066" y="397477"/>
                  <a:pt x="4649637" y="395096"/>
                  <a:pt x="4650494" y="393572"/>
                </a:cubicBezTo>
                <a:close/>
                <a:moveTo>
                  <a:pt x="4662496" y="388143"/>
                </a:moveTo>
                <a:cubicBezTo>
                  <a:pt x="4666782" y="393572"/>
                  <a:pt x="4660686" y="393287"/>
                  <a:pt x="4659448" y="389953"/>
                </a:cubicBezTo>
                <a:cubicBezTo>
                  <a:pt x="4658305" y="386619"/>
                  <a:pt x="4661258" y="386048"/>
                  <a:pt x="4662496" y="388143"/>
                </a:cubicBezTo>
                <a:close/>
                <a:moveTo>
                  <a:pt x="2261720" y="378332"/>
                </a:moveTo>
                <a:cubicBezTo>
                  <a:pt x="2268578" y="376523"/>
                  <a:pt x="2273150" y="379570"/>
                  <a:pt x="2272483" y="381285"/>
                </a:cubicBezTo>
                <a:cubicBezTo>
                  <a:pt x="2271912" y="383095"/>
                  <a:pt x="2269530" y="383380"/>
                  <a:pt x="2266768" y="383380"/>
                </a:cubicBezTo>
                <a:cubicBezTo>
                  <a:pt x="2264101" y="383380"/>
                  <a:pt x="2262291" y="383095"/>
                  <a:pt x="2262291" y="383095"/>
                </a:cubicBezTo>
                <a:cubicBezTo>
                  <a:pt x="2262291" y="383095"/>
                  <a:pt x="2254767" y="380143"/>
                  <a:pt x="2261720" y="378332"/>
                </a:cubicBezTo>
                <a:close/>
                <a:moveTo>
                  <a:pt x="4507620" y="376713"/>
                </a:moveTo>
                <a:cubicBezTo>
                  <a:pt x="4510287" y="376142"/>
                  <a:pt x="4511811" y="377380"/>
                  <a:pt x="4510001" y="377951"/>
                </a:cubicBezTo>
                <a:cubicBezTo>
                  <a:pt x="4508191" y="378618"/>
                  <a:pt x="4510001" y="377951"/>
                  <a:pt x="4507334" y="379094"/>
                </a:cubicBezTo>
                <a:cubicBezTo>
                  <a:pt x="4504667" y="380333"/>
                  <a:pt x="4504953" y="377285"/>
                  <a:pt x="4507620" y="376713"/>
                </a:cubicBezTo>
                <a:close/>
                <a:moveTo>
                  <a:pt x="2723682" y="374046"/>
                </a:moveTo>
                <a:cubicBezTo>
                  <a:pt x="2726063" y="374714"/>
                  <a:pt x="2726349" y="374428"/>
                  <a:pt x="2727682" y="374046"/>
                </a:cubicBezTo>
                <a:cubicBezTo>
                  <a:pt x="2728825" y="373760"/>
                  <a:pt x="2732445" y="374046"/>
                  <a:pt x="2730349" y="377666"/>
                </a:cubicBezTo>
                <a:cubicBezTo>
                  <a:pt x="2728254" y="381190"/>
                  <a:pt x="2723968" y="381857"/>
                  <a:pt x="2718919" y="380619"/>
                </a:cubicBezTo>
                <a:cubicBezTo>
                  <a:pt x="2713871" y="379475"/>
                  <a:pt x="2714347" y="378047"/>
                  <a:pt x="2716538" y="375856"/>
                </a:cubicBezTo>
                <a:cubicBezTo>
                  <a:pt x="2718919" y="373475"/>
                  <a:pt x="2721301" y="373475"/>
                  <a:pt x="2723682" y="374046"/>
                </a:cubicBezTo>
                <a:close/>
                <a:moveTo>
                  <a:pt x="2285056" y="371760"/>
                </a:moveTo>
                <a:cubicBezTo>
                  <a:pt x="2290104" y="368809"/>
                  <a:pt x="2291628" y="369094"/>
                  <a:pt x="2291056" y="373000"/>
                </a:cubicBezTo>
                <a:cubicBezTo>
                  <a:pt x="2290485" y="376904"/>
                  <a:pt x="2290485" y="378143"/>
                  <a:pt x="2288675" y="378429"/>
                </a:cubicBezTo>
                <a:cubicBezTo>
                  <a:pt x="2286865" y="378618"/>
                  <a:pt x="2285627" y="377761"/>
                  <a:pt x="2285627" y="377761"/>
                </a:cubicBezTo>
                <a:cubicBezTo>
                  <a:pt x="2285627" y="377761"/>
                  <a:pt x="2279912" y="374714"/>
                  <a:pt x="2285056" y="371760"/>
                </a:cubicBezTo>
                <a:close/>
                <a:moveTo>
                  <a:pt x="1935393" y="370237"/>
                </a:moveTo>
                <a:cubicBezTo>
                  <a:pt x="1940822" y="370809"/>
                  <a:pt x="1941394" y="371475"/>
                  <a:pt x="1939584" y="375000"/>
                </a:cubicBezTo>
                <a:cubicBezTo>
                  <a:pt x="1937774" y="378619"/>
                  <a:pt x="1936250" y="378619"/>
                  <a:pt x="1936631" y="376810"/>
                </a:cubicBezTo>
                <a:cubicBezTo>
                  <a:pt x="1936822" y="375000"/>
                  <a:pt x="1938346" y="371762"/>
                  <a:pt x="1935965" y="372046"/>
                </a:cubicBezTo>
                <a:cubicBezTo>
                  <a:pt x="1933583" y="372332"/>
                  <a:pt x="1929964" y="369665"/>
                  <a:pt x="1935393" y="370237"/>
                </a:cubicBezTo>
                <a:close/>
                <a:moveTo>
                  <a:pt x="3163273" y="363081"/>
                </a:moveTo>
                <a:cubicBezTo>
                  <a:pt x="3164356" y="363450"/>
                  <a:pt x="3165404" y="364950"/>
                  <a:pt x="3166023" y="366617"/>
                </a:cubicBezTo>
                <a:cubicBezTo>
                  <a:pt x="3166309" y="371093"/>
                  <a:pt x="3171071" y="372618"/>
                  <a:pt x="3173452" y="370331"/>
                </a:cubicBezTo>
                <a:cubicBezTo>
                  <a:pt x="3175929" y="367951"/>
                  <a:pt x="3182787" y="369094"/>
                  <a:pt x="3184882" y="368523"/>
                </a:cubicBezTo>
                <a:cubicBezTo>
                  <a:pt x="3186978" y="367856"/>
                  <a:pt x="3190883" y="368236"/>
                  <a:pt x="3191455" y="370903"/>
                </a:cubicBezTo>
                <a:cubicBezTo>
                  <a:pt x="3192026" y="373570"/>
                  <a:pt x="3198027" y="375381"/>
                  <a:pt x="3200122" y="374808"/>
                </a:cubicBezTo>
                <a:cubicBezTo>
                  <a:pt x="3202218" y="374238"/>
                  <a:pt x="3206695" y="373380"/>
                  <a:pt x="3208219" y="374238"/>
                </a:cubicBezTo>
                <a:cubicBezTo>
                  <a:pt x="3209743" y="375189"/>
                  <a:pt x="3214505" y="377285"/>
                  <a:pt x="3216315" y="375762"/>
                </a:cubicBezTo>
                <a:cubicBezTo>
                  <a:pt x="3219553" y="372999"/>
                  <a:pt x="3220220" y="376619"/>
                  <a:pt x="3218124" y="380524"/>
                </a:cubicBezTo>
                <a:cubicBezTo>
                  <a:pt x="3215743" y="384809"/>
                  <a:pt x="3206409" y="384429"/>
                  <a:pt x="3201932" y="386524"/>
                </a:cubicBezTo>
                <a:cubicBezTo>
                  <a:pt x="3197360" y="388619"/>
                  <a:pt x="3192597" y="387668"/>
                  <a:pt x="3184215" y="385286"/>
                </a:cubicBezTo>
                <a:cubicBezTo>
                  <a:pt x="3175834" y="382810"/>
                  <a:pt x="3167737" y="375381"/>
                  <a:pt x="3164785" y="375951"/>
                </a:cubicBezTo>
                <a:cubicBezTo>
                  <a:pt x="3158784" y="377095"/>
                  <a:pt x="3159451" y="369665"/>
                  <a:pt x="3160308" y="366331"/>
                </a:cubicBezTo>
                <a:cubicBezTo>
                  <a:pt x="3161070" y="363474"/>
                  <a:pt x="3162189" y="362712"/>
                  <a:pt x="3163273" y="363081"/>
                </a:cubicBezTo>
                <a:close/>
                <a:moveTo>
                  <a:pt x="3027268" y="360557"/>
                </a:moveTo>
                <a:cubicBezTo>
                  <a:pt x="3028721" y="361235"/>
                  <a:pt x="3029912" y="363188"/>
                  <a:pt x="3029626" y="364521"/>
                </a:cubicBezTo>
                <a:cubicBezTo>
                  <a:pt x="3029054" y="367189"/>
                  <a:pt x="3029626" y="368046"/>
                  <a:pt x="3027530" y="370236"/>
                </a:cubicBezTo>
                <a:cubicBezTo>
                  <a:pt x="3025435" y="372331"/>
                  <a:pt x="3021815" y="371760"/>
                  <a:pt x="3023339" y="364236"/>
                </a:cubicBezTo>
                <a:cubicBezTo>
                  <a:pt x="3024101" y="360473"/>
                  <a:pt x="3025816" y="359878"/>
                  <a:pt x="3027268" y="360557"/>
                </a:cubicBezTo>
                <a:close/>
                <a:moveTo>
                  <a:pt x="4687488" y="356234"/>
                </a:moveTo>
                <a:cubicBezTo>
                  <a:pt x="4688500" y="356496"/>
                  <a:pt x="4689691" y="357473"/>
                  <a:pt x="4690119" y="358520"/>
                </a:cubicBezTo>
                <a:cubicBezTo>
                  <a:pt x="4691071" y="360616"/>
                  <a:pt x="4691643" y="362331"/>
                  <a:pt x="4699453" y="361473"/>
                </a:cubicBezTo>
                <a:cubicBezTo>
                  <a:pt x="4707169" y="360616"/>
                  <a:pt x="4719837" y="366903"/>
                  <a:pt x="4720694" y="372903"/>
                </a:cubicBezTo>
                <a:cubicBezTo>
                  <a:pt x="4721266" y="376523"/>
                  <a:pt x="4723933" y="374427"/>
                  <a:pt x="4723647" y="369284"/>
                </a:cubicBezTo>
                <a:cubicBezTo>
                  <a:pt x="4723361" y="364140"/>
                  <a:pt x="4726600" y="365950"/>
                  <a:pt x="4727838" y="369855"/>
                </a:cubicBezTo>
                <a:cubicBezTo>
                  <a:pt x="4729362" y="371951"/>
                  <a:pt x="4729648" y="377952"/>
                  <a:pt x="4736315" y="377094"/>
                </a:cubicBezTo>
                <a:cubicBezTo>
                  <a:pt x="4740411" y="376523"/>
                  <a:pt x="4736887" y="382142"/>
                  <a:pt x="4735077" y="381857"/>
                </a:cubicBezTo>
                <a:cubicBezTo>
                  <a:pt x="4733267" y="381571"/>
                  <a:pt x="4730886" y="382428"/>
                  <a:pt x="4729648" y="383952"/>
                </a:cubicBezTo>
                <a:cubicBezTo>
                  <a:pt x="4728410" y="385476"/>
                  <a:pt x="4725456" y="387000"/>
                  <a:pt x="4723933" y="385476"/>
                </a:cubicBezTo>
                <a:cubicBezTo>
                  <a:pt x="4722504" y="384047"/>
                  <a:pt x="4720980" y="383381"/>
                  <a:pt x="4718885" y="384619"/>
                </a:cubicBezTo>
                <a:cubicBezTo>
                  <a:pt x="4716789" y="385857"/>
                  <a:pt x="4704787" y="386143"/>
                  <a:pt x="4702406" y="382523"/>
                </a:cubicBezTo>
                <a:cubicBezTo>
                  <a:pt x="4700025" y="378904"/>
                  <a:pt x="4695834" y="379571"/>
                  <a:pt x="4700025" y="384619"/>
                </a:cubicBezTo>
                <a:cubicBezTo>
                  <a:pt x="4703073" y="388334"/>
                  <a:pt x="4697358" y="389667"/>
                  <a:pt x="4695834" y="387000"/>
                </a:cubicBezTo>
                <a:cubicBezTo>
                  <a:pt x="4694310" y="384333"/>
                  <a:pt x="4692500" y="384047"/>
                  <a:pt x="4688309" y="384333"/>
                </a:cubicBezTo>
                <a:cubicBezTo>
                  <a:pt x="4684118" y="384619"/>
                  <a:pt x="4682023" y="379857"/>
                  <a:pt x="4683832" y="377761"/>
                </a:cubicBezTo>
                <a:cubicBezTo>
                  <a:pt x="4685642" y="375665"/>
                  <a:pt x="4684785" y="372427"/>
                  <a:pt x="4682404" y="370617"/>
                </a:cubicBezTo>
                <a:cubicBezTo>
                  <a:pt x="4680022" y="368808"/>
                  <a:pt x="4680213" y="361568"/>
                  <a:pt x="4685642" y="364521"/>
                </a:cubicBezTo>
                <a:cubicBezTo>
                  <a:pt x="4690976" y="367474"/>
                  <a:pt x="4686499" y="361854"/>
                  <a:pt x="4685928" y="358235"/>
                </a:cubicBezTo>
                <a:cubicBezTo>
                  <a:pt x="4685642" y="356425"/>
                  <a:pt x="4686476" y="355972"/>
                  <a:pt x="4687488" y="356234"/>
                </a:cubicBezTo>
                <a:close/>
                <a:moveTo>
                  <a:pt x="2188568" y="352234"/>
                </a:moveTo>
                <a:cubicBezTo>
                  <a:pt x="2193044" y="351663"/>
                  <a:pt x="2193616" y="350996"/>
                  <a:pt x="2192473" y="353473"/>
                </a:cubicBezTo>
                <a:cubicBezTo>
                  <a:pt x="2191235" y="355855"/>
                  <a:pt x="2190377" y="356140"/>
                  <a:pt x="2192759" y="356426"/>
                </a:cubicBezTo>
                <a:cubicBezTo>
                  <a:pt x="2195140" y="356712"/>
                  <a:pt x="2194854" y="359093"/>
                  <a:pt x="2192473" y="359093"/>
                </a:cubicBezTo>
                <a:cubicBezTo>
                  <a:pt x="2190092" y="359188"/>
                  <a:pt x="2183519" y="358236"/>
                  <a:pt x="2182281" y="359760"/>
                </a:cubicBezTo>
                <a:cubicBezTo>
                  <a:pt x="2181043" y="361283"/>
                  <a:pt x="2177519" y="360332"/>
                  <a:pt x="2180471" y="356426"/>
                </a:cubicBezTo>
                <a:cubicBezTo>
                  <a:pt x="2183424" y="352521"/>
                  <a:pt x="2184091" y="352807"/>
                  <a:pt x="2188568" y="352234"/>
                </a:cubicBezTo>
                <a:close/>
                <a:moveTo>
                  <a:pt x="3066595" y="344900"/>
                </a:moveTo>
                <a:cubicBezTo>
                  <a:pt x="3068273" y="344828"/>
                  <a:pt x="3069774" y="345281"/>
                  <a:pt x="3069631" y="346043"/>
                </a:cubicBezTo>
                <a:cubicBezTo>
                  <a:pt x="3069345" y="347567"/>
                  <a:pt x="3072012" y="351758"/>
                  <a:pt x="3073536" y="351758"/>
                </a:cubicBezTo>
                <a:cubicBezTo>
                  <a:pt x="3074965" y="351758"/>
                  <a:pt x="3079822" y="353567"/>
                  <a:pt x="3080394" y="355664"/>
                </a:cubicBezTo>
                <a:cubicBezTo>
                  <a:pt x="3081061" y="357854"/>
                  <a:pt x="3086395" y="356616"/>
                  <a:pt x="3087919" y="360807"/>
                </a:cubicBezTo>
                <a:cubicBezTo>
                  <a:pt x="3088966" y="363568"/>
                  <a:pt x="3097253" y="362902"/>
                  <a:pt x="3093634" y="358426"/>
                </a:cubicBezTo>
                <a:cubicBezTo>
                  <a:pt x="3091252" y="355378"/>
                  <a:pt x="3095443" y="351473"/>
                  <a:pt x="3096968" y="353281"/>
                </a:cubicBezTo>
                <a:cubicBezTo>
                  <a:pt x="3098491" y="355091"/>
                  <a:pt x="3104778" y="356044"/>
                  <a:pt x="3100301" y="352425"/>
                </a:cubicBezTo>
                <a:cubicBezTo>
                  <a:pt x="3095824" y="348901"/>
                  <a:pt x="3102111" y="349186"/>
                  <a:pt x="3105445" y="351567"/>
                </a:cubicBezTo>
                <a:cubicBezTo>
                  <a:pt x="3109921" y="356139"/>
                  <a:pt x="3111160" y="354329"/>
                  <a:pt x="3113255" y="355378"/>
                </a:cubicBezTo>
                <a:cubicBezTo>
                  <a:pt x="3115351" y="356616"/>
                  <a:pt x="3120113" y="361664"/>
                  <a:pt x="3126114" y="359283"/>
                </a:cubicBezTo>
                <a:cubicBezTo>
                  <a:pt x="3132115" y="356902"/>
                  <a:pt x="3140211" y="363188"/>
                  <a:pt x="3144973" y="364712"/>
                </a:cubicBezTo>
                <a:cubicBezTo>
                  <a:pt x="3149736" y="366235"/>
                  <a:pt x="3144973" y="369189"/>
                  <a:pt x="3145545" y="370999"/>
                </a:cubicBezTo>
                <a:cubicBezTo>
                  <a:pt x="3146116" y="372809"/>
                  <a:pt x="3144021" y="375189"/>
                  <a:pt x="3140116" y="376427"/>
                </a:cubicBezTo>
                <a:cubicBezTo>
                  <a:pt x="3136210" y="377570"/>
                  <a:pt x="3133162" y="378809"/>
                  <a:pt x="3130495" y="377000"/>
                </a:cubicBezTo>
                <a:cubicBezTo>
                  <a:pt x="3127733" y="375189"/>
                  <a:pt x="3123256" y="375475"/>
                  <a:pt x="3118780" y="373094"/>
                </a:cubicBezTo>
                <a:cubicBezTo>
                  <a:pt x="3114303" y="370713"/>
                  <a:pt x="3113731" y="368617"/>
                  <a:pt x="3116398" y="367378"/>
                </a:cubicBezTo>
                <a:cubicBezTo>
                  <a:pt x="3119065" y="366141"/>
                  <a:pt x="3119637" y="365284"/>
                  <a:pt x="3118780" y="363474"/>
                </a:cubicBezTo>
                <a:cubicBezTo>
                  <a:pt x="3117827" y="361664"/>
                  <a:pt x="3112398" y="359283"/>
                  <a:pt x="3109445" y="364330"/>
                </a:cubicBezTo>
                <a:cubicBezTo>
                  <a:pt x="3106397" y="369475"/>
                  <a:pt x="3110874" y="375760"/>
                  <a:pt x="3114208" y="376332"/>
                </a:cubicBezTo>
                <a:cubicBezTo>
                  <a:pt x="3117541" y="376903"/>
                  <a:pt x="3126400" y="376619"/>
                  <a:pt x="3123828" y="381094"/>
                </a:cubicBezTo>
                <a:cubicBezTo>
                  <a:pt x="3121447" y="385286"/>
                  <a:pt x="3120589" y="381667"/>
                  <a:pt x="3114874" y="383477"/>
                </a:cubicBezTo>
                <a:cubicBezTo>
                  <a:pt x="3109160" y="385286"/>
                  <a:pt x="3104397" y="383191"/>
                  <a:pt x="3108302" y="381094"/>
                </a:cubicBezTo>
                <a:cubicBezTo>
                  <a:pt x="3112207" y="379000"/>
                  <a:pt x="3105349" y="377856"/>
                  <a:pt x="3101158" y="380524"/>
                </a:cubicBezTo>
                <a:cubicBezTo>
                  <a:pt x="3096968" y="383191"/>
                  <a:pt x="3088871" y="382904"/>
                  <a:pt x="3086776" y="383477"/>
                </a:cubicBezTo>
                <a:cubicBezTo>
                  <a:pt x="3084680" y="384048"/>
                  <a:pt x="3081727" y="385286"/>
                  <a:pt x="3079918" y="381953"/>
                </a:cubicBezTo>
                <a:cubicBezTo>
                  <a:pt x="3078108" y="378714"/>
                  <a:pt x="3075346" y="377476"/>
                  <a:pt x="3072679" y="383477"/>
                </a:cubicBezTo>
                <a:cubicBezTo>
                  <a:pt x="3070012" y="389477"/>
                  <a:pt x="3064011" y="387381"/>
                  <a:pt x="3060391" y="384715"/>
                </a:cubicBezTo>
                <a:cubicBezTo>
                  <a:pt x="3056867" y="381953"/>
                  <a:pt x="3049914" y="379856"/>
                  <a:pt x="3045152" y="374808"/>
                </a:cubicBezTo>
                <a:cubicBezTo>
                  <a:pt x="3040294" y="369664"/>
                  <a:pt x="3042675" y="366713"/>
                  <a:pt x="3043913" y="367284"/>
                </a:cubicBezTo>
                <a:cubicBezTo>
                  <a:pt x="3045056" y="367856"/>
                  <a:pt x="3046580" y="367856"/>
                  <a:pt x="3044770" y="365474"/>
                </a:cubicBezTo>
                <a:cubicBezTo>
                  <a:pt x="3042961" y="363093"/>
                  <a:pt x="3046580" y="358615"/>
                  <a:pt x="3048961" y="359188"/>
                </a:cubicBezTo>
                <a:cubicBezTo>
                  <a:pt x="3051343" y="359759"/>
                  <a:pt x="3052867" y="359474"/>
                  <a:pt x="3050771" y="357377"/>
                </a:cubicBezTo>
                <a:cubicBezTo>
                  <a:pt x="3048676" y="355282"/>
                  <a:pt x="3050104" y="354710"/>
                  <a:pt x="3051343" y="354710"/>
                </a:cubicBezTo>
                <a:cubicBezTo>
                  <a:pt x="3052581" y="354710"/>
                  <a:pt x="3054677" y="353854"/>
                  <a:pt x="3055248" y="352330"/>
                </a:cubicBezTo>
                <a:cubicBezTo>
                  <a:pt x="3055819" y="350805"/>
                  <a:pt x="3057343" y="348425"/>
                  <a:pt x="3059153" y="348995"/>
                </a:cubicBezTo>
                <a:cubicBezTo>
                  <a:pt x="3060963" y="349567"/>
                  <a:pt x="3061249" y="349567"/>
                  <a:pt x="3062487" y="346900"/>
                </a:cubicBezTo>
                <a:cubicBezTo>
                  <a:pt x="3063059" y="345567"/>
                  <a:pt x="3064916" y="344972"/>
                  <a:pt x="3066595" y="344900"/>
                </a:cubicBezTo>
                <a:close/>
                <a:moveTo>
                  <a:pt x="1513946" y="341093"/>
                </a:moveTo>
                <a:lnTo>
                  <a:pt x="1511190" y="341665"/>
                </a:lnTo>
                <a:lnTo>
                  <a:pt x="1511699" y="343299"/>
                </a:lnTo>
                <a:close/>
                <a:moveTo>
                  <a:pt x="1399231" y="339947"/>
                </a:moveTo>
                <a:cubicBezTo>
                  <a:pt x="1400755" y="337851"/>
                  <a:pt x="1401612" y="339661"/>
                  <a:pt x="1401327" y="341471"/>
                </a:cubicBezTo>
                <a:cubicBezTo>
                  <a:pt x="1401041" y="343281"/>
                  <a:pt x="1400755" y="344424"/>
                  <a:pt x="1398945" y="345090"/>
                </a:cubicBezTo>
                <a:cubicBezTo>
                  <a:pt x="1397136" y="345662"/>
                  <a:pt x="1394469" y="346900"/>
                  <a:pt x="1394469" y="346900"/>
                </a:cubicBezTo>
                <a:cubicBezTo>
                  <a:pt x="1394469" y="346900"/>
                  <a:pt x="1386944" y="347472"/>
                  <a:pt x="1391135" y="345090"/>
                </a:cubicBezTo>
                <a:cubicBezTo>
                  <a:pt x="1395326" y="342709"/>
                  <a:pt x="1397707" y="342042"/>
                  <a:pt x="1399231" y="339947"/>
                </a:cubicBezTo>
                <a:close/>
                <a:moveTo>
                  <a:pt x="3199837" y="335755"/>
                </a:moveTo>
                <a:cubicBezTo>
                  <a:pt x="3199837" y="337565"/>
                  <a:pt x="3200408" y="337852"/>
                  <a:pt x="3197170" y="338422"/>
                </a:cubicBezTo>
                <a:cubicBezTo>
                  <a:pt x="3193836" y="338995"/>
                  <a:pt x="3193836" y="338422"/>
                  <a:pt x="3195932" y="336328"/>
                </a:cubicBezTo>
                <a:cubicBezTo>
                  <a:pt x="3198027" y="334232"/>
                  <a:pt x="3199837" y="333947"/>
                  <a:pt x="3199837" y="335755"/>
                </a:cubicBezTo>
                <a:close/>
                <a:moveTo>
                  <a:pt x="1417233" y="333660"/>
                </a:moveTo>
                <a:cubicBezTo>
                  <a:pt x="1420852" y="333375"/>
                  <a:pt x="1421995" y="335184"/>
                  <a:pt x="1424091" y="333946"/>
                </a:cubicBezTo>
                <a:cubicBezTo>
                  <a:pt x="1426186" y="332708"/>
                  <a:pt x="1428282" y="335184"/>
                  <a:pt x="1424376" y="336327"/>
                </a:cubicBezTo>
                <a:cubicBezTo>
                  <a:pt x="1420471" y="337566"/>
                  <a:pt x="1417804" y="338423"/>
                  <a:pt x="1415995" y="340518"/>
                </a:cubicBezTo>
                <a:cubicBezTo>
                  <a:pt x="1414280" y="342709"/>
                  <a:pt x="1412184" y="343566"/>
                  <a:pt x="1410946" y="342042"/>
                </a:cubicBezTo>
                <a:cubicBezTo>
                  <a:pt x="1409708" y="340518"/>
                  <a:pt x="1407041" y="340804"/>
                  <a:pt x="1409708" y="338423"/>
                </a:cubicBezTo>
                <a:cubicBezTo>
                  <a:pt x="1412375" y="336042"/>
                  <a:pt x="1413613" y="333946"/>
                  <a:pt x="1417233" y="333660"/>
                </a:cubicBezTo>
                <a:close/>
                <a:moveTo>
                  <a:pt x="1434093" y="333268"/>
                </a:moveTo>
                <a:cubicBezTo>
                  <a:pt x="1435355" y="333685"/>
                  <a:pt x="1436093" y="334518"/>
                  <a:pt x="1436093" y="334518"/>
                </a:cubicBezTo>
                <a:cubicBezTo>
                  <a:pt x="1436093" y="334518"/>
                  <a:pt x="1430759" y="337280"/>
                  <a:pt x="1429521" y="338137"/>
                </a:cubicBezTo>
                <a:cubicBezTo>
                  <a:pt x="1428282" y="338994"/>
                  <a:pt x="1424758" y="337851"/>
                  <a:pt x="1428949" y="334518"/>
                </a:cubicBezTo>
                <a:cubicBezTo>
                  <a:pt x="1431045" y="332851"/>
                  <a:pt x="1432831" y="332851"/>
                  <a:pt x="1434093" y="333268"/>
                </a:cubicBezTo>
                <a:close/>
                <a:moveTo>
                  <a:pt x="5007873" y="333184"/>
                </a:moveTo>
                <a:cubicBezTo>
                  <a:pt x="5010921" y="332613"/>
                  <a:pt x="5012635" y="333184"/>
                  <a:pt x="5015397" y="334041"/>
                </a:cubicBezTo>
                <a:cubicBezTo>
                  <a:pt x="5018065" y="334899"/>
                  <a:pt x="5020541" y="337947"/>
                  <a:pt x="5017207" y="338518"/>
                </a:cubicBezTo>
                <a:cubicBezTo>
                  <a:pt x="5013874" y="339090"/>
                  <a:pt x="5013874" y="339375"/>
                  <a:pt x="5012159" y="338518"/>
                </a:cubicBezTo>
                <a:cubicBezTo>
                  <a:pt x="5010254" y="337661"/>
                  <a:pt x="5008444" y="336518"/>
                  <a:pt x="5008444" y="336518"/>
                </a:cubicBezTo>
                <a:cubicBezTo>
                  <a:pt x="5008444" y="336518"/>
                  <a:pt x="5004825" y="333851"/>
                  <a:pt x="5007873" y="333184"/>
                </a:cubicBezTo>
                <a:close/>
                <a:moveTo>
                  <a:pt x="4985572" y="332387"/>
                </a:moveTo>
                <a:cubicBezTo>
                  <a:pt x="4988275" y="332041"/>
                  <a:pt x="4990918" y="332184"/>
                  <a:pt x="4993204" y="333851"/>
                </a:cubicBezTo>
                <a:cubicBezTo>
                  <a:pt x="4997681" y="337185"/>
                  <a:pt x="4998252" y="338995"/>
                  <a:pt x="5001301" y="339852"/>
                </a:cubicBezTo>
                <a:cubicBezTo>
                  <a:pt x="5004253" y="340709"/>
                  <a:pt x="5006348" y="344043"/>
                  <a:pt x="5007015" y="346424"/>
                </a:cubicBezTo>
                <a:cubicBezTo>
                  <a:pt x="5007587" y="348805"/>
                  <a:pt x="5008540" y="352139"/>
                  <a:pt x="5004063" y="354235"/>
                </a:cubicBezTo>
                <a:cubicBezTo>
                  <a:pt x="4999586" y="356330"/>
                  <a:pt x="4994442" y="358140"/>
                  <a:pt x="4992061" y="357854"/>
                </a:cubicBezTo>
                <a:cubicBezTo>
                  <a:pt x="4989680" y="357568"/>
                  <a:pt x="4985489" y="356044"/>
                  <a:pt x="4983107" y="354806"/>
                </a:cubicBezTo>
                <a:cubicBezTo>
                  <a:pt x="4980726" y="353568"/>
                  <a:pt x="4978916" y="352711"/>
                  <a:pt x="4976821" y="351472"/>
                </a:cubicBezTo>
                <a:cubicBezTo>
                  <a:pt x="4974726" y="350234"/>
                  <a:pt x="4973202" y="349377"/>
                  <a:pt x="4974154" y="344900"/>
                </a:cubicBezTo>
                <a:cubicBezTo>
                  <a:pt x="4974821" y="340423"/>
                  <a:pt x="4974535" y="338328"/>
                  <a:pt x="4974535" y="338328"/>
                </a:cubicBezTo>
                <a:cubicBezTo>
                  <a:pt x="4974535" y="338328"/>
                  <a:pt x="4972439" y="334423"/>
                  <a:pt x="4977583" y="333851"/>
                </a:cubicBezTo>
                <a:cubicBezTo>
                  <a:pt x="4980107" y="333566"/>
                  <a:pt x="4982869" y="332732"/>
                  <a:pt x="4985572" y="332387"/>
                </a:cubicBezTo>
                <a:close/>
                <a:moveTo>
                  <a:pt x="1448095" y="330327"/>
                </a:moveTo>
                <a:cubicBezTo>
                  <a:pt x="1448952" y="328231"/>
                  <a:pt x="1452571" y="329088"/>
                  <a:pt x="1451143" y="331565"/>
                </a:cubicBezTo>
                <a:cubicBezTo>
                  <a:pt x="1449619" y="333946"/>
                  <a:pt x="1450285" y="333946"/>
                  <a:pt x="1452000" y="332803"/>
                </a:cubicBezTo>
                <a:cubicBezTo>
                  <a:pt x="1453810" y="331565"/>
                  <a:pt x="1458286" y="330993"/>
                  <a:pt x="1456477" y="333660"/>
                </a:cubicBezTo>
                <a:cubicBezTo>
                  <a:pt x="1454667" y="336327"/>
                  <a:pt x="1452571" y="338137"/>
                  <a:pt x="1449237" y="338423"/>
                </a:cubicBezTo>
                <a:cubicBezTo>
                  <a:pt x="1445999" y="338804"/>
                  <a:pt x="1439712" y="339089"/>
                  <a:pt x="1439712" y="339089"/>
                </a:cubicBezTo>
                <a:cubicBezTo>
                  <a:pt x="1439712" y="339089"/>
                  <a:pt x="1435236" y="337851"/>
                  <a:pt x="1439141" y="335756"/>
                </a:cubicBezTo>
                <a:cubicBezTo>
                  <a:pt x="1443046" y="333660"/>
                  <a:pt x="1447237" y="332422"/>
                  <a:pt x="1448095" y="330327"/>
                </a:cubicBezTo>
                <a:close/>
                <a:moveTo>
                  <a:pt x="5001491" y="327469"/>
                </a:moveTo>
                <a:cubicBezTo>
                  <a:pt x="5001491" y="327469"/>
                  <a:pt x="5001491" y="327469"/>
                  <a:pt x="5003301" y="327755"/>
                </a:cubicBezTo>
                <a:cubicBezTo>
                  <a:pt x="5005110" y="328040"/>
                  <a:pt x="5004825" y="330136"/>
                  <a:pt x="5003301" y="330136"/>
                </a:cubicBezTo>
                <a:cubicBezTo>
                  <a:pt x="5001776" y="330136"/>
                  <a:pt x="5001491" y="327469"/>
                  <a:pt x="5001491" y="327469"/>
                </a:cubicBezTo>
                <a:close/>
                <a:moveTo>
                  <a:pt x="1984828" y="326516"/>
                </a:moveTo>
                <a:cubicBezTo>
                  <a:pt x="1992925" y="328041"/>
                  <a:pt x="1992639" y="328326"/>
                  <a:pt x="1995020" y="327755"/>
                </a:cubicBezTo>
                <a:cubicBezTo>
                  <a:pt x="1997401" y="327183"/>
                  <a:pt x="2001021" y="327183"/>
                  <a:pt x="2002545" y="328326"/>
                </a:cubicBezTo>
                <a:cubicBezTo>
                  <a:pt x="2004069" y="329564"/>
                  <a:pt x="2012451" y="328613"/>
                  <a:pt x="2012737" y="332232"/>
                </a:cubicBezTo>
                <a:cubicBezTo>
                  <a:pt x="2013022" y="335852"/>
                  <a:pt x="2012165" y="336423"/>
                  <a:pt x="2008831" y="335852"/>
                </a:cubicBezTo>
                <a:cubicBezTo>
                  <a:pt x="2005498" y="335280"/>
                  <a:pt x="2001592" y="337089"/>
                  <a:pt x="2005212" y="337376"/>
                </a:cubicBezTo>
                <a:cubicBezTo>
                  <a:pt x="2009974" y="337661"/>
                  <a:pt x="2010641" y="339756"/>
                  <a:pt x="2006069" y="338899"/>
                </a:cubicBezTo>
                <a:cubicBezTo>
                  <a:pt x="2001592" y="338042"/>
                  <a:pt x="2001592" y="339471"/>
                  <a:pt x="2003402" y="340424"/>
                </a:cubicBezTo>
                <a:cubicBezTo>
                  <a:pt x="2005212" y="341280"/>
                  <a:pt x="2004640" y="344614"/>
                  <a:pt x="2000449" y="343757"/>
                </a:cubicBezTo>
                <a:cubicBezTo>
                  <a:pt x="1996258" y="342900"/>
                  <a:pt x="1994449" y="341947"/>
                  <a:pt x="1993877" y="343185"/>
                </a:cubicBezTo>
                <a:cubicBezTo>
                  <a:pt x="1993306" y="344424"/>
                  <a:pt x="1989686" y="345282"/>
                  <a:pt x="1987305" y="346520"/>
                </a:cubicBezTo>
                <a:cubicBezTo>
                  <a:pt x="1984924" y="347758"/>
                  <a:pt x="1985209" y="349473"/>
                  <a:pt x="1987591" y="349853"/>
                </a:cubicBezTo>
                <a:cubicBezTo>
                  <a:pt x="1989972" y="350138"/>
                  <a:pt x="1990924" y="352806"/>
                  <a:pt x="1986733" y="354616"/>
                </a:cubicBezTo>
                <a:cubicBezTo>
                  <a:pt x="1982542" y="356426"/>
                  <a:pt x="1979590" y="358236"/>
                  <a:pt x="1979875" y="360617"/>
                </a:cubicBezTo>
                <a:cubicBezTo>
                  <a:pt x="1980161" y="362997"/>
                  <a:pt x="1978351" y="368998"/>
                  <a:pt x="1979590" y="373475"/>
                </a:cubicBezTo>
                <a:cubicBezTo>
                  <a:pt x="1980828" y="377952"/>
                  <a:pt x="1981685" y="384525"/>
                  <a:pt x="1984352" y="387287"/>
                </a:cubicBezTo>
                <a:cubicBezTo>
                  <a:pt x="1987019" y="389954"/>
                  <a:pt x="1989115" y="393288"/>
                  <a:pt x="1985590" y="394145"/>
                </a:cubicBezTo>
                <a:cubicBezTo>
                  <a:pt x="1981971" y="395002"/>
                  <a:pt x="1979590" y="395382"/>
                  <a:pt x="1978351" y="392049"/>
                </a:cubicBezTo>
                <a:cubicBezTo>
                  <a:pt x="1977113" y="388715"/>
                  <a:pt x="1976827" y="388905"/>
                  <a:pt x="1974446" y="388619"/>
                </a:cubicBezTo>
                <a:cubicBezTo>
                  <a:pt x="1972065" y="388334"/>
                  <a:pt x="1969017" y="388619"/>
                  <a:pt x="1972922" y="390715"/>
                </a:cubicBezTo>
                <a:cubicBezTo>
                  <a:pt x="1976827" y="392810"/>
                  <a:pt x="1975018" y="393953"/>
                  <a:pt x="1972636" y="392906"/>
                </a:cubicBezTo>
                <a:cubicBezTo>
                  <a:pt x="1967588" y="390811"/>
                  <a:pt x="1962730" y="390811"/>
                  <a:pt x="1962730" y="387763"/>
                </a:cubicBezTo>
                <a:cubicBezTo>
                  <a:pt x="1962730" y="384809"/>
                  <a:pt x="1959111" y="385382"/>
                  <a:pt x="1960063" y="387763"/>
                </a:cubicBezTo>
                <a:cubicBezTo>
                  <a:pt x="1960920" y="390144"/>
                  <a:pt x="1960920" y="390715"/>
                  <a:pt x="1957396" y="387763"/>
                </a:cubicBezTo>
                <a:cubicBezTo>
                  <a:pt x="1953777" y="384809"/>
                  <a:pt x="1951681" y="385667"/>
                  <a:pt x="1945966" y="383286"/>
                </a:cubicBezTo>
                <a:cubicBezTo>
                  <a:pt x="1940251" y="380905"/>
                  <a:pt x="1939966" y="380905"/>
                  <a:pt x="1942918" y="379380"/>
                </a:cubicBezTo>
                <a:cubicBezTo>
                  <a:pt x="1945966" y="377856"/>
                  <a:pt x="1944728" y="375189"/>
                  <a:pt x="1948348" y="376714"/>
                </a:cubicBezTo>
                <a:cubicBezTo>
                  <a:pt x="1951967" y="378237"/>
                  <a:pt x="1950729" y="377000"/>
                  <a:pt x="1951395" y="374904"/>
                </a:cubicBezTo>
                <a:cubicBezTo>
                  <a:pt x="1951967" y="372809"/>
                  <a:pt x="1951967" y="372809"/>
                  <a:pt x="1949014" y="372809"/>
                </a:cubicBezTo>
                <a:cubicBezTo>
                  <a:pt x="1946062" y="372809"/>
                  <a:pt x="1944823" y="371285"/>
                  <a:pt x="1948157" y="370142"/>
                </a:cubicBezTo>
                <a:cubicBezTo>
                  <a:pt x="1951491" y="368904"/>
                  <a:pt x="1953205" y="366807"/>
                  <a:pt x="1949681" y="367475"/>
                </a:cubicBezTo>
                <a:cubicBezTo>
                  <a:pt x="1946062" y="368046"/>
                  <a:pt x="1944633" y="368713"/>
                  <a:pt x="1946728" y="366617"/>
                </a:cubicBezTo>
                <a:cubicBezTo>
                  <a:pt x="1948824" y="364521"/>
                  <a:pt x="1947586" y="362711"/>
                  <a:pt x="1945490" y="363951"/>
                </a:cubicBezTo>
                <a:cubicBezTo>
                  <a:pt x="1943395" y="365189"/>
                  <a:pt x="1939204" y="366617"/>
                  <a:pt x="1938251" y="363379"/>
                </a:cubicBezTo>
                <a:cubicBezTo>
                  <a:pt x="1937394" y="360045"/>
                  <a:pt x="1935870" y="360712"/>
                  <a:pt x="1935298" y="363379"/>
                </a:cubicBezTo>
                <a:cubicBezTo>
                  <a:pt x="1934441" y="365759"/>
                  <a:pt x="1933584" y="366617"/>
                  <a:pt x="1931488" y="364521"/>
                </a:cubicBezTo>
                <a:cubicBezTo>
                  <a:pt x="1929393" y="362427"/>
                  <a:pt x="1925773" y="364521"/>
                  <a:pt x="1931203" y="356426"/>
                </a:cubicBezTo>
                <a:cubicBezTo>
                  <a:pt x="1936632" y="348329"/>
                  <a:pt x="1937203" y="345663"/>
                  <a:pt x="1940537" y="346520"/>
                </a:cubicBezTo>
                <a:cubicBezTo>
                  <a:pt x="1943871" y="347377"/>
                  <a:pt x="1948633" y="350711"/>
                  <a:pt x="1949491" y="348043"/>
                </a:cubicBezTo>
                <a:cubicBezTo>
                  <a:pt x="1950348" y="345377"/>
                  <a:pt x="1952824" y="344139"/>
                  <a:pt x="1955491" y="345377"/>
                </a:cubicBezTo>
                <a:cubicBezTo>
                  <a:pt x="1958158" y="346615"/>
                  <a:pt x="1957015" y="346234"/>
                  <a:pt x="1957301" y="343280"/>
                </a:cubicBezTo>
                <a:cubicBezTo>
                  <a:pt x="1957587" y="340329"/>
                  <a:pt x="1958825" y="341472"/>
                  <a:pt x="1960254" y="341186"/>
                </a:cubicBezTo>
                <a:cubicBezTo>
                  <a:pt x="1961778" y="340900"/>
                  <a:pt x="1962064" y="339947"/>
                  <a:pt x="1959397" y="337852"/>
                </a:cubicBezTo>
                <a:cubicBezTo>
                  <a:pt x="1956729" y="335757"/>
                  <a:pt x="1958539" y="332137"/>
                  <a:pt x="1962349" y="333374"/>
                </a:cubicBezTo>
                <a:cubicBezTo>
                  <a:pt x="1966254" y="334614"/>
                  <a:pt x="1967493" y="338424"/>
                  <a:pt x="1969207" y="332803"/>
                </a:cubicBezTo>
                <a:cubicBezTo>
                  <a:pt x="1971017" y="327088"/>
                  <a:pt x="1976732" y="324992"/>
                  <a:pt x="1984828" y="326516"/>
                </a:cubicBezTo>
                <a:close/>
                <a:moveTo>
                  <a:pt x="2350969" y="326421"/>
                </a:moveTo>
                <a:cubicBezTo>
                  <a:pt x="2351921" y="328232"/>
                  <a:pt x="2348874" y="330994"/>
                  <a:pt x="2347064" y="332137"/>
                </a:cubicBezTo>
                <a:cubicBezTo>
                  <a:pt x="2345254" y="333374"/>
                  <a:pt x="2344968" y="330327"/>
                  <a:pt x="2347350" y="327946"/>
                </a:cubicBezTo>
                <a:cubicBezTo>
                  <a:pt x="2349731" y="325565"/>
                  <a:pt x="2350016" y="324612"/>
                  <a:pt x="2350969" y="326421"/>
                </a:cubicBezTo>
                <a:close/>
                <a:moveTo>
                  <a:pt x="4931959" y="325373"/>
                </a:moveTo>
                <a:cubicBezTo>
                  <a:pt x="4931959" y="325373"/>
                  <a:pt x="4933768" y="326325"/>
                  <a:pt x="4933483" y="328897"/>
                </a:cubicBezTo>
                <a:cubicBezTo>
                  <a:pt x="4933197" y="331659"/>
                  <a:pt x="4931102" y="332231"/>
                  <a:pt x="4931102" y="332231"/>
                </a:cubicBezTo>
                <a:cubicBezTo>
                  <a:pt x="4930054" y="328230"/>
                  <a:pt x="4931959" y="325373"/>
                  <a:pt x="4931959" y="325373"/>
                </a:cubicBezTo>
                <a:close/>
                <a:moveTo>
                  <a:pt x="4809658" y="324897"/>
                </a:moveTo>
                <a:cubicBezTo>
                  <a:pt x="4811468" y="323944"/>
                  <a:pt x="4811468" y="324897"/>
                  <a:pt x="4815944" y="325754"/>
                </a:cubicBezTo>
                <a:cubicBezTo>
                  <a:pt x="4820421" y="326611"/>
                  <a:pt x="4820135" y="327850"/>
                  <a:pt x="4818325" y="328135"/>
                </a:cubicBezTo>
                <a:cubicBezTo>
                  <a:pt x="4816611" y="328421"/>
                  <a:pt x="4816325" y="329945"/>
                  <a:pt x="4811182" y="329659"/>
                </a:cubicBezTo>
                <a:cubicBezTo>
                  <a:pt x="4803657" y="329183"/>
                  <a:pt x="4806419" y="326326"/>
                  <a:pt x="4806419" y="326326"/>
                </a:cubicBezTo>
                <a:cubicBezTo>
                  <a:pt x="4806419" y="326326"/>
                  <a:pt x="4807943" y="325659"/>
                  <a:pt x="4809658" y="324897"/>
                </a:cubicBezTo>
                <a:close/>
                <a:moveTo>
                  <a:pt x="1447238" y="323754"/>
                </a:moveTo>
                <a:cubicBezTo>
                  <a:pt x="1447238" y="326135"/>
                  <a:pt x="1446380" y="328516"/>
                  <a:pt x="1444285" y="330040"/>
                </a:cubicBezTo>
                <a:cubicBezTo>
                  <a:pt x="1442094" y="331564"/>
                  <a:pt x="1438855" y="331564"/>
                  <a:pt x="1438855" y="331564"/>
                </a:cubicBezTo>
                <a:cubicBezTo>
                  <a:pt x="1438855" y="331564"/>
                  <a:pt x="1434379" y="329469"/>
                  <a:pt x="1438284" y="328516"/>
                </a:cubicBezTo>
                <a:cubicBezTo>
                  <a:pt x="1442189" y="327659"/>
                  <a:pt x="1442761" y="326421"/>
                  <a:pt x="1444285" y="324325"/>
                </a:cubicBezTo>
                <a:cubicBezTo>
                  <a:pt x="1445809" y="322230"/>
                  <a:pt x="1447238" y="321373"/>
                  <a:pt x="1447238" y="323754"/>
                </a:cubicBezTo>
                <a:close/>
                <a:moveTo>
                  <a:pt x="4985012" y="323373"/>
                </a:moveTo>
                <a:cubicBezTo>
                  <a:pt x="4987108" y="323373"/>
                  <a:pt x="4990156" y="326993"/>
                  <a:pt x="4991871" y="326993"/>
                </a:cubicBezTo>
                <a:cubicBezTo>
                  <a:pt x="4993585" y="326993"/>
                  <a:pt x="4991871" y="329659"/>
                  <a:pt x="4990346" y="329088"/>
                </a:cubicBezTo>
                <a:cubicBezTo>
                  <a:pt x="4988918" y="328421"/>
                  <a:pt x="4985012" y="326040"/>
                  <a:pt x="4985012" y="326040"/>
                </a:cubicBezTo>
                <a:cubicBezTo>
                  <a:pt x="4985012" y="326040"/>
                  <a:pt x="4982917" y="323373"/>
                  <a:pt x="4985012" y="323373"/>
                </a:cubicBezTo>
                <a:close/>
                <a:moveTo>
                  <a:pt x="4995014" y="321468"/>
                </a:moveTo>
                <a:cubicBezTo>
                  <a:pt x="4996443" y="322420"/>
                  <a:pt x="4997395" y="322992"/>
                  <a:pt x="4995585" y="322992"/>
                </a:cubicBezTo>
                <a:cubicBezTo>
                  <a:pt x="4993776" y="322992"/>
                  <a:pt x="4991680" y="321754"/>
                  <a:pt x="4991680" y="321754"/>
                </a:cubicBezTo>
                <a:cubicBezTo>
                  <a:pt x="4991680" y="321754"/>
                  <a:pt x="4993394" y="320611"/>
                  <a:pt x="4995014" y="321468"/>
                </a:cubicBezTo>
                <a:close/>
                <a:moveTo>
                  <a:pt x="1463680" y="320230"/>
                </a:moveTo>
                <a:cubicBezTo>
                  <a:pt x="1466002" y="320016"/>
                  <a:pt x="1467049" y="320326"/>
                  <a:pt x="1464668" y="321659"/>
                </a:cubicBezTo>
                <a:cubicBezTo>
                  <a:pt x="1459810" y="324421"/>
                  <a:pt x="1449047" y="327374"/>
                  <a:pt x="1449047" y="326136"/>
                </a:cubicBezTo>
                <a:cubicBezTo>
                  <a:pt x="1449047" y="324897"/>
                  <a:pt x="1449618" y="323468"/>
                  <a:pt x="1455048" y="321944"/>
                </a:cubicBezTo>
                <a:cubicBezTo>
                  <a:pt x="1457763" y="321182"/>
                  <a:pt x="1461358" y="320444"/>
                  <a:pt x="1463680" y="320230"/>
                </a:cubicBezTo>
                <a:close/>
                <a:moveTo>
                  <a:pt x="1557156" y="319278"/>
                </a:moveTo>
                <a:cubicBezTo>
                  <a:pt x="1559251" y="319278"/>
                  <a:pt x="1560489" y="320516"/>
                  <a:pt x="1560108" y="323183"/>
                </a:cubicBezTo>
                <a:cubicBezTo>
                  <a:pt x="1559823" y="325850"/>
                  <a:pt x="1560394" y="328231"/>
                  <a:pt x="1558870" y="325279"/>
                </a:cubicBezTo>
                <a:cubicBezTo>
                  <a:pt x="1557441" y="322326"/>
                  <a:pt x="1556298" y="322612"/>
                  <a:pt x="1556298" y="322612"/>
                </a:cubicBezTo>
                <a:cubicBezTo>
                  <a:pt x="1556298" y="322612"/>
                  <a:pt x="1555060" y="319278"/>
                  <a:pt x="1557156" y="319278"/>
                </a:cubicBezTo>
                <a:close/>
                <a:moveTo>
                  <a:pt x="1486480" y="319277"/>
                </a:moveTo>
                <a:cubicBezTo>
                  <a:pt x="1489433" y="320134"/>
                  <a:pt x="1490957" y="318992"/>
                  <a:pt x="1490671" y="321658"/>
                </a:cubicBezTo>
                <a:cubicBezTo>
                  <a:pt x="1490385" y="324325"/>
                  <a:pt x="1489147" y="326421"/>
                  <a:pt x="1486194" y="327088"/>
                </a:cubicBezTo>
                <a:cubicBezTo>
                  <a:pt x="1485242" y="327278"/>
                  <a:pt x="1486194" y="327088"/>
                  <a:pt x="1484194" y="327088"/>
                </a:cubicBezTo>
                <a:cubicBezTo>
                  <a:pt x="1482194" y="327088"/>
                  <a:pt x="1475336" y="329755"/>
                  <a:pt x="1470859" y="330421"/>
                </a:cubicBezTo>
                <a:cubicBezTo>
                  <a:pt x="1466382" y="330993"/>
                  <a:pt x="1466954" y="327469"/>
                  <a:pt x="1469621" y="326516"/>
                </a:cubicBezTo>
                <a:cubicBezTo>
                  <a:pt x="1472288" y="325659"/>
                  <a:pt x="1477145" y="322611"/>
                  <a:pt x="1478955" y="320230"/>
                </a:cubicBezTo>
                <a:cubicBezTo>
                  <a:pt x="1480765" y="317848"/>
                  <a:pt x="1484194" y="319468"/>
                  <a:pt x="1484194" y="319468"/>
                </a:cubicBezTo>
                <a:cubicBezTo>
                  <a:pt x="1484670" y="319087"/>
                  <a:pt x="1485337" y="318992"/>
                  <a:pt x="1486480" y="319277"/>
                </a:cubicBezTo>
                <a:close/>
                <a:moveTo>
                  <a:pt x="1534390" y="316611"/>
                </a:moveTo>
                <a:cubicBezTo>
                  <a:pt x="1535914" y="316897"/>
                  <a:pt x="1529628" y="321373"/>
                  <a:pt x="1528675" y="319564"/>
                </a:cubicBezTo>
                <a:cubicBezTo>
                  <a:pt x="1527818" y="317754"/>
                  <a:pt x="1532866" y="316230"/>
                  <a:pt x="1534390" y="316611"/>
                </a:cubicBezTo>
                <a:close/>
                <a:moveTo>
                  <a:pt x="1511626" y="316324"/>
                </a:moveTo>
                <a:cubicBezTo>
                  <a:pt x="1513722" y="318134"/>
                  <a:pt x="1516103" y="317182"/>
                  <a:pt x="1516103" y="318706"/>
                </a:cubicBezTo>
                <a:cubicBezTo>
                  <a:pt x="1516103" y="320230"/>
                  <a:pt x="1514007" y="322325"/>
                  <a:pt x="1511340" y="322325"/>
                </a:cubicBezTo>
                <a:cubicBezTo>
                  <a:pt x="1508673" y="322325"/>
                  <a:pt x="1507721" y="322611"/>
                  <a:pt x="1508959" y="318991"/>
                </a:cubicBezTo>
                <a:cubicBezTo>
                  <a:pt x="1510198" y="315372"/>
                  <a:pt x="1509531" y="314515"/>
                  <a:pt x="1511626" y="316324"/>
                </a:cubicBezTo>
                <a:close/>
                <a:moveTo>
                  <a:pt x="2526896" y="316229"/>
                </a:moveTo>
                <a:cubicBezTo>
                  <a:pt x="2527753" y="314706"/>
                  <a:pt x="2531659" y="316229"/>
                  <a:pt x="2531659" y="316229"/>
                </a:cubicBezTo>
                <a:lnTo>
                  <a:pt x="2532746" y="316369"/>
                </a:lnTo>
                <a:lnTo>
                  <a:pt x="2533849" y="316231"/>
                </a:lnTo>
                <a:lnTo>
                  <a:pt x="2534405" y="316581"/>
                </a:lnTo>
                <a:lnTo>
                  <a:pt x="2536135" y="316802"/>
                </a:lnTo>
                <a:cubicBezTo>
                  <a:pt x="2537326" y="316802"/>
                  <a:pt x="2538517" y="317183"/>
                  <a:pt x="2538707" y="317790"/>
                </a:cubicBezTo>
                <a:lnTo>
                  <a:pt x="2536421" y="319354"/>
                </a:lnTo>
                <a:lnTo>
                  <a:pt x="2536421" y="319470"/>
                </a:lnTo>
                <a:lnTo>
                  <a:pt x="2536252" y="319470"/>
                </a:lnTo>
                <a:lnTo>
                  <a:pt x="2535278" y="320136"/>
                </a:lnTo>
                <a:cubicBezTo>
                  <a:pt x="2531373" y="321374"/>
                  <a:pt x="2532897" y="320612"/>
                  <a:pt x="2530801" y="320612"/>
                </a:cubicBezTo>
                <a:cubicBezTo>
                  <a:pt x="2526896" y="320612"/>
                  <a:pt x="2526039" y="317754"/>
                  <a:pt x="2526896" y="316229"/>
                </a:cubicBezTo>
                <a:close/>
                <a:moveTo>
                  <a:pt x="1569157" y="316039"/>
                </a:moveTo>
                <a:cubicBezTo>
                  <a:pt x="1572776" y="316896"/>
                  <a:pt x="1576396" y="315468"/>
                  <a:pt x="1573920" y="318706"/>
                </a:cubicBezTo>
                <a:cubicBezTo>
                  <a:pt x="1571538" y="322040"/>
                  <a:pt x="1568490" y="324421"/>
                  <a:pt x="1566109" y="324421"/>
                </a:cubicBezTo>
                <a:cubicBezTo>
                  <a:pt x="1563728" y="324421"/>
                  <a:pt x="1561918" y="325278"/>
                  <a:pt x="1561918" y="322897"/>
                </a:cubicBezTo>
                <a:cubicBezTo>
                  <a:pt x="1562013" y="320516"/>
                  <a:pt x="1564109" y="318420"/>
                  <a:pt x="1564109" y="318420"/>
                </a:cubicBezTo>
                <a:cubicBezTo>
                  <a:pt x="1564109" y="318420"/>
                  <a:pt x="1565633" y="315087"/>
                  <a:pt x="1569157" y="316039"/>
                </a:cubicBezTo>
                <a:close/>
                <a:moveTo>
                  <a:pt x="4930815" y="314325"/>
                </a:moveTo>
                <a:cubicBezTo>
                  <a:pt x="4930815" y="314325"/>
                  <a:pt x="4932339" y="314611"/>
                  <a:pt x="4932624" y="316706"/>
                </a:cubicBezTo>
                <a:cubicBezTo>
                  <a:pt x="4932911" y="318802"/>
                  <a:pt x="4930815" y="320326"/>
                  <a:pt x="4930815" y="320326"/>
                </a:cubicBezTo>
                <a:cubicBezTo>
                  <a:pt x="4928910" y="317754"/>
                  <a:pt x="4930815" y="314325"/>
                  <a:pt x="4930815" y="314325"/>
                </a:cubicBezTo>
                <a:close/>
                <a:moveTo>
                  <a:pt x="4950627" y="313372"/>
                </a:moveTo>
                <a:cubicBezTo>
                  <a:pt x="4950627" y="313372"/>
                  <a:pt x="4953866" y="312800"/>
                  <a:pt x="4955676" y="314038"/>
                </a:cubicBezTo>
                <a:cubicBezTo>
                  <a:pt x="4957485" y="315181"/>
                  <a:pt x="4957199" y="316134"/>
                  <a:pt x="4956913" y="319087"/>
                </a:cubicBezTo>
                <a:cubicBezTo>
                  <a:pt x="4956628" y="322039"/>
                  <a:pt x="4954818" y="320801"/>
                  <a:pt x="4951199" y="317848"/>
                </a:cubicBezTo>
                <a:cubicBezTo>
                  <a:pt x="4947674" y="314896"/>
                  <a:pt x="4950627" y="313372"/>
                  <a:pt x="4950627" y="313372"/>
                </a:cubicBezTo>
                <a:close/>
                <a:moveTo>
                  <a:pt x="1583540" y="313277"/>
                </a:moveTo>
                <a:cubicBezTo>
                  <a:pt x="1585064" y="314801"/>
                  <a:pt x="1586207" y="317182"/>
                  <a:pt x="1583254" y="317754"/>
                </a:cubicBezTo>
                <a:cubicBezTo>
                  <a:pt x="1580301" y="318421"/>
                  <a:pt x="1578491" y="319849"/>
                  <a:pt x="1578491" y="319849"/>
                </a:cubicBezTo>
                <a:cubicBezTo>
                  <a:pt x="1578491" y="319849"/>
                  <a:pt x="1574872" y="318325"/>
                  <a:pt x="1577253" y="315373"/>
                </a:cubicBezTo>
                <a:cubicBezTo>
                  <a:pt x="1579634" y="312420"/>
                  <a:pt x="1582016" y="311753"/>
                  <a:pt x="1583540" y="313277"/>
                </a:cubicBezTo>
                <a:close/>
                <a:moveTo>
                  <a:pt x="4909194" y="313181"/>
                </a:moveTo>
                <a:cubicBezTo>
                  <a:pt x="4911289" y="311657"/>
                  <a:pt x="4911956" y="313467"/>
                  <a:pt x="4910432" y="315277"/>
                </a:cubicBezTo>
                <a:cubicBezTo>
                  <a:pt x="4908908" y="317087"/>
                  <a:pt x="4907098" y="318515"/>
                  <a:pt x="4902621" y="317658"/>
                </a:cubicBezTo>
                <a:cubicBezTo>
                  <a:pt x="4898144" y="316706"/>
                  <a:pt x="4902907" y="315848"/>
                  <a:pt x="4902907" y="315848"/>
                </a:cubicBezTo>
                <a:cubicBezTo>
                  <a:pt x="4902907" y="315848"/>
                  <a:pt x="4904431" y="315467"/>
                  <a:pt x="4905574" y="315563"/>
                </a:cubicBezTo>
                <a:cubicBezTo>
                  <a:pt x="4906812" y="315563"/>
                  <a:pt x="4907098" y="314705"/>
                  <a:pt x="4909194" y="313181"/>
                </a:cubicBezTo>
                <a:close/>
                <a:moveTo>
                  <a:pt x="1609543" y="313086"/>
                </a:moveTo>
                <a:cubicBezTo>
                  <a:pt x="1611353" y="314324"/>
                  <a:pt x="1613734" y="315181"/>
                  <a:pt x="1610781" y="315181"/>
                </a:cubicBezTo>
                <a:cubicBezTo>
                  <a:pt x="1607829" y="315086"/>
                  <a:pt x="1606305" y="316039"/>
                  <a:pt x="1606305" y="316039"/>
                </a:cubicBezTo>
                <a:cubicBezTo>
                  <a:pt x="1606305" y="316039"/>
                  <a:pt x="1603352" y="314800"/>
                  <a:pt x="1605066" y="313657"/>
                </a:cubicBezTo>
                <a:cubicBezTo>
                  <a:pt x="1606876" y="312419"/>
                  <a:pt x="1607733" y="311848"/>
                  <a:pt x="1609543" y="313086"/>
                </a:cubicBezTo>
                <a:close/>
                <a:moveTo>
                  <a:pt x="1565918" y="309943"/>
                </a:moveTo>
                <a:cubicBezTo>
                  <a:pt x="1569538" y="310229"/>
                  <a:pt x="1569538" y="311753"/>
                  <a:pt x="1569538" y="311753"/>
                </a:cubicBezTo>
                <a:cubicBezTo>
                  <a:pt x="1569538" y="311753"/>
                  <a:pt x="1569538" y="312039"/>
                  <a:pt x="1572491" y="311182"/>
                </a:cubicBezTo>
                <a:cubicBezTo>
                  <a:pt x="1575443" y="310324"/>
                  <a:pt x="1577920" y="311467"/>
                  <a:pt x="1575157" y="312991"/>
                </a:cubicBezTo>
                <a:cubicBezTo>
                  <a:pt x="1572491" y="314515"/>
                  <a:pt x="1569157" y="314515"/>
                  <a:pt x="1566490" y="314230"/>
                </a:cubicBezTo>
                <a:cubicBezTo>
                  <a:pt x="1563823" y="313944"/>
                  <a:pt x="1559918" y="315087"/>
                  <a:pt x="1559918" y="315087"/>
                </a:cubicBezTo>
                <a:cubicBezTo>
                  <a:pt x="1559918" y="315087"/>
                  <a:pt x="1556012" y="315087"/>
                  <a:pt x="1558394" y="311753"/>
                </a:cubicBezTo>
                <a:cubicBezTo>
                  <a:pt x="1560775" y="308419"/>
                  <a:pt x="1562299" y="309658"/>
                  <a:pt x="1565918" y="309943"/>
                </a:cubicBezTo>
                <a:close/>
                <a:moveTo>
                  <a:pt x="2684153" y="303656"/>
                </a:moveTo>
                <a:cubicBezTo>
                  <a:pt x="2687963" y="303753"/>
                  <a:pt x="2687106" y="306038"/>
                  <a:pt x="2685011" y="306324"/>
                </a:cubicBezTo>
                <a:cubicBezTo>
                  <a:pt x="2682629" y="308134"/>
                  <a:pt x="2677200" y="303371"/>
                  <a:pt x="2684153" y="303656"/>
                </a:cubicBezTo>
                <a:close/>
                <a:moveTo>
                  <a:pt x="4397035" y="301846"/>
                </a:moveTo>
                <a:cubicBezTo>
                  <a:pt x="4410846" y="301180"/>
                  <a:pt x="4412655" y="312038"/>
                  <a:pt x="4416846" y="312610"/>
                </a:cubicBezTo>
                <a:cubicBezTo>
                  <a:pt x="4422180" y="313467"/>
                  <a:pt x="4416466" y="318610"/>
                  <a:pt x="4413513" y="319182"/>
                </a:cubicBezTo>
                <a:cubicBezTo>
                  <a:pt x="4410465" y="319753"/>
                  <a:pt x="4400273" y="330040"/>
                  <a:pt x="4399797" y="331850"/>
                </a:cubicBezTo>
                <a:cubicBezTo>
                  <a:pt x="4399225" y="333660"/>
                  <a:pt x="4398559" y="338994"/>
                  <a:pt x="4395892" y="340518"/>
                </a:cubicBezTo>
                <a:cubicBezTo>
                  <a:pt x="4393225" y="341947"/>
                  <a:pt x="4391129" y="346423"/>
                  <a:pt x="4391701" y="347662"/>
                </a:cubicBezTo>
                <a:cubicBezTo>
                  <a:pt x="4392272" y="348900"/>
                  <a:pt x="4391034" y="352805"/>
                  <a:pt x="4388367" y="353662"/>
                </a:cubicBezTo>
                <a:cubicBezTo>
                  <a:pt x="4385605" y="354615"/>
                  <a:pt x="4384080" y="354520"/>
                  <a:pt x="4388938" y="357568"/>
                </a:cubicBezTo>
                <a:cubicBezTo>
                  <a:pt x="4392177" y="359663"/>
                  <a:pt x="4385605" y="365378"/>
                  <a:pt x="4383795" y="369283"/>
                </a:cubicBezTo>
                <a:cubicBezTo>
                  <a:pt x="4382080" y="373189"/>
                  <a:pt x="4375127" y="376427"/>
                  <a:pt x="4372746" y="374046"/>
                </a:cubicBezTo>
                <a:cubicBezTo>
                  <a:pt x="4370364" y="371665"/>
                  <a:pt x="4368841" y="371950"/>
                  <a:pt x="4368555" y="373189"/>
                </a:cubicBezTo>
                <a:cubicBezTo>
                  <a:pt x="4368269" y="374427"/>
                  <a:pt x="4367983" y="376237"/>
                  <a:pt x="4362840" y="378618"/>
                </a:cubicBezTo>
                <a:cubicBezTo>
                  <a:pt x="4357792" y="380999"/>
                  <a:pt x="4352362" y="380999"/>
                  <a:pt x="4347886" y="376808"/>
                </a:cubicBezTo>
                <a:cubicBezTo>
                  <a:pt x="4343409" y="372522"/>
                  <a:pt x="4326645" y="364140"/>
                  <a:pt x="4320930" y="365378"/>
                </a:cubicBezTo>
                <a:cubicBezTo>
                  <a:pt x="4315215" y="366616"/>
                  <a:pt x="4316453" y="360330"/>
                  <a:pt x="4318549" y="356425"/>
                </a:cubicBezTo>
                <a:cubicBezTo>
                  <a:pt x="4320644" y="352519"/>
                  <a:pt x="4321787" y="347471"/>
                  <a:pt x="4319120" y="345947"/>
                </a:cubicBezTo>
                <a:cubicBezTo>
                  <a:pt x="4316453" y="344423"/>
                  <a:pt x="4315881" y="342042"/>
                  <a:pt x="4318549" y="341470"/>
                </a:cubicBezTo>
                <a:cubicBezTo>
                  <a:pt x="4321311" y="340804"/>
                  <a:pt x="4319787" y="338994"/>
                  <a:pt x="4317691" y="338137"/>
                </a:cubicBezTo>
                <a:cubicBezTo>
                  <a:pt x="4315596" y="337279"/>
                  <a:pt x="4314929" y="336994"/>
                  <a:pt x="4314358" y="333374"/>
                </a:cubicBezTo>
                <a:cubicBezTo>
                  <a:pt x="4313786" y="329755"/>
                  <a:pt x="4311691" y="328612"/>
                  <a:pt x="4307500" y="324992"/>
                </a:cubicBezTo>
                <a:cubicBezTo>
                  <a:pt x="4303309" y="321468"/>
                  <a:pt x="4304737" y="314800"/>
                  <a:pt x="4309881" y="313943"/>
                </a:cubicBezTo>
                <a:cubicBezTo>
                  <a:pt x="4314929" y="312991"/>
                  <a:pt x="4322168" y="310038"/>
                  <a:pt x="4324835" y="308228"/>
                </a:cubicBezTo>
                <a:cubicBezTo>
                  <a:pt x="4327597" y="306418"/>
                  <a:pt x="4333217" y="304323"/>
                  <a:pt x="4336551" y="306133"/>
                </a:cubicBezTo>
                <a:cubicBezTo>
                  <a:pt x="4339885" y="307847"/>
                  <a:pt x="4347028" y="304894"/>
                  <a:pt x="4353029" y="306990"/>
                </a:cubicBezTo>
                <a:cubicBezTo>
                  <a:pt x="4358935" y="309085"/>
                  <a:pt x="4361411" y="306704"/>
                  <a:pt x="4361983" y="305466"/>
                </a:cubicBezTo>
                <a:cubicBezTo>
                  <a:pt x="4362554" y="304228"/>
                  <a:pt x="4367697" y="302132"/>
                  <a:pt x="4368269" y="305466"/>
                </a:cubicBezTo>
                <a:cubicBezTo>
                  <a:pt x="4368841" y="308704"/>
                  <a:pt x="4372174" y="306609"/>
                  <a:pt x="4374270" y="304228"/>
                </a:cubicBezTo>
                <a:cubicBezTo>
                  <a:pt x="4376365" y="301846"/>
                  <a:pt x="4383223" y="302418"/>
                  <a:pt x="4397035" y="301846"/>
                </a:cubicBezTo>
                <a:close/>
                <a:moveTo>
                  <a:pt x="4704894" y="301633"/>
                </a:moveTo>
                <a:cubicBezTo>
                  <a:pt x="4705906" y="302632"/>
                  <a:pt x="4706740" y="304276"/>
                  <a:pt x="4707359" y="304895"/>
                </a:cubicBezTo>
                <a:cubicBezTo>
                  <a:pt x="4708502" y="306038"/>
                  <a:pt x="4712407" y="306990"/>
                  <a:pt x="4708216" y="309657"/>
                </a:cubicBezTo>
                <a:cubicBezTo>
                  <a:pt x="4704025" y="312324"/>
                  <a:pt x="4707359" y="314706"/>
                  <a:pt x="4710311" y="312610"/>
                </a:cubicBezTo>
                <a:cubicBezTo>
                  <a:pt x="4712502" y="310991"/>
                  <a:pt x="4727075" y="315944"/>
                  <a:pt x="4727075" y="318039"/>
                </a:cubicBezTo>
                <a:cubicBezTo>
                  <a:pt x="4727075" y="320135"/>
                  <a:pt x="4730314" y="322516"/>
                  <a:pt x="4734219" y="321944"/>
                </a:cubicBezTo>
                <a:cubicBezTo>
                  <a:pt x="4738124" y="321278"/>
                  <a:pt x="4745554" y="323087"/>
                  <a:pt x="4746792" y="322516"/>
                </a:cubicBezTo>
                <a:cubicBezTo>
                  <a:pt x="4747935" y="321944"/>
                  <a:pt x="4752412" y="322516"/>
                  <a:pt x="4753650" y="324326"/>
                </a:cubicBezTo>
                <a:cubicBezTo>
                  <a:pt x="4754889" y="326136"/>
                  <a:pt x="4755746" y="326803"/>
                  <a:pt x="4757841" y="327660"/>
                </a:cubicBezTo>
                <a:cubicBezTo>
                  <a:pt x="4759937" y="328517"/>
                  <a:pt x="4763461" y="330612"/>
                  <a:pt x="4756317" y="331851"/>
                </a:cubicBezTo>
                <a:cubicBezTo>
                  <a:pt x="4749173" y="332993"/>
                  <a:pt x="4754698" y="336232"/>
                  <a:pt x="4751269" y="338709"/>
                </a:cubicBezTo>
                <a:cubicBezTo>
                  <a:pt x="4747078" y="341757"/>
                  <a:pt x="4750221" y="344900"/>
                  <a:pt x="4745935" y="346805"/>
                </a:cubicBezTo>
                <a:cubicBezTo>
                  <a:pt x="4742601" y="348234"/>
                  <a:pt x="4744982" y="350138"/>
                  <a:pt x="4747364" y="348900"/>
                </a:cubicBezTo>
                <a:cubicBezTo>
                  <a:pt x="4749078" y="348138"/>
                  <a:pt x="4750697" y="346519"/>
                  <a:pt x="4750697" y="344424"/>
                </a:cubicBezTo>
                <a:cubicBezTo>
                  <a:pt x="4750697" y="342328"/>
                  <a:pt x="4755460" y="334899"/>
                  <a:pt x="4759365" y="335756"/>
                </a:cubicBezTo>
                <a:cubicBezTo>
                  <a:pt x="4761747" y="336327"/>
                  <a:pt x="4762032" y="336327"/>
                  <a:pt x="4759365" y="339947"/>
                </a:cubicBezTo>
                <a:cubicBezTo>
                  <a:pt x="4756698" y="343566"/>
                  <a:pt x="4757555" y="348043"/>
                  <a:pt x="4760889" y="346233"/>
                </a:cubicBezTo>
                <a:cubicBezTo>
                  <a:pt x="4762318" y="345471"/>
                  <a:pt x="4765842" y="346233"/>
                  <a:pt x="4765842" y="346233"/>
                </a:cubicBezTo>
                <a:cubicBezTo>
                  <a:pt x="4765842" y="346233"/>
                  <a:pt x="4768128" y="345566"/>
                  <a:pt x="4769938" y="346424"/>
                </a:cubicBezTo>
                <a:cubicBezTo>
                  <a:pt x="4771748" y="347281"/>
                  <a:pt x="4772319" y="346424"/>
                  <a:pt x="4772319" y="344614"/>
                </a:cubicBezTo>
                <a:cubicBezTo>
                  <a:pt x="4772319" y="342804"/>
                  <a:pt x="4773748" y="344042"/>
                  <a:pt x="4777082" y="344042"/>
                </a:cubicBezTo>
                <a:cubicBezTo>
                  <a:pt x="4780415" y="344042"/>
                  <a:pt x="4784225" y="345186"/>
                  <a:pt x="4779177" y="346995"/>
                </a:cubicBezTo>
                <a:cubicBezTo>
                  <a:pt x="4774034" y="348805"/>
                  <a:pt x="4775272" y="350329"/>
                  <a:pt x="4779463" y="350901"/>
                </a:cubicBezTo>
                <a:cubicBezTo>
                  <a:pt x="4783654" y="351472"/>
                  <a:pt x="4784892" y="351472"/>
                  <a:pt x="4787845" y="354806"/>
                </a:cubicBezTo>
                <a:cubicBezTo>
                  <a:pt x="4790798" y="358139"/>
                  <a:pt x="4792893" y="359283"/>
                  <a:pt x="4794703" y="360521"/>
                </a:cubicBezTo>
                <a:cubicBezTo>
                  <a:pt x="4796513" y="361759"/>
                  <a:pt x="4802799" y="363569"/>
                  <a:pt x="4805180" y="365950"/>
                </a:cubicBezTo>
                <a:cubicBezTo>
                  <a:pt x="4807562" y="368331"/>
                  <a:pt x="4812324" y="372808"/>
                  <a:pt x="4816230" y="373094"/>
                </a:cubicBezTo>
                <a:cubicBezTo>
                  <a:pt x="4820135" y="373380"/>
                  <a:pt x="4820135" y="373380"/>
                  <a:pt x="4821659" y="373951"/>
                </a:cubicBezTo>
                <a:cubicBezTo>
                  <a:pt x="4823087" y="374523"/>
                  <a:pt x="4825850" y="373665"/>
                  <a:pt x="4822230" y="371570"/>
                </a:cubicBezTo>
                <a:cubicBezTo>
                  <a:pt x="4818611" y="369474"/>
                  <a:pt x="4817372" y="369760"/>
                  <a:pt x="4816515" y="365569"/>
                </a:cubicBezTo>
                <a:cubicBezTo>
                  <a:pt x="4815658" y="361378"/>
                  <a:pt x="4816230" y="360140"/>
                  <a:pt x="4812039" y="359283"/>
                </a:cubicBezTo>
                <a:cubicBezTo>
                  <a:pt x="4807847" y="358330"/>
                  <a:pt x="4806895" y="354139"/>
                  <a:pt x="4806038" y="351186"/>
                </a:cubicBezTo>
                <a:cubicBezTo>
                  <a:pt x="4805085" y="348138"/>
                  <a:pt x="4803275" y="342518"/>
                  <a:pt x="4808419" y="345186"/>
                </a:cubicBezTo>
                <a:cubicBezTo>
                  <a:pt x="4813467" y="347948"/>
                  <a:pt x="4820039" y="352996"/>
                  <a:pt x="4825183" y="352710"/>
                </a:cubicBezTo>
                <a:cubicBezTo>
                  <a:pt x="4830231" y="352425"/>
                  <a:pt x="4834136" y="353663"/>
                  <a:pt x="4836232" y="358139"/>
                </a:cubicBezTo>
                <a:cubicBezTo>
                  <a:pt x="4838327" y="362616"/>
                  <a:pt x="4837947" y="362616"/>
                  <a:pt x="4839185" y="364140"/>
                </a:cubicBezTo>
                <a:cubicBezTo>
                  <a:pt x="4840423" y="365664"/>
                  <a:pt x="4841280" y="367474"/>
                  <a:pt x="4838327" y="367474"/>
                </a:cubicBezTo>
                <a:cubicBezTo>
                  <a:pt x="4835375" y="367474"/>
                  <a:pt x="4835660" y="369284"/>
                  <a:pt x="4838042" y="372903"/>
                </a:cubicBezTo>
                <a:cubicBezTo>
                  <a:pt x="4840423" y="376523"/>
                  <a:pt x="4840137" y="375665"/>
                  <a:pt x="4844328" y="376523"/>
                </a:cubicBezTo>
                <a:cubicBezTo>
                  <a:pt x="4848519" y="377380"/>
                  <a:pt x="4849281" y="376618"/>
                  <a:pt x="4856615" y="382524"/>
                </a:cubicBezTo>
                <a:cubicBezTo>
                  <a:pt x="4858044" y="383762"/>
                  <a:pt x="4863759" y="385857"/>
                  <a:pt x="4865569" y="388238"/>
                </a:cubicBezTo>
                <a:cubicBezTo>
                  <a:pt x="4867379" y="390620"/>
                  <a:pt x="4872427" y="393954"/>
                  <a:pt x="4874237" y="388524"/>
                </a:cubicBezTo>
                <a:cubicBezTo>
                  <a:pt x="4876047" y="383095"/>
                  <a:pt x="4875475" y="378333"/>
                  <a:pt x="4870046" y="376809"/>
                </a:cubicBezTo>
                <a:cubicBezTo>
                  <a:pt x="4864616" y="375285"/>
                  <a:pt x="4864045" y="370236"/>
                  <a:pt x="4866140" y="367188"/>
                </a:cubicBezTo>
                <a:cubicBezTo>
                  <a:pt x="4868236" y="364140"/>
                  <a:pt x="4869760" y="366522"/>
                  <a:pt x="4873380" y="368046"/>
                </a:cubicBezTo>
                <a:cubicBezTo>
                  <a:pt x="4876904" y="369474"/>
                  <a:pt x="4879380" y="369188"/>
                  <a:pt x="4876047" y="366522"/>
                </a:cubicBezTo>
                <a:cubicBezTo>
                  <a:pt x="4872808" y="363759"/>
                  <a:pt x="4868903" y="362616"/>
                  <a:pt x="4867664" y="358997"/>
                </a:cubicBezTo>
                <a:cubicBezTo>
                  <a:pt x="4866426" y="355473"/>
                  <a:pt x="4861378" y="353663"/>
                  <a:pt x="4861664" y="350329"/>
                </a:cubicBezTo>
                <a:cubicBezTo>
                  <a:pt x="4861949" y="347090"/>
                  <a:pt x="4863188" y="347662"/>
                  <a:pt x="4865569" y="347662"/>
                </a:cubicBezTo>
                <a:cubicBezTo>
                  <a:pt x="4867950" y="347662"/>
                  <a:pt x="4869189" y="346805"/>
                  <a:pt x="4865855" y="344709"/>
                </a:cubicBezTo>
                <a:cubicBezTo>
                  <a:pt x="4862521" y="342614"/>
                  <a:pt x="4861949" y="341376"/>
                  <a:pt x="4862521" y="339280"/>
                </a:cubicBezTo>
                <a:cubicBezTo>
                  <a:pt x="4863092" y="337185"/>
                  <a:pt x="4863092" y="335375"/>
                  <a:pt x="4860140" y="338709"/>
                </a:cubicBezTo>
                <a:cubicBezTo>
                  <a:pt x="4857092" y="341947"/>
                  <a:pt x="4857473" y="342900"/>
                  <a:pt x="4854139" y="341090"/>
                </a:cubicBezTo>
                <a:cubicBezTo>
                  <a:pt x="4850805" y="339280"/>
                  <a:pt x="4848138" y="339280"/>
                  <a:pt x="4848424" y="337185"/>
                </a:cubicBezTo>
                <a:cubicBezTo>
                  <a:pt x="4848710" y="335089"/>
                  <a:pt x="4848043" y="335375"/>
                  <a:pt x="4845090" y="335375"/>
                </a:cubicBezTo>
                <a:cubicBezTo>
                  <a:pt x="4842042" y="335375"/>
                  <a:pt x="4841185" y="333851"/>
                  <a:pt x="4839375" y="331755"/>
                </a:cubicBezTo>
                <a:cubicBezTo>
                  <a:pt x="4837565" y="329660"/>
                  <a:pt x="4836327" y="326421"/>
                  <a:pt x="4839947" y="327279"/>
                </a:cubicBezTo>
                <a:cubicBezTo>
                  <a:pt x="4843566" y="328231"/>
                  <a:pt x="4844995" y="329660"/>
                  <a:pt x="4851948" y="329088"/>
                </a:cubicBezTo>
                <a:cubicBezTo>
                  <a:pt x="4858901" y="328517"/>
                  <a:pt x="4859759" y="329088"/>
                  <a:pt x="4861568" y="326421"/>
                </a:cubicBezTo>
                <a:cubicBezTo>
                  <a:pt x="4863378" y="323754"/>
                  <a:pt x="4868426" y="322802"/>
                  <a:pt x="4872046" y="322516"/>
                </a:cubicBezTo>
                <a:cubicBezTo>
                  <a:pt x="4875665" y="322230"/>
                  <a:pt x="4882523" y="324326"/>
                  <a:pt x="4876523" y="327279"/>
                </a:cubicBezTo>
                <a:cubicBezTo>
                  <a:pt x="4870617" y="330327"/>
                  <a:pt x="4873284" y="330612"/>
                  <a:pt x="4877761" y="330612"/>
                </a:cubicBezTo>
                <a:cubicBezTo>
                  <a:pt x="4882238" y="330612"/>
                  <a:pt x="4883190" y="329374"/>
                  <a:pt x="4885571" y="330612"/>
                </a:cubicBezTo>
                <a:cubicBezTo>
                  <a:pt x="4887952" y="331755"/>
                  <a:pt x="4888810" y="332041"/>
                  <a:pt x="4890334" y="329374"/>
                </a:cubicBezTo>
                <a:cubicBezTo>
                  <a:pt x="4891763" y="326612"/>
                  <a:pt x="4893572" y="325183"/>
                  <a:pt x="4897192" y="326040"/>
                </a:cubicBezTo>
                <a:cubicBezTo>
                  <a:pt x="4900716" y="326993"/>
                  <a:pt x="4902811" y="328803"/>
                  <a:pt x="4901955" y="331755"/>
                </a:cubicBezTo>
                <a:cubicBezTo>
                  <a:pt x="4901097" y="334803"/>
                  <a:pt x="4900430" y="335661"/>
                  <a:pt x="4904050" y="337470"/>
                </a:cubicBezTo>
                <a:cubicBezTo>
                  <a:pt x="4907669" y="339280"/>
                  <a:pt x="4910051" y="343566"/>
                  <a:pt x="4907384" y="344995"/>
                </a:cubicBezTo>
                <a:cubicBezTo>
                  <a:pt x="4904717" y="346424"/>
                  <a:pt x="4902907" y="347948"/>
                  <a:pt x="4902335" y="343471"/>
                </a:cubicBezTo>
                <a:cubicBezTo>
                  <a:pt x="4901764" y="338994"/>
                  <a:pt x="4898430" y="339852"/>
                  <a:pt x="4898430" y="339852"/>
                </a:cubicBezTo>
                <a:cubicBezTo>
                  <a:pt x="4898430" y="339852"/>
                  <a:pt x="4899669" y="343757"/>
                  <a:pt x="4897859" y="346424"/>
                </a:cubicBezTo>
                <a:cubicBezTo>
                  <a:pt x="4896049" y="349091"/>
                  <a:pt x="4898144" y="355091"/>
                  <a:pt x="4901478" y="351472"/>
                </a:cubicBezTo>
                <a:cubicBezTo>
                  <a:pt x="4904812" y="347853"/>
                  <a:pt x="4909003" y="348710"/>
                  <a:pt x="4906907" y="352043"/>
                </a:cubicBezTo>
                <a:cubicBezTo>
                  <a:pt x="4904812" y="355377"/>
                  <a:pt x="4907765" y="352901"/>
                  <a:pt x="4909003" y="355949"/>
                </a:cubicBezTo>
                <a:cubicBezTo>
                  <a:pt x="4910241" y="358902"/>
                  <a:pt x="4911384" y="357759"/>
                  <a:pt x="4912622" y="356235"/>
                </a:cubicBezTo>
                <a:cubicBezTo>
                  <a:pt x="4913861" y="354711"/>
                  <a:pt x="4915671" y="356235"/>
                  <a:pt x="4916242" y="359187"/>
                </a:cubicBezTo>
                <a:cubicBezTo>
                  <a:pt x="4916814" y="362235"/>
                  <a:pt x="4921100" y="366522"/>
                  <a:pt x="4926719" y="363092"/>
                </a:cubicBezTo>
                <a:cubicBezTo>
                  <a:pt x="4930625" y="360616"/>
                  <a:pt x="4938721" y="363092"/>
                  <a:pt x="4940816" y="366045"/>
                </a:cubicBezTo>
                <a:cubicBezTo>
                  <a:pt x="4942912" y="368998"/>
                  <a:pt x="4945865" y="370808"/>
                  <a:pt x="4945579" y="372903"/>
                </a:cubicBezTo>
                <a:cubicBezTo>
                  <a:pt x="4945293" y="374999"/>
                  <a:pt x="4946531" y="376809"/>
                  <a:pt x="4947103" y="378618"/>
                </a:cubicBezTo>
                <a:cubicBezTo>
                  <a:pt x="4947674" y="380428"/>
                  <a:pt x="4945960" y="381000"/>
                  <a:pt x="4944722" y="383095"/>
                </a:cubicBezTo>
                <a:cubicBezTo>
                  <a:pt x="4943483" y="385191"/>
                  <a:pt x="4942912" y="384524"/>
                  <a:pt x="4943483" y="386048"/>
                </a:cubicBezTo>
                <a:cubicBezTo>
                  <a:pt x="4944150" y="387572"/>
                  <a:pt x="4943197" y="388143"/>
                  <a:pt x="4940816" y="387572"/>
                </a:cubicBezTo>
                <a:cubicBezTo>
                  <a:pt x="4938435" y="386905"/>
                  <a:pt x="4938435" y="387572"/>
                  <a:pt x="4937197" y="390525"/>
                </a:cubicBezTo>
                <a:cubicBezTo>
                  <a:pt x="4935959" y="393573"/>
                  <a:pt x="4935101" y="396525"/>
                  <a:pt x="4935101" y="396525"/>
                </a:cubicBezTo>
                <a:cubicBezTo>
                  <a:pt x="4935101" y="396525"/>
                  <a:pt x="4933672" y="399478"/>
                  <a:pt x="4930339" y="395287"/>
                </a:cubicBezTo>
                <a:cubicBezTo>
                  <a:pt x="4927101" y="391096"/>
                  <a:pt x="4927101" y="392334"/>
                  <a:pt x="4925576" y="391096"/>
                </a:cubicBezTo>
                <a:cubicBezTo>
                  <a:pt x="4924053" y="389858"/>
                  <a:pt x="4923195" y="389001"/>
                  <a:pt x="4923481" y="387191"/>
                </a:cubicBezTo>
                <a:cubicBezTo>
                  <a:pt x="4923767" y="385381"/>
                  <a:pt x="4922814" y="384143"/>
                  <a:pt x="4919862" y="388048"/>
                </a:cubicBezTo>
                <a:cubicBezTo>
                  <a:pt x="4916814" y="391953"/>
                  <a:pt x="4913575" y="389572"/>
                  <a:pt x="4915956" y="391953"/>
                </a:cubicBezTo>
                <a:cubicBezTo>
                  <a:pt x="4918337" y="394430"/>
                  <a:pt x="4919576" y="394049"/>
                  <a:pt x="4923767" y="395287"/>
                </a:cubicBezTo>
                <a:cubicBezTo>
                  <a:pt x="4927958" y="396430"/>
                  <a:pt x="4930053" y="397668"/>
                  <a:pt x="4930625" y="399764"/>
                </a:cubicBezTo>
                <a:cubicBezTo>
                  <a:pt x="4931291" y="401859"/>
                  <a:pt x="4931006" y="403098"/>
                  <a:pt x="4927672" y="401002"/>
                </a:cubicBezTo>
                <a:cubicBezTo>
                  <a:pt x="4924433" y="398907"/>
                  <a:pt x="4923767" y="398621"/>
                  <a:pt x="4921100" y="398907"/>
                </a:cubicBezTo>
                <a:cubicBezTo>
                  <a:pt x="4918433" y="399192"/>
                  <a:pt x="4917861" y="400050"/>
                  <a:pt x="4920814" y="401859"/>
                </a:cubicBezTo>
                <a:cubicBezTo>
                  <a:pt x="4923862" y="403669"/>
                  <a:pt x="4924433" y="405479"/>
                  <a:pt x="4918433" y="405479"/>
                </a:cubicBezTo>
                <a:cubicBezTo>
                  <a:pt x="4912432" y="405479"/>
                  <a:pt x="4910908" y="405479"/>
                  <a:pt x="4907955" y="403955"/>
                </a:cubicBezTo>
                <a:cubicBezTo>
                  <a:pt x="4904907" y="402526"/>
                  <a:pt x="4905288" y="400716"/>
                  <a:pt x="4899859" y="403098"/>
                </a:cubicBezTo>
                <a:cubicBezTo>
                  <a:pt x="4894525" y="405479"/>
                  <a:pt x="4893286" y="403383"/>
                  <a:pt x="4891477" y="404622"/>
                </a:cubicBezTo>
                <a:cubicBezTo>
                  <a:pt x="4889667" y="405764"/>
                  <a:pt x="4888239" y="407574"/>
                  <a:pt x="4895096" y="407003"/>
                </a:cubicBezTo>
                <a:cubicBezTo>
                  <a:pt x="4901955" y="406431"/>
                  <a:pt x="4906146" y="405479"/>
                  <a:pt x="4905860" y="409098"/>
                </a:cubicBezTo>
                <a:cubicBezTo>
                  <a:pt x="4905574" y="412718"/>
                  <a:pt x="4905003" y="414242"/>
                  <a:pt x="4905288" y="416337"/>
                </a:cubicBezTo>
                <a:cubicBezTo>
                  <a:pt x="4905574" y="418433"/>
                  <a:pt x="4905288" y="419957"/>
                  <a:pt x="4903478" y="422338"/>
                </a:cubicBezTo>
                <a:cubicBezTo>
                  <a:pt x="4901668" y="424719"/>
                  <a:pt x="4902335" y="429577"/>
                  <a:pt x="4898716" y="430149"/>
                </a:cubicBezTo>
                <a:cubicBezTo>
                  <a:pt x="4895096" y="430815"/>
                  <a:pt x="4893668" y="429863"/>
                  <a:pt x="4888239" y="427767"/>
                </a:cubicBezTo>
                <a:cubicBezTo>
                  <a:pt x="4882809" y="425672"/>
                  <a:pt x="4880428" y="426529"/>
                  <a:pt x="4878047" y="425672"/>
                </a:cubicBezTo>
                <a:cubicBezTo>
                  <a:pt x="4875570" y="424814"/>
                  <a:pt x="4871379" y="422148"/>
                  <a:pt x="4866617" y="422719"/>
                </a:cubicBezTo>
                <a:cubicBezTo>
                  <a:pt x="4861854" y="423290"/>
                  <a:pt x="4861187" y="421195"/>
                  <a:pt x="4860330" y="423290"/>
                </a:cubicBezTo>
                <a:cubicBezTo>
                  <a:pt x="4859473" y="425386"/>
                  <a:pt x="4858235" y="424814"/>
                  <a:pt x="4856139" y="425100"/>
                </a:cubicBezTo>
                <a:cubicBezTo>
                  <a:pt x="4854043" y="425386"/>
                  <a:pt x="4850805" y="426338"/>
                  <a:pt x="4857377" y="427196"/>
                </a:cubicBezTo>
                <a:cubicBezTo>
                  <a:pt x="4863950" y="428148"/>
                  <a:pt x="4870236" y="426910"/>
                  <a:pt x="4872617" y="430530"/>
                </a:cubicBezTo>
                <a:cubicBezTo>
                  <a:pt x="4874999" y="434054"/>
                  <a:pt x="4880428" y="438531"/>
                  <a:pt x="4884904" y="435578"/>
                </a:cubicBezTo>
                <a:cubicBezTo>
                  <a:pt x="4889381" y="432530"/>
                  <a:pt x="4896906" y="433768"/>
                  <a:pt x="4901097" y="431673"/>
                </a:cubicBezTo>
                <a:cubicBezTo>
                  <a:pt x="4905288" y="429577"/>
                  <a:pt x="4915480" y="428434"/>
                  <a:pt x="4914908" y="433197"/>
                </a:cubicBezTo>
                <a:cubicBezTo>
                  <a:pt x="4914337" y="437959"/>
                  <a:pt x="4915766" y="444912"/>
                  <a:pt x="4917290" y="449389"/>
                </a:cubicBezTo>
                <a:cubicBezTo>
                  <a:pt x="4918813" y="453866"/>
                  <a:pt x="4919671" y="455961"/>
                  <a:pt x="4917004" y="457485"/>
                </a:cubicBezTo>
                <a:cubicBezTo>
                  <a:pt x="4914242" y="459009"/>
                  <a:pt x="4913385" y="458724"/>
                  <a:pt x="4915480" y="461105"/>
                </a:cubicBezTo>
                <a:cubicBezTo>
                  <a:pt x="4917576" y="463486"/>
                  <a:pt x="4916051" y="464343"/>
                  <a:pt x="4915766" y="466153"/>
                </a:cubicBezTo>
                <a:cubicBezTo>
                  <a:pt x="4915480" y="467963"/>
                  <a:pt x="4914908" y="468820"/>
                  <a:pt x="4912813" y="468249"/>
                </a:cubicBezTo>
                <a:cubicBezTo>
                  <a:pt x="4910717" y="467677"/>
                  <a:pt x="4911670" y="470630"/>
                  <a:pt x="4908336" y="468534"/>
                </a:cubicBezTo>
                <a:cubicBezTo>
                  <a:pt x="4905097" y="466439"/>
                  <a:pt x="4901192" y="465582"/>
                  <a:pt x="4899669" y="464343"/>
                </a:cubicBezTo>
                <a:cubicBezTo>
                  <a:pt x="4898144" y="463200"/>
                  <a:pt x="4897859" y="463772"/>
                  <a:pt x="4898430" y="466153"/>
                </a:cubicBezTo>
                <a:cubicBezTo>
                  <a:pt x="4899002" y="468534"/>
                  <a:pt x="4898430" y="468820"/>
                  <a:pt x="4896906" y="468534"/>
                </a:cubicBezTo>
                <a:cubicBezTo>
                  <a:pt x="4895382" y="468153"/>
                  <a:pt x="4893953" y="469963"/>
                  <a:pt x="4896621" y="471487"/>
                </a:cubicBezTo>
                <a:cubicBezTo>
                  <a:pt x="4899287" y="473011"/>
                  <a:pt x="4903478" y="472630"/>
                  <a:pt x="4902621" y="475964"/>
                </a:cubicBezTo>
                <a:cubicBezTo>
                  <a:pt x="4901764" y="479298"/>
                  <a:pt x="4901478" y="479298"/>
                  <a:pt x="4901764" y="481107"/>
                </a:cubicBezTo>
                <a:cubicBezTo>
                  <a:pt x="4902050" y="482917"/>
                  <a:pt x="4903002" y="485012"/>
                  <a:pt x="4899097" y="483488"/>
                </a:cubicBezTo>
                <a:cubicBezTo>
                  <a:pt x="4895192" y="482060"/>
                  <a:pt x="4884428" y="478155"/>
                  <a:pt x="4878999" y="478727"/>
                </a:cubicBezTo>
                <a:cubicBezTo>
                  <a:pt x="4873570" y="479393"/>
                  <a:pt x="4862807" y="478727"/>
                  <a:pt x="4860425" y="478155"/>
                </a:cubicBezTo>
                <a:cubicBezTo>
                  <a:pt x="4858044" y="477583"/>
                  <a:pt x="4855663" y="477297"/>
                  <a:pt x="4854425" y="477869"/>
                </a:cubicBezTo>
                <a:cubicBezTo>
                  <a:pt x="4853282" y="478440"/>
                  <a:pt x="4853282" y="479012"/>
                  <a:pt x="4855949" y="480822"/>
                </a:cubicBezTo>
                <a:cubicBezTo>
                  <a:pt x="4858616" y="482631"/>
                  <a:pt x="4867283" y="479964"/>
                  <a:pt x="4872427" y="482346"/>
                </a:cubicBezTo>
                <a:cubicBezTo>
                  <a:pt x="4877475" y="484727"/>
                  <a:pt x="4880142" y="485965"/>
                  <a:pt x="4881380" y="484155"/>
                </a:cubicBezTo>
                <a:cubicBezTo>
                  <a:pt x="4882523" y="482346"/>
                  <a:pt x="4886429" y="482060"/>
                  <a:pt x="4894239" y="484155"/>
                </a:cubicBezTo>
                <a:cubicBezTo>
                  <a:pt x="4902050" y="486251"/>
                  <a:pt x="4910146" y="492823"/>
                  <a:pt x="4904431" y="495204"/>
                </a:cubicBezTo>
                <a:cubicBezTo>
                  <a:pt x="4898716" y="497586"/>
                  <a:pt x="4896049" y="497300"/>
                  <a:pt x="4894525" y="497871"/>
                </a:cubicBezTo>
                <a:cubicBezTo>
                  <a:pt x="4893096" y="498538"/>
                  <a:pt x="4890334" y="500634"/>
                  <a:pt x="4895763" y="501205"/>
                </a:cubicBezTo>
                <a:cubicBezTo>
                  <a:pt x="4901192" y="501872"/>
                  <a:pt x="4901192" y="500348"/>
                  <a:pt x="4901764" y="502443"/>
                </a:cubicBezTo>
                <a:cubicBezTo>
                  <a:pt x="4902335" y="504539"/>
                  <a:pt x="4900812" y="504539"/>
                  <a:pt x="4898144" y="503967"/>
                </a:cubicBezTo>
                <a:cubicBezTo>
                  <a:pt x="4895478" y="503301"/>
                  <a:pt x="4895763" y="505396"/>
                  <a:pt x="4895478" y="506634"/>
                </a:cubicBezTo>
                <a:cubicBezTo>
                  <a:pt x="4895192" y="507873"/>
                  <a:pt x="4895192" y="509301"/>
                  <a:pt x="4898144" y="510825"/>
                </a:cubicBezTo>
                <a:cubicBezTo>
                  <a:pt x="4901097" y="512349"/>
                  <a:pt x="4900812" y="513207"/>
                  <a:pt x="4900240" y="514445"/>
                </a:cubicBezTo>
                <a:cubicBezTo>
                  <a:pt x="4899573" y="515683"/>
                  <a:pt x="4896621" y="516921"/>
                  <a:pt x="4894525" y="517779"/>
                </a:cubicBezTo>
                <a:cubicBezTo>
                  <a:pt x="4892430" y="518731"/>
                  <a:pt x="4896239" y="519303"/>
                  <a:pt x="4895382" y="520827"/>
                </a:cubicBezTo>
                <a:cubicBezTo>
                  <a:pt x="4894525" y="522351"/>
                  <a:pt x="4894525" y="522351"/>
                  <a:pt x="4893001" y="522065"/>
                </a:cubicBezTo>
                <a:cubicBezTo>
                  <a:pt x="4891477" y="521684"/>
                  <a:pt x="4890048" y="523779"/>
                  <a:pt x="4892715" y="525018"/>
                </a:cubicBezTo>
                <a:cubicBezTo>
                  <a:pt x="4895382" y="526161"/>
                  <a:pt x="4897192" y="525875"/>
                  <a:pt x="4897192" y="527970"/>
                </a:cubicBezTo>
                <a:cubicBezTo>
                  <a:pt x="4897192" y="530066"/>
                  <a:pt x="4896335" y="530637"/>
                  <a:pt x="4897192" y="532447"/>
                </a:cubicBezTo>
                <a:cubicBezTo>
                  <a:pt x="4898144" y="534258"/>
                  <a:pt x="4898430" y="536352"/>
                  <a:pt x="4896335" y="536924"/>
                </a:cubicBezTo>
                <a:cubicBezTo>
                  <a:pt x="4894239" y="537495"/>
                  <a:pt x="4892143" y="536924"/>
                  <a:pt x="4895763" y="541401"/>
                </a:cubicBezTo>
                <a:cubicBezTo>
                  <a:pt x="4899383" y="545973"/>
                  <a:pt x="4900907" y="549497"/>
                  <a:pt x="4899097" y="552831"/>
                </a:cubicBezTo>
                <a:cubicBezTo>
                  <a:pt x="4897287" y="556069"/>
                  <a:pt x="4898526" y="556355"/>
                  <a:pt x="4896716" y="557593"/>
                </a:cubicBezTo>
                <a:cubicBezTo>
                  <a:pt x="4894906" y="558736"/>
                  <a:pt x="4894906" y="558736"/>
                  <a:pt x="4899097" y="559974"/>
                </a:cubicBezTo>
                <a:cubicBezTo>
                  <a:pt x="4903288" y="561212"/>
                  <a:pt x="4905669" y="565118"/>
                  <a:pt x="4909860" y="573500"/>
                </a:cubicBezTo>
                <a:cubicBezTo>
                  <a:pt x="4914051" y="581882"/>
                  <a:pt x="4916147" y="582168"/>
                  <a:pt x="4919480" y="583692"/>
                </a:cubicBezTo>
                <a:cubicBezTo>
                  <a:pt x="4922814" y="585216"/>
                  <a:pt x="4923100" y="588549"/>
                  <a:pt x="4923671" y="590931"/>
                </a:cubicBezTo>
                <a:cubicBezTo>
                  <a:pt x="4924338" y="593312"/>
                  <a:pt x="4924338" y="594836"/>
                  <a:pt x="4927291" y="597503"/>
                </a:cubicBezTo>
                <a:cubicBezTo>
                  <a:pt x="4930339" y="600170"/>
                  <a:pt x="4930625" y="604361"/>
                  <a:pt x="4932720" y="601980"/>
                </a:cubicBezTo>
                <a:cubicBezTo>
                  <a:pt x="4934816" y="599598"/>
                  <a:pt x="4936340" y="601122"/>
                  <a:pt x="4937197" y="603789"/>
                </a:cubicBezTo>
                <a:cubicBezTo>
                  <a:pt x="4938149" y="606456"/>
                  <a:pt x="4940816" y="607409"/>
                  <a:pt x="4941102" y="604075"/>
                </a:cubicBezTo>
                <a:cubicBezTo>
                  <a:pt x="4941388" y="600837"/>
                  <a:pt x="4941388" y="599313"/>
                  <a:pt x="4945293" y="597503"/>
                </a:cubicBezTo>
                <a:cubicBezTo>
                  <a:pt x="4949198" y="595693"/>
                  <a:pt x="4955485" y="591883"/>
                  <a:pt x="4958818" y="596931"/>
                </a:cubicBezTo>
                <a:cubicBezTo>
                  <a:pt x="4962057" y="601980"/>
                  <a:pt x="4961486" y="603218"/>
                  <a:pt x="4965677" y="605313"/>
                </a:cubicBezTo>
                <a:cubicBezTo>
                  <a:pt x="4969868" y="607409"/>
                  <a:pt x="4973201" y="613981"/>
                  <a:pt x="4975297" y="616362"/>
                </a:cubicBezTo>
                <a:cubicBezTo>
                  <a:pt x="4977392" y="618744"/>
                  <a:pt x="4976154" y="619029"/>
                  <a:pt x="4980345" y="620839"/>
                </a:cubicBezTo>
                <a:cubicBezTo>
                  <a:pt x="4984536" y="622649"/>
                  <a:pt x="4987870" y="625983"/>
                  <a:pt x="4987584" y="630174"/>
                </a:cubicBezTo>
                <a:cubicBezTo>
                  <a:pt x="4987298" y="634365"/>
                  <a:pt x="4985774" y="639127"/>
                  <a:pt x="4989394" y="634365"/>
                </a:cubicBezTo>
                <a:cubicBezTo>
                  <a:pt x="4993014" y="629602"/>
                  <a:pt x="4992061" y="630459"/>
                  <a:pt x="4993299" y="632555"/>
                </a:cubicBezTo>
                <a:cubicBezTo>
                  <a:pt x="4994537" y="634650"/>
                  <a:pt x="4995680" y="634079"/>
                  <a:pt x="4999300" y="628650"/>
                </a:cubicBezTo>
                <a:cubicBezTo>
                  <a:pt x="5002919" y="623316"/>
                  <a:pt x="5003205" y="619125"/>
                  <a:pt x="5014921" y="623601"/>
                </a:cubicBezTo>
                <a:cubicBezTo>
                  <a:pt x="5026636" y="628078"/>
                  <a:pt x="5029589" y="630174"/>
                  <a:pt x="5043687" y="629888"/>
                </a:cubicBezTo>
                <a:cubicBezTo>
                  <a:pt x="5057783" y="629602"/>
                  <a:pt x="5070642" y="635317"/>
                  <a:pt x="5071880" y="639794"/>
                </a:cubicBezTo>
                <a:cubicBezTo>
                  <a:pt x="5073023" y="644271"/>
                  <a:pt x="5073976" y="643985"/>
                  <a:pt x="5076643" y="641318"/>
                </a:cubicBezTo>
                <a:cubicBezTo>
                  <a:pt x="5079310" y="638556"/>
                  <a:pt x="5085596" y="645509"/>
                  <a:pt x="5095788" y="643699"/>
                </a:cubicBezTo>
                <a:cubicBezTo>
                  <a:pt x="5105980" y="641889"/>
                  <a:pt x="5110742" y="648747"/>
                  <a:pt x="5115219" y="648747"/>
                </a:cubicBezTo>
                <a:cubicBezTo>
                  <a:pt x="5118744" y="648747"/>
                  <a:pt x="5117886" y="650176"/>
                  <a:pt x="5117886" y="651700"/>
                </a:cubicBezTo>
                <a:cubicBezTo>
                  <a:pt x="5117886" y="653224"/>
                  <a:pt x="5118553" y="652272"/>
                  <a:pt x="5120934" y="651414"/>
                </a:cubicBezTo>
                <a:cubicBezTo>
                  <a:pt x="5123315" y="650462"/>
                  <a:pt x="5150843" y="650462"/>
                  <a:pt x="5154176" y="648366"/>
                </a:cubicBezTo>
                <a:cubicBezTo>
                  <a:pt x="5157510" y="646366"/>
                  <a:pt x="5163225" y="644556"/>
                  <a:pt x="5167988" y="653510"/>
                </a:cubicBezTo>
                <a:cubicBezTo>
                  <a:pt x="5172750" y="662463"/>
                  <a:pt x="5174274" y="669702"/>
                  <a:pt x="5181132" y="672655"/>
                </a:cubicBezTo>
                <a:cubicBezTo>
                  <a:pt x="5187990" y="675608"/>
                  <a:pt x="5188276" y="678370"/>
                  <a:pt x="5190086" y="681323"/>
                </a:cubicBezTo>
                <a:cubicBezTo>
                  <a:pt x="5191896" y="684275"/>
                  <a:pt x="5192848" y="684561"/>
                  <a:pt x="5195515" y="686085"/>
                </a:cubicBezTo>
                <a:cubicBezTo>
                  <a:pt x="5198277" y="687609"/>
                  <a:pt x="5197896" y="689991"/>
                  <a:pt x="5197039" y="691515"/>
                </a:cubicBezTo>
                <a:cubicBezTo>
                  <a:pt x="5196182" y="693039"/>
                  <a:pt x="5193419" y="693991"/>
                  <a:pt x="5196753" y="696658"/>
                </a:cubicBezTo>
                <a:cubicBezTo>
                  <a:pt x="5200087" y="699420"/>
                  <a:pt x="5200944" y="699992"/>
                  <a:pt x="5204849" y="702087"/>
                </a:cubicBezTo>
                <a:cubicBezTo>
                  <a:pt x="5208754" y="704183"/>
                  <a:pt x="5218375" y="709326"/>
                  <a:pt x="5218946" y="713517"/>
                </a:cubicBezTo>
                <a:cubicBezTo>
                  <a:pt x="5219518" y="717708"/>
                  <a:pt x="5218661" y="717994"/>
                  <a:pt x="5221614" y="715041"/>
                </a:cubicBezTo>
                <a:cubicBezTo>
                  <a:pt x="5224566" y="712089"/>
                  <a:pt x="5241997" y="720471"/>
                  <a:pt x="5244950" y="724376"/>
                </a:cubicBezTo>
                <a:cubicBezTo>
                  <a:pt x="5247903" y="728281"/>
                  <a:pt x="5249426" y="730662"/>
                  <a:pt x="5249712" y="732472"/>
                </a:cubicBezTo>
                <a:cubicBezTo>
                  <a:pt x="5250093" y="734187"/>
                  <a:pt x="5252188" y="735996"/>
                  <a:pt x="5255141" y="735425"/>
                </a:cubicBezTo>
                <a:cubicBezTo>
                  <a:pt x="5258094" y="734758"/>
                  <a:pt x="5260190" y="735711"/>
                  <a:pt x="5261999" y="736282"/>
                </a:cubicBezTo>
                <a:cubicBezTo>
                  <a:pt x="5263809" y="736854"/>
                  <a:pt x="5264095" y="735425"/>
                  <a:pt x="5263809" y="732091"/>
                </a:cubicBezTo>
                <a:cubicBezTo>
                  <a:pt x="5263523" y="728757"/>
                  <a:pt x="5266857" y="725233"/>
                  <a:pt x="5267714" y="727900"/>
                </a:cubicBezTo>
                <a:cubicBezTo>
                  <a:pt x="5268572" y="730662"/>
                  <a:pt x="5266476" y="729996"/>
                  <a:pt x="5270381" y="731234"/>
                </a:cubicBezTo>
                <a:cubicBezTo>
                  <a:pt x="5274286" y="732377"/>
                  <a:pt x="5274858" y="731805"/>
                  <a:pt x="5275144" y="729710"/>
                </a:cubicBezTo>
                <a:cubicBezTo>
                  <a:pt x="5275429" y="727519"/>
                  <a:pt x="5275144" y="726948"/>
                  <a:pt x="5272477" y="724566"/>
                </a:cubicBezTo>
                <a:cubicBezTo>
                  <a:pt x="5269810" y="722185"/>
                  <a:pt x="5265333" y="719804"/>
                  <a:pt x="5265333" y="712279"/>
                </a:cubicBezTo>
                <a:cubicBezTo>
                  <a:pt x="5265333" y="704850"/>
                  <a:pt x="5262952" y="703325"/>
                  <a:pt x="5259618" y="701230"/>
                </a:cubicBezTo>
                <a:cubicBezTo>
                  <a:pt x="5256379" y="699135"/>
                  <a:pt x="5253046" y="698849"/>
                  <a:pt x="5253046" y="694944"/>
                </a:cubicBezTo>
                <a:cubicBezTo>
                  <a:pt x="5253046" y="691038"/>
                  <a:pt x="5250665" y="688371"/>
                  <a:pt x="5247997" y="686562"/>
                </a:cubicBezTo>
                <a:cubicBezTo>
                  <a:pt x="5245331" y="684752"/>
                  <a:pt x="5241140" y="684085"/>
                  <a:pt x="5239616" y="681132"/>
                </a:cubicBezTo>
                <a:cubicBezTo>
                  <a:pt x="5238092" y="678084"/>
                  <a:pt x="5237520" y="678370"/>
                  <a:pt x="5235710" y="677513"/>
                </a:cubicBezTo>
                <a:cubicBezTo>
                  <a:pt x="5233901" y="676560"/>
                  <a:pt x="5233329" y="676275"/>
                  <a:pt x="5233329" y="673893"/>
                </a:cubicBezTo>
                <a:cubicBezTo>
                  <a:pt x="5233329" y="671512"/>
                  <a:pt x="5232091" y="670845"/>
                  <a:pt x="5229710" y="668178"/>
                </a:cubicBezTo>
                <a:cubicBezTo>
                  <a:pt x="5227328" y="665416"/>
                  <a:pt x="5224947" y="664273"/>
                  <a:pt x="5225233" y="662749"/>
                </a:cubicBezTo>
                <a:cubicBezTo>
                  <a:pt x="5225519" y="661225"/>
                  <a:pt x="5224947" y="660082"/>
                  <a:pt x="5221614" y="660368"/>
                </a:cubicBezTo>
                <a:cubicBezTo>
                  <a:pt x="5218279" y="660654"/>
                  <a:pt x="5217994" y="658844"/>
                  <a:pt x="5216184" y="657034"/>
                </a:cubicBezTo>
                <a:cubicBezTo>
                  <a:pt x="5214374" y="655224"/>
                  <a:pt x="5213803" y="654653"/>
                  <a:pt x="5211707" y="654367"/>
                </a:cubicBezTo>
                <a:cubicBezTo>
                  <a:pt x="5209612" y="654081"/>
                  <a:pt x="5208088" y="651414"/>
                  <a:pt x="5210469" y="647795"/>
                </a:cubicBezTo>
                <a:cubicBezTo>
                  <a:pt x="5212851" y="644175"/>
                  <a:pt x="5214088" y="642080"/>
                  <a:pt x="5214946" y="638175"/>
                </a:cubicBezTo>
                <a:cubicBezTo>
                  <a:pt x="5215803" y="634269"/>
                  <a:pt x="5221232" y="629507"/>
                  <a:pt x="5221232" y="622268"/>
                </a:cubicBezTo>
                <a:cubicBezTo>
                  <a:pt x="5221232" y="615029"/>
                  <a:pt x="5219137" y="607504"/>
                  <a:pt x="5222090" y="607504"/>
                </a:cubicBezTo>
                <a:cubicBezTo>
                  <a:pt x="5225042" y="607504"/>
                  <a:pt x="5226281" y="603980"/>
                  <a:pt x="5224185" y="603408"/>
                </a:cubicBezTo>
                <a:cubicBezTo>
                  <a:pt x="5222090" y="602837"/>
                  <a:pt x="5219708" y="601884"/>
                  <a:pt x="5219422" y="603408"/>
                </a:cubicBezTo>
                <a:cubicBezTo>
                  <a:pt x="5219137" y="604932"/>
                  <a:pt x="5219422" y="607885"/>
                  <a:pt x="5217899" y="607314"/>
                </a:cubicBezTo>
                <a:cubicBezTo>
                  <a:pt x="5216470" y="606742"/>
                  <a:pt x="5213422" y="603789"/>
                  <a:pt x="5211041" y="598360"/>
                </a:cubicBezTo>
                <a:cubicBezTo>
                  <a:pt x="5208660" y="593026"/>
                  <a:pt x="5203611" y="586073"/>
                  <a:pt x="5199992" y="585501"/>
                </a:cubicBezTo>
                <a:cubicBezTo>
                  <a:pt x="5196372" y="584835"/>
                  <a:pt x="5191610" y="579501"/>
                  <a:pt x="5187705" y="576167"/>
                </a:cubicBezTo>
                <a:cubicBezTo>
                  <a:pt x="5183799" y="572928"/>
                  <a:pt x="5179513" y="570452"/>
                  <a:pt x="5176846" y="567785"/>
                </a:cubicBezTo>
                <a:cubicBezTo>
                  <a:pt x="5174179" y="565118"/>
                  <a:pt x="5172083" y="561784"/>
                  <a:pt x="5166083" y="561212"/>
                </a:cubicBezTo>
                <a:cubicBezTo>
                  <a:pt x="5160082" y="560641"/>
                  <a:pt x="5156844" y="558831"/>
                  <a:pt x="5153510" y="557022"/>
                </a:cubicBezTo>
                <a:cubicBezTo>
                  <a:pt x="5150176" y="555212"/>
                  <a:pt x="5151414" y="556355"/>
                  <a:pt x="5148366" y="555783"/>
                </a:cubicBezTo>
                <a:cubicBezTo>
                  <a:pt x="5145414" y="555212"/>
                  <a:pt x="5143889" y="553974"/>
                  <a:pt x="5142079" y="551878"/>
                </a:cubicBezTo>
                <a:cubicBezTo>
                  <a:pt x="5140270" y="549783"/>
                  <a:pt x="5139127" y="547973"/>
                  <a:pt x="5141794" y="545592"/>
                </a:cubicBezTo>
                <a:cubicBezTo>
                  <a:pt x="5144461" y="543210"/>
                  <a:pt x="5149605" y="537495"/>
                  <a:pt x="5145699" y="534543"/>
                </a:cubicBezTo>
                <a:cubicBezTo>
                  <a:pt x="5141794" y="531495"/>
                  <a:pt x="5142651" y="530637"/>
                  <a:pt x="5146556" y="530637"/>
                </a:cubicBezTo>
                <a:cubicBezTo>
                  <a:pt x="5150461" y="530637"/>
                  <a:pt x="5150747" y="528828"/>
                  <a:pt x="5150747" y="528828"/>
                </a:cubicBezTo>
                <a:cubicBezTo>
                  <a:pt x="5150747" y="528828"/>
                  <a:pt x="5150747" y="528256"/>
                  <a:pt x="5148366" y="528256"/>
                </a:cubicBezTo>
                <a:cubicBezTo>
                  <a:pt x="5145985" y="528256"/>
                  <a:pt x="5143604" y="525875"/>
                  <a:pt x="5144175" y="521684"/>
                </a:cubicBezTo>
                <a:cubicBezTo>
                  <a:pt x="5144747" y="517493"/>
                  <a:pt x="5143318" y="517493"/>
                  <a:pt x="5142079" y="516636"/>
                </a:cubicBezTo>
                <a:cubicBezTo>
                  <a:pt x="5140936" y="515683"/>
                  <a:pt x="5133412" y="513587"/>
                  <a:pt x="5131316" y="513302"/>
                </a:cubicBezTo>
                <a:cubicBezTo>
                  <a:pt x="5129221" y="512921"/>
                  <a:pt x="5127126" y="511778"/>
                  <a:pt x="5125030" y="509968"/>
                </a:cubicBezTo>
                <a:cubicBezTo>
                  <a:pt x="5122935" y="508254"/>
                  <a:pt x="5114457" y="508539"/>
                  <a:pt x="5113600" y="503110"/>
                </a:cubicBezTo>
                <a:cubicBezTo>
                  <a:pt x="5112743" y="497681"/>
                  <a:pt x="5111218" y="497109"/>
                  <a:pt x="5109123" y="495014"/>
                </a:cubicBezTo>
                <a:cubicBezTo>
                  <a:pt x="5107027" y="492918"/>
                  <a:pt x="5106742" y="490537"/>
                  <a:pt x="5106456" y="488442"/>
                </a:cubicBezTo>
                <a:cubicBezTo>
                  <a:pt x="5106171" y="486346"/>
                  <a:pt x="5104646" y="484536"/>
                  <a:pt x="5100170" y="483679"/>
                </a:cubicBezTo>
                <a:cubicBezTo>
                  <a:pt x="5095693" y="482822"/>
                  <a:pt x="5096074" y="481298"/>
                  <a:pt x="5090930" y="476821"/>
                </a:cubicBezTo>
                <a:cubicBezTo>
                  <a:pt x="5085882" y="472249"/>
                  <a:pt x="5079881" y="469582"/>
                  <a:pt x="5083786" y="465105"/>
                </a:cubicBezTo>
                <a:cubicBezTo>
                  <a:pt x="5087692" y="460629"/>
                  <a:pt x="5089120" y="458247"/>
                  <a:pt x="5098741" y="460629"/>
                </a:cubicBezTo>
                <a:cubicBezTo>
                  <a:pt x="5108361" y="463010"/>
                  <a:pt x="5111028" y="463867"/>
                  <a:pt x="5114362" y="463296"/>
                </a:cubicBezTo>
                <a:cubicBezTo>
                  <a:pt x="5117695" y="462629"/>
                  <a:pt x="5125506" y="462057"/>
                  <a:pt x="5128459" y="463867"/>
                </a:cubicBezTo>
                <a:cubicBezTo>
                  <a:pt x="5131507" y="465677"/>
                  <a:pt x="5132364" y="463581"/>
                  <a:pt x="5133888" y="460248"/>
                </a:cubicBezTo>
                <a:cubicBezTo>
                  <a:pt x="5135412" y="456915"/>
                  <a:pt x="5139032" y="456342"/>
                  <a:pt x="5143222" y="456915"/>
                </a:cubicBezTo>
                <a:cubicBezTo>
                  <a:pt x="5147413" y="457581"/>
                  <a:pt x="5147128" y="456915"/>
                  <a:pt x="5149795" y="458438"/>
                </a:cubicBezTo>
                <a:cubicBezTo>
                  <a:pt x="5152557" y="459867"/>
                  <a:pt x="5153129" y="458724"/>
                  <a:pt x="5155510" y="459009"/>
                </a:cubicBezTo>
                <a:cubicBezTo>
                  <a:pt x="5157891" y="459295"/>
                  <a:pt x="5160939" y="457771"/>
                  <a:pt x="5161796" y="461391"/>
                </a:cubicBezTo>
                <a:cubicBezTo>
                  <a:pt x="5162654" y="465010"/>
                  <a:pt x="5165702" y="462914"/>
                  <a:pt x="5168655" y="463486"/>
                </a:cubicBezTo>
                <a:cubicBezTo>
                  <a:pt x="5171703" y="464153"/>
                  <a:pt x="5174655" y="466820"/>
                  <a:pt x="5174084" y="468915"/>
                </a:cubicBezTo>
                <a:cubicBezTo>
                  <a:pt x="5173417" y="471011"/>
                  <a:pt x="5172846" y="471678"/>
                  <a:pt x="5174655" y="472249"/>
                </a:cubicBezTo>
                <a:cubicBezTo>
                  <a:pt x="5176465" y="472821"/>
                  <a:pt x="5176751" y="464820"/>
                  <a:pt x="5182180" y="467772"/>
                </a:cubicBezTo>
                <a:cubicBezTo>
                  <a:pt x="5187514" y="470820"/>
                  <a:pt x="5186371" y="480060"/>
                  <a:pt x="5193229" y="477107"/>
                </a:cubicBezTo>
                <a:cubicBezTo>
                  <a:pt x="5200087" y="474059"/>
                  <a:pt x="5199801" y="477393"/>
                  <a:pt x="5203992" y="475297"/>
                </a:cubicBezTo>
                <a:cubicBezTo>
                  <a:pt x="5208183" y="473202"/>
                  <a:pt x="5211517" y="475583"/>
                  <a:pt x="5213612" y="477393"/>
                </a:cubicBezTo>
                <a:cubicBezTo>
                  <a:pt x="5215708" y="479202"/>
                  <a:pt x="5219042" y="481584"/>
                  <a:pt x="5219328" y="476535"/>
                </a:cubicBezTo>
                <a:cubicBezTo>
                  <a:pt x="5219613" y="471392"/>
                  <a:pt x="5218089" y="468725"/>
                  <a:pt x="5221994" y="471106"/>
                </a:cubicBezTo>
                <a:cubicBezTo>
                  <a:pt x="5225900" y="473487"/>
                  <a:pt x="5228281" y="486727"/>
                  <a:pt x="5233996" y="489394"/>
                </a:cubicBezTo>
                <a:cubicBezTo>
                  <a:pt x="5239616" y="492061"/>
                  <a:pt x="5241426" y="492633"/>
                  <a:pt x="5241140" y="494442"/>
                </a:cubicBezTo>
                <a:cubicBezTo>
                  <a:pt x="5240854" y="496252"/>
                  <a:pt x="5242092" y="498348"/>
                  <a:pt x="5238758" y="498062"/>
                </a:cubicBezTo>
                <a:cubicBezTo>
                  <a:pt x="5235520" y="497681"/>
                  <a:pt x="5232853" y="497681"/>
                  <a:pt x="5231615" y="498919"/>
                </a:cubicBezTo>
                <a:cubicBezTo>
                  <a:pt x="5230376" y="500062"/>
                  <a:pt x="5227424" y="502443"/>
                  <a:pt x="5224090" y="501872"/>
                </a:cubicBezTo>
                <a:cubicBezTo>
                  <a:pt x="5220851" y="501300"/>
                  <a:pt x="5231615" y="505491"/>
                  <a:pt x="5235520" y="503967"/>
                </a:cubicBezTo>
                <a:cubicBezTo>
                  <a:pt x="5239425" y="502443"/>
                  <a:pt x="5251427" y="497681"/>
                  <a:pt x="5251141" y="504539"/>
                </a:cubicBezTo>
                <a:cubicBezTo>
                  <a:pt x="5250855" y="511397"/>
                  <a:pt x="5249998" y="522827"/>
                  <a:pt x="5253808" y="514731"/>
                </a:cubicBezTo>
                <a:cubicBezTo>
                  <a:pt x="5255808" y="510254"/>
                  <a:pt x="5259428" y="509968"/>
                  <a:pt x="5260952" y="512349"/>
                </a:cubicBezTo>
                <a:cubicBezTo>
                  <a:pt x="5262380" y="514731"/>
                  <a:pt x="5263047" y="514159"/>
                  <a:pt x="5265714" y="514731"/>
                </a:cubicBezTo>
                <a:cubicBezTo>
                  <a:pt x="5268381" y="515397"/>
                  <a:pt x="5268381" y="516540"/>
                  <a:pt x="5268096" y="518350"/>
                </a:cubicBezTo>
                <a:cubicBezTo>
                  <a:pt x="5267714" y="520160"/>
                  <a:pt x="5268096" y="520827"/>
                  <a:pt x="5264761" y="519588"/>
                </a:cubicBezTo>
                <a:cubicBezTo>
                  <a:pt x="5261428" y="518350"/>
                  <a:pt x="5257237" y="519303"/>
                  <a:pt x="5260570" y="521684"/>
                </a:cubicBezTo>
                <a:cubicBezTo>
                  <a:pt x="5263809" y="524065"/>
                  <a:pt x="5265333" y="525018"/>
                  <a:pt x="5262952" y="527685"/>
                </a:cubicBezTo>
                <a:cubicBezTo>
                  <a:pt x="5260476" y="530352"/>
                  <a:pt x="5261428" y="530066"/>
                  <a:pt x="5263809" y="529494"/>
                </a:cubicBezTo>
                <a:cubicBezTo>
                  <a:pt x="5266286" y="528923"/>
                  <a:pt x="5268000" y="531304"/>
                  <a:pt x="5269239" y="528637"/>
                </a:cubicBezTo>
                <a:cubicBezTo>
                  <a:pt x="5270477" y="525970"/>
                  <a:pt x="5269905" y="525018"/>
                  <a:pt x="5274668" y="524446"/>
                </a:cubicBezTo>
                <a:cubicBezTo>
                  <a:pt x="5279430" y="523875"/>
                  <a:pt x="5282764" y="523589"/>
                  <a:pt x="5285717" y="524446"/>
                </a:cubicBezTo>
                <a:cubicBezTo>
                  <a:pt x="5288765" y="525399"/>
                  <a:pt x="5290860" y="526256"/>
                  <a:pt x="5291146" y="529589"/>
                </a:cubicBezTo>
                <a:cubicBezTo>
                  <a:pt x="5291432" y="532828"/>
                  <a:pt x="5294385" y="536162"/>
                  <a:pt x="5293813" y="538829"/>
                </a:cubicBezTo>
                <a:cubicBezTo>
                  <a:pt x="5293241" y="541496"/>
                  <a:pt x="5295622" y="540638"/>
                  <a:pt x="5295337" y="537019"/>
                </a:cubicBezTo>
                <a:cubicBezTo>
                  <a:pt x="5295051" y="533495"/>
                  <a:pt x="5292575" y="528351"/>
                  <a:pt x="5298576" y="532257"/>
                </a:cubicBezTo>
                <a:cubicBezTo>
                  <a:pt x="5304576" y="536162"/>
                  <a:pt x="5308195" y="539496"/>
                  <a:pt x="5308767" y="542162"/>
                </a:cubicBezTo>
                <a:cubicBezTo>
                  <a:pt x="5309338" y="544830"/>
                  <a:pt x="5311720" y="544258"/>
                  <a:pt x="5311148" y="542162"/>
                </a:cubicBezTo>
                <a:cubicBezTo>
                  <a:pt x="5310577" y="540067"/>
                  <a:pt x="5305814" y="536162"/>
                  <a:pt x="5306672" y="532257"/>
                </a:cubicBezTo>
                <a:cubicBezTo>
                  <a:pt x="5307624" y="528447"/>
                  <a:pt x="5309053" y="530161"/>
                  <a:pt x="5312673" y="531399"/>
                </a:cubicBezTo>
                <a:cubicBezTo>
                  <a:pt x="5316197" y="532637"/>
                  <a:pt x="5318673" y="532066"/>
                  <a:pt x="5315339" y="528732"/>
                </a:cubicBezTo>
                <a:cubicBezTo>
                  <a:pt x="5312006" y="525399"/>
                  <a:pt x="5314101" y="522732"/>
                  <a:pt x="5317720" y="524541"/>
                </a:cubicBezTo>
                <a:cubicBezTo>
                  <a:pt x="5321340" y="526351"/>
                  <a:pt x="5324293" y="529589"/>
                  <a:pt x="5323721" y="526923"/>
                </a:cubicBezTo>
                <a:cubicBezTo>
                  <a:pt x="5323150" y="524256"/>
                  <a:pt x="5321340" y="523303"/>
                  <a:pt x="5319245" y="522446"/>
                </a:cubicBezTo>
                <a:cubicBezTo>
                  <a:pt x="5317149" y="521493"/>
                  <a:pt x="5316006" y="521779"/>
                  <a:pt x="5316292" y="518826"/>
                </a:cubicBezTo>
                <a:cubicBezTo>
                  <a:pt x="5316578" y="515778"/>
                  <a:pt x="5316006" y="517017"/>
                  <a:pt x="5314768" y="515207"/>
                </a:cubicBezTo>
                <a:cubicBezTo>
                  <a:pt x="5313529" y="513397"/>
                  <a:pt x="5313815" y="511683"/>
                  <a:pt x="5315339" y="510444"/>
                </a:cubicBezTo>
                <a:cubicBezTo>
                  <a:pt x="5316864" y="509301"/>
                  <a:pt x="5318102" y="508349"/>
                  <a:pt x="5314482" y="507492"/>
                </a:cubicBezTo>
                <a:cubicBezTo>
                  <a:pt x="5310863" y="506634"/>
                  <a:pt x="5310863" y="506349"/>
                  <a:pt x="5311148" y="504539"/>
                </a:cubicBezTo>
                <a:cubicBezTo>
                  <a:pt x="5311434" y="502729"/>
                  <a:pt x="5309338" y="500919"/>
                  <a:pt x="5307529" y="500919"/>
                </a:cubicBezTo>
                <a:cubicBezTo>
                  <a:pt x="5305719" y="500919"/>
                  <a:pt x="5303910" y="500348"/>
                  <a:pt x="5304195" y="498824"/>
                </a:cubicBezTo>
                <a:cubicBezTo>
                  <a:pt x="5304481" y="497300"/>
                  <a:pt x="5306291" y="497967"/>
                  <a:pt x="5310196" y="498538"/>
                </a:cubicBezTo>
                <a:cubicBezTo>
                  <a:pt x="5314101" y="499110"/>
                  <a:pt x="5314387" y="497014"/>
                  <a:pt x="5309624" y="496728"/>
                </a:cubicBezTo>
                <a:cubicBezTo>
                  <a:pt x="5304767" y="496443"/>
                  <a:pt x="5302100" y="493776"/>
                  <a:pt x="5301814" y="491966"/>
                </a:cubicBezTo>
                <a:cubicBezTo>
                  <a:pt x="5301528" y="490156"/>
                  <a:pt x="5300957" y="488346"/>
                  <a:pt x="5299719" y="487489"/>
                </a:cubicBezTo>
                <a:cubicBezTo>
                  <a:pt x="5298576" y="486537"/>
                  <a:pt x="5298861" y="485965"/>
                  <a:pt x="5299147" y="483584"/>
                </a:cubicBezTo>
                <a:cubicBezTo>
                  <a:pt x="5299433" y="481203"/>
                  <a:pt x="5299813" y="481203"/>
                  <a:pt x="5298576" y="479679"/>
                </a:cubicBezTo>
                <a:cubicBezTo>
                  <a:pt x="5297337" y="478155"/>
                  <a:pt x="5297337" y="475773"/>
                  <a:pt x="5299433" y="476059"/>
                </a:cubicBezTo>
                <a:cubicBezTo>
                  <a:pt x="5301623" y="476345"/>
                  <a:pt x="5303052" y="477012"/>
                  <a:pt x="5304576" y="479679"/>
                </a:cubicBezTo>
                <a:cubicBezTo>
                  <a:pt x="5306100" y="482441"/>
                  <a:pt x="5307243" y="482441"/>
                  <a:pt x="5310863" y="483012"/>
                </a:cubicBezTo>
                <a:cubicBezTo>
                  <a:pt x="5314482" y="483584"/>
                  <a:pt x="5316864" y="484822"/>
                  <a:pt x="5317435" y="487203"/>
                </a:cubicBezTo>
                <a:cubicBezTo>
                  <a:pt x="5318006" y="489585"/>
                  <a:pt x="5318578" y="491109"/>
                  <a:pt x="5322198" y="489870"/>
                </a:cubicBezTo>
                <a:cubicBezTo>
                  <a:pt x="5325817" y="488632"/>
                  <a:pt x="5330294" y="491109"/>
                  <a:pt x="5330008" y="494061"/>
                </a:cubicBezTo>
                <a:cubicBezTo>
                  <a:pt x="5329722" y="497014"/>
                  <a:pt x="5330008" y="498538"/>
                  <a:pt x="5334199" y="496157"/>
                </a:cubicBezTo>
                <a:cubicBezTo>
                  <a:pt x="5338390" y="493776"/>
                  <a:pt x="5338962" y="494061"/>
                  <a:pt x="5340200" y="496157"/>
                </a:cubicBezTo>
                <a:cubicBezTo>
                  <a:pt x="5341343" y="498252"/>
                  <a:pt x="5349153" y="498919"/>
                  <a:pt x="5350677" y="503967"/>
                </a:cubicBezTo>
                <a:cubicBezTo>
                  <a:pt x="5352201" y="509016"/>
                  <a:pt x="5353725" y="509587"/>
                  <a:pt x="5354582" y="506634"/>
                </a:cubicBezTo>
                <a:cubicBezTo>
                  <a:pt x="5355535" y="503586"/>
                  <a:pt x="5356392" y="505110"/>
                  <a:pt x="5358202" y="506920"/>
                </a:cubicBezTo>
                <a:cubicBezTo>
                  <a:pt x="5360011" y="508730"/>
                  <a:pt x="5360011" y="511492"/>
                  <a:pt x="5357630" y="512349"/>
                </a:cubicBezTo>
                <a:cubicBezTo>
                  <a:pt x="5355249" y="513207"/>
                  <a:pt x="5353439" y="512063"/>
                  <a:pt x="5355249" y="514731"/>
                </a:cubicBezTo>
                <a:cubicBezTo>
                  <a:pt x="5357059" y="517493"/>
                  <a:pt x="5358583" y="516540"/>
                  <a:pt x="5360964" y="513873"/>
                </a:cubicBezTo>
                <a:cubicBezTo>
                  <a:pt x="5363346" y="511206"/>
                  <a:pt x="5364869" y="509682"/>
                  <a:pt x="5366679" y="511206"/>
                </a:cubicBezTo>
                <a:cubicBezTo>
                  <a:pt x="5368489" y="512730"/>
                  <a:pt x="5367917" y="514826"/>
                  <a:pt x="5366394" y="516921"/>
                </a:cubicBezTo>
                <a:cubicBezTo>
                  <a:pt x="5364869" y="519017"/>
                  <a:pt x="5364298" y="522922"/>
                  <a:pt x="5367251" y="519017"/>
                </a:cubicBezTo>
                <a:cubicBezTo>
                  <a:pt x="5370299" y="515207"/>
                  <a:pt x="5378681" y="515778"/>
                  <a:pt x="5378681" y="518160"/>
                </a:cubicBezTo>
                <a:cubicBezTo>
                  <a:pt x="5378681" y="520541"/>
                  <a:pt x="5378014" y="521208"/>
                  <a:pt x="5381347" y="519684"/>
                </a:cubicBezTo>
                <a:cubicBezTo>
                  <a:pt x="5384681" y="518160"/>
                  <a:pt x="5387634" y="519684"/>
                  <a:pt x="5387348" y="521779"/>
                </a:cubicBezTo>
                <a:cubicBezTo>
                  <a:pt x="5387063" y="523875"/>
                  <a:pt x="5387063" y="522636"/>
                  <a:pt x="5389158" y="522636"/>
                </a:cubicBezTo>
                <a:cubicBezTo>
                  <a:pt x="5391254" y="522636"/>
                  <a:pt x="5393349" y="523494"/>
                  <a:pt x="5390015" y="527685"/>
                </a:cubicBezTo>
                <a:cubicBezTo>
                  <a:pt x="5386682" y="531876"/>
                  <a:pt x="5385538" y="533971"/>
                  <a:pt x="5388491" y="533685"/>
                </a:cubicBezTo>
                <a:cubicBezTo>
                  <a:pt x="5391444" y="533400"/>
                  <a:pt x="5394206" y="529494"/>
                  <a:pt x="5396588" y="530733"/>
                </a:cubicBezTo>
                <a:cubicBezTo>
                  <a:pt x="5398969" y="531876"/>
                  <a:pt x="5401064" y="531304"/>
                  <a:pt x="5401064" y="533400"/>
                </a:cubicBezTo>
                <a:cubicBezTo>
                  <a:pt x="5401064" y="535495"/>
                  <a:pt x="5402017" y="536067"/>
                  <a:pt x="5404970" y="535495"/>
                </a:cubicBezTo>
                <a:cubicBezTo>
                  <a:pt x="5408018" y="534924"/>
                  <a:pt x="5413352" y="536162"/>
                  <a:pt x="5412494" y="538829"/>
                </a:cubicBezTo>
                <a:cubicBezTo>
                  <a:pt x="5411542" y="541591"/>
                  <a:pt x="5410399" y="542448"/>
                  <a:pt x="5411256" y="544258"/>
                </a:cubicBezTo>
                <a:cubicBezTo>
                  <a:pt x="5412209" y="545973"/>
                  <a:pt x="5414304" y="547497"/>
                  <a:pt x="5410399" y="547211"/>
                </a:cubicBezTo>
                <a:cubicBezTo>
                  <a:pt x="5406494" y="546925"/>
                  <a:pt x="5407160" y="546925"/>
                  <a:pt x="5405637" y="546925"/>
                </a:cubicBezTo>
                <a:cubicBezTo>
                  <a:pt x="5404208" y="546925"/>
                  <a:pt x="5404208" y="546354"/>
                  <a:pt x="5402969" y="544830"/>
                </a:cubicBezTo>
                <a:cubicBezTo>
                  <a:pt x="5401731" y="543306"/>
                  <a:pt x="5399064" y="542162"/>
                  <a:pt x="5399636" y="544830"/>
                </a:cubicBezTo>
                <a:cubicBezTo>
                  <a:pt x="5400207" y="547497"/>
                  <a:pt x="5401064" y="548735"/>
                  <a:pt x="5406208" y="549306"/>
                </a:cubicBezTo>
                <a:cubicBezTo>
                  <a:pt x="5411351" y="549878"/>
                  <a:pt x="5414304" y="552259"/>
                  <a:pt x="5416114" y="553783"/>
                </a:cubicBezTo>
                <a:cubicBezTo>
                  <a:pt x="5417828" y="555307"/>
                  <a:pt x="5419353" y="555021"/>
                  <a:pt x="5420876" y="555021"/>
                </a:cubicBezTo>
                <a:cubicBezTo>
                  <a:pt x="5422401" y="555021"/>
                  <a:pt x="5423544" y="555974"/>
                  <a:pt x="5419353" y="558355"/>
                </a:cubicBezTo>
                <a:cubicBezTo>
                  <a:pt x="5415162" y="560736"/>
                  <a:pt x="5417257" y="562260"/>
                  <a:pt x="5419067" y="560736"/>
                </a:cubicBezTo>
                <a:cubicBezTo>
                  <a:pt x="5420876" y="559212"/>
                  <a:pt x="5425353" y="559593"/>
                  <a:pt x="5427449" y="558355"/>
                </a:cubicBezTo>
                <a:cubicBezTo>
                  <a:pt x="5429544" y="557117"/>
                  <a:pt x="5431926" y="557784"/>
                  <a:pt x="5432211" y="560451"/>
                </a:cubicBezTo>
                <a:cubicBezTo>
                  <a:pt x="5432592" y="563213"/>
                  <a:pt x="5433163" y="564070"/>
                  <a:pt x="5435545" y="563784"/>
                </a:cubicBezTo>
                <a:cubicBezTo>
                  <a:pt x="5437926" y="563499"/>
                  <a:pt x="5438879" y="563499"/>
                  <a:pt x="5439164" y="565308"/>
                </a:cubicBezTo>
                <a:cubicBezTo>
                  <a:pt x="5439450" y="567118"/>
                  <a:pt x="5439831" y="565594"/>
                  <a:pt x="5444594" y="565023"/>
                </a:cubicBezTo>
                <a:cubicBezTo>
                  <a:pt x="5449356" y="564356"/>
                  <a:pt x="5452690" y="564642"/>
                  <a:pt x="5452690" y="567975"/>
                </a:cubicBezTo>
                <a:cubicBezTo>
                  <a:pt x="5452690" y="571214"/>
                  <a:pt x="5452976" y="571595"/>
                  <a:pt x="5454785" y="570357"/>
                </a:cubicBezTo>
                <a:cubicBezTo>
                  <a:pt x="5456595" y="569118"/>
                  <a:pt x="5457453" y="570642"/>
                  <a:pt x="5458691" y="574548"/>
                </a:cubicBezTo>
                <a:cubicBezTo>
                  <a:pt x="5459834" y="578358"/>
                  <a:pt x="5462882" y="584358"/>
                  <a:pt x="5463167" y="579596"/>
                </a:cubicBezTo>
                <a:cubicBezTo>
                  <a:pt x="5463453" y="574833"/>
                  <a:pt x="5462596" y="572166"/>
                  <a:pt x="5464691" y="574833"/>
                </a:cubicBezTo>
                <a:cubicBezTo>
                  <a:pt x="5466787" y="577500"/>
                  <a:pt x="5470406" y="576357"/>
                  <a:pt x="5473359" y="577215"/>
                </a:cubicBezTo>
                <a:cubicBezTo>
                  <a:pt x="5476312" y="578167"/>
                  <a:pt x="5476026" y="579691"/>
                  <a:pt x="5475740" y="582644"/>
                </a:cubicBezTo>
                <a:cubicBezTo>
                  <a:pt x="5475454" y="585597"/>
                  <a:pt x="5477264" y="588073"/>
                  <a:pt x="5478122" y="582930"/>
                </a:cubicBezTo>
                <a:cubicBezTo>
                  <a:pt x="5478979" y="577786"/>
                  <a:pt x="5478979" y="573595"/>
                  <a:pt x="5482598" y="577500"/>
                </a:cubicBezTo>
                <a:cubicBezTo>
                  <a:pt x="5486218" y="581406"/>
                  <a:pt x="5488885" y="581977"/>
                  <a:pt x="5492505" y="581691"/>
                </a:cubicBezTo>
                <a:cubicBezTo>
                  <a:pt x="5496124" y="581406"/>
                  <a:pt x="5507173" y="583787"/>
                  <a:pt x="5510507" y="581977"/>
                </a:cubicBezTo>
                <a:cubicBezTo>
                  <a:pt x="5513840" y="580167"/>
                  <a:pt x="5519174" y="581120"/>
                  <a:pt x="5516793" y="583787"/>
                </a:cubicBezTo>
                <a:cubicBezTo>
                  <a:pt x="5514412" y="586454"/>
                  <a:pt x="5509269" y="587978"/>
                  <a:pt x="5510792" y="590359"/>
                </a:cubicBezTo>
                <a:cubicBezTo>
                  <a:pt x="5512316" y="592740"/>
                  <a:pt x="5512888" y="593979"/>
                  <a:pt x="5511078" y="598742"/>
                </a:cubicBezTo>
                <a:cubicBezTo>
                  <a:pt x="5509269" y="603504"/>
                  <a:pt x="5505649" y="605599"/>
                  <a:pt x="5502982" y="607123"/>
                </a:cubicBezTo>
                <a:cubicBezTo>
                  <a:pt x="5500220" y="608647"/>
                  <a:pt x="5498124" y="611028"/>
                  <a:pt x="5495743" y="610457"/>
                </a:cubicBezTo>
                <a:cubicBezTo>
                  <a:pt x="5493361" y="609790"/>
                  <a:pt x="5493933" y="608933"/>
                  <a:pt x="5493361" y="611314"/>
                </a:cubicBezTo>
                <a:cubicBezTo>
                  <a:pt x="5492790" y="613695"/>
                  <a:pt x="5490028" y="614362"/>
                  <a:pt x="5493076" y="614933"/>
                </a:cubicBezTo>
                <a:cubicBezTo>
                  <a:pt x="5496124" y="615600"/>
                  <a:pt x="5499648" y="615219"/>
                  <a:pt x="5500887" y="618553"/>
                </a:cubicBezTo>
                <a:cubicBezTo>
                  <a:pt x="5502030" y="621887"/>
                  <a:pt x="5504125" y="623697"/>
                  <a:pt x="5505363" y="618267"/>
                </a:cubicBezTo>
                <a:cubicBezTo>
                  <a:pt x="5506601" y="612933"/>
                  <a:pt x="5507840" y="611695"/>
                  <a:pt x="5510792" y="609600"/>
                </a:cubicBezTo>
                <a:cubicBezTo>
                  <a:pt x="5513840" y="607409"/>
                  <a:pt x="5516222" y="602932"/>
                  <a:pt x="5516793" y="600265"/>
                </a:cubicBezTo>
                <a:cubicBezTo>
                  <a:pt x="5517460" y="597598"/>
                  <a:pt x="5517460" y="596741"/>
                  <a:pt x="5520413" y="595503"/>
                </a:cubicBezTo>
                <a:cubicBezTo>
                  <a:pt x="5523461" y="594264"/>
                  <a:pt x="5523461" y="588645"/>
                  <a:pt x="5525842" y="591312"/>
                </a:cubicBezTo>
                <a:cubicBezTo>
                  <a:pt x="5528223" y="593979"/>
                  <a:pt x="5529176" y="594645"/>
                  <a:pt x="5531557" y="595503"/>
                </a:cubicBezTo>
                <a:cubicBezTo>
                  <a:pt x="5533938" y="596360"/>
                  <a:pt x="5537558" y="599979"/>
                  <a:pt x="5537272" y="604170"/>
                </a:cubicBezTo>
                <a:cubicBezTo>
                  <a:pt x="5536986" y="608361"/>
                  <a:pt x="5536701" y="609885"/>
                  <a:pt x="5538796" y="609885"/>
                </a:cubicBezTo>
                <a:cubicBezTo>
                  <a:pt x="5540891" y="609885"/>
                  <a:pt x="5540606" y="606933"/>
                  <a:pt x="5540891" y="603313"/>
                </a:cubicBezTo>
                <a:cubicBezTo>
                  <a:pt x="5541177" y="599789"/>
                  <a:pt x="5542415" y="599122"/>
                  <a:pt x="5545368" y="598551"/>
                </a:cubicBezTo>
                <a:cubicBezTo>
                  <a:pt x="5548321" y="597979"/>
                  <a:pt x="5556131" y="600075"/>
                  <a:pt x="5558227" y="600646"/>
                </a:cubicBezTo>
                <a:cubicBezTo>
                  <a:pt x="5560323" y="601313"/>
                  <a:pt x="5561179" y="603408"/>
                  <a:pt x="5559084" y="603980"/>
                </a:cubicBezTo>
                <a:cubicBezTo>
                  <a:pt x="5556988" y="604647"/>
                  <a:pt x="5556988" y="604647"/>
                  <a:pt x="5561751" y="605504"/>
                </a:cubicBezTo>
                <a:cubicBezTo>
                  <a:pt x="5566513" y="606361"/>
                  <a:pt x="5566228" y="609695"/>
                  <a:pt x="5566799" y="611504"/>
                </a:cubicBezTo>
                <a:cubicBezTo>
                  <a:pt x="5567371" y="613314"/>
                  <a:pt x="5568323" y="613314"/>
                  <a:pt x="5570990" y="613886"/>
                </a:cubicBezTo>
                <a:cubicBezTo>
                  <a:pt x="5573657" y="614552"/>
                  <a:pt x="5575753" y="618172"/>
                  <a:pt x="5573657" y="619029"/>
                </a:cubicBezTo>
                <a:cubicBezTo>
                  <a:pt x="5571562" y="619982"/>
                  <a:pt x="5569752" y="621792"/>
                  <a:pt x="5573086" y="622363"/>
                </a:cubicBezTo>
                <a:cubicBezTo>
                  <a:pt x="5576420" y="622935"/>
                  <a:pt x="5577277" y="622077"/>
                  <a:pt x="5577277" y="625030"/>
                </a:cubicBezTo>
                <a:cubicBezTo>
                  <a:pt x="5577277" y="627983"/>
                  <a:pt x="5576038" y="627697"/>
                  <a:pt x="5581182" y="627983"/>
                </a:cubicBezTo>
                <a:cubicBezTo>
                  <a:pt x="5581182" y="627983"/>
                  <a:pt x="5585373" y="628554"/>
                  <a:pt x="5586897" y="628840"/>
                </a:cubicBezTo>
                <a:cubicBezTo>
                  <a:pt x="5588421" y="629126"/>
                  <a:pt x="5587755" y="634841"/>
                  <a:pt x="5586897" y="636650"/>
                </a:cubicBezTo>
                <a:cubicBezTo>
                  <a:pt x="5585945" y="638460"/>
                  <a:pt x="5585659" y="639984"/>
                  <a:pt x="5585373" y="642366"/>
                </a:cubicBezTo>
                <a:cubicBezTo>
                  <a:pt x="5585087" y="644842"/>
                  <a:pt x="5584706" y="648081"/>
                  <a:pt x="5581754" y="647795"/>
                </a:cubicBezTo>
                <a:cubicBezTo>
                  <a:pt x="5578706" y="647509"/>
                  <a:pt x="5579658" y="647509"/>
                  <a:pt x="5580229" y="649604"/>
                </a:cubicBezTo>
                <a:cubicBezTo>
                  <a:pt x="5580801" y="651700"/>
                  <a:pt x="5579658" y="652938"/>
                  <a:pt x="5576038" y="653510"/>
                </a:cubicBezTo>
                <a:cubicBezTo>
                  <a:pt x="5572514" y="654081"/>
                  <a:pt x="5567657" y="661606"/>
                  <a:pt x="5564990" y="664559"/>
                </a:cubicBezTo>
                <a:cubicBezTo>
                  <a:pt x="5562322" y="667512"/>
                  <a:pt x="5564704" y="668750"/>
                  <a:pt x="5564990" y="671702"/>
                </a:cubicBezTo>
                <a:cubicBezTo>
                  <a:pt x="5565276" y="674655"/>
                  <a:pt x="5567942" y="678561"/>
                  <a:pt x="5565847" y="680085"/>
                </a:cubicBezTo>
                <a:cubicBezTo>
                  <a:pt x="5563751" y="681608"/>
                  <a:pt x="5564609" y="681037"/>
                  <a:pt x="5564323" y="683704"/>
                </a:cubicBezTo>
                <a:cubicBezTo>
                  <a:pt x="5564037" y="686466"/>
                  <a:pt x="5563751" y="686181"/>
                  <a:pt x="5562513" y="691229"/>
                </a:cubicBezTo>
                <a:cubicBezTo>
                  <a:pt x="5561275" y="696372"/>
                  <a:pt x="5560132" y="698468"/>
                  <a:pt x="5558608" y="698754"/>
                </a:cubicBezTo>
                <a:cubicBezTo>
                  <a:pt x="5557084" y="699039"/>
                  <a:pt x="5554989" y="700849"/>
                  <a:pt x="5552321" y="702373"/>
                </a:cubicBezTo>
                <a:cubicBezTo>
                  <a:pt x="5549655" y="703897"/>
                  <a:pt x="5541844" y="704469"/>
                  <a:pt x="5537653" y="704183"/>
                </a:cubicBezTo>
                <a:cubicBezTo>
                  <a:pt x="5533462" y="703897"/>
                  <a:pt x="5525651" y="707517"/>
                  <a:pt x="5519937" y="707517"/>
                </a:cubicBezTo>
                <a:cubicBezTo>
                  <a:pt x="5514221" y="707517"/>
                  <a:pt x="5506411" y="709613"/>
                  <a:pt x="5501934" y="711136"/>
                </a:cubicBezTo>
                <a:cubicBezTo>
                  <a:pt x="5497362" y="712565"/>
                  <a:pt x="5483646" y="716470"/>
                  <a:pt x="5476121" y="715899"/>
                </a:cubicBezTo>
                <a:cubicBezTo>
                  <a:pt x="5468597" y="715327"/>
                  <a:pt x="5468882" y="726090"/>
                  <a:pt x="5470406" y="731520"/>
                </a:cubicBezTo>
                <a:cubicBezTo>
                  <a:pt x="5471930" y="736949"/>
                  <a:pt x="5468597" y="742283"/>
                  <a:pt x="5464406" y="747998"/>
                </a:cubicBezTo>
                <a:cubicBezTo>
                  <a:pt x="5460215" y="753618"/>
                  <a:pt x="5461167" y="770096"/>
                  <a:pt x="5462024" y="779430"/>
                </a:cubicBezTo>
                <a:cubicBezTo>
                  <a:pt x="5462882" y="788670"/>
                  <a:pt x="5459929" y="802767"/>
                  <a:pt x="5458691" y="808767"/>
                </a:cubicBezTo>
                <a:cubicBezTo>
                  <a:pt x="5457547" y="814768"/>
                  <a:pt x="5460501" y="813530"/>
                  <a:pt x="5462310" y="812673"/>
                </a:cubicBezTo>
                <a:cubicBezTo>
                  <a:pt x="5464120" y="811815"/>
                  <a:pt x="5463167" y="809434"/>
                  <a:pt x="5464406" y="806386"/>
                </a:cubicBezTo>
                <a:cubicBezTo>
                  <a:pt x="5465644" y="803433"/>
                  <a:pt x="5464691" y="793242"/>
                  <a:pt x="5465929" y="791432"/>
                </a:cubicBezTo>
                <a:cubicBezTo>
                  <a:pt x="5467168" y="789622"/>
                  <a:pt x="5468978" y="785717"/>
                  <a:pt x="5469264" y="774668"/>
                </a:cubicBezTo>
                <a:cubicBezTo>
                  <a:pt x="5469549" y="763524"/>
                  <a:pt x="5474026" y="754570"/>
                  <a:pt x="5478217" y="752760"/>
                </a:cubicBezTo>
                <a:cubicBezTo>
                  <a:pt x="5482408" y="750950"/>
                  <a:pt x="5485646" y="745236"/>
                  <a:pt x="5491647" y="739235"/>
                </a:cubicBezTo>
                <a:cubicBezTo>
                  <a:pt x="5497648" y="733234"/>
                  <a:pt x="5509935" y="737139"/>
                  <a:pt x="5511745" y="737711"/>
                </a:cubicBezTo>
                <a:cubicBezTo>
                  <a:pt x="5513554" y="738377"/>
                  <a:pt x="5521365" y="740092"/>
                  <a:pt x="5526414" y="741330"/>
                </a:cubicBezTo>
                <a:cubicBezTo>
                  <a:pt x="5531461" y="742569"/>
                  <a:pt x="5527937" y="746093"/>
                  <a:pt x="5530605" y="747617"/>
                </a:cubicBezTo>
                <a:cubicBezTo>
                  <a:pt x="5533271" y="749141"/>
                  <a:pt x="5534510" y="754475"/>
                  <a:pt x="5532700" y="755999"/>
                </a:cubicBezTo>
                <a:cubicBezTo>
                  <a:pt x="5530985" y="757523"/>
                  <a:pt x="5529462" y="758094"/>
                  <a:pt x="5529747" y="759904"/>
                </a:cubicBezTo>
                <a:cubicBezTo>
                  <a:pt x="5530033" y="761714"/>
                  <a:pt x="5528223" y="763238"/>
                  <a:pt x="5526128" y="765048"/>
                </a:cubicBezTo>
                <a:cubicBezTo>
                  <a:pt x="5524032" y="766857"/>
                  <a:pt x="5522508" y="768667"/>
                  <a:pt x="5520698" y="766857"/>
                </a:cubicBezTo>
                <a:cubicBezTo>
                  <a:pt x="5518888" y="765048"/>
                  <a:pt x="5518031" y="766572"/>
                  <a:pt x="5515936" y="765333"/>
                </a:cubicBezTo>
                <a:cubicBezTo>
                  <a:pt x="5513840" y="764190"/>
                  <a:pt x="5512888" y="764190"/>
                  <a:pt x="5512602" y="766857"/>
                </a:cubicBezTo>
                <a:cubicBezTo>
                  <a:pt x="5512221" y="769620"/>
                  <a:pt x="5511650" y="767810"/>
                  <a:pt x="5509269" y="770477"/>
                </a:cubicBezTo>
                <a:cubicBezTo>
                  <a:pt x="5506792" y="773144"/>
                  <a:pt x="5509554" y="773144"/>
                  <a:pt x="5512221" y="772572"/>
                </a:cubicBezTo>
                <a:cubicBezTo>
                  <a:pt x="5514888" y="772002"/>
                  <a:pt x="5518794" y="772287"/>
                  <a:pt x="5524508" y="774096"/>
                </a:cubicBezTo>
                <a:cubicBezTo>
                  <a:pt x="5530223" y="775906"/>
                  <a:pt x="5528699" y="772858"/>
                  <a:pt x="5532319" y="769905"/>
                </a:cubicBezTo>
                <a:cubicBezTo>
                  <a:pt x="5535843" y="766952"/>
                  <a:pt x="5540034" y="769620"/>
                  <a:pt x="5541273" y="775906"/>
                </a:cubicBezTo>
                <a:cubicBezTo>
                  <a:pt x="5542511" y="782193"/>
                  <a:pt x="5542225" y="784002"/>
                  <a:pt x="5540986" y="786669"/>
                </a:cubicBezTo>
                <a:cubicBezTo>
                  <a:pt x="5539748" y="789336"/>
                  <a:pt x="5538891" y="789622"/>
                  <a:pt x="5541273" y="790860"/>
                </a:cubicBezTo>
                <a:cubicBezTo>
                  <a:pt x="5543654" y="792003"/>
                  <a:pt x="5541939" y="792003"/>
                  <a:pt x="5544892" y="789336"/>
                </a:cubicBezTo>
                <a:cubicBezTo>
                  <a:pt x="5547940" y="786574"/>
                  <a:pt x="5550035" y="789336"/>
                  <a:pt x="5550321" y="792289"/>
                </a:cubicBezTo>
                <a:cubicBezTo>
                  <a:pt x="5550607" y="795242"/>
                  <a:pt x="5552703" y="797337"/>
                  <a:pt x="5552417" y="798861"/>
                </a:cubicBezTo>
                <a:cubicBezTo>
                  <a:pt x="5552131" y="800385"/>
                  <a:pt x="5555084" y="802195"/>
                  <a:pt x="5556322" y="800385"/>
                </a:cubicBezTo>
                <a:cubicBezTo>
                  <a:pt x="5558703" y="796861"/>
                  <a:pt x="5559275" y="800957"/>
                  <a:pt x="5562894" y="804005"/>
                </a:cubicBezTo>
                <a:cubicBezTo>
                  <a:pt x="5566513" y="806958"/>
                  <a:pt x="5575181" y="810006"/>
                  <a:pt x="5578515" y="810291"/>
                </a:cubicBezTo>
                <a:cubicBezTo>
                  <a:pt x="5581849" y="810577"/>
                  <a:pt x="5580896" y="811529"/>
                  <a:pt x="5584516" y="812387"/>
                </a:cubicBezTo>
                <a:cubicBezTo>
                  <a:pt x="5588135" y="813244"/>
                  <a:pt x="5587564" y="814197"/>
                  <a:pt x="5589660" y="814482"/>
                </a:cubicBezTo>
                <a:cubicBezTo>
                  <a:pt x="5591755" y="814768"/>
                  <a:pt x="5592041" y="814768"/>
                  <a:pt x="5592326" y="812673"/>
                </a:cubicBezTo>
                <a:cubicBezTo>
                  <a:pt x="5592612" y="810577"/>
                  <a:pt x="5592898" y="811720"/>
                  <a:pt x="5594708" y="811434"/>
                </a:cubicBezTo>
                <a:cubicBezTo>
                  <a:pt x="5596517" y="811149"/>
                  <a:pt x="5597089" y="811720"/>
                  <a:pt x="5598899" y="813816"/>
                </a:cubicBezTo>
                <a:cubicBezTo>
                  <a:pt x="5600708" y="815911"/>
                  <a:pt x="5601851" y="812863"/>
                  <a:pt x="5603661" y="809910"/>
                </a:cubicBezTo>
                <a:cubicBezTo>
                  <a:pt x="5605471" y="806862"/>
                  <a:pt x="5607852" y="807529"/>
                  <a:pt x="5607852" y="810196"/>
                </a:cubicBezTo>
                <a:cubicBezTo>
                  <a:pt x="5607852" y="812863"/>
                  <a:pt x="5609947" y="812863"/>
                  <a:pt x="5612329" y="810482"/>
                </a:cubicBezTo>
                <a:cubicBezTo>
                  <a:pt x="5614710" y="808100"/>
                  <a:pt x="5615948" y="809339"/>
                  <a:pt x="5618615" y="809910"/>
                </a:cubicBezTo>
                <a:cubicBezTo>
                  <a:pt x="5621282" y="810482"/>
                  <a:pt x="5624616" y="812292"/>
                  <a:pt x="5623378" y="814673"/>
                </a:cubicBezTo>
                <a:cubicBezTo>
                  <a:pt x="5622235" y="817054"/>
                  <a:pt x="5623378" y="816483"/>
                  <a:pt x="5626998" y="816197"/>
                </a:cubicBezTo>
                <a:cubicBezTo>
                  <a:pt x="5630617" y="815816"/>
                  <a:pt x="5626045" y="822769"/>
                  <a:pt x="5623378" y="825150"/>
                </a:cubicBezTo>
                <a:cubicBezTo>
                  <a:pt x="5620711" y="827532"/>
                  <a:pt x="5614044" y="832675"/>
                  <a:pt x="5613472" y="835342"/>
                </a:cubicBezTo>
                <a:cubicBezTo>
                  <a:pt x="5612901" y="838009"/>
                  <a:pt x="5611376" y="838009"/>
                  <a:pt x="5609281" y="840105"/>
                </a:cubicBezTo>
                <a:cubicBezTo>
                  <a:pt x="5607185" y="842295"/>
                  <a:pt x="5602994" y="846772"/>
                  <a:pt x="5602423" y="849439"/>
                </a:cubicBezTo>
                <a:cubicBezTo>
                  <a:pt x="5601756" y="852106"/>
                  <a:pt x="5602709" y="853249"/>
                  <a:pt x="5600899" y="852392"/>
                </a:cubicBezTo>
                <a:cubicBezTo>
                  <a:pt x="5599185" y="851535"/>
                  <a:pt x="5599470" y="851154"/>
                  <a:pt x="5597946" y="852392"/>
                </a:cubicBezTo>
                <a:cubicBezTo>
                  <a:pt x="5596422" y="853630"/>
                  <a:pt x="5599089" y="854487"/>
                  <a:pt x="5600899" y="856297"/>
                </a:cubicBezTo>
                <a:cubicBezTo>
                  <a:pt x="5602709" y="858107"/>
                  <a:pt x="5602709" y="861060"/>
                  <a:pt x="5600328" y="860202"/>
                </a:cubicBezTo>
                <a:cubicBezTo>
                  <a:pt x="5597946" y="859345"/>
                  <a:pt x="5597946" y="861155"/>
                  <a:pt x="5598518" y="865632"/>
                </a:cubicBezTo>
                <a:cubicBezTo>
                  <a:pt x="5599089" y="870108"/>
                  <a:pt x="5597280" y="871347"/>
                  <a:pt x="5593089" y="871918"/>
                </a:cubicBezTo>
                <a:cubicBezTo>
                  <a:pt x="5588898" y="872490"/>
                  <a:pt x="5591279" y="874585"/>
                  <a:pt x="5593374" y="874585"/>
                </a:cubicBezTo>
                <a:cubicBezTo>
                  <a:pt x="5595470" y="874585"/>
                  <a:pt x="5596041" y="876681"/>
                  <a:pt x="5593660" y="879062"/>
                </a:cubicBezTo>
                <a:cubicBezTo>
                  <a:pt x="5591183" y="881443"/>
                  <a:pt x="5587373" y="879633"/>
                  <a:pt x="5584326" y="877252"/>
                </a:cubicBezTo>
                <a:cubicBezTo>
                  <a:pt x="5581278" y="874871"/>
                  <a:pt x="5581944" y="874299"/>
                  <a:pt x="5578610" y="874299"/>
                </a:cubicBezTo>
                <a:cubicBezTo>
                  <a:pt x="5575372" y="874299"/>
                  <a:pt x="5577087" y="871347"/>
                  <a:pt x="5576229" y="869537"/>
                </a:cubicBezTo>
                <a:cubicBezTo>
                  <a:pt x="5575277" y="867822"/>
                  <a:pt x="5573181" y="864203"/>
                  <a:pt x="5574991" y="860583"/>
                </a:cubicBezTo>
                <a:cubicBezTo>
                  <a:pt x="5576801" y="857059"/>
                  <a:pt x="5575848" y="855821"/>
                  <a:pt x="5573467" y="857916"/>
                </a:cubicBezTo>
                <a:cubicBezTo>
                  <a:pt x="5571086" y="860012"/>
                  <a:pt x="5571657" y="859155"/>
                  <a:pt x="5571657" y="859155"/>
                </a:cubicBezTo>
                <a:cubicBezTo>
                  <a:pt x="5571657" y="859155"/>
                  <a:pt x="5571371" y="855630"/>
                  <a:pt x="5571371" y="852297"/>
                </a:cubicBezTo>
                <a:cubicBezTo>
                  <a:pt x="5571371" y="849058"/>
                  <a:pt x="5575944" y="840676"/>
                  <a:pt x="5578896" y="837342"/>
                </a:cubicBezTo>
                <a:cubicBezTo>
                  <a:pt x="5581849" y="834009"/>
                  <a:pt x="5583087" y="832770"/>
                  <a:pt x="5581278" y="831913"/>
                </a:cubicBezTo>
                <a:cubicBezTo>
                  <a:pt x="5579468" y="831056"/>
                  <a:pt x="5578515" y="831342"/>
                  <a:pt x="5579753" y="829818"/>
                </a:cubicBezTo>
                <a:cubicBezTo>
                  <a:pt x="5580992" y="828294"/>
                  <a:pt x="5583373" y="830389"/>
                  <a:pt x="5585754" y="831913"/>
                </a:cubicBezTo>
                <a:cubicBezTo>
                  <a:pt x="5588231" y="833437"/>
                  <a:pt x="5589088" y="832580"/>
                  <a:pt x="5591183" y="829246"/>
                </a:cubicBezTo>
                <a:cubicBezTo>
                  <a:pt x="5593279" y="825912"/>
                  <a:pt x="5595660" y="826579"/>
                  <a:pt x="5595088" y="825055"/>
                </a:cubicBezTo>
                <a:cubicBezTo>
                  <a:pt x="5594517" y="823531"/>
                  <a:pt x="5592993" y="823245"/>
                  <a:pt x="5591183" y="824769"/>
                </a:cubicBezTo>
                <a:cubicBezTo>
                  <a:pt x="5589469" y="826198"/>
                  <a:pt x="5588802" y="826865"/>
                  <a:pt x="5584040" y="825341"/>
                </a:cubicBezTo>
                <a:cubicBezTo>
                  <a:pt x="5579182" y="823817"/>
                  <a:pt x="5577753" y="824769"/>
                  <a:pt x="5574419" y="827151"/>
                </a:cubicBezTo>
                <a:cubicBezTo>
                  <a:pt x="5571181" y="829532"/>
                  <a:pt x="5572038" y="824483"/>
                  <a:pt x="5573562" y="820864"/>
                </a:cubicBezTo>
                <a:cubicBezTo>
                  <a:pt x="5575086" y="817245"/>
                  <a:pt x="5573562" y="815149"/>
                  <a:pt x="5571467" y="814863"/>
                </a:cubicBezTo>
                <a:cubicBezTo>
                  <a:pt x="5569371" y="814577"/>
                  <a:pt x="5569657" y="816102"/>
                  <a:pt x="5569085" y="820007"/>
                </a:cubicBezTo>
                <a:cubicBezTo>
                  <a:pt x="5568514" y="823912"/>
                  <a:pt x="5566704" y="827246"/>
                  <a:pt x="5564323" y="828103"/>
                </a:cubicBezTo>
                <a:cubicBezTo>
                  <a:pt x="5561942" y="829056"/>
                  <a:pt x="5560418" y="830865"/>
                  <a:pt x="5558037" y="833247"/>
                </a:cubicBezTo>
                <a:cubicBezTo>
                  <a:pt x="5555655" y="835723"/>
                  <a:pt x="5556227" y="836295"/>
                  <a:pt x="5556227" y="838676"/>
                </a:cubicBezTo>
                <a:cubicBezTo>
                  <a:pt x="5556227" y="841057"/>
                  <a:pt x="5552036" y="844105"/>
                  <a:pt x="5549940" y="842867"/>
                </a:cubicBezTo>
                <a:cubicBezTo>
                  <a:pt x="5547845" y="841724"/>
                  <a:pt x="5549369" y="843819"/>
                  <a:pt x="5545178" y="844105"/>
                </a:cubicBezTo>
                <a:lnTo>
                  <a:pt x="5542611" y="844545"/>
                </a:lnTo>
                <a:lnTo>
                  <a:pt x="5546607" y="847343"/>
                </a:lnTo>
                <a:cubicBezTo>
                  <a:pt x="5549369" y="847724"/>
                  <a:pt x="5548131" y="850677"/>
                  <a:pt x="5549941" y="850677"/>
                </a:cubicBezTo>
                <a:cubicBezTo>
                  <a:pt x="5551750" y="850677"/>
                  <a:pt x="5551084" y="850391"/>
                  <a:pt x="5550227" y="853058"/>
                </a:cubicBezTo>
                <a:cubicBezTo>
                  <a:pt x="5549274" y="855820"/>
                  <a:pt x="5548131" y="856106"/>
                  <a:pt x="5548417" y="858487"/>
                </a:cubicBezTo>
                <a:cubicBezTo>
                  <a:pt x="5548702" y="860869"/>
                  <a:pt x="5547559" y="860297"/>
                  <a:pt x="5544226" y="859059"/>
                </a:cubicBezTo>
                <a:cubicBezTo>
                  <a:pt x="5540987" y="858392"/>
                  <a:pt x="5542130" y="861440"/>
                  <a:pt x="5539368" y="862488"/>
                </a:cubicBezTo>
                <a:cubicBezTo>
                  <a:pt x="5538701" y="862678"/>
                  <a:pt x="5538606" y="863917"/>
                  <a:pt x="5537082" y="863536"/>
                </a:cubicBezTo>
                <a:cubicBezTo>
                  <a:pt x="5534415" y="862869"/>
                  <a:pt x="5534129" y="863536"/>
                  <a:pt x="5534701" y="866488"/>
                </a:cubicBezTo>
                <a:cubicBezTo>
                  <a:pt x="5535272" y="869441"/>
                  <a:pt x="5529843" y="860202"/>
                  <a:pt x="5528985" y="862297"/>
                </a:cubicBezTo>
                <a:cubicBezTo>
                  <a:pt x="5528033" y="864393"/>
                  <a:pt x="5528319" y="868584"/>
                  <a:pt x="5529843" y="873727"/>
                </a:cubicBezTo>
                <a:cubicBezTo>
                  <a:pt x="5531272" y="878871"/>
                  <a:pt x="5528033" y="882490"/>
                  <a:pt x="5524700" y="883348"/>
                </a:cubicBezTo>
                <a:cubicBezTo>
                  <a:pt x="5521461" y="884205"/>
                  <a:pt x="5525652" y="884491"/>
                  <a:pt x="5523842" y="887824"/>
                </a:cubicBezTo>
                <a:cubicBezTo>
                  <a:pt x="5522032" y="891063"/>
                  <a:pt x="5521461" y="889253"/>
                  <a:pt x="5519651" y="888396"/>
                </a:cubicBezTo>
                <a:cubicBezTo>
                  <a:pt x="5517841" y="887443"/>
                  <a:pt x="5518413" y="888110"/>
                  <a:pt x="5518127" y="897064"/>
                </a:cubicBezTo>
                <a:cubicBezTo>
                  <a:pt x="5517841" y="906017"/>
                  <a:pt x="5520223" y="911446"/>
                  <a:pt x="5524700" y="911446"/>
                </a:cubicBezTo>
                <a:cubicBezTo>
                  <a:pt x="5529272" y="911446"/>
                  <a:pt x="5527462" y="912304"/>
                  <a:pt x="5526223" y="914113"/>
                </a:cubicBezTo>
                <a:cubicBezTo>
                  <a:pt x="5524985" y="915828"/>
                  <a:pt x="5525652" y="915542"/>
                  <a:pt x="5524414" y="918876"/>
                </a:cubicBezTo>
                <a:cubicBezTo>
                  <a:pt x="5523175" y="922114"/>
                  <a:pt x="5526795" y="923638"/>
                  <a:pt x="5530414" y="921543"/>
                </a:cubicBezTo>
                <a:cubicBezTo>
                  <a:pt x="5533939" y="919447"/>
                  <a:pt x="5532510" y="920590"/>
                  <a:pt x="5533367" y="922114"/>
                </a:cubicBezTo>
                <a:cubicBezTo>
                  <a:pt x="5534320" y="923543"/>
                  <a:pt x="5535177" y="925924"/>
                  <a:pt x="5538797" y="929258"/>
                </a:cubicBezTo>
                <a:cubicBezTo>
                  <a:pt x="5542416" y="932497"/>
                  <a:pt x="5546321" y="934973"/>
                  <a:pt x="5548702" y="933735"/>
                </a:cubicBezTo>
                <a:cubicBezTo>
                  <a:pt x="5551084" y="932592"/>
                  <a:pt x="5549941" y="929544"/>
                  <a:pt x="5546607" y="926877"/>
                </a:cubicBezTo>
                <a:cubicBezTo>
                  <a:pt x="5543273" y="924210"/>
                  <a:pt x="5544797" y="923924"/>
                  <a:pt x="5547179" y="924496"/>
                </a:cubicBezTo>
                <a:cubicBezTo>
                  <a:pt x="5549560" y="925067"/>
                  <a:pt x="5551941" y="928972"/>
                  <a:pt x="5554036" y="932592"/>
                </a:cubicBezTo>
                <a:cubicBezTo>
                  <a:pt x="5556132" y="936211"/>
                  <a:pt x="5554608" y="936783"/>
                  <a:pt x="5552513" y="936783"/>
                </a:cubicBezTo>
                <a:cubicBezTo>
                  <a:pt x="5550417" y="936783"/>
                  <a:pt x="5549464" y="937640"/>
                  <a:pt x="5548608" y="939736"/>
                </a:cubicBezTo>
                <a:cubicBezTo>
                  <a:pt x="5547655" y="941831"/>
                  <a:pt x="5545273" y="945451"/>
                  <a:pt x="5542892" y="943641"/>
                </a:cubicBezTo>
                <a:cubicBezTo>
                  <a:pt x="5540416" y="941831"/>
                  <a:pt x="5539844" y="943355"/>
                  <a:pt x="5539844" y="947832"/>
                </a:cubicBezTo>
                <a:cubicBezTo>
                  <a:pt x="5539844" y="952309"/>
                  <a:pt x="5535368" y="944498"/>
                  <a:pt x="5533558" y="942117"/>
                </a:cubicBezTo>
                <a:cubicBezTo>
                  <a:pt x="5531748" y="939736"/>
                  <a:pt x="5529367" y="943927"/>
                  <a:pt x="5529367" y="943927"/>
                </a:cubicBezTo>
                <a:cubicBezTo>
                  <a:pt x="5529367" y="943927"/>
                  <a:pt x="5530891" y="945165"/>
                  <a:pt x="5534510" y="950213"/>
                </a:cubicBezTo>
                <a:cubicBezTo>
                  <a:pt x="5538130" y="955261"/>
                  <a:pt x="5532986" y="955833"/>
                  <a:pt x="5530034" y="957071"/>
                </a:cubicBezTo>
                <a:cubicBezTo>
                  <a:pt x="5526986" y="958214"/>
                  <a:pt x="5523461" y="961262"/>
                  <a:pt x="5518318" y="961548"/>
                </a:cubicBezTo>
                <a:cubicBezTo>
                  <a:pt x="5513270" y="961834"/>
                  <a:pt x="5512698" y="965739"/>
                  <a:pt x="5509364" y="970501"/>
                </a:cubicBezTo>
                <a:cubicBezTo>
                  <a:pt x="5506126" y="975264"/>
                  <a:pt x="5510888" y="972883"/>
                  <a:pt x="5515079" y="972311"/>
                </a:cubicBezTo>
                <a:cubicBezTo>
                  <a:pt x="5519270" y="971644"/>
                  <a:pt x="5521652" y="971073"/>
                  <a:pt x="5525557" y="968692"/>
                </a:cubicBezTo>
                <a:cubicBezTo>
                  <a:pt x="5529462" y="966310"/>
                  <a:pt x="5529748" y="966025"/>
                  <a:pt x="5529748" y="968406"/>
                </a:cubicBezTo>
                <a:cubicBezTo>
                  <a:pt x="5529748" y="970787"/>
                  <a:pt x="5531272" y="969644"/>
                  <a:pt x="5533082" y="968406"/>
                </a:cubicBezTo>
                <a:cubicBezTo>
                  <a:pt x="5534796" y="967168"/>
                  <a:pt x="5536320" y="968692"/>
                  <a:pt x="5533939" y="970787"/>
                </a:cubicBezTo>
                <a:cubicBezTo>
                  <a:pt x="5531557" y="972883"/>
                  <a:pt x="5529462" y="972883"/>
                  <a:pt x="5526795" y="973454"/>
                </a:cubicBezTo>
                <a:cubicBezTo>
                  <a:pt x="5524033" y="974026"/>
                  <a:pt x="5510602" y="980979"/>
                  <a:pt x="5505173" y="983646"/>
                </a:cubicBezTo>
                <a:cubicBezTo>
                  <a:pt x="5499839" y="986408"/>
                  <a:pt x="5502506" y="986408"/>
                  <a:pt x="5504602" y="986980"/>
                </a:cubicBezTo>
                <a:cubicBezTo>
                  <a:pt x="5506697" y="987646"/>
                  <a:pt x="5509079" y="990028"/>
                  <a:pt x="5510602" y="992695"/>
                </a:cubicBezTo>
                <a:cubicBezTo>
                  <a:pt x="5512127" y="995457"/>
                  <a:pt x="5514222" y="1000505"/>
                  <a:pt x="5513650" y="1004125"/>
                </a:cubicBezTo>
                <a:cubicBezTo>
                  <a:pt x="5512984" y="1007649"/>
                  <a:pt x="5513936" y="1008030"/>
                  <a:pt x="5516318" y="1010697"/>
                </a:cubicBezTo>
                <a:cubicBezTo>
                  <a:pt x="5518699" y="1013364"/>
                  <a:pt x="5518699" y="1018222"/>
                  <a:pt x="5516603" y="1023270"/>
                </a:cubicBezTo>
                <a:cubicBezTo>
                  <a:pt x="5514508" y="1028413"/>
                  <a:pt x="5514222" y="1025080"/>
                  <a:pt x="5514222" y="1020889"/>
                </a:cubicBezTo>
                <a:cubicBezTo>
                  <a:pt x="5514222" y="1016698"/>
                  <a:pt x="5510031" y="1014602"/>
                  <a:pt x="5504602" y="1012792"/>
                </a:cubicBezTo>
                <a:cubicBezTo>
                  <a:pt x="5499173" y="1010983"/>
                  <a:pt x="5498029" y="1008506"/>
                  <a:pt x="5496505" y="1003458"/>
                </a:cubicBezTo>
                <a:cubicBezTo>
                  <a:pt x="5494982" y="998410"/>
                  <a:pt x="5494982" y="1001648"/>
                  <a:pt x="5494696" y="1005268"/>
                </a:cubicBezTo>
                <a:cubicBezTo>
                  <a:pt x="5494410" y="1008887"/>
                  <a:pt x="5497934" y="1014221"/>
                  <a:pt x="5499173" y="1016031"/>
                </a:cubicBezTo>
                <a:cubicBezTo>
                  <a:pt x="5500410" y="1017841"/>
                  <a:pt x="5504221" y="1019365"/>
                  <a:pt x="5507554" y="1024127"/>
                </a:cubicBezTo>
                <a:cubicBezTo>
                  <a:pt x="5510888" y="1028985"/>
                  <a:pt x="5511745" y="1029842"/>
                  <a:pt x="5513555" y="1029842"/>
                </a:cubicBezTo>
                <a:cubicBezTo>
                  <a:pt x="5515365" y="1029842"/>
                  <a:pt x="5516318" y="1031652"/>
                  <a:pt x="5518984" y="1037367"/>
                </a:cubicBezTo>
                <a:cubicBezTo>
                  <a:pt x="5521652" y="1043082"/>
                  <a:pt x="5521366" y="1053274"/>
                  <a:pt x="5519270" y="1059274"/>
                </a:cubicBezTo>
                <a:cubicBezTo>
                  <a:pt x="5517175" y="1065275"/>
                  <a:pt x="5522509" y="1071276"/>
                  <a:pt x="5520127" y="1073086"/>
                </a:cubicBezTo>
                <a:cubicBezTo>
                  <a:pt x="5517746" y="1074895"/>
                  <a:pt x="5518889" y="1073752"/>
                  <a:pt x="5518318" y="1070419"/>
                </a:cubicBezTo>
                <a:cubicBezTo>
                  <a:pt x="5517746" y="1067180"/>
                  <a:pt x="5515365" y="1065656"/>
                  <a:pt x="5513555" y="1063275"/>
                </a:cubicBezTo>
                <a:cubicBezTo>
                  <a:pt x="5511745" y="1060894"/>
                  <a:pt x="5512317" y="1056036"/>
                  <a:pt x="5512317" y="1051273"/>
                </a:cubicBezTo>
                <a:cubicBezTo>
                  <a:pt x="5512317" y="1046511"/>
                  <a:pt x="5510793" y="1048321"/>
                  <a:pt x="5509935" y="1046797"/>
                </a:cubicBezTo>
                <a:cubicBezTo>
                  <a:pt x="5508983" y="1045273"/>
                  <a:pt x="5508412" y="1040796"/>
                  <a:pt x="5506030" y="1038415"/>
                </a:cubicBezTo>
                <a:cubicBezTo>
                  <a:pt x="5503649" y="1036033"/>
                  <a:pt x="5502411" y="1036605"/>
                  <a:pt x="5502125" y="1038700"/>
                </a:cubicBezTo>
                <a:cubicBezTo>
                  <a:pt x="5501839" y="1040796"/>
                  <a:pt x="5500316" y="1039653"/>
                  <a:pt x="5497363" y="1037843"/>
                </a:cubicBezTo>
                <a:cubicBezTo>
                  <a:pt x="5494410" y="1036033"/>
                  <a:pt x="5494410" y="1034319"/>
                  <a:pt x="5497363" y="1033081"/>
                </a:cubicBezTo>
                <a:cubicBezTo>
                  <a:pt x="5500410" y="1031842"/>
                  <a:pt x="5501935" y="1029461"/>
                  <a:pt x="5500697" y="1028890"/>
                </a:cubicBezTo>
                <a:cubicBezTo>
                  <a:pt x="5499458" y="1028318"/>
                  <a:pt x="5500983" y="1029175"/>
                  <a:pt x="5497077" y="1030699"/>
                </a:cubicBezTo>
                <a:cubicBezTo>
                  <a:pt x="5493172" y="1032223"/>
                  <a:pt x="5491076" y="1030985"/>
                  <a:pt x="5489552" y="1030128"/>
                </a:cubicBezTo>
                <a:cubicBezTo>
                  <a:pt x="5488028" y="1029175"/>
                  <a:pt x="5488600" y="1024984"/>
                  <a:pt x="5487743" y="1022603"/>
                </a:cubicBezTo>
                <a:cubicBezTo>
                  <a:pt x="5486790" y="1020127"/>
                  <a:pt x="5485647" y="1019841"/>
                  <a:pt x="5486218" y="1012983"/>
                </a:cubicBezTo>
                <a:cubicBezTo>
                  <a:pt x="5486790" y="1006030"/>
                  <a:pt x="5485647" y="1005458"/>
                  <a:pt x="5484123" y="1005744"/>
                </a:cubicBezTo>
                <a:cubicBezTo>
                  <a:pt x="5482599" y="1006030"/>
                  <a:pt x="5484123" y="1007839"/>
                  <a:pt x="5483837" y="1011173"/>
                </a:cubicBezTo>
                <a:cubicBezTo>
                  <a:pt x="5483552" y="1014507"/>
                  <a:pt x="5484409" y="1016602"/>
                  <a:pt x="5481742" y="1016602"/>
                </a:cubicBezTo>
                <a:cubicBezTo>
                  <a:pt x="5479075" y="1016602"/>
                  <a:pt x="5480504" y="1017555"/>
                  <a:pt x="5482027" y="1019936"/>
                </a:cubicBezTo>
                <a:cubicBezTo>
                  <a:pt x="5483552" y="1022317"/>
                  <a:pt x="5483552" y="1021746"/>
                  <a:pt x="5483837" y="1023841"/>
                </a:cubicBezTo>
                <a:cubicBezTo>
                  <a:pt x="5484123" y="1025937"/>
                  <a:pt x="5483837" y="1028699"/>
                  <a:pt x="5485361" y="1029556"/>
                </a:cubicBezTo>
                <a:cubicBezTo>
                  <a:pt x="5486885" y="1030509"/>
                  <a:pt x="5487838" y="1032604"/>
                  <a:pt x="5488695" y="1034986"/>
                </a:cubicBezTo>
                <a:cubicBezTo>
                  <a:pt x="5489552" y="1037367"/>
                  <a:pt x="5489552" y="1038224"/>
                  <a:pt x="5493743" y="1040034"/>
                </a:cubicBezTo>
                <a:cubicBezTo>
                  <a:pt x="5497934" y="1041844"/>
                  <a:pt x="5498220" y="1044225"/>
                  <a:pt x="5498220" y="1044225"/>
                </a:cubicBezTo>
                <a:cubicBezTo>
                  <a:pt x="5498220" y="1044225"/>
                  <a:pt x="5494029" y="1043939"/>
                  <a:pt x="5489838" y="1043368"/>
                </a:cubicBezTo>
                <a:cubicBezTo>
                  <a:pt x="5485647" y="1042796"/>
                  <a:pt x="5485361" y="1040701"/>
                  <a:pt x="5481742" y="1040415"/>
                </a:cubicBezTo>
                <a:cubicBezTo>
                  <a:pt x="5478122" y="1040129"/>
                  <a:pt x="5479361" y="1039558"/>
                  <a:pt x="5479361" y="1037462"/>
                </a:cubicBezTo>
                <a:cubicBezTo>
                  <a:pt x="5479361" y="1035367"/>
                  <a:pt x="5478789" y="1032128"/>
                  <a:pt x="5477265" y="1032985"/>
                </a:cubicBezTo>
                <a:cubicBezTo>
                  <a:pt x="5475836" y="1033938"/>
                  <a:pt x="5476408" y="1034224"/>
                  <a:pt x="5476693" y="1038415"/>
                </a:cubicBezTo>
                <a:cubicBezTo>
                  <a:pt x="5476979" y="1042701"/>
                  <a:pt x="5480313" y="1044415"/>
                  <a:pt x="5483266" y="1045654"/>
                </a:cubicBezTo>
                <a:cubicBezTo>
                  <a:pt x="5486218" y="1046797"/>
                  <a:pt x="5488314" y="1046511"/>
                  <a:pt x="5497648" y="1048321"/>
                </a:cubicBezTo>
                <a:cubicBezTo>
                  <a:pt x="5506983" y="1050130"/>
                  <a:pt x="5507554" y="1055845"/>
                  <a:pt x="5507554" y="1058798"/>
                </a:cubicBezTo>
                <a:cubicBezTo>
                  <a:pt x="5507554" y="1061751"/>
                  <a:pt x="5502220" y="1058131"/>
                  <a:pt x="5498887" y="1055464"/>
                </a:cubicBezTo>
                <a:cubicBezTo>
                  <a:pt x="5495553" y="1052797"/>
                  <a:pt x="5494982" y="1053083"/>
                  <a:pt x="5494982" y="1054607"/>
                </a:cubicBezTo>
                <a:cubicBezTo>
                  <a:pt x="5494982" y="1056131"/>
                  <a:pt x="5498601" y="1059655"/>
                  <a:pt x="5502506" y="1061179"/>
                </a:cubicBezTo>
                <a:cubicBezTo>
                  <a:pt x="5506317" y="1062703"/>
                  <a:pt x="5507840" y="1065085"/>
                  <a:pt x="5507554" y="1067180"/>
                </a:cubicBezTo>
                <a:cubicBezTo>
                  <a:pt x="5507269" y="1069276"/>
                  <a:pt x="5508793" y="1070800"/>
                  <a:pt x="5511174" y="1073752"/>
                </a:cubicBezTo>
                <a:cubicBezTo>
                  <a:pt x="5513650" y="1076705"/>
                  <a:pt x="5512698" y="1077943"/>
                  <a:pt x="5510602" y="1075848"/>
                </a:cubicBezTo>
                <a:cubicBezTo>
                  <a:pt x="5508507" y="1073752"/>
                  <a:pt x="5508507" y="1073467"/>
                  <a:pt x="5506697" y="1074324"/>
                </a:cubicBezTo>
                <a:cubicBezTo>
                  <a:pt x="5504888" y="1075181"/>
                  <a:pt x="5505840" y="1075753"/>
                  <a:pt x="5508507" y="1079086"/>
                </a:cubicBezTo>
                <a:cubicBezTo>
                  <a:pt x="5511174" y="1082325"/>
                  <a:pt x="5519270" y="1084706"/>
                  <a:pt x="5524985" y="1085944"/>
                </a:cubicBezTo>
                <a:cubicBezTo>
                  <a:pt x="5530700" y="1087183"/>
                  <a:pt x="5528891" y="1088707"/>
                  <a:pt x="5528891" y="1091659"/>
                </a:cubicBezTo>
                <a:cubicBezTo>
                  <a:pt x="5528891" y="1094707"/>
                  <a:pt x="5530414" y="1095279"/>
                  <a:pt x="5532224" y="1095565"/>
                </a:cubicBezTo>
                <a:cubicBezTo>
                  <a:pt x="5534034" y="1095850"/>
                  <a:pt x="5534320" y="1095850"/>
                  <a:pt x="5535844" y="1097374"/>
                </a:cubicBezTo>
                <a:cubicBezTo>
                  <a:pt x="5537368" y="1098803"/>
                  <a:pt x="5535844" y="1099089"/>
                  <a:pt x="5530795" y="1098232"/>
                </a:cubicBezTo>
                <a:cubicBezTo>
                  <a:pt x="5525652" y="1097374"/>
                  <a:pt x="5527176" y="1098232"/>
                  <a:pt x="5527176" y="1100327"/>
                </a:cubicBezTo>
                <a:cubicBezTo>
                  <a:pt x="5527176" y="1102423"/>
                  <a:pt x="5527176" y="1102423"/>
                  <a:pt x="5529558" y="1102708"/>
                </a:cubicBezTo>
                <a:cubicBezTo>
                  <a:pt x="5532034" y="1102994"/>
                  <a:pt x="5532891" y="1102994"/>
                  <a:pt x="5534986" y="1105375"/>
                </a:cubicBezTo>
                <a:cubicBezTo>
                  <a:pt x="5537082" y="1107757"/>
                  <a:pt x="5537082" y="1109566"/>
                  <a:pt x="5538320" y="1109852"/>
                </a:cubicBezTo>
                <a:cubicBezTo>
                  <a:pt x="5539463" y="1110138"/>
                  <a:pt x="5538606" y="1105947"/>
                  <a:pt x="5538892" y="1103566"/>
                </a:cubicBezTo>
                <a:cubicBezTo>
                  <a:pt x="5539177" y="1101184"/>
                  <a:pt x="5540416" y="1103851"/>
                  <a:pt x="5542797" y="1107185"/>
                </a:cubicBezTo>
                <a:cubicBezTo>
                  <a:pt x="5545178" y="1110424"/>
                  <a:pt x="5544607" y="1114043"/>
                  <a:pt x="5542797" y="1113757"/>
                </a:cubicBezTo>
                <a:cubicBezTo>
                  <a:pt x="5540987" y="1113472"/>
                  <a:pt x="5541273" y="1113472"/>
                  <a:pt x="5540987" y="1115853"/>
                </a:cubicBezTo>
                <a:cubicBezTo>
                  <a:pt x="5540702" y="1118234"/>
                  <a:pt x="5540130" y="1118520"/>
                  <a:pt x="5536225" y="1118520"/>
                </a:cubicBezTo>
                <a:cubicBezTo>
                  <a:pt x="5532320" y="1118520"/>
                  <a:pt x="5534986" y="1111662"/>
                  <a:pt x="5532891" y="1111376"/>
                </a:cubicBezTo>
                <a:cubicBezTo>
                  <a:pt x="5530795" y="1111090"/>
                  <a:pt x="5532224" y="1110519"/>
                  <a:pt x="5531367" y="1114710"/>
                </a:cubicBezTo>
                <a:cubicBezTo>
                  <a:pt x="5530510" y="1118901"/>
                  <a:pt x="5528985" y="1117186"/>
                  <a:pt x="5526604" y="1118044"/>
                </a:cubicBezTo>
                <a:cubicBezTo>
                  <a:pt x="5524128" y="1118996"/>
                  <a:pt x="5525367" y="1119568"/>
                  <a:pt x="5527462" y="1119568"/>
                </a:cubicBezTo>
                <a:cubicBezTo>
                  <a:pt x="5529558" y="1119568"/>
                  <a:pt x="5530795" y="1120139"/>
                  <a:pt x="5533748" y="1121663"/>
                </a:cubicBezTo>
                <a:cubicBezTo>
                  <a:pt x="5536701" y="1123187"/>
                  <a:pt x="5537273" y="1127950"/>
                  <a:pt x="5534320" y="1131283"/>
                </a:cubicBezTo>
                <a:cubicBezTo>
                  <a:pt x="5531367" y="1134522"/>
                  <a:pt x="5532510" y="1133665"/>
                  <a:pt x="5536129" y="1133950"/>
                </a:cubicBezTo>
                <a:cubicBezTo>
                  <a:pt x="5539654" y="1134236"/>
                  <a:pt x="5538797" y="1132998"/>
                  <a:pt x="5541178" y="1130617"/>
                </a:cubicBezTo>
                <a:cubicBezTo>
                  <a:pt x="5543559" y="1128235"/>
                  <a:pt x="5543273" y="1130617"/>
                  <a:pt x="5544797" y="1132426"/>
                </a:cubicBezTo>
                <a:cubicBezTo>
                  <a:pt x="5546321" y="1134236"/>
                  <a:pt x="5545654" y="1135379"/>
                  <a:pt x="5544797" y="1137189"/>
                </a:cubicBezTo>
                <a:cubicBezTo>
                  <a:pt x="5543845" y="1138999"/>
                  <a:pt x="5543273" y="1140142"/>
                  <a:pt x="5541464" y="1139284"/>
                </a:cubicBezTo>
                <a:cubicBezTo>
                  <a:pt x="5539654" y="1138427"/>
                  <a:pt x="5539083" y="1138713"/>
                  <a:pt x="5537844" y="1140523"/>
                </a:cubicBezTo>
                <a:cubicBezTo>
                  <a:pt x="5536606" y="1142332"/>
                  <a:pt x="5534605" y="1143190"/>
                  <a:pt x="5529462" y="1140808"/>
                </a:cubicBezTo>
                <a:cubicBezTo>
                  <a:pt x="5524318" y="1138427"/>
                  <a:pt x="5527652" y="1141475"/>
                  <a:pt x="5529748" y="1143856"/>
                </a:cubicBezTo>
                <a:cubicBezTo>
                  <a:pt x="5531843" y="1146238"/>
                  <a:pt x="5532129" y="1145095"/>
                  <a:pt x="5531272" y="1149857"/>
                </a:cubicBezTo>
                <a:cubicBezTo>
                  <a:pt x="5530414" y="1154620"/>
                  <a:pt x="5530700" y="1155858"/>
                  <a:pt x="5530986" y="1160049"/>
                </a:cubicBezTo>
                <a:cubicBezTo>
                  <a:pt x="5531367" y="1164240"/>
                  <a:pt x="5531939" y="1165383"/>
                  <a:pt x="5526223" y="1170812"/>
                </a:cubicBezTo>
                <a:cubicBezTo>
                  <a:pt x="5520509" y="1176241"/>
                  <a:pt x="5521175" y="1184623"/>
                  <a:pt x="5519651" y="1190624"/>
                </a:cubicBezTo>
                <a:cubicBezTo>
                  <a:pt x="5518223" y="1196625"/>
                  <a:pt x="5518508" y="1196625"/>
                  <a:pt x="5519080" y="1198720"/>
                </a:cubicBezTo>
                <a:cubicBezTo>
                  <a:pt x="5519651" y="1200816"/>
                  <a:pt x="5520033" y="1199959"/>
                  <a:pt x="5518794" y="1202340"/>
                </a:cubicBezTo>
                <a:cubicBezTo>
                  <a:pt x="5517651" y="1204816"/>
                  <a:pt x="5515842" y="1205388"/>
                  <a:pt x="5512222" y="1207769"/>
                </a:cubicBezTo>
                <a:cubicBezTo>
                  <a:pt x="5508602" y="1210150"/>
                  <a:pt x="5505650" y="1211960"/>
                  <a:pt x="5508316" y="1215580"/>
                </a:cubicBezTo>
                <a:cubicBezTo>
                  <a:pt x="5510984" y="1219199"/>
                  <a:pt x="5509841" y="1223390"/>
                  <a:pt x="5506221" y="1224914"/>
                </a:cubicBezTo>
                <a:cubicBezTo>
                  <a:pt x="5502602" y="1226438"/>
                  <a:pt x="5502887" y="1226438"/>
                  <a:pt x="5502030" y="1230343"/>
                </a:cubicBezTo>
                <a:cubicBezTo>
                  <a:pt x="5501077" y="1234249"/>
                  <a:pt x="5502316" y="1237582"/>
                  <a:pt x="5504983" y="1239678"/>
                </a:cubicBezTo>
                <a:cubicBezTo>
                  <a:pt x="5507650" y="1241773"/>
                  <a:pt x="5508316" y="1242916"/>
                  <a:pt x="5506793" y="1246536"/>
                </a:cubicBezTo>
                <a:cubicBezTo>
                  <a:pt x="5505268" y="1250155"/>
                  <a:pt x="5505840" y="1252251"/>
                  <a:pt x="5507650" y="1254632"/>
                </a:cubicBezTo>
                <a:cubicBezTo>
                  <a:pt x="5509459" y="1257013"/>
                  <a:pt x="5509459" y="1260633"/>
                  <a:pt x="5509459" y="1263014"/>
                </a:cubicBezTo>
                <a:cubicBezTo>
                  <a:pt x="5509459" y="1265395"/>
                  <a:pt x="5513936" y="1267491"/>
                  <a:pt x="5517556" y="1275873"/>
                </a:cubicBezTo>
                <a:cubicBezTo>
                  <a:pt x="5521175" y="1284255"/>
                  <a:pt x="5527462" y="1287303"/>
                  <a:pt x="5529272" y="1287874"/>
                </a:cubicBezTo>
                <a:cubicBezTo>
                  <a:pt x="5531081" y="1288446"/>
                  <a:pt x="5533748" y="1291494"/>
                  <a:pt x="5533748" y="1291494"/>
                </a:cubicBezTo>
                <a:cubicBezTo>
                  <a:pt x="5533748" y="1291494"/>
                  <a:pt x="5531081" y="1290637"/>
                  <a:pt x="5528985" y="1291208"/>
                </a:cubicBezTo>
                <a:cubicBezTo>
                  <a:pt x="5526890" y="1291780"/>
                  <a:pt x="5531081" y="1293589"/>
                  <a:pt x="5534415" y="1295685"/>
                </a:cubicBezTo>
                <a:cubicBezTo>
                  <a:pt x="5537654" y="1297780"/>
                  <a:pt x="5538606" y="1299590"/>
                  <a:pt x="5539177" y="1301971"/>
                </a:cubicBezTo>
                <a:cubicBezTo>
                  <a:pt x="5539749" y="1304448"/>
                  <a:pt x="5541940" y="1308353"/>
                  <a:pt x="5544893" y="1309210"/>
                </a:cubicBezTo>
                <a:cubicBezTo>
                  <a:pt x="5547845" y="1310163"/>
                  <a:pt x="5548417" y="1311020"/>
                  <a:pt x="5549655" y="1313116"/>
                </a:cubicBezTo>
                <a:cubicBezTo>
                  <a:pt x="5550893" y="1315211"/>
                  <a:pt x="5555084" y="1322069"/>
                  <a:pt x="5554798" y="1323593"/>
                </a:cubicBezTo>
                <a:cubicBezTo>
                  <a:pt x="5554513" y="1325117"/>
                  <a:pt x="5551179" y="1320545"/>
                  <a:pt x="5549369" y="1317592"/>
                </a:cubicBezTo>
                <a:cubicBezTo>
                  <a:pt x="5547559" y="1314640"/>
                  <a:pt x="5546893" y="1314640"/>
                  <a:pt x="5546036" y="1316735"/>
                </a:cubicBezTo>
                <a:cubicBezTo>
                  <a:pt x="5545083" y="1318831"/>
                  <a:pt x="5548131" y="1321498"/>
                  <a:pt x="5550227" y="1323593"/>
                </a:cubicBezTo>
                <a:cubicBezTo>
                  <a:pt x="5552322" y="1325689"/>
                  <a:pt x="5554418" y="1329308"/>
                  <a:pt x="5554989" y="1331975"/>
                </a:cubicBezTo>
                <a:cubicBezTo>
                  <a:pt x="5555656" y="1334642"/>
                  <a:pt x="5559180" y="1338547"/>
                  <a:pt x="5560418" y="1342453"/>
                </a:cubicBezTo>
                <a:cubicBezTo>
                  <a:pt x="5561561" y="1346358"/>
                  <a:pt x="5564895" y="1347882"/>
                  <a:pt x="5569086" y="1352073"/>
                </a:cubicBezTo>
                <a:cubicBezTo>
                  <a:pt x="5573372" y="1356264"/>
                  <a:pt x="5572705" y="1357216"/>
                  <a:pt x="5572134" y="1361693"/>
                </a:cubicBezTo>
                <a:cubicBezTo>
                  <a:pt x="5571563" y="1366170"/>
                  <a:pt x="5572801" y="1367027"/>
                  <a:pt x="5575754" y="1370647"/>
                </a:cubicBezTo>
                <a:cubicBezTo>
                  <a:pt x="5578706" y="1374171"/>
                  <a:pt x="5580230" y="1376933"/>
                  <a:pt x="5579945" y="1379600"/>
                </a:cubicBezTo>
                <a:cubicBezTo>
                  <a:pt x="5579659" y="1382267"/>
                  <a:pt x="5579659" y="1383505"/>
                  <a:pt x="5581468" y="1385887"/>
                </a:cubicBezTo>
                <a:cubicBezTo>
                  <a:pt x="5583278" y="1388363"/>
                  <a:pt x="5583278" y="1388363"/>
                  <a:pt x="5583564" y="1391316"/>
                </a:cubicBezTo>
                <a:cubicBezTo>
                  <a:pt x="5583945" y="1394364"/>
                  <a:pt x="5584516" y="1395888"/>
                  <a:pt x="5584802" y="1398841"/>
                </a:cubicBezTo>
                <a:cubicBezTo>
                  <a:pt x="5585088" y="1401889"/>
                  <a:pt x="5586041" y="1403317"/>
                  <a:pt x="5582707" y="1402746"/>
                </a:cubicBezTo>
                <a:cubicBezTo>
                  <a:pt x="5579373" y="1402174"/>
                  <a:pt x="5579945" y="1402746"/>
                  <a:pt x="5577277" y="1404270"/>
                </a:cubicBezTo>
                <a:cubicBezTo>
                  <a:pt x="5574611" y="1405794"/>
                  <a:pt x="5570991" y="1406080"/>
                  <a:pt x="5569181" y="1403984"/>
                </a:cubicBezTo>
                <a:cubicBezTo>
                  <a:pt x="5567372" y="1401889"/>
                  <a:pt x="5570039" y="1402746"/>
                  <a:pt x="5572801" y="1402746"/>
                </a:cubicBezTo>
                <a:cubicBezTo>
                  <a:pt x="5575563" y="1402746"/>
                  <a:pt x="5573086" y="1401603"/>
                  <a:pt x="5570134" y="1399793"/>
                </a:cubicBezTo>
                <a:cubicBezTo>
                  <a:pt x="5567181" y="1397983"/>
                  <a:pt x="5567181" y="1396840"/>
                  <a:pt x="5568038" y="1395031"/>
                </a:cubicBezTo>
                <a:cubicBezTo>
                  <a:pt x="5568895" y="1393221"/>
                  <a:pt x="5568038" y="1392649"/>
                  <a:pt x="5566514" y="1392649"/>
                </a:cubicBezTo>
                <a:cubicBezTo>
                  <a:pt x="5565086" y="1392649"/>
                  <a:pt x="5563276" y="1391125"/>
                  <a:pt x="5561752" y="1389030"/>
                </a:cubicBezTo>
                <a:cubicBezTo>
                  <a:pt x="5560228" y="1386934"/>
                  <a:pt x="5556037" y="1383315"/>
                  <a:pt x="5552417" y="1379695"/>
                </a:cubicBezTo>
                <a:cubicBezTo>
                  <a:pt x="5548893" y="1376076"/>
                  <a:pt x="5547369" y="1369789"/>
                  <a:pt x="5545273" y="1367408"/>
                </a:cubicBezTo>
                <a:cubicBezTo>
                  <a:pt x="5543178" y="1365027"/>
                  <a:pt x="5542321" y="1364074"/>
                  <a:pt x="5543178" y="1361122"/>
                </a:cubicBezTo>
                <a:cubicBezTo>
                  <a:pt x="5544035" y="1358169"/>
                  <a:pt x="5541368" y="1357597"/>
                  <a:pt x="5539273" y="1360264"/>
                </a:cubicBezTo>
                <a:cubicBezTo>
                  <a:pt x="5537177" y="1362931"/>
                  <a:pt x="5535653" y="1362931"/>
                  <a:pt x="5534796" y="1360264"/>
                </a:cubicBezTo>
                <a:cubicBezTo>
                  <a:pt x="5533843" y="1357597"/>
                  <a:pt x="5532034" y="1354549"/>
                  <a:pt x="5529081" y="1351597"/>
                </a:cubicBezTo>
                <a:cubicBezTo>
                  <a:pt x="5526128" y="1348644"/>
                  <a:pt x="5526700" y="1347691"/>
                  <a:pt x="5528509" y="1346834"/>
                </a:cubicBezTo>
                <a:cubicBezTo>
                  <a:pt x="5530319" y="1345882"/>
                  <a:pt x="5530034" y="1345596"/>
                  <a:pt x="5530034" y="1343786"/>
                </a:cubicBezTo>
                <a:cubicBezTo>
                  <a:pt x="5530034" y="1341976"/>
                  <a:pt x="5530605" y="1338928"/>
                  <a:pt x="5528795" y="1335976"/>
                </a:cubicBezTo>
                <a:cubicBezTo>
                  <a:pt x="5526986" y="1333023"/>
                  <a:pt x="5525461" y="1333023"/>
                  <a:pt x="5522509" y="1333023"/>
                </a:cubicBezTo>
                <a:cubicBezTo>
                  <a:pt x="5519460" y="1333023"/>
                  <a:pt x="5519460" y="1333690"/>
                  <a:pt x="5521270" y="1336357"/>
                </a:cubicBezTo>
                <a:cubicBezTo>
                  <a:pt x="5523080" y="1339024"/>
                  <a:pt x="5522699" y="1340548"/>
                  <a:pt x="5519747" y="1338738"/>
                </a:cubicBezTo>
                <a:cubicBezTo>
                  <a:pt x="5516698" y="1336928"/>
                  <a:pt x="5516984" y="1335499"/>
                  <a:pt x="5516413" y="1332166"/>
                </a:cubicBezTo>
                <a:cubicBezTo>
                  <a:pt x="5515842" y="1328927"/>
                  <a:pt x="5515842" y="1323212"/>
                  <a:pt x="5513460" y="1319593"/>
                </a:cubicBezTo>
                <a:cubicBezTo>
                  <a:pt x="5511079" y="1316068"/>
                  <a:pt x="5510126" y="1314544"/>
                  <a:pt x="5511364" y="1312449"/>
                </a:cubicBezTo>
                <a:cubicBezTo>
                  <a:pt x="5512507" y="1310353"/>
                  <a:pt x="5511936" y="1309496"/>
                  <a:pt x="5509555" y="1307972"/>
                </a:cubicBezTo>
                <a:cubicBezTo>
                  <a:pt x="5507173" y="1306448"/>
                  <a:pt x="5507459" y="1305591"/>
                  <a:pt x="5506888" y="1302257"/>
                </a:cubicBezTo>
                <a:cubicBezTo>
                  <a:pt x="5506317" y="1299019"/>
                  <a:pt x="5505078" y="1299876"/>
                  <a:pt x="5502697" y="1301400"/>
                </a:cubicBezTo>
                <a:cubicBezTo>
                  <a:pt x="5500316" y="1302829"/>
                  <a:pt x="5499744" y="1302829"/>
                  <a:pt x="5498220" y="1300162"/>
                </a:cubicBezTo>
                <a:cubicBezTo>
                  <a:pt x="5496792" y="1297399"/>
                  <a:pt x="5495839" y="1297114"/>
                  <a:pt x="5491648" y="1296542"/>
                </a:cubicBezTo>
                <a:cubicBezTo>
                  <a:pt x="5487457" y="1295971"/>
                  <a:pt x="5489552" y="1290922"/>
                  <a:pt x="5486600" y="1289684"/>
                </a:cubicBezTo>
                <a:cubicBezTo>
                  <a:pt x="5483647" y="1288446"/>
                  <a:pt x="5483932" y="1284255"/>
                  <a:pt x="5478503" y="1281874"/>
                </a:cubicBezTo>
                <a:cubicBezTo>
                  <a:pt x="5473074" y="1279492"/>
                  <a:pt x="5472788" y="1278540"/>
                  <a:pt x="5470979" y="1283683"/>
                </a:cubicBezTo>
                <a:cubicBezTo>
                  <a:pt x="5469169" y="1288732"/>
                  <a:pt x="5461358" y="1287493"/>
                  <a:pt x="5461073" y="1288732"/>
                </a:cubicBezTo>
                <a:cubicBezTo>
                  <a:pt x="5460691" y="1289970"/>
                  <a:pt x="5461644" y="1290827"/>
                  <a:pt x="5457739" y="1290256"/>
                </a:cubicBezTo>
                <a:cubicBezTo>
                  <a:pt x="5453929" y="1289684"/>
                  <a:pt x="5455357" y="1290922"/>
                  <a:pt x="5454786" y="1289398"/>
                </a:cubicBezTo>
                <a:cubicBezTo>
                  <a:pt x="5454214" y="1287874"/>
                  <a:pt x="5453262" y="1287303"/>
                  <a:pt x="5450309" y="1285493"/>
                </a:cubicBezTo>
                <a:cubicBezTo>
                  <a:pt x="5447261" y="1283683"/>
                  <a:pt x="5448214" y="1282159"/>
                  <a:pt x="5450881" y="1281588"/>
                </a:cubicBezTo>
                <a:cubicBezTo>
                  <a:pt x="5453548" y="1281016"/>
                  <a:pt x="5451452" y="1280064"/>
                  <a:pt x="5449357" y="1279778"/>
                </a:cubicBezTo>
                <a:cubicBezTo>
                  <a:pt x="5447261" y="1279492"/>
                  <a:pt x="5444499" y="1274920"/>
                  <a:pt x="5441832" y="1274349"/>
                </a:cubicBezTo>
                <a:cubicBezTo>
                  <a:pt x="5439165" y="1273777"/>
                  <a:pt x="5442784" y="1278254"/>
                  <a:pt x="5442784" y="1278254"/>
                </a:cubicBezTo>
                <a:cubicBezTo>
                  <a:pt x="5442784" y="1278254"/>
                  <a:pt x="5439546" y="1277683"/>
                  <a:pt x="5434402" y="1277397"/>
                </a:cubicBezTo>
                <a:cubicBezTo>
                  <a:pt x="5429354" y="1277111"/>
                  <a:pt x="5431164" y="1276540"/>
                  <a:pt x="5433545" y="1275301"/>
                </a:cubicBezTo>
                <a:cubicBezTo>
                  <a:pt x="5435927" y="1274158"/>
                  <a:pt x="5435927" y="1272920"/>
                  <a:pt x="5434402" y="1272634"/>
                </a:cubicBezTo>
                <a:cubicBezTo>
                  <a:pt x="5432974" y="1272349"/>
                  <a:pt x="5431450" y="1272349"/>
                  <a:pt x="5427545" y="1274730"/>
                </a:cubicBezTo>
                <a:cubicBezTo>
                  <a:pt x="5423639" y="1277111"/>
                  <a:pt x="5419163" y="1278921"/>
                  <a:pt x="5419734" y="1275587"/>
                </a:cubicBezTo>
                <a:cubicBezTo>
                  <a:pt x="5420401" y="1272349"/>
                  <a:pt x="5418877" y="1271682"/>
                  <a:pt x="5417067" y="1275301"/>
                </a:cubicBezTo>
                <a:cubicBezTo>
                  <a:pt x="5415258" y="1278921"/>
                  <a:pt x="5407447" y="1276254"/>
                  <a:pt x="5402684" y="1272634"/>
                </a:cubicBezTo>
                <a:cubicBezTo>
                  <a:pt x="5397827" y="1269015"/>
                  <a:pt x="5399350" y="1272063"/>
                  <a:pt x="5399350" y="1274444"/>
                </a:cubicBezTo>
                <a:cubicBezTo>
                  <a:pt x="5399350" y="1276921"/>
                  <a:pt x="5397541" y="1276540"/>
                  <a:pt x="5390683" y="1279873"/>
                </a:cubicBezTo>
                <a:cubicBezTo>
                  <a:pt x="5383729" y="1283112"/>
                  <a:pt x="5380491" y="1290351"/>
                  <a:pt x="5378967" y="1294828"/>
                </a:cubicBezTo>
                <a:cubicBezTo>
                  <a:pt x="5377443" y="1299400"/>
                  <a:pt x="5381634" y="1298447"/>
                  <a:pt x="5383729" y="1296066"/>
                </a:cubicBezTo>
                <a:cubicBezTo>
                  <a:pt x="5385825" y="1293685"/>
                  <a:pt x="5387063" y="1295494"/>
                  <a:pt x="5385825" y="1300257"/>
                </a:cubicBezTo>
                <a:cubicBezTo>
                  <a:pt x="5384587" y="1305019"/>
                  <a:pt x="5389064" y="1307401"/>
                  <a:pt x="5392683" y="1308925"/>
                </a:cubicBezTo>
                <a:cubicBezTo>
                  <a:pt x="5396208" y="1310449"/>
                  <a:pt x="5397160" y="1308067"/>
                  <a:pt x="5397445" y="1310163"/>
                </a:cubicBezTo>
                <a:cubicBezTo>
                  <a:pt x="5397731" y="1312258"/>
                  <a:pt x="5399255" y="1311973"/>
                  <a:pt x="5399541" y="1314640"/>
                </a:cubicBezTo>
                <a:cubicBezTo>
                  <a:pt x="5399922" y="1317307"/>
                  <a:pt x="5398970" y="1318259"/>
                  <a:pt x="5396588" y="1318831"/>
                </a:cubicBezTo>
                <a:cubicBezTo>
                  <a:pt x="5394207" y="1319497"/>
                  <a:pt x="5396017" y="1319497"/>
                  <a:pt x="5394207" y="1322164"/>
                </a:cubicBezTo>
                <a:cubicBezTo>
                  <a:pt x="5392397" y="1324831"/>
                  <a:pt x="5392111" y="1320736"/>
                  <a:pt x="5392111" y="1317973"/>
                </a:cubicBezTo>
                <a:cubicBezTo>
                  <a:pt x="5392111" y="1315211"/>
                  <a:pt x="5387635" y="1314640"/>
                  <a:pt x="5384968" y="1312258"/>
                </a:cubicBezTo>
                <a:cubicBezTo>
                  <a:pt x="5382301" y="1309877"/>
                  <a:pt x="5381443" y="1308067"/>
                  <a:pt x="5378681" y="1308067"/>
                </a:cubicBezTo>
                <a:cubicBezTo>
                  <a:pt x="5375919" y="1308067"/>
                  <a:pt x="5378110" y="1311115"/>
                  <a:pt x="5378967" y="1314068"/>
                </a:cubicBezTo>
                <a:cubicBezTo>
                  <a:pt x="5379824" y="1317021"/>
                  <a:pt x="5378014" y="1318259"/>
                  <a:pt x="5375633" y="1316164"/>
                </a:cubicBezTo>
                <a:cubicBezTo>
                  <a:pt x="5373157" y="1314068"/>
                  <a:pt x="5370490" y="1316164"/>
                  <a:pt x="5370204" y="1318259"/>
                </a:cubicBezTo>
                <a:cubicBezTo>
                  <a:pt x="5369918" y="1320355"/>
                  <a:pt x="5366013" y="1320069"/>
                  <a:pt x="5363918" y="1318259"/>
                </a:cubicBezTo>
                <a:cubicBezTo>
                  <a:pt x="5361727" y="1316449"/>
                  <a:pt x="5357917" y="1314068"/>
                  <a:pt x="5354583" y="1312544"/>
                </a:cubicBezTo>
                <a:cubicBezTo>
                  <a:pt x="5351249" y="1311020"/>
                  <a:pt x="5351535" y="1308067"/>
                  <a:pt x="5350964" y="1305972"/>
                </a:cubicBezTo>
                <a:cubicBezTo>
                  <a:pt x="5350392" y="1303876"/>
                  <a:pt x="5348010" y="1304734"/>
                  <a:pt x="5344677" y="1304162"/>
                </a:cubicBezTo>
                <a:cubicBezTo>
                  <a:pt x="5341343" y="1303591"/>
                  <a:pt x="5340486" y="1305019"/>
                  <a:pt x="5342582" y="1306258"/>
                </a:cubicBezTo>
                <a:cubicBezTo>
                  <a:pt x="5344677" y="1307496"/>
                  <a:pt x="5344105" y="1307782"/>
                  <a:pt x="5344392" y="1309877"/>
                </a:cubicBezTo>
                <a:cubicBezTo>
                  <a:pt x="5344677" y="1311973"/>
                  <a:pt x="5341724" y="1312258"/>
                  <a:pt x="5338105" y="1311973"/>
                </a:cubicBezTo>
                <a:cubicBezTo>
                  <a:pt x="5334580" y="1311687"/>
                  <a:pt x="5330961" y="1310734"/>
                  <a:pt x="5324960" y="1312258"/>
                </a:cubicBezTo>
                <a:cubicBezTo>
                  <a:pt x="5318959" y="1313782"/>
                  <a:pt x="5313340" y="1319212"/>
                  <a:pt x="5312102" y="1319783"/>
                </a:cubicBezTo>
                <a:cubicBezTo>
                  <a:pt x="5310863" y="1320450"/>
                  <a:pt x="5309054" y="1322260"/>
                  <a:pt x="5306101" y="1327022"/>
                </a:cubicBezTo>
                <a:cubicBezTo>
                  <a:pt x="5303148" y="1331880"/>
                  <a:pt x="5302481" y="1328546"/>
                  <a:pt x="5304005" y="1326451"/>
                </a:cubicBezTo>
                <a:cubicBezTo>
                  <a:pt x="5305529" y="1324355"/>
                  <a:pt x="5305529" y="1322641"/>
                  <a:pt x="5304291" y="1323498"/>
                </a:cubicBezTo>
                <a:cubicBezTo>
                  <a:pt x="5303148" y="1324355"/>
                  <a:pt x="5303148" y="1325022"/>
                  <a:pt x="5301910" y="1323498"/>
                </a:cubicBezTo>
                <a:cubicBezTo>
                  <a:pt x="5300672" y="1321974"/>
                  <a:pt x="5300100" y="1321974"/>
                  <a:pt x="5298576" y="1323498"/>
                </a:cubicBezTo>
                <a:cubicBezTo>
                  <a:pt x="5297052" y="1325022"/>
                  <a:pt x="5296767" y="1325593"/>
                  <a:pt x="5298290" y="1327689"/>
                </a:cubicBezTo>
                <a:cubicBezTo>
                  <a:pt x="5299814" y="1329784"/>
                  <a:pt x="5299433" y="1331499"/>
                  <a:pt x="5298576" y="1332737"/>
                </a:cubicBezTo>
                <a:cubicBezTo>
                  <a:pt x="5297719" y="1333975"/>
                  <a:pt x="5295623" y="1339309"/>
                  <a:pt x="5294099" y="1340833"/>
                </a:cubicBezTo>
                <a:cubicBezTo>
                  <a:pt x="5292670" y="1342357"/>
                  <a:pt x="5291718" y="1342357"/>
                  <a:pt x="5291433" y="1345024"/>
                </a:cubicBezTo>
                <a:cubicBezTo>
                  <a:pt x="5291147" y="1347691"/>
                  <a:pt x="5287242" y="1347406"/>
                  <a:pt x="5285717" y="1345310"/>
                </a:cubicBezTo>
                <a:cubicBezTo>
                  <a:pt x="5284193" y="1343215"/>
                  <a:pt x="5282479" y="1346548"/>
                  <a:pt x="5279145" y="1346548"/>
                </a:cubicBezTo>
                <a:cubicBezTo>
                  <a:pt x="5275811" y="1346548"/>
                  <a:pt x="5277050" y="1348644"/>
                  <a:pt x="5279145" y="1348930"/>
                </a:cubicBezTo>
                <a:cubicBezTo>
                  <a:pt x="5281241" y="1349215"/>
                  <a:pt x="5282479" y="1352549"/>
                  <a:pt x="5282479" y="1352549"/>
                </a:cubicBezTo>
                <a:cubicBezTo>
                  <a:pt x="5282479" y="1352549"/>
                  <a:pt x="5280383" y="1355597"/>
                  <a:pt x="5278002" y="1354073"/>
                </a:cubicBezTo>
                <a:cubicBezTo>
                  <a:pt x="5275621" y="1352549"/>
                  <a:pt x="5275621" y="1352549"/>
                  <a:pt x="5277145" y="1357026"/>
                </a:cubicBezTo>
                <a:cubicBezTo>
                  <a:pt x="5278669" y="1361503"/>
                  <a:pt x="5276573" y="1361503"/>
                  <a:pt x="5276288" y="1359407"/>
                </a:cubicBezTo>
                <a:cubicBezTo>
                  <a:pt x="5276002" y="1357312"/>
                  <a:pt x="5274573" y="1357026"/>
                  <a:pt x="5273335" y="1359979"/>
                </a:cubicBezTo>
                <a:cubicBezTo>
                  <a:pt x="5272192" y="1363027"/>
                  <a:pt x="5274287" y="1363884"/>
                  <a:pt x="5275145" y="1365408"/>
                </a:cubicBezTo>
                <a:cubicBezTo>
                  <a:pt x="5276097" y="1366932"/>
                  <a:pt x="5274573" y="1367218"/>
                  <a:pt x="5272477" y="1367218"/>
                </a:cubicBezTo>
                <a:cubicBezTo>
                  <a:pt x="5270382" y="1367218"/>
                  <a:pt x="5270096" y="1369599"/>
                  <a:pt x="5272477" y="1371409"/>
                </a:cubicBezTo>
                <a:cubicBezTo>
                  <a:pt x="5274859" y="1373123"/>
                  <a:pt x="5275716" y="1374933"/>
                  <a:pt x="5275430" y="1378267"/>
                </a:cubicBezTo>
                <a:cubicBezTo>
                  <a:pt x="5275145" y="1381600"/>
                  <a:pt x="5272668" y="1380934"/>
                  <a:pt x="5270001" y="1380076"/>
                </a:cubicBezTo>
                <a:cubicBezTo>
                  <a:pt x="5267334" y="1379124"/>
                  <a:pt x="5267048" y="1379410"/>
                  <a:pt x="5267048" y="1380934"/>
                </a:cubicBezTo>
                <a:cubicBezTo>
                  <a:pt x="5267048" y="1382458"/>
                  <a:pt x="5266477" y="1383029"/>
                  <a:pt x="5270382" y="1383315"/>
                </a:cubicBezTo>
                <a:cubicBezTo>
                  <a:pt x="5274287" y="1383601"/>
                  <a:pt x="5274573" y="1383886"/>
                  <a:pt x="5276383" y="1386268"/>
                </a:cubicBezTo>
                <a:cubicBezTo>
                  <a:pt x="5278097" y="1388649"/>
                  <a:pt x="5277811" y="1390935"/>
                  <a:pt x="5277240" y="1393126"/>
                </a:cubicBezTo>
                <a:cubicBezTo>
                  <a:pt x="5276668" y="1395316"/>
                  <a:pt x="5276383" y="1395316"/>
                  <a:pt x="5279050" y="1398269"/>
                </a:cubicBezTo>
                <a:cubicBezTo>
                  <a:pt x="5281717" y="1401317"/>
                  <a:pt x="5282955" y="1403984"/>
                  <a:pt x="5283527" y="1407604"/>
                </a:cubicBezTo>
                <a:cubicBezTo>
                  <a:pt x="5284098" y="1411223"/>
                  <a:pt x="5284098" y="1412080"/>
                  <a:pt x="5285336" y="1412080"/>
                </a:cubicBezTo>
                <a:cubicBezTo>
                  <a:pt x="5286575" y="1412080"/>
                  <a:pt x="5288289" y="1412938"/>
                  <a:pt x="5289527" y="1414747"/>
                </a:cubicBezTo>
                <a:cubicBezTo>
                  <a:pt x="5290670" y="1416557"/>
                  <a:pt x="5292766" y="1421034"/>
                  <a:pt x="5292480" y="1423129"/>
                </a:cubicBezTo>
                <a:lnTo>
                  <a:pt x="5291163" y="1422757"/>
                </a:lnTo>
                <a:lnTo>
                  <a:pt x="5291242" y="1422844"/>
                </a:lnTo>
                <a:cubicBezTo>
                  <a:pt x="5290956" y="1424939"/>
                  <a:pt x="5292766" y="1425511"/>
                  <a:pt x="5293337" y="1429416"/>
                </a:cubicBezTo>
                <a:cubicBezTo>
                  <a:pt x="5293909" y="1433321"/>
                  <a:pt x="5290670" y="1433035"/>
                  <a:pt x="5289146" y="1432750"/>
                </a:cubicBezTo>
                <a:cubicBezTo>
                  <a:pt x="5287718" y="1432464"/>
                  <a:pt x="5284384" y="1432083"/>
                  <a:pt x="5286479" y="1435417"/>
                </a:cubicBezTo>
                <a:cubicBezTo>
                  <a:pt x="5288575" y="1438750"/>
                  <a:pt x="5289527" y="1439893"/>
                  <a:pt x="5287718" y="1442941"/>
                </a:cubicBezTo>
                <a:cubicBezTo>
                  <a:pt x="5285908" y="1445894"/>
                  <a:pt x="5287718" y="1446466"/>
                  <a:pt x="5289813" y="1445894"/>
                </a:cubicBezTo>
                <a:cubicBezTo>
                  <a:pt x="5291909" y="1445323"/>
                  <a:pt x="5292575" y="1447418"/>
                  <a:pt x="5293147" y="1450085"/>
                </a:cubicBezTo>
                <a:cubicBezTo>
                  <a:pt x="5293718" y="1452752"/>
                  <a:pt x="5294385" y="1454562"/>
                  <a:pt x="5292861" y="1456086"/>
                </a:cubicBezTo>
                <a:cubicBezTo>
                  <a:pt x="5291337" y="1457610"/>
                  <a:pt x="5291623" y="1458181"/>
                  <a:pt x="5293432" y="1459991"/>
                </a:cubicBezTo>
                <a:cubicBezTo>
                  <a:pt x="5295147" y="1461801"/>
                  <a:pt x="5296385" y="1462468"/>
                  <a:pt x="5296385" y="1465420"/>
                </a:cubicBezTo>
                <a:cubicBezTo>
                  <a:pt x="5296385" y="1468468"/>
                  <a:pt x="5299052" y="1480184"/>
                  <a:pt x="5304767" y="1487328"/>
                </a:cubicBezTo>
                <a:cubicBezTo>
                  <a:pt x="5310483" y="1494567"/>
                  <a:pt x="5305720" y="1496948"/>
                  <a:pt x="5308387" y="1498758"/>
                </a:cubicBezTo>
                <a:cubicBezTo>
                  <a:pt x="5311054" y="1500568"/>
                  <a:pt x="5311054" y="1504759"/>
                  <a:pt x="5310768" y="1510474"/>
                </a:cubicBezTo>
                <a:cubicBezTo>
                  <a:pt x="5310387" y="1516093"/>
                  <a:pt x="5318483" y="1528381"/>
                  <a:pt x="5321817" y="1531714"/>
                </a:cubicBezTo>
                <a:cubicBezTo>
                  <a:pt x="5325151" y="1534953"/>
                  <a:pt x="5326961" y="1541239"/>
                  <a:pt x="5326961" y="1544859"/>
                </a:cubicBezTo>
                <a:cubicBezTo>
                  <a:pt x="5326961" y="1548478"/>
                  <a:pt x="5331152" y="1553241"/>
                  <a:pt x="5333818" y="1556860"/>
                </a:cubicBezTo>
                <a:cubicBezTo>
                  <a:pt x="5336486" y="1560480"/>
                  <a:pt x="5337152" y="1563147"/>
                  <a:pt x="5344296" y="1566766"/>
                </a:cubicBezTo>
                <a:cubicBezTo>
                  <a:pt x="5351440" y="1570386"/>
                  <a:pt x="5353250" y="1575720"/>
                  <a:pt x="5353250" y="1577244"/>
                </a:cubicBezTo>
                <a:cubicBezTo>
                  <a:pt x="5353250" y="1578768"/>
                  <a:pt x="5357155" y="1584483"/>
                  <a:pt x="5358679" y="1590769"/>
                </a:cubicBezTo>
                <a:cubicBezTo>
                  <a:pt x="5360203" y="1597056"/>
                  <a:pt x="5366489" y="1600294"/>
                  <a:pt x="5368870" y="1601533"/>
                </a:cubicBezTo>
                <a:cubicBezTo>
                  <a:pt x="5371251" y="1602771"/>
                  <a:pt x="5372395" y="1606009"/>
                  <a:pt x="5373633" y="1607533"/>
                </a:cubicBezTo>
                <a:cubicBezTo>
                  <a:pt x="5374871" y="1608962"/>
                  <a:pt x="5373919" y="1608105"/>
                  <a:pt x="5373061" y="1610200"/>
                </a:cubicBezTo>
                <a:cubicBezTo>
                  <a:pt x="5372204" y="1612296"/>
                  <a:pt x="5374014" y="1612582"/>
                  <a:pt x="5376967" y="1612867"/>
                </a:cubicBezTo>
                <a:cubicBezTo>
                  <a:pt x="5379920" y="1613248"/>
                  <a:pt x="5378395" y="1611439"/>
                  <a:pt x="5377824" y="1609915"/>
                </a:cubicBezTo>
                <a:cubicBezTo>
                  <a:pt x="5377158" y="1608391"/>
                  <a:pt x="5380491" y="1609343"/>
                  <a:pt x="5382872" y="1610200"/>
                </a:cubicBezTo>
                <a:cubicBezTo>
                  <a:pt x="5385254" y="1611153"/>
                  <a:pt x="5388302" y="1611439"/>
                  <a:pt x="5391254" y="1609915"/>
                </a:cubicBezTo>
                <a:cubicBezTo>
                  <a:pt x="5394302" y="1608391"/>
                  <a:pt x="5395445" y="1613820"/>
                  <a:pt x="5396684" y="1618582"/>
                </a:cubicBezTo>
                <a:cubicBezTo>
                  <a:pt x="5397827" y="1623345"/>
                  <a:pt x="5402018" y="1621535"/>
                  <a:pt x="5405351" y="1618582"/>
                </a:cubicBezTo>
                <a:cubicBezTo>
                  <a:pt x="5408685" y="1615534"/>
                  <a:pt x="5408971" y="1617344"/>
                  <a:pt x="5408971" y="1619154"/>
                </a:cubicBezTo>
                <a:cubicBezTo>
                  <a:pt x="5408971" y="1620964"/>
                  <a:pt x="5410114" y="1621535"/>
                  <a:pt x="5413733" y="1619725"/>
                </a:cubicBezTo>
                <a:cubicBezTo>
                  <a:pt x="5417353" y="1617916"/>
                  <a:pt x="5416114" y="1616106"/>
                  <a:pt x="5414019" y="1615820"/>
                </a:cubicBezTo>
                <a:cubicBezTo>
                  <a:pt x="5411923" y="1615534"/>
                  <a:pt x="5413448" y="1614010"/>
                  <a:pt x="5413448" y="1614010"/>
                </a:cubicBezTo>
                <a:cubicBezTo>
                  <a:pt x="5413448" y="1614010"/>
                  <a:pt x="5416114" y="1613153"/>
                  <a:pt x="5421258" y="1611915"/>
                </a:cubicBezTo>
                <a:cubicBezTo>
                  <a:pt x="5426306" y="1610677"/>
                  <a:pt x="5426020" y="1610677"/>
                  <a:pt x="5427830" y="1608295"/>
                </a:cubicBezTo>
                <a:cubicBezTo>
                  <a:pt x="5429640" y="1605914"/>
                  <a:pt x="5431736" y="1605914"/>
                  <a:pt x="5433545" y="1605628"/>
                </a:cubicBezTo>
                <a:cubicBezTo>
                  <a:pt x="5435355" y="1605343"/>
                  <a:pt x="5439260" y="1605914"/>
                  <a:pt x="5443166" y="1605628"/>
                </a:cubicBezTo>
                <a:cubicBezTo>
                  <a:pt x="5447071" y="1605343"/>
                  <a:pt x="5447738" y="1608581"/>
                  <a:pt x="5444404" y="1608295"/>
                </a:cubicBezTo>
                <a:cubicBezTo>
                  <a:pt x="5441165" y="1608010"/>
                  <a:pt x="5444404" y="1609534"/>
                  <a:pt x="5447738" y="1611915"/>
                </a:cubicBezTo>
                <a:cubicBezTo>
                  <a:pt x="5451071" y="1614296"/>
                  <a:pt x="5451071" y="1613439"/>
                  <a:pt x="5451643" y="1611343"/>
                </a:cubicBezTo>
                <a:cubicBezTo>
                  <a:pt x="5452214" y="1609248"/>
                  <a:pt x="5451929" y="1609248"/>
                  <a:pt x="5453738" y="1608676"/>
                </a:cubicBezTo>
                <a:cubicBezTo>
                  <a:pt x="5455548" y="1608010"/>
                  <a:pt x="5456786" y="1606867"/>
                  <a:pt x="5454977" y="1605343"/>
                </a:cubicBezTo>
                <a:cubicBezTo>
                  <a:pt x="5453167" y="1603914"/>
                  <a:pt x="5454691" y="1602104"/>
                  <a:pt x="5451071" y="1600580"/>
                </a:cubicBezTo>
                <a:cubicBezTo>
                  <a:pt x="5447452" y="1599151"/>
                  <a:pt x="5449261" y="1594675"/>
                  <a:pt x="5453738" y="1589531"/>
                </a:cubicBezTo>
                <a:cubicBezTo>
                  <a:pt x="5458215" y="1584483"/>
                  <a:pt x="5455834" y="1579054"/>
                  <a:pt x="5455262" y="1577244"/>
                </a:cubicBezTo>
                <a:cubicBezTo>
                  <a:pt x="5454691" y="1575434"/>
                  <a:pt x="5455262" y="1571815"/>
                  <a:pt x="5455548" y="1568862"/>
                </a:cubicBezTo>
                <a:cubicBezTo>
                  <a:pt x="5455834" y="1565814"/>
                  <a:pt x="5454405" y="1559527"/>
                  <a:pt x="5453167" y="1557146"/>
                </a:cubicBezTo>
                <a:cubicBezTo>
                  <a:pt x="5452024" y="1554765"/>
                  <a:pt x="5452024" y="1551145"/>
                  <a:pt x="5452309" y="1548478"/>
                </a:cubicBezTo>
                <a:cubicBezTo>
                  <a:pt x="5452691" y="1545811"/>
                  <a:pt x="5449357" y="1538572"/>
                  <a:pt x="5451452" y="1534381"/>
                </a:cubicBezTo>
                <a:cubicBezTo>
                  <a:pt x="5453548" y="1530190"/>
                  <a:pt x="5460787" y="1528952"/>
                  <a:pt x="5467645" y="1528952"/>
                </a:cubicBezTo>
                <a:cubicBezTo>
                  <a:pt x="5474598" y="1528952"/>
                  <a:pt x="5475455" y="1524761"/>
                  <a:pt x="5477265" y="1522666"/>
                </a:cubicBezTo>
                <a:cubicBezTo>
                  <a:pt x="5478979" y="1520570"/>
                  <a:pt x="5480504" y="1520284"/>
                  <a:pt x="5484123" y="1520284"/>
                </a:cubicBezTo>
                <a:cubicBezTo>
                  <a:pt x="5487743" y="1520284"/>
                  <a:pt x="5493457" y="1520856"/>
                  <a:pt x="5495553" y="1522380"/>
                </a:cubicBezTo>
                <a:cubicBezTo>
                  <a:pt x="5497648" y="1523904"/>
                  <a:pt x="5498887" y="1524856"/>
                  <a:pt x="5498887" y="1523618"/>
                </a:cubicBezTo>
                <a:cubicBezTo>
                  <a:pt x="5498887" y="1522475"/>
                  <a:pt x="5500697" y="1521523"/>
                  <a:pt x="5496792" y="1520665"/>
                </a:cubicBezTo>
                <a:cubicBezTo>
                  <a:pt x="5492886" y="1519808"/>
                  <a:pt x="5490791" y="1519141"/>
                  <a:pt x="5493457" y="1518570"/>
                </a:cubicBezTo>
                <a:cubicBezTo>
                  <a:pt x="5496125" y="1517998"/>
                  <a:pt x="5497077" y="1518284"/>
                  <a:pt x="5499173" y="1518570"/>
                </a:cubicBezTo>
                <a:cubicBezTo>
                  <a:pt x="5501173" y="1518856"/>
                  <a:pt x="5503935" y="1520094"/>
                  <a:pt x="5506317" y="1518570"/>
                </a:cubicBezTo>
                <a:cubicBezTo>
                  <a:pt x="5508793" y="1517141"/>
                  <a:pt x="5511745" y="1519808"/>
                  <a:pt x="5511745" y="1521904"/>
                </a:cubicBezTo>
                <a:cubicBezTo>
                  <a:pt x="5511745" y="1523999"/>
                  <a:pt x="5512889" y="1529333"/>
                  <a:pt x="5514127" y="1532667"/>
                </a:cubicBezTo>
                <a:cubicBezTo>
                  <a:pt x="5515365" y="1535905"/>
                  <a:pt x="5513555" y="1543144"/>
                  <a:pt x="5511460" y="1547335"/>
                </a:cubicBezTo>
                <a:cubicBezTo>
                  <a:pt x="5509364" y="1551526"/>
                  <a:pt x="5509650" y="1558384"/>
                  <a:pt x="5511460" y="1561718"/>
                </a:cubicBezTo>
                <a:cubicBezTo>
                  <a:pt x="5513270" y="1565052"/>
                  <a:pt x="5513270" y="1568005"/>
                  <a:pt x="5510602" y="1571624"/>
                </a:cubicBezTo>
                <a:cubicBezTo>
                  <a:pt x="5507936" y="1575148"/>
                  <a:pt x="5510602" y="1575434"/>
                  <a:pt x="5512127" y="1574577"/>
                </a:cubicBezTo>
                <a:cubicBezTo>
                  <a:pt x="5513555" y="1573720"/>
                  <a:pt x="5514222" y="1573053"/>
                  <a:pt x="5515079" y="1574291"/>
                </a:cubicBezTo>
                <a:cubicBezTo>
                  <a:pt x="5515936" y="1575529"/>
                  <a:pt x="5515365" y="1576387"/>
                  <a:pt x="5512984" y="1580006"/>
                </a:cubicBezTo>
                <a:cubicBezTo>
                  <a:pt x="5510508" y="1583626"/>
                  <a:pt x="5512317" y="1584292"/>
                  <a:pt x="5513841" y="1583054"/>
                </a:cubicBezTo>
                <a:cubicBezTo>
                  <a:pt x="5515365" y="1581911"/>
                  <a:pt x="5515936" y="1580673"/>
                  <a:pt x="5515936" y="1582483"/>
                </a:cubicBezTo>
                <a:cubicBezTo>
                  <a:pt x="5515936" y="1584292"/>
                  <a:pt x="5515270" y="1587340"/>
                  <a:pt x="5514413" y="1592103"/>
                </a:cubicBezTo>
                <a:cubicBezTo>
                  <a:pt x="5513555" y="1596961"/>
                  <a:pt x="5516794" y="1604390"/>
                  <a:pt x="5518032" y="1607724"/>
                </a:cubicBezTo>
                <a:cubicBezTo>
                  <a:pt x="5519270" y="1610962"/>
                  <a:pt x="5516794" y="1608581"/>
                  <a:pt x="5513841" y="1606486"/>
                </a:cubicBezTo>
                <a:cubicBezTo>
                  <a:pt x="5510793" y="1604390"/>
                  <a:pt x="5512317" y="1604104"/>
                  <a:pt x="5512603" y="1601723"/>
                </a:cubicBezTo>
                <a:cubicBezTo>
                  <a:pt x="5512889" y="1599247"/>
                  <a:pt x="5510793" y="1596865"/>
                  <a:pt x="5508983" y="1596294"/>
                </a:cubicBezTo>
                <a:cubicBezTo>
                  <a:pt x="5507269" y="1595722"/>
                  <a:pt x="5508126" y="1598389"/>
                  <a:pt x="5508126" y="1600485"/>
                </a:cubicBezTo>
                <a:cubicBezTo>
                  <a:pt x="5508126" y="1602580"/>
                  <a:pt x="5507840" y="1604390"/>
                  <a:pt x="5507554" y="1608581"/>
                </a:cubicBezTo>
                <a:lnTo>
                  <a:pt x="5507554" y="1608582"/>
                </a:lnTo>
                <a:lnTo>
                  <a:pt x="5508220" y="1608582"/>
                </a:lnTo>
                <a:cubicBezTo>
                  <a:pt x="5507839" y="1612773"/>
                  <a:pt x="5509935" y="1613440"/>
                  <a:pt x="5513269" y="1614297"/>
                </a:cubicBezTo>
                <a:cubicBezTo>
                  <a:pt x="5516507" y="1615154"/>
                  <a:pt x="5515935" y="1624203"/>
                  <a:pt x="5515935" y="1626870"/>
                </a:cubicBezTo>
                <a:cubicBezTo>
                  <a:pt x="5515935" y="1629537"/>
                  <a:pt x="5517174" y="1641538"/>
                  <a:pt x="5519841" y="1645444"/>
                </a:cubicBezTo>
                <a:cubicBezTo>
                  <a:pt x="5522603" y="1649349"/>
                  <a:pt x="5521365" y="1654683"/>
                  <a:pt x="5521079" y="1658303"/>
                </a:cubicBezTo>
                <a:cubicBezTo>
                  <a:pt x="5520793" y="1661827"/>
                  <a:pt x="5520793" y="1666399"/>
                  <a:pt x="5518698" y="1671447"/>
                </a:cubicBezTo>
                <a:lnTo>
                  <a:pt x="5519165" y="1676489"/>
                </a:lnTo>
                <a:lnTo>
                  <a:pt x="5519175" y="1676495"/>
                </a:lnTo>
                <a:cubicBezTo>
                  <a:pt x="5520127" y="1677638"/>
                  <a:pt x="5520222" y="1676114"/>
                  <a:pt x="5522318" y="1675542"/>
                </a:cubicBezTo>
                <a:cubicBezTo>
                  <a:pt x="5524413" y="1674875"/>
                  <a:pt x="5525366" y="1676399"/>
                  <a:pt x="5528033" y="1678209"/>
                </a:cubicBezTo>
                <a:cubicBezTo>
                  <a:pt x="5530700" y="1680019"/>
                  <a:pt x="5533653" y="1679733"/>
                  <a:pt x="5534891" y="1678495"/>
                </a:cubicBezTo>
                <a:lnTo>
                  <a:pt x="5534841" y="1678653"/>
                </a:lnTo>
                <a:lnTo>
                  <a:pt x="5538987" y="1675732"/>
                </a:lnTo>
                <a:cubicBezTo>
                  <a:pt x="5541082" y="1675732"/>
                  <a:pt x="5542035" y="1674780"/>
                  <a:pt x="5542892" y="1676304"/>
                </a:cubicBezTo>
                <a:cubicBezTo>
                  <a:pt x="5543749" y="1677828"/>
                  <a:pt x="5543463" y="1678114"/>
                  <a:pt x="5544987" y="1677542"/>
                </a:cubicBezTo>
                <a:cubicBezTo>
                  <a:pt x="5546511" y="1676971"/>
                  <a:pt x="5547083" y="1676685"/>
                  <a:pt x="5548892" y="1676685"/>
                </a:cubicBezTo>
                <a:cubicBezTo>
                  <a:pt x="5550702" y="1676685"/>
                  <a:pt x="5552226" y="1676971"/>
                  <a:pt x="5554322" y="1676113"/>
                </a:cubicBezTo>
                <a:cubicBezTo>
                  <a:pt x="5556417" y="1675161"/>
                  <a:pt x="5559084" y="1675161"/>
                  <a:pt x="5562418" y="1674875"/>
                </a:cubicBezTo>
                <a:cubicBezTo>
                  <a:pt x="5565656" y="1674589"/>
                  <a:pt x="5566037" y="1672780"/>
                  <a:pt x="5564799" y="1670684"/>
                </a:cubicBezTo>
                <a:cubicBezTo>
                  <a:pt x="5563561" y="1668589"/>
                  <a:pt x="5566323" y="1668875"/>
                  <a:pt x="5568704" y="1670398"/>
                </a:cubicBezTo>
                <a:cubicBezTo>
                  <a:pt x="5571181" y="1671827"/>
                  <a:pt x="5575658" y="1672494"/>
                  <a:pt x="5580420" y="1670970"/>
                </a:cubicBezTo>
                <a:cubicBezTo>
                  <a:pt x="5585278" y="1669446"/>
                  <a:pt x="5586421" y="1670398"/>
                  <a:pt x="5588231" y="1671256"/>
                </a:cubicBezTo>
                <a:cubicBezTo>
                  <a:pt x="5590040" y="1672113"/>
                  <a:pt x="5590040" y="1672684"/>
                  <a:pt x="5593945" y="1671827"/>
                </a:cubicBezTo>
                <a:cubicBezTo>
                  <a:pt x="5597851" y="1670970"/>
                  <a:pt x="5600518" y="1673351"/>
                  <a:pt x="5602042" y="1675447"/>
                </a:cubicBezTo>
                <a:cubicBezTo>
                  <a:pt x="5603566" y="1677542"/>
                  <a:pt x="5606233" y="1678780"/>
                  <a:pt x="5608043" y="1681162"/>
                </a:cubicBezTo>
                <a:cubicBezTo>
                  <a:pt x="5609757" y="1683638"/>
                  <a:pt x="5605566" y="1681162"/>
                  <a:pt x="5600804" y="1678495"/>
                </a:cubicBezTo>
                <a:cubicBezTo>
                  <a:pt x="5595946" y="1675828"/>
                  <a:pt x="5597470" y="1677923"/>
                  <a:pt x="5599279" y="1680019"/>
                </a:cubicBezTo>
                <a:cubicBezTo>
                  <a:pt x="5601089" y="1682114"/>
                  <a:pt x="5599279" y="1682400"/>
                  <a:pt x="5597470" y="1682400"/>
                </a:cubicBezTo>
                <a:cubicBezTo>
                  <a:pt x="5595660" y="1682400"/>
                  <a:pt x="5597184" y="1683067"/>
                  <a:pt x="5600137" y="1686019"/>
                </a:cubicBezTo>
                <a:cubicBezTo>
                  <a:pt x="5603185" y="1689067"/>
                  <a:pt x="5608233" y="1690782"/>
                  <a:pt x="5611852" y="1692020"/>
                </a:cubicBezTo>
                <a:cubicBezTo>
                  <a:pt x="5615472" y="1693163"/>
                  <a:pt x="5614615" y="1690782"/>
                  <a:pt x="5613091" y="1688686"/>
                </a:cubicBezTo>
                <a:cubicBezTo>
                  <a:pt x="5611567" y="1686591"/>
                  <a:pt x="5610709" y="1686877"/>
                  <a:pt x="5613377" y="1686877"/>
                </a:cubicBezTo>
                <a:cubicBezTo>
                  <a:pt x="5616043" y="1686877"/>
                  <a:pt x="5618139" y="1688305"/>
                  <a:pt x="5621759" y="1691925"/>
                </a:cubicBezTo>
                <a:lnTo>
                  <a:pt x="5623555" y="1693978"/>
                </a:lnTo>
                <a:lnTo>
                  <a:pt x="5623854" y="1694021"/>
                </a:lnTo>
                <a:cubicBezTo>
                  <a:pt x="5624807" y="1695544"/>
                  <a:pt x="5623758" y="1696116"/>
                  <a:pt x="5622235" y="1698021"/>
                </a:cubicBezTo>
                <a:cubicBezTo>
                  <a:pt x="5620139" y="1700688"/>
                  <a:pt x="5621663" y="1702498"/>
                  <a:pt x="5624044" y="1704307"/>
                </a:cubicBezTo>
                <a:cubicBezTo>
                  <a:pt x="5626426" y="1706117"/>
                  <a:pt x="5626997" y="1712118"/>
                  <a:pt x="5626711" y="1714785"/>
                </a:cubicBezTo>
                <a:cubicBezTo>
                  <a:pt x="5626426" y="1717452"/>
                  <a:pt x="5625283" y="1729454"/>
                  <a:pt x="5625854" y="1733359"/>
                </a:cubicBezTo>
                <a:cubicBezTo>
                  <a:pt x="5626521" y="1737264"/>
                  <a:pt x="5625283" y="1737835"/>
                  <a:pt x="5627092" y="1739645"/>
                </a:cubicBezTo>
                <a:cubicBezTo>
                  <a:pt x="5628902" y="1741455"/>
                  <a:pt x="5630045" y="1744122"/>
                  <a:pt x="5629759" y="1751647"/>
                </a:cubicBezTo>
                <a:cubicBezTo>
                  <a:pt x="5629474" y="1759076"/>
                  <a:pt x="5631569" y="1761838"/>
                  <a:pt x="5633093" y="1764220"/>
                </a:cubicBezTo>
                <a:cubicBezTo>
                  <a:pt x="5634522" y="1766601"/>
                  <a:pt x="5635760" y="1770792"/>
                  <a:pt x="5633665" y="1771078"/>
                </a:cubicBezTo>
                <a:cubicBezTo>
                  <a:pt x="5631569" y="1771363"/>
                  <a:pt x="5632140" y="1766887"/>
                  <a:pt x="5631283" y="1764791"/>
                </a:cubicBezTo>
                <a:cubicBezTo>
                  <a:pt x="5630426" y="1762696"/>
                  <a:pt x="5627092" y="1756981"/>
                  <a:pt x="5626521" y="1758219"/>
                </a:cubicBezTo>
                <a:cubicBezTo>
                  <a:pt x="5625950" y="1759457"/>
                  <a:pt x="5626521" y="1761267"/>
                  <a:pt x="5628045" y="1763648"/>
                </a:cubicBezTo>
                <a:cubicBezTo>
                  <a:pt x="5629569" y="1766030"/>
                  <a:pt x="5630426" y="1769649"/>
                  <a:pt x="5629569" y="1771744"/>
                </a:cubicBezTo>
                <a:cubicBezTo>
                  <a:pt x="5628712" y="1773840"/>
                  <a:pt x="5629569" y="1774126"/>
                  <a:pt x="5631664" y="1774411"/>
                </a:cubicBezTo>
                <a:cubicBezTo>
                  <a:pt x="5633855" y="1774697"/>
                  <a:pt x="5633855" y="1774983"/>
                  <a:pt x="5634712" y="1778317"/>
                </a:cubicBezTo>
                <a:cubicBezTo>
                  <a:pt x="5635569" y="1781651"/>
                  <a:pt x="5632236" y="1785556"/>
                  <a:pt x="5635569" y="1786127"/>
                </a:cubicBezTo>
                <a:cubicBezTo>
                  <a:pt x="5638808" y="1786699"/>
                  <a:pt x="5638237" y="1794223"/>
                  <a:pt x="5636141" y="1800510"/>
                </a:cubicBezTo>
                <a:cubicBezTo>
                  <a:pt x="5634903" y="1804225"/>
                  <a:pt x="5636617" y="1806987"/>
                  <a:pt x="5638237" y="1808511"/>
                </a:cubicBezTo>
                <a:lnTo>
                  <a:pt x="5640332" y="1810130"/>
                </a:lnTo>
                <a:lnTo>
                  <a:pt x="5639990" y="1810108"/>
                </a:lnTo>
                <a:lnTo>
                  <a:pt x="5640143" y="1810226"/>
                </a:lnTo>
                <a:cubicBezTo>
                  <a:pt x="5642524" y="1812322"/>
                  <a:pt x="5645286" y="1816798"/>
                  <a:pt x="5645286" y="1820703"/>
                </a:cubicBezTo>
                <a:cubicBezTo>
                  <a:pt x="5645286" y="1824609"/>
                  <a:pt x="5653097" y="1830038"/>
                  <a:pt x="5653954" y="1833848"/>
                </a:cubicBezTo>
                <a:cubicBezTo>
                  <a:pt x="5654811" y="1837753"/>
                  <a:pt x="5662622" y="1842230"/>
                  <a:pt x="5663574" y="1844611"/>
                </a:cubicBezTo>
                <a:lnTo>
                  <a:pt x="5663574" y="1845184"/>
                </a:lnTo>
                <a:lnTo>
                  <a:pt x="5668335" y="1851469"/>
                </a:lnTo>
                <a:cubicBezTo>
                  <a:pt x="5671003" y="1854136"/>
                  <a:pt x="5671860" y="1858041"/>
                  <a:pt x="5671003" y="1862232"/>
                </a:cubicBezTo>
                <a:cubicBezTo>
                  <a:pt x="5670050" y="1866423"/>
                  <a:pt x="5675194" y="1866994"/>
                  <a:pt x="5678146" y="1866423"/>
                </a:cubicBezTo>
                <a:cubicBezTo>
                  <a:pt x="5681099" y="1865851"/>
                  <a:pt x="5680813" y="1865566"/>
                  <a:pt x="5678718" y="1862518"/>
                </a:cubicBezTo>
                <a:cubicBezTo>
                  <a:pt x="5676622" y="1859565"/>
                  <a:pt x="5678718" y="1860898"/>
                  <a:pt x="5680242" y="1861470"/>
                </a:cubicBezTo>
                <a:cubicBezTo>
                  <a:pt x="5681766" y="1862041"/>
                  <a:pt x="5683004" y="1860708"/>
                  <a:pt x="5683861" y="1865470"/>
                </a:cubicBezTo>
                <a:cubicBezTo>
                  <a:pt x="5684719" y="1870233"/>
                  <a:pt x="5691291" y="1868233"/>
                  <a:pt x="5696720" y="1866994"/>
                </a:cubicBezTo>
                <a:cubicBezTo>
                  <a:pt x="5702150" y="1865756"/>
                  <a:pt x="5699673" y="1864518"/>
                  <a:pt x="5700911" y="1861565"/>
                </a:cubicBezTo>
                <a:cubicBezTo>
                  <a:pt x="5702150" y="1858612"/>
                  <a:pt x="5704531" y="1858327"/>
                  <a:pt x="5706626" y="1854993"/>
                </a:cubicBezTo>
                <a:cubicBezTo>
                  <a:pt x="5708722" y="1851659"/>
                  <a:pt x="5709293" y="1850802"/>
                  <a:pt x="5711675" y="1850802"/>
                </a:cubicBezTo>
                <a:cubicBezTo>
                  <a:pt x="5714056" y="1850802"/>
                  <a:pt x="5713198" y="1855279"/>
                  <a:pt x="5711960" y="1859755"/>
                </a:cubicBezTo>
                <a:cubicBezTo>
                  <a:pt x="5710722" y="1864327"/>
                  <a:pt x="5712818" y="1862803"/>
                  <a:pt x="5714627" y="1860994"/>
                </a:cubicBezTo>
                <a:cubicBezTo>
                  <a:pt x="5716437" y="1859184"/>
                  <a:pt x="5717009" y="1853183"/>
                  <a:pt x="5716151" y="1850230"/>
                </a:cubicBezTo>
                <a:cubicBezTo>
                  <a:pt x="5715199" y="1847182"/>
                  <a:pt x="5714341" y="1843563"/>
                  <a:pt x="5714341" y="1840896"/>
                </a:cubicBezTo>
                <a:cubicBezTo>
                  <a:pt x="5714341" y="1838229"/>
                  <a:pt x="5717009" y="1838800"/>
                  <a:pt x="5718818" y="1839086"/>
                </a:cubicBezTo>
                <a:cubicBezTo>
                  <a:pt x="5720628" y="1839372"/>
                  <a:pt x="5725105" y="1840229"/>
                  <a:pt x="5728724" y="1839658"/>
                </a:cubicBezTo>
                <a:cubicBezTo>
                  <a:pt x="5735010" y="1838610"/>
                  <a:pt x="5733201" y="1839658"/>
                  <a:pt x="5728724" y="1842325"/>
                </a:cubicBezTo>
                <a:cubicBezTo>
                  <a:pt x="5724247" y="1844992"/>
                  <a:pt x="5729010" y="1845563"/>
                  <a:pt x="5732629" y="1844992"/>
                </a:cubicBezTo>
                <a:cubicBezTo>
                  <a:pt x="5736153" y="1844325"/>
                  <a:pt x="5737106" y="1843753"/>
                  <a:pt x="5739487" y="1843753"/>
                </a:cubicBezTo>
                <a:cubicBezTo>
                  <a:pt x="5741869" y="1843753"/>
                  <a:pt x="5749965" y="1848802"/>
                  <a:pt x="5749393" y="1850326"/>
                </a:cubicBezTo>
                <a:cubicBezTo>
                  <a:pt x="5748726" y="1851850"/>
                  <a:pt x="5749393" y="1853374"/>
                  <a:pt x="5752346" y="1854231"/>
                </a:cubicBezTo>
                <a:cubicBezTo>
                  <a:pt x="5755299" y="1855183"/>
                  <a:pt x="5757394" y="1859946"/>
                  <a:pt x="5759204" y="1861756"/>
                </a:cubicBezTo>
                <a:cubicBezTo>
                  <a:pt x="5760156" y="1862803"/>
                  <a:pt x="5762062" y="1864613"/>
                  <a:pt x="5763585" y="1866328"/>
                </a:cubicBezTo>
                <a:lnTo>
                  <a:pt x="5763799" y="1866976"/>
                </a:lnTo>
                <a:lnTo>
                  <a:pt x="5763967" y="1864899"/>
                </a:lnTo>
                <a:cubicBezTo>
                  <a:pt x="5765205" y="1866328"/>
                  <a:pt x="5766443" y="1868042"/>
                  <a:pt x="5767300" y="1870328"/>
                </a:cubicBezTo>
                <a:cubicBezTo>
                  <a:pt x="5769872" y="1877472"/>
                  <a:pt x="5776063" y="1879091"/>
                  <a:pt x="5775968" y="1883854"/>
                </a:cubicBezTo>
                <a:cubicBezTo>
                  <a:pt x="5775968" y="1886616"/>
                  <a:pt x="5774825" y="1891283"/>
                  <a:pt x="5777207" y="1890426"/>
                </a:cubicBezTo>
                <a:cubicBezTo>
                  <a:pt x="5779588" y="1889569"/>
                  <a:pt x="5779873" y="1884997"/>
                  <a:pt x="5779588" y="1880234"/>
                </a:cubicBezTo>
                <a:cubicBezTo>
                  <a:pt x="5779302" y="1875472"/>
                  <a:pt x="5776254" y="1873662"/>
                  <a:pt x="5773872" y="1872138"/>
                </a:cubicBezTo>
                <a:cubicBezTo>
                  <a:pt x="5771491" y="1870709"/>
                  <a:pt x="5773016" y="1869471"/>
                  <a:pt x="5773872" y="1867375"/>
                </a:cubicBezTo>
                <a:cubicBezTo>
                  <a:pt x="5774730" y="1865280"/>
                  <a:pt x="5776825" y="1860803"/>
                  <a:pt x="5778635" y="1858993"/>
                </a:cubicBezTo>
                <a:cubicBezTo>
                  <a:pt x="5780445" y="1857184"/>
                  <a:pt x="5781016" y="1854517"/>
                  <a:pt x="5782826" y="1850897"/>
                </a:cubicBezTo>
                <a:cubicBezTo>
                  <a:pt x="5784636" y="1847373"/>
                  <a:pt x="5785588" y="1846420"/>
                  <a:pt x="5786446" y="1847944"/>
                </a:cubicBezTo>
                <a:cubicBezTo>
                  <a:pt x="5787303" y="1849468"/>
                  <a:pt x="5787303" y="1850040"/>
                  <a:pt x="5790922" y="1847944"/>
                </a:cubicBezTo>
                <a:cubicBezTo>
                  <a:pt x="5794542" y="1845754"/>
                  <a:pt x="5791780" y="1844039"/>
                  <a:pt x="5789398" y="1842801"/>
                </a:cubicBezTo>
                <a:cubicBezTo>
                  <a:pt x="5787017" y="1841563"/>
                  <a:pt x="5787588" y="1839753"/>
                  <a:pt x="5789684" y="1839181"/>
                </a:cubicBezTo>
                <a:cubicBezTo>
                  <a:pt x="5791780" y="1838610"/>
                  <a:pt x="5791780" y="1834133"/>
                  <a:pt x="5792351" y="1830228"/>
                </a:cubicBezTo>
                <a:cubicBezTo>
                  <a:pt x="5792922" y="1826323"/>
                  <a:pt x="5790827" y="1825751"/>
                  <a:pt x="5788446" y="1825751"/>
                </a:cubicBezTo>
                <a:cubicBezTo>
                  <a:pt x="5786065" y="1825751"/>
                  <a:pt x="5787208" y="1823275"/>
                  <a:pt x="5786636" y="1820608"/>
                </a:cubicBezTo>
                <a:cubicBezTo>
                  <a:pt x="5786065" y="1817941"/>
                  <a:pt x="5787493" y="1817941"/>
                  <a:pt x="5788731" y="1812226"/>
                </a:cubicBezTo>
                <a:cubicBezTo>
                  <a:pt x="5789970" y="1806511"/>
                  <a:pt x="5791780" y="1804129"/>
                  <a:pt x="5794447" y="1800510"/>
                </a:cubicBezTo>
                <a:cubicBezTo>
                  <a:pt x="5797113" y="1796986"/>
                  <a:pt x="5797685" y="1799081"/>
                  <a:pt x="5800447" y="1799653"/>
                </a:cubicBezTo>
                <a:cubicBezTo>
                  <a:pt x="5803210" y="1800224"/>
                  <a:pt x="5802257" y="1800605"/>
                  <a:pt x="5801971" y="1803558"/>
                </a:cubicBezTo>
                <a:cubicBezTo>
                  <a:pt x="5801685" y="1806606"/>
                  <a:pt x="5802257" y="1806892"/>
                  <a:pt x="5803495" y="1806892"/>
                </a:cubicBezTo>
                <a:cubicBezTo>
                  <a:pt x="5804733" y="1806892"/>
                  <a:pt x="5805019" y="1805368"/>
                  <a:pt x="5807115" y="1798795"/>
                </a:cubicBezTo>
                <a:cubicBezTo>
                  <a:pt x="5809210" y="1792223"/>
                  <a:pt x="5811020" y="1794033"/>
                  <a:pt x="5818164" y="1791937"/>
                </a:cubicBezTo>
                <a:cubicBezTo>
                  <a:pt x="5825403" y="1789842"/>
                  <a:pt x="5826260" y="1783555"/>
                  <a:pt x="5828356" y="1779936"/>
                </a:cubicBezTo>
                <a:cubicBezTo>
                  <a:pt x="5830451" y="1776316"/>
                  <a:pt x="5832547" y="1773649"/>
                  <a:pt x="5834357" y="1772411"/>
                </a:cubicBezTo>
                <a:cubicBezTo>
                  <a:pt x="5836166" y="1771173"/>
                  <a:pt x="5836738" y="1764982"/>
                  <a:pt x="5834071" y="1762219"/>
                </a:cubicBezTo>
                <a:cubicBezTo>
                  <a:pt x="5831403" y="1759457"/>
                  <a:pt x="5831689" y="1758886"/>
                  <a:pt x="5834357" y="1758600"/>
                </a:cubicBezTo>
                <a:cubicBezTo>
                  <a:pt x="5837023" y="1758314"/>
                  <a:pt x="5836166" y="1758314"/>
                  <a:pt x="5838547" y="1760124"/>
                </a:cubicBezTo>
                <a:cubicBezTo>
                  <a:pt x="5840928" y="1761934"/>
                  <a:pt x="5840928" y="1761934"/>
                  <a:pt x="5842453" y="1760695"/>
                </a:cubicBezTo>
                <a:cubicBezTo>
                  <a:pt x="5843976" y="1759552"/>
                  <a:pt x="5844548" y="1758028"/>
                  <a:pt x="5844548" y="1755647"/>
                </a:cubicBezTo>
                <a:cubicBezTo>
                  <a:pt x="5844548" y="1753266"/>
                  <a:pt x="5844548" y="1752980"/>
                  <a:pt x="5846358" y="1752980"/>
                </a:cubicBezTo>
                <a:cubicBezTo>
                  <a:pt x="5848167" y="1752980"/>
                  <a:pt x="5849977" y="1756600"/>
                  <a:pt x="5852644" y="1759552"/>
                </a:cubicBezTo>
                <a:cubicBezTo>
                  <a:pt x="5855311" y="1762600"/>
                  <a:pt x="5855597" y="1766791"/>
                  <a:pt x="5853501" y="1768887"/>
                </a:cubicBezTo>
                <a:lnTo>
                  <a:pt x="5853022" y="1769328"/>
                </a:lnTo>
                <a:lnTo>
                  <a:pt x="5851442" y="1771793"/>
                </a:lnTo>
                <a:cubicBezTo>
                  <a:pt x="5850883" y="1772841"/>
                  <a:pt x="5849835" y="1774412"/>
                  <a:pt x="5846835" y="1777555"/>
                </a:cubicBezTo>
                <a:lnTo>
                  <a:pt x="5845491" y="1781665"/>
                </a:lnTo>
                <a:lnTo>
                  <a:pt x="5844340" y="1787053"/>
                </a:lnTo>
                <a:lnTo>
                  <a:pt x="5847406" y="1793462"/>
                </a:lnTo>
                <a:cubicBezTo>
                  <a:pt x="5849787" y="1797653"/>
                  <a:pt x="5850073" y="1799748"/>
                  <a:pt x="5848263" y="1799177"/>
                </a:cubicBezTo>
                <a:cubicBezTo>
                  <a:pt x="5846453" y="1798605"/>
                  <a:pt x="5847692" y="1800987"/>
                  <a:pt x="5847692" y="1800987"/>
                </a:cubicBezTo>
                <a:cubicBezTo>
                  <a:pt x="5847692" y="1800987"/>
                  <a:pt x="5848739" y="1801844"/>
                  <a:pt x="5850359" y="1802796"/>
                </a:cubicBezTo>
                <a:cubicBezTo>
                  <a:pt x="5852454" y="1805178"/>
                  <a:pt x="5851216" y="1811178"/>
                  <a:pt x="5851216" y="1811178"/>
                </a:cubicBezTo>
                <a:cubicBezTo>
                  <a:pt x="5851216" y="1814512"/>
                  <a:pt x="5850930" y="1816893"/>
                  <a:pt x="5849978" y="1818036"/>
                </a:cubicBezTo>
                <a:cubicBezTo>
                  <a:pt x="5849121" y="1819275"/>
                  <a:pt x="5848168" y="1822227"/>
                  <a:pt x="5848168" y="1822227"/>
                </a:cubicBezTo>
                <a:cubicBezTo>
                  <a:pt x="5848168" y="1822227"/>
                  <a:pt x="5843025" y="1830609"/>
                  <a:pt x="5851121" y="1836610"/>
                </a:cubicBezTo>
                <a:cubicBezTo>
                  <a:pt x="5859217" y="1842611"/>
                  <a:pt x="5855598" y="1843754"/>
                  <a:pt x="5855026" y="1845564"/>
                </a:cubicBezTo>
                <a:cubicBezTo>
                  <a:pt x="5854455" y="1847373"/>
                  <a:pt x="5855598" y="1851564"/>
                  <a:pt x="5859789" y="1851564"/>
                </a:cubicBezTo>
                <a:cubicBezTo>
                  <a:pt x="5863980" y="1851564"/>
                  <a:pt x="5868171" y="1850040"/>
                  <a:pt x="5868456" y="1845278"/>
                </a:cubicBezTo>
                <a:cubicBezTo>
                  <a:pt x="5868742" y="1840515"/>
                  <a:pt x="5867599" y="1828800"/>
                  <a:pt x="5865503" y="1824894"/>
                </a:cubicBezTo>
                <a:cubicBezTo>
                  <a:pt x="5863408" y="1820989"/>
                  <a:pt x="5857693" y="1813464"/>
                  <a:pt x="5856550" y="1810797"/>
                </a:cubicBezTo>
                <a:cubicBezTo>
                  <a:pt x="5856550" y="1810797"/>
                  <a:pt x="5854835" y="1806035"/>
                  <a:pt x="5854835" y="1803654"/>
                </a:cubicBezTo>
                <a:cubicBezTo>
                  <a:pt x="5855312" y="1802701"/>
                  <a:pt x="5854645" y="1800320"/>
                  <a:pt x="5855026" y="1798510"/>
                </a:cubicBezTo>
                <a:cubicBezTo>
                  <a:pt x="5855598" y="1795843"/>
                  <a:pt x="5855883" y="1796415"/>
                  <a:pt x="5857693" y="1795843"/>
                </a:cubicBezTo>
                <a:cubicBezTo>
                  <a:pt x="5859503" y="1795272"/>
                  <a:pt x="5861027" y="1794605"/>
                  <a:pt x="5862455" y="1793462"/>
                </a:cubicBezTo>
                <a:cubicBezTo>
                  <a:pt x="5863980" y="1792224"/>
                  <a:pt x="5864265" y="1792224"/>
                  <a:pt x="5869028" y="1788033"/>
                </a:cubicBezTo>
                <a:cubicBezTo>
                  <a:pt x="5873790" y="1783842"/>
                  <a:pt x="5874076" y="1785651"/>
                  <a:pt x="5872933" y="1782318"/>
                </a:cubicBezTo>
                <a:cubicBezTo>
                  <a:pt x="5871695" y="1778984"/>
                  <a:pt x="5872647" y="1780222"/>
                  <a:pt x="5877124" y="1780508"/>
                </a:cubicBezTo>
                <a:cubicBezTo>
                  <a:pt x="5881601" y="1780794"/>
                  <a:pt x="5880458" y="1779270"/>
                  <a:pt x="5878362" y="1777555"/>
                </a:cubicBezTo>
                <a:cubicBezTo>
                  <a:pt x="5876267" y="1775745"/>
                  <a:pt x="5874457" y="1774888"/>
                  <a:pt x="5872076" y="1776031"/>
                </a:cubicBezTo>
                <a:cubicBezTo>
                  <a:pt x="5869694" y="1777269"/>
                  <a:pt x="5869980" y="1776603"/>
                  <a:pt x="5868456" y="1773936"/>
                </a:cubicBezTo>
                <a:cubicBezTo>
                  <a:pt x="5866932" y="1771269"/>
                  <a:pt x="5865789" y="1769745"/>
                  <a:pt x="5867599" y="1764030"/>
                </a:cubicBezTo>
                <a:cubicBezTo>
                  <a:pt x="5869409" y="1758315"/>
                  <a:pt x="5870933" y="1758029"/>
                  <a:pt x="5874171" y="1758315"/>
                </a:cubicBezTo>
                <a:cubicBezTo>
                  <a:pt x="5877505" y="1758600"/>
                  <a:pt x="5881696" y="1766697"/>
                  <a:pt x="5881696" y="1774221"/>
                </a:cubicBezTo>
                <a:cubicBezTo>
                  <a:pt x="5881696" y="1781746"/>
                  <a:pt x="5885029" y="1782889"/>
                  <a:pt x="5888554" y="1782318"/>
                </a:cubicBezTo>
                <a:cubicBezTo>
                  <a:pt x="5892173" y="1781746"/>
                  <a:pt x="5898174" y="1781079"/>
                  <a:pt x="5902651" y="1787080"/>
                </a:cubicBezTo>
                <a:cubicBezTo>
                  <a:pt x="5910557" y="1797653"/>
                  <a:pt x="5908080" y="1795748"/>
                  <a:pt x="5910176" y="1802701"/>
                </a:cubicBezTo>
                <a:cubicBezTo>
                  <a:pt x="5912271" y="1809654"/>
                  <a:pt x="5917034" y="1809273"/>
                  <a:pt x="5919129" y="1808702"/>
                </a:cubicBezTo>
                <a:cubicBezTo>
                  <a:pt x="5921225" y="1808130"/>
                  <a:pt x="5927226" y="1805368"/>
                  <a:pt x="5930559" y="1804797"/>
                </a:cubicBezTo>
                <a:cubicBezTo>
                  <a:pt x="5933893" y="1804225"/>
                  <a:pt x="5938370" y="1804511"/>
                  <a:pt x="5944085" y="1803273"/>
                </a:cubicBezTo>
                <a:cubicBezTo>
                  <a:pt x="5949800" y="1802034"/>
                  <a:pt x="5949514" y="1804797"/>
                  <a:pt x="5949514" y="1806892"/>
                </a:cubicBezTo>
                <a:cubicBezTo>
                  <a:pt x="5949514" y="1808988"/>
                  <a:pt x="5951895" y="1808702"/>
                  <a:pt x="5954276" y="1810797"/>
                </a:cubicBezTo>
                <a:cubicBezTo>
                  <a:pt x="5956658" y="1812893"/>
                  <a:pt x="5958753" y="1813179"/>
                  <a:pt x="5959039" y="1812036"/>
                </a:cubicBezTo>
                <a:cubicBezTo>
                  <a:pt x="5959325" y="1810797"/>
                  <a:pt x="5959325" y="1810797"/>
                  <a:pt x="5962372" y="1812036"/>
                </a:cubicBezTo>
                <a:cubicBezTo>
                  <a:pt x="5965421" y="1813274"/>
                  <a:pt x="5971993" y="1811464"/>
                  <a:pt x="5974374" y="1809940"/>
                </a:cubicBezTo>
                <a:cubicBezTo>
                  <a:pt x="5976755" y="1808416"/>
                  <a:pt x="5982756" y="1804511"/>
                  <a:pt x="5989614" y="1802130"/>
                </a:cubicBezTo>
                <a:cubicBezTo>
                  <a:pt x="5996472" y="1799748"/>
                  <a:pt x="5995329" y="1799748"/>
                  <a:pt x="5992281" y="1799177"/>
                </a:cubicBezTo>
                <a:cubicBezTo>
                  <a:pt x="5989328" y="1798605"/>
                  <a:pt x="5985709" y="1798605"/>
                  <a:pt x="5983614" y="1799748"/>
                </a:cubicBezTo>
                <a:cubicBezTo>
                  <a:pt x="5981518" y="1800987"/>
                  <a:pt x="5981232" y="1799463"/>
                  <a:pt x="5980946" y="1797367"/>
                </a:cubicBezTo>
                <a:cubicBezTo>
                  <a:pt x="5980661" y="1795272"/>
                  <a:pt x="5983899" y="1795843"/>
                  <a:pt x="5987805" y="1796129"/>
                </a:cubicBezTo>
                <a:cubicBezTo>
                  <a:pt x="5991710" y="1796415"/>
                  <a:pt x="5995615" y="1795272"/>
                  <a:pt x="5997139" y="1794319"/>
                </a:cubicBezTo>
                <a:cubicBezTo>
                  <a:pt x="5998663" y="1793462"/>
                  <a:pt x="6009712" y="1792224"/>
                  <a:pt x="6015427" y="1790985"/>
                </a:cubicBezTo>
                <a:cubicBezTo>
                  <a:pt x="6021142" y="1789747"/>
                  <a:pt x="6021999" y="1791271"/>
                  <a:pt x="6020189" y="1793367"/>
                </a:cubicBezTo>
                <a:cubicBezTo>
                  <a:pt x="6018380" y="1795462"/>
                  <a:pt x="6015141" y="1796319"/>
                  <a:pt x="6010570" y="1796986"/>
                </a:cubicBezTo>
                <a:cubicBezTo>
                  <a:pt x="6006092" y="1797558"/>
                  <a:pt x="6007616" y="1800606"/>
                  <a:pt x="6009331" y="1801463"/>
                </a:cubicBezTo>
                <a:cubicBezTo>
                  <a:pt x="6011141" y="1802320"/>
                  <a:pt x="6010855" y="1802034"/>
                  <a:pt x="6011998" y="1804797"/>
                </a:cubicBezTo>
                <a:cubicBezTo>
                  <a:pt x="6013236" y="1807464"/>
                  <a:pt x="6014379" y="1808702"/>
                  <a:pt x="6014379" y="1810226"/>
                </a:cubicBezTo>
                <a:cubicBezTo>
                  <a:pt x="6014379" y="1811750"/>
                  <a:pt x="6015617" y="1813845"/>
                  <a:pt x="6016189" y="1817084"/>
                </a:cubicBezTo>
                <a:cubicBezTo>
                  <a:pt x="6016760" y="1820418"/>
                  <a:pt x="6017427" y="1820418"/>
                  <a:pt x="6018856" y="1818608"/>
                </a:cubicBezTo>
                <a:cubicBezTo>
                  <a:pt x="6020380" y="1816798"/>
                  <a:pt x="6021904" y="1817751"/>
                  <a:pt x="6024285" y="1818894"/>
                </a:cubicBezTo>
                <a:cubicBezTo>
                  <a:pt x="6026666" y="1820132"/>
                  <a:pt x="6029047" y="1820132"/>
                  <a:pt x="6031810" y="1820703"/>
                </a:cubicBezTo>
                <a:cubicBezTo>
                  <a:pt x="6034572" y="1821275"/>
                  <a:pt x="6035715" y="1821275"/>
                  <a:pt x="6035144" y="1819465"/>
                </a:cubicBezTo>
                <a:cubicBezTo>
                  <a:pt x="6034572" y="1817655"/>
                  <a:pt x="6036382" y="1818227"/>
                  <a:pt x="6036382" y="1818227"/>
                </a:cubicBezTo>
                <a:cubicBezTo>
                  <a:pt x="6036382" y="1818227"/>
                  <a:pt x="6039049" y="1819751"/>
                  <a:pt x="6042097" y="1822418"/>
                </a:cubicBezTo>
                <a:cubicBezTo>
                  <a:pt x="6045050" y="1825085"/>
                  <a:pt x="6048097" y="1825752"/>
                  <a:pt x="6050193" y="1826037"/>
                </a:cubicBezTo>
                <a:cubicBezTo>
                  <a:pt x="6052288" y="1826323"/>
                  <a:pt x="6055908" y="1829943"/>
                  <a:pt x="6054384" y="1831086"/>
                </a:cubicBezTo>
                <a:cubicBezTo>
                  <a:pt x="6052860" y="1832324"/>
                  <a:pt x="6051717" y="1834419"/>
                  <a:pt x="6053146" y="1835277"/>
                </a:cubicBezTo>
                <a:cubicBezTo>
                  <a:pt x="6054670" y="1836134"/>
                  <a:pt x="6056099" y="1837372"/>
                  <a:pt x="6054670" y="1840706"/>
                </a:cubicBezTo>
                <a:cubicBezTo>
                  <a:pt x="6053146" y="1844040"/>
                  <a:pt x="6053432" y="1844611"/>
                  <a:pt x="6054098" y="1846421"/>
                </a:cubicBezTo>
                <a:cubicBezTo>
                  <a:pt x="6054670" y="1848231"/>
                  <a:pt x="6056766" y="1850612"/>
                  <a:pt x="6055623" y="1852707"/>
                </a:cubicBezTo>
                <a:cubicBezTo>
                  <a:pt x="6054384" y="1854803"/>
                  <a:pt x="6052003" y="1856327"/>
                  <a:pt x="6053813" y="1856327"/>
                </a:cubicBezTo>
                <a:cubicBezTo>
                  <a:pt x="6055623" y="1856327"/>
                  <a:pt x="6057718" y="1857565"/>
                  <a:pt x="6061337" y="1855470"/>
                </a:cubicBezTo>
                <a:lnTo>
                  <a:pt x="6069562" y="1856699"/>
                </a:lnTo>
                <a:lnTo>
                  <a:pt x="6069529" y="1856422"/>
                </a:lnTo>
                <a:cubicBezTo>
                  <a:pt x="6070101" y="1856898"/>
                  <a:pt x="6070767" y="1857470"/>
                  <a:pt x="6071053" y="1857946"/>
                </a:cubicBezTo>
                <a:cubicBezTo>
                  <a:pt x="6072577" y="1860327"/>
                  <a:pt x="6077911" y="1863947"/>
                  <a:pt x="6081245" y="1865757"/>
                </a:cubicBezTo>
                <a:cubicBezTo>
                  <a:pt x="6084578" y="1867566"/>
                  <a:pt x="6086388" y="1873567"/>
                  <a:pt x="6089912" y="1876234"/>
                </a:cubicBezTo>
                <a:cubicBezTo>
                  <a:pt x="6093532" y="1878901"/>
                  <a:pt x="6093246" y="1878901"/>
                  <a:pt x="6097151" y="1883759"/>
                </a:cubicBezTo>
                <a:cubicBezTo>
                  <a:pt x="6101057" y="1888521"/>
                  <a:pt x="6100104" y="1900237"/>
                  <a:pt x="6098961" y="1909572"/>
                </a:cubicBezTo>
                <a:cubicBezTo>
                  <a:pt x="6097723" y="1918906"/>
                  <a:pt x="6100771" y="1921001"/>
                  <a:pt x="6101914" y="1921287"/>
                </a:cubicBezTo>
                <a:cubicBezTo>
                  <a:pt x="6103152" y="1921573"/>
                  <a:pt x="6103152" y="1917668"/>
                  <a:pt x="6102771" y="1913763"/>
                </a:cubicBezTo>
                <a:cubicBezTo>
                  <a:pt x="6102485" y="1909857"/>
                  <a:pt x="6102200" y="1909286"/>
                  <a:pt x="6105153" y="1906524"/>
                </a:cubicBezTo>
                <a:cubicBezTo>
                  <a:pt x="6108105" y="1903857"/>
                  <a:pt x="6111153" y="1908905"/>
                  <a:pt x="6113535" y="1911000"/>
                </a:cubicBezTo>
                <a:cubicBezTo>
                  <a:pt x="6115916" y="1913096"/>
                  <a:pt x="6117154" y="1925097"/>
                  <a:pt x="6123154" y="1929003"/>
                </a:cubicBezTo>
                <a:cubicBezTo>
                  <a:pt x="6130679" y="1933860"/>
                  <a:pt x="6128488" y="1940718"/>
                  <a:pt x="6128679" y="1940337"/>
                </a:cubicBezTo>
                <a:lnTo>
                  <a:pt x="6128721" y="1940556"/>
                </a:lnTo>
                <a:lnTo>
                  <a:pt x="6131561" y="1935956"/>
                </a:lnTo>
                <a:cubicBezTo>
                  <a:pt x="6132561" y="1935337"/>
                  <a:pt x="6133585" y="1935290"/>
                  <a:pt x="6134585" y="1934718"/>
                </a:cubicBezTo>
                <a:cubicBezTo>
                  <a:pt x="6136681" y="1933480"/>
                  <a:pt x="6140872" y="1935289"/>
                  <a:pt x="6145348" y="1937385"/>
                </a:cubicBezTo>
                <a:cubicBezTo>
                  <a:pt x="6149825" y="1939480"/>
                  <a:pt x="6148968" y="1937385"/>
                  <a:pt x="6149825" y="1935575"/>
                </a:cubicBezTo>
                <a:cubicBezTo>
                  <a:pt x="6150777" y="1933765"/>
                  <a:pt x="6151063" y="1933765"/>
                  <a:pt x="6152873" y="1932908"/>
                </a:cubicBezTo>
                <a:cubicBezTo>
                  <a:pt x="6154682" y="1932051"/>
                  <a:pt x="6157064" y="1932622"/>
                  <a:pt x="6158873" y="1934432"/>
                </a:cubicBezTo>
                <a:cubicBezTo>
                  <a:pt x="6160683" y="1936242"/>
                  <a:pt x="6161541" y="1937099"/>
                  <a:pt x="6161541" y="1934718"/>
                </a:cubicBezTo>
                <a:cubicBezTo>
                  <a:pt x="6161541" y="1932241"/>
                  <a:pt x="6163350" y="1933194"/>
                  <a:pt x="6165446" y="1933480"/>
                </a:cubicBezTo>
                <a:cubicBezTo>
                  <a:pt x="6167541" y="1933765"/>
                  <a:pt x="6170494" y="1935575"/>
                  <a:pt x="6173828" y="1936147"/>
                </a:cubicBezTo>
                <a:cubicBezTo>
                  <a:pt x="6177162" y="1936718"/>
                  <a:pt x="6180115" y="1937290"/>
                  <a:pt x="6181924" y="1939099"/>
                </a:cubicBezTo>
                <a:cubicBezTo>
                  <a:pt x="6183734" y="1940909"/>
                  <a:pt x="6184591" y="1941766"/>
                  <a:pt x="6186401" y="1941481"/>
                </a:cubicBezTo>
                <a:lnTo>
                  <a:pt x="6186412" y="1941611"/>
                </a:lnTo>
                <a:lnTo>
                  <a:pt x="6186687" y="1941481"/>
                </a:lnTo>
                <a:cubicBezTo>
                  <a:pt x="6188496" y="1941195"/>
                  <a:pt x="6191163" y="1943290"/>
                  <a:pt x="6192687" y="1944148"/>
                </a:cubicBezTo>
                <a:cubicBezTo>
                  <a:pt x="6194211" y="1945005"/>
                  <a:pt x="6201355" y="1948339"/>
                  <a:pt x="6204974" y="1948339"/>
                </a:cubicBezTo>
                <a:cubicBezTo>
                  <a:pt x="6208594" y="1948339"/>
                  <a:pt x="6211261" y="1951386"/>
                  <a:pt x="6211261" y="1953482"/>
                </a:cubicBezTo>
                <a:cubicBezTo>
                  <a:pt x="6211261" y="1955578"/>
                  <a:pt x="6212404" y="1956149"/>
                  <a:pt x="6213642" y="1957959"/>
                </a:cubicBezTo>
                <a:cubicBezTo>
                  <a:pt x="6214880" y="1959769"/>
                  <a:pt x="6217262" y="1960340"/>
                  <a:pt x="6216976" y="1962436"/>
                </a:cubicBezTo>
                <a:cubicBezTo>
                  <a:pt x="6216690" y="1964531"/>
                  <a:pt x="6220214" y="1969294"/>
                  <a:pt x="6221453" y="1971389"/>
                </a:cubicBezTo>
                <a:cubicBezTo>
                  <a:pt x="6222691" y="1973485"/>
                  <a:pt x="6222024" y="1979485"/>
                  <a:pt x="6221167" y="1981867"/>
                </a:cubicBezTo>
                <a:cubicBezTo>
                  <a:pt x="6220214" y="1984248"/>
                  <a:pt x="6220214" y="1987582"/>
                  <a:pt x="6221453" y="1987582"/>
                </a:cubicBezTo>
                <a:cubicBezTo>
                  <a:pt x="6222595" y="1987582"/>
                  <a:pt x="6223548" y="1985486"/>
                  <a:pt x="6224405" y="1983962"/>
                </a:cubicBezTo>
                <a:cubicBezTo>
                  <a:pt x="6225263" y="1982438"/>
                  <a:pt x="6224405" y="1978533"/>
                  <a:pt x="6225263" y="1975580"/>
                </a:cubicBezTo>
                <a:cubicBezTo>
                  <a:pt x="6226120" y="1972627"/>
                  <a:pt x="6228501" y="1975294"/>
                  <a:pt x="6230025" y="1977390"/>
                </a:cubicBezTo>
                <a:cubicBezTo>
                  <a:pt x="6231454" y="1979485"/>
                  <a:pt x="6231168" y="1981009"/>
                  <a:pt x="6230882" y="1982819"/>
                </a:cubicBezTo>
                <a:cubicBezTo>
                  <a:pt x="6230597" y="1984534"/>
                  <a:pt x="6230882" y="1987296"/>
                  <a:pt x="6230025" y="1989963"/>
                </a:cubicBezTo>
                <a:cubicBezTo>
                  <a:pt x="6229072" y="1992725"/>
                  <a:pt x="6228787" y="1994154"/>
                  <a:pt x="6230311" y="1993582"/>
                </a:cubicBezTo>
                <a:lnTo>
                  <a:pt x="6229072" y="1993582"/>
                </a:lnTo>
                <a:lnTo>
                  <a:pt x="6228081" y="1995002"/>
                </a:lnTo>
                <a:lnTo>
                  <a:pt x="6230787" y="1993391"/>
                </a:lnTo>
                <a:cubicBezTo>
                  <a:pt x="6232216" y="1992820"/>
                  <a:pt x="6232597" y="1990438"/>
                  <a:pt x="6233454" y="1986819"/>
                </a:cubicBezTo>
                <a:cubicBezTo>
                  <a:pt x="6234312" y="1983199"/>
                  <a:pt x="6235550" y="1983866"/>
                  <a:pt x="6238217" y="1986533"/>
                </a:cubicBezTo>
                <a:cubicBezTo>
                  <a:pt x="6240884" y="1989200"/>
                  <a:pt x="6239646" y="1993105"/>
                  <a:pt x="6239074" y="1997582"/>
                </a:cubicBezTo>
                <a:cubicBezTo>
                  <a:pt x="6238503" y="2002059"/>
                  <a:pt x="6241169" y="2004154"/>
                  <a:pt x="6241169" y="2004154"/>
                </a:cubicBezTo>
                <a:cubicBezTo>
                  <a:pt x="6241169" y="2004154"/>
                  <a:pt x="6241169" y="2009298"/>
                  <a:pt x="6240598" y="2013775"/>
                </a:cubicBezTo>
                <a:cubicBezTo>
                  <a:pt x="6240026" y="2018347"/>
                  <a:pt x="6241551" y="2018918"/>
                  <a:pt x="6244217" y="2023395"/>
                </a:cubicBezTo>
                <a:cubicBezTo>
                  <a:pt x="6246979" y="2027967"/>
                  <a:pt x="6249932" y="2035396"/>
                  <a:pt x="6249932" y="2036920"/>
                </a:cubicBezTo>
                <a:cubicBezTo>
                  <a:pt x="6249932" y="2038444"/>
                  <a:pt x="6250218" y="2040826"/>
                  <a:pt x="6252599" y="2045302"/>
                </a:cubicBezTo>
                <a:cubicBezTo>
                  <a:pt x="6254981" y="2049779"/>
                  <a:pt x="6254314" y="2056066"/>
                  <a:pt x="6253457" y="2059399"/>
                </a:cubicBezTo>
                <a:cubicBezTo>
                  <a:pt x="6252599" y="2062733"/>
                  <a:pt x="6254695" y="2062066"/>
                  <a:pt x="6256790" y="2061495"/>
                </a:cubicBezTo>
                <a:cubicBezTo>
                  <a:pt x="6258886" y="2060923"/>
                  <a:pt x="6259743" y="2061209"/>
                  <a:pt x="6263648" y="2061495"/>
                </a:cubicBezTo>
                <a:cubicBezTo>
                  <a:pt x="6267554" y="2061876"/>
                  <a:pt x="6265744" y="2066638"/>
                  <a:pt x="6266315" y="2070829"/>
                </a:cubicBezTo>
                <a:cubicBezTo>
                  <a:pt x="6266887" y="2075020"/>
                  <a:pt x="6267268" y="2079211"/>
                  <a:pt x="6264220" y="2078640"/>
                </a:cubicBezTo>
                <a:cubicBezTo>
                  <a:pt x="6258791" y="2077592"/>
                  <a:pt x="6260410" y="2078640"/>
                  <a:pt x="6263648" y="2082545"/>
                </a:cubicBezTo>
                <a:cubicBezTo>
                  <a:pt x="6266887" y="2086450"/>
                  <a:pt x="6262124" y="2090927"/>
                  <a:pt x="6260029" y="2094261"/>
                </a:cubicBezTo>
                <a:cubicBezTo>
                  <a:pt x="6257933" y="2097595"/>
                  <a:pt x="6255838" y="2098833"/>
                  <a:pt x="6256695" y="2103595"/>
                </a:cubicBezTo>
                <a:cubicBezTo>
                  <a:pt x="6257647" y="2108453"/>
                  <a:pt x="6254885" y="2110549"/>
                  <a:pt x="6252504" y="2112930"/>
                </a:cubicBezTo>
                <a:cubicBezTo>
                  <a:pt x="6250028" y="2115311"/>
                  <a:pt x="6247361" y="2115978"/>
                  <a:pt x="6247075" y="2120740"/>
                </a:cubicBezTo>
                <a:cubicBezTo>
                  <a:pt x="6246789" y="2125503"/>
                  <a:pt x="6241074" y="2131504"/>
                  <a:pt x="6238979" y="2133885"/>
                </a:cubicBezTo>
                <a:cubicBezTo>
                  <a:pt x="6236883" y="2136266"/>
                  <a:pt x="6233930" y="2138362"/>
                  <a:pt x="6234788" y="2142838"/>
                </a:cubicBezTo>
                <a:cubicBezTo>
                  <a:pt x="6235645" y="2147315"/>
                  <a:pt x="6234502" y="2149696"/>
                  <a:pt x="6232692" y="2155126"/>
                </a:cubicBezTo>
                <a:cubicBezTo>
                  <a:pt x="6230882" y="2160555"/>
                  <a:pt x="6216785" y="2163793"/>
                  <a:pt x="6214976" y="2168937"/>
                </a:cubicBezTo>
                <a:cubicBezTo>
                  <a:pt x="6213166" y="2173985"/>
                  <a:pt x="6208975" y="2174938"/>
                  <a:pt x="6205355" y="2177033"/>
                </a:cubicBezTo>
                <a:cubicBezTo>
                  <a:pt x="6201831" y="2179129"/>
                  <a:pt x="6208118" y="2178462"/>
                  <a:pt x="6210785" y="2177605"/>
                </a:cubicBezTo>
                <a:cubicBezTo>
                  <a:pt x="6213452" y="2176747"/>
                  <a:pt x="6214690" y="2174652"/>
                  <a:pt x="6216785" y="2171318"/>
                </a:cubicBezTo>
                <a:cubicBezTo>
                  <a:pt x="6218881" y="2167984"/>
                  <a:pt x="6221262" y="2165889"/>
                  <a:pt x="6224596" y="2165317"/>
                </a:cubicBezTo>
                <a:cubicBezTo>
                  <a:pt x="6227835" y="2164651"/>
                  <a:pt x="6227549" y="2165032"/>
                  <a:pt x="6233263" y="2159888"/>
                </a:cubicBezTo>
                <a:cubicBezTo>
                  <a:pt x="6238979" y="2154745"/>
                  <a:pt x="6238121" y="2145505"/>
                  <a:pt x="6238407" y="2141600"/>
                </a:cubicBezTo>
                <a:cubicBezTo>
                  <a:pt x="6238693" y="2137695"/>
                  <a:pt x="6241932" y="2141314"/>
                  <a:pt x="6241074" y="2143410"/>
                </a:cubicBezTo>
                <a:cubicBezTo>
                  <a:pt x="6242122" y="2146267"/>
                  <a:pt x="6244408" y="2148077"/>
                  <a:pt x="6246218" y="2146077"/>
                </a:cubicBezTo>
                <a:cubicBezTo>
                  <a:pt x="6246503" y="2141314"/>
                  <a:pt x="6246789" y="2141600"/>
                  <a:pt x="6249171" y="2143410"/>
                </a:cubicBezTo>
                <a:cubicBezTo>
                  <a:pt x="6251552" y="2145220"/>
                  <a:pt x="6249837" y="2149125"/>
                  <a:pt x="6250694" y="2150935"/>
                </a:cubicBezTo>
                <a:cubicBezTo>
                  <a:pt x="6251552" y="2152744"/>
                  <a:pt x="6254600" y="2142267"/>
                  <a:pt x="6254885" y="2145220"/>
                </a:cubicBezTo>
                <a:cubicBezTo>
                  <a:pt x="6255171" y="2148268"/>
                  <a:pt x="6256410" y="2138362"/>
                  <a:pt x="6254885" y="2134742"/>
                </a:cubicBezTo>
                <a:cubicBezTo>
                  <a:pt x="6253362" y="2131123"/>
                  <a:pt x="6258410" y="2127503"/>
                  <a:pt x="6261744" y="2127217"/>
                </a:cubicBezTo>
                <a:cubicBezTo>
                  <a:pt x="6265077" y="2126932"/>
                  <a:pt x="6278603" y="2126932"/>
                  <a:pt x="6281555" y="2125693"/>
                </a:cubicBezTo>
                <a:cubicBezTo>
                  <a:pt x="6284508" y="2124455"/>
                  <a:pt x="6288414" y="2125408"/>
                  <a:pt x="6292033" y="2125979"/>
                </a:cubicBezTo>
                <a:cubicBezTo>
                  <a:pt x="6295653" y="2126551"/>
                  <a:pt x="6295081" y="2127122"/>
                  <a:pt x="6293843" y="2128646"/>
                </a:cubicBezTo>
                <a:cubicBezTo>
                  <a:pt x="6292700" y="2130170"/>
                  <a:pt x="6291747" y="2132837"/>
                  <a:pt x="6291462" y="2134933"/>
                </a:cubicBezTo>
                <a:cubicBezTo>
                  <a:pt x="6291176" y="2137028"/>
                  <a:pt x="6290033" y="2141886"/>
                  <a:pt x="6290604" y="2144553"/>
                </a:cubicBezTo>
                <a:cubicBezTo>
                  <a:pt x="6291176" y="2147220"/>
                  <a:pt x="6289366" y="2151697"/>
                  <a:pt x="6287271" y="2153506"/>
                </a:cubicBezTo>
                <a:cubicBezTo>
                  <a:pt x="6285175" y="2155316"/>
                  <a:pt x="6282794" y="2164936"/>
                  <a:pt x="6282794" y="2164936"/>
                </a:cubicBezTo>
                <a:cubicBezTo>
                  <a:pt x="6281270" y="2169127"/>
                  <a:pt x="6272316" y="2171794"/>
                  <a:pt x="6270220" y="2173318"/>
                </a:cubicBezTo>
                <a:cubicBezTo>
                  <a:pt x="6268125" y="2174842"/>
                  <a:pt x="6254981" y="2179605"/>
                  <a:pt x="6251933" y="2181129"/>
                </a:cubicBezTo>
                <a:cubicBezTo>
                  <a:pt x="6248885" y="2182653"/>
                  <a:pt x="6253457" y="2183224"/>
                  <a:pt x="6256410" y="2182939"/>
                </a:cubicBezTo>
                <a:cubicBezTo>
                  <a:pt x="6259362" y="2182558"/>
                  <a:pt x="6264125" y="2181986"/>
                  <a:pt x="6271363" y="2177795"/>
                </a:cubicBezTo>
                <a:cubicBezTo>
                  <a:pt x="6278603" y="2173509"/>
                  <a:pt x="6276126" y="2177128"/>
                  <a:pt x="6275554" y="2178652"/>
                </a:cubicBezTo>
                <a:cubicBezTo>
                  <a:pt x="6274983" y="2180176"/>
                  <a:pt x="6272888" y="2184653"/>
                  <a:pt x="6272888" y="2190082"/>
                </a:cubicBezTo>
                <a:cubicBezTo>
                  <a:pt x="6272888" y="2195512"/>
                  <a:pt x="6274983" y="2189511"/>
                  <a:pt x="6275840" y="2185891"/>
                </a:cubicBezTo>
                <a:cubicBezTo>
                  <a:pt x="6276697" y="2182272"/>
                  <a:pt x="6278222" y="2178081"/>
                  <a:pt x="6282698" y="2172366"/>
                </a:cubicBezTo>
                <a:cubicBezTo>
                  <a:pt x="6287175" y="2166651"/>
                  <a:pt x="6289270" y="2171413"/>
                  <a:pt x="6289270" y="2174747"/>
                </a:cubicBezTo>
                <a:cubicBezTo>
                  <a:pt x="6289270" y="2178081"/>
                  <a:pt x="6289557" y="2177414"/>
                  <a:pt x="6294033" y="2174461"/>
                </a:cubicBezTo>
                <a:cubicBezTo>
                  <a:pt x="6298510" y="2171509"/>
                  <a:pt x="6295843" y="2171223"/>
                  <a:pt x="6294319" y="2169699"/>
                </a:cubicBezTo>
                <a:cubicBezTo>
                  <a:pt x="6292795" y="2168175"/>
                  <a:pt x="6292795" y="2166651"/>
                  <a:pt x="6291938" y="2162174"/>
                </a:cubicBezTo>
                <a:cubicBezTo>
                  <a:pt x="6290985" y="2157697"/>
                  <a:pt x="6292509" y="2155316"/>
                  <a:pt x="6294319" y="2155602"/>
                </a:cubicBezTo>
                <a:cubicBezTo>
                  <a:pt x="6296129" y="2155888"/>
                  <a:pt x="6295843" y="2153792"/>
                  <a:pt x="6296129" y="2152268"/>
                </a:cubicBezTo>
                <a:cubicBezTo>
                  <a:pt x="6296414" y="2150839"/>
                  <a:pt x="6296129" y="2148744"/>
                  <a:pt x="6296414" y="2145124"/>
                </a:cubicBezTo>
                <a:cubicBezTo>
                  <a:pt x="6296700" y="2141505"/>
                  <a:pt x="6309273" y="2138838"/>
                  <a:pt x="6312607" y="2139124"/>
                </a:cubicBezTo>
                <a:cubicBezTo>
                  <a:pt x="6315941" y="2139505"/>
                  <a:pt x="6324894" y="2144267"/>
                  <a:pt x="6325180" y="2146648"/>
                </a:cubicBezTo>
                <a:cubicBezTo>
                  <a:pt x="6325561" y="2149030"/>
                  <a:pt x="6325847" y="2151411"/>
                  <a:pt x="6328228" y="2152935"/>
                </a:cubicBezTo>
                <a:cubicBezTo>
                  <a:pt x="6330609" y="2154459"/>
                  <a:pt x="6332991" y="2152363"/>
                  <a:pt x="6332704" y="2156554"/>
                </a:cubicBezTo>
                <a:cubicBezTo>
                  <a:pt x="6332419" y="2160745"/>
                  <a:pt x="6332991" y="2159602"/>
                  <a:pt x="6338134" y="2157793"/>
                </a:cubicBezTo>
                <a:cubicBezTo>
                  <a:pt x="6343278" y="2155983"/>
                  <a:pt x="6342039" y="2161126"/>
                  <a:pt x="6341468" y="2165603"/>
                </a:cubicBezTo>
                <a:cubicBezTo>
                  <a:pt x="6340801" y="2170080"/>
                  <a:pt x="6342325" y="2175223"/>
                  <a:pt x="6344421" y="2176081"/>
                </a:cubicBezTo>
                <a:cubicBezTo>
                  <a:pt x="6346516" y="2176938"/>
                  <a:pt x="6346802" y="2173985"/>
                  <a:pt x="6346230" y="2172461"/>
                </a:cubicBezTo>
                <a:cubicBezTo>
                  <a:pt x="6345659" y="2171032"/>
                  <a:pt x="6345373" y="2169508"/>
                  <a:pt x="6346230" y="2167699"/>
                </a:cubicBezTo>
                <a:cubicBezTo>
                  <a:pt x="6347087" y="2165889"/>
                  <a:pt x="6348612" y="2167984"/>
                  <a:pt x="6352517" y="2170651"/>
                </a:cubicBezTo>
                <a:cubicBezTo>
                  <a:pt x="6359851" y="2175795"/>
                  <a:pt x="6360899" y="2184748"/>
                  <a:pt x="6359660" y="2187701"/>
                </a:cubicBezTo>
                <a:cubicBezTo>
                  <a:pt x="6358422" y="2190654"/>
                  <a:pt x="6354231" y="2196655"/>
                  <a:pt x="6357851" y="2196083"/>
                </a:cubicBezTo>
                <a:cubicBezTo>
                  <a:pt x="6361470" y="2195416"/>
                  <a:pt x="6360613" y="2198464"/>
                  <a:pt x="6356994" y="2204751"/>
                </a:cubicBezTo>
                <a:cubicBezTo>
                  <a:pt x="6353374" y="2211037"/>
                  <a:pt x="6356041" y="2212561"/>
                  <a:pt x="6355755" y="2216752"/>
                </a:cubicBezTo>
                <a:cubicBezTo>
                  <a:pt x="6355469" y="2220943"/>
                  <a:pt x="6355184" y="2221515"/>
                  <a:pt x="6357851" y="2220943"/>
                </a:cubicBezTo>
                <a:cubicBezTo>
                  <a:pt x="6360518" y="2220277"/>
                  <a:pt x="6358422" y="2214276"/>
                  <a:pt x="6360232" y="2209513"/>
                </a:cubicBezTo>
                <a:cubicBezTo>
                  <a:pt x="6362042" y="2204751"/>
                  <a:pt x="6368328" y="2204751"/>
                  <a:pt x="6370138" y="2205037"/>
                </a:cubicBezTo>
                <a:cubicBezTo>
                  <a:pt x="6371947" y="2205322"/>
                  <a:pt x="6373662" y="2204084"/>
                  <a:pt x="6372805" y="2201703"/>
                </a:cubicBezTo>
                <a:cubicBezTo>
                  <a:pt x="6371853" y="2199322"/>
                  <a:pt x="6372805" y="2198941"/>
                  <a:pt x="6375758" y="2202274"/>
                </a:cubicBezTo>
                <a:cubicBezTo>
                  <a:pt x="6378806" y="2205513"/>
                  <a:pt x="6379377" y="2203132"/>
                  <a:pt x="6377282" y="2200750"/>
                </a:cubicBezTo>
                <a:cubicBezTo>
                  <a:pt x="6375186" y="2198369"/>
                  <a:pt x="6379377" y="2195702"/>
                  <a:pt x="6384807" y="2202560"/>
                </a:cubicBezTo>
                <a:cubicBezTo>
                  <a:pt x="6390141" y="2209418"/>
                  <a:pt x="6391379" y="2209990"/>
                  <a:pt x="6393474" y="2209132"/>
                </a:cubicBezTo>
                <a:cubicBezTo>
                  <a:pt x="6395570" y="2208275"/>
                  <a:pt x="6395570" y="2207037"/>
                  <a:pt x="6396808" y="2208275"/>
                </a:cubicBezTo>
                <a:cubicBezTo>
                  <a:pt x="6397951" y="2209513"/>
                  <a:pt x="6397665" y="2210752"/>
                  <a:pt x="6399189" y="2209513"/>
                </a:cubicBezTo>
                <a:cubicBezTo>
                  <a:pt x="6400713" y="2208370"/>
                  <a:pt x="6399761" y="2207132"/>
                  <a:pt x="6405762" y="2211037"/>
                </a:cubicBezTo>
                <a:cubicBezTo>
                  <a:pt x="6411762" y="2214847"/>
                  <a:pt x="6416906" y="2215514"/>
                  <a:pt x="6421668" y="2213990"/>
                </a:cubicBezTo>
                <a:cubicBezTo>
                  <a:pt x="6426431" y="2212561"/>
                  <a:pt x="6431574" y="2214371"/>
                  <a:pt x="6432432" y="2217324"/>
                </a:cubicBezTo>
                <a:cubicBezTo>
                  <a:pt x="6433288" y="2220277"/>
                  <a:pt x="6438432" y="2223325"/>
                  <a:pt x="6441099" y="2223610"/>
                </a:cubicBezTo>
                <a:cubicBezTo>
                  <a:pt x="6443766" y="2223991"/>
                  <a:pt x="6448243" y="2225801"/>
                  <a:pt x="6447957" y="2228754"/>
                </a:cubicBezTo>
                <a:cubicBezTo>
                  <a:pt x="6447671" y="2231802"/>
                  <a:pt x="6448529" y="2233040"/>
                  <a:pt x="6450339" y="2233897"/>
                </a:cubicBezTo>
                <a:cubicBezTo>
                  <a:pt x="6452148" y="2234755"/>
                  <a:pt x="6452148" y="2236850"/>
                  <a:pt x="6453005" y="2238374"/>
                </a:cubicBezTo>
                <a:cubicBezTo>
                  <a:pt x="6453863" y="2239803"/>
                  <a:pt x="6459578" y="2247328"/>
                  <a:pt x="6463197" y="2251804"/>
                </a:cubicBezTo>
                <a:cubicBezTo>
                  <a:pt x="6466721" y="2256281"/>
                  <a:pt x="6470341" y="2266187"/>
                  <a:pt x="6472437" y="2268568"/>
                </a:cubicBezTo>
                <a:cubicBezTo>
                  <a:pt x="6474532" y="2270950"/>
                  <a:pt x="6476628" y="2269807"/>
                  <a:pt x="6476913" y="2276665"/>
                </a:cubicBezTo>
                <a:cubicBezTo>
                  <a:pt x="6477294" y="2283618"/>
                  <a:pt x="6478723" y="2284475"/>
                  <a:pt x="6480247" y="2283904"/>
                </a:cubicBezTo>
                <a:cubicBezTo>
                  <a:pt x="6481676" y="2283237"/>
                  <a:pt x="6483200" y="2283523"/>
                  <a:pt x="6483200" y="2286571"/>
                </a:cubicBezTo>
                <a:cubicBezTo>
                  <a:pt x="6483200" y="2289619"/>
                  <a:pt x="6487105" y="2289904"/>
                  <a:pt x="6488915" y="2289904"/>
                </a:cubicBezTo>
                <a:cubicBezTo>
                  <a:pt x="6490724" y="2289904"/>
                  <a:pt x="6495201" y="2290571"/>
                  <a:pt x="6501488" y="2291143"/>
                </a:cubicBezTo>
                <a:cubicBezTo>
                  <a:pt x="6507774" y="2291809"/>
                  <a:pt x="6509584" y="2299239"/>
                  <a:pt x="6509012" y="2306764"/>
                </a:cubicBezTo>
                <a:cubicBezTo>
                  <a:pt x="6508346" y="2314193"/>
                  <a:pt x="6511108" y="2335815"/>
                  <a:pt x="6511680" y="2340577"/>
                </a:cubicBezTo>
                <a:cubicBezTo>
                  <a:pt x="6512251" y="2345435"/>
                  <a:pt x="6513489" y="2348102"/>
                  <a:pt x="6509584" y="2356198"/>
                </a:cubicBezTo>
                <a:cubicBezTo>
                  <a:pt x="6505774" y="2364295"/>
                  <a:pt x="6507489" y="2363342"/>
                  <a:pt x="6510822" y="2358580"/>
                </a:cubicBezTo>
                <a:cubicBezTo>
                  <a:pt x="6514156" y="2353817"/>
                  <a:pt x="6514728" y="2358294"/>
                  <a:pt x="6514442" y="2360961"/>
                </a:cubicBezTo>
                <a:cubicBezTo>
                  <a:pt x="6514061" y="2363723"/>
                  <a:pt x="6511394" y="2372105"/>
                  <a:pt x="6509012" y="2374772"/>
                </a:cubicBezTo>
                <a:cubicBezTo>
                  <a:pt x="6506631" y="2377439"/>
                  <a:pt x="6506917" y="2380773"/>
                  <a:pt x="6507203" y="2383726"/>
                </a:cubicBezTo>
                <a:cubicBezTo>
                  <a:pt x="6507489" y="2386678"/>
                  <a:pt x="6509584" y="2387345"/>
                  <a:pt x="6497868" y="2414587"/>
                </a:cubicBezTo>
                <a:cubicBezTo>
                  <a:pt x="6486153" y="2441828"/>
                  <a:pt x="6481962" y="2443257"/>
                  <a:pt x="6480437" y="2448400"/>
                </a:cubicBezTo>
                <a:cubicBezTo>
                  <a:pt x="6479009" y="2453544"/>
                  <a:pt x="6472722" y="2460688"/>
                  <a:pt x="6469674" y="2466403"/>
                </a:cubicBezTo>
                <a:cubicBezTo>
                  <a:pt x="6466626" y="2472118"/>
                  <a:pt x="6464816" y="2470594"/>
                  <a:pt x="6462149" y="2475070"/>
                </a:cubicBezTo>
                <a:cubicBezTo>
                  <a:pt x="6459482" y="2479547"/>
                  <a:pt x="6457958" y="2479547"/>
                  <a:pt x="6456149" y="2479547"/>
                </a:cubicBezTo>
                <a:cubicBezTo>
                  <a:pt x="6454339" y="2479547"/>
                  <a:pt x="6453387" y="2481357"/>
                  <a:pt x="6450719" y="2484310"/>
                </a:cubicBezTo>
                <a:cubicBezTo>
                  <a:pt x="6448053" y="2487262"/>
                  <a:pt x="6446243" y="2486119"/>
                  <a:pt x="6447767" y="2489072"/>
                </a:cubicBezTo>
                <a:cubicBezTo>
                  <a:pt x="6449291" y="2492025"/>
                  <a:pt x="6447481" y="2494406"/>
                  <a:pt x="6444814" y="2498026"/>
                </a:cubicBezTo>
                <a:cubicBezTo>
                  <a:pt x="6442147" y="2501645"/>
                  <a:pt x="6440337" y="2505265"/>
                  <a:pt x="6440337" y="2507646"/>
                </a:cubicBezTo>
                <a:cubicBezTo>
                  <a:pt x="6440337" y="2510122"/>
                  <a:pt x="6439480" y="2514885"/>
                  <a:pt x="6436146" y="2519076"/>
                </a:cubicBezTo>
                <a:cubicBezTo>
                  <a:pt x="6432908" y="2523267"/>
                  <a:pt x="6430146" y="2529839"/>
                  <a:pt x="6427478" y="2536126"/>
                </a:cubicBezTo>
                <a:cubicBezTo>
                  <a:pt x="6424812" y="2542412"/>
                  <a:pt x="6422430" y="2537650"/>
                  <a:pt x="6420906" y="2535269"/>
                </a:cubicBezTo>
                <a:cubicBezTo>
                  <a:pt x="6419478" y="2532887"/>
                  <a:pt x="6414620" y="2533173"/>
                  <a:pt x="6413762" y="2534697"/>
                </a:cubicBezTo>
                <a:cubicBezTo>
                  <a:pt x="6412810" y="2536126"/>
                  <a:pt x="6412524" y="2536792"/>
                  <a:pt x="6410429" y="2535554"/>
                </a:cubicBezTo>
                <a:cubicBezTo>
                  <a:pt x="6408333" y="2534411"/>
                  <a:pt x="6409191" y="2536221"/>
                  <a:pt x="6410429" y="2538888"/>
                </a:cubicBezTo>
                <a:cubicBezTo>
                  <a:pt x="6411572" y="2541555"/>
                  <a:pt x="6412810" y="2542793"/>
                  <a:pt x="6410714" y="2543079"/>
                </a:cubicBezTo>
                <a:cubicBezTo>
                  <a:pt x="6408619" y="2543365"/>
                  <a:pt x="6409191" y="2543079"/>
                  <a:pt x="6409191" y="2545460"/>
                </a:cubicBezTo>
                <a:cubicBezTo>
                  <a:pt x="6409191" y="2547841"/>
                  <a:pt x="6408904" y="2548127"/>
                  <a:pt x="6407666" y="2548413"/>
                </a:cubicBezTo>
                <a:cubicBezTo>
                  <a:pt x="6406523" y="2548699"/>
                  <a:pt x="6404999" y="2550508"/>
                  <a:pt x="6405285" y="2552318"/>
                </a:cubicBezTo>
                <a:cubicBezTo>
                  <a:pt x="6405571" y="2554128"/>
                  <a:pt x="6404333" y="2554985"/>
                  <a:pt x="6403476" y="2556509"/>
                </a:cubicBezTo>
                <a:cubicBezTo>
                  <a:pt x="6402618" y="2557938"/>
                  <a:pt x="6403761" y="2560414"/>
                  <a:pt x="6402904" y="2565463"/>
                </a:cubicBezTo>
                <a:cubicBezTo>
                  <a:pt x="6402047" y="2570606"/>
                  <a:pt x="6398427" y="2572416"/>
                  <a:pt x="6396046" y="2571178"/>
                </a:cubicBezTo>
                <a:cubicBezTo>
                  <a:pt x="6393665" y="2569939"/>
                  <a:pt x="6394236" y="2570606"/>
                  <a:pt x="6393665" y="2573273"/>
                </a:cubicBezTo>
                <a:cubicBezTo>
                  <a:pt x="6393093" y="2575940"/>
                  <a:pt x="6394903" y="2575940"/>
                  <a:pt x="6395188" y="2579274"/>
                </a:cubicBezTo>
                <a:cubicBezTo>
                  <a:pt x="6395474" y="2582512"/>
                  <a:pt x="6394903" y="2580798"/>
                  <a:pt x="6397284" y="2581655"/>
                </a:cubicBezTo>
                <a:cubicBezTo>
                  <a:pt x="6399666" y="2582608"/>
                  <a:pt x="6399379" y="2581369"/>
                  <a:pt x="6399951" y="2578702"/>
                </a:cubicBezTo>
                <a:cubicBezTo>
                  <a:pt x="6400522" y="2576035"/>
                  <a:pt x="6402618" y="2575750"/>
                  <a:pt x="6402618" y="2578702"/>
                </a:cubicBezTo>
                <a:cubicBezTo>
                  <a:pt x="6402618" y="2581750"/>
                  <a:pt x="6397856" y="2589847"/>
                  <a:pt x="6396046" y="2592799"/>
                </a:cubicBezTo>
                <a:cubicBezTo>
                  <a:pt x="6394332" y="2595847"/>
                  <a:pt x="6390997" y="2602991"/>
                  <a:pt x="6390997" y="2606325"/>
                </a:cubicBezTo>
                <a:cubicBezTo>
                  <a:pt x="6390997" y="2609659"/>
                  <a:pt x="6389854" y="2618040"/>
                  <a:pt x="6386521" y="2624041"/>
                </a:cubicBezTo>
                <a:cubicBezTo>
                  <a:pt x="6383187" y="2630042"/>
                  <a:pt x="6383473" y="2636043"/>
                  <a:pt x="6383473" y="2640234"/>
                </a:cubicBezTo>
                <a:cubicBezTo>
                  <a:pt x="6383473" y="2644425"/>
                  <a:pt x="6379568" y="2651283"/>
                  <a:pt x="6376615" y="2654617"/>
                </a:cubicBezTo>
                <a:cubicBezTo>
                  <a:pt x="6373662" y="2657855"/>
                  <a:pt x="6366423" y="2677667"/>
                  <a:pt x="6363756" y="2683668"/>
                </a:cubicBezTo>
                <a:cubicBezTo>
                  <a:pt x="6361089" y="2689669"/>
                  <a:pt x="6359851" y="2699289"/>
                  <a:pt x="6359851" y="2699289"/>
                </a:cubicBezTo>
                <a:cubicBezTo>
                  <a:pt x="6359851" y="2699289"/>
                  <a:pt x="6357470" y="2702527"/>
                  <a:pt x="6351469" y="2707671"/>
                </a:cubicBezTo>
                <a:cubicBezTo>
                  <a:pt x="6345468" y="2712719"/>
                  <a:pt x="6341658" y="2735198"/>
                  <a:pt x="6338324" y="2744819"/>
                </a:cubicBezTo>
                <a:cubicBezTo>
                  <a:pt x="6334991" y="2754344"/>
                  <a:pt x="6332895" y="2754629"/>
                  <a:pt x="6331657" y="2756629"/>
                </a:cubicBezTo>
                <a:cubicBezTo>
                  <a:pt x="6328799" y="2761297"/>
                  <a:pt x="6324513" y="2764535"/>
                  <a:pt x="6320322" y="2768440"/>
                </a:cubicBezTo>
                <a:cubicBezTo>
                  <a:pt x="6316131" y="2772346"/>
                  <a:pt x="6310130" y="2784633"/>
                  <a:pt x="6309559" y="2788538"/>
                </a:cubicBezTo>
                <a:cubicBezTo>
                  <a:pt x="6308987" y="2792444"/>
                  <a:pt x="6304511" y="2796920"/>
                  <a:pt x="6302701" y="2796349"/>
                </a:cubicBezTo>
                <a:cubicBezTo>
                  <a:pt x="6300891" y="2795777"/>
                  <a:pt x="6298129" y="2799111"/>
                  <a:pt x="6297272" y="2801778"/>
                </a:cubicBezTo>
                <a:cubicBezTo>
                  <a:pt x="6296414" y="2804445"/>
                  <a:pt x="6294224" y="2807779"/>
                  <a:pt x="6291271" y="2809874"/>
                </a:cubicBezTo>
                <a:cubicBezTo>
                  <a:pt x="6288223" y="2811970"/>
                  <a:pt x="6284032" y="2817018"/>
                  <a:pt x="6283460" y="2826352"/>
                </a:cubicBezTo>
                <a:cubicBezTo>
                  <a:pt x="6282889" y="2835687"/>
                  <a:pt x="6272316" y="2839878"/>
                  <a:pt x="6263077" y="2844355"/>
                </a:cubicBezTo>
                <a:cubicBezTo>
                  <a:pt x="6253742" y="2848831"/>
                  <a:pt x="6255266" y="2850070"/>
                  <a:pt x="6255838" y="2854261"/>
                </a:cubicBezTo>
                <a:cubicBezTo>
                  <a:pt x="6256410" y="2858452"/>
                  <a:pt x="6256410" y="2857594"/>
                  <a:pt x="6254314" y="2859690"/>
                </a:cubicBezTo>
                <a:cubicBezTo>
                  <a:pt x="6252219" y="2861785"/>
                  <a:pt x="6249266" y="2859404"/>
                  <a:pt x="6243551" y="2859119"/>
                </a:cubicBezTo>
                <a:cubicBezTo>
                  <a:pt x="6237836" y="2858833"/>
                  <a:pt x="6236978" y="2855213"/>
                  <a:pt x="6235169" y="2856737"/>
                </a:cubicBezTo>
                <a:cubicBezTo>
                  <a:pt x="6233359" y="2858261"/>
                  <a:pt x="6228215" y="2860642"/>
                  <a:pt x="6223738" y="2860357"/>
                </a:cubicBezTo>
                <a:cubicBezTo>
                  <a:pt x="6219167" y="2860071"/>
                  <a:pt x="6219833" y="2858928"/>
                  <a:pt x="6222501" y="2857690"/>
                </a:cubicBezTo>
                <a:cubicBezTo>
                  <a:pt x="6225167" y="2856452"/>
                  <a:pt x="6224882" y="2855023"/>
                  <a:pt x="6220976" y="2855594"/>
                </a:cubicBezTo>
                <a:cubicBezTo>
                  <a:pt x="6217071" y="2856165"/>
                  <a:pt x="6216214" y="2857118"/>
                  <a:pt x="6212880" y="2855594"/>
                </a:cubicBezTo>
                <a:cubicBezTo>
                  <a:pt x="6209546" y="2854070"/>
                  <a:pt x="6209546" y="2856737"/>
                  <a:pt x="6206594" y="2858547"/>
                </a:cubicBezTo>
                <a:cubicBezTo>
                  <a:pt x="6203641" y="2860261"/>
                  <a:pt x="6204784" y="2861500"/>
                  <a:pt x="6204498" y="2865690"/>
                </a:cubicBezTo>
                <a:cubicBezTo>
                  <a:pt x="6204117" y="2869882"/>
                  <a:pt x="6193640" y="2874644"/>
                  <a:pt x="6190972" y="2874358"/>
                </a:cubicBezTo>
                <a:cubicBezTo>
                  <a:pt x="6188210" y="2874073"/>
                  <a:pt x="6187925" y="2877406"/>
                  <a:pt x="6185829" y="2878264"/>
                </a:cubicBezTo>
                <a:cubicBezTo>
                  <a:pt x="6183734" y="2879216"/>
                  <a:pt x="6181353" y="2877978"/>
                  <a:pt x="6175066" y="2883693"/>
                </a:cubicBezTo>
                <a:cubicBezTo>
                  <a:pt x="6168780" y="2889313"/>
                  <a:pt x="6169732" y="2886074"/>
                  <a:pt x="6165827" y="2886360"/>
                </a:cubicBezTo>
                <a:cubicBezTo>
                  <a:pt x="6161921" y="2886646"/>
                  <a:pt x="6157730" y="2889884"/>
                  <a:pt x="6154397" y="2893218"/>
                </a:cubicBezTo>
                <a:cubicBezTo>
                  <a:pt x="6151063" y="2896456"/>
                  <a:pt x="6143253" y="2903981"/>
                  <a:pt x="6138490" y="2906077"/>
                </a:cubicBezTo>
                <a:cubicBezTo>
                  <a:pt x="6133728" y="2908172"/>
                  <a:pt x="6130680" y="2911125"/>
                  <a:pt x="6128012" y="2915030"/>
                </a:cubicBezTo>
                <a:cubicBezTo>
                  <a:pt x="6125250" y="2918935"/>
                  <a:pt x="6122869" y="2921031"/>
                  <a:pt x="6122583" y="2918364"/>
                </a:cubicBezTo>
                <a:cubicBezTo>
                  <a:pt x="6122298" y="2915697"/>
                  <a:pt x="6118678" y="2916840"/>
                  <a:pt x="6116297" y="2916554"/>
                </a:cubicBezTo>
                <a:cubicBezTo>
                  <a:pt x="6113820" y="2916269"/>
                  <a:pt x="6114487" y="2916554"/>
                  <a:pt x="6115058" y="2920459"/>
                </a:cubicBezTo>
                <a:cubicBezTo>
                  <a:pt x="6115630" y="2924269"/>
                  <a:pt x="6115058" y="2927032"/>
                  <a:pt x="6112963" y="2927317"/>
                </a:cubicBezTo>
                <a:cubicBezTo>
                  <a:pt x="6110867" y="2927698"/>
                  <a:pt x="6111439" y="2928841"/>
                  <a:pt x="6111153" y="2930651"/>
                </a:cubicBezTo>
                <a:cubicBezTo>
                  <a:pt x="6110867" y="2932461"/>
                  <a:pt x="6111153" y="2932747"/>
                  <a:pt x="6110296" y="2936652"/>
                </a:cubicBezTo>
                <a:cubicBezTo>
                  <a:pt x="6109438" y="2940557"/>
                  <a:pt x="6108201" y="2941700"/>
                  <a:pt x="6105533" y="2940843"/>
                </a:cubicBezTo>
                <a:cubicBezTo>
                  <a:pt x="6102771" y="2939986"/>
                  <a:pt x="6102771" y="2943510"/>
                  <a:pt x="6101914" y="2948939"/>
                </a:cubicBezTo>
                <a:cubicBezTo>
                  <a:pt x="6101057" y="2954273"/>
                  <a:pt x="6098580" y="2958464"/>
                  <a:pt x="6095628" y="2962084"/>
                </a:cubicBezTo>
                <a:cubicBezTo>
                  <a:pt x="6092675" y="2965703"/>
                  <a:pt x="6092008" y="2969323"/>
                  <a:pt x="6093246" y="2970180"/>
                </a:cubicBezTo>
                <a:cubicBezTo>
                  <a:pt x="6094389" y="2971037"/>
                  <a:pt x="6095913" y="2972561"/>
                  <a:pt x="6093532" y="2973133"/>
                </a:cubicBezTo>
                <a:cubicBezTo>
                  <a:pt x="6091151" y="2973704"/>
                  <a:pt x="6091722" y="2975514"/>
                  <a:pt x="6090865" y="2977324"/>
                </a:cubicBezTo>
                <a:cubicBezTo>
                  <a:pt x="6089912" y="2979038"/>
                  <a:pt x="6086007" y="2984753"/>
                  <a:pt x="6085436" y="2990468"/>
                </a:cubicBezTo>
                <a:cubicBezTo>
                  <a:pt x="6084864" y="2996183"/>
                  <a:pt x="6080387" y="3000946"/>
                  <a:pt x="6079149" y="3004565"/>
                </a:cubicBezTo>
                <a:cubicBezTo>
                  <a:pt x="6078006" y="3008185"/>
                  <a:pt x="6077054" y="3007613"/>
                  <a:pt x="6076768" y="3005803"/>
                </a:cubicBezTo>
                <a:cubicBezTo>
                  <a:pt x="6076482" y="3003994"/>
                  <a:pt x="6074958" y="3003136"/>
                  <a:pt x="6075244" y="3005803"/>
                </a:cubicBezTo>
                <a:cubicBezTo>
                  <a:pt x="6075625" y="3008470"/>
                  <a:pt x="6074673" y="3008185"/>
                  <a:pt x="6072291" y="3009709"/>
                </a:cubicBezTo>
                <a:cubicBezTo>
                  <a:pt x="6069910" y="3011137"/>
                  <a:pt x="6069624" y="3012661"/>
                  <a:pt x="6059147" y="3020758"/>
                </a:cubicBezTo>
                <a:cubicBezTo>
                  <a:pt x="6043812" y="3032569"/>
                  <a:pt x="6025523" y="3060667"/>
                  <a:pt x="6016856" y="3073812"/>
                </a:cubicBezTo>
                <a:cubicBezTo>
                  <a:pt x="6008093" y="3086956"/>
                  <a:pt x="5981422" y="3101053"/>
                  <a:pt x="5976374" y="3102578"/>
                </a:cubicBezTo>
                <a:cubicBezTo>
                  <a:pt x="5973326" y="3102863"/>
                  <a:pt x="5973707" y="3099625"/>
                  <a:pt x="5970660" y="3102578"/>
                </a:cubicBezTo>
                <a:cubicBezTo>
                  <a:pt x="5968945" y="3104197"/>
                  <a:pt x="5967040" y="3107054"/>
                  <a:pt x="5967040" y="3107054"/>
                </a:cubicBezTo>
                <a:cubicBezTo>
                  <a:pt x="5964944" y="3109436"/>
                  <a:pt x="5961039" y="3113627"/>
                  <a:pt x="5957420" y="3121723"/>
                </a:cubicBezTo>
                <a:cubicBezTo>
                  <a:pt x="5953800" y="3129819"/>
                  <a:pt x="5943322" y="3139439"/>
                  <a:pt x="5939132" y="3141249"/>
                </a:cubicBezTo>
                <a:lnTo>
                  <a:pt x="5930904" y="3145924"/>
                </a:lnTo>
                <a:lnTo>
                  <a:pt x="5930844" y="3146392"/>
                </a:lnTo>
                <a:cubicBezTo>
                  <a:pt x="5927702" y="3148488"/>
                  <a:pt x="5924558" y="3150774"/>
                  <a:pt x="5922748" y="3153346"/>
                </a:cubicBezTo>
                <a:cubicBezTo>
                  <a:pt x="5919129" y="3158489"/>
                  <a:pt x="5916462" y="3162299"/>
                  <a:pt x="5912271" y="3162966"/>
                </a:cubicBezTo>
                <a:cubicBezTo>
                  <a:pt x="5908080" y="3163538"/>
                  <a:pt x="5907794" y="3165062"/>
                  <a:pt x="5901222" y="3169824"/>
                </a:cubicBezTo>
                <a:cubicBezTo>
                  <a:pt x="5894649" y="3174587"/>
                  <a:pt x="5889792" y="3173729"/>
                  <a:pt x="5888077" y="3172205"/>
                </a:cubicBezTo>
                <a:cubicBezTo>
                  <a:pt x="5886267" y="3170681"/>
                  <a:pt x="5886839" y="3170110"/>
                  <a:pt x="5880553" y="3169824"/>
                </a:cubicBezTo>
                <a:cubicBezTo>
                  <a:pt x="5874266" y="3169538"/>
                  <a:pt x="5865884" y="3160490"/>
                  <a:pt x="5864360" y="3157537"/>
                </a:cubicBezTo>
                <a:cubicBezTo>
                  <a:pt x="5862836" y="3154489"/>
                  <a:pt x="5857788" y="3153632"/>
                  <a:pt x="5853311" y="3151536"/>
                </a:cubicBezTo>
                <a:cubicBezTo>
                  <a:pt x="5848834" y="3149441"/>
                  <a:pt x="5849406" y="3144964"/>
                  <a:pt x="5848834" y="3141344"/>
                </a:cubicBezTo>
                <a:cubicBezTo>
                  <a:pt x="5848263" y="3137725"/>
                  <a:pt x="5848263" y="3134772"/>
                  <a:pt x="5850073" y="3132962"/>
                </a:cubicBezTo>
                <a:cubicBezTo>
                  <a:pt x="5851882" y="3131153"/>
                  <a:pt x="5854550" y="3125152"/>
                  <a:pt x="5855502" y="3122485"/>
                </a:cubicBezTo>
                <a:cubicBezTo>
                  <a:pt x="5856359" y="3119818"/>
                  <a:pt x="5858835" y="3115341"/>
                  <a:pt x="5856740" y="3115627"/>
                </a:cubicBezTo>
                <a:lnTo>
                  <a:pt x="5856754" y="3115499"/>
                </a:lnTo>
                <a:lnTo>
                  <a:pt x="5856550" y="3115627"/>
                </a:lnTo>
                <a:cubicBezTo>
                  <a:pt x="5854455" y="3115913"/>
                  <a:pt x="5852931" y="3120389"/>
                  <a:pt x="5852359" y="3123438"/>
                </a:cubicBezTo>
                <a:cubicBezTo>
                  <a:pt x="5851788" y="3126390"/>
                  <a:pt x="5849026" y="3131248"/>
                  <a:pt x="5846930" y="3132391"/>
                </a:cubicBezTo>
                <a:cubicBezTo>
                  <a:pt x="5844835" y="3133629"/>
                  <a:pt x="5844835" y="3135058"/>
                  <a:pt x="5844263" y="3138392"/>
                </a:cubicBezTo>
                <a:cubicBezTo>
                  <a:pt x="5843692" y="3141725"/>
                  <a:pt x="5842167" y="3144392"/>
                  <a:pt x="5840358" y="3148869"/>
                </a:cubicBezTo>
                <a:cubicBezTo>
                  <a:pt x="5838548" y="3153346"/>
                  <a:pt x="5842739" y="3164490"/>
                  <a:pt x="5846073" y="3167729"/>
                </a:cubicBezTo>
                <a:cubicBezTo>
                  <a:pt x="5849407" y="3171063"/>
                  <a:pt x="5849407" y="3174587"/>
                  <a:pt x="5848454" y="3175825"/>
                </a:cubicBezTo>
                <a:cubicBezTo>
                  <a:pt x="5847597" y="3177063"/>
                  <a:pt x="5845215" y="3181254"/>
                  <a:pt x="5840358" y="3185731"/>
                </a:cubicBezTo>
                <a:cubicBezTo>
                  <a:pt x="5835595" y="3190208"/>
                  <a:pt x="5835214" y="3191732"/>
                  <a:pt x="5834643" y="3194399"/>
                </a:cubicBezTo>
                <a:cubicBezTo>
                  <a:pt x="5834071" y="3197066"/>
                  <a:pt x="5834929" y="3204305"/>
                  <a:pt x="5838834" y="3205448"/>
                </a:cubicBezTo>
                <a:cubicBezTo>
                  <a:pt x="5842739" y="3206686"/>
                  <a:pt x="5842739" y="3207829"/>
                  <a:pt x="5841215" y="3209639"/>
                </a:cubicBezTo>
                <a:cubicBezTo>
                  <a:pt x="5839691" y="3211448"/>
                  <a:pt x="5840644" y="3210877"/>
                  <a:pt x="5839405" y="3215068"/>
                </a:cubicBezTo>
                <a:cubicBezTo>
                  <a:pt x="5838167" y="3219259"/>
                  <a:pt x="5833691" y="3224402"/>
                  <a:pt x="5830452" y="3227355"/>
                </a:cubicBezTo>
                <a:cubicBezTo>
                  <a:pt x="5827118" y="3230308"/>
                  <a:pt x="5816640" y="3238404"/>
                  <a:pt x="5813402" y="3242024"/>
                </a:cubicBezTo>
                <a:cubicBezTo>
                  <a:pt x="5810068" y="3245643"/>
                  <a:pt x="5807115" y="3246786"/>
                  <a:pt x="5801972" y="3252215"/>
                </a:cubicBezTo>
                <a:cubicBezTo>
                  <a:pt x="5796829" y="3257645"/>
                  <a:pt x="5785494" y="3261169"/>
                  <a:pt x="5781017" y="3261836"/>
                </a:cubicBezTo>
                <a:cubicBezTo>
                  <a:pt x="5776541" y="3262407"/>
                  <a:pt x="5767873" y="3265455"/>
                  <a:pt x="5760348" y="3265169"/>
                </a:cubicBezTo>
                <a:cubicBezTo>
                  <a:pt x="5752823" y="3264884"/>
                  <a:pt x="5748346" y="3263931"/>
                  <a:pt x="5739107" y="3265169"/>
                </a:cubicBezTo>
                <a:cubicBezTo>
                  <a:pt x="5729773" y="3266408"/>
                  <a:pt x="5728344" y="3264598"/>
                  <a:pt x="5725296" y="3261550"/>
                </a:cubicBezTo>
                <a:cubicBezTo>
                  <a:pt x="5722343" y="3258597"/>
                  <a:pt x="5720819" y="3257073"/>
                  <a:pt x="5717199" y="3260026"/>
                </a:cubicBezTo>
                <a:cubicBezTo>
                  <a:pt x="5713580" y="3262979"/>
                  <a:pt x="5714533" y="3265169"/>
                  <a:pt x="5715676" y="3268694"/>
                </a:cubicBezTo>
                <a:cubicBezTo>
                  <a:pt x="5716914" y="3272313"/>
                  <a:pt x="5707579" y="3280981"/>
                  <a:pt x="5704912" y="3280695"/>
                </a:cubicBezTo>
                <a:cubicBezTo>
                  <a:pt x="5702245" y="3280409"/>
                  <a:pt x="5699483" y="3290887"/>
                  <a:pt x="5697102" y="3294506"/>
                </a:cubicBezTo>
                <a:cubicBezTo>
                  <a:pt x="5694721" y="3298126"/>
                  <a:pt x="5693197" y="3299269"/>
                  <a:pt x="5694435" y="3301650"/>
                </a:cubicBezTo>
                <a:cubicBezTo>
                  <a:pt x="5695673" y="3304031"/>
                  <a:pt x="5695007" y="3304317"/>
                  <a:pt x="5692911" y="3307080"/>
                </a:cubicBezTo>
                <a:cubicBezTo>
                  <a:pt x="5690816" y="3309746"/>
                  <a:pt x="5689006" y="3310699"/>
                  <a:pt x="5676433" y="3310413"/>
                </a:cubicBezTo>
                <a:cubicBezTo>
                  <a:pt x="5663860" y="3310127"/>
                  <a:pt x="5662621" y="3305270"/>
                  <a:pt x="5657287" y="3302888"/>
                </a:cubicBezTo>
                <a:cubicBezTo>
                  <a:pt x="5651858" y="3300507"/>
                  <a:pt x="5648334" y="3301079"/>
                  <a:pt x="5651573" y="3300507"/>
                </a:cubicBezTo>
                <a:cubicBezTo>
                  <a:pt x="5654906" y="3299936"/>
                  <a:pt x="5653382" y="3297554"/>
                  <a:pt x="5647953" y="3299650"/>
                </a:cubicBezTo>
                <a:cubicBezTo>
                  <a:pt x="5642524" y="3301746"/>
                  <a:pt x="5642905" y="3309270"/>
                  <a:pt x="5641666" y="3312509"/>
                </a:cubicBezTo>
                <a:cubicBezTo>
                  <a:pt x="5640428" y="3315842"/>
                  <a:pt x="5637475" y="3323558"/>
                  <a:pt x="5634809" y="3327463"/>
                </a:cubicBezTo>
                <a:cubicBezTo>
                  <a:pt x="5632141" y="3331368"/>
                  <a:pt x="5631856" y="3334607"/>
                  <a:pt x="5634237" y="3336131"/>
                </a:cubicBezTo>
                <a:cubicBezTo>
                  <a:pt x="5636618" y="3337655"/>
                  <a:pt x="5638714" y="3336416"/>
                  <a:pt x="5637571" y="3341560"/>
                </a:cubicBezTo>
                <a:cubicBezTo>
                  <a:pt x="5636332" y="3346703"/>
                  <a:pt x="5637285" y="3345180"/>
                  <a:pt x="5640238" y="3343655"/>
                </a:cubicBezTo>
                <a:cubicBezTo>
                  <a:pt x="5643285" y="3342131"/>
                  <a:pt x="5642048" y="3341274"/>
                  <a:pt x="5642048" y="3338226"/>
                </a:cubicBezTo>
                <a:cubicBezTo>
                  <a:pt x="5642048" y="3335273"/>
                  <a:pt x="5642905" y="3336416"/>
                  <a:pt x="5646524" y="3336131"/>
                </a:cubicBezTo>
                <a:cubicBezTo>
                  <a:pt x="5650144" y="3335845"/>
                  <a:pt x="5650429" y="3335559"/>
                  <a:pt x="5651001" y="3337655"/>
                </a:cubicBezTo>
                <a:cubicBezTo>
                  <a:pt x="5651573" y="3339750"/>
                  <a:pt x="5650429" y="3342417"/>
                  <a:pt x="5648620" y="3344227"/>
                </a:cubicBezTo>
                <a:cubicBezTo>
                  <a:pt x="5646810" y="3346037"/>
                  <a:pt x="5646239" y="3350799"/>
                  <a:pt x="5643191" y="3354133"/>
                </a:cubicBezTo>
                <a:cubicBezTo>
                  <a:pt x="5640143" y="3357467"/>
                  <a:pt x="5633856" y="3354133"/>
                  <a:pt x="5632999" y="3350513"/>
                </a:cubicBezTo>
                <a:cubicBezTo>
                  <a:pt x="5632141" y="3346894"/>
                  <a:pt x="5629665" y="3345084"/>
                  <a:pt x="5626427" y="3347180"/>
                </a:cubicBezTo>
                <a:cubicBezTo>
                  <a:pt x="5623092" y="3349275"/>
                  <a:pt x="5624331" y="3351371"/>
                  <a:pt x="5627950" y="3354990"/>
                </a:cubicBezTo>
                <a:cubicBezTo>
                  <a:pt x="5631570" y="3358609"/>
                  <a:pt x="5625855" y="3359562"/>
                  <a:pt x="5621664" y="3360134"/>
                </a:cubicBezTo>
                <a:cubicBezTo>
                  <a:pt x="5611568" y="3361563"/>
                  <a:pt x="5602233" y="3371183"/>
                  <a:pt x="5600995" y="3374802"/>
                </a:cubicBezTo>
                <a:cubicBezTo>
                  <a:pt x="5599757" y="3378422"/>
                  <a:pt x="5598614" y="3382898"/>
                  <a:pt x="5596804" y="3384708"/>
                </a:cubicBezTo>
                <a:cubicBezTo>
                  <a:pt x="5594994" y="3386518"/>
                  <a:pt x="5594423" y="3387661"/>
                  <a:pt x="5594137" y="3389471"/>
                </a:cubicBezTo>
                <a:cubicBezTo>
                  <a:pt x="5593851" y="3391280"/>
                  <a:pt x="5592613" y="3391852"/>
                  <a:pt x="5591755" y="3394233"/>
                </a:cubicBezTo>
                <a:cubicBezTo>
                  <a:pt x="5590898" y="3396614"/>
                  <a:pt x="5590517" y="3395757"/>
                  <a:pt x="5587564" y="3396043"/>
                </a:cubicBezTo>
                <a:cubicBezTo>
                  <a:pt x="5584516" y="3396329"/>
                  <a:pt x="5584231" y="3397853"/>
                  <a:pt x="5583659" y="3400234"/>
                </a:cubicBezTo>
                <a:cubicBezTo>
                  <a:pt x="5583088" y="3402615"/>
                  <a:pt x="5582135" y="3404139"/>
                  <a:pt x="5575849" y="3402901"/>
                </a:cubicBezTo>
                <a:cubicBezTo>
                  <a:pt x="5569562" y="3401663"/>
                  <a:pt x="5567752" y="3403187"/>
                  <a:pt x="5567181" y="3405568"/>
                </a:cubicBezTo>
                <a:cubicBezTo>
                  <a:pt x="5566609" y="3407949"/>
                  <a:pt x="5563276" y="3409473"/>
                  <a:pt x="5560894" y="3406806"/>
                </a:cubicBezTo>
                <a:cubicBezTo>
                  <a:pt x="5558513" y="3404139"/>
                  <a:pt x="5543845" y="3414902"/>
                  <a:pt x="5533653" y="3427190"/>
                </a:cubicBezTo>
                <a:cubicBezTo>
                  <a:pt x="5523461" y="3439477"/>
                  <a:pt x="5529462" y="3441572"/>
                  <a:pt x="5530319" y="3447002"/>
                </a:cubicBezTo>
                <a:cubicBezTo>
                  <a:pt x="5531177" y="3452431"/>
                  <a:pt x="5531177" y="3452050"/>
                  <a:pt x="5532415" y="3452431"/>
                </a:cubicBezTo>
                <a:cubicBezTo>
                  <a:pt x="5533653" y="3452717"/>
                  <a:pt x="5534225" y="3453669"/>
                  <a:pt x="5537844" y="3454812"/>
                </a:cubicBezTo>
                <a:cubicBezTo>
                  <a:pt x="5541464" y="3456050"/>
                  <a:pt x="5543845" y="3460527"/>
                  <a:pt x="5540797" y="3461670"/>
                </a:cubicBezTo>
                <a:cubicBezTo>
                  <a:pt x="5537844" y="3462908"/>
                  <a:pt x="5536606" y="3471862"/>
                  <a:pt x="5530890" y="3472719"/>
                </a:cubicBezTo>
                <a:cubicBezTo>
                  <a:pt x="5525176" y="3473576"/>
                  <a:pt x="5527938" y="3474529"/>
                  <a:pt x="5529367" y="3475386"/>
                </a:cubicBezTo>
                <a:cubicBezTo>
                  <a:pt x="5530890" y="3476243"/>
                  <a:pt x="5531177" y="3477482"/>
                  <a:pt x="5528509" y="3478339"/>
                </a:cubicBezTo>
                <a:cubicBezTo>
                  <a:pt x="5525843" y="3479196"/>
                  <a:pt x="5526985" y="3480434"/>
                  <a:pt x="5524890" y="3480720"/>
                </a:cubicBezTo>
                <a:cubicBezTo>
                  <a:pt x="5522794" y="3481006"/>
                  <a:pt x="5523080" y="3481006"/>
                  <a:pt x="5520699" y="3482816"/>
                </a:cubicBezTo>
                <a:cubicBezTo>
                  <a:pt x="5518317" y="3484625"/>
                  <a:pt x="5516794" y="3484911"/>
                  <a:pt x="5515270" y="3485197"/>
                </a:cubicBezTo>
                <a:cubicBezTo>
                  <a:pt x="5513746" y="3485483"/>
                  <a:pt x="5505078" y="3488531"/>
                  <a:pt x="5502697" y="3489102"/>
                </a:cubicBezTo>
                <a:cubicBezTo>
                  <a:pt x="5500316" y="3489674"/>
                  <a:pt x="5495839" y="3493007"/>
                  <a:pt x="5493743" y="3493579"/>
                </a:cubicBezTo>
                <a:cubicBezTo>
                  <a:pt x="5491648" y="3494150"/>
                  <a:pt x="5488599" y="3496246"/>
                  <a:pt x="5484790" y="3498341"/>
                </a:cubicBezTo>
                <a:cubicBezTo>
                  <a:pt x="5480884" y="3500437"/>
                  <a:pt x="5477932" y="3503390"/>
                  <a:pt x="5481456" y="3503104"/>
                </a:cubicBezTo>
                <a:cubicBezTo>
                  <a:pt x="5485075" y="3502818"/>
                  <a:pt x="5482313" y="3505485"/>
                  <a:pt x="5482313" y="3505485"/>
                </a:cubicBezTo>
                <a:cubicBezTo>
                  <a:pt x="5482313" y="3505485"/>
                  <a:pt x="5476598" y="3509962"/>
                  <a:pt x="5471264" y="3514820"/>
                </a:cubicBezTo>
                <a:cubicBezTo>
                  <a:pt x="5465835" y="3519582"/>
                  <a:pt x="5460787" y="3519011"/>
                  <a:pt x="5457453" y="3516058"/>
                </a:cubicBezTo>
                <a:cubicBezTo>
                  <a:pt x="5454119" y="3513010"/>
                  <a:pt x="5455072" y="3516344"/>
                  <a:pt x="5455072" y="3518439"/>
                </a:cubicBezTo>
                <a:cubicBezTo>
                  <a:pt x="5455072" y="3520534"/>
                  <a:pt x="5453262" y="3523202"/>
                  <a:pt x="5447547" y="3525011"/>
                </a:cubicBezTo>
                <a:cubicBezTo>
                  <a:pt x="5441832" y="3526821"/>
                  <a:pt x="5438593" y="3531012"/>
                  <a:pt x="5436498" y="3533393"/>
                </a:cubicBezTo>
                <a:cubicBezTo>
                  <a:pt x="5434402" y="3535775"/>
                  <a:pt x="5432878" y="3537584"/>
                  <a:pt x="5428973" y="3537870"/>
                </a:cubicBezTo>
                <a:cubicBezTo>
                  <a:pt x="5425068" y="3538156"/>
                  <a:pt x="5426592" y="3540537"/>
                  <a:pt x="5428401" y="3540537"/>
                </a:cubicBezTo>
                <a:cubicBezTo>
                  <a:pt x="5430211" y="3540537"/>
                  <a:pt x="5429640" y="3542633"/>
                  <a:pt x="5429640" y="3542633"/>
                </a:cubicBezTo>
                <a:cubicBezTo>
                  <a:pt x="5429640" y="3542633"/>
                  <a:pt x="5429068" y="3544157"/>
                  <a:pt x="5427544" y="3548919"/>
                </a:cubicBezTo>
                <a:cubicBezTo>
                  <a:pt x="5426020" y="3553682"/>
                  <a:pt x="5425735" y="3553396"/>
                  <a:pt x="5423353" y="3553396"/>
                </a:cubicBezTo>
                <a:cubicBezTo>
                  <a:pt x="5420972" y="3553396"/>
                  <a:pt x="5412304" y="3553682"/>
                  <a:pt x="5412304" y="3553682"/>
                </a:cubicBezTo>
                <a:cubicBezTo>
                  <a:pt x="5412304" y="3553682"/>
                  <a:pt x="5414400" y="3554539"/>
                  <a:pt x="5418305" y="3555777"/>
                </a:cubicBezTo>
                <a:cubicBezTo>
                  <a:pt x="5422210" y="3557015"/>
                  <a:pt x="5421924" y="3559682"/>
                  <a:pt x="5420686" y="3562064"/>
                </a:cubicBezTo>
                <a:cubicBezTo>
                  <a:pt x="5419448" y="3564445"/>
                  <a:pt x="5419258" y="3567493"/>
                  <a:pt x="5420782" y="3570160"/>
                </a:cubicBezTo>
                <a:lnTo>
                  <a:pt x="5419575" y="3573176"/>
                </a:lnTo>
                <a:lnTo>
                  <a:pt x="5419087" y="3572566"/>
                </a:lnTo>
                <a:lnTo>
                  <a:pt x="5419394" y="3573628"/>
                </a:lnTo>
                <a:lnTo>
                  <a:pt x="5419575" y="3573176"/>
                </a:lnTo>
                <a:lnTo>
                  <a:pt x="5420972" y="3574922"/>
                </a:lnTo>
                <a:lnTo>
                  <a:pt x="5419306" y="3574922"/>
                </a:lnTo>
                <a:lnTo>
                  <a:pt x="5418590" y="3575208"/>
                </a:lnTo>
                <a:cubicBezTo>
                  <a:pt x="5415257" y="3575494"/>
                  <a:pt x="5415257" y="3575780"/>
                  <a:pt x="5413161" y="3572541"/>
                </a:cubicBezTo>
                <a:cubicBezTo>
                  <a:pt x="5411066" y="3569208"/>
                  <a:pt x="5408113" y="3568922"/>
                  <a:pt x="5405065" y="3571303"/>
                </a:cubicBezTo>
                <a:cubicBezTo>
                  <a:pt x="5402112" y="3573684"/>
                  <a:pt x="5402112" y="3573399"/>
                  <a:pt x="5398778" y="3573399"/>
                </a:cubicBezTo>
                <a:cubicBezTo>
                  <a:pt x="5395445" y="3573399"/>
                  <a:pt x="5394016" y="3574256"/>
                  <a:pt x="5391254" y="3573113"/>
                </a:cubicBezTo>
                <a:cubicBezTo>
                  <a:pt x="5388586" y="3571875"/>
                  <a:pt x="5386776" y="3575494"/>
                  <a:pt x="5384110" y="3573399"/>
                </a:cubicBezTo>
                <a:cubicBezTo>
                  <a:pt x="5381443" y="3571303"/>
                  <a:pt x="5377251" y="3577590"/>
                  <a:pt x="5374775" y="3579685"/>
                </a:cubicBezTo>
                <a:cubicBezTo>
                  <a:pt x="5372394" y="3581781"/>
                  <a:pt x="5366107" y="3591115"/>
                  <a:pt x="5362202" y="3597687"/>
                </a:cubicBezTo>
                <a:cubicBezTo>
                  <a:pt x="5358297" y="3604259"/>
                  <a:pt x="5352868" y="3603402"/>
                  <a:pt x="5346010" y="3601592"/>
                </a:cubicBezTo>
                <a:cubicBezTo>
                  <a:pt x="5339151" y="3599783"/>
                  <a:pt x="5342104" y="3596163"/>
                  <a:pt x="5343343" y="3590543"/>
                </a:cubicBezTo>
                <a:cubicBezTo>
                  <a:pt x="5344581" y="3584828"/>
                  <a:pt x="5348105" y="3585781"/>
                  <a:pt x="5347248" y="3589972"/>
                </a:cubicBezTo>
                <a:cubicBezTo>
                  <a:pt x="5346391" y="3594163"/>
                  <a:pt x="5348105" y="3592353"/>
                  <a:pt x="5349343" y="3589686"/>
                </a:cubicBezTo>
                <a:cubicBezTo>
                  <a:pt x="5350582" y="3587019"/>
                  <a:pt x="5351439" y="3585495"/>
                  <a:pt x="5352296" y="3587019"/>
                </a:cubicBezTo>
                <a:cubicBezTo>
                  <a:pt x="5353154" y="3588543"/>
                  <a:pt x="5352582" y="3589972"/>
                  <a:pt x="5350201" y="3592449"/>
                </a:cubicBezTo>
                <a:cubicBezTo>
                  <a:pt x="5347820" y="3594830"/>
                  <a:pt x="5346581" y="3596068"/>
                  <a:pt x="5349915" y="3596925"/>
                </a:cubicBezTo>
                <a:cubicBezTo>
                  <a:pt x="5353249" y="3597783"/>
                  <a:pt x="5354392" y="3590925"/>
                  <a:pt x="5355630" y="3587972"/>
                </a:cubicBezTo>
                <a:cubicBezTo>
                  <a:pt x="5356868" y="3585019"/>
                  <a:pt x="5358583" y="3585305"/>
                  <a:pt x="5363155" y="3583781"/>
                </a:cubicBezTo>
                <a:cubicBezTo>
                  <a:pt x="5367632" y="3582257"/>
                  <a:pt x="5366774" y="3579590"/>
                  <a:pt x="5369155" y="3575684"/>
                </a:cubicBezTo>
                <a:cubicBezTo>
                  <a:pt x="5371537" y="3571779"/>
                  <a:pt x="5371537" y="3570255"/>
                  <a:pt x="5369155" y="3569398"/>
                </a:cubicBezTo>
                <a:cubicBezTo>
                  <a:pt x="5366774" y="3568541"/>
                  <a:pt x="5364964" y="3567017"/>
                  <a:pt x="5362297" y="3568160"/>
                </a:cubicBezTo>
                <a:cubicBezTo>
                  <a:pt x="5359630" y="3569398"/>
                  <a:pt x="5358964" y="3568446"/>
                  <a:pt x="5356297" y="3567874"/>
                </a:cubicBezTo>
                <a:cubicBezTo>
                  <a:pt x="5353630" y="3567302"/>
                  <a:pt x="5352963" y="3567017"/>
                  <a:pt x="5349439" y="3567588"/>
                </a:cubicBezTo>
                <a:cubicBezTo>
                  <a:pt x="5345819" y="3568160"/>
                  <a:pt x="5348867" y="3571779"/>
                  <a:pt x="5348867" y="3571779"/>
                </a:cubicBezTo>
                <a:cubicBezTo>
                  <a:pt x="5348867" y="3571779"/>
                  <a:pt x="5348010" y="3572351"/>
                  <a:pt x="5344676" y="3576542"/>
                </a:cubicBezTo>
                <a:cubicBezTo>
                  <a:pt x="5341343" y="3580733"/>
                  <a:pt x="5340485" y="3578351"/>
                  <a:pt x="5338104" y="3578637"/>
                </a:cubicBezTo>
                <a:cubicBezTo>
                  <a:pt x="5335723" y="3578923"/>
                  <a:pt x="5336009" y="3577113"/>
                  <a:pt x="5338675" y="3574732"/>
                </a:cubicBezTo>
                <a:cubicBezTo>
                  <a:pt x="5341343" y="3572351"/>
                  <a:pt x="5342295" y="3569589"/>
                  <a:pt x="5342581" y="3567874"/>
                </a:cubicBezTo>
                <a:cubicBezTo>
                  <a:pt x="5342866" y="3566064"/>
                  <a:pt x="5343438" y="3565778"/>
                  <a:pt x="5346200" y="3563397"/>
                </a:cubicBezTo>
                <a:cubicBezTo>
                  <a:pt x="5348867" y="3561016"/>
                  <a:pt x="5348296" y="3559778"/>
                  <a:pt x="5347724" y="3555587"/>
                </a:cubicBezTo>
                <a:cubicBezTo>
                  <a:pt x="5347153" y="3551396"/>
                  <a:pt x="5350677" y="3554063"/>
                  <a:pt x="5350677" y="3556444"/>
                </a:cubicBezTo>
                <a:cubicBezTo>
                  <a:pt x="5350677" y="3558825"/>
                  <a:pt x="5352201" y="3558540"/>
                  <a:pt x="5352201" y="3558540"/>
                </a:cubicBezTo>
                <a:cubicBezTo>
                  <a:pt x="5352201" y="3558540"/>
                  <a:pt x="5354582" y="3557016"/>
                  <a:pt x="5357630" y="3556444"/>
                </a:cubicBezTo>
                <a:cubicBezTo>
                  <a:pt x="5360583" y="3555873"/>
                  <a:pt x="5360964" y="3559111"/>
                  <a:pt x="5361536" y="3557301"/>
                </a:cubicBezTo>
                <a:cubicBezTo>
                  <a:pt x="5362107" y="3555492"/>
                  <a:pt x="5361821" y="3553967"/>
                  <a:pt x="5363917" y="3555492"/>
                </a:cubicBezTo>
                <a:cubicBezTo>
                  <a:pt x="5366012" y="3557016"/>
                  <a:pt x="5363345" y="3558444"/>
                  <a:pt x="5360964" y="3562350"/>
                </a:cubicBezTo>
                <a:cubicBezTo>
                  <a:pt x="5358583" y="3566255"/>
                  <a:pt x="5362202" y="3563874"/>
                  <a:pt x="5363917" y="3563207"/>
                </a:cubicBezTo>
                <a:cubicBezTo>
                  <a:pt x="5365727" y="3562635"/>
                  <a:pt x="5368679" y="3560159"/>
                  <a:pt x="5368393" y="3558730"/>
                </a:cubicBezTo>
                <a:cubicBezTo>
                  <a:pt x="5368108" y="3557206"/>
                  <a:pt x="5367822" y="3555777"/>
                  <a:pt x="5369918" y="3552158"/>
                </a:cubicBezTo>
                <a:cubicBezTo>
                  <a:pt x="5372013" y="3548538"/>
                  <a:pt x="5373823" y="3542538"/>
                  <a:pt x="5371441" y="3540156"/>
                </a:cubicBezTo>
                <a:cubicBezTo>
                  <a:pt x="5369060" y="3537775"/>
                  <a:pt x="5366965" y="3538061"/>
                  <a:pt x="5367822" y="3539585"/>
                </a:cubicBezTo>
                <a:cubicBezTo>
                  <a:pt x="5368679" y="3541109"/>
                  <a:pt x="5368393" y="3541680"/>
                  <a:pt x="5364869" y="3543204"/>
                </a:cubicBezTo>
                <a:cubicBezTo>
                  <a:pt x="5361250" y="3544728"/>
                  <a:pt x="5362488" y="3543490"/>
                  <a:pt x="5362774" y="3545871"/>
                </a:cubicBezTo>
                <a:cubicBezTo>
                  <a:pt x="5363059" y="3548252"/>
                  <a:pt x="5361536" y="3549776"/>
                  <a:pt x="5359440" y="3551015"/>
                </a:cubicBezTo>
                <a:cubicBezTo>
                  <a:pt x="5357345" y="3552253"/>
                  <a:pt x="5357630" y="3550158"/>
                  <a:pt x="5359154" y="3547109"/>
                </a:cubicBezTo>
                <a:cubicBezTo>
                  <a:pt x="5360678" y="3544061"/>
                  <a:pt x="5359440" y="3545014"/>
                  <a:pt x="5357345" y="3545871"/>
                </a:cubicBezTo>
                <a:cubicBezTo>
                  <a:pt x="5355249" y="3546728"/>
                  <a:pt x="5355249" y="3551300"/>
                  <a:pt x="5353154" y="3553682"/>
                </a:cubicBezTo>
                <a:cubicBezTo>
                  <a:pt x="5351058" y="3556063"/>
                  <a:pt x="5351344" y="3551300"/>
                  <a:pt x="5353154" y="3549205"/>
                </a:cubicBezTo>
                <a:cubicBezTo>
                  <a:pt x="5354963" y="3547109"/>
                  <a:pt x="5354010" y="3545014"/>
                  <a:pt x="5354010" y="3541680"/>
                </a:cubicBezTo>
                <a:cubicBezTo>
                  <a:pt x="5354010" y="3538347"/>
                  <a:pt x="5354868" y="3539013"/>
                  <a:pt x="5357345" y="3539871"/>
                </a:cubicBezTo>
                <a:cubicBezTo>
                  <a:pt x="5359726" y="3540728"/>
                  <a:pt x="5359440" y="3541109"/>
                  <a:pt x="5359440" y="3541109"/>
                </a:cubicBezTo>
                <a:cubicBezTo>
                  <a:pt x="5359440" y="3541109"/>
                  <a:pt x="5358868" y="3536632"/>
                  <a:pt x="5358868" y="3534251"/>
                </a:cubicBezTo>
                <a:cubicBezTo>
                  <a:pt x="5358868" y="3531869"/>
                  <a:pt x="5360011" y="3529488"/>
                  <a:pt x="5360964" y="3526155"/>
                </a:cubicBezTo>
                <a:cubicBezTo>
                  <a:pt x="5361821" y="3522821"/>
                  <a:pt x="5362774" y="3522821"/>
                  <a:pt x="5367536" y="3522249"/>
                </a:cubicBezTo>
                <a:cubicBezTo>
                  <a:pt x="5372299" y="3521678"/>
                  <a:pt x="5370489" y="3521964"/>
                  <a:pt x="5373537" y="3520154"/>
                </a:cubicBezTo>
                <a:cubicBezTo>
                  <a:pt x="5376490" y="3518344"/>
                  <a:pt x="5375061" y="3515391"/>
                  <a:pt x="5372966" y="3516820"/>
                </a:cubicBezTo>
                <a:cubicBezTo>
                  <a:pt x="5370870" y="3518344"/>
                  <a:pt x="5371156" y="3518058"/>
                  <a:pt x="5370870" y="3515010"/>
                </a:cubicBezTo>
                <a:cubicBezTo>
                  <a:pt x="5370584" y="3512058"/>
                  <a:pt x="5371156" y="3511391"/>
                  <a:pt x="5373537" y="3511391"/>
                </a:cubicBezTo>
                <a:cubicBezTo>
                  <a:pt x="5375918" y="3511391"/>
                  <a:pt x="5376490" y="3509295"/>
                  <a:pt x="5373823" y="3504533"/>
                </a:cubicBezTo>
                <a:cubicBezTo>
                  <a:pt x="5371156" y="3499770"/>
                  <a:pt x="5378014" y="3496436"/>
                  <a:pt x="5380395" y="3492817"/>
                </a:cubicBezTo>
                <a:cubicBezTo>
                  <a:pt x="5382776" y="3489198"/>
                  <a:pt x="5383348" y="3488912"/>
                  <a:pt x="5387253" y="3489198"/>
                </a:cubicBezTo>
                <a:cubicBezTo>
                  <a:pt x="5391158" y="3489483"/>
                  <a:pt x="5390206" y="3489483"/>
                  <a:pt x="5390206" y="3487674"/>
                </a:cubicBezTo>
                <a:cubicBezTo>
                  <a:pt x="5390206" y="3485864"/>
                  <a:pt x="5390206" y="3485292"/>
                  <a:pt x="5393159" y="3481673"/>
                </a:cubicBezTo>
                <a:cubicBezTo>
                  <a:pt x="5396111" y="3478053"/>
                  <a:pt x="5393159" y="3476243"/>
                  <a:pt x="5390777" y="3479577"/>
                </a:cubicBezTo>
                <a:cubicBezTo>
                  <a:pt x="5388396" y="3482911"/>
                  <a:pt x="5386872" y="3482244"/>
                  <a:pt x="5386872" y="3482244"/>
                </a:cubicBezTo>
                <a:cubicBezTo>
                  <a:pt x="5386872" y="3482244"/>
                  <a:pt x="5390777" y="3475386"/>
                  <a:pt x="5392873" y="3472624"/>
                </a:cubicBezTo>
                <a:cubicBezTo>
                  <a:pt x="5394968" y="3469957"/>
                  <a:pt x="5397064" y="3466338"/>
                  <a:pt x="5402112" y="3463671"/>
                </a:cubicBezTo>
                <a:cubicBezTo>
                  <a:pt x="5407255" y="3461003"/>
                  <a:pt x="5406303" y="3461861"/>
                  <a:pt x="5403636" y="3460337"/>
                </a:cubicBezTo>
                <a:cubicBezTo>
                  <a:pt x="5400969" y="3458813"/>
                  <a:pt x="5398207" y="3455574"/>
                  <a:pt x="5399731" y="3451955"/>
                </a:cubicBezTo>
                <a:cubicBezTo>
                  <a:pt x="5401255" y="3448335"/>
                  <a:pt x="5402684" y="3450431"/>
                  <a:pt x="5402684" y="3453479"/>
                </a:cubicBezTo>
                <a:cubicBezTo>
                  <a:pt x="5402684" y="3456432"/>
                  <a:pt x="5401826" y="3457670"/>
                  <a:pt x="5405636" y="3454717"/>
                </a:cubicBezTo>
                <a:cubicBezTo>
                  <a:pt x="5409541" y="3451764"/>
                  <a:pt x="5409827" y="3454146"/>
                  <a:pt x="5413447" y="3457765"/>
                </a:cubicBezTo>
                <a:cubicBezTo>
                  <a:pt x="5417066" y="3461384"/>
                  <a:pt x="5416114" y="3458051"/>
                  <a:pt x="5415828" y="3455955"/>
                </a:cubicBezTo>
                <a:cubicBezTo>
                  <a:pt x="5415542" y="3453860"/>
                  <a:pt x="5416400" y="3452336"/>
                  <a:pt x="5418781" y="3452336"/>
                </a:cubicBezTo>
                <a:cubicBezTo>
                  <a:pt x="5421162" y="3452336"/>
                  <a:pt x="5421828" y="3452336"/>
                  <a:pt x="5421448" y="3450240"/>
                </a:cubicBezTo>
                <a:cubicBezTo>
                  <a:pt x="5421162" y="3448145"/>
                  <a:pt x="5412780" y="3446621"/>
                  <a:pt x="5409161" y="3444525"/>
                </a:cubicBezTo>
                <a:cubicBezTo>
                  <a:pt x="5405541" y="3442430"/>
                  <a:pt x="5409161" y="3441192"/>
                  <a:pt x="5414875" y="3441858"/>
                </a:cubicBezTo>
                <a:cubicBezTo>
                  <a:pt x="5420591" y="3442430"/>
                  <a:pt x="5416400" y="3440049"/>
                  <a:pt x="5413637" y="3438525"/>
                </a:cubicBezTo>
                <a:cubicBezTo>
                  <a:pt x="5410970" y="3437000"/>
                  <a:pt x="5413637" y="3434048"/>
                  <a:pt x="5416018" y="3434048"/>
                </a:cubicBezTo>
                <a:cubicBezTo>
                  <a:pt x="5418400" y="3434048"/>
                  <a:pt x="5418400" y="3433762"/>
                  <a:pt x="5422019" y="3433191"/>
                </a:cubicBezTo>
                <a:cubicBezTo>
                  <a:pt x="5425639" y="3432619"/>
                  <a:pt x="5425925" y="3430809"/>
                  <a:pt x="5425353" y="3428047"/>
                </a:cubicBezTo>
                <a:cubicBezTo>
                  <a:pt x="5424782" y="3425285"/>
                  <a:pt x="5424496" y="3426237"/>
                  <a:pt x="5425067" y="3423570"/>
                </a:cubicBezTo>
                <a:cubicBezTo>
                  <a:pt x="5425639" y="3420903"/>
                  <a:pt x="5425639" y="3419665"/>
                  <a:pt x="5423257" y="3419665"/>
                </a:cubicBezTo>
                <a:cubicBezTo>
                  <a:pt x="5420876" y="3419665"/>
                  <a:pt x="5420876" y="3416998"/>
                  <a:pt x="5420876" y="3414902"/>
                </a:cubicBezTo>
                <a:cubicBezTo>
                  <a:pt x="5420876" y="3412807"/>
                  <a:pt x="5419638" y="3411569"/>
                  <a:pt x="5417923" y="3412807"/>
                </a:cubicBezTo>
                <a:cubicBezTo>
                  <a:pt x="5416114" y="3414045"/>
                  <a:pt x="5415828" y="3413664"/>
                  <a:pt x="5412209" y="3414617"/>
                </a:cubicBezTo>
                <a:cubicBezTo>
                  <a:pt x="5408589" y="3415474"/>
                  <a:pt x="5407732" y="3416426"/>
                  <a:pt x="5407732" y="3420046"/>
                </a:cubicBezTo>
                <a:cubicBezTo>
                  <a:pt x="5407732" y="3423666"/>
                  <a:pt x="5405065" y="3423666"/>
                  <a:pt x="5404398" y="3420903"/>
                </a:cubicBezTo>
                <a:cubicBezTo>
                  <a:pt x="5403827" y="3418236"/>
                  <a:pt x="5405922" y="3414045"/>
                  <a:pt x="5407732" y="3412235"/>
                </a:cubicBezTo>
                <a:cubicBezTo>
                  <a:pt x="5409541" y="3410426"/>
                  <a:pt x="5411351" y="3410426"/>
                  <a:pt x="5414018" y="3408616"/>
                </a:cubicBezTo>
                <a:cubicBezTo>
                  <a:pt x="5416685" y="3406806"/>
                  <a:pt x="5418495" y="3407092"/>
                  <a:pt x="5422972" y="3406806"/>
                </a:cubicBezTo>
                <a:cubicBezTo>
                  <a:pt x="5427448" y="3406521"/>
                  <a:pt x="5427163" y="3404139"/>
                  <a:pt x="5426305" y="3402615"/>
                </a:cubicBezTo>
                <a:cubicBezTo>
                  <a:pt x="5425448" y="3401091"/>
                  <a:pt x="5424782" y="3401091"/>
                  <a:pt x="5424210" y="3398710"/>
                </a:cubicBezTo>
                <a:cubicBezTo>
                  <a:pt x="5423638" y="3396329"/>
                  <a:pt x="5427544" y="3395376"/>
                  <a:pt x="5434401" y="3395091"/>
                </a:cubicBezTo>
                <a:cubicBezTo>
                  <a:pt x="5441260" y="3394805"/>
                  <a:pt x="5439164" y="3397186"/>
                  <a:pt x="5438879" y="3400806"/>
                </a:cubicBezTo>
                <a:cubicBezTo>
                  <a:pt x="5438593" y="3404425"/>
                  <a:pt x="5432020" y="3408330"/>
                  <a:pt x="5432020" y="3408330"/>
                </a:cubicBezTo>
                <a:cubicBezTo>
                  <a:pt x="5432020" y="3408330"/>
                  <a:pt x="5433830" y="3410711"/>
                  <a:pt x="5436783" y="3407092"/>
                </a:cubicBezTo>
                <a:cubicBezTo>
                  <a:pt x="5439831" y="3403473"/>
                  <a:pt x="5440974" y="3404711"/>
                  <a:pt x="5439831" y="3407664"/>
                </a:cubicBezTo>
                <a:cubicBezTo>
                  <a:pt x="5438593" y="3410711"/>
                  <a:pt x="5436497" y="3411283"/>
                  <a:pt x="5432592" y="3414522"/>
                </a:cubicBezTo>
                <a:cubicBezTo>
                  <a:pt x="5428687" y="3417855"/>
                  <a:pt x="5432878" y="3416903"/>
                  <a:pt x="5434973" y="3416903"/>
                </a:cubicBezTo>
                <a:cubicBezTo>
                  <a:pt x="5437069" y="3416903"/>
                  <a:pt x="5437640" y="3416617"/>
                  <a:pt x="5438593" y="3415093"/>
                </a:cubicBezTo>
                <a:cubicBezTo>
                  <a:pt x="5439450" y="3413569"/>
                  <a:pt x="5440974" y="3411759"/>
                  <a:pt x="5445451" y="3410331"/>
                </a:cubicBezTo>
                <a:cubicBezTo>
                  <a:pt x="5449927" y="3408807"/>
                  <a:pt x="5449642" y="3406711"/>
                  <a:pt x="5446689" y="3407664"/>
                </a:cubicBezTo>
                <a:cubicBezTo>
                  <a:pt x="5443641" y="3408521"/>
                  <a:pt x="5444593" y="3406806"/>
                  <a:pt x="5445832" y="3404711"/>
                </a:cubicBezTo>
                <a:cubicBezTo>
                  <a:pt x="5447070" y="3402615"/>
                  <a:pt x="5447641" y="3400234"/>
                  <a:pt x="5452118" y="3398139"/>
                </a:cubicBezTo>
                <a:cubicBezTo>
                  <a:pt x="5456595" y="3396043"/>
                  <a:pt x="5455357" y="3396043"/>
                  <a:pt x="5455071" y="3394233"/>
                </a:cubicBezTo>
                <a:cubicBezTo>
                  <a:pt x="5454785" y="3392424"/>
                  <a:pt x="5454785" y="3389471"/>
                  <a:pt x="5458976" y="3389757"/>
                </a:cubicBezTo>
                <a:cubicBezTo>
                  <a:pt x="5463167" y="3390042"/>
                  <a:pt x="5463739" y="3389757"/>
                  <a:pt x="5461643" y="3387661"/>
                </a:cubicBezTo>
                <a:cubicBezTo>
                  <a:pt x="5459548" y="3385566"/>
                  <a:pt x="5460405" y="3384708"/>
                  <a:pt x="5461929" y="3382899"/>
                </a:cubicBezTo>
                <a:cubicBezTo>
                  <a:pt x="5463453" y="3381089"/>
                  <a:pt x="5472407" y="3378708"/>
                  <a:pt x="5476312" y="3377184"/>
                </a:cubicBezTo>
                <a:cubicBezTo>
                  <a:pt x="5480217" y="3375659"/>
                  <a:pt x="5482884" y="3375374"/>
                  <a:pt x="5483169" y="3373564"/>
                </a:cubicBezTo>
                <a:cubicBezTo>
                  <a:pt x="5483455" y="3371754"/>
                  <a:pt x="5482598" y="3372421"/>
                  <a:pt x="5485551" y="3369087"/>
                </a:cubicBezTo>
                <a:cubicBezTo>
                  <a:pt x="5488503" y="3365753"/>
                  <a:pt x="5486122" y="3366325"/>
                  <a:pt x="5484598" y="3364896"/>
                </a:cubicBezTo>
                <a:cubicBezTo>
                  <a:pt x="5483075" y="3363372"/>
                  <a:pt x="5483360" y="3364325"/>
                  <a:pt x="5478884" y="3361658"/>
                </a:cubicBezTo>
                <a:cubicBezTo>
                  <a:pt x="5474407" y="3358991"/>
                  <a:pt x="5482217" y="3355276"/>
                  <a:pt x="5485456" y="3353561"/>
                </a:cubicBezTo>
                <a:cubicBezTo>
                  <a:pt x="5488789" y="3351752"/>
                  <a:pt x="5487837" y="3351752"/>
                  <a:pt x="5489075" y="3349942"/>
                </a:cubicBezTo>
                <a:cubicBezTo>
                  <a:pt x="5490313" y="3348132"/>
                  <a:pt x="5490885" y="3346608"/>
                  <a:pt x="5490313" y="3343941"/>
                </a:cubicBezTo>
                <a:cubicBezTo>
                  <a:pt x="5489742" y="3341274"/>
                  <a:pt x="5491171" y="3339750"/>
                  <a:pt x="5493933" y="3338798"/>
                </a:cubicBezTo>
                <a:cubicBezTo>
                  <a:pt x="5496600" y="3337941"/>
                  <a:pt x="5500505" y="3334607"/>
                  <a:pt x="5502601" y="3327368"/>
                </a:cubicBezTo>
                <a:cubicBezTo>
                  <a:pt x="5504696" y="3320224"/>
                  <a:pt x="5506506" y="3319843"/>
                  <a:pt x="5508887" y="3320224"/>
                </a:cubicBezTo>
                <a:cubicBezTo>
                  <a:pt x="5511268" y="3320510"/>
                  <a:pt x="5510983" y="3318986"/>
                  <a:pt x="5510983" y="3315747"/>
                </a:cubicBezTo>
                <a:cubicBezTo>
                  <a:pt x="5510983" y="3312414"/>
                  <a:pt x="5514316" y="3312794"/>
                  <a:pt x="5514316" y="3316033"/>
                </a:cubicBezTo>
                <a:cubicBezTo>
                  <a:pt x="5514316" y="3319367"/>
                  <a:pt x="5516412" y="3315461"/>
                  <a:pt x="5517269" y="3313080"/>
                </a:cubicBezTo>
                <a:cubicBezTo>
                  <a:pt x="5518127" y="3310699"/>
                  <a:pt x="5519936" y="3309175"/>
                  <a:pt x="5518507" y="3305936"/>
                </a:cubicBezTo>
                <a:cubicBezTo>
                  <a:pt x="5516984" y="3302603"/>
                  <a:pt x="5519079" y="3301746"/>
                  <a:pt x="5521175" y="3301460"/>
                </a:cubicBezTo>
                <a:cubicBezTo>
                  <a:pt x="5523270" y="3301174"/>
                  <a:pt x="5522984" y="3301746"/>
                  <a:pt x="5526603" y="3299078"/>
                </a:cubicBezTo>
                <a:cubicBezTo>
                  <a:pt x="5530223" y="3296411"/>
                  <a:pt x="5528413" y="3294316"/>
                  <a:pt x="5525937" y="3296411"/>
                </a:cubicBezTo>
                <a:cubicBezTo>
                  <a:pt x="5523556" y="3298507"/>
                  <a:pt x="5523841" y="3297650"/>
                  <a:pt x="5522603" y="3294316"/>
                </a:cubicBezTo>
                <a:cubicBezTo>
                  <a:pt x="5521365" y="3290982"/>
                  <a:pt x="5517555" y="3293459"/>
                  <a:pt x="5516602" y="3296983"/>
                </a:cubicBezTo>
                <a:cubicBezTo>
                  <a:pt x="5515745" y="3300602"/>
                  <a:pt x="5510601" y="3298793"/>
                  <a:pt x="5507268" y="3298221"/>
                </a:cubicBezTo>
                <a:cubicBezTo>
                  <a:pt x="5503934" y="3297650"/>
                  <a:pt x="5505458" y="3294602"/>
                  <a:pt x="5507553" y="3293459"/>
                </a:cubicBezTo>
                <a:cubicBezTo>
                  <a:pt x="5509649" y="3292221"/>
                  <a:pt x="5509363" y="3292221"/>
                  <a:pt x="5508411" y="3288030"/>
                </a:cubicBezTo>
                <a:cubicBezTo>
                  <a:pt x="5507553" y="3283839"/>
                  <a:pt x="5515650" y="3277266"/>
                  <a:pt x="5517460" y="3271837"/>
                </a:cubicBezTo>
                <a:cubicBezTo>
                  <a:pt x="5519270" y="3266408"/>
                  <a:pt x="5523461" y="3262217"/>
                  <a:pt x="5525556" y="3259835"/>
                </a:cubicBezTo>
                <a:cubicBezTo>
                  <a:pt x="5527652" y="3257454"/>
                  <a:pt x="5529747" y="3249930"/>
                  <a:pt x="5533081" y="3248120"/>
                </a:cubicBezTo>
                <a:cubicBezTo>
                  <a:pt x="5536414" y="3246310"/>
                  <a:pt x="5538129" y="3243643"/>
                  <a:pt x="5541463" y="3240309"/>
                </a:cubicBezTo>
                <a:cubicBezTo>
                  <a:pt x="5544797" y="3236975"/>
                  <a:pt x="5547749" y="3230117"/>
                  <a:pt x="5548607" y="3224117"/>
                </a:cubicBezTo>
                <a:cubicBezTo>
                  <a:pt x="5549464" y="3218116"/>
                  <a:pt x="5551940" y="3213068"/>
                  <a:pt x="5555178" y="3208496"/>
                </a:cubicBezTo>
                <a:cubicBezTo>
                  <a:pt x="5558513" y="3204019"/>
                  <a:pt x="5562989" y="3190779"/>
                  <a:pt x="5565370" y="3184207"/>
                </a:cubicBezTo>
                <a:cubicBezTo>
                  <a:pt x="5567751" y="3177635"/>
                  <a:pt x="5570800" y="3180588"/>
                  <a:pt x="5573181" y="3181159"/>
                </a:cubicBezTo>
                <a:cubicBezTo>
                  <a:pt x="5575562" y="3181731"/>
                  <a:pt x="5577372" y="3178206"/>
                  <a:pt x="5578610" y="3175444"/>
                </a:cubicBezTo>
                <a:cubicBezTo>
                  <a:pt x="5579848" y="3172777"/>
                  <a:pt x="5582230" y="3169158"/>
                  <a:pt x="5584611" y="3167348"/>
                </a:cubicBezTo>
                <a:cubicBezTo>
                  <a:pt x="5586992" y="3165538"/>
                  <a:pt x="5592707" y="3157727"/>
                  <a:pt x="5595374" y="3153822"/>
                </a:cubicBezTo>
                <a:cubicBezTo>
                  <a:pt x="5598041" y="3149917"/>
                  <a:pt x="5602518" y="3146298"/>
                  <a:pt x="5603185" y="3143916"/>
                </a:cubicBezTo>
                <a:cubicBezTo>
                  <a:pt x="5603756" y="3141535"/>
                  <a:pt x="5602899" y="3138773"/>
                  <a:pt x="5604042" y="3138487"/>
                </a:cubicBezTo>
                <a:cubicBezTo>
                  <a:pt x="5605280" y="3138201"/>
                  <a:pt x="5605852" y="3138201"/>
                  <a:pt x="5607661" y="3136392"/>
                </a:cubicBezTo>
                <a:cubicBezTo>
                  <a:pt x="5609471" y="3134582"/>
                  <a:pt x="5610614" y="3133725"/>
                  <a:pt x="5615472" y="3130391"/>
                </a:cubicBezTo>
                <a:cubicBezTo>
                  <a:pt x="5620234" y="3127057"/>
                  <a:pt x="5620616" y="3124390"/>
                  <a:pt x="5621759" y="3122294"/>
                </a:cubicBezTo>
                <a:cubicBezTo>
                  <a:pt x="5622997" y="3120199"/>
                  <a:pt x="5627188" y="3112960"/>
                  <a:pt x="5630141" y="3109150"/>
                </a:cubicBezTo>
                <a:cubicBezTo>
                  <a:pt x="5633093" y="3105245"/>
                  <a:pt x="5631950" y="3101340"/>
                  <a:pt x="5633093" y="3100768"/>
                </a:cubicBezTo>
                <a:cubicBezTo>
                  <a:pt x="5634332" y="3100197"/>
                  <a:pt x="5635760" y="3099911"/>
                  <a:pt x="5636998" y="3098101"/>
                </a:cubicBezTo>
                <a:cubicBezTo>
                  <a:pt x="5638237" y="3096291"/>
                  <a:pt x="5638237" y="3097244"/>
                  <a:pt x="5642713" y="3092672"/>
                </a:cubicBezTo>
                <a:cubicBezTo>
                  <a:pt x="5647190" y="3088195"/>
                  <a:pt x="5653477" y="3072288"/>
                  <a:pt x="5656239" y="3068669"/>
                </a:cubicBezTo>
                <a:cubicBezTo>
                  <a:pt x="5658906" y="3065049"/>
                  <a:pt x="5660144" y="3059430"/>
                  <a:pt x="5661287" y="3056096"/>
                </a:cubicBezTo>
                <a:cubicBezTo>
                  <a:pt x="5662525" y="3052762"/>
                  <a:pt x="5663097" y="3048857"/>
                  <a:pt x="5668431" y="3039617"/>
                </a:cubicBezTo>
                <a:cubicBezTo>
                  <a:pt x="5673860" y="3030283"/>
                  <a:pt x="5674146" y="3022187"/>
                  <a:pt x="5675289" y="3019520"/>
                </a:cubicBezTo>
                <a:cubicBezTo>
                  <a:pt x="5676527" y="3016853"/>
                  <a:pt x="5678242" y="3008471"/>
                  <a:pt x="5680718" y="3003042"/>
                </a:cubicBezTo>
                <a:cubicBezTo>
                  <a:pt x="5683100" y="2997612"/>
                  <a:pt x="5684623" y="2997993"/>
                  <a:pt x="5687005" y="2998279"/>
                </a:cubicBezTo>
                <a:cubicBezTo>
                  <a:pt x="5689386" y="2998565"/>
                  <a:pt x="5690624" y="2996469"/>
                  <a:pt x="5690910" y="2994659"/>
                </a:cubicBezTo>
                <a:cubicBezTo>
                  <a:pt x="5691196" y="2992850"/>
                  <a:pt x="5693005" y="2987801"/>
                  <a:pt x="5694815" y="2987135"/>
                </a:cubicBezTo>
                <a:cubicBezTo>
                  <a:pt x="5698720" y="2985897"/>
                  <a:pt x="5696816" y="2981134"/>
                  <a:pt x="5697482" y="2978181"/>
                </a:cubicBezTo>
                <a:cubicBezTo>
                  <a:pt x="5698053" y="2975228"/>
                  <a:pt x="5698339" y="2966751"/>
                  <a:pt x="5699006" y="2964370"/>
                </a:cubicBezTo>
                <a:cubicBezTo>
                  <a:pt x="5699578" y="2961989"/>
                  <a:pt x="5706245" y="2951225"/>
                  <a:pt x="5710722" y="2947606"/>
                </a:cubicBezTo>
                <a:cubicBezTo>
                  <a:pt x="5715199" y="2943986"/>
                  <a:pt x="5711579" y="2940748"/>
                  <a:pt x="5720914" y="2932652"/>
                </a:cubicBezTo>
                <a:cubicBezTo>
                  <a:pt x="5730248" y="2924556"/>
                  <a:pt x="5729010" y="2920936"/>
                  <a:pt x="5729010" y="2918841"/>
                </a:cubicBezTo>
                <a:cubicBezTo>
                  <a:pt x="5729010" y="2916745"/>
                  <a:pt x="5731105" y="2916459"/>
                  <a:pt x="5733487" y="2915221"/>
                </a:cubicBezTo>
                <a:cubicBezTo>
                  <a:pt x="5735868" y="2913983"/>
                  <a:pt x="5736153" y="2910458"/>
                  <a:pt x="5739488" y="2905315"/>
                </a:cubicBezTo>
                <a:cubicBezTo>
                  <a:pt x="5742821" y="2900267"/>
                  <a:pt x="5745774" y="2892171"/>
                  <a:pt x="5746345" y="2888265"/>
                </a:cubicBezTo>
                <a:cubicBezTo>
                  <a:pt x="5746917" y="2884360"/>
                  <a:pt x="5749393" y="2876550"/>
                  <a:pt x="5754727" y="2871501"/>
                </a:cubicBezTo>
                <a:cubicBezTo>
                  <a:pt x="5760157" y="2866358"/>
                  <a:pt x="5761586" y="2856547"/>
                  <a:pt x="5762252" y="2854071"/>
                </a:cubicBezTo>
                <a:cubicBezTo>
                  <a:pt x="5762824" y="2851689"/>
                  <a:pt x="5767682" y="2826543"/>
                  <a:pt x="5774253" y="2821400"/>
                </a:cubicBezTo>
                <a:cubicBezTo>
                  <a:pt x="5780826" y="2816256"/>
                  <a:pt x="5779016" y="2817209"/>
                  <a:pt x="5775778" y="2816256"/>
                </a:cubicBezTo>
                <a:cubicBezTo>
                  <a:pt x="5772444" y="2815399"/>
                  <a:pt x="5773397" y="2811113"/>
                  <a:pt x="5774920" y="2807589"/>
                </a:cubicBezTo>
                <a:cubicBezTo>
                  <a:pt x="5776445" y="2803969"/>
                  <a:pt x="5777016" y="2803969"/>
                  <a:pt x="5779969" y="2804636"/>
                </a:cubicBezTo>
                <a:cubicBezTo>
                  <a:pt x="5783017" y="2805207"/>
                  <a:pt x="5783302" y="2800445"/>
                  <a:pt x="5784445" y="2799207"/>
                </a:cubicBezTo>
                <a:cubicBezTo>
                  <a:pt x="5787017" y="2796635"/>
                  <a:pt x="5785684" y="2792634"/>
                  <a:pt x="5788636" y="2787491"/>
                </a:cubicBezTo>
                <a:cubicBezTo>
                  <a:pt x="5791589" y="2782442"/>
                  <a:pt x="5794066" y="2773394"/>
                  <a:pt x="5796447" y="2768917"/>
                </a:cubicBezTo>
                <a:cubicBezTo>
                  <a:pt x="5798828" y="2764440"/>
                  <a:pt x="5800352" y="2757868"/>
                  <a:pt x="5800638" y="2755106"/>
                </a:cubicBezTo>
                <a:cubicBezTo>
                  <a:pt x="5800924" y="2752439"/>
                  <a:pt x="5803686" y="2735675"/>
                  <a:pt x="5810544" y="2726912"/>
                </a:cubicBezTo>
                <a:cubicBezTo>
                  <a:pt x="5817402" y="2718244"/>
                  <a:pt x="5814449" y="2709862"/>
                  <a:pt x="5818069" y="2704718"/>
                </a:cubicBezTo>
                <a:cubicBezTo>
                  <a:pt x="5821688" y="2699575"/>
                  <a:pt x="5820450" y="2694241"/>
                  <a:pt x="5820164" y="2690336"/>
                </a:cubicBezTo>
                <a:cubicBezTo>
                  <a:pt x="5819879" y="2686431"/>
                  <a:pt x="5821402" y="2681097"/>
                  <a:pt x="5824641" y="2678049"/>
                </a:cubicBezTo>
                <a:cubicBezTo>
                  <a:pt x="5827975" y="2675000"/>
                  <a:pt x="5827308" y="2670238"/>
                  <a:pt x="5824927" y="2666904"/>
                </a:cubicBezTo>
                <a:lnTo>
                  <a:pt x="5825066" y="2666598"/>
                </a:lnTo>
                <a:lnTo>
                  <a:pt x="5822355" y="2658903"/>
                </a:lnTo>
                <a:cubicBezTo>
                  <a:pt x="5822069" y="2655569"/>
                  <a:pt x="5820546" y="2654426"/>
                  <a:pt x="5816926" y="2652331"/>
                </a:cubicBezTo>
                <a:cubicBezTo>
                  <a:pt x="5813307" y="2650235"/>
                  <a:pt x="5813307" y="2646615"/>
                  <a:pt x="5813307" y="2641567"/>
                </a:cubicBezTo>
                <a:cubicBezTo>
                  <a:pt x="5813307" y="2636424"/>
                  <a:pt x="5810354" y="2631090"/>
                  <a:pt x="5807877" y="2625089"/>
                </a:cubicBezTo>
                <a:cubicBezTo>
                  <a:pt x="5805496" y="2619088"/>
                  <a:pt x="5798638" y="2615183"/>
                  <a:pt x="5795590" y="2613088"/>
                </a:cubicBezTo>
                <a:cubicBezTo>
                  <a:pt x="5792542" y="2610992"/>
                  <a:pt x="5792256" y="2606801"/>
                  <a:pt x="5790446" y="2604991"/>
                </a:cubicBezTo>
                <a:cubicBezTo>
                  <a:pt x="5788637" y="2603181"/>
                  <a:pt x="5788351" y="2602610"/>
                  <a:pt x="5786827" y="2599562"/>
                </a:cubicBezTo>
                <a:cubicBezTo>
                  <a:pt x="5785303" y="2596609"/>
                  <a:pt x="5784160" y="2592704"/>
                  <a:pt x="5779683" y="2590894"/>
                </a:cubicBezTo>
                <a:cubicBezTo>
                  <a:pt x="5775207" y="2589085"/>
                  <a:pt x="5771872" y="2580131"/>
                  <a:pt x="5768920" y="2578036"/>
                </a:cubicBezTo>
                <a:cubicBezTo>
                  <a:pt x="5765967" y="2575940"/>
                  <a:pt x="5765015" y="2574702"/>
                  <a:pt x="5765015" y="2572606"/>
                </a:cubicBezTo>
                <a:cubicBezTo>
                  <a:pt x="5765015" y="2570511"/>
                  <a:pt x="5763776" y="2568701"/>
                  <a:pt x="5762347" y="2561462"/>
                </a:cubicBezTo>
                <a:cubicBezTo>
                  <a:pt x="5760824" y="2554318"/>
                  <a:pt x="5759300" y="2556033"/>
                  <a:pt x="5759681" y="2553366"/>
                </a:cubicBezTo>
                <a:cubicBezTo>
                  <a:pt x="5759966" y="2550699"/>
                  <a:pt x="5759395" y="2550699"/>
                  <a:pt x="5757871" y="2548889"/>
                </a:cubicBezTo>
                <a:cubicBezTo>
                  <a:pt x="5756347" y="2547079"/>
                  <a:pt x="5755490" y="2546794"/>
                  <a:pt x="5756347" y="2544984"/>
                </a:cubicBezTo>
                <a:cubicBezTo>
                  <a:pt x="5757204" y="2543174"/>
                  <a:pt x="5757585" y="2538126"/>
                  <a:pt x="5754823" y="2537173"/>
                </a:cubicBezTo>
                <a:cubicBezTo>
                  <a:pt x="5752156" y="2536316"/>
                  <a:pt x="5752442" y="2535364"/>
                  <a:pt x="5751870" y="2531744"/>
                </a:cubicBezTo>
                <a:cubicBezTo>
                  <a:pt x="5751299" y="2528125"/>
                  <a:pt x="5751585" y="2527267"/>
                  <a:pt x="5753680" y="2527267"/>
                </a:cubicBezTo>
                <a:cubicBezTo>
                  <a:pt x="5755776" y="2527267"/>
                  <a:pt x="5756061" y="2527553"/>
                  <a:pt x="5757585" y="2522505"/>
                </a:cubicBezTo>
                <a:cubicBezTo>
                  <a:pt x="5759109" y="2517456"/>
                  <a:pt x="5758157" y="2509360"/>
                  <a:pt x="5757585" y="2506312"/>
                </a:cubicBezTo>
                <a:cubicBezTo>
                  <a:pt x="5757013" y="2503360"/>
                  <a:pt x="5756728" y="2501836"/>
                  <a:pt x="5757300" y="2497359"/>
                </a:cubicBezTo>
                <a:cubicBezTo>
                  <a:pt x="5757871" y="2492882"/>
                  <a:pt x="5757013" y="2490787"/>
                  <a:pt x="5755490" y="2487167"/>
                </a:cubicBezTo>
                <a:cubicBezTo>
                  <a:pt x="5753966" y="2483548"/>
                  <a:pt x="5752537" y="2481166"/>
                  <a:pt x="5752822" y="2475451"/>
                </a:cubicBezTo>
                <a:cubicBezTo>
                  <a:pt x="5753108" y="2469736"/>
                  <a:pt x="5751966" y="2462878"/>
                  <a:pt x="5750727" y="2459259"/>
                </a:cubicBezTo>
                <a:cubicBezTo>
                  <a:pt x="5749489" y="2455639"/>
                  <a:pt x="5748346" y="2452115"/>
                  <a:pt x="5750441" y="2448781"/>
                </a:cubicBezTo>
                <a:cubicBezTo>
                  <a:pt x="5752537" y="2445448"/>
                  <a:pt x="5751013" y="2444590"/>
                  <a:pt x="5749870" y="2442495"/>
                </a:cubicBezTo>
                <a:cubicBezTo>
                  <a:pt x="5748632" y="2440399"/>
                  <a:pt x="5749013" y="2438018"/>
                  <a:pt x="5748632" y="2434970"/>
                </a:cubicBezTo>
                <a:cubicBezTo>
                  <a:pt x="5748346" y="2432017"/>
                  <a:pt x="5747394" y="2427826"/>
                  <a:pt x="5745012" y="2424207"/>
                </a:cubicBezTo>
                <a:cubicBezTo>
                  <a:pt x="5742631" y="2420587"/>
                  <a:pt x="5741678" y="2414301"/>
                  <a:pt x="5743203" y="2409538"/>
                </a:cubicBezTo>
                <a:cubicBezTo>
                  <a:pt x="5744726" y="2404776"/>
                  <a:pt x="5742917" y="2402680"/>
                  <a:pt x="5742917" y="2399347"/>
                </a:cubicBezTo>
                <a:cubicBezTo>
                  <a:pt x="5742917" y="2396013"/>
                  <a:pt x="5741393" y="2388869"/>
                  <a:pt x="5740250" y="2384964"/>
                </a:cubicBezTo>
                <a:cubicBezTo>
                  <a:pt x="5739012" y="2381059"/>
                  <a:pt x="5738726" y="2382297"/>
                  <a:pt x="5739964" y="2378677"/>
                </a:cubicBezTo>
                <a:cubicBezTo>
                  <a:pt x="5741202" y="2375058"/>
                  <a:pt x="5739964" y="2372105"/>
                  <a:pt x="5740535" y="2367628"/>
                </a:cubicBezTo>
                <a:cubicBezTo>
                  <a:pt x="5741107" y="2363152"/>
                  <a:pt x="5739678" y="2362199"/>
                  <a:pt x="5737583" y="2360104"/>
                </a:cubicBezTo>
                <a:cubicBezTo>
                  <a:pt x="5735487" y="2358008"/>
                  <a:pt x="5735773" y="2357056"/>
                  <a:pt x="5732439" y="2352865"/>
                </a:cubicBezTo>
                <a:cubicBezTo>
                  <a:pt x="5729105" y="2348674"/>
                  <a:pt x="5728534" y="2348388"/>
                  <a:pt x="5730630" y="2346007"/>
                </a:cubicBezTo>
                <a:cubicBezTo>
                  <a:pt x="5732725" y="2343625"/>
                  <a:pt x="5732153" y="2341530"/>
                  <a:pt x="5732725" y="2337053"/>
                </a:cubicBezTo>
                <a:cubicBezTo>
                  <a:pt x="5733296" y="2332576"/>
                  <a:pt x="5730344" y="2329528"/>
                  <a:pt x="5729105" y="2326290"/>
                </a:cubicBezTo>
                <a:cubicBezTo>
                  <a:pt x="5727867" y="2322956"/>
                  <a:pt x="5721581" y="2315527"/>
                  <a:pt x="5718913" y="2311336"/>
                </a:cubicBezTo>
                <a:cubicBezTo>
                  <a:pt x="5716247" y="2307145"/>
                  <a:pt x="5708722" y="2305906"/>
                  <a:pt x="5705103" y="2305335"/>
                </a:cubicBezTo>
                <a:cubicBezTo>
                  <a:pt x="5701483" y="2304763"/>
                  <a:pt x="5705103" y="2301144"/>
                  <a:pt x="5705103" y="2293905"/>
                </a:cubicBezTo>
                <a:cubicBezTo>
                  <a:pt x="5705103" y="2286761"/>
                  <a:pt x="5706912" y="2292667"/>
                  <a:pt x="5710532" y="2293905"/>
                </a:cubicBezTo>
                <a:cubicBezTo>
                  <a:pt x="5714151" y="2295143"/>
                  <a:pt x="5715295" y="2291524"/>
                  <a:pt x="5715675" y="2288190"/>
                </a:cubicBezTo>
                <a:cubicBezTo>
                  <a:pt x="5715961" y="2284856"/>
                  <a:pt x="5712056" y="2282475"/>
                  <a:pt x="5709388" y="2281332"/>
                </a:cubicBezTo>
                <a:cubicBezTo>
                  <a:pt x="5706722" y="2280094"/>
                  <a:pt x="5705770" y="2275617"/>
                  <a:pt x="5707007" y="2272664"/>
                </a:cubicBezTo>
                <a:cubicBezTo>
                  <a:pt x="5708246" y="2269616"/>
                  <a:pt x="5705197" y="2261901"/>
                  <a:pt x="5706436" y="2257710"/>
                </a:cubicBezTo>
                <a:cubicBezTo>
                  <a:pt x="5707674" y="2253519"/>
                  <a:pt x="5707960" y="2252947"/>
                  <a:pt x="5708246" y="2249899"/>
                </a:cubicBezTo>
                <a:cubicBezTo>
                  <a:pt x="5708532" y="2246947"/>
                  <a:pt x="5711865" y="2245137"/>
                  <a:pt x="5713008" y="2241803"/>
                </a:cubicBezTo>
                <a:cubicBezTo>
                  <a:pt x="5714246" y="2238469"/>
                  <a:pt x="5715389" y="2237612"/>
                  <a:pt x="5717771" y="2235802"/>
                </a:cubicBezTo>
                <a:cubicBezTo>
                  <a:pt x="5720152" y="2233993"/>
                  <a:pt x="5720819" y="2230373"/>
                  <a:pt x="5721676" y="2227135"/>
                </a:cubicBezTo>
                <a:cubicBezTo>
                  <a:pt x="5722533" y="2223801"/>
                  <a:pt x="5725010" y="2223515"/>
                  <a:pt x="5726153" y="2220277"/>
                </a:cubicBezTo>
                <a:cubicBezTo>
                  <a:pt x="5726724" y="2218562"/>
                  <a:pt x="5727105" y="2217895"/>
                  <a:pt x="5727582" y="2217514"/>
                </a:cubicBezTo>
                <a:lnTo>
                  <a:pt x="5727820" y="2217514"/>
                </a:lnTo>
                <a:lnTo>
                  <a:pt x="5727677" y="2217229"/>
                </a:lnTo>
                <a:cubicBezTo>
                  <a:pt x="5728249" y="2216943"/>
                  <a:pt x="5729010" y="2216943"/>
                  <a:pt x="5730439" y="2216752"/>
                </a:cubicBezTo>
                <a:cubicBezTo>
                  <a:pt x="5733392" y="2216467"/>
                  <a:pt x="5733678" y="2215514"/>
                  <a:pt x="5734916" y="2212847"/>
                </a:cubicBezTo>
                <a:cubicBezTo>
                  <a:pt x="5736154" y="2210180"/>
                  <a:pt x="5735869" y="2209228"/>
                  <a:pt x="5738821" y="2204465"/>
                </a:cubicBezTo>
                <a:cubicBezTo>
                  <a:pt x="5741774" y="2199703"/>
                  <a:pt x="5741489" y="2195226"/>
                  <a:pt x="5739679" y="2189511"/>
                </a:cubicBezTo>
                <a:cubicBezTo>
                  <a:pt x="5737964" y="2183796"/>
                  <a:pt x="5737583" y="2189797"/>
                  <a:pt x="5734630" y="2192178"/>
                </a:cubicBezTo>
                <a:cubicBezTo>
                  <a:pt x="5731678" y="2194559"/>
                  <a:pt x="5729296" y="2196655"/>
                  <a:pt x="5728058" y="2200274"/>
                </a:cubicBezTo>
                <a:cubicBezTo>
                  <a:pt x="5726915" y="2203798"/>
                  <a:pt x="5725105" y="2202655"/>
                  <a:pt x="5723582" y="2200846"/>
                </a:cubicBezTo>
                <a:cubicBezTo>
                  <a:pt x="5722057" y="2199036"/>
                  <a:pt x="5723296" y="2196369"/>
                  <a:pt x="5719962" y="2192750"/>
                </a:cubicBezTo>
                <a:cubicBezTo>
                  <a:pt x="5716628" y="2189225"/>
                  <a:pt x="5718152" y="2188273"/>
                  <a:pt x="5720819" y="2185606"/>
                </a:cubicBezTo>
                <a:cubicBezTo>
                  <a:pt x="5723486" y="2182939"/>
                  <a:pt x="5722533" y="2180557"/>
                  <a:pt x="5721677" y="2177224"/>
                </a:cubicBezTo>
                <a:cubicBezTo>
                  <a:pt x="5720724" y="2173890"/>
                  <a:pt x="5721390" y="2171509"/>
                  <a:pt x="5722248" y="2169127"/>
                </a:cubicBezTo>
                <a:cubicBezTo>
                  <a:pt x="5723200" y="2166746"/>
                  <a:pt x="5723200" y="2164079"/>
                  <a:pt x="5721677" y="2161984"/>
                </a:cubicBezTo>
                <a:cubicBezTo>
                  <a:pt x="5720152" y="2159888"/>
                  <a:pt x="5719867" y="2158079"/>
                  <a:pt x="5720152" y="2155411"/>
                </a:cubicBezTo>
                <a:cubicBezTo>
                  <a:pt x="5720438" y="2152744"/>
                  <a:pt x="5721390" y="2151506"/>
                  <a:pt x="5724343" y="2151221"/>
                </a:cubicBezTo>
                <a:cubicBezTo>
                  <a:pt x="5727391" y="2150935"/>
                  <a:pt x="5727106" y="2148458"/>
                  <a:pt x="5727963" y="2145505"/>
                </a:cubicBezTo>
                <a:cubicBezTo>
                  <a:pt x="5728820" y="2142553"/>
                  <a:pt x="5728534" y="2142838"/>
                  <a:pt x="5726724" y="2141029"/>
                </a:cubicBezTo>
                <a:cubicBezTo>
                  <a:pt x="5724915" y="2139219"/>
                  <a:pt x="5725868" y="2137695"/>
                  <a:pt x="5726724" y="2135600"/>
                </a:cubicBezTo>
                <a:cubicBezTo>
                  <a:pt x="5727582" y="2133504"/>
                  <a:pt x="5725772" y="2131123"/>
                  <a:pt x="5729106" y="2129027"/>
                </a:cubicBezTo>
                <a:cubicBezTo>
                  <a:pt x="5732344" y="2126932"/>
                  <a:pt x="5731773" y="2121312"/>
                  <a:pt x="5732058" y="2117978"/>
                </a:cubicBezTo>
                <a:cubicBezTo>
                  <a:pt x="5732440" y="2114740"/>
                  <a:pt x="5732058" y="2112930"/>
                  <a:pt x="5735393" y="2112644"/>
                </a:cubicBezTo>
                <a:cubicBezTo>
                  <a:pt x="5738726" y="2112359"/>
                  <a:pt x="5737488" y="2111120"/>
                  <a:pt x="5735107" y="2109310"/>
                </a:cubicBezTo>
                <a:cubicBezTo>
                  <a:pt x="5732725" y="2107501"/>
                  <a:pt x="5733964" y="2105977"/>
                  <a:pt x="5732725" y="2103024"/>
                </a:cubicBezTo>
                <a:cubicBezTo>
                  <a:pt x="5731487" y="2099976"/>
                  <a:pt x="5731773" y="2095213"/>
                  <a:pt x="5735678" y="2095213"/>
                </a:cubicBezTo>
                <a:cubicBezTo>
                  <a:pt x="5739584" y="2095213"/>
                  <a:pt x="5741107" y="2092546"/>
                  <a:pt x="5743203" y="2091308"/>
                </a:cubicBezTo>
                <a:cubicBezTo>
                  <a:pt x="5745298" y="2090070"/>
                  <a:pt x="5747680" y="2087689"/>
                  <a:pt x="5751585" y="2085022"/>
                </a:cubicBezTo>
                <a:cubicBezTo>
                  <a:pt x="5755490" y="2082355"/>
                  <a:pt x="5753966" y="2080831"/>
                  <a:pt x="5753109" y="2079021"/>
                </a:cubicBezTo>
                <a:lnTo>
                  <a:pt x="5753811" y="2079343"/>
                </a:lnTo>
                <a:lnTo>
                  <a:pt x="5753394" y="2078640"/>
                </a:lnTo>
                <a:cubicBezTo>
                  <a:pt x="5752537" y="2076830"/>
                  <a:pt x="5751870" y="2076259"/>
                  <a:pt x="5753394" y="2073211"/>
                </a:cubicBezTo>
                <a:cubicBezTo>
                  <a:pt x="5754918" y="2070258"/>
                  <a:pt x="5755203" y="2072353"/>
                  <a:pt x="5759680" y="2072639"/>
                </a:cubicBezTo>
                <a:cubicBezTo>
                  <a:pt x="5764157" y="2072925"/>
                  <a:pt x="5759680" y="2069305"/>
                  <a:pt x="5757299" y="2066924"/>
                </a:cubicBezTo>
                <a:cubicBezTo>
                  <a:pt x="5754918" y="2064448"/>
                  <a:pt x="5757013" y="2052160"/>
                  <a:pt x="5760919" y="2049208"/>
                </a:cubicBezTo>
                <a:cubicBezTo>
                  <a:pt x="5764824" y="2046160"/>
                  <a:pt x="5767491" y="2047398"/>
                  <a:pt x="5767491" y="2047398"/>
                </a:cubicBezTo>
                <a:cubicBezTo>
                  <a:pt x="5767491" y="2047398"/>
                  <a:pt x="5767776" y="2052160"/>
                  <a:pt x="5769872" y="2050065"/>
                </a:cubicBezTo>
                <a:cubicBezTo>
                  <a:pt x="5771967" y="2047969"/>
                  <a:pt x="5773206" y="2050065"/>
                  <a:pt x="5775873" y="2051303"/>
                </a:cubicBezTo>
                <a:cubicBezTo>
                  <a:pt x="5778635" y="2052541"/>
                  <a:pt x="5776540" y="2050732"/>
                  <a:pt x="5775301" y="2048636"/>
                </a:cubicBezTo>
                <a:cubicBezTo>
                  <a:pt x="5774158" y="2046541"/>
                  <a:pt x="5774730" y="2045017"/>
                  <a:pt x="5776540" y="2043207"/>
                </a:cubicBezTo>
                <a:cubicBezTo>
                  <a:pt x="5778350" y="2041492"/>
                  <a:pt x="5777111" y="2041111"/>
                  <a:pt x="5776540" y="2038444"/>
                </a:cubicBezTo>
                <a:cubicBezTo>
                  <a:pt x="5775968" y="2035777"/>
                  <a:pt x="5776540" y="2033396"/>
                  <a:pt x="5778063" y="2031301"/>
                </a:cubicBezTo>
                <a:cubicBezTo>
                  <a:pt x="5779492" y="2029205"/>
                  <a:pt x="5778635" y="2028634"/>
                  <a:pt x="5778921" y="2025300"/>
                </a:cubicBezTo>
                <a:cubicBezTo>
                  <a:pt x="5779206" y="2021966"/>
                  <a:pt x="5778921" y="2019013"/>
                  <a:pt x="5781016" y="2015680"/>
                </a:cubicBezTo>
                <a:cubicBezTo>
                  <a:pt x="5783112" y="2012346"/>
                  <a:pt x="5781969" y="2010250"/>
                  <a:pt x="5780445" y="2009679"/>
                </a:cubicBezTo>
                <a:cubicBezTo>
                  <a:pt x="5779016" y="2009107"/>
                  <a:pt x="5778350" y="2008155"/>
                  <a:pt x="5779873" y="2005774"/>
                </a:cubicBezTo>
                <a:cubicBezTo>
                  <a:pt x="5781397" y="2003392"/>
                  <a:pt x="5779016" y="2004916"/>
                  <a:pt x="5775682" y="2003107"/>
                </a:cubicBezTo>
                <a:cubicBezTo>
                  <a:pt x="5772349" y="2001297"/>
                  <a:pt x="5775968" y="1994344"/>
                  <a:pt x="5777778" y="1991391"/>
                </a:cubicBezTo>
                <a:cubicBezTo>
                  <a:pt x="5779588" y="1988438"/>
                  <a:pt x="5777492" y="1980628"/>
                  <a:pt x="5775682" y="1976437"/>
                </a:cubicBezTo>
                <a:cubicBezTo>
                  <a:pt x="5773872" y="1972246"/>
                  <a:pt x="5773872" y="1973198"/>
                  <a:pt x="5774158" y="1969293"/>
                </a:cubicBezTo>
                <a:cubicBezTo>
                  <a:pt x="5774444" y="1965388"/>
                  <a:pt x="5772349" y="1963578"/>
                  <a:pt x="5769681" y="1961482"/>
                </a:cubicBezTo>
                <a:cubicBezTo>
                  <a:pt x="5766919" y="1959387"/>
                  <a:pt x="5767586" y="1958434"/>
                  <a:pt x="5770539" y="1958149"/>
                </a:cubicBezTo>
                <a:cubicBezTo>
                  <a:pt x="5773587" y="1957863"/>
                  <a:pt x="5773301" y="1956339"/>
                  <a:pt x="5773872" y="1953386"/>
                </a:cubicBezTo>
                <a:cubicBezTo>
                  <a:pt x="5774444" y="1950338"/>
                  <a:pt x="5774444" y="1947385"/>
                  <a:pt x="5771777" y="1943766"/>
                </a:cubicBezTo>
                <a:cubicBezTo>
                  <a:pt x="5769015" y="1940242"/>
                  <a:pt x="5769967" y="1937479"/>
                  <a:pt x="5770539" y="1935098"/>
                </a:cubicBezTo>
                <a:cubicBezTo>
                  <a:pt x="5771110" y="1932717"/>
                  <a:pt x="5770539" y="1930336"/>
                  <a:pt x="5768729" y="1929097"/>
                </a:cubicBezTo>
                <a:cubicBezTo>
                  <a:pt x="5766919" y="1927859"/>
                  <a:pt x="5766919" y="1925192"/>
                  <a:pt x="5765110" y="1923668"/>
                </a:cubicBezTo>
                <a:cubicBezTo>
                  <a:pt x="5763300" y="1922144"/>
                  <a:pt x="5762728" y="1921573"/>
                  <a:pt x="5762728" y="1919477"/>
                </a:cubicBezTo>
                <a:cubicBezTo>
                  <a:pt x="5762728" y="1918239"/>
                  <a:pt x="5762252" y="1917382"/>
                  <a:pt x="5761395" y="1916143"/>
                </a:cubicBezTo>
                <a:lnTo>
                  <a:pt x="5760956" y="1914317"/>
                </a:lnTo>
                <a:lnTo>
                  <a:pt x="5760919" y="1917001"/>
                </a:lnTo>
                <a:cubicBezTo>
                  <a:pt x="5760252" y="1916048"/>
                  <a:pt x="5759394" y="1914810"/>
                  <a:pt x="5758347" y="1913095"/>
                </a:cubicBezTo>
                <a:cubicBezTo>
                  <a:pt x="5755965" y="1909190"/>
                  <a:pt x="5752060" y="1903856"/>
                  <a:pt x="5751489" y="1900522"/>
                </a:cubicBezTo>
                <a:cubicBezTo>
                  <a:pt x="5750918" y="1897189"/>
                  <a:pt x="5750631" y="1895665"/>
                  <a:pt x="5749108" y="1892998"/>
                </a:cubicBezTo>
                <a:cubicBezTo>
                  <a:pt x="5747679" y="1890331"/>
                  <a:pt x="5746726" y="1887378"/>
                  <a:pt x="5748250" y="1886140"/>
                </a:cubicBezTo>
                <a:cubicBezTo>
                  <a:pt x="5749679" y="1884901"/>
                  <a:pt x="5749108" y="1885187"/>
                  <a:pt x="5749108" y="1882234"/>
                </a:cubicBezTo>
                <a:cubicBezTo>
                  <a:pt x="5749108" y="1879186"/>
                  <a:pt x="5750346" y="1877662"/>
                  <a:pt x="5751203" y="1879186"/>
                </a:cubicBezTo>
                <a:cubicBezTo>
                  <a:pt x="5752156" y="1880710"/>
                  <a:pt x="5753013" y="1880139"/>
                  <a:pt x="5752727" y="1876805"/>
                </a:cubicBezTo>
                <a:cubicBezTo>
                  <a:pt x="5752441" y="1873471"/>
                  <a:pt x="5750346" y="1871090"/>
                  <a:pt x="5750346" y="1872614"/>
                </a:cubicBezTo>
                <a:cubicBezTo>
                  <a:pt x="5750346" y="1874138"/>
                  <a:pt x="5751870" y="1874995"/>
                  <a:pt x="5747393" y="1874995"/>
                </a:cubicBezTo>
                <a:cubicBezTo>
                  <a:pt x="5742916" y="1874995"/>
                  <a:pt x="5746536" y="1874043"/>
                  <a:pt x="5743202" y="1871662"/>
                </a:cubicBezTo>
                <a:cubicBezTo>
                  <a:pt x="5739868" y="1869185"/>
                  <a:pt x="5742631" y="1865947"/>
                  <a:pt x="5739011" y="1866232"/>
                </a:cubicBezTo>
                <a:cubicBezTo>
                  <a:pt x="5735487" y="1866518"/>
                  <a:pt x="5734249" y="1863565"/>
                  <a:pt x="5730343" y="1860232"/>
                </a:cubicBezTo>
                <a:cubicBezTo>
                  <a:pt x="5726438" y="1856993"/>
                  <a:pt x="5722247" y="1862994"/>
                  <a:pt x="5721961" y="1865661"/>
                </a:cubicBezTo>
                <a:cubicBezTo>
                  <a:pt x="5721676" y="1868423"/>
                  <a:pt x="5720437" y="1873186"/>
                  <a:pt x="5721961" y="1875567"/>
                </a:cubicBezTo>
                <a:cubicBezTo>
                  <a:pt x="5723485" y="1877948"/>
                  <a:pt x="5723199" y="1877948"/>
                  <a:pt x="5721390" y="1877948"/>
                </a:cubicBezTo>
                <a:cubicBezTo>
                  <a:pt x="5719580" y="1877948"/>
                  <a:pt x="5717770" y="1880044"/>
                  <a:pt x="5712722" y="1884520"/>
                </a:cubicBezTo>
                <a:cubicBezTo>
                  <a:pt x="5707578" y="1888997"/>
                  <a:pt x="5710912" y="1891378"/>
                  <a:pt x="5713008" y="1891093"/>
                </a:cubicBezTo>
                <a:cubicBezTo>
                  <a:pt x="5715103" y="1890712"/>
                  <a:pt x="5715389" y="1890140"/>
                  <a:pt x="5715103" y="1894045"/>
                </a:cubicBezTo>
                <a:cubicBezTo>
                  <a:pt x="5714722" y="1897951"/>
                  <a:pt x="5717770" y="1901284"/>
                  <a:pt x="5720151" y="1904237"/>
                </a:cubicBezTo>
                <a:cubicBezTo>
                  <a:pt x="5722533" y="1907285"/>
                  <a:pt x="5721390" y="1910238"/>
                  <a:pt x="5719580" y="1909666"/>
                </a:cubicBezTo>
                <a:cubicBezTo>
                  <a:pt x="5717770" y="1909095"/>
                  <a:pt x="5717485" y="1910238"/>
                  <a:pt x="5716246" y="1912048"/>
                </a:cubicBezTo>
                <a:cubicBezTo>
                  <a:pt x="5715008" y="1913857"/>
                  <a:pt x="5715389" y="1913572"/>
                  <a:pt x="5710246" y="1915953"/>
                </a:cubicBezTo>
                <a:cubicBezTo>
                  <a:pt x="5705197" y="1918334"/>
                  <a:pt x="5705769" y="1911095"/>
                  <a:pt x="5703959" y="1908428"/>
                </a:cubicBezTo>
                <a:cubicBezTo>
                  <a:pt x="5702150" y="1905761"/>
                  <a:pt x="5698625" y="1905285"/>
                  <a:pt x="5698244" y="1897951"/>
                </a:cubicBezTo>
                <a:cubicBezTo>
                  <a:pt x="5697863" y="1892521"/>
                  <a:pt x="5694624" y="1896141"/>
                  <a:pt x="5694910" y="1898808"/>
                </a:cubicBezTo>
                <a:cubicBezTo>
                  <a:pt x="5695196" y="1901475"/>
                  <a:pt x="5695196" y="1903570"/>
                  <a:pt x="5692815" y="1903570"/>
                </a:cubicBezTo>
                <a:cubicBezTo>
                  <a:pt x="5690433" y="1903570"/>
                  <a:pt x="5690433" y="1896998"/>
                  <a:pt x="5689195" y="1891283"/>
                </a:cubicBezTo>
                <a:cubicBezTo>
                  <a:pt x="5688052" y="1885663"/>
                  <a:pt x="5686242" y="1887473"/>
                  <a:pt x="5682909" y="1888330"/>
                </a:cubicBezTo>
                <a:cubicBezTo>
                  <a:pt x="5679575" y="1889188"/>
                  <a:pt x="5678051" y="1889188"/>
                  <a:pt x="5677480" y="1886806"/>
                </a:cubicBezTo>
                <a:cubicBezTo>
                  <a:pt x="5676813" y="1884330"/>
                  <a:pt x="5675003" y="1884330"/>
                  <a:pt x="5674431" y="1885568"/>
                </a:cubicBezTo>
                <a:cubicBezTo>
                  <a:pt x="5673860" y="1886711"/>
                  <a:pt x="5672050" y="1886425"/>
                  <a:pt x="5669384" y="1886140"/>
                </a:cubicBezTo>
                <a:cubicBezTo>
                  <a:pt x="5666716" y="1885854"/>
                  <a:pt x="5666145" y="1886140"/>
                  <a:pt x="5666716" y="1888807"/>
                </a:cubicBezTo>
                <a:lnTo>
                  <a:pt x="5664145" y="1891379"/>
                </a:lnTo>
                <a:lnTo>
                  <a:pt x="5664050" y="1891474"/>
                </a:lnTo>
                <a:lnTo>
                  <a:pt x="5663837" y="1890686"/>
                </a:lnTo>
                <a:lnTo>
                  <a:pt x="5661098" y="1884521"/>
                </a:lnTo>
                <a:cubicBezTo>
                  <a:pt x="5658717" y="1882140"/>
                  <a:pt x="5658717" y="1882426"/>
                  <a:pt x="5658717" y="1877949"/>
                </a:cubicBezTo>
                <a:cubicBezTo>
                  <a:pt x="5658717" y="1873472"/>
                  <a:pt x="5656335" y="1873472"/>
                  <a:pt x="5654239" y="1873472"/>
                </a:cubicBezTo>
                <a:cubicBezTo>
                  <a:pt x="5652144" y="1873472"/>
                  <a:pt x="5653383" y="1874329"/>
                  <a:pt x="5655097" y="1877949"/>
                </a:cubicBezTo>
                <a:cubicBezTo>
                  <a:pt x="5656907" y="1881568"/>
                  <a:pt x="5655668" y="1882140"/>
                  <a:pt x="5650906" y="1881854"/>
                </a:cubicBezTo>
                <a:cubicBezTo>
                  <a:pt x="5646143" y="1881568"/>
                  <a:pt x="5647953" y="1877663"/>
                  <a:pt x="5648239" y="1875282"/>
                </a:cubicBezTo>
                <a:cubicBezTo>
                  <a:pt x="5648525" y="1872901"/>
                  <a:pt x="5648525" y="1870234"/>
                  <a:pt x="5648239" y="1865947"/>
                </a:cubicBezTo>
                <a:cubicBezTo>
                  <a:pt x="5647953" y="1861756"/>
                  <a:pt x="5645572" y="1858708"/>
                  <a:pt x="5643191" y="1857565"/>
                </a:cubicBezTo>
                <a:cubicBezTo>
                  <a:pt x="5640809" y="1856327"/>
                  <a:pt x="5638714" y="1851564"/>
                  <a:pt x="5634809" y="1849469"/>
                </a:cubicBezTo>
                <a:cubicBezTo>
                  <a:pt x="5630903" y="1847373"/>
                  <a:pt x="5629665" y="1845564"/>
                  <a:pt x="5628808" y="1841659"/>
                </a:cubicBezTo>
                <a:cubicBezTo>
                  <a:pt x="5627950" y="1837753"/>
                  <a:pt x="5626141" y="1836610"/>
                  <a:pt x="5621950" y="1834515"/>
                </a:cubicBezTo>
                <a:cubicBezTo>
                  <a:pt x="5617759" y="1832419"/>
                  <a:pt x="5615092" y="1831562"/>
                  <a:pt x="5614806" y="1834229"/>
                </a:cubicBezTo>
                <a:cubicBezTo>
                  <a:pt x="5614520" y="1836896"/>
                  <a:pt x="5620807" y="1839944"/>
                  <a:pt x="5622616" y="1840230"/>
                </a:cubicBezTo>
                <a:cubicBezTo>
                  <a:pt x="5624426" y="1840515"/>
                  <a:pt x="5625284" y="1844135"/>
                  <a:pt x="5624141" y="1844992"/>
                </a:cubicBezTo>
                <a:cubicBezTo>
                  <a:pt x="5622902" y="1845849"/>
                  <a:pt x="5623569" y="1845849"/>
                  <a:pt x="5622616" y="1849183"/>
                </a:cubicBezTo>
                <a:cubicBezTo>
                  <a:pt x="5621759" y="1852517"/>
                  <a:pt x="5620807" y="1854231"/>
                  <a:pt x="5619664" y="1851564"/>
                </a:cubicBezTo>
                <a:cubicBezTo>
                  <a:pt x="5618425" y="1848897"/>
                  <a:pt x="5619092" y="1845564"/>
                  <a:pt x="5613949" y="1844040"/>
                </a:cubicBezTo>
                <a:cubicBezTo>
                  <a:pt x="5608805" y="1842516"/>
                  <a:pt x="5609472" y="1841087"/>
                  <a:pt x="5608520" y="1839277"/>
                </a:cubicBezTo>
                <a:cubicBezTo>
                  <a:pt x="5607662" y="1837468"/>
                  <a:pt x="5606995" y="1837182"/>
                  <a:pt x="5605852" y="1834801"/>
                </a:cubicBezTo>
                <a:cubicBezTo>
                  <a:pt x="5604614" y="1832419"/>
                  <a:pt x="5602900" y="1831467"/>
                  <a:pt x="5604614" y="1825466"/>
                </a:cubicBezTo>
                <a:cubicBezTo>
                  <a:pt x="5606424" y="1819465"/>
                  <a:pt x="5604043" y="1816798"/>
                  <a:pt x="5602233" y="1815560"/>
                </a:cubicBezTo>
                <a:cubicBezTo>
                  <a:pt x="5600423" y="1814322"/>
                  <a:pt x="5600709" y="1812226"/>
                  <a:pt x="5600995" y="1809845"/>
                </a:cubicBezTo>
                <a:cubicBezTo>
                  <a:pt x="5601185" y="1808607"/>
                  <a:pt x="5600995" y="1807464"/>
                  <a:pt x="5600709" y="1806416"/>
                </a:cubicBezTo>
                <a:lnTo>
                  <a:pt x="5601377" y="1805834"/>
                </a:lnTo>
                <a:lnTo>
                  <a:pt x="5597088" y="1801272"/>
                </a:lnTo>
                <a:cubicBezTo>
                  <a:pt x="5594993" y="1800034"/>
                  <a:pt x="5589849" y="1794605"/>
                  <a:pt x="5585373" y="1791938"/>
                </a:cubicBezTo>
                <a:cubicBezTo>
                  <a:pt x="5580896" y="1789271"/>
                  <a:pt x="5577276" y="1780317"/>
                  <a:pt x="5575467" y="1778793"/>
                </a:cubicBezTo>
                <a:cubicBezTo>
                  <a:pt x="5573657" y="1777269"/>
                  <a:pt x="5568609" y="1773364"/>
                  <a:pt x="5566799" y="1770697"/>
                </a:cubicBezTo>
                <a:cubicBezTo>
                  <a:pt x="5564989" y="1767934"/>
                  <a:pt x="5563751" y="1767363"/>
                  <a:pt x="5561084" y="1764982"/>
                </a:cubicBezTo>
                <a:cubicBezTo>
                  <a:pt x="5558417" y="1762601"/>
                  <a:pt x="5554512" y="1759552"/>
                  <a:pt x="5554512" y="1757171"/>
                </a:cubicBezTo>
                <a:cubicBezTo>
                  <a:pt x="5554512" y="1754790"/>
                  <a:pt x="5557750" y="1756028"/>
                  <a:pt x="5559275" y="1756314"/>
                </a:cubicBezTo>
                <a:lnTo>
                  <a:pt x="5559289" y="1756276"/>
                </a:lnTo>
                <a:lnTo>
                  <a:pt x="5559084" y="1756314"/>
                </a:lnTo>
                <a:cubicBezTo>
                  <a:pt x="5560608" y="1756600"/>
                  <a:pt x="5559084" y="1754218"/>
                  <a:pt x="5558798" y="1750885"/>
                </a:cubicBezTo>
                <a:cubicBezTo>
                  <a:pt x="5558513" y="1747551"/>
                  <a:pt x="5558227" y="1746408"/>
                  <a:pt x="5556703" y="1748789"/>
                </a:cubicBezTo>
                <a:cubicBezTo>
                  <a:pt x="5555179" y="1751171"/>
                  <a:pt x="5555465" y="1751456"/>
                  <a:pt x="5554607" y="1749075"/>
                </a:cubicBezTo>
                <a:lnTo>
                  <a:pt x="5552023" y="1747045"/>
                </a:lnTo>
                <a:lnTo>
                  <a:pt x="5551465" y="1749932"/>
                </a:lnTo>
                <a:cubicBezTo>
                  <a:pt x="5552036" y="1751742"/>
                  <a:pt x="5550607" y="1752599"/>
                  <a:pt x="5546702" y="1752028"/>
                </a:cubicBezTo>
                <a:cubicBezTo>
                  <a:pt x="5542797" y="1751456"/>
                  <a:pt x="5542225" y="1749932"/>
                  <a:pt x="5541273" y="1752313"/>
                </a:cubicBezTo>
                <a:cubicBezTo>
                  <a:pt x="5540416" y="1754695"/>
                  <a:pt x="5538606" y="1753171"/>
                  <a:pt x="5535844" y="1753171"/>
                </a:cubicBezTo>
                <a:cubicBezTo>
                  <a:pt x="5533082" y="1753171"/>
                  <a:pt x="5533463" y="1753456"/>
                  <a:pt x="5533463" y="1751646"/>
                </a:cubicBezTo>
                <a:cubicBezTo>
                  <a:pt x="5533463" y="1749837"/>
                  <a:pt x="5532605" y="1749837"/>
                  <a:pt x="5528700" y="1747741"/>
                </a:cubicBezTo>
                <a:cubicBezTo>
                  <a:pt x="5524795" y="1745646"/>
                  <a:pt x="5519746" y="1748599"/>
                  <a:pt x="5511650" y="1743550"/>
                </a:cubicBezTo>
                <a:lnTo>
                  <a:pt x="5507729" y="1740463"/>
                </a:lnTo>
                <a:lnTo>
                  <a:pt x="5507649" y="1740598"/>
                </a:lnTo>
                <a:cubicBezTo>
                  <a:pt x="5502030" y="1737359"/>
                  <a:pt x="5497553" y="1736121"/>
                  <a:pt x="5492981" y="1736121"/>
                </a:cubicBezTo>
                <a:cubicBezTo>
                  <a:pt x="5487361" y="1736121"/>
                  <a:pt x="5484599" y="1736693"/>
                  <a:pt x="5482218" y="1733740"/>
                </a:cubicBezTo>
                <a:cubicBezTo>
                  <a:pt x="5479837" y="1730787"/>
                  <a:pt x="5478884" y="1730501"/>
                  <a:pt x="5474693" y="1728977"/>
                </a:cubicBezTo>
                <a:lnTo>
                  <a:pt x="5468176" y="1723127"/>
                </a:lnTo>
                <a:lnTo>
                  <a:pt x="5467835" y="1724596"/>
                </a:lnTo>
                <a:cubicBezTo>
                  <a:pt x="5466883" y="1721929"/>
                  <a:pt x="5461454" y="1717642"/>
                  <a:pt x="5452785" y="1707451"/>
                </a:cubicBezTo>
                <a:cubicBezTo>
                  <a:pt x="5444118" y="1697259"/>
                  <a:pt x="5433641" y="1689734"/>
                  <a:pt x="5429450" y="1687067"/>
                </a:cubicBezTo>
                <a:cubicBezTo>
                  <a:pt x="5425259" y="1684400"/>
                  <a:pt x="5428497" y="1682305"/>
                  <a:pt x="5426116" y="1680781"/>
                </a:cubicBezTo>
                <a:cubicBezTo>
                  <a:pt x="5423734" y="1679257"/>
                  <a:pt x="5423163" y="1677161"/>
                  <a:pt x="5419258" y="1675351"/>
                </a:cubicBezTo>
                <a:cubicBezTo>
                  <a:pt x="5415352" y="1673542"/>
                  <a:pt x="5415638" y="1674494"/>
                  <a:pt x="5419258" y="1677447"/>
                </a:cubicBezTo>
                <a:cubicBezTo>
                  <a:pt x="5422782" y="1680495"/>
                  <a:pt x="5418020" y="1678971"/>
                  <a:pt x="5413829" y="1677447"/>
                </a:cubicBezTo>
                <a:cubicBezTo>
                  <a:pt x="5409638" y="1675923"/>
                  <a:pt x="5409923" y="1675351"/>
                  <a:pt x="5411447" y="1675351"/>
                </a:cubicBezTo>
                <a:cubicBezTo>
                  <a:pt x="5412971" y="1675351"/>
                  <a:pt x="5413543" y="1672589"/>
                  <a:pt x="5411161" y="1672018"/>
                </a:cubicBezTo>
                <a:cubicBezTo>
                  <a:pt x="5408780" y="1671446"/>
                  <a:pt x="5409066" y="1672018"/>
                  <a:pt x="5408209" y="1669922"/>
                </a:cubicBezTo>
                <a:cubicBezTo>
                  <a:pt x="5407352" y="1667827"/>
                  <a:pt x="5406113" y="1669351"/>
                  <a:pt x="5403732" y="1671446"/>
                </a:cubicBezTo>
                <a:cubicBezTo>
                  <a:pt x="5401351" y="1673542"/>
                  <a:pt x="5402208" y="1675351"/>
                  <a:pt x="5404304" y="1676209"/>
                </a:cubicBezTo>
                <a:cubicBezTo>
                  <a:pt x="5406494" y="1677066"/>
                  <a:pt x="5404684" y="1678304"/>
                  <a:pt x="5403446" y="1679161"/>
                </a:cubicBezTo>
                <a:cubicBezTo>
                  <a:pt x="5402208" y="1680114"/>
                  <a:pt x="5395921" y="1683924"/>
                  <a:pt x="5392017" y="1686972"/>
                </a:cubicBezTo>
                <a:cubicBezTo>
                  <a:pt x="5388206" y="1690020"/>
                  <a:pt x="5384587" y="1690877"/>
                  <a:pt x="5382777" y="1690591"/>
                </a:cubicBezTo>
                <a:cubicBezTo>
                  <a:pt x="5381063" y="1690306"/>
                  <a:pt x="5377729" y="1690020"/>
                  <a:pt x="5369632" y="1689734"/>
                </a:cubicBezTo>
                <a:cubicBezTo>
                  <a:pt x="5361536" y="1689448"/>
                  <a:pt x="5358202" y="1685257"/>
                  <a:pt x="5351059" y="1684019"/>
                </a:cubicBezTo>
                <a:cubicBezTo>
                  <a:pt x="5343915" y="1682781"/>
                  <a:pt x="5341820" y="1681352"/>
                  <a:pt x="5340295" y="1678018"/>
                </a:cubicBezTo>
                <a:cubicBezTo>
                  <a:pt x="5338771" y="1674685"/>
                  <a:pt x="5336390" y="1674685"/>
                  <a:pt x="5332199" y="1674399"/>
                </a:cubicBezTo>
                <a:cubicBezTo>
                  <a:pt x="5328008" y="1674113"/>
                  <a:pt x="5319626" y="1670494"/>
                  <a:pt x="5317245" y="1669922"/>
                </a:cubicBezTo>
                <a:cubicBezTo>
                  <a:pt x="5314864" y="1669351"/>
                  <a:pt x="5312197" y="1669351"/>
                  <a:pt x="5310387" y="1666969"/>
                </a:cubicBezTo>
                <a:cubicBezTo>
                  <a:pt x="5308577" y="1664588"/>
                  <a:pt x="5302291" y="1660969"/>
                  <a:pt x="5295433" y="1658873"/>
                </a:cubicBezTo>
                <a:cubicBezTo>
                  <a:pt x="5288575" y="1656778"/>
                  <a:pt x="5287051" y="1655539"/>
                  <a:pt x="5283145" y="1652872"/>
                </a:cubicBezTo>
                <a:cubicBezTo>
                  <a:pt x="5279240" y="1650205"/>
                  <a:pt x="5277526" y="1650205"/>
                  <a:pt x="5276288" y="1646014"/>
                </a:cubicBezTo>
                <a:cubicBezTo>
                  <a:pt x="5275049" y="1641823"/>
                  <a:pt x="5271430" y="1641252"/>
                  <a:pt x="5268763" y="1640966"/>
                </a:cubicBezTo>
                <a:cubicBezTo>
                  <a:pt x="5266096" y="1640680"/>
                  <a:pt x="5261619" y="1639156"/>
                  <a:pt x="5258285" y="1637061"/>
                </a:cubicBezTo>
                <a:cubicBezTo>
                  <a:pt x="5255047" y="1634965"/>
                  <a:pt x="5249332" y="1633156"/>
                  <a:pt x="5247522" y="1633156"/>
                </a:cubicBezTo>
                <a:cubicBezTo>
                  <a:pt x="5245712" y="1633156"/>
                  <a:pt x="5236378" y="1629822"/>
                  <a:pt x="5233710" y="1623535"/>
                </a:cubicBezTo>
                <a:cubicBezTo>
                  <a:pt x="5231044" y="1617249"/>
                  <a:pt x="5225614" y="1617535"/>
                  <a:pt x="5221138" y="1615725"/>
                </a:cubicBezTo>
                <a:cubicBezTo>
                  <a:pt x="5216661" y="1613915"/>
                  <a:pt x="5214566" y="1608772"/>
                  <a:pt x="5207707" y="1606105"/>
                </a:cubicBezTo>
                <a:cubicBezTo>
                  <a:pt x="5200850" y="1603342"/>
                  <a:pt x="5192753" y="1588674"/>
                  <a:pt x="5189420" y="1584197"/>
                </a:cubicBezTo>
                <a:cubicBezTo>
                  <a:pt x="5186085" y="1579720"/>
                  <a:pt x="5184276" y="1575815"/>
                  <a:pt x="5188181" y="1575529"/>
                </a:cubicBezTo>
                <a:cubicBezTo>
                  <a:pt x="5192086" y="1575244"/>
                  <a:pt x="5192372" y="1575529"/>
                  <a:pt x="5192658" y="1573434"/>
                </a:cubicBezTo>
                <a:cubicBezTo>
                  <a:pt x="5192944" y="1571338"/>
                  <a:pt x="5191705" y="1571624"/>
                  <a:pt x="5189039" y="1570767"/>
                </a:cubicBezTo>
                <a:cubicBezTo>
                  <a:pt x="5186276" y="1569814"/>
                  <a:pt x="5186276" y="1566862"/>
                  <a:pt x="5189610" y="1565052"/>
                </a:cubicBezTo>
                <a:cubicBezTo>
                  <a:pt x="5192944" y="1563242"/>
                  <a:pt x="5190848" y="1563242"/>
                  <a:pt x="5191705" y="1560575"/>
                </a:cubicBezTo>
                <a:cubicBezTo>
                  <a:pt x="5192658" y="1557813"/>
                  <a:pt x="5191705" y="1553622"/>
                  <a:pt x="5186658" y="1550955"/>
                </a:cubicBezTo>
                <a:cubicBezTo>
                  <a:pt x="5181609" y="1548288"/>
                  <a:pt x="5182752" y="1546764"/>
                  <a:pt x="5180085" y="1544097"/>
                </a:cubicBezTo>
                <a:cubicBezTo>
                  <a:pt x="5177418" y="1541430"/>
                  <a:pt x="5176180" y="1533334"/>
                  <a:pt x="5175323" y="1529428"/>
                </a:cubicBezTo>
                <a:cubicBezTo>
                  <a:pt x="5174465" y="1525523"/>
                  <a:pt x="5168179" y="1521904"/>
                  <a:pt x="5162178" y="1519237"/>
                </a:cubicBezTo>
                <a:cubicBezTo>
                  <a:pt x="5156177" y="1516474"/>
                  <a:pt x="5157987" y="1515331"/>
                  <a:pt x="5161892" y="1515903"/>
                </a:cubicBezTo>
                <a:cubicBezTo>
                  <a:pt x="5165798" y="1516474"/>
                  <a:pt x="5163702" y="1515331"/>
                  <a:pt x="5161607" y="1513807"/>
                </a:cubicBezTo>
                <a:cubicBezTo>
                  <a:pt x="5159511" y="1512283"/>
                  <a:pt x="5158844" y="1510474"/>
                  <a:pt x="5156177" y="1509902"/>
                </a:cubicBezTo>
                <a:cubicBezTo>
                  <a:pt x="5153510" y="1509235"/>
                  <a:pt x="5151129" y="1508378"/>
                  <a:pt x="5147509" y="1502377"/>
                </a:cubicBezTo>
                <a:cubicBezTo>
                  <a:pt x="5143890" y="1496377"/>
                  <a:pt x="5138175" y="1493138"/>
                  <a:pt x="5133984" y="1491614"/>
                </a:cubicBezTo>
                <a:cubicBezTo>
                  <a:pt x="5129793" y="1490090"/>
                  <a:pt x="5133032" y="1486756"/>
                  <a:pt x="5130364" y="1484375"/>
                </a:cubicBezTo>
                <a:cubicBezTo>
                  <a:pt x="5127698" y="1481994"/>
                  <a:pt x="5125888" y="1482280"/>
                  <a:pt x="5126173" y="1480470"/>
                </a:cubicBezTo>
                <a:cubicBezTo>
                  <a:pt x="5126459" y="1478660"/>
                  <a:pt x="5127316" y="1477136"/>
                  <a:pt x="5122554" y="1477136"/>
                </a:cubicBezTo>
                <a:cubicBezTo>
                  <a:pt x="5117791" y="1477136"/>
                  <a:pt x="5118077" y="1474469"/>
                  <a:pt x="5116268" y="1472374"/>
                </a:cubicBezTo>
                <a:cubicBezTo>
                  <a:pt x="5114553" y="1470278"/>
                  <a:pt x="5113029" y="1469707"/>
                  <a:pt x="5113315" y="1467325"/>
                </a:cubicBezTo>
                <a:cubicBezTo>
                  <a:pt x="5113600" y="1464944"/>
                  <a:pt x="5110934" y="1461610"/>
                  <a:pt x="5107028" y="1458943"/>
                </a:cubicBezTo>
                <a:cubicBezTo>
                  <a:pt x="5103123" y="1456276"/>
                  <a:pt x="5102837" y="1456562"/>
                  <a:pt x="5101599" y="1453895"/>
                </a:cubicBezTo>
                <a:cubicBezTo>
                  <a:pt x="5100456" y="1451133"/>
                  <a:pt x="5098075" y="1450276"/>
                  <a:pt x="5094741" y="1452371"/>
                </a:cubicBezTo>
                <a:cubicBezTo>
                  <a:pt x="5091408" y="1454467"/>
                  <a:pt x="5091121" y="1451133"/>
                  <a:pt x="5092645" y="1449037"/>
                </a:cubicBezTo>
                <a:cubicBezTo>
                  <a:pt x="5094170" y="1446942"/>
                  <a:pt x="5092074" y="1444846"/>
                  <a:pt x="5090264" y="1446942"/>
                </a:cubicBezTo>
                <a:cubicBezTo>
                  <a:pt x="5088550" y="1449037"/>
                  <a:pt x="5087311" y="1448752"/>
                  <a:pt x="5083120" y="1447513"/>
                </a:cubicBezTo>
                <a:cubicBezTo>
                  <a:pt x="5078929" y="1446275"/>
                  <a:pt x="5079787" y="1443608"/>
                  <a:pt x="5079215" y="1441227"/>
                </a:cubicBezTo>
                <a:cubicBezTo>
                  <a:pt x="5078548" y="1438750"/>
                  <a:pt x="5077405" y="1437036"/>
                  <a:pt x="5077977" y="1433988"/>
                </a:cubicBezTo>
                <a:cubicBezTo>
                  <a:pt x="5078548" y="1431035"/>
                  <a:pt x="5079691" y="1433416"/>
                  <a:pt x="5082454" y="1435226"/>
                </a:cubicBezTo>
                <a:cubicBezTo>
                  <a:pt x="5085216" y="1437036"/>
                  <a:pt x="5084549" y="1434083"/>
                  <a:pt x="5083692" y="1432273"/>
                </a:cubicBezTo>
                <a:cubicBezTo>
                  <a:pt x="5082835" y="1430463"/>
                  <a:pt x="5083120" y="1428368"/>
                  <a:pt x="5079501" y="1428940"/>
                </a:cubicBezTo>
                <a:cubicBezTo>
                  <a:pt x="5075882" y="1429511"/>
                  <a:pt x="5077405" y="1427987"/>
                  <a:pt x="5076167" y="1423510"/>
                </a:cubicBezTo>
                <a:cubicBezTo>
                  <a:pt x="5074929" y="1419034"/>
                  <a:pt x="5071309" y="1419319"/>
                  <a:pt x="5068643" y="1419605"/>
                </a:cubicBezTo>
                <a:cubicBezTo>
                  <a:pt x="5065975" y="1419891"/>
                  <a:pt x="5063309" y="1419605"/>
                  <a:pt x="5061784" y="1414462"/>
                </a:cubicBezTo>
                <a:cubicBezTo>
                  <a:pt x="5060261" y="1409318"/>
                  <a:pt x="5058736" y="1410556"/>
                  <a:pt x="5055784" y="1410842"/>
                </a:cubicBezTo>
                <a:cubicBezTo>
                  <a:pt x="5052831" y="1411128"/>
                  <a:pt x="5051879" y="1405699"/>
                  <a:pt x="5049211" y="1404841"/>
                </a:cubicBezTo>
                <a:cubicBezTo>
                  <a:pt x="5046545" y="1403889"/>
                  <a:pt x="5048068" y="1401508"/>
                  <a:pt x="5048354" y="1395507"/>
                </a:cubicBezTo>
                <a:cubicBezTo>
                  <a:pt x="5048735" y="1389506"/>
                  <a:pt x="5038829" y="1392173"/>
                  <a:pt x="5035210" y="1391887"/>
                </a:cubicBezTo>
                <a:cubicBezTo>
                  <a:pt x="5031590" y="1391602"/>
                  <a:pt x="5031019" y="1390459"/>
                  <a:pt x="5028923" y="1386839"/>
                </a:cubicBezTo>
                <a:cubicBezTo>
                  <a:pt x="5026732" y="1383220"/>
                  <a:pt x="5023494" y="1382362"/>
                  <a:pt x="5019589" y="1380267"/>
                </a:cubicBezTo>
                <a:cubicBezTo>
                  <a:pt x="5015684" y="1378171"/>
                  <a:pt x="5019303" y="1373980"/>
                  <a:pt x="5015398" y="1373980"/>
                </a:cubicBezTo>
                <a:cubicBezTo>
                  <a:pt x="5011493" y="1373980"/>
                  <a:pt x="5007302" y="1371313"/>
                  <a:pt x="5006730" y="1366837"/>
                </a:cubicBezTo>
                <a:cubicBezTo>
                  <a:pt x="5006159" y="1362360"/>
                  <a:pt x="5004349" y="1360836"/>
                  <a:pt x="5002253" y="1360550"/>
                </a:cubicBezTo>
                <a:cubicBezTo>
                  <a:pt x="5000158" y="1360264"/>
                  <a:pt x="4999872" y="1359693"/>
                  <a:pt x="5000443" y="1357883"/>
                </a:cubicBezTo>
                <a:cubicBezTo>
                  <a:pt x="5001015" y="1356073"/>
                  <a:pt x="5000158" y="1355216"/>
                  <a:pt x="4996538" y="1353121"/>
                </a:cubicBezTo>
                <a:cubicBezTo>
                  <a:pt x="4992919" y="1351025"/>
                  <a:pt x="4989966" y="1346167"/>
                  <a:pt x="4990251" y="1343215"/>
                </a:cubicBezTo>
                <a:cubicBezTo>
                  <a:pt x="4990538" y="1340167"/>
                  <a:pt x="4988728" y="1338738"/>
                  <a:pt x="4986060" y="1337214"/>
                </a:cubicBezTo>
                <a:cubicBezTo>
                  <a:pt x="4983394" y="1335690"/>
                  <a:pt x="4984632" y="1334452"/>
                  <a:pt x="4977108" y="1329403"/>
                </a:cubicBezTo>
                <a:cubicBezTo>
                  <a:pt x="4969678" y="1324260"/>
                  <a:pt x="4972345" y="1321593"/>
                  <a:pt x="4974154" y="1317688"/>
                </a:cubicBezTo>
                <a:cubicBezTo>
                  <a:pt x="4975964" y="1313782"/>
                  <a:pt x="4969011" y="1311687"/>
                  <a:pt x="4966344" y="1311401"/>
                </a:cubicBezTo>
                <a:cubicBezTo>
                  <a:pt x="4963677" y="1311115"/>
                  <a:pt x="4957676" y="1304543"/>
                  <a:pt x="4955295" y="1307210"/>
                </a:cubicBezTo>
                <a:cubicBezTo>
                  <a:pt x="4952914" y="1309972"/>
                  <a:pt x="4949675" y="1307496"/>
                  <a:pt x="4944246" y="1304543"/>
                </a:cubicBezTo>
                <a:cubicBezTo>
                  <a:pt x="4938817" y="1301495"/>
                  <a:pt x="4937293" y="1302733"/>
                  <a:pt x="4940627" y="1305400"/>
                </a:cubicBezTo>
                <a:cubicBezTo>
                  <a:pt x="4943960" y="1308163"/>
                  <a:pt x="4944246" y="1317973"/>
                  <a:pt x="4948723" y="1323403"/>
                </a:cubicBezTo>
                <a:cubicBezTo>
                  <a:pt x="4953200" y="1328832"/>
                  <a:pt x="4949580" y="1340548"/>
                  <a:pt x="4957105" y="1345596"/>
                </a:cubicBezTo>
                <a:cubicBezTo>
                  <a:pt x="4964534" y="1350644"/>
                  <a:pt x="4960057" y="1355121"/>
                  <a:pt x="4963963" y="1354549"/>
                </a:cubicBezTo>
                <a:cubicBezTo>
                  <a:pt x="4970249" y="1353597"/>
                  <a:pt x="4969392" y="1357216"/>
                  <a:pt x="4975393" y="1358455"/>
                </a:cubicBezTo>
                <a:cubicBezTo>
                  <a:pt x="4981393" y="1359693"/>
                  <a:pt x="4985299" y="1371313"/>
                  <a:pt x="4984727" y="1374361"/>
                </a:cubicBezTo>
                <a:cubicBezTo>
                  <a:pt x="4984061" y="1377409"/>
                  <a:pt x="4985870" y="1377028"/>
                  <a:pt x="4989204" y="1376171"/>
                </a:cubicBezTo>
                <a:cubicBezTo>
                  <a:pt x="4992538" y="1375314"/>
                  <a:pt x="4994062" y="1375600"/>
                  <a:pt x="4994348" y="1379791"/>
                </a:cubicBezTo>
                <a:cubicBezTo>
                  <a:pt x="4994633" y="1383982"/>
                  <a:pt x="4995776" y="1386077"/>
                  <a:pt x="4999396" y="1385220"/>
                </a:cubicBezTo>
                <a:cubicBezTo>
                  <a:pt x="5003015" y="1384363"/>
                  <a:pt x="5003873" y="1385601"/>
                  <a:pt x="5005396" y="1388554"/>
                </a:cubicBezTo>
                <a:cubicBezTo>
                  <a:pt x="5006825" y="1391506"/>
                  <a:pt x="5007111" y="1392745"/>
                  <a:pt x="5006254" y="1395126"/>
                </a:cubicBezTo>
                <a:cubicBezTo>
                  <a:pt x="5005396" y="1397507"/>
                  <a:pt x="5006539" y="1398364"/>
                  <a:pt x="5008064" y="1401984"/>
                </a:cubicBezTo>
                <a:cubicBezTo>
                  <a:pt x="5009492" y="1405603"/>
                  <a:pt x="5012826" y="1408270"/>
                  <a:pt x="5014921" y="1407985"/>
                </a:cubicBezTo>
                <a:cubicBezTo>
                  <a:pt x="5017017" y="1407699"/>
                  <a:pt x="5018446" y="1408842"/>
                  <a:pt x="5019970" y="1410652"/>
                </a:cubicBezTo>
                <a:cubicBezTo>
                  <a:pt x="5021494" y="1412461"/>
                  <a:pt x="5025113" y="1415414"/>
                  <a:pt x="5025113" y="1416938"/>
                </a:cubicBezTo>
                <a:cubicBezTo>
                  <a:pt x="5025113" y="1418462"/>
                  <a:pt x="5026923" y="1420272"/>
                  <a:pt x="5028733" y="1421129"/>
                </a:cubicBezTo>
                <a:cubicBezTo>
                  <a:pt x="5030543" y="1422082"/>
                  <a:pt x="5032924" y="1425892"/>
                  <a:pt x="5035019" y="1427130"/>
                </a:cubicBezTo>
                <a:cubicBezTo>
                  <a:pt x="5037115" y="1428368"/>
                  <a:pt x="5036257" y="1425320"/>
                  <a:pt x="5034734" y="1422939"/>
                </a:cubicBezTo>
                <a:cubicBezTo>
                  <a:pt x="5033209" y="1420558"/>
                  <a:pt x="5031114" y="1419319"/>
                  <a:pt x="5032924" y="1419034"/>
                </a:cubicBezTo>
                <a:cubicBezTo>
                  <a:pt x="5034734" y="1418748"/>
                  <a:pt x="5035877" y="1420177"/>
                  <a:pt x="5039210" y="1423510"/>
                </a:cubicBezTo>
                <a:cubicBezTo>
                  <a:pt x="5042544" y="1426844"/>
                  <a:pt x="5043973" y="1435226"/>
                  <a:pt x="5045211" y="1443322"/>
                </a:cubicBezTo>
                <a:cubicBezTo>
                  <a:pt x="5046449" y="1451419"/>
                  <a:pt x="5054831" y="1458277"/>
                  <a:pt x="5060832" y="1463706"/>
                </a:cubicBezTo>
                <a:cubicBezTo>
                  <a:pt x="5066451" y="1468754"/>
                  <a:pt x="5067976" y="1471516"/>
                  <a:pt x="5067690" y="1475422"/>
                </a:cubicBezTo>
                <a:cubicBezTo>
                  <a:pt x="5067404" y="1479327"/>
                  <a:pt x="5073119" y="1486852"/>
                  <a:pt x="5075786" y="1491043"/>
                </a:cubicBezTo>
                <a:cubicBezTo>
                  <a:pt x="5078453" y="1495234"/>
                  <a:pt x="5077596" y="1489900"/>
                  <a:pt x="5077596" y="1486566"/>
                </a:cubicBezTo>
                <a:cubicBezTo>
                  <a:pt x="5077596" y="1483327"/>
                  <a:pt x="5077025" y="1483899"/>
                  <a:pt x="5079120" y="1483613"/>
                </a:cubicBezTo>
                <a:cubicBezTo>
                  <a:pt x="5081216" y="1483327"/>
                  <a:pt x="5085121" y="1487518"/>
                  <a:pt x="5086930" y="1490185"/>
                </a:cubicBezTo>
                <a:cubicBezTo>
                  <a:pt x="5088740" y="1492852"/>
                  <a:pt x="5091693" y="1494091"/>
                  <a:pt x="5093789" y="1498282"/>
                </a:cubicBezTo>
                <a:cubicBezTo>
                  <a:pt x="5095884" y="1502473"/>
                  <a:pt x="5098551" y="1503044"/>
                  <a:pt x="5100360" y="1507235"/>
                </a:cubicBezTo>
                <a:cubicBezTo>
                  <a:pt x="5102170" y="1511426"/>
                  <a:pt x="5103980" y="1516474"/>
                  <a:pt x="5098551" y="1524285"/>
                </a:cubicBezTo>
                <a:cubicBezTo>
                  <a:pt x="5093122" y="1532095"/>
                  <a:pt x="5085978" y="1517332"/>
                  <a:pt x="5084168" y="1510188"/>
                </a:cubicBezTo>
                <a:cubicBezTo>
                  <a:pt x="5082359" y="1502949"/>
                  <a:pt x="5079406" y="1503520"/>
                  <a:pt x="5075786" y="1502663"/>
                </a:cubicBezTo>
                <a:cubicBezTo>
                  <a:pt x="5072167" y="1501806"/>
                  <a:pt x="5070357" y="1495519"/>
                  <a:pt x="5068261" y="1494281"/>
                </a:cubicBezTo>
                <a:cubicBezTo>
                  <a:pt x="5066166" y="1493043"/>
                  <a:pt x="5063785" y="1489804"/>
                  <a:pt x="5059594" y="1487995"/>
                </a:cubicBezTo>
                <a:cubicBezTo>
                  <a:pt x="5055403" y="1486185"/>
                  <a:pt x="5054450" y="1484375"/>
                  <a:pt x="5054164" y="1481708"/>
                </a:cubicBezTo>
                <a:cubicBezTo>
                  <a:pt x="5053879" y="1479041"/>
                  <a:pt x="5053308" y="1479613"/>
                  <a:pt x="5051498" y="1479327"/>
                </a:cubicBezTo>
                <a:cubicBezTo>
                  <a:pt x="5049783" y="1479041"/>
                  <a:pt x="5048830" y="1478088"/>
                  <a:pt x="5046735" y="1475136"/>
                </a:cubicBezTo>
                <a:cubicBezTo>
                  <a:pt x="5044639" y="1472183"/>
                  <a:pt x="5044068" y="1472469"/>
                  <a:pt x="5043783" y="1474279"/>
                </a:cubicBezTo>
                <a:cubicBezTo>
                  <a:pt x="5043496" y="1475993"/>
                  <a:pt x="5042544" y="1475707"/>
                  <a:pt x="5039591" y="1475136"/>
                </a:cubicBezTo>
                <a:cubicBezTo>
                  <a:pt x="5036639" y="1474564"/>
                  <a:pt x="5039020" y="1471231"/>
                  <a:pt x="5039591" y="1468563"/>
                </a:cubicBezTo>
                <a:cubicBezTo>
                  <a:pt x="5040163" y="1465897"/>
                  <a:pt x="5038067" y="1458086"/>
                  <a:pt x="5036257" y="1455705"/>
                </a:cubicBezTo>
                <a:cubicBezTo>
                  <a:pt x="5034448" y="1453324"/>
                  <a:pt x="5029971" y="1444942"/>
                  <a:pt x="5029971" y="1442846"/>
                </a:cubicBezTo>
                <a:cubicBezTo>
                  <a:pt x="5029971" y="1440751"/>
                  <a:pt x="5028828" y="1439227"/>
                  <a:pt x="5027304" y="1438655"/>
                </a:cubicBezTo>
                <a:cubicBezTo>
                  <a:pt x="5025780" y="1438084"/>
                  <a:pt x="5021589" y="1435131"/>
                  <a:pt x="5015017" y="1432083"/>
                </a:cubicBezTo>
                <a:cubicBezTo>
                  <a:pt x="5008349" y="1429130"/>
                  <a:pt x="5007492" y="1425511"/>
                  <a:pt x="5007492" y="1421320"/>
                </a:cubicBezTo>
                <a:cubicBezTo>
                  <a:pt x="5007492" y="1417129"/>
                  <a:pt x="5005110" y="1418653"/>
                  <a:pt x="5004825" y="1420462"/>
                </a:cubicBezTo>
                <a:cubicBezTo>
                  <a:pt x="5004539" y="1422272"/>
                  <a:pt x="5005492" y="1424939"/>
                  <a:pt x="5004254" y="1424368"/>
                </a:cubicBezTo>
                <a:cubicBezTo>
                  <a:pt x="5003111" y="1423701"/>
                  <a:pt x="5002444" y="1423701"/>
                  <a:pt x="4999776" y="1425225"/>
                </a:cubicBezTo>
                <a:cubicBezTo>
                  <a:pt x="4997014" y="1426749"/>
                  <a:pt x="4994633" y="1424939"/>
                  <a:pt x="4996443" y="1421605"/>
                </a:cubicBezTo>
                <a:cubicBezTo>
                  <a:pt x="4998253" y="1418367"/>
                  <a:pt x="4995871" y="1418938"/>
                  <a:pt x="4992538" y="1419224"/>
                </a:cubicBezTo>
                <a:cubicBezTo>
                  <a:pt x="4989204" y="1419510"/>
                  <a:pt x="4987680" y="1416843"/>
                  <a:pt x="4985013" y="1415319"/>
                </a:cubicBezTo>
                <a:cubicBezTo>
                  <a:pt x="4982251" y="1413795"/>
                  <a:pt x="4979870" y="1412652"/>
                  <a:pt x="4977488" y="1409318"/>
                </a:cubicBezTo>
                <a:cubicBezTo>
                  <a:pt x="4975107" y="1405984"/>
                  <a:pt x="4969678" y="1405127"/>
                  <a:pt x="4966725" y="1401793"/>
                </a:cubicBezTo>
                <a:cubicBezTo>
                  <a:pt x="4963772" y="1398460"/>
                  <a:pt x="4969773" y="1400555"/>
                  <a:pt x="4972154" y="1400555"/>
                </a:cubicBezTo>
                <a:cubicBezTo>
                  <a:pt x="4974536" y="1400555"/>
                  <a:pt x="4975774" y="1400555"/>
                  <a:pt x="4976345" y="1402365"/>
                </a:cubicBezTo>
                <a:cubicBezTo>
                  <a:pt x="4977012" y="1404079"/>
                  <a:pt x="4977584" y="1403794"/>
                  <a:pt x="4979679" y="1403222"/>
                </a:cubicBezTo>
                <a:cubicBezTo>
                  <a:pt x="4981775" y="1402651"/>
                  <a:pt x="4980917" y="1400841"/>
                  <a:pt x="4980917" y="1400841"/>
                </a:cubicBezTo>
                <a:cubicBezTo>
                  <a:pt x="4980917" y="1400841"/>
                  <a:pt x="4979679" y="1399317"/>
                  <a:pt x="4979679" y="1397507"/>
                </a:cubicBezTo>
                <a:cubicBezTo>
                  <a:pt x="4979679" y="1395697"/>
                  <a:pt x="4980917" y="1393888"/>
                  <a:pt x="4981489" y="1395126"/>
                </a:cubicBezTo>
                <a:cubicBezTo>
                  <a:pt x="4982060" y="1396364"/>
                  <a:pt x="4983013" y="1396364"/>
                  <a:pt x="4983870" y="1395126"/>
                </a:cubicBezTo>
                <a:cubicBezTo>
                  <a:pt x="4984727" y="1393983"/>
                  <a:pt x="4984156" y="1392459"/>
                  <a:pt x="4982060" y="1390649"/>
                </a:cubicBezTo>
                <a:cubicBezTo>
                  <a:pt x="4979965" y="1388839"/>
                  <a:pt x="4977298" y="1383220"/>
                  <a:pt x="4973393" y="1379886"/>
                </a:cubicBezTo>
                <a:cubicBezTo>
                  <a:pt x="4969487" y="1376647"/>
                  <a:pt x="4965868" y="1374171"/>
                  <a:pt x="4966154" y="1371504"/>
                </a:cubicBezTo>
                <a:cubicBezTo>
                  <a:pt x="4966439" y="1368742"/>
                  <a:pt x="4964915" y="1369408"/>
                  <a:pt x="4962820" y="1368170"/>
                </a:cubicBezTo>
                <a:cubicBezTo>
                  <a:pt x="4960724" y="1367027"/>
                  <a:pt x="4957391" y="1364265"/>
                  <a:pt x="4952914" y="1363408"/>
                </a:cubicBezTo>
                <a:cubicBezTo>
                  <a:pt x="4948437" y="1362455"/>
                  <a:pt x="4946341" y="1358264"/>
                  <a:pt x="4943008" y="1356454"/>
                </a:cubicBezTo>
                <a:cubicBezTo>
                  <a:pt x="4939769" y="1354645"/>
                  <a:pt x="4937674" y="1348453"/>
                  <a:pt x="4935864" y="1345120"/>
                </a:cubicBezTo>
                <a:cubicBezTo>
                  <a:pt x="4934054" y="1341786"/>
                  <a:pt x="4933768" y="1339976"/>
                  <a:pt x="4931102" y="1341214"/>
                </a:cubicBezTo>
                <a:cubicBezTo>
                  <a:pt x="4928434" y="1342357"/>
                  <a:pt x="4927482" y="1339690"/>
                  <a:pt x="4927196" y="1337309"/>
                </a:cubicBezTo>
                <a:cubicBezTo>
                  <a:pt x="4926911" y="1334928"/>
                  <a:pt x="4926053" y="1329213"/>
                  <a:pt x="4924529" y="1328927"/>
                </a:cubicBezTo>
                <a:cubicBezTo>
                  <a:pt x="4923005" y="1328641"/>
                  <a:pt x="4920910" y="1328070"/>
                  <a:pt x="4920624" y="1324736"/>
                </a:cubicBezTo>
                <a:cubicBezTo>
                  <a:pt x="4920338" y="1321402"/>
                  <a:pt x="4917671" y="1317211"/>
                  <a:pt x="4914623" y="1314259"/>
                </a:cubicBezTo>
                <a:cubicBezTo>
                  <a:pt x="4911575" y="1311306"/>
                  <a:pt x="4909480" y="1308544"/>
                  <a:pt x="4910718" y="1307686"/>
                </a:cubicBezTo>
                <a:cubicBezTo>
                  <a:pt x="4911956" y="1306734"/>
                  <a:pt x="4914051" y="1304924"/>
                  <a:pt x="4907765" y="1304067"/>
                </a:cubicBezTo>
                <a:cubicBezTo>
                  <a:pt x="4904622" y="1303591"/>
                  <a:pt x="4899383" y="1297685"/>
                  <a:pt x="4894430" y="1290922"/>
                </a:cubicBezTo>
                <a:lnTo>
                  <a:pt x="4899669" y="1287734"/>
                </a:lnTo>
                <a:lnTo>
                  <a:pt x="4895383" y="1288636"/>
                </a:lnTo>
                <a:cubicBezTo>
                  <a:pt x="4890525" y="1281969"/>
                  <a:pt x="4885286" y="1276444"/>
                  <a:pt x="4883381" y="1272730"/>
                </a:cubicBezTo>
                <a:cubicBezTo>
                  <a:pt x="4879476" y="1265205"/>
                  <a:pt x="4871665" y="1264062"/>
                  <a:pt x="4867760" y="1262538"/>
                </a:cubicBezTo>
                <a:cubicBezTo>
                  <a:pt x="4863855" y="1261014"/>
                  <a:pt x="4848329" y="1254156"/>
                  <a:pt x="4842900" y="1250536"/>
                </a:cubicBezTo>
                <a:cubicBezTo>
                  <a:pt x="4837471" y="1246917"/>
                  <a:pt x="4830327" y="1247869"/>
                  <a:pt x="4825469" y="1247203"/>
                </a:cubicBezTo>
                <a:cubicBezTo>
                  <a:pt x="4820612" y="1246536"/>
                  <a:pt x="4818897" y="1245964"/>
                  <a:pt x="4817659" y="1239392"/>
                </a:cubicBezTo>
                <a:cubicBezTo>
                  <a:pt x="4816421" y="1232725"/>
                  <a:pt x="4812801" y="1230629"/>
                  <a:pt x="4810420" y="1227962"/>
                </a:cubicBezTo>
                <a:cubicBezTo>
                  <a:pt x="4808038" y="1225295"/>
                  <a:pt x="4797847" y="1217199"/>
                  <a:pt x="4795180" y="1215675"/>
                </a:cubicBezTo>
                <a:cubicBezTo>
                  <a:pt x="4792513" y="1214246"/>
                  <a:pt x="4785940" y="1203769"/>
                  <a:pt x="4782321" y="1200721"/>
                </a:cubicBezTo>
                <a:cubicBezTo>
                  <a:pt x="4778797" y="1197673"/>
                  <a:pt x="4777273" y="1193767"/>
                  <a:pt x="4779368" y="1191100"/>
                </a:cubicBezTo>
                <a:cubicBezTo>
                  <a:pt x="4781464" y="1188433"/>
                  <a:pt x="4777558" y="1184814"/>
                  <a:pt x="4773939" y="1185100"/>
                </a:cubicBezTo>
                <a:cubicBezTo>
                  <a:pt x="4770415" y="1185385"/>
                  <a:pt x="4765652" y="1181671"/>
                  <a:pt x="4765652" y="1181671"/>
                </a:cubicBezTo>
                <a:cubicBezTo>
                  <a:pt x="4756508" y="1171479"/>
                  <a:pt x="4763366" y="1171193"/>
                  <a:pt x="4762795" y="1167859"/>
                </a:cubicBezTo>
                <a:cubicBezTo>
                  <a:pt x="4762223" y="1164621"/>
                  <a:pt x="4765652" y="1161287"/>
                  <a:pt x="4765652" y="1161287"/>
                </a:cubicBezTo>
                <a:lnTo>
                  <a:pt x="4765652" y="1158620"/>
                </a:lnTo>
                <a:cubicBezTo>
                  <a:pt x="4760509" y="1157096"/>
                  <a:pt x="4757746" y="1159287"/>
                  <a:pt x="4757746" y="1163097"/>
                </a:cubicBezTo>
                <a:cubicBezTo>
                  <a:pt x="4757746" y="1166907"/>
                  <a:pt x="4755270" y="1165478"/>
                  <a:pt x="4754413" y="1163954"/>
                </a:cubicBezTo>
                <a:cubicBezTo>
                  <a:pt x="4753460" y="1162430"/>
                  <a:pt x="4751650" y="1157953"/>
                  <a:pt x="4749269" y="1161859"/>
                </a:cubicBezTo>
                <a:cubicBezTo>
                  <a:pt x="4746888" y="1165764"/>
                  <a:pt x="4746031" y="1162811"/>
                  <a:pt x="4746602" y="1159477"/>
                </a:cubicBezTo>
                <a:cubicBezTo>
                  <a:pt x="4747174" y="1156239"/>
                  <a:pt x="4745078" y="1154715"/>
                  <a:pt x="4742983" y="1152334"/>
                </a:cubicBezTo>
                <a:cubicBezTo>
                  <a:pt x="4740887" y="1149857"/>
                  <a:pt x="4728314" y="1135474"/>
                  <a:pt x="4726219" y="1132522"/>
                </a:cubicBezTo>
                <a:cubicBezTo>
                  <a:pt x="4724028" y="1129569"/>
                  <a:pt x="4723171" y="1127473"/>
                  <a:pt x="4716884" y="1123282"/>
                </a:cubicBezTo>
                <a:cubicBezTo>
                  <a:pt x="4710598" y="1119091"/>
                  <a:pt x="4703930" y="1111852"/>
                  <a:pt x="4704883" y="1106804"/>
                </a:cubicBezTo>
                <a:cubicBezTo>
                  <a:pt x="4706026" y="1100232"/>
                  <a:pt x="4701835" y="1102613"/>
                  <a:pt x="4701549" y="1096612"/>
                </a:cubicBezTo>
                <a:cubicBezTo>
                  <a:pt x="4701358" y="1093660"/>
                  <a:pt x="4699168" y="1087373"/>
                  <a:pt x="4697358" y="1085563"/>
                </a:cubicBezTo>
                <a:cubicBezTo>
                  <a:pt x="4695548" y="1083754"/>
                  <a:pt x="4692500" y="1080229"/>
                  <a:pt x="4691643" y="1076610"/>
                </a:cubicBezTo>
                <a:cubicBezTo>
                  <a:pt x="4690786" y="1072990"/>
                  <a:pt x="4688119" y="1069371"/>
                  <a:pt x="4684785" y="1065180"/>
                </a:cubicBezTo>
                <a:cubicBezTo>
                  <a:pt x="4681451" y="1060989"/>
                  <a:pt x="4679070" y="1052893"/>
                  <a:pt x="4679070" y="1047463"/>
                </a:cubicBezTo>
                <a:cubicBezTo>
                  <a:pt x="4679070" y="1042129"/>
                  <a:pt x="4675260" y="1019650"/>
                  <a:pt x="4671926" y="1013935"/>
                </a:cubicBezTo>
                <a:cubicBezTo>
                  <a:pt x="4668593" y="1008220"/>
                  <a:pt x="4666783" y="1003172"/>
                  <a:pt x="4666783" y="1001077"/>
                </a:cubicBezTo>
                <a:cubicBezTo>
                  <a:pt x="4666783" y="998981"/>
                  <a:pt x="4666497" y="995933"/>
                  <a:pt x="4662020" y="991171"/>
                </a:cubicBezTo>
                <a:cubicBezTo>
                  <a:pt x="4657544" y="986313"/>
                  <a:pt x="4668021" y="989932"/>
                  <a:pt x="4663258" y="985741"/>
                </a:cubicBezTo>
                <a:cubicBezTo>
                  <a:pt x="4660306" y="983074"/>
                  <a:pt x="4662020" y="980598"/>
                  <a:pt x="4658401" y="980312"/>
                </a:cubicBezTo>
                <a:cubicBezTo>
                  <a:pt x="4654210" y="980026"/>
                  <a:pt x="4658687" y="977931"/>
                  <a:pt x="4656591" y="973740"/>
                </a:cubicBezTo>
                <a:cubicBezTo>
                  <a:pt x="4654496" y="969549"/>
                  <a:pt x="4659258" y="970501"/>
                  <a:pt x="4662592" y="970216"/>
                </a:cubicBezTo>
                <a:cubicBezTo>
                  <a:pt x="4665925" y="969930"/>
                  <a:pt x="4670688" y="970120"/>
                  <a:pt x="4666211" y="967168"/>
                </a:cubicBezTo>
                <a:cubicBezTo>
                  <a:pt x="4661639" y="964120"/>
                  <a:pt x="4660782" y="969263"/>
                  <a:pt x="4655734" y="967453"/>
                </a:cubicBezTo>
                <a:cubicBezTo>
                  <a:pt x="4650590" y="965644"/>
                  <a:pt x="4652686" y="962977"/>
                  <a:pt x="4653924" y="963548"/>
                </a:cubicBezTo>
                <a:cubicBezTo>
                  <a:pt x="4655162" y="964120"/>
                  <a:pt x="4656305" y="963262"/>
                  <a:pt x="4656305" y="961738"/>
                </a:cubicBezTo>
                <a:cubicBezTo>
                  <a:pt x="4656305" y="960214"/>
                  <a:pt x="4653638" y="956976"/>
                  <a:pt x="4651829" y="957547"/>
                </a:cubicBezTo>
                <a:cubicBezTo>
                  <a:pt x="4650019" y="958119"/>
                  <a:pt x="4648209" y="955166"/>
                  <a:pt x="4648495" y="953356"/>
                </a:cubicBezTo>
                <a:cubicBezTo>
                  <a:pt x="4648780" y="951547"/>
                  <a:pt x="4648780" y="949165"/>
                  <a:pt x="4646971" y="949451"/>
                </a:cubicBezTo>
                <a:cubicBezTo>
                  <a:pt x="4645161" y="949737"/>
                  <a:pt x="4643923" y="950023"/>
                  <a:pt x="4643923" y="948213"/>
                </a:cubicBezTo>
                <a:cubicBezTo>
                  <a:pt x="4643923" y="946403"/>
                  <a:pt x="4640970" y="942784"/>
                  <a:pt x="4637350" y="939831"/>
                </a:cubicBezTo>
                <a:cubicBezTo>
                  <a:pt x="4633731" y="936878"/>
                  <a:pt x="4628969" y="931163"/>
                  <a:pt x="4623539" y="925162"/>
                </a:cubicBezTo>
                <a:cubicBezTo>
                  <a:pt x="4618205" y="919162"/>
                  <a:pt x="4622968" y="920305"/>
                  <a:pt x="4625063" y="921543"/>
                </a:cubicBezTo>
                <a:cubicBezTo>
                  <a:pt x="4627159" y="922686"/>
                  <a:pt x="4640018" y="923638"/>
                  <a:pt x="4643637" y="922114"/>
                </a:cubicBezTo>
                <a:cubicBezTo>
                  <a:pt x="4647161" y="920590"/>
                  <a:pt x="4649257" y="922972"/>
                  <a:pt x="4652590" y="922972"/>
                </a:cubicBezTo>
                <a:cubicBezTo>
                  <a:pt x="4655829" y="922972"/>
                  <a:pt x="4655543" y="928306"/>
                  <a:pt x="4654972" y="934021"/>
                </a:cubicBezTo>
                <a:cubicBezTo>
                  <a:pt x="4654400" y="939736"/>
                  <a:pt x="4656210" y="937926"/>
                  <a:pt x="4656781" y="934306"/>
                </a:cubicBezTo>
                <a:cubicBezTo>
                  <a:pt x="4657353" y="930782"/>
                  <a:pt x="4658972" y="932782"/>
                  <a:pt x="4659448" y="929544"/>
                </a:cubicBezTo>
                <a:cubicBezTo>
                  <a:pt x="4660401" y="922972"/>
                  <a:pt x="4662211" y="930496"/>
                  <a:pt x="4662782" y="932878"/>
                </a:cubicBezTo>
                <a:cubicBezTo>
                  <a:pt x="4663354" y="935259"/>
                  <a:pt x="4663354" y="940307"/>
                  <a:pt x="4660401" y="939736"/>
                </a:cubicBezTo>
                <a:cubicBezTo>
                  <a:pt x="4657353" y="939069"/>
                  <a:pt x="4658591" y="942688"/>
                  <a:pt x="4660687" y="944498"/>
                </a:cubicBezTo>
                <a:cubicBezTo>
                  <a:pt x="4662782" y="946308"/>
                  <a:pt x="4663354" y="945165"/>
                  <a:pt x="4664878" y="943641"/>
                </a:cubicBezTo>
                <a:cubicBezTo>
                  <a:pt x="4666402" y="942212"/>
                  <a:pt x="4667259" y="938593"/>
                  <a:pt x="4667259" y="936783"/>
                </a:cubicBezTo>
                <a:cubicBezTo>
                  <a:pt x="4667259" y="934973"/>
                  <a:pt x="4665735" y="931068"/>
                  <a:pt x="4667545" y="926591"/>
                </a:cubicBezTo>
                <a:cubicBezTo>
                  <a:pt x="4669354" y="922114"/>
                  <a:pt x="4667259" y="922972"/>
                  <a:pt x="4665735" y="922972"/>
                </a:cubicBezTo>
                <a:cubicBezTo>
                  <a:pt x="4664211" y="922972"/>
                  <a:pt x="4661735" y="922781"/>
                  <a:pt x="4661830" y="921448"/>
                </a:cubicBezTo>
                <a:cubicBezTo>
                  <a:pt x="4662211" y="918781"/>
                  <a:pt x="4659163" y="918781"/>
                  <a:pt x="4659163" y="918781"/>
                </a:cubicBezTo>
                <a:cubicBezTo>
                  <a:pt x="4657353" y="919924"/>
                  <a:pt x="4656781" y="914875"/>
                  <a:pt x="4659163" y="914590"/>
                </a:cubicBezTo>
                <a:cubicBezTo>
                  <a:pt x="4661544" y="914304"/>
                  <a:pt x="4660401" y="912494"/>
                  <a:pt x="4657067" y="913066"/>
                </a:cubicBezTo>
                <a:cubicBezTo>
                  <a:pt x="4653733" y="913732"/>
                  <a:pt x="4652876" y="911256"/>
                  <a:pt x="4654972" y="910399"/>
                </a:cubicBezTo>
                <a:cubicBezTo>
                  <a:pt x="4657067" y="909446"/>
                  <a:pt x="4656210" y="907732"/>
                  <a:pt x="4656210" y="906493"/>
                </a:cubicBezTo>
                <a:cubicBezTo>
                  <a:pt x="4656210" y="905350"/>
                  <a:pt x="4656210" y="902588"/>
                  <a:pt x="4652019" y="903826"/>
                </a:cubicBezTo>
                <a:cubicBezTo>
                  <a:pt x="4647828" y="904969"/>
                  <a:pt x="4646685" y="902207"/>
                  <a:pt x="4647828" y="900207"/>
                </a:cubicBezTo>
                <a:lnTo>
                  <a:pt x="4647184" y="899062"/>
                </a:lnTo>
                <a:lnTo>
                  <a:pt x="4646113" y="899255"/>
                </a:lnTo>
                <a:lnTo>
                  <a:pt x="4646442" y="897743"/>
                </a:lnTo>
                <a:lnTo>
                  <a:pt x="4646122" y="897175"/>
                </a:lnTo>
                <a:lnTo>
                  <a:pt x="4642589" y="898017"/>
                </a:lnTo>
                <a:cubicBezTo>
                  <a:pt x="4633921" y="900398"/>
                  <a:pt x="4643541" y="893540"/>
                  <a:pt x="4641731" y="890206"/>
                </a:cubicBezTo>
                <a:cubicBezTo>
                  <a:pt x="4638588" y="884396"/>
                  <a:pt x="4636969" y="885729"/>
                  <a:pt x="4635731" y="888111"/>
                </a:cubicBezTo>
                <a:cubicBezTo>
                  <a:pt x="4634588" y="890492"/>
                  <a:pt x="4630968" y="889635"/>
                  <a:pt x="4631254" y="892016"/>
                </a:cubicBezTo>
                <a:cubicBezTo>
                  <a:pt x="4631540" y="894397"/>
                  <a:pt x="4629539" y="894111"/>
                  <a:pt x="4624396" y="892016"/>
                </a:cubicBezTo>
                <a:cubicBezTo>
                  <a:pt x="4619252" y="889920"/>
                  <a:pt x="4620491" y="887539"/>
                  <a:pt x="4623158" y="888396"/>
                </a:cubicBezTo>
                <a:cubicBezTo>
                  <a:pt x="4625920" y="889349"/>
                  <a:pt x="4628301" y="888968"/>
                  <a:pt x="4624396" y="886015"/>
                </a:cubicBezTo>
                <a:cubicBezTo>
                  <a:pt x="4620491" y="883062"/>
                  <a:pt x="4624015" y="874395"/>
                  <a:pt x="4621062" y="874966"/>
                </a:cubicBezTo>
                <a:cubicBezTo>
                  <a:pt x="4618014" y="875538"/>
                  <a:pt x="4620776" y="879443"/>
                  <a:pt x="4617443" y="883634"/>
                </a:cubicBezTo>
                <a:cubicBezTo>
                  <a:pt x="4614204" y="887825"/>
                  <a:pt x="4610870" y="884205"/>
                  <a:pt x="4609061" y="882110"/>
                </a:cubicBezTo>
                <a:cubicBezTo>
                  <a:pt x="4607251" y="880014"/>
                  <a:pt x="4606965" y="876966"/>
                  <a:pt x="4607822" y="870394"/>
                </a:cubicBezTo>
                <a:cubicBezTo>
                  <a:pt x="4608775" y="863727"/>
                  <a:pt x="4605727" y="865536"/>
                  <a:pt x="4605155" y="866775"/>
                </a:cubicBezTo>
                <a:cubicBezTo>
                  <a:pt x="4604584" y="868013"/>
                  <a:pt x="4603060" y="870966"/>
                  <a:pt x="4600393" y="870108"/>
                </a:cubicBezTo>
                <a:cubicBezTo>
                  <a:pt x="4596297" y="868775"/>
                  <a:pt x="4596773" y="868299"/>
                  <a:pt x="4594106" y="868013"/>
                </a:cubicBezTo>
                <a:cubicBezTo>
                  <a:pt x="4591344" y="867727"/>
                  <a:pt x="4588391" y="870394"/>
                  <a:pt x="4586582" y="869823"/>
                </a:cubicBezTo>
                <a:cubicBezTo>
                  <a:pt x="4584867" y="869251"/>
                  <a:pt x="4584486" y="869537"/>
                  <a:pt x="4579438" y="870108"/>
                </a:cubicBezTo>
                <a:cubicBezTo>
                  <a:pt x="4574294" y="870680"/>
                  <a:pt x="4577342" y="866489"/>
                  <a:pt x="4580295" y="865632"/>
                </a:cubicBezTo>
                <a:cubicBezTo>
                  <a:pt x="4583343" y="864774"/>
                  <a:pt x="4585439" y="860298"/>
                  <a:pt x="4586010" y="857250"/>
                </a:cubicBezTo>
                <a:cubicBezTo>
                  <a:pt x="4586582" y="854297"/>
                  <a:pt x="4580867" y="851916"/>
                  <a:pt x="4580867" y="848010"/>
                </a:cubicBezTo>
                <a:cubicBezTo>
                  <a:pt x="4580867" y="844105"/>
                  <a:pt x="4578485" y="845343"/>
                  <a:pt x="4578200" y="847725"/>
                </a:cubicBezTo>
                <a:cubicBezTo>
                  <a:pt x="4577914" y="850106"/>
                  <a:pt x="4581152" y="850963"/>
                  <a:pt x="4582962" y="856392"/>
                </a:cubicBezTo>
                <a:cubicBezTo>
                  <a:pt x="4584772" y="861822"/>
                  <a:pt x="4577628" y="863917"/>
                  <a:pt x="4576390" y="862679"/>
                </a:cubicBezTo>
                <a:cubicBezTo>
                  <a:pt x="4575151" y="861536"/>
                  <a:pt x="4574009" y="861155"/>
                  <a:pt x="4572485" y="862393"/>
                </a:cubicBezTo>
                <a:cubicBezTo>
                  <a:pt x="4570961" y="863631"/>
                  <a:pt x="4567913" y="864489"/>
                  <a:pt x="4567055" y="862393"/>
                </a:cubicBezTo>
                <a:cubicBezTo>
                  <a:pt x="4566198" y="860298"/>
                  <a:pt x="4564103" y="859917"/>
                  <a:pt x="4562864" y="861155"/>
                </a:cubicBezTo>
                <a:cubicBezTo>
                  <a:pt x="4561721" y="862298"/>
                  <a:pt x="4560197" y="864393"/>
                  <a:pt x="4556292" y="861441"/>
                </a:cubicBezTo>
                <a:cubicBezTo>
                  <a:pt x="4552387" y="858393"/>
                  <a:pt x="4550863" y="860202"/>
                  <a:pt x="4546958" y="857821"/>
                </a:cubicBezTo>
                <a:cubicBezTo>
                  <a:pt x="4543052" y="855440"/>
                  <a:pt x="4549053" y="853916"/>
                  <a:pt x="4554197" y="856297"/>
                </a:cubicBezTo>
                <a:cubicBezTo>
                  <a:pt x="4559245" y="858678"/>
                  <a:pt x="4561626" y="857250"/>
                  <a:pt x="4560769" y="855154"/>
                </a:cubicBezTo>
                <a:cubicBezTo>
                  <a:pt x="4559816" y="853059"/>
                  <a:pt x="4556197" y="853630"/>
                  <a:pt x="4549053" y="853630"/>
                </a:cubicBezTo>
                <a:cubicBezTo>
                  <a:pt x="4541909" y="853630"/>
                  <a:pt x="4543338" y="850582"/>
                  <a:pt x="4544862" y="850011"/>
                </a:cubicBezTo>
                <a:cubicBezTo>
                  <a:pt x="4546291" y="849439"/>
                  <a:pt x="4546672" y="848772"/>
                  <a:pt x="4547529" y="845820"/>
                </a:cubicBezTo>
                <a:cubicBezTo>
                  <a:pt x="4548386" y="842772"/>
                  <a:pt x="4550196" y="838866"/>
                  <a:pt x="4543338" y="844581"/>
                </a:cubicBezTo>
                <a:cubicBezTo>
                  <a:pt x="4538385" y="848772"/>
                  <a:pt x="4538861" y="837152"/>
                  <a:pt x="4540671" y="835914"/>
                </a:cubicBezTo>
                <a:cubicBezTo>
                  <a:pt x="4542481" y="834675"/>
                  <a:pt x="4544005" y="830770"/>
                  <a:pt x="4542195" y="826008"/>
                </a:cubicBezTo>
                <a:cubicBezTo>
                  <a:pt x="4540385" y="821150"/>
                  <a:pt x="4538861" y="822674"/>
                  <a:pt x="4537337" y="826579"/>
                </a:cubicBezTo>
                <a:cubicBezTo>
                  <a:pt x="4534956" y="832770"/>
                  <a:pt x="4523621" y="830103"/>
                  <a:pt x="4524479" y="828389"/>
                </a:cubicBezTo>
                <a:cubicBezTo>
                  <a:pt x="4525431" y="826579"/>
                  <a:pt x="4525431" y="826293"/>
                  <a:pt x="4524193" y="820007"/>
                </a:cubicBezTo>
                <a:cubicBezTo>
                  <a:pt x="4522955" y="813720"/>
                  <a:pt x="4520288" y="814006"/>
                  <a:pt x="4520002" y="815816"/>
                </a:cubicBezTo>
                <a:cubicBezTo>
                  <a:pt x="4519716" y="817625"/>
                  <a:pt x="4517335" y="817625"/>
                  <a:pt x="4515811" y="815816"/>
                </a:cubicBezTo>
                <a:cubicBezTo>
                  <a:pt x="4514287" y="814006"/>
                  <a:pt x="4511620" y="813149"/>
                  <a:pt x="4506191" y="811053"/>
                </a:cubicBezTo>
                <a:cubicBezTo>
                  <a:pt x="4497999" y="807910"/>
                  <a:pt x="4504667" y="806005"/>
                  <a:pt x="4511048" y="807910"/>
                </a:cubicBezTo>
                <a:cubicBezTo>
                  <a:pt x="4514763" y="808291"/>
                  <a:pt x="4518668" y="808100"/>
                  <a:pt x="4519716" y="808386"/>
                </a:cubicBezTo>
                <a:cubicBezTo>
                  <a:pt x="4526669" y="810482"/>
                  <a:pt x="4523621" y="808100"/>
                  <a:pt x="4521240" y="806862"/>
                </a:cubicBezTo>
                <a:cubicBezTo>
                  <a:pt x="4518764" y="805624"/>
                  <a:pt x="4519049" y="804481"/>
                  <a:pt x="4511906" y="805338"/>
                </a:cubicBezTo>
                <a:cubicBezTo>
                  <a:pt x="4504667" y="806291"/>
                  <a:pt x="4500857" y="801814"/>
                  <a:pt x="4500571" y="794289"/>
                </a:cubicBezTo>
                <a:cubicBezTo>
                  <a:pt x="4500190" y="785526"/>
                  <a:pt x="4498380" y="789431"/>
                  <a:pt x="4497523" y="793051"/>
                </a:cubicBezTo>
                <a:cubicBezTo>
                  <a:pt x="4496666" y="796671"/>
                  <a:pt x="4493999" y="798766"/>
                  <a:pt x="4494856" y="802386"/>
                </a:cubicBezTo>
                <a:cubicBezTo>
                  <a:pt x="4495808" y="805910"/>
                  <a:pt x="4491998" y="803052"/>
                  <a:pt x="4490760" y="801243"/>
                </a:cubicBezTo>
                <a:cubicBezTo>
                  <a:pt x="4489617" y="799433"/>
                  <a:pt x="4489808" y="799433"/>
                  <a:pt x="4485331" y="797337"/>
                </a:cubicBezTo>
                <a:cubicBezTo>
                  <a:pt x="4480854" y="795242"/>
                  <a:pt x="4482378" y="790670"/>
                  <a:pt x="4479044" y="790098"/>
                </a:cubicBezTo>
                <a:cubicBezTo>
                  <a:pt x="4475711" y="789431"/>
                  <a:pt x="4476949" y="784955"/>
                  <a:pt x="4471234" y="782574"/>
                </a:cubicBezTo>
                <a:cubicBezTo>
                  <a:pt x="4466852" y="780669"/>
                  <a:pt x="4471520" y="776287"/>
                  <a:pt x="4470662" y="774477"/>
                </a:cubicBezTo>
                <a:cubicBezTo>
                  <a:pt x="4469805" y="772668"/>
                  <a:pt x="4467710" y="772382"/>
                  <a:pt x="4467710" y="766952"/>
                </a:cubicBezTo>
                <a:cubicBezTo>
                  <a:pt x="4467710" y="763714"/>
                  <a:pt x="4466852" y="763143"/>
                  <a:pt x="4465995" y="763524"/>
                </a:cubicBezTo>
                <a:lnTo>
                  <a:pt x="4463359" y="760980"/>
                </a:lnTo>
                <a:lnTo>
                  <a:pt x="4464757" y="764476"/>
                </a:lnTo>
                <a:cubicBezTo>
                  <a:pt x="4464185" y="764762"/>
                  <a:pt x="4464376" y="765238"/>
                  <a:pt x="4464185" y="766000"/>
                </a:cubicBezTo>
                <a:cubicBezTo>
                  <a:pt x="4463614" y="767810"/>
                  <a:pt x="4464471" y="771715"/>
                  <a:pt x="4465424" y="773810"/>
                </a:cubicBezTo>
                <a:cubicBezTo>
                  <a:pt x="4466281" y="775906"/>
                  <a:pt x="4464852" y="778573"/>
                  <a:pt x="4463614" y="777430"/>
                </a:cubicBezTo>
                <a:cubicBezTo>
                  <a:pt x="4462376" y="776192"/>
                  <a:pt x="4461518" y="776573"/>
                  <a:pt x="4458851" y="776858"/>
                </a:cubicBezTo>
                <a:cubicBezTo>
                  <a:pt x="4455518" y="777144"/>
                  <a:pt x="4450755" y="769715"/>
                  <a:pt x="4454089" y="767905"/>
                </a:cubicBezTo>
                <a:cubicBezTo>
                  <a:pt x="4455803" y="766952"/>
                  <a:pt x="4456185" y="766095"/>
                  <a:pt x="4454946" y="765238"/>
                </a:cubicBezTo>
                <a:cubicBezTo>
                  <a:pt x="4453708" y="764381"/>
                  <a:pt x="4453136" y="762571"/>
                  <a:pt x="4453422" y="760475"/>
                </a:cubicBezTo>
                <a:cubicBezTo>
                  <a:pt x="4453708" y="758380"/>
                  <a:pt x="4451898" y="757808"/>
                  <a:pt x="4450755" y="757808"/>
                </a:cubicBezTo>
                <a:cubicBezTo>
                  <a:pt x="4449517" y="757808"/>
                  <a:pt x="4446850" y="757523"/>
                  <a:pt x="4445707" y="755713"/>
                </a:cubicBezTo>
                <a:cubicBezTo>
                  <a:pt x="4444469" y="753903"/>
                  <a:pt x="4442659" y="752379"/>
                  <a:pt x="4439135" y="751808"/>
                </a:cubicBezTo>
                <a:cubicBezTo>
                  <a:pt x="4435515" y="751236"/>
                  <a:pt x="4436468" y="755999"/>
                  <a:pt x="4436753" y="760190"/>
                </a:cubicBezTo>
                <a:cubicBezTo>
                  <a:pt x="4437039" y="764381"/>
                  <a:pt x="4437325" y="766190"/>
                  <a:pt x="4433801" y="765905"/>
                </a:cubicBezTo>
                <a:cubicBezTo>
                  <a:pt x="4430181" y="765619"/>
                  <a:pt x="4430467" y="764095"/>
                  <a:pt x="4431419" y="762571"/>
                </a:cubicBezTo>
                <a:cubicBezTo>
                  <a:pt x="4432277" y="761047"/>
                  <a:pt x="4433515" y="758951"/>
                  <a:pt x="4431134" y="755713"/>
                </a:cubicBezTo>
                <a:cubicBezTo>
                  <a:pt x="4428752" y="752379"/>
                  <a:pt x="4428752" y="750950"/>
                  <a:pt x="4431991" y="749712"/>
                </a:cubicBezTo>
                <a:cubicBezTo>
                  <a:pt x="4435325" y="748474"/>
                  <a:pt x="4435610" y="746093"/>
                  <a:pt x="4433515" y="746093"/>
                </a:cubicBezTo>
                <a:cubicBezTo>
                  <a:pt x="4431419" y="746093"/>
                  <a:pt x="4429324" y="746378"/>
                  <a:pt x="4426657" y="744569"/>
                </a:cubicBezTo>
                <a:cubicBezTo>
                  <a:pt x="4425038" y="743521"/>
                  <a:pt x="4418847" y="743997"/>
                  <a:pt x="4419513" y="740663"/>
                </a:cubicBezTo>
                <a:cubicBezTo>
                  <a:pt x="4419799" y="738854"/>
                  <a:pt x="4419513" y="737711"/>
                  <a:pt x="4415036" y="736472"/>
                </a:cubicBezTo>
                <a:cubicBezTo>
                  <a:pt x="4410560" y="735234"/>
                  <a:pt x="4403035" y="733139"/>
                  <a:pt x="4403607" y="730472"/>
                </a:cubicBezTo>
                <a:cubicBezTo>
                  <a:pt x="4404178" y="727805"/>
                  <a:pt x="4403321" y="725709"/>
                  <a:pt x="4396749" y="728090"/>
                </a:cubicBezTo>
                <a:cubicBezTo>
                  <a:pt x="4390176" y="730472"/>
                  <a:pt x="4393510" y="726852"/>
                  <a:pt x="4391224" y="724566"/>
                </a:cubicBezTo>
                <a:cubicBezTo>
                  <a:pt x="4389986" y="723328"/>
                  <a:pt x="4389319" y="717899"/>
                  <a:pt x="4392558" y="718756"/>
                </a:cubicBezTo>
                <a:cubicBezTo>
                  <a:pt x="4395891" y="719613"/>
                  <a:pt x="4397034" y="713327"/>
                  <a:pt x="4390748" y="715422"/>
                </a:cubicBezTo>
                <a:cubicBezTo>
                  <a:pt x="4384461" y="717518"/>
                  <a:pt x="4383033" y="712660"/>
                  <a:pt x="4385604" y="709993"/>
                </a:cubicBezTo>
                <a:cubicBezTo>
                  <a:pt x="4388938" y="706659"/>
                  <a:pt x="4387985" y="703421"/>
                  <a:pt x="4384080" y="707897"/>
                </a:cubicBezTo>
                <a:cubicBezTo>
                  <a:pt x="4380175" y="712374"/>
                  <a:pt x="4375127" y="706088"/>
                  <a:pt x="4374460" y="699801"/>
                </a:cubicBezTo>
                <a:cubicBezTo>
                  <a:pt x="4373889" y="693515"/>
                  <a:pt x="4370841" y="696182"/>
                  <a:pt x="4372365" y="700658"/>
                </a:cubicBezTo>
                <a:cubicBezTo>
                  <a:pt x="4373889" y="705135"/>
                  <a:pt x="4364364" y="705992"/>
                  <a:pt x="4359792" y="701325"/>
                </a:cubicBezTo>
                <a:cubicBezTo>
                  <a:pt x="4354076" y="695610"/>
                  <a:pt x="4356172" y="704278"/>
                  <a:pt x="4357982" y="706373"/>
                </a:cubicBezTo>
                <a:cubicBezTo>
                  <a:pt x="4359792" y="708469"/>
                  <a:pt x="4355601" y="708469"/>
                  <a:pt x="4354458" y="706659"/>
                </a:cubicBezTo>
                <a:cubicBezTo>
                  <a:pt x="4353219" y="704849"/>
                  <a:pt x="4351505" y="703040"/>
                  <a:pt x="4350838" y="704849"/>
                </a:cubicBezTo>
                <a:cubicBezTo>
                  <a:pt x="4350267" y="706659"/>
                  <a:pt x="4347218" y="706659"/>
                  <a:pt x="4346361" y="704564"/>
                </a:cubicBezTo>
                <a:cubicBezTo>
                  <a:pt x="4345504" y="702468"/>
                  <a:pt x="4341884" y="701611"/>
                  <a:pt x="4340932" y="698849"/>
                </a:cubicBezTo>
                <a:cubicBezTo>
                  <a:pt x="4340075" y="696182"/>
                  <a:pt x="4339408" y="692848"/>
                  <a:pt x="4336741" y="694943"/>
                </a:cubicBezTo>
                <a:cubicBezTo>
                  <a:pt x="4334074" y="697039"/>
                  <a:pt x="4332836" y="694658"/>
                  <a:pt x="4328073" y="694086"/>
                </a:cubicBezTo>
                <a:cubicBezTo>
                  <a:pt x="4323311" y="693515"/>
                  <a:pt x="4326549" y="698277"/>
                  <a:pt x="4331978" y="697991"/>
                </a:cubicBezTo>
                <a:cubicBezTo>
                  <a:pt x="4337408" y="697706"/>
                  <a:pt x="4337408" y="700373"/>
                  <a:pt x="4335598" y="700658"/>
                </a:cubicBezTo>
                <a:cubicBezTo>
                  <a:pt x="4333788" y="700944"/>
                  <a:pt x="4334741" y="703325"/>
                  <a:pt x="4336455" y="703040"/>
                </a:cubicBezTo>
                <a:cubicBezTo>
                  <a:pt x="4338265" y="702754"/>
                  <a:pt x="4340075" y="702754"/>
                  <a:pt x="4342456" y="706373"/>
                </a:cubicBezTo>
                <a:cubicBezTo>
                  <a:pt x="4344837" y="709993"/>
                  <a:pt x="4341218" y="709040"/>
                  <a:pt x="4341218" y="710850"/>
                </a:cubicBezTo>
                <a:cubicBezTo>
                  <a:pt x="4341218" y="712660"/>
                  <a:pt x="4336455" y="713803"/>
                  <a:pt x="4335217" y="712088"/>
                </a:cubicBezTo>
                <a:cubicBezTo>
                  <a:pt x="4333979" y="710279"/>
                  <a:pt x="4333693" y="709707"/>
                  <a:pt x="4330455" y="709993"/>
                </a:cubicBezTo>
                <a:lnTo>
                  <a:pt x="4328645" y="709421"/>
                </a:lnTo>
                <a:cubicBezTo>
                  <a:pt x="4326835" y="709136"/>
                  <a:pt x="4317596" y="707897"/>
                  <a:pt x="4315119" y="703706"/>
                </a:cubicBezTo>
                <a:cubicBezTo>
                  <a:pt x="4312738" y="699515"/>
                  <a:pt x="4306547" y="695515"/>
                  <a:pt x="4306547" y="695515"/>
                </a:cubicBezTo>
                <a:lnTo>
                  <a:pt x="4308867" y="686976"/>
                </a:lnTo>
                <a:lnTo>
                  <a:pt x="4308642" y="686752"/>
                </a:lnTo>
                <a:cubicBezTo>
                  <a:pt x="4312547" y="680751"/>
                  <a:pt x="4308356" y="680751"/>
                  <a:pt x="4304737" y="677132"/>
                </a:cubicBezTo>
                <a:cubicBezTo>
                  <a:pt x="4301117" y="673512"/>
                  <a:pt x="4299879" y="677418"/>
                  <a:pt x="4303213" y="679513"/>
                </a:cubicBezTo>
                <a:cubicBezTo>
                  <a:pt x="4305213" y="680847"/>
                  <a:pt x="4306356" y="682656"/>
                  <a:pt x="4305689" y="685134"/>
                </a:cubicBezTo>
                <a:lnTo>
                  <a:pt x="4301614" y="684353"/>
                </a:lnTo>
                <a:lnTo>
                  <a:pt x="4303117" y="685323"/>
                </a:lnTo>
                <a:cubicBezTo>
                  <a:pt x="4305594" y="685418"/>
                  <a:pt x="4305118" y="685895"/>
                  <a:pt x="4305118" y="685895"/>
                </a:cubicBezTo>
                <a:cubicBezTo>
                  <a:pt x="4304737" y="687419"/>
                  <a:pt x="4303498" y="689324"/>
                  <a:pt x="4301498" y="691419"/>
                </a:cubicBezTo>
                <a:cubicBezTo>
                  <a:pt x="4296069" y="696849"/>
                  <a:pt x="4292545" y="693800"/>
                  <a:pt x="4293688" y="691419"/>
                </a:cubicBezTo>
                <a:cubicBezTo>
                  <a:pt x="4294926" y="689038"/>
                  <a:pt x="4292830" y="685990"/>
                  <a:pt x="4289211" y="690562"/>
                </a:cubicBezTo>
                <a:cubicBezTo>
                  <a:pt x="4285591" y="695039"/>
                  <a:pt x="4281400" y="691800"/>
                  <a:pt x="4281400" y="690276"/>
                </a:cubicBezTo>
                <a:cubicBezTo>
                  <a:pt x="4281400" y="688752"/>
                  <a:pt x="4282258" y="686371"/>
                  <a:pt x="4279305" y="684561"/>
                </a:cubicBezTo>
                <a:cubicBezTo>
                  <a:pt x="4276352" y="682752"/>
                  <a:pt x="4276638" y="679799"/>
                  <a:pt x="4279019" y="679513"/>
                </a:cubicBezTo>
                <a:cubicBezTo>
                  <a:pt x="4281400" y="679227"/>
                  <a:pt x="4282353" y="680751"/>
                  <a:pt x="4284163" y="685228"/>
                </a:cubicBezTo>
                <a:cubicBezTo>
                  <a:pt x="4285972" y="689705"/>
                  <a:pt x="4291688" y="685514"/>
                  <a:pt x="4287115" y="683704"/>
                </a:cubicBezTo>
                <a:cubicBezTo>
                  <a:pt x="4285115" y="682942"/>
                  <a:pt x="4283782" y="681608"/>
                  <a:pt x="4286830" y="681037"/>
                </a:cubicBezTo>
                <a:cubicBezTo>
                  <a:pt x="4289878" y="680466"/>
                  <a:pt x="4288354" y="678656"/>
                  <a:pt x="4286830" y="678370"/>
                </a:cubicBezTo>
                <a:cubicBezTo>
                  <a:pt x="4285306" y="678084"/>
                  <a:pt x="4282639" y="678370"/>
                  <a:pt x="4279019" y="674465"/>
                </a:cubicBezTo>
                <a:cubicBezTo>
                  <a:pt x="4275400" y="670560"/>
                  <a:pt x="4273304" y="674465"/>
                  <a:pt x="4273876" y="677132"/>
                </a:cubicBezTo>
                <a:cubicBezTo>
                  <a:pt x="4274447" y="679799"/>
                  <a:pt x="4273304" y="681037"/>
                  <a:pt x="4272066" y="682180"/>
                </a:cubicBezTo>
                <a:cubicBezTo>
                  <a:pt x="4270828" y="683418"/>
                  <a:pt x="4267589" y="688466"/>
                  <a:pt x="4263113" y="685799"/>
                </a:cubicBezTo>
                <a:cubicBezTo>
                  <a:pt x="4258731" y="683133"/>
                  <a:pt x="4258064" y="687038"/>
                  <a:pt x="4254730" y="685514"/>
                </a:cubicBezTo>
                <a:cubicBezTo>
                  <a:pt x="4249587" y="683133"/>
                  <a:pt x="4254445" y="680751"/>
                  <a:pt x="4253206" y="678275"/>
                </a:cubicBezTo>
                <a:cubicBezTo>
                  <a:pt x="4251111" y="674084"/>
                  <a:pt x="4250254" y="675893"/>
                  <a:pt x="4249015" y="678846"/>
                </a:cubicBezTo>
                <a:cubicBezTo>
                  <a:pt x="4247777" y="681799"/>
                  <a:pt x="4243300" y="681513"/>
                  <a:pt x="4240633" y="679704"/>
                </a:cubicBezTo>
                <a:cubicBezTo>
                  <a:pt x="4237966" y="677894"/>
                  <a:pt x="4231394" y="677322"/>
                  <a:pt x="4228632" y="679132"/>
                </a:cubicBezTo>
                <a:cubicBezTo>
                  <a:pt x="4225965" y="680942"/>
                  <a:pt x="4214249" y="683037"/>
                  <a:pt x="4212725" y="681799"/>
                </a:cubicBezTo>
                <a:cubicBezTo>
                  <a:pt x="4211201" y="680561"/>
                  <a:pt x="4210058" y="679132"/>
                  <a:pt x="4206724" y="679132"/>
                </a:cubicBezTo>
                <a:cubicBezTo>
                  <a:pt x="4203391" y="679132"/>
                  <a:pt x="4200438" y="677894"/>
                  <a:pt x="4202533" y="674084"/>
                </a:cubicBezTo>
                <a:cubicBezTo>
                  <a:pt x="4204629" y="670179"/>
                  <a:pt x="4198914" y="671702"/>
                  <a:pt x="4197771" y="673512"/>
                </a:cubicBezTo>
                <a:cubicBezTo>
                  <a:pt x="4196533" y="675322"/>
                  <a:pt x="4193866" y="677418"/>
                  <a:pt x="4192056" y="676846"/>
                </a:cubicBezTo>
                <a:cubicBezTo>
                  <a:pt x="4190246" y="676274"/>
                  <a:pt x="4185484" y="676846"/>
                  <a:pt x="4183960" y="677418"/>
                </a:cubicBezTo>
                <a:cubicBezTo>
                  <a:pt x="4182436" y="677989"/>
                  <a:pt x="4178626" y="679322"/>
                  <a:pt x="4181579" y="673798"/>
                </a:cubicBezTo>
                <a:cubicBezTo>
                  <a:pt x="4184912" y="667797"/>
                  <a:pt x="4179959" y="669512"/>
                  <a:pt x="4177673" y="673227"/>
                </a:cubicBezTo>
                <a:cubicBezTo>
                  <a:pt x="4176149" y="675608"/>
                  <a:pt x="4169291" y="672941"/>
                  <a:pt x="4172530" y="669321"/>
                </a:cubicBezTo>
                <a:cubicBezTo>
                  <a:pt x="4174530" y="667131"/>
                  <a:pt x="4168434" y="671417"/>
                  <a:pt x="4168910" y="667797"/>
                </a:cubicBezTo>
                <a:cubicBezTo>
                  <a:pt x="4169196" y="665511"/>
                  <a:pt x="4166529" y="660272"/>
                  <a:pt x="4168053" y="659129"/>
                </a:cubicBezTo>
                <a:cubicBezTo>
                  <a:pt x="4171196" y="656653"/>
                  <a:pt x="4166243" y="656748"/>
                  <a:pt x="4164433" y="659987"/>
                </a:cubicBezTo>
                <a:cubicBezTo>
                  <a:pt x="4162624" y="663320"/>
                  <a:pt x="4162338" y="661225"/>
                  <a:pt x="4158147" y="664178"/>
                </a:cubicBezTo>
                <a:cubicBezTo>
                  <a:pt x="4153956" y="667131"/>
                  <a:pt x="4154242" y="664559"/>
                  <a:pt x="4154242" y="664559"/>
                </a:cubicBezTo>
                <a:cubicBezTo>
                  <a:pt x="4154718" y="668940"/>
                  <a:pt x="4149384" y="668369"/>
                  <a:pt x="4146431" y="666845"/>
                </a:cubicBezTo>
                <a:cubicBezTo>
                  <a:pt x="4143479" y="665321"/>
                  <a:pt x="4144621" y="664178"/>
                  <a:pt x="4145860" y="660558"/>
                </a:cubicBezTo>
                <a:cubicBezTo>
                  <a:pt x="4147098" y="656939"/>
                  <a:pt x="4144621" y="656939"/>
                  <a:pt x="4143764" y="658749"/>
                </a:cubicBezTo>
                <a:cubicBezTo>
                  <a:pt x="4142907" y="660558"/>
                  <a:pt x="4143479" y="661701"/>
                  <a:pt x="4139002" y="659987"/>
                </a:cubicBezTo>
                <a:cubicBezTo>
                  <a:pt x="4134525" y="658177"/>
                  <a:pt x="4136906" y="662082"/>
                  <a:pt x="4136906" y="662082"/>
                </a:cubicBezTo>
                <a:cubicBezTo>
                  <a:pt x="4136906" y="662082"/>
                  <a:pt x="4139097" y="664368"/>
                  <a:pt x="4136621" y="665416"/>
                </a:cubicBezTo>
                <a:cubicBezTo>
                  <a:pt x="4136621" y="665416"/>
                  <a:pt x="4134715" y="667226"/>
                  <a:pt x="4134525" y="671131"/>
                </a:cubicBezTo>
                <a:cubicBezTo>
                  <a:pt x="4134239" y="677989"/>
                  <a:pt x="4140240" y="665987"/>
                  <a:pt x="4142336" y="671131"/>
                </a:cubicBezTo>
                <a:cubicBezTo>
                  <a:pt x="4144431" y="676179"/>
                  <a:pt x="4142050" y="673798"/>
                  <a:pt x="4138145" y="677989"/>
                </a:cubicBezTo>
                <a:cubicBezTo>
                  <a:pt x="4134239" y="682180"/>
                  <a:pt x="4137859" y="682752"/>
                  <a:pt x="4139002" y="680942"/>
                </a:cubicBezTo>
                <a:cubicBezTo>
                  <a:pt x="4140240" y="679132"/>
                  <a:pt x="4142336" y="678846"/>
                  <a:pt x="4144717" y="676465"/>
                </a:cubicBezTo>
                <a:cubicBezTo>
                  <a:pt x="4147098" y="674084"/>
                  <a:pt x="4148622" y="677703"/>
                  <a:pt x="4147384" y="679132"/>
                </a:cubicBezTo>
                <a:cubicBezTo>
                  <a:pt x="4146146" y="680656"/>
                  <a:pt x="4145574" y="682466"/>
                  <a:pt x="4146526" y="687514"/>
                </a:cubicBezTo>
                <a:cubicBezTo>
                  <a:pt x="4147384" y="692658"/>
                  <a:pt x="4144145" y="692943"/>
                  <a:pt x="4139954" y="695039"/>
                </a:cubicBezTo>
                <a:cubicBezTo>
                  <a:pt x="4135763" y="697134"/>
                  <a:pt x="4136621" y="691133"/>
                  <a:pt x="4132811" y="688466"/>
                </a:cubicBezTo>
                <a:cubicBezTo>
                  <a:pt x="4128905" y="685799"/>
                  <a:pt x="4131287" y="691514"/>
                  <a:pt x="4132239" y="693896"/>
                </a:cubicBezTo>
                <a:cubicBezTo>
                  <a:pt x="4133477" y="697325"/>
                  <a:pt x="4129667" y="700849"/>
                  <a:pt x="4128905" y="697801"/>
                </a:cubicBezTo>
                <a:cubicBezTo>
                  <a:pt x="4127667" y="692753"/>
                  <a:pt x="4125286" y="699897"/>
                  <a:pt x="4125286" y="699897"/>
                </a:cubicBezTo>
                <a:cubicBezTo>
                  <a:pt x="4125286" y="702278"/>
                  <a:pt x="4123762" y="706183"/>
                  <a:pt x="4121666" y="702945"/>
                </a:cubicBezTo>
                <a:cubicBezTo>
                  <a:pt x="4119571" y="699611"/>
                  <a:pt x="4118999" y="704754"/>
                  <a:pt x="4119571" y="707135"/>
                </a:cubicBezTo>
                <a:cubicBezTo>
                  <a:pt x="4120142" y="709517"/>
                  <a:pt x="4119856" y="713136"/>
                  <a:pt x="4117189" y="710755"/>
                </a:cubicBezTo>
                <a:cubicBezTo>
                  <a:pt x="4114522" y="708374"/>
                  <a:pt x="4112713" y="714089"/>
                  <a:pt x="4107855" y="714375"/>
                </a:cubicBezTo>
                <a:cubicBezTo>
                  <a:pt x="4103092" y="714660"/>
                  <a:pt x="4103378" y="711327"/>
                  <a:pt x="4106045" y="710183"/>
                </a:cubicBezTo>
                <a:cubicBezTo>
                  <a:pt x="4108712" y="708945"/>
                  <a:pt x="4108426" y="705135"/>
                  <a:pt x="4112046" y="702087"/>
                </a:cubicBezTo>
                <a:cubicBezTo>
                  <a:pt x="4115665" y="699135"/>
                  <a:pt x="4113570" y="697896"/>
                  <a:pt x="4107569" y="703325"/>
                </a:cubicBezTo>
                <a:cubicBezTo>
                  <a:pt x="4101568" y="708755"/>
                  <a:pt x="4098616" y="697610"/>
                  <a:pt x="4099759" y="695515"/>
                </a:cubicBezTo>
                <a:cubicBezTo>
                  <a:pt x="4100997" y="693420"/>
                  <a:pt x="4100997" y="687990"/>
                  <a:pt x="4099187" y="683799"/>
                </a:cubicBezTo>
                <a:cubicBezTo>
                  <a:pt x="4097378" y="679608"/>
                  <a:pt x="4099473" y="677227"/>
                  <a:pt x="4101283" y="672750"/>
                </a:cubicBezTo>
                <a:cubicBezTo>
                  <a:pt x="4103092" y="668274"/>
                  <a:pt x="4107283" y="669131"/>
                  <a:pt x="4108141" y="669131"/>
                </a:cubicBezTo>
                <a:cubicBezTo>
                  <a:pt x="4108998" y="669131"/>
                  <a:pt x="4111474" y="670655"/>
                  <a:pt x="4112903" y="669702"/>
                </a:cubicBezTo>
                <a:cubicBezTo>
                  <a:pt x="4114427" y="668845"/>
                  <a:pt x="4118047" y="668845"/>
                  <a:pt x="4120142" y="669702"/>
                </a:cubicBezTo>
                <a:cubicBezTo>
                  <a:pt x="4122238" y="670560"/>
                  <a:pt x="4124905" y="670560"/>
                  <a:pt x="4125857" y="669416"/>
                </a:cubicBezTo>
                <a:cubicBezTo>
                  <a:pt x="4126714" y="668178"/>
                  <a:pt x="4123190" y="665797"/>
                  <a:pt x="4118618" y="667035"/>
                </a:cubicBezTo>
                <a:cubicBezTo>
                  <a:pt x="4114141" y="668274"/>
                  <a:pt x="4115665" y="666178"/>
                  <a:pt x="4118047" y="660463"/>
                </a:cubicBezTo>
                <a:cubicBezTo>
                  <a:pt x="4120428" y="654748"/>
                  <a:pt x="4117761" y="652938"/>
                  <a:pt x="4115665" y="658939"/>
                </a:cubicBezTo>
                <a:cubicBezTo>
                  <a:pt x="4113570" y="664940"/>
                  <a:pt x="4112046" y="661320"/>
                  <a:pt x="4107283" y="663416"/>
                </a:cubicBezTo>
                <a:cubicBezTo>
                  <a:pt x="4102521" y="665511"/>
                  <a:pt x="4106331" y="660749"/>
                  <a:pt x="4103950" y="657415"/>
                </a:cubicBezTo>
                <a:cubicBezTo>
                  <a:pt x="4101759" y="654367"/>
                  <a:pt x="4101283" y="655320"/>
                  <a:pt x="4100997" y="657129"/>
                </a:cubicBezTo>
                <a:cubicBezTo>
                  <a:pt x="4100711" y="658939"/>
                  <a:pt x="4099473" y="659796"/>
                  <a:pt x="4097378" y="661892"/>
                </a:cubicBezTo>
                <a:cubicBezTo>
                  <a:pt x="4093948" y="665321"/>
                  <a:pt x="4090520" y="670560"/>
                  <a:pt x="4091948" y="673893"/>
                </a:cubicBezTo>
                <a:cubicBezTo>
                  <a:pt x="4093472" y="677227"/>
                  <a:pt x="4092520" y="678656"/>
                  <a:pt x="4090710" y="679322"/>
                </a:cubicBezTo>
                <a:cubicBezTo>
                  <a:pt x="4088900" y="679894"/>
                  <a:pt x="4087757" y="681132"/>
                  <a:pt x="4087090" y="682275"/>
                </a:cubicBezTo>
                <a:cubicBezTo>
                  <a:pt x="4086519" y="683514"/>
                  <a:pt x="4088329" y="688276"/>
                  <a:pt x="4081090" y="685609"/>
                </a:cubicBezTo>
                <a:cubicBezTo>
                  <a:pt x="4073946" y="682942"/>
                  <a:pt x="4079851" y="688562"/>
                  <a:pt x="4082614" y="689800"/>
                </a:cubicBezTo>
                <a:cubicBezTo>
                  <a:pt x="4085281" y="691038"/>
                  <a:pt x="4088329" y="697610"/>
                  <a:pt x="4086805" y="699420"/>
                </a:cubicBezTo>
                <a:cubicBezTo>
                  <a:pt x="4085281" y="701230"/>
                  <a:pt x="4084995" y="705993"/>
                  <a:pt x="4084138" y="707802"/>
                </a:cubicBezTo>
                <a:cubicBezTo>
                  <a:pt x="4081756" y="712660"/>
                  <a:pt x="4078423" y="710088"/>
                  <a:pt x="4076613" y="710088"/>
                </a:cubicBezTo>
                <a:cubicBezTo>
                  <a:pt x="4072993" y="710088"/>
                  <a:pt x="4075756" y="710564"/>
                  <a:pt x="4072041" y="709612"/>
                </a:cubicBezTo>
                <a:cubicBezTo>
                  <a:pt x="4069564" y="708945"/>
                  <a:pt x="4073279" y="707707"/>
                  <a:pt x="4070041" y="710183"/>
                </a:cubicBezTo>
                <a:cubicBezTo>
                  <a:pt x="4066707" y="712565"/>
                  <a:pt x="4068803" y="714946"/>
                  <a:pt x="4070041" y="714375"/>
                </a:cubicBezTo>
                <a:cubicBezTo>
                  <a:pt x="4069946" y="715422"/>
                  <a:pt x="4077089" y="721518"/>
                  <a:pt x="4082042" y="721899"/>
                </a:cubicBezTo>
                <a:cubicBezTo>
                  <a:pt x="4086709" y="724852"/>
                  <a:pt x="4083280" y="732091"/>
                  <a:pt x="4079375" y="732091"/>
                </a:cubicBezTo>
                <a:cubicBezTo>
                  <a:pt x="4075470" y="732091"/>
                  <a:pt x="4076994" y="739616"/>
                  <a:pt x="4078804" y="741711"/>
                </a:cubicBezTo>
                <a:cubicBezTo>
                  <a:pt x="4080613" y="743807"/>
                  <a:pt x="4077565" y="745331"/>
                  <a:pt x="4075756" y="743521"/>
                </a:cubicBezTo>
                <a:cubicBezTo>
                  <a:pt x="4073946" y="741711"/>
                  <a:pt x="4072422" y="742950"/>
                  <a:pt x="4072422" y="744093"/>
                </a:cubicBezTo>
                <a:cubicBezTo>
                  <a:pt x="4072422" y="745331"/>
                  <a:pt x="4072136" y="746950"/>
                  <a:pt x="4069088" y="749141"/>
                </a:cubicBezTo>
                <a:cubicBezTo>
                  <a:pt x="4065754" y="751522"/>
                  <a:pt x="4069374" y="755141"/>
                  <a:pt x="4065469" y="754284"/>
                </a:cubicBezTo>
                <a:cubicBezTo>
                  <a:pt x="4062992" y="753713"/>
                  <a:pt x="4061278" y="757904"/>
                  <a:pt x="4057372" y="758475"/>
                </a:cubicBezTo>
                <a:cubicBezTo>
                  <a:pt x="4053467" y="759047"/>
                  <a:pt x="4050800" y="762095"/>
                  <a:pt x="4052896" y="764476"/>
                </a:cubicBezTo>
                <a:cubicBezTo>
                  <a:pt x="4054991" y="766857"/>
                  <a:pt x="4053181" y="772858"/>
                  <a:pt x="4049276" y="776477"/>
                </a:cubicBezTo>
                <a:cubicBezTo>
                  <a:pt x="4045371" y="780097"/>
                  <a:pt x="4043561" y="779430"/>
                  <a:pt x="4041180" y="776763"/>
                </a:cubicBezTo>
                <a:cubicBezTo>
                  <a:pt x="4038799" y="774096"/>
                  <a:pt x="4036703" y="778859"/>
                  <a:pt x="4038227" y="780383"/>
                </a:cubicBezTo>
                <a:cubicBezTo>
                  <a:pt x="4039751" y="781907"/>
                  <a:pt x="4037941" y="783050"/>
                  <a:pt x="4036417" y="782478"/>
                </a:cubicBezTo>
                <a:cubicBezTo>
                  <a:pt x="4034893" y="781907"/>
                  <a:pt x="4031655" y="780954"/>
                  <a:pt x="4029559" y="782193"/>
                </a:cubicBezTo>
                <a:cubicBezTo>
                  <a:pt x="4026321" y="784098"/>
                  <a:pt x="4027464" y="785526"/>
                  <a:pt x="4031083" y="785526"/>
                </a:cubicBezTo>
                <a:cubicBezTo>
                  <a:pt x="4034703" y="785526"/>
                  <a:pt x="4034703" y="788193"/>
                  <a:pt x="4031655" y="787908"/>
                </a:cubicBezTo>
                <a:cubicBezTo>
                  <a:pt x="4028702" y="787622"/>
                  <a:pt x="4027464" y="790003"/>
                  <a:pt x="4027750" y="792670"/>
                </a:cubicBezTo>
                <a:cubicBezTo>
                  <a:pt x="4028036" y="795337"/>
                  <a:pt x="4027750" y="798099"/>
                  <a:pt x="4025654" y="797433"/>
                </a:cubicBezTo>
                <a:cubicBezTo>
                  <a:pt x="4023559" y="796861"/>
                  <a:pt x="4022321" y="800100"/>
                  <a:pt x="4018511" y="802576"/>
                </a:cubicBezTo>
                <a:cubicBezTo>
                  <a:pt x="4014605" y="804957"/>
                  <a:pt x="4016987" y="806767"/>
                  <a:pt x="4017272" y="808862"/>
                </a:cubicBezTo>
                <a:cubicBezTo>
                  <a:pt x="4017939" y="813339"/>
                  <a:pt x="4014891" y="812196"/>
                  <a:pt x="4014891" y="810387"/>
                </a:cubicBezTo>
                <a:cubicBezTo>
                  <a:pt x="4014891" y="808577"/>
                  <a:pt x="4014034" y="805910"/>
                  <a:pt x="4011938" y="803243"/>
                </a:cubicBezTo>
                <a:cubicBezTo>
                  <a:pt x="4009843" y="800576"/>
                  <a:pt x="4009271" y="808005"/>
                  <a:pt x="4007176" y="809243"/>
                </a:cubicBezTo>
                <a:cubicBezTo>
                  <a:pt x="4004699" y="810672"/>
                  <a:pt x="4002699" y="811053"/>
                  <a:pt x="4002413" y="813435"/>
                </a:cubicBezTo>
                <a:cubicBezTo>
                  <a:pt x="4002128" y="815816"/>
                  <a:pt x="3998794" y="817625"/>
                  <a:pt x="3996984" y="817625"/>
                </a:cubicBezTo>
                <a:cubicBezTo>
                  <a:pt x="3995174" y="817625"/>
                  <a:pt x="3994031" y="817054"/>
                  <a:pt x="3992507" y="818864"/>
                </a:cubicBezTo>
                <a:cubicBezTo>
                  <a:pt x="3990983" y="820674"/>
                  <a:pt x="3986221" y="820674"/>
                  <a:pt x="3987745" y="816483"/>
                </a:cubicBezTo>
                <a:cubicBezTo>
                  <a:pt x="3989269" y="812291"/>
                  <a:pt x="3986506" y="812291"/>
                  <a:pt x="3984411" y="813816"/>
                </a:cubicBezTo>
                <a:cubicBezTo>
                  <a:pt x="3982315" y="815339"/>
                  <a:pt x="3979648" y="819245"/>
                  <a:pt x="3980506" y="821626"/>
                </a:cubicBezTo>
                <a:cubicBezTo>
                  <a:pt x="3981363" y="824007"/>
                  <a:pt x="3980791" y="825531"/>
                  <a:pt x="3978696" y="825531"/>
                </a:cubicBezTo>
                <a:cubicBezTo>
                  <a:pt x="3976600" y="825531"/>
                  <a:pt x="3978410" y="827246"/>
                  <a:pt x="3975457" y="828008"/>
                </a:cubicBezTo>
                <a:cubicBezTo>
                  <a:pt x="3973648" y="828484"/>
                  <a:pt x="3973362" y="829437"/>
                  <a:pt x="3969171" y="828293"/>
                </a:cubicBezTo>
                <a:cubicBezTo>
                  <a:pt x="3964980" y="827055"/>
                  <a:pt x="3964694" y="829151"/>
                  <a:pt x="3965551" y="830389"/>
                </a:cubicBezTo>
                <a:cubicBezTo>
                  <a:pt x="3966409" y="831627"/>
                  <a:pt x="3967647" y="834008"/>
                  <a:pt x="3966123" y="835152"/>
                </a:cubicBezTo>
                <a:cubicBezTo>
                  <a:pt x="3964599" y="836390"/>
                  <a:pt x="3963742" y="832770"/>
                  <a:pt x="3961361" y="830675"/>
                </a:cubicBezTo>
                <a:cubicBezTo>
                  <a:pt x="3958979" y="828579"/>
                  <a:pt x="3961361" y="827055"/>
                  <a:pt x="3961075" y="824960"/>
                </a:cubicBezTo>
                <a:cubicBezTo>
                  <a:pt x="3960789" y="822864"/>
                  <a:pt x="3963456" y="821626"/>
                  <a:pt x="3963456" y="823436"/>
                </a:cubicBezTo>
                <a:cubicBezTo>
                  <a:pt x="3963456" y="825245"/>
                  <a:pt x="3965551" y="824960"/>
                  <a:pt x="3966123" y="823436"/>
                </a:cubicBezTo>
                <a:cubicBezTo>
                  <a:pt x="3966695" y="821912"/>
                  <a:pt x="3967933" y="820483"/>
                  <a:pt x="3969457" y="820102"/>
                </a:cubicBezTo>
                <a:cubicBezTo>
                  <a:pt x="3970981" y="819816"/>
                  <a:pt x="3972790" y="818578"/>
                  <a:pt x="3973362" y="815911"/>
                </a:cubicBezTo>
                <a:cubicBezTo>
                  <a:pt x="3973933" y="813244"/>
                  <a:pt x="3976981" y="811434"/>
                  <a:pt x="3979648" y="806577"/>
                </a:cubicBezTo>
                <a:cubicBezTo>
                  <a:pt x="3982315" y="801814"/>
                  <a:pt x="3985649" y="804767"/>
                  <a:pt x="3988316" y="802957"/>
                </a:cubicBezTo>
                <a:cubicBezTo>
                  <a:pt x="3990983" y="801147"/>
                  <a:pt x="3991936" y="804481"/>
                  <a:pt x="3990983" y="808672"/>
                </a:cubicBezTo>
                <a:cubicBezTo>
                  <a:pt x="3990126" y="812863"/>
                  <a:pt x="3995460" y="811339"/>
                  <a:pt x="3995174" y="810196"/>
                </a:cubicBezTo>
                <a:cubicBezTo>
                  <a:pt x="3994888" y="808958"/>
                  <a:pt x="3995746" y="806005"/>
                  <a:pt x="3998508" y="806577"/>
                </a:cubicBezTo>
                <a:cubicBezTo>
                  <a:pt x="4001175" y="807148"/>
                  <a:pt x="4003651" y="803910"/>
                  <a:pt x="3999365" y="804481"/>
                </a:cubicBezTo>
                <a:cubicBezTo>
                  <a:pt x="3993746" y="805338"/>
                  <a:pt x="3996031" y="801147"/>
                  <a:pt x="3998508" y="799337"/>
                </a:cubicBezTo>
                <a:cubicBezTo>
                  <a:pt x="4000889" y="797528"/>
                  <a:pt x="4005080" y="793337"/>
                  <a:pt x="4007462" y="793051"/>
                </a:cubicBezTo>
                <a:cubicBezTo>
                  <a:pt x="4009843" y="792765"/>
                  <a:pt x="4014986" y="790384"/>
                  <a:pt x="4015558" y="787050"/>
                </a:cubicBezTo>
                <a:cubicBezTo>
                  <a:pt x="4016129" y="783716"/>
                  <a:pt x="4017653" y="781050"/>
                  <a:pt x="4020034" y="784955"/>
                </a:cubicBezTo>
                <a:cubicBezTo>
                  <a:pt x="4022416" y="788860"/>
                  <a:pt x="4024511" y="782288"/>
                  <a:pt x="4021273" y="781335"/>
                </a:cubicBezTo>
                <a:cubicBezTo>
                  <a:pt x="4017939" y="780478"/>
                  <a:pt x="4016224" y="774477"/>
                  <a:pt x="4020034" y="772668"/>
                </a:cubicBezTo>
                <a:cubicBezTo>
                  <a:pt x="4023940" y="770858"/>
                  <a:pt x="4021273" y="770286"/>
                  <a:pt x="4022130" y="767905"/>
                </a:cubicBezTo>
                <a:cubicBezTo>
                  <a:pt x="4022987" y="765524"/>
                  <a:pt x="4025083" y="761047"/>
                  <a:pt x="4029940" y="765810"/>
                </a:cubicBezTo>
                <a:cubicBezTo>
                  <a:pt x="4034703" y="770572"/>
                  <a:pt x="4032893" y="764571"/>
                  <a:pt x="4029940" y="761904"/>
                </a:cubicBezTo>
                <a:cubicBezTo>
                  <a:pt x="4026988" y="759237"/>
                  <a:pt x="4024797" y="752093"/>
                  <a:pt x="4026607" y="749045"/>
                </a:cubicBezTo>
                <a:cubicBezTo>
                  <a:pt x="4028416" y="746093"/>
                  <a:pt x="4027559" y="747807"/>
                  <a:pt x="4024797" y="746283"/>
                </a:cubicBezTo>
                <a:cubicBezTo>
                  <a:pt x="4021178" y="744283"/>
                  <a:pt x="4026607" y="737901"/>
                  <a:pt x="4029940" y="734091"/>
                </a:cubicBezTo>
                <a:cubicBezTo>
                  <a:pt x="4033274" y="730186"/>
                  <a:pt x="4032036" y="727519"/>
                  <a:pt x="4029083" y="728662"/>
                </a:cubicBezTo>
                <a:cubicBezTo>
                  <a:pt x="4026130" y="729900"/>
                  <a:pt x="4026130" y="731329"/>
                  <a:pt x="4020130" y="735520"/>
                </a:cubicBezTo>
                <a:cubicBezTo>
                  <a:pt x="4014129" y="739711"/>
                  <a:pt x="4012605" y="736091"/>
                  <a:pt x="4009938" y="733710"/>
                </a:cubicBezTo>
                <a:cubicBezTo>
                  <a:pt x="4007271" y="731329"/>
                  <a:pt x="4007271" y="730091"/>
                  <a:pt x="4009366" y="728281"/>
                </a:cubicBezTo>
                <a:cubicBezTo>
                  <a:pt x="4011462" y="726471"/>
                  <a:pt x="4013272" y="724090"/>
                  <a:pt x="4008795" y="722566"/>
                </a:cubicBezTo>
                <a:cubicBezTo>
                  <a:pt x="4002318" y="720375"/>
                  <a:pt x="4004032" y="724090"/>
                  <a:pt x="4004890" y="725519"/>
                </a:cubicBezTo>
                <a:cubicBezTo>
                  <a:pt x="4005747" y="727043"/>
                  <a:pt x="4004890" y="732377"/>
                  <a:pt x="4004890" y="732377"/>
                </a:cubicBezTo>
                <a:cubicBezTo>
                  <a:pt x="4003366" y="734187"/>
                  <a:pt x="4004032" y="735329"/>
                  <a:pt x="4007557" y="741997"/>
                </a:cubicBezTo>
                <a:cubicBezTo>
                  <a:pt x="4011176" y="748569"/>
                  <a:pt x="4003651" y="745331"/>
                  <a:pt x="4001556" y="740759"/>
                </a:cubicBezTo>
                <a:cubicBezTo>
                  <a:pt x="3999461" y="736282"/>
                  <a:pt x="3994031" y="735615"/>
                  <a:pt x="3993460" y="733234"/>
                </a:cubicBezTo>
                <a:cubicBezTo>
                  <a:pt x="3992888" y="730853"/>
                  <a:pt x="3991364" y="728091"/>
                  <a:pt x="3990126" y="734091"/>
                </a:cubicBezTo>
                <a:cubicBezTo>
                  <a:pt x="3989269" y="738473"/>
                  <a:pt x="3985935" y="733234"/>
                  <a:pt x="3983839" y="732281"/>
                </a:cubicBezTo>
                <a:cubicBezTo>
                  <a:pt x="3981744" y="731424"/>
                  <a:pt x="3981172" y="730758"/>
                  <a:pt x="3981458" y="727519"/>
                </a:cubicBezTo>
                <a:cubicBezTo>
                  <a:pt x="3981744" y="724185"/>
                  <a:pt x="3979077" y="725709"/>
                  <a:pt x="3979077" y="726948"/>
                </a:cubicBezTo>
                <a:cubicBezTo>
                  <a:pt x="3979077" y="728186"/>
                  <a:pt x="3979077" y="729329"/>
                  <a:pt x="3976981" y="730281"/>
                </a:cubicBezTo>
                <a:cubicBezTo>
                  <a:pt x="3974124" y="731520"/>
                  <a:pt x="3974314" y="734472"/>
                  <a:pt x="3974314" y="734472"/>
                </a:cubicBezTo>
                <a:cubicBezTo>
                  <a:pt x="3974314" y="734472"/>
                  <a:pt x="3974314" y="736568"/>
                  <a:pt x="3971933" y="736854"/>
                </a:cubicBezTo>
                <a:cubicBezTo>
                  <a:pt x="3969552" y="737139"/>
                  <a:pt x="3967742" y="739520"/>
                  <a:pt x="3967171" y="741045"/>
                </a:cubicBezTo>
                <a:cubicBezTo>
                  <a:pt x="3959932" y="750379"/>
                  <a:pt x="3957550" y="743521"/>
                  <a:pt x="3958503" y="737139"/>
                </a:cubicBezTo>
                <a:cubicBezTo>
                  <a:pt x="3954312" y="732948"/>
                  <a:pt x="3963646" y="729043"/>
                  <a:pt x="3955836" y="730281"/>
                </a:cubicBezTo>
                <a:cubicBezTo>
                  <a:pt x="3950216" y="731139"/>
                  <a:pt x="3949549" y="723042"/>
                  <a:pt x="3952216" y="723995"/>
                </a:cubicBezTo>
                <a:cubicBezTo>
                  <a:pt x="3954883" y="724852"/>
                  <a:pt x="3954026" y="717423"/>
                  <a:pt x="3948597" y="712565"/>
                </a:cubicBezTo>
                <a:cubicBezTo>
                  <a:pt x="3941263" y="706088"/>
                  <a:pt x="3938405" y="698468"/>
                  <a:pt x="3941072" y="695515"/>
                </a:cubicBezTo>
                <a:cubicBezTo>
                  <a:pt x="3943739" y="692562"/>
                  <a:pt x="3942596" y="688943"/>
                  <a:pt x="3937738" y="693991"/>
                </a:cubicBezTo>
                <a:cubicBezTo>
                  <a:pt x="3932976" y="699135"/>
                  <a:pt x="3937453" y="704754"/>
                  <a:pt x="3937167" y="711327"/>
                </a:cubicBezTo>
                <a:cubicBezTo>
                  <a:pt x="3936881" y="717899"/>
                  <a:pt x="3930880" y="717613"/>
                  <a:pt x="3924308" y="717899"/>
                </a:cubicBezTo>
                <a:cubicBezTo>
                  <a:pt x="3917736" y="718185"/>
                  <a:pt x="3912878" y="716089"/>
                  <a:pt x="3914688" y="714946"/>
                </a:cubicBezTo>
                <a:cubicBezTo>
                  <a:pt x="3916498" y="713708"/>
                  <a:pt x="3915545" y="712565"/>
                  <a:pt x="3912878" y="712565"/>
                </a:cubicBezTo>
                <a:cubicBezTo>
                  <a:pt x="3910211" y="712565"/>
                  <a:pt x="3908687" y="711708"/>
                  <a:pt x="3907830" y="710183"/>
                </a:cubicBezTo>
                <a:cubicBezTo>
                  <a:pt x="3906973" y="708660"/>
                  <a:pt x="3905449" y="706850"/>
                  <a:pt x="3904496" y="708088"/>
                </a:cubicBezTo>
                <a:cubicBezTo>
                  <a:pt x="3903639" y="709326"/>
                  <a:pt x="3902972" y="709898"/>
                  <a:pt x="3897924" y="707231"/>
                </a:cubicBezTo>
                <a:cubicBezTo>
                  <a:pt x="3892876" y="704564"/>
                  <a:pt x="3895257" y="702754"/>
                  <a:pt x="3896686" y="700944"/>
                </a:cubicBezTo>
                <a:cubicBezTo>
                  <a:pt x="3898210" y="699135"/>
                  <a:pt x="3897543" y="696753"/>
                  <a:pt x="3896114" y="695896"/>
                </a:cubicBezTo>
                <a:cubicBezTo>
                  <a:pt x="3894590" y="695039"/>
                  <a:pt x="3893162" y="694658"/>
                  <a:pt x="3893162" y="691705"/>
                </a:cubicBezTo>
                <a:cubicBezTo>
                  <a:pt x="3893162" y="688657"/>
                  <a:pt x="3886875" y="685133"/>
                  <a:pt x="3885065" y="689038"/>
                </a:cubicBezTo>
                <a:cubicBezTo>
                  <a:pt x="3883732" y="691895"/>
                  <a:pt x="3878493" y="683323"/>
                  <a:pt x="3880303" y="682180"/>
                </a:cubicBezTo>
                <a:cubicBezTo>
                  <a:pt x="3882112" y="680942"/>
                  <a:pt x="3881160" y="679799"/>
                  <a:pt x="3877350" y="679799"/>
                </a:cubicBezTo>
                <a:cubicBezTo>
                  <a:pt x="3873445" y="679799"/>
                  <a:pt x="3875254" y="671417"/>
                  <a:pt x="3876779" y="671702"/>
                </a:cubicBezTo>
                <a:cubicBezTo>
                  <a:pt x="3878303" y="671988"/>
                  <a:pt x="3879160" y="671417"/>
                  <a:pt x="3878017" y="668369"/>
                </a:cubicBezTo>
                <a:cubicBezTo>
                  <a:pt x="3876779" y="665416"/>
                  <a:pt x="3881636" y="661225"/>
                  <a:pt x="3881922" y="659034"/>
                </a:cubicBezTo>
                <a:cubicBezTo>
                  <a:pt x="3882208" y="656939"/>
                  <a:pt x="3884017" y="652367"/>
                  <a:pt x="3887351" y="653605"/>
                </a:cubicBezTo>
                <a:cubicBezTo>
                  <a:pt x="3892780" y="655700"/>
                  <a:pt x="3887732" y="651224"/>
                  <a:pt x="3890018" y="649985"/>
                </a:cubicBezTo>
                <a:cubicBezTo>
                  <a:pt x="3893352" y="648176"/>
                  <a:pt x="3892114" y="646366"/>
                  <a:pt x="3887637" y="648176"/>
                </a:cubicBezTo>
                <a:cubicBezTo>
                  <a:pt x="3883446" y="649890"/>
                  <a:pt x="3885827" y="642461"/>
                  <a:pt x="3888208" y="642461"/>
                </a:cubicBezTo>
                <a:cubicBezTo>
                  <a:pt x="3890590" y="642461"/>
                  <a:pt x="3891828" y="641889"/>
                  <a:pt x="3888780" y="638556"/>
                </a:cubicBezTo>
                <a:cubicBezTo>
                  <a:pt x="3885827" y="635222"/>
                  <a:pt x="3895066" y="634936"/>
                  <a:pt x="3899257" y="637698"/>
                </a:cubicBezTo>
                <a:cubicBezTo>
                  <a:pt x="3903448" y="640365"/>
                  <a:pt x="3909735" y="640365"/>
                  <a:pt x="3911545" y="635317"/>
                </a:cubicBezTo>
                <a:cubicBezTo>
                  <a:pt x="3913354" y="630174"/>
                  <a:pt x="3916974" y="628745"/>
                  <a:pt x="3919070" y="630840"/>
                </a:cubicBezTo>
                <a:cubicBezTo>
                  <a:pt x="3921165" y="632936"/>
                  <a:pt x="3927737" y="630840"/>
                  <a:pt x="3931642" y="629316"/>
                </a:cubicBezTo>
                <a:cubicBezTo>
                  <a:pt x="3935548" y="627792"/>
                  <a:pt x="3942120" y="619696"/>
                  <a:pt x="3935548" y="616172"/>
                </a:cubicBezTo>
                <a:cubicBezTo>
                  <a:pt x="3928975" y="612552"/>
                  <a:pt x="3932595" y="608075"/>
                  <a:pt x="3926308" y="606933"/>
                </a:cubicBezTo>
                <a:cubicBezTo>
                  <a:pt x="3920022" y="605694"/>
                  <a:pt x="3922403" y="602456"/>
                  <a:pt x="3925070" y="602741"/>
                </a:cubicBezTo>
                <a:cubicBezTo>
                  <a:pt x="3927737" y="603027"/>
                  <a:pt x="3931642" y="604265"/>
                  <a:pt x="3930499" y="598836"/>
                </a:cubicBezTo>
                <a:cubicBezTo>
                  <a:pt x="3929261" y="593407"/>
                  <a:pt x="3924213" y="591597"/>
                  <a:pt x="3922403" y="594074"/>
                </a:cubicBezTo>
                <a:cubicBezTo>
                  <a:pt x="3920593" y="596455"/>
                  <a:pt x="3918498" y="597408"/>
                  <a:pt x="3916974" y="596741"/>
                </a:cubicBezTo>
                <a:cubicBezTo>
                  <a:pt x="3915450" y="596169"/>
                  <a:pt x="3910973" y="596169"/>
                  <a:pt x="3908878" y="601217"/>
                </a:cubicBezTo>
                <a:cubicBezTo>
                  <a:pt x="3906782" y="606361"/>
                  <a:pt x="3904115" y="608075"/>
                  <a:pt x="3901353" y="603885"/>
                </a:cubicBezTo>
                <a:cubicBezTo>
                  <a:pt x="3898686" y="599693"/>
                  <a:pt x="3897162" y="602361"/>
                  <a:pt x="3898400" y="604456"/>
                </a:cubicBezTo>
                <a:cubicBezTo>
                  <a:pt x="3899638" y="606552"/>
                  <a:pt x="3897829" y="609218"/>
                  <a:pt x="3895066" y="605980"/>
                </a:cubicBezTo>
                <a:cubicBezTo>
                  <a:pt x="3892399" y="602646"/>
                  <a:pt x="3881541" y="604456"/>
                  <a:pt x="3875636" y="606837"/>
                </a:cubicBezTo>
                <a:cubicBezTo>
                  <a:pt x="3869635" y="609218"/>
                  <a:pt x="3866968" y="606552"/>
                  <a:pt x="3864872" y="607123"/>
                </a:cubicBezTo>
                <a:cubicBezTo>
                  <a:pt x="3862777" y="607694"/>
                  <a:pt x="3850489" y="608647"/>
                  <a:pt x="3848680" y="603218"/>
                </a:cubicBezTo>
                <a:cubicBezTo>
                  <a:pt x="3846870" y="597788"/>
                  <a:pt x="3844774" y="600265"/>
                  <a:pt x="3841536" y="595693"/>
                </a:cubicBezTo>
                <a:cubicBezTo>
                  <a:pt x="3838202" y="591216"/>
                  <a:pt x="3841250" y="591216"/>
                  <a:pt x="3842393" y="592073"/>
                </a:cubicBezTo>
                <a:cubicBezTo>
                  <a:pt x="3843631" y="592931"/>
                  <a:pt x="3858681" y="592359"/>
                  <a:pt x="3859443" y="592073"/>
                </a:cubicBezTo>
                <a:cubicBezTo>
                  <a:pt x="3860967" y="591502"/>
                  <a:pt x="3863348" y="590264"/>
                  <a:pt x="3865729" y="591788"/>
                </a:cubicBezTo>
                <a:cubicBezTo>
                  <a:pt x="3868111" y="593312"/>
                  <a:pt x="3869635" y="593026"/>
                  <a:pt x="3868111" y="590931"/>
                </a:cubicBezTo>
                <a:cubicBezTo>
                  <a:pt x="3866587" y="588835"/>
                  <a:pt x="3864205" y="588549"/>
                  <a:pt x="3861824" y="587978"/>
                </a:cubicBezTo>
                <a:cubicBezTo>
                  <a:pt x="3859443" y="587406"/>
                  <a:pt x="3851061" y="587978"/>
                  <a:pt x="3846870" y="586739"/>
                </a:cubicBezTo>
                <a:cubicBezTo>
                  <a:pt x="3842679" y="585501"/>
                  <a:pt x="3836678" y="584358"/>
                  <a:pt x="3833345" y="584930"/>
                </a:cubicBezTo>
                <a:cubicBezTo>
                  <a:pt x="3830011" y="585501"/>
                  <a:pt x="3827629" y="585215"/>
                  <a:pt x="3822581" y="581310"/>
                </a:cubicBezTo>
                <a:cubicBezTo>
                  <a:pt x="3817438" y="577405"/>
                  <a:pt x="3819247" y="576834"/>
                  <a:pt x="3822867" y="577977"/>
                </a:cubicBezTo>
                <a:cubicBezTo>
                  <a:pt x="3828677" y="578834"/>
                  <a:pt x="3822295" y="572738"/>
                  <a:pt x="3828201" y="573214"/>
                </a:cubicBezTo>
                <a:cubicBezTo>
                  <a:pt x="3829725" y="573214"/>
                  <a:pt x="3830963" y="574929"/>
                  <a:pt x="3832773" y="570452"/>
                </a:cubicBezTo>
                <a:cubicBezTo>
                  <a:pt x="3834583" y="565975"/>
                  <a:pt x="3839345" y="565022"/>
                  <a:pt x="3841441" y="566261"/>
                </a:cubicBezTo>
                <a:cubicBezTo>
                  <a:pt x="3843536" y="567499"/>
                  <a:pt x="3847441" y="568356"/>
                  <a:pt x="3846870" y="565975"/>
                </a:cubicBezTo>
                <a:cubicBezTo>
                  <a:pt x="3846298" y="563594"/>
                  <a:pt x="3850489" y="561212"/>
                  <a:pt x="3853728" y="563022"/>
                </a:cubicBezTo>
                <a:cubicBezTo>
                  <a:pt x="3857062" y="564832"/>
                  <a:pt x="3860967" y="563308"/>
                  <a:pt x="3863062" y="561212"/>
                </a:cubicBezTo>
                <a:cubicBezTo>
                  <a:pt x="3865158" y="559117"/>
                  <a:pt x="3868778" y="558260"/>
                  <a:pt x="3871159" y="557879"/>
                </a:cubicBezTo>
                <a:cubicBezTo>
                  <a:pt x="3873540" y="557593"/>
                  <a:pt x="3877445" y="557021"/>
                  <a:pt x="3872016" y="562356"/>
                </a:cubicBezTo>
                <a:cubicBezTo>
                  <a:pt x="3866587" y="567785"/>
                  <a:pt x="3875350" y="563594"/>
                  <a:pt x="3880970" y="565022"/>
                </a:cubicBezTo>
                <a:cubicBezTo>
                  <a:pt x="3885065" y="566070"/>
                  <a:pt x="3895924" y="562927"/>
                  <a:pt x="3899257" y="563784"/>
                </a:cubicBezTo>
                <a:cubicBezTo>
                  <a:pt x="3902591" y="564641"/>
                  <a:pt x="3905068" y="560546"/>
                  <a:pt x="3909163" y="562927"/>
                </a:cubicBezTo>
                <a:cubicBezTo>
                  <a:pt x="3912783" y="565022"/>
                  <a:pt x="3916021" y="564737"/>
                  <a:pt x="3912497" y="562070"/>
                </a:cubicBezTo>
                <a:cubicBezTo>
                  <a:pt x="3910973" y="560927"/>
                  <a:pt x="3908021" y="559403"/>
                  <a:pt x="3905639" y="559974"/>
                </a:cubicBezTo>
                <a:cubicBezTo>
                  <a:pt x="3903258" y="560546"/>
                  <a:pt x="3900877" y="559974"/>
                  <a:pt x="3900210" y="558164"/>
                </a:cubicBezTo>
                <a:cubicBezTo>
                  <a:pt x="3899638" y="556355"/>
                  <a:pt x="3896305" y="551592"/>
                  <a:pt x="3890875" y="551021"/>
                </a:cubicBezTo>
                <a:cubicBezTo>
                  <a:pt x="3885446" y="550449"/>
                  <a:pt x="3888780" y="546830"/>
                  <a:pt x="3892114" y="548068"/>
                </a:cubicBezTo>
                <a:cubicBezTo>
                  <a:pt x="3895447" y="549306"/>
                  <a:pt x="3899257" y="552545"/>
                  <a:pt x="3901734" y="555307"/>
                </a:cubicBezTo>
                <a:cubicBezTo>
                  <a:pt x="3904115" y="557974"/>
                  <a:pt x="3912212" y="557307"/>
                  <a:pt x="3915259" y="557974"/>
                </a:cubicBezTo>
                <a:cubicBezTo>
                  <a:pt x="3920022" y="559212"/>
                  <a:pt x="3918879" y="552259"/>
                  <a:pt x="3926023" y="557117"/>
                </a:cubicBezTo>
                <a:cubicBezTo>
                  <a:pt x="3930690" y="560165"/>
                  <a:pt x="3930785" y="557402"/>
                  <a:pt x="3928404" y="555878"/>
                </a:cubicBezTo>
                <a:cubicBezTo>
                  <a:pt x="3926023" y="554355"/>
                  <a:pt x="3925356" y="553116"/>
                  <a:pt x="3928975" y="551687"/>
                </a:cubicBezTo>
                <a:cubicBezTo>
                  <a:pt x="3934405" y="549592"/>
                  <a:pt x="3922117" y="549020"/>
                  <a:pt x="3920593" y="551116"/>
                </a:cubicBezTo>
                <a:cubicBezTo>
                  <a:pt x="3917260" y="555783"/>
                  <a:pt x="3914021" y="549306"/>
                  <a:pt x="3909545" y="552640"/>
                </a:cubicBezTo>
                <a:cubicBezTo>
                  <a:pt x="3904877" y="556069"/>
                  <a:pt x="3897257" y="549306"/>
                  <a:pt x="3898781" y="545782"/>
                </a:cubicBezTo>
                <a:cubicBezTo>
                  <a:pt x="3900305" y="542162"/>
                  <a:pt x="3895162" y="541019"/>
                  <a:pt x="3891637" y="543115"/>
                </a:cubicBezTo>
                <a:cubicBezTo>
                  <a:pt x="3888018" y="545211"/>
                  <a:pt x="3883541" y="543687"/>
                  <a:pt x="3881446" y="543687"/>
                </a:cubicBezTo>
                <a:cubicBezTo>
                  <a:pt x="3879350" y="543687"/>
                  <a:pt x="3871254" y="547592"/>
                  <a:pt x="3867063" y="541019"/>
                </a:cubicBezTo>
                <a:cubicBezTo>
                  <a:pt x="3862872" y="534447"/>
                  <a:pt x="3856300" y="533876"/>
                  <a:pt x="3854204" y="532923"/>
                </a:cubicBezTo>
                <a:cubicBezTo>
                  <a:pt x="3852109" y="532066"/>
                  <a:pt x="3845822" y="532066"/>
                  <a:pt x="3841917" y="528161"/>
                </a:cubicBezTo>
                <a:cubicBezTo>
                  <a:pt x="3839631" y="525875"/>
                  <a:pt x="3835345" y="523970"/>
                  <a:pt x="3833535" y="523970"/>
                </a:cubicBezTo>
                <a:cubicBezTo>
                  <a:pt x="3831725" y="523970"/>
                  <a:pt x="3827820" y="523970"/>
                  <a:pt x="3825724" y="522446"/>
                </a:cubicBezTo>
                <a:cubicBezTo>
                  <a:pt x="3823629" y="520922"/>
                  <a:pt x="3819152" y="521208"/>
                  <a:pt x="3819438" y="519493"/>
                </a:cubicBezTo>
                <a:cubicBezTo>
                  <a:pt x="3819724" y="517683"/>
                  <a:pt x="3827248" y="518255"/>
                  <a:pt x="3825153" y="513492"/>
                </a:cubicBezTo>
                <a:cubicBezTo>
                  <a:pt x="3823057" y="508730"/>
                  <a:pt x="3825439" y="507206"/>
                  <a:pt x="3835630" y="506634"/>
                </a:cubicBezTo>
                <a:cubicBezTo>
                  <a:pt x="3845822" y="506063"/>
                  <a:pt x="3855538" y="495299"/>
                  <a:pt x="3856014" y="492251"/>
                </a:cubicBezTo>
                <a:cubicBezTo>
                  <a:pt x="3856681" y="487298"/>
                  <a:pt x="3859919" y="476631"/>
                  <a:pt x="3862872" y="474916"/>
                </a:cubicBezTo>
                <a:cubicBezTo>
                  <a:pt x="3865825" y="473106"/>
                  <a:pt x="3865253" y="471296"/>
                  <a:pt x="3864682" y="469868"/>
                </a:cubicBezTo>
                <a:cubicBezTo>
                  <a:pt x="3864110" y="468344"/>
                  <a:pt x="3863824" y="466534"/>
                  <a:pt x="3865539" y="463867"/>
                </a:cubicBezTo>
                <a:cubicBezTo>
                  <a:pt x="3867349" y="461200"/>
                  <a:pt x="3869730" y="462629"/>
                  <a:pt x="3869158" y="465391"/>
                </a:cubicBezTo>
                <a:cubicBezTo>
                  <a:pt x="3868587" y="468058"/>
                  <a:pt x="3868873" y="469582"/>
                  <a:pt x="3870968" y="467487"/>
                </a:cubicBezTo>
                <a:cubicBezTo>
                  <a:pt x="3873064" y="465391"/>
                  <a:pt x="3874873" y="462438"/>
                  <a:pt x="3876969" y="462057"/>
                </a:cubicBezTo>
                <a:cubicBezTo>
                  <a:pt x="3879064" y="461771"/>
                  <a:pt x="3880874" y="457580"/>
                  <a:pt x="3887161" y="453961"/>
                </a:cubicBezTo>
                <a:cubicBezTo>
                  <a:pt x="3893447" y="450341"/>
                  <a:pt x="3895829" y="459104"/>
                  <a:pt x="3896495" y="464724"/>
                </a:cubicBezTo>
                <a:cubicBezTo>
                  <a:pt x="3897067" y="470439"/>
                  <a:pt x="3900972" y="468629"/>
                  <a:pt x="3899829" y="464438"/>
                </a:cubicBezTo>
                <a:cubicBezTo>
                  <a:pt x="3899257" y="462438"/>
                  <a:pt x="3898305" y="460819"/>
                  <a:pt x="3901067" y="458438"/>
                </a:cubicBezTo>
                <a:cubicBezTo>
                  <a:pt x="3903734" y="456057"/>
                  <a:pt x="3898400" y="456628"/>
                  <a:pt x="3895924" y="453961"/>
                </a:cubicBezTo>
                <a:cubicBezTo>
                  <a:pt x="3893542" y="451294"/>
                  <a:pt x="3900115" y="446436"/>
                  <a:pt x="3900400" y="448913"/>
                </a:cubicBezTo>
                <a:cubicBezTo>
                  <a:pt x="3900686" y="451294"/>
                  <a:pt x="3906401" y="451294"/>
                  <a:pt x="3909354" y="450437"/>
                </a:cubicBezTo>
                <a:cubicBezTo>
                  <a:pt x="3912402" y="449579"/>
                  <a:pt x="3921927" y="442340"/>
                  <a:pt x="3924975" y="437292"/>
                </a:cubicBezTo>
                <a:cubicBezTo>
                  <a:pt x="3927928" y="432244"/>
                  <a:pt x="3929452" y="432244"/>
                  <a:pt x="3938120" y="432244"/>
                </a:cubicBezTo>
                <a:cubicBezTo>
                  <a:pt x="3946787" y="432244"/>
                  <a:pt x="3942882" y="440054"/>
                  <a:pt x="3937834" y="443007"/>
                </a:cubicBezTo>
                <a:cubicBezTo>
                  <a:pt x="3932690" y="445960"/>
                  <a:pt x="3934214" y="447198"/>
                  <a:pt x="3936024" y="446912"/>
                </a:cubicBezTo>
                <a:cubicBezTo>
                  <a:pt x="3937834" y="446627"/>
                  <a:pt x="3940501" y="443579"/>
                  <a:pt x="3944978" y="445388"/>
                </a:cubicBezTo>
                <a:cubicBezTo>
                  <a:pt x="3951073" y="447865"/>
                  <a:pt x="3949740" y="444150"/>
                  <a:pt x="3947930" y="443293"/>
                </a:cubicBezTo>
                <a:cubicBezTo>
                  <a:pt x="3946121" y="442436"/>
                  <a:pt x="3944311" y="439388"/>
                  <a:pt x="3948787" y="435197"/>
                </a:cubicBezTo>
                <a:cubicBezTo>
                  <a:pt x="3953264" y="431006"/>
                  <a:pt x="3958122" y="443579"/>
                  <a:pt x="3960217" y="447198"/>
                </a:cubicBezTo>
                <a:cubicBezTo>
                  <a:pt x="3962313" y="450818"/>
                  <a:pt x="3966218" y="448055"/>
                  <a:pt x="3968028" y="450818"/>
                </a:cubicBezTo>
                <a:cubicBezTo>
                  <a:pt x="3969076" y="452437"/>
                  <a:pt x="3973076" y="451389"/>
                  <a:pt x="3975172" y="450246"/>
                </a:cubicBezTo>
                <a:cubicBezTo>
                  <a:pt x="3977267" y="449008"/>
                  <a:pt x="3982982" y="448151"/>
                  <a:pt x="3979648" y="446912"/>
                </a:cubicBezTo>
                <a:cubicBezTo>
                  <a:pt x="3976315" y="445674"/>
                  <a:pt x="3977267" y="447198"/>
                  <a:pt x="3970314" y="448151"/>
                </a:cubicBezTo>
                <a:cubicBezTo>
                  <a:pt x="3963456" y="449008"/>
                  <a:pt x="3964028" y="444245"/>
                  <a:pt x="3966980" y="443960"/>
                </a:cubicBezTo>
                <a:cubicBezTo>
                  <a:pt x="3969933" y="443674"/>
                  <a:pt x="3971266" y="443007"/>
                  <a:pt x="3977458" y="439769"/>
                </a:cubicBezTo>
                <a:cubicBezTo>
                  <a:pt x="3983173" y="436816"/>
                  <a:pt x="3998413" y="439769"/>
                  <a:pt x="3994507" y="445198"/>
                </a:cubicBezTo>
                <a:cubicBezTo>
                  <a:pt x="3992412" y="448151"/>
                  <a:pt x="3994222" y="448151"/>
                  <a:pt x="3996031" y="447579"/>
                </a:cubicBezTo>
                <a:cubicBezTo>
                  <a:pt x="3997841" y="447008"/>
                  <a:pt x="4003556" y="445198"/>
                  <a:pt x="4000508" y="449103"/>
                </a:cubicBezTo>
                <a:cubicBezTo>
                  <a:pt x="3997555" y="453009"/>
                  <a:pt x="4008604" y="448246"/>
                  <a:pt x="4011557" y="450627"/>
                </a:cubicBezTo>
                <a:cubicBezTo>
                  <a:pt x="4014510" y="453009"/>
                  <a:pt x="4019368" y="451485"/>
                  <a:pt x="4023559" y="448817"/>
                </a:cubicBezTo>
                <a:cubicBezTo>
                  <a:pt x="4027750" y="446150"/>
                  <a:pt x="4033750" y="445865"/>
                  <a:pt x="4034989" y="447008"/>
                </a:cubicBezTo>
                <a:cubicBezTo>
                  <a:pt x="4036227" y="448246"/>
                  <a:pt x="4039751" y="447579"/>
                  <a:pt x="4040989" y="447008"/>
                </a:cubicBezTo>
                <a:cubicBezTo>
                  <a:pt x="4042228" y="446436"/>
                  <a:pt x="4046419" y="445769"/>
                  <a:pt x="4047562" y="447008"/>
                </a:cubicBezTo>
                <a:cubicBezTo>
                  <a:pt x="4048800" y="448246"/>
                  <a:pt x="4051467" y="449389"/>
                  <a:pt x="4052705" y="448246"/>
                </a:cubicBezTo>
                <a:cubicBezTo>
                  <a:pt x="4053943" y="447008"/>
                  <a:pt x="4059278" y="446150"/>
                  <a:pt x="4061087" y="448246"/>
                </a:cubicBezTo>
                <a:cubicBezTo>
                  <a:pt x="4062897" y="450341"/>
                  <a:pt x="4064707" y="450913"/>
                  <a:pt x="4066516" y="449484"/>
                </a:cubicBezTo>
                <a:cubicBezTo>
                  <a:pt x="4068326" y="447960"/>
                  <a:pt x="4080328" y="445293"/>
                  <a:pt x="4085662" y="448913"/>
                </a:cubicBezTo>
                <a:cubicBezTo>
                  <a:pt x="4091091" y="452532"/>
                  <a:pt x="4098521" y="454056"/>
                  <a:pt x="4100616" y="449198"/>
                </a:cubicBezTo>
                <a:cubicBezTo>
                  <a:pt x="4102712" y="444436"/>
                  <a:pt x="4112046" y="444436"/>
                  <a:pt x="4125762" y="449198"/>
                </a:cubicBezTo>
                <a:cubicBezTo>
                  <a:pt x="4130953" y="451008"/>
                  <a:pt x="4135240" y="451413"/>
                  <a:pt x="4138966" y="451128"/>
                </a:cubicBezTo>
                <a:lnTo>
                  <a:pt x="4147428" y="449224"/>
                </a:lnTo>
                <a:lnTo>
                  <a:pt x="4148717" y="446912"/>
                </a:lnTo>
                <a:cubicBezTo>
                  <a:pt x="4150622" y="446246"/>
                  <a:pt x="4152527" y="445674"/>
                  <a:pt x="4154528" y="445388"/>
                </a:cubicBezTo>
                <a:cubicBezTo>
                  <a:pt x="4162624" y="444150"/>
                  <a:pt x="4169196" y="446246"/>
                  <a:pt x="4173673" y="448341"/>
                </a:cubicBezTo>
                <a:cubicBezTo>
                  <a:pt x="4178245" y="450437"/>
                  <a:pt x="4185960" y="455485"/>
                  <a:pt x="4185389" y="450723"/>
                </a:cubicBezTo>
                <a:cubicBezTo>
                  <a:pt x="4184817" y="445865"/>
                  <a:pt x="4195866" y="452818"/>
                  <a:pt x="4199200" y="455199"/>
                </a:cubicBezTo>
                <a:cubicBezTo>
                  <a:pt x="4202438" y="457581"/>
                  <a:pt x="4217393" y="462057"/>
                  <a:pt x="4220441" y="461486"/>
                </a:cubicBezTo>
                <a:cubicBezTo>
                  <a:pt x="4223393" y="460914"/>
                  <a:pt x="4225489" y="463010"/>
                  <a:pt x="4229680" y="463010"/>
                </a:cubicBezTo>
                <a:cubicBezTo>
                  <a:pt x="4233871" y="463010"/>
                  <a:pt x="4234538" y="461486"/>
                  <a:pt x="4230918" y="459962"/>
                </a:cubicBezTo>
                <a:cubicBezTo>
                  <a:pt x="4227394" y="458533"/>
                  <a:pt x="4226727" y="454628"/>
                  <a:pt x="4230061" y="455199"/>
                </a:cubicBezTo>
                <a:cubicBezTo>
                  <a:pt x="4233395" y="455771"/>
                  <a:pt x="4234918" y="454247"/>
                  <a:pt x="4233395" y="453675"/>
                </a:cubicBezTo>
                <a:cubicBezTo>
                  <a:pt x="4231871" y="453009"/>
                  <a:pt x="4230918" y="452437"/>
                  <a:pt x="4228251" y="452437"/>
                </a:cubicBezTo>
                <a:cubicBezTo>
                  <a:pt x="4225584" y="452437"/>
                  <a:pt x="4219583" y="451961"/>
                  <a:pt x="4217488" y="448246"/>
                </a:cubicBezTo>
                <a:cubicBezTo>
                  <a:pt x="4214059" y="442245"/>
                  <a:pt x="4224346" y="441388"/>
                  <a:pt x="4224346" y="441388"/>
                </a:cubicBezTo>
                <a:cubicBezTo>
                  <a:pt x="4227013" y="444627"/>
                  <a:pt x="4229394" y="439578"/>
                  <a:pt x="4228823" y="442912"/>
                </a:cubicBezTo>
                <a:cubicBezTo>
                  <a:pt x="4228156" y="446246"/>
                  <a:pt x="4233871" y="443864"/>
                  <a:pt x="4233299" y="438435"/>
                </a:cubicBezTo>
                <a:cubicBezTo>
                  <a:pt x="4232728" y="433101"/>
                  <a:pt x="4235109" y="433673"/>
                  <a:pt x="4236633" y="435768"/>
                </a:cubicBezTo>
                <a:cubicBezTo>
                  <a:pt x="4238157" y="437864"/>
                  <a:pt x="4238443" y="441769"/>
                  <a:pt x="4238443" y="449294"/>
                </a:cubicBezTo>
                <a:cubicBezTo>
                  <a:pt x="4238443" y="456819"/>
                  <a:pt x="4243015" y="454152"/>
                  <a:pt x="4241776" y="452913"/>
                </a:cubicBezTo>
                <a:cubicBezTo>
                  <a:pt x="4240634" y="451675"/>
                  <a:pt x="4241491" y="450818"/>
                  <a:pt x="4241491" y="446912"/>
                </a:cubicBezTo>
                <a:cubicBezTo>
                  <a:pt x="4241491" y="443007"/>
                  <a:pt x="4244158" y="442436"/>
                  <a:pt x="4247492" y="443007"/>
                </a:cubicBezTo>
                <a:cubicBezTo>
                  <a:pt x="4250730" y="443579"/>
                  <a:pt x="4252254" y="439102"/>
                  <a:pt x="4256159" y="439102"/>
                </a:cubicBezTo>
                <a:cubicBezTo>
                  <a:pt x="4260065" y="439102"/>
                  <a:pt x="4261874" y="436721"/>
                  <a:pt x="4255874" y="436721"/>
                </a:cubicBezTo>
                <a:cubicBezTo>
                  <a:pt x="4249873" y="436721"/>
                  <a:pt x="4254064" y="433387"/>
                  <a:pt x="4256731" y="433387"/>
                </a:cubicBezTo>
                <a:cubicBezTo>
                  <a:pt x="4259493" y="433387"/>
                  <a:pt x="4261112" y="431006"/>
                  <a:pt x="4263970" y="430720"/>
                </a:cubicBezTo>
                <a:cubicBezTo>
                  <a:pt x="4265875" y="430530"/>
                  <a:pt x="4270637" y="423862"/>
                  <a:pt x="4273876" y="423195"/>
                </a:cubicBezTo>
                <a:cubicBezTo>
                  <a:pt x="4273876" y="423195"/>
                  <a:pt x="4276829" y="418623"/>
                  <a:pt x="4278638" y="419195"/>
                </a:cubicBezTo>
                <a:cubicBezTo>
                  <a:pt x="4280448" y="419766"/>
                  <a:pt x="4284068" y="420909"/>
                  <a:pt x="4284925" y="417957"/>
                </a:cubicBezTo>
                <a:cubicBezTo>
                  <a:pt x="4285496" y="415956"/>
                  <a:pt x="4287306" y="413099"/>
                  <a:pt x="4290640" y="418242"/>
                </a:cubicBezTo>
                <a:cubicBezTo>
                  <a:pt x="4293974" y="423290"/>
                  <a:pt x="4284353" y="429291"/>
                  <a:pt x="4279876" y="430530"/>
                </a:cubicBezTo>
                <a:cubicBezTo>
                  <a:pt x="4275305" y="431768"/>
                  <a:pt x="4274733" y="432911"/>
                  <a:pt x="4268161" y="442531"/>
                </a:cubicBezTo>
                <a:cubicBezTo>
                  <a:pt x="4261493" y="452056"/>
                  <a:pt x="4259779" y="445484"/>
                  <a:pt x="4256731" y="449103"/>
                </a:cubicBezTo>
                <a:cubicBezTo>
                  <a:pt x="4251683" y="455295"/>
                  <a:pt x="4256731" y="453294"/>
                  <a:pt x="4257969" y="454533"/>
                </a:cubicBezTo>
                <a:cubicBezTo>
                  <a:pt x="4259207" y="455771"/>
                  <a:pt x="4261303" y="455771"/>
                  <a:pt x="4261874" y="452437"/>
                </a:cubicBezTo>
                <a:cubicBezTo>
                  <a:pt x="4262446" y="449199"/>
                  <a:pt x="4268161" y="445865"/>
                  <a:pt x="4270256" y="445293"/>
                </a:cubicBezTo>
                <a:cubicBezTo>
                  <a:pt x="4272352" y="444722"/>
                  <a:pt x="4277972" y="441769"/>
                  <a:pt x="4277781" y="438435"/>
                </a:cubicBezTo>
                <a:cubicBezTo>
                  <a:pt x="4277495" y="433292"/>
                  <a:pt x="4282925" y="434816"/>
                  <a:pt x="4281686" y="437197"/>
                </a:cubicBezTo>
                <a:cubicBezTo>
                  <a:pt x="4280067" y="440436"/>
                  <a:pt x="4285877" y="440721"/>
                  <a:pt x="4285877" y="433578"/>
                </a:cubicBezTo>
                <a:cubicBezTo>
                  <a:pt x="4285877" y="426338"/>
                  <a:pt x="4291592" y="428148"/>
                  <a:pt x="4293974" y="425767"/>
                </a:cubicBezTo>
                <a:cubicBezTo>
                  <a:pt x="4295498" y="424243"/>
                  <a:pt x="4298450" y="420433"/>
                  <a:pt x="4299689" y="424910"/>
                </a:cubicBezTo>
                <a:cubicBezTo>
                  <a:pt x="4301022" y="429767"/>
                  <a:pt x="4303308" y="433006"/>
                  <a:pt x="4303880" y="425481"/>
                </a:cubicBezTo>
                <a:cubicBezTo>
                  <a:pt x="4304451" y="417385"/>
                  <a:pt x="4296926" y="415004"/>
                  <a:pt x="4296355" y="413194"/>
                </a:cubicBezTo>
                <a:cubicBezTo>
                  <a:pt x="4293688" y="405098"/>
                  <a:pt x="4299403" y="414432"/>
                  <a:pt x="4299974" y="405098"/>
                </a:cubicBezTo>
                <a:cubicBezTo>
                  <a:pt x="4300546" y="395859"/>
                  <a:pt x="4305023" y="409003"/>
                  <a:pt x="4316738" y="412623"/>
                </a:cubicBezTo>
                <a:cubicBezTo>
                  <a:pt x="4328454" y="416242"/>
                  <a:pt x="4331121" y="428148"/>
                  <a:pt x="4340456" y="427291"/>
                </a:cubicBezTo>
                <a:cubicBezTo>
                  <a:pt x="4349695" y="426338"/>
                  <a:pt x="4348552" y="430911"/>
                  <a:pt x="4354838" y="429672"/>
                </a:cubicBezTo>
                <a:cubicBezTo>
                  <a:pt x="4361125" y="428434"/>
                  <a:pt x="4361792" y="425767"/>
                  <a:pt x="4356362" y="427005"/>
                </a:cubicBezTo>
                <a:cubicBezTo>
                  <a:pt x="4352267" y="427958"/>
                  <a:pt x="4352171" y="424338"/>
                  <a:pt x="4352743" y="422814"/>
                </a:cubicBezTo>
                <a:cubicBezTo>
                  <a:pt x="4353314" y="421386"/>
                  <a:pt x="4353314" y="419862"/>
                  <a:pt x="4350647" y="415671"/>
                </a:cubicBezTo>
                <a:cubicBezTo>
                  <a:pt x="4347885" y="411480"/>
                  <a:pt x="4349981" y="412337"/>
                  <a:pt x="4351505" y="409956"/>
                </a:cubicBezTo>
                <a:cubicBezTo>
                  <a:pt x="4354838" y="404526"/>
                  <a:pt x="4355981" y="410813"/>
                  <a:pt x="4356553" y="412908"/>
                </a:cubicBezTo>
                <a:cubicBezTo>
                  <a:pt x="4357124" y="415004"/>
                  <a:pt x="4357791" y="421005"/>
                  <a:pt x="4362554" y="419766"/>
                </a:cubicBezTo>
                <a:cubicBezTo>
                  <a:pt x="4367316" y="418528"/>
                  <a:pt x="4370650" y="423957"/>
                  <a:pt x="4367316" y="426338"/>
                </a:cubicBezTo>
                <a:cubicBezTo>
                  <a:pt x="4363982" y="428720"/>
                  <a:pt x="4362173" y="431387"/>
                  <a:pt x="4365506" y="431387"/>
                </a:cubicBezTo>
                <a:cubicBezTo>
                  <a:pt x="4368840" y="431387"/>
                  <a:pt x="4370269" y="429006"/>
                  <a:pt x="4373603" y="427482"/>
                </a:cubicBezTo>
                <a:cubicBezTo>
                  <a:pt x="4376841" y="426053"/>
                  <a:pt x="4380746" y="421862"/>
                  <a:pt x="4378651" y="418528"/>
                </a:cubicBezTo>
                <a:cubicBezTo>
                  <a:pt x="4376555" y="415289"/>
                  <a:pt x="4378365" y="414051"/>
                  <a:pt x="4380461" y="414051"/>
                </a:cubicBezTo>
                <a:cubicBezTo>
                  <a:pt x="4382556" y="414051"/>
                  <a:pt x="4386747" y="413765"/>
                  <a:pt x="4390081" y="412241"/>
                </a:cubicBezTo>
                <a:cubicBezTo>
                  <a:pt x="4393415" y="410717"/>
                  <a:pt x="4404749" y="410146"/>
                  <a:pt x="4410179" y="413765"/>
                </a:cubicBezTo>
                <a:cubicBezTo>
                  <a:pt x="4415608" y="417385"/>
                  <a:pt x="4422466" y="416147"/>
                  <a:pt x="4425800" y="415289"/>
                </a:cubicBezTo>
                <a:cubicBezTo>
                  <a:pt x="4429133" y="414432"/>
                  <a:pt x="4441421" y="415004"/>
                  <a:pt x="4445326" y="416813"/>
                </a:cubicBezTo>
                <a:cubicBezTo>
                  <a:pt x="4449231" y="418623"/>
                  <a:pt x="4454375" y="420719"/>
                  <a:pt x="4459137" y="420147"/>
                </a:cubicBezTo>
                <a:cubicBezTo>
                  <a:pt x="4463995" y="419576"/>
                  <a:pt x="4469329" y="421005"/>
                  <a:pt x="4473234" y="422243"/>
                </a:cubicBezTo>
                <a:cubicBezTo>
                  <a:pt x="4477139" y="423481"/>
                  <a:pt x="4486379" y="426434"/>
                  <a:pt x="4480092" y="419862"/>
                </a:cubicBezTo>
                <a:cubicBezTo>
                  <a:pt x="4473806" y="413194"/>
                  <a:pt x="4493808" y="415956"/>
                  <a:pt x="4497142" y="418623"/>
                </a:cubicBezTo>
                <a:cubicBezTo>
                  <a:pt x="4500380" y="421290"/>
                  <a:pt x="4507905" y="418623"/>
                  <a:pt x="4512382" y="425767"/>
                </a:cubicBezTo>
                <a:cubicBezTo>
                  <a:pt x="4516859" y="432911"/>
                  <a:pt x="4509429" y="430815"/>
                  <a:pt x="4504000" y="427862"/>
                </a:cubicBezTo>
                <a:cubicBezTo>
                  <a:pt x="4498571" y="424814"/>
                  <a:pt x="4500666" y="431768"/>
                  <a:pt x="4502762" y="434435"/>
                </a:cubicBezTo>
                <a:cubicBezTo>
                  <a:pt x="4504857" y="437102"/>
                  <a:pt x="4504286" y="440436"/>
                  <a:pt x="4502190" y="439197"/>
                </a:cubicBezTo>
                <a:cubicBezTo>
                  <a:pt x="4500095" y="437959"/>
                  <a:pt x="4499523" y="439769"/>
                  <a:pt x="4502190" y="441293"/>
                </a:cubicBezTo>
                <a:cubicBezTo>
                  <a:pt x="4504857" y="442817"/>
                  <a:pt x="4507334" y="443674"/>
                  <a:pt x="4510001" y="443103"/>
                </a:cubicBezTo>
                <a:cubicBezTo>
                  <a:pt x="4512668" y="442531"/>
                  <a:pt x="4515716" y="441960"/>
                  <a:pt x="4520478" y="442245"/>
                </a:cubicBezTo>
                <a:cubicBezTo>
                  <a:pt x="4525241" y="442531"/>
                  <a:pt x="4535432" y="439197"/>
                  <a:pt x="4539052" y="437102"/>
                </a:cubicBezTo>
                <a:cubicBezTo>
                  <a:pt x="4542576" y="435006"/>
                  <a:pt x="4548005" y="432625"/>
                  <a:pt x="4550101" y="432625"/>
                </a:cubicBezTo>
                <a:cubicBezTo>
                  <a:pt x="4552196" y="432625"/>
                  <a:pt x="4555816" y="433578"/>
                  <a:pt x="4558483" y="427862"/>
                </a:cubicBezTo>
                <a:cubicBezTo>
                  <a:pt x="4561150" y="422148"/>
                  <a:pt x="4565341" y="425196"/>
                  <a:pt x="4564484" y="427577"/>
                </a:cubicBezTo>
                <a:cubicBezTo>
                  <a:pt x="4563626" y="430053"/>
                  <a:pt x="4565150" y="432435"/>
                  <a:pt x="4568103" y="430911"/>
                </a:cubicBezTo>
                <a:cubicBezTo>
                  <a:pt x="4571056" y="429387"/>
                  <a:pt x="4574580" y="432149"/>
                  <a:pt x="4576771" y="432530"/>
                </a:cubicBezTo>
                <a:cubicBezTo>
                  <a:pt x="4579438" y="433006"/>
                  <a:pt x="4587534" y="432720"/>
                  <a:pt x="4589344" y="438150"/>
                </a:cubicBezTo>
                <a:cubicBezTo>
                  <a:pt x="4591058" y="443579"/>
                  <a:pt x="4599155" y="441483"/>
                  <a:pt x="4604584" y="439674"/>
                </a:cubicBezTo>
                <a:cubicBezTo>
                  <a:pt x="4610013" y="437864"/>
                  <a:pt x="4612966" y="444436"/>
                  <a:pt x="4610013" y="444436"/>
                </a:cubicBezTo>
                <a:cubicBezTo>
                  <a:pt x="4607060" y="444436"/>
                  <a:pt x="4607632" y="447103"/>
                  <a:pt x="4610013" y="448341"/>
                </a:cubicBezTo>
                <a:cubicBezTo>
                  <a:pt x="4612394" y="449580"/>
                  <a:pt x="4613918" y="451008"/>
                  <a:pt x="4618681" y="454342"/>
                </a:cubicBezTo>
                <a:cubicBezTo>
                  <a:pt x="4623443" y="457676"/>
                  <a:pt x="4626206" y="454723"/>
                  <a:pt x="4620491" y="451389"/>
                </a:cubicBezTo>
                <a:cubicBezTo>
                  <a:pt x="4614776" y="448056"/>
                  <a:pt x="4615061" y="445674"/>
                  <a:pt x="4617157" y="445103"/>
                </a:cubicBezTo>
                <a:cubicBezTo>
                  <a:pt x="4618300" y="444722"/>
                  <a:pt x="4616585" y="444150"/>
                  <a:pt x="4614776" y="441579"/>
                </a:cubicBezTo>
                <a:cubicBezTo>
                  <a:pt x="4613156" y="439388"/>
                  <a:pt x="4603060" y="431006"/>
                  <a:pt x="4600393" y="426815"/>
                </a:cubicBezTo>
                <a:cubicBezTo>
                  <a:pt x="4597726" y="422624"/>
                  <a:pt x="4602203" y="418433"/>
                  <a:pt x="4604870" y="419290"/>
                </a:cubicBezTo>
                <a:cubicBezTo>
                  <a:pt x="4607537" y="420147"/>
                  <a:pt x="4608775" y="419004"/>
                  <a:pt x="4609346" y="417195"/>
                </a:cubicBezTo>
                <a:cubicBezTo>
                  <a:pt x="4610013" y="415385"/>
                  <a:pt x="4611156" y="411765"/>
                  <a:pt x="4614776" y="411194"/>
                </a:cubicBezTo>
                <a:cubicBezTo>
                  <a:pt x="4618395" y="410527"/>
                  <a:pt x="4621062" y="410527"/>
                  <a:pt x="4620491" y="407574"/>
                </a:cubicBezTo>
                <a:cubicBezTo>
                  <a:pt x="4619919" y="404622"/>
                  <a:pt x="4612394" y="406431"/>
                  <a:pt x="4611823" y="404622"/>
                </a:cubicBezTo>
                <a:cubicBezTo>
                  <a:pt x="4611251" y="402907"/>
                  <a:pt x="4610013" y="404336"/>
                  <a:pt x="4609727" y="405860"/>
                </a:cubicBezTo>
                <a:cubicBezTo>
                  <a:pt x="4609442" y="407384"/>
                  <a:pt x="4606680" y="410717"/>
                  <a:pt x="4603726" y="413385"/>
                </a:cubicBezTo>
                <a:cubicBezTo>
                  <a:pt x="4598678" y="417957"/>
                  <a:pt x="4587248" y="416718"/>
                  <a:pt x="4585439" y="416718"/>
                </a:cubicBezTo>
                <a:cubicBezTo>
                  <a:pt x="4583629" y="416718"/>
                  <a:pt x="4582391" y="418147"/>
                  <a:pt x="4581819" y="415480"/>
                </a:cubicBezTo>
                <a:cubicBezTo>
                  <a:pt x="4581248" y="412718"/>
                  <a:pt x="4586010" y="404622"/>
                  <a:pt x="4589630" y="406146"/>
                </a:cubicBezTo>
                <a:cubicBezTo>
                  <a:pt x="4593154" y="407670"/>
                  <a:pt x="4597345" y="407384"/>
                  <a:pt x="4600679" y="402240"/>
                </a:cubicBezTo>
                <a:cubicBezTo>
                  <a:pt x="4604012" y="397192"/>
                  <a:pt x="4612109" y="397478"/>
                  <a:pt x="4614204" y="399573"/>
                </a:cubicBezTo>
                <a:cubicBezTo>
                  <a:pt x="4616300" y="401669"/>
                  <a:pt x="4621443" y="403479"/>
                  <a:pt x="4624396" y="403193"/>
                </a:cubicBezTo>
                <a:cubicBezTo>
                  <a:pt x="4627349" y="402907"/>
                  <a:pt x="4635826" y="403574"/>
                  <a:pt x="4630682" y="406527"/>
                </a:cubicBezTo>
                <a:cubicBezTo>
                  <a:pt x="4624301" y="410337"/>
                  <a:pt x="4635826" y="410432"/>
                  <a:pt x="4637921" y="407765"/>
                </a:cubicBezTo>
                <a:cubicBezTo>
                  <a:pt x="4640017" y="405098"/>
                  <a:pt x="4641160" y="405384"/>
                  <a:pt x="4642970" y="407765"/>
                </a:cubicBezTo>
                <a:cubicBezTo>
                  <a:pt x="4644780" y="410146"/>
                  <a:pt x="4666306" y="411956"/>
                  <a:pt x="4668687" y="411384"/>
                </a:cubicBezTo>
                <a:cubicBezTo>
                  <a:pt x="4673735" y="410051"/>
                  <a:pt x="4680974" y="412813"/>
                  <a:pt x="4686689" y="416718"/>
                </a:cubicBezTo>
                <a:cubicBezTo>
                  <a:pt x="4692309" y="420624"/>
                  <a:pt x="4697739" y="417099"/>
                  <a:pt x="4699834" y="417957"/>
                </a:cubicBezTo>
                <a:cubicBezTo>
                  <a:pt x="4701930" y="418814"/>
                  <a:pt x="4706120" y="417957"/>
                  <a:pt x="4709454" y="416433"/>
                </a:cubicBezTo>
                <a:cubicBezTo>
                  <a:pt x="4712788" y="415004"/>
                  <a:pt x="4718503" y="411099"/>
                  <a:pt x="4712788" y="405384"/>
                </a:cubicBezTo>
                <a:cubicBezTo>
                  <a:pt x="4707073" y="399669"/>
                  <a:pt x="4713359" y="398811"/>
                  <a:pt x="4714598" y="401764"/>
                </a:cubicBezTo>
                <a:cubicBezTo>
                  <a:pt x="4715741" y="404622"/>
                  <a:pt x="4720027" y="405669"/>
                  <a:pt x="4723932" y="407193"/>
                </a:cubicBezTo>
                <a:cubicBezTo>
                  <a:pt x="4727837" y="408717"/>
                  <a:pt x="4730790" y="406336"/>
                  <a:pt x="4728695" y="402431"/>
                </a:cubicBezTo>
                <a:cubicBezTo>
                  <a:pt x="4726599" y="398526"/>
                  <a:pt x="4724313" y="400526"/>
                  <a:pt x="4721170" y="399478"/>
                </a:cubicBezTo>
                <a:cubicBezTo>
                  <a:pt x="4717455" y="398240"/>
                  <a:pt x="4714598" y="397002"/>
                  <a:pt x="4708025" y="396430"/>
                </a:cubicBezTo>
                <a:cubicBezTo>
                  <a:pt x="4701453" y="395859"/>
                  <a:pt x="4702977" y="391382"/>
                  <a:pt x="4705073" y="391953"/>
                </a:cubicBezTo>
                <a:cubicBezTo>
                  <a:pt x="4707264" y="392620"/>
                  <a:pt x="4709645" y="392620"/>
                  <a:pt x="4710216" y="391096"/>
                </a:cubicBezTo>
                <a:cubicBezTo>
                  <a:pt x="4710788" y="389572"/>
                  <a:pt x="4711359" y="387762"/>
                  <a:pt x="4714979" y="388334"/>
                </a:cubicBezTo>
                <a:cubicBezTo>
                  <a:pt x="4718598" y="388905"/>
                  <a:pt x="4726028" y="390144"/>
                  <a:pt x="4727552" y="391382"/>
                </a:cubicBezTo>
                <a:cubicBezTo>
                  <a:pt x="4728980" y="392525"/>
                  <a:pt x="4738029" y="389858"/>
                  <a:pt x="4738601" y="391667"/>
                </a:cubicBezTo>
                <a:cubicBezTo>
                  <a:pt x="4739172" y="393477"/>
                  <a:pt x="4739172" y="397097"/>
                  <a:pt x="4737362" y="399192"/>
                </a:cubicBezTo>
                <a:cubicBezTo>
                  <a:pt x="4735553" y="401288"/>
                  <a:pt x="4736410" y="403098"/>
                  <a:pt x="4739743" y="404907"/>
                </a:cubicBezTo>
                <a:cubicBezTo>
                  <a:pt x="4742982" y="406717"/>
                  <a:pt x="4744220" y="412051"/>
                  <a:pt x="4746887" y="411480"/>
                </a:cubicBezTo>
                <a:cubicBezTo>
                  <a:pt x="4749650" y="410908"/>
                  <a:pt x="4746887" y="411480"/>
                  <a:pt x="4750507" y="413575"/>
                </a:cubicBezTo>
                <a:cubicBezTo>
                  <a:pt x="4752507" y="414718"/>
                  <a:pt x="4755936" y="415004"/>
                  <a:pt x="4758032" y="416242"/>
                </a:cubicBezTo>
                <a:cubicBezTo>
                  <a:pt x="4760127" y="417385"/>
                  <a:pt x="4756222" y="421005"/>
                  <a:pt x="4759556" y="422814"/>
                </a:cubicBezTo>
                <a:cubicBezTo>
                  <a:pt x="4762889" y="424529"/>
                  <a:pt x="4766033" y="421576"/>
                  <a:pt x="4766033" y="421576"/>
                </a:cubicBezTo>
                <a:cubicBezTo>
                  <a:pt x="4766033" y="421576"/>
                  <a:pt x="4769747" y="412146"/>
                  <a:pt x="4766033" y="412241"/>
                </a:cubicBezTo>
                <a:cubicBezTo>
                  <a:pt x="4766033" y="412241"/>
                  <a:pt x="4757651" y="410146"/>
                  <a:pt x="4756031" y="409194"/>
                </a:cubicBezTo>
                <a:cubicBezTo>
                  <a:pt x="4754031" y="407955"/>
                  <a:pt x="4754412" y="407098"/>
                  <a:pt x="4751745" y="406527"/>
                </a:cubicBezTo>
                <a:cubicBezTo>
                  <a:pt x="4749078" y="405955"/>
                  <a:pt x="4748792" y="404431"/>
                  <a:pt x="4749364" y="402336"/>
                </a:cubicBezTo>
                <a:cubicBezTo>
                  <a:pt x="4749935" y="400240"/>
                  <a:pt x="4751459" y="396049"/>
                  <a:pt x="4749364" y="394239"/>
                </a:cubicBezTo>
                <a:cubicBezTo>
                  <a:pt x="4745840" y="391096"/>
                  <a:pt x="4749364" y="390620"/>
                  <a:pt x="4752698" y="390620"/>
                </a:cubicBezTo>
                <a:cubicBezTo>
                  <a:pt x="4756031" y="390620"/>
                  <a:pt x="4757841" y="389667"/>
                  <a:pt x="4760222" y="384905"/>
                </a:cubicBezTo>
                <a:cubicBezTo>
                  <a:pt x="4762604" y="380047"/>
                  <a:pt x="4766033" y="381571"/>
                  <a:pt x="4766033" y="381571"/>
                </a:cubicBezTo>
                <a:cubicBezTo>
                  <a:pt x="4766033" y="381571"/>
                  <a:pt x="4767366" y="380809"/>
                  <a:pt x="4766033" y="377952"/>
                </a:cubicBezTo>
                <a:cubicBezTo>
                  <a:pt x="4766033" y="377952"/>
                  <a:pt x="4764414" y="377952"/>
                  <a:pt x="4763175" y="373475"/>
                </a:cubicBezTo>
                <a:cubicBezTo>
                  <a:pt x="4761937" y="368998"/>
                  <a:pt x="4760127" y="369284"/>
                  <a:pt x="4755650" y="366617"/>
                </a:cubicBezTo>
                <a:cubicBezTo>
                  <a:pt x="4751174" y="363950"/>
                  <a:pt x="4750602" y="368141"/>
                  <a:pt x="4752983" y="368427"/>
                </a:cubicBezTo>
                <a:cubicBezTo>
                  <a:pt x="4755460" y="368808"/>
                  <a:pt x="4755079" y="372427"/>
                  <a:pt x="4752126" y="373284"/>
                </a:cubicBezTo>
                <a:cubicBezTo>
                  <a:pt x="4749078" y="374141"/>
                  <a:pt x="4748507" y="377475"/>
                  <a:pt x="4746697" y="376237"/>
                </a:cubicBezTo>
                <a:cubicBezTo>
                  <a:pt x="4744887" y="374999"/>
                  <a:pt x="4746983" y="372332"/>
                  <a:pt x="4744887" y="370522"/>
                </a:cubicBezTo>
                <a:cubicBezTo>
                  <a:pt x="4742792" y="368712"/>
                  <a:pt x="4744220" y="365379"/>
                  <a:pt x="4745744" y="364807"/>
                </a:cubicBezTo>
                <a:cubicBezTo>
                  <a:pt x="4747268" y="364140"/>
                  <a:pt x="4748126" y="362997"/>
                  <a:pt x="4748126" y="361187"/>
                </a:cubicBezTo>
                <a:cubicBezTo>
                  <a:pt x="4748126" y="359378"/>
                  <a:pt x="4750507" y="357568"/>
                  <a:pt x="4753841" y="358806"/>
                </a:cubicBezTo>
                <a:cubicBezTo>
                  <a:pt x="4757174" y="359949"/>
                  <a:pt x="4758698" y="359378"/>
                  <a:pt x="4755079" y="356997"/>
                </a:cubicBezTo>
                <a:cubicBezTo>
                  <a:pt x="4751459" y="354520"/>
                  <a:pt x="4747840" y="354234"/>
                  <a:pt x="4747268" y="355758"/>
                </a:cubicBezTo>
                <a:cubicBezTo>
                  <a:pt x="4746697" y="357187"/>
                  <a:pt x="4746697" y="359283"/>
                  <a:pt x="4743363" y="360521"/>
                </a:cubicBezTo>
                <a:cubicBezTo>
                  <a:pt x="4740030" y="361664"/>
                  <a:pt x="4740696" y="358711"/>
                  <a:pt x="4737648" y="355091"/>
                </a:cubicBezTo>
                <a:cubicBezTo>
                  <a:pt x="4734600" y="351567"/>
                  <a:pt x="4730981" y="352425"/>
                  <a:pt x="4732219" y="354234"/>
                </a:cubicBezTo>
                <a:cubicBezTo>
                  <a:pt x="4733457" y="356044"/>
                  <a:pt x="4733457" y="357568"/>
                  <a:pt x="4729838" y="355758"/>
                </a:cubicBezTo>
                <a:cubicBezTo>
                  <a:pt x="4726218" y="353949"/>
                  <a:pt x="4724408" y="356711"/>
                  <a:pt x="4722599" y="355187"/>
                </a:cubicBezTo>
                <a:cubicBezTo>
                  <a:pt x="4720789" y="353758"/>
                  <a:pt x="4716979" y="352806"/>
                  <a:pt x="4713645" y="352806"/>
                </a:cubicBezTo>
                <a:cubicBezTo>
                  <a:pt x="4710311" y="352806"/>
                  <a:pt x="4712407" y="348234"/>
                  <a:pt x="4706120" y="349472"/>
                </a:cubicBezTo>
                <a:cubicBezTo>
                  <a:pt x="4702025" y="350234"/>
                  <a:pt x="4700786" y="348900"/>
                  <a:pt x="4695357" y="345281"/>
                </a:cubicBezTo>
                <a:cubicBezTo>
                  <a:pt x="4690023" y="341661"/>
                  <a:pt x="4692118" y="340518"/>
                  <a:pt x="4696595" y="338994"/>
                </a:cubicBezTo>
                <a:cubicBezTo>
                  <a:pt x="4701072" y="337470"/>
                  <a:pt x="4696881" y="335375"/>
                  <a:pt x="4691452" y="336613"/>
                </a:cubicBezTo>
                <a:cubicBezTo>
                  <a:pt x="4684689" y="338137"/>
                  <a:pt x="4688785" y="331755"/>
                  <a:pt x="4684880" y="328517"/>
                </a:cubicBezTo>
                <a:cubicBezTo>
                  <a:pt x="4679736" y="324326"/>
                  <a:pt x="4686404" y="310229"/>
                  <a:pt x="4689356" y="317754"/>
                </a:cubicBezTo>
                <a:cubicBezTo>
                  <a:pt x="4691357" y="322611"/>
                  <a:pt x="4695072" y="312419"/>
                  <a:pt x="4690595" y="313658"/>
                </a:cubicBezTo>
                <a:cubicBezTo>
                  <a:pt x="4684784" y="315182"/>
                  <a:pt x="4688118" y="309086"/>
                  <a:pt x="4691452" y="304609"/>
                </a:cubicBezTo>
                <a:cubicBezTo>
                  <a:pt x="4694786" y="300132"/>
                  <a:pt x="4698691" y="306133"/>
                  <a:pt x="4701358" y="302228"/>
                </a:cubicBezTo>
                <a:cubicBezTo>
                  <a:pt x="4702692" y="300275"/>
                  <a:pt x="4703882" y="300633"/>
                  <a:pt x="4704894" y="301633"/>
                </a:cubicBezTo>
                <a:close/>
                <a:moveTo>
                  <a:pt x="4522288" y="300990"/>
                </a:moveTo>
                <a:cubicBezTo>
                  <a:pt x="4523812" y="300990"/>
                  <a:pt x="4530099" y="302418"/>
                  <a:pt x="4532195" y="303942"/>
                </a:cubicBezTo>
                <a:cubicBezTo>
                  <a:pt x="4534290" y="305466"/>
                  <a:pt x="4541148" y="311467"/>
                  <a:pt x="4548673" y="313277"/>
                </a:cubicBezTo>
                <a:cubicBezTo>
                  <a:pt x="4556197" y="315087"/>
                  <a:pt x="4561246" y="323469"/>
                  <a:pt x="4564579" y="325278"/>
                </a:cubicBezTo>
                <a:cubicBezTo>
                  <a:pt x="4567913" y="327088"/>
                  <a:pt x="4569056" y="329184"/>
                  <a:pt x="4566675" y="329755"/>
                </a:cubicBezTo>
                <a:cubicBezTo>
                  <a:pt x="4564294" y="330327"/>
                  <a:pt x="4565437" y="331565"/>
                  <a:pt x="4567246" y="331851"/>
                </a:cubicBezTo>
                <a:cubicBezTo>
                  <a:pt x="4569056" y="332136"/>
                  <a:pt x="4571152" y="332517"/>
                  <a:pt x="4573533" y="333375"/>
                </a:cubicBezTo>
                <a:cubicBezTo>
                  <a:pt x="4575914" y="334232"/>
                  <a:pt x="4584296" y="338137"/>
                  <a:pt x="4585058" y="343852"/>
                </a:cubicBezTo>
                <a:cubicBezTo>
                  <a:pt x="4585249" y="348043"/>
                  <a:pt x="4588011" y="349853"/>
                  <a:pt x="4591916" y="349853"/>
                </a:cubicBezTo>
                <a:cubicBezTo>
                  <a:pt x="4595821" y="349853"/>
                  <a:pt x="4604775" y="352234"/>
                  <a:pt x="4608109" y="355568"/>
                </a:cubicBezTo>
                <a:cubicBezTo>
                  <a:pt x="4611347" y="358806"/>
                  <a:pt x="4619444" y="360330"/>
                  <a:pt x="4612586" y="354044"/>
                </a:cubicBezTo>
                <a:cubicBezTo>
                  <a:pt x="4605632" y="347757"/>
                  <a:pt x="4613729" y="348615"/>
                  <a:pt x="4615253" y="352234"/>
                </a:cubicBezTo>
                <a:cubicBezTo>
                  <a:pt x="4616681" y="355758"/>
                  <a:pt x="4640398" y="357854"/>
                  <a:pt x="4642780" y="354901"/>
                </a:cubicBezTo>
                <a:cubicBezTo>
                  <a:pt x="4645161" y="351853"/>
                  <a:pt x="4648495" y="352806"/>
                  <a:pt x="4649352" y="359378"/>
                </a:cubicBezTo>
                <a:cubicBezTo>
                  <a:pt x="4650304" y="365950"/>
                  <a:pt x="4656210" y="368236"/>
                  <a:pt x="4655067" y="369855"/>
                </a:cubicBezTo>
                <a:cubicBezTo>
                  <a:pt x="4652971" y="372903"/>
                  <a:pt x="4651162" y="368427"/>
                  <a:pt x="4647542" y="369284"/>
                </a:cubicBezTo>
                <a:cubicBezTo>
                  <a:pt x="4640684" y="370998"/>
                  <a:pt x="4643351" y="361759"/>
                  <a:pt x="4640970" y="367760"/>
                </a:cubicBezTo>
                <a:cubicBezTo>
                  <a:pt x="4638589" y="373761"/>
                  <a:pt x="4634398" y="368046"/>
                  <a:pt x="4631731" y="372522"/>
                </a:cubicBezTo>
                <a:cubicBezTo>
                  <a:pt x="4628969" y="376999"/>
                  <a:pt x="4633826" y="373761"/>
                  <a:pt x="4636493" y="376428"/>
                </a:cubicBezTo>
                <a:cubicBezTo>
                  <a:pt x="4639255" y="379095"/>
                  <a:pt x="4636684" y="375951"/>
                  <a:pt x="4642208" y="374904"/>
                </a:cubicBezTo>
                <a:cubicBezTo>
                  <a:pt x="4649923" y="373380"/>
                  <a:pt x="4655067" y="379095"/>
                  <a:pt x="4651162" y="386905"/>
                </a:cubicBezTo>
                <a:cubicBezTo>
                  <a:pt x="4647256" y="394716"/>
                  <a:pt x="4632302" y="394144"/>
                  <a:pt x="4631064" y="392906"/>
                </a:cubicBezTo>
                <a:cubicBezTo>
                  <a:pt x="4629921" y="391668"/>
                  <a:pt x="4628683" y="391096"/>
                  <a:pt x="4626587" y="392906"/>
                </a:cubicBezTo>
                <a:cubicBezTo>
                  <a:pt x="4624492" y="394716"/>
                  <a:pt x="4615157" y="396525"/>
                  <a:pt x="4616681" y="392334"/>
                </a:cubicBezTo>
                <a:cubicBezTo>
                  <a:pt x="4618205" y="388143"/>
                  <a:pt x="4614586" y="389286"/>
                  <a:pt x="4610109" y="390525"/>
                </a:cubicBezTo>
                <a:cubicBezTo>
                  <a:pt x="4605537" y="391763"/>
                  <a:pt x="4599631" y="390525"/>
                  <a:pt x="4598393" y="388429"/>
                </a:cubicBezTo>
                <a:cubicBezTo>
                  <a:pt x="4597250" y="386334"/>
                  <a:pt x="4595536" y="384905"/>
                  <a:pt x="4593631" y="386048"/>
                </a:cubicBezTo>
                <a:cubicBezTo>
                  <a:pt x="4593631" y="386048"/>
                  <a:pt x="4590583" y="385762"/>
                  <a:pt x="4590011" y="391096"/>
                </a:cubicBezTo>
                <a:cubicBezTo>
                  <a:pt x="4589725" y="394144"/>
                  <a:pt x="4579248" y="398049"/>
                  <a:pt x="4575343" y="400431"/>
                </a:cubicBezTo>
                <a:cubicBezTo>
                  <a:pt x="4571437" y="402812"/>
                  <a:pt x="4569342" y="401288"/>
                  <a:pt x="4567246" y="403098"/>
                </a:cubicBezTo>
                <a:cubicBezTo>
                  <a:pt x="4565151" y="404907"/>
                  <a:pt x="4556197" y="407003"/>
                  <a:pt x="4552864" y="409670"/>
                </a:cubicBezTo>
                <a:cubicBezTo>
                  <a:pt x="4549530" y="412337"/>
                  <a:pt x="4541434" y="417195"/>
                  <a:pt x="4541148" y="415671"/>
                </a:cubicBezTo>
                <a:cubicBezTo>
                  <a:pt x="4540862" y="414242"/>
                  <a:pt x="4539338" y="413575"/>
                  <a:pt x="4537243" y="416909"/>
                </a:cubicBezTo>
                <a:cubicBezTo>
                  <a:pt x="4535147" y="420243"/>
                  <a:pt x="4529432" y="419004"/>
                  <a:pt x="4524955" y="421100"/>
                </a:cubicBezTo>
                <a:cubicBezTo>
                  <a:pt x="4520383" y="423195"/>
                  <a:pt x="4518955" y="422052"/>
                  <a:pt x="4519526" y="420243"/>
                </a:cubicBezTo>
                <a:cubicBezTo>
                  <a:pt x="4520098" y="418433"/>
                  <a:pt x="4519431" y="416718"/>
                  <a:pt x="4515335" y="417576"/>
                </a:cubicBezTo>
                <a:cubicBezTo>
                  <a:pt x="4511144" y="418528"/>
                  <a:pt x="4510001" y="415480"/>
                  <a:pt x="4510573" y="410432"/>
                </a:cubicBezTo>
                <a:cubicBezTo>
                  <a:pt x="4511335" y="403860"/>
                  <a:pt x="4497047" y="403764"/>
                  <a:pt x="4494095" y="405003"/>
                </a:cubicBezTo>
                <a:cubicBezTo>
                  <a:pt x="4491046" y="406241"/>
                  <a:pt x="4484188" y="407384"/>
                  <a:pt x="4482664" y="406812"/>
                </a:cubicBezTo>
                <a:cubicBezTo>
                  <a:pt x="4480093" y="405765"/>
                  <a:pt x="4478188" y="405669"/>
                  <a:pt x="4476092" y="406241"/>
                </a:cubicBezTo>
                <a:cubicBezTo>
                  <a:pt x="4473997" y="406812"/>
                  <a:pt x="4465615" y="406527"/>
                  <a:pt x="4464091" y="404431"/>
                </a:cubicBezTo>
                <a:cubicBezTo>
                  <a:pt x="4462567" y="402336"/>
                  <a:pt x="4461043" y="402050"/>
                  <a:pt x="4458947" y="401764"/>
                </a:cubicBezTo>
                <a:cubicBezTo>
                  <a:pt x="4456852" y="401478"/>
                  <a:pt x="4453232" y="399669"/>
                  <a:pt x="4453518" y="393668"/>
                </a:cubicBezTo>
                <a:cubicBezTo>
                  <a:pt x="4453899" y="387667"/>
                  <a:pt x="4461424" y="390906"/>
                  <a:pt x="4462281" y="390334"/>
                </a:cubicBezTo>
                <a:cubicBezTo>
                  <a:pt x="4463138" y="389763"/>
                  <a:pt x="4465234" y="388905"/>
                  <a:pt x="4466758" y="389477"/>
                </a:cubicBezTo>
                <a:cubicBezTo>
                  <a:pt x="4468187" y="390048"/>
                  <a:pt x="4473616" y="391001"/>
                  <a:pt x="4475711" y="387667"/>
                </a:cubicBezTo>
                <a:cubicBezTo>
                  <a:pt x="4478473" y="383381"/>
                  <a:pt x="4482950" y="382905"/>
                  <a:pt x="4487713" y="384714"/>
                </a:cubicBezTo>
                <a:cubicBezTo>
                  <a:pt x="4492570" y="386524"/>
                  <a:pt x="4499714" y="383286"/>
                  <a:pt x="4503334" y="384143"/>
                </a:cubicBezTo>
                <a:cubicBezTo>
                  <a:pt x="4505905" y="384810"/>
                  <a:pt x="4508382" y="383286"/>
                  <a:pt x="4509620" y="381762"/>
                </a:cubicBezTo>
                <a:cubicBezTo>
                  <a:pt x="4510763" y="380238"/>
                  <a:pt x="4512002" y="378142"/>
                  <a:pt x="4514669" y="377571"/>
                </a:cubicBezTo>
                <a:cubicBezTo>
                  <a:pt x="4517431" y="376999"/>
                  <a:pt x="4515049" y="374618"/>
                  <a:pt x="4512002" y="374618"/>
                </a:cubicBezTo>
                <a:cubicBezTo>
                  <a:pt x="4509049" y="374618"/>
                  <a:pt x="4505715" y="375189"/>
                  <a:pt x="4503905" y="372808"/>
                </a:cubicBezTo>
                <a:cubicBezTo>
                  <a:pt x="4502095" y="370427"/>
                  <a:pt x="4499714" y="373094"/>
                  <a:pt x="4495809" y="371284"/>
                </a:cubicBezTo>
                <a:cubicBezTo>
                  <a:pt x="4493047" y="369951"/>
                  <a:pt x="4491332" y="371856"/>
                  <a:pt x="4489237" y="373665"/>
                </a:cubicBezTo>
                <a:cubicBezTo>
                  <a:pt x="4487141" y="375475"/>
                  <a:pt x="4476949" y="375761"/>
                  <a:pt x="4475140" y="373665"/>
                </a:cubicBezTo>
                <a:cubicBezTo>
                  <a:pt x="4473330" y="371570"/>
                  <a:pt x="4469139" y="373951"/>
                  <a:pt x="4467615" y="373665"/>
                </a:cubicBezTo>
                <a:cubicBezTo>
                  <a:pt x="4466091" y="373284"/>
                  <a:pt x="4464662" y="372999"/>
                  <a:pt x="4463424" y="374523"/>
                </a:cubicBezTo>
                <a:cubicBezTo>
                  <a:pt x="4462186" y="376047"/>
                  <a:pt x="4459804" y="377761"/>
                  <a:pt x="4455328" y="376904"/>
                </a:cubicBezTo>
                <a:cubicBezTo>
                  <a:pt x="4450851" y="375951"/>
                  <a:pt x="4443421" y="378714"/>
                  <a:pt x="4442183" y="377475"/>
                </a:cubicBezTo>
                <a:cubicBezTo>
                  <a:pt x="4440945" y="376237"/>
                  <a:pt x="4440088" y="376237"/>
                  <a:pt x="4436468" y="379571"/>
                </a:cubicBezTo>
                <a:cubicBezTo>
                  <a:pt x="4432849" y="382809"/>
                  <a:pt x="4427420" y="380142"/>
                  <a:pt x="4422657" y="376237"/>
                </a:cubicBezTo>
                <a:cubicBezTo>
                  <a:pt x="4417895" y="372332"/>
                  <a:pt x="4419990" y="369284"/>
                  <a:pt x="4421800" y="368712"/>
                </a:cubicBezTo>
                <a:cubicBezTo>
                  <a:pt x="4423610" y="368141"/>
                  <a:pt x="4425324" y="368712"/>
                  <a:pt x="4430753" y="364807"/>
                </a:cubicBezTo>
                <a:cubicBezTo>
                  <a:pt x="4436182" y="360902"/>
                  <a:pt x="4437706" y="365093"/>
                  <a:pt x="4440659" y="365664"/>
                </a:cubicBezTo>
                <a:cubicBezTo>
                  <a:pt x="4443612" y="366331"/>
                  <a:pt x="4444850" y="365379"/>
                  <a:pt x="4441516" y="362712"/>
                </a:cubicBezTo>
                <a:cubicBezTo>
                  <a:pt x="4438183" y="360045"/>
                  <a:pt x="4439993" y="359473"/>
                  <a:pt x="4443612" y="359759"/>
                </a:cubicBezTo>
                <a:cubicBezTo>
                  <a:pt x="4447231" y="360045"/>
                  <a:pt x="4450279" y="358330"/>
                  <a:pt x="4448755" y="357092"/>
                </a:cubicBezTo>
                <a:cubicBezTo>
                  <a:pt x="4447231" y="355949"/>
                  <a:pt x="4445136" y="356901"/>
                  <a:pt x="4440659" y="356235"/>
                </a:cubicBezTo>
                <a:cubicBezTo>
                  <a:pt x="4434658" y="355282"/>
                  <a:pt x="4433706" y="359187"/>
                  <a:pt x="4428658" y="359187"/>
                </a:cubicBezTo>
                <a:cubicBezTo>
                  <a:pt x="4423705" y="359187"/>
                  <a:pt x="4417799" y="364617"/>
                  <a:pt x="4415132" y="363378"/>
                </a:cubicBezTo>
                <a:cubicBezTo>
                  <a:pt x="4412465" y="362235"/>
                  <a:pt x="4418180" y="358902"/>
                  <a:pt x="4414561" y="358616"/>
                </a:cubicBezTo>
                <a:cubicBezTo>
                  <a:pt x="4410941" y="358235"/>
                  <a:pt x="4410655" y="359187"/>
                  <a:pt x="4402845" y="361569"/>
                </a:cubicBezTo>
                <a:cubicBezTo>
                  <a:pt x="4395035" y="363950"/>
                  <a:pt x="4398368" y="353472"/>
                  <a:pt x="4401321" y="352234"/>
                </a:cubicBezTo>
                <a:cubicBezTo>
                  <a:pt x="4404274" y="351091"/>
                  <a:pt x="4407036" y="348996"/>
                  <a:pt x="4405512" y="345090"/>
                </a:cubicBezTo>
                <a:cubicBezTo>
                  <a:pt x="4403988" y="341185"/>
                  <a:pt x="4407893" y="339661"/>
                  <a:pt x="4409989" y="334899"/>
                </a:cubicBezTo>
                <a:cubicBezTo>
                  <a:pt x="4412084" y="330041"/>
                  <a:pt x="4417418" y="326517"/>
                  <a:pt x="4422847" y="321087"/>
                </a:cubicBezTo>
                <a:cubicBezTo>
                  <a:pt x="4428181" y="315753"/>
                  <a:pt x="4433896" y="318135"/>
                  <a:pt x="4435992" y="320802"/>
                </a:cubicBezTo>
                <a:cubicBezTo>
                  <a:pt x="4438087" y="323469"/>
                  <a:pt x="4445041" y="326802"/>
                  <a:pt x="4441421" y="331279"/>
                </a:cubicBezTo>
                <a:cubicBezTo>
                  <a:pt x="4437802" y="335756"/>
                  <a:pt x="4440754" y="333660"/>
                  <a:pt x="4444374" y="334899"/>
                </a:cubicBezTo>
                <a:cubicBezTo>
                  <a:pt x="4447898" y="336137"/>
                  <a:pt x="4449422" y="334327"/>
                  <a:pt x="4449137" y="331946"/>
                </a:cubicBezTo>
                <a:cubicBezTo>
                  <a:pt x="4448851" y="329565"/>
                  <a:pt x="4449422" y="328041"/>
                  <a:pt x="4452470" y="325088"/>
                </a:cubicBezTo>
                <a:cubicBezTo>
                  <a:pt x="4455518" y="322135"/>
                  <a:pt x="4464757" y="323850"/>
                  <a:pt x="4470472" y="325088"/>
                </a:cubicBezTo>
                <a:cubicBezTo>
                  <a:pt x="4476092" y="326326"/>
                  <a:pt x="4483045" y="330803"/>
                  <a:pt x="4479712" y="334994"/>
                </a:cubicBezTo>
                <a:cubicBezTo>
                  <a:pt x="4476473" y="339280"/>
                  <a:pt x="4479426" y="338328"/>
                  <a:pt x="4483331" y="338042"/>
                </a:cubicBezTo>
                <a:cubicBezTo>
                  <a:pt x="4487237" y="337756"/>
                  <a:pt x="4492666" y="332327"/>
                  <a:pt x="4497428" y="333851"/>
                </a:cubicBezTo>
                <a:cubicBezTo>
                  <a:pt x="4502191" y="335375"/>
                  <a:pt x="4504096" y="331470"/>
                  <a:pt x="4500381" y="329946"/>
                </a:cubicBezTo>
                <a:cubicBezTo>
                  <a:pt x="4495237" y="327850"/>
                  <a:pt x="4502477" y="325088"/>
                  <a:pt x="4496476" y="324231"/>
                </a:cubicBezTo>
                <a:cubicBezTo>
                  <a:pt x="4493237" y="323754"/>
                  <a:pt x="4489332" y="323659"/>
                  <a:pt x="4489904" y="321564"/>
                </a:cubicBezTo>
                <a:cubicBezTo>
                  <a:pt x="4490475" y="319468"/>
                  <a:pt x="4492570" y="319754"/>
                  <a:pt x="4496762" y="318897"/>
                </a:cubicBezTo>
                <a:cubicBezTo>
                  <a:pt x="4500953" y="318039"/>
                  <a:pt x="4505810" y="319754"/>
                  <a:pt x="4506668" y="320992"/>
                </a:cubicBezTo>
                <a:cubicBezTo>
                  <a:pt x="4507620" y="322230"/>
                  <a:pt x="4511525" y="324612"/>
                  <a:pt x="4514478" y="324326"/>
                </a:cubicBezTo>
                <a:cubicBezTo>
                  <a:pt x="4517431" y="324040"/>
                  <a:pt x="4520383" y="326136"/>
                  <a:pt x="4521622" y="330327"/>
                </a:cubicBezTo>
                <a:cubicBezTo>
                  <a:pt x="4522860" y="334518"/>
                  <a:pt x="4530004" y="339947"/>
                  <a:pt x="4535147" y="342042"/>
                </a:cubicBezTo>
                <a:cubicBezTo>
                  <a:pt x="4540195" y="344138"/>
                  <a:pt x="4537243" y="339947"/>
                  <a:pt x="4536004" y="337851"/>
                </a:cubicBezTo>
                <a:cubicBezTo>
                  <a:pt x="4534862" y="335756"/>
                  <a:pt x="4530004" y="330041"/>
                  <a:pt x="4527337" y="325850"/>
                </a:cubicBezTo>
                <a:cubicBezTo>
                  <a:pt x="4524670" y="321659"/>
                  <a:pt x="4523431" y="319849"/>
                  <a:pt x="4521336" y="319563"/>
                </a:cubicBezTo>
                <a:cubicBezTo>
                  <a:pt x="4519240" y="319278"/>
                  <a:pt x="4512954" y="314801"/>
                  <a:pt x="4512954" y="312991"/>
                </a:cubicBezTo>
                <a:cubicBezTo>
                  <a:pt x="4512954" y="311181"/>
                  <a:pt x="4513525" y="307848"/>
                  <a:pt x="4509620" y="309086"/>
                </a:cubicBezTo>
                <a:cubicBezTo>
                  <a:pt x="4505715" y="310229"/>
                  <a:pt x="4505715" y="304228"/>
                  <a:pt x="4509049" y="303657"/>
                </a:cubicBezTo>
                <a:cubicBezTo>
                  <a:pt x="4512382" y="303085"/>
                  <a:pt x="4514478" y="303371"/>
                  <a:pt x="4516573" y="301275"/>
                </a:cubicBezTo>
                <a:cubicBezTo>
                  <a:pt x="4518097" y="299751"/>
                  <a:pt x="4520764" y="300990"/>
                  <a:pt x="4522288" y="300990"/>
                </a:cubicBezTo>
                <a:close/>
                <a:moveTo>
                  <a:pt x="2541183" y="298895"/>
                </a:moveTo>
                <a:cubicBezTo>
                  <a:pt x="2544231" y="298895"/>
                  <a:pt x="2542707" y="300038"/>
                  <a:pt x="2540612" y="301276"/>
                </a:cubicBezTo>
                <a:cubicBezTo>
                  <a:pt x="2538516" y="302418"/>
                  <a:pt x="2539088" y="303371"/>
                  <a:pt x="2535182" y="302799"/>
                </a:cubicBezTo>
                <a:cubicBezTo>
                  <a:pt x="2531277" y="302229"/>
                  <a:pt x="2538230" y="298895"/>
                  <a:pt x="2541183" y="298895"/>
                </a:cubicBezTo>
                <a:close/>
                <a:moveTo>
                  <a:pt x="5492409" y="296036"/>
                </a:moveTo>
                <a:cubicBezTo>
                  <a:pt x="5492409" y="296036"/>
                  <a:pt x="5495647" y="296322"/>
                  <a:pt x="5497267" y="297179"/>
                </a:cubicBezTo>
                <a:cubicBezTo>
                  <a:pt x="5498695" y="298036"/>
                  <a:pt x="5498410" y="298989"/>
                  <a:pt x="5502029" y="299275"/>
                </a:cubicBezTo>
                <a:cubicBezTo>
                  <a:pt x="5505649" y="299560"/>
                  <a:pt x="5504411" y="300227"/>
                  <a:pt x="5502315" y="300799"/>
                </a:cubicBezTo>
                <a:cubicBezTo>
                  <a:pt x="5500220" y="301465"/>
                  <a:pt x="5496886" y="298989"/>
                  <a:pt x="5493933" y="298131"/>
                </a:cubicBezTo>
                <a:cubicBezTo>
                  <a:pt x="5490885" y="297274"/>
                  <a:pt x="5492409" y="296036"/>
                  <a:pt x="5492409" y="296036"/>
                </a:cubicBezTo>
                <a:close/>
                <a:moveTo>
                  <a:pt x="4541147" y="291369"/>
                </a:moveTo>
                <a:cubicBezTo>
                  <a:pt x="4548672" y="288988"/>
                  <a:pt x="4552196" y="290798"/>
                  <a:pt x="4555244" y="292607"/>
                </a:cubicBezTo>
                <a:cubicBezTo>
                  <a:pt x="4558292" y="294417"/>
                  <a:pt x="4560388" y="298513"/>
                  <a:pt x="4559150" y="301561"/>
                </a:cubicBezTo>
                <a:cubicBezTo>
                  <a:pt x="4557911" y="304514"/>
                  <a:pt x="4558864" y="304228"/>
                  <a:pt x="4558768" y="308228"/>
                </a:cubicBezTo>
                <a:cubicBezTo>
                  <a:pt x="4558768" y="312134"/>
                  <a:pt x="4555816" y="311181"/>
                  <a:pt x="4553720" y="310610"/>
                </a:cubicBezTo>
                <a:cubicBezTo>
                  <a:pt x="4551625" y="310038"/>
                  <a:pt x="4544767" y="309467"/>
                  <a:pt x="4541433" y="306133"/>
                </a:cubicBezTo>
                <a:cubicBezTo>
                  <a:pt x="4538099" y="302799"/>
                  <a:pt x="4529717" y="298608"/>
                  <a:pt x="4525241" y="298608"/>
                </a:cubicBezTo>
                <a:cubicBezTo>
                  <a:pt x="4520764" y="298608"/>
                  <a:pt x="4514763" y="299751"/>
                  <a:pt x="4514763" y="297370"/>
                </a:cubicBezTo>
                <a:cubicBezTo>
                  <a:pt x="4514763" y="294893"/>
                  <a:pt x="4520478" y="292798"/>
                  <a:pt x="4525241" y="294036"/>
                </a:cubicBezTo>
                <a:cubicBezTo>
                  <a:pt x="4530098" y="295274"/>
                  <a:pt x="4533623" y="293750"/>
                  <a:pt x="4541147" y="291369"/>
                </a:cubicBezTo>
                <a:close/>
                <a:moveTo>
                  <a:pt x="2642827" y="289191"/>
                </a:moveTo>
                <a:cubicBezTo>
                  <a:pt x="2647649" y="289226"/>
                  <a:pt x="2651388" y="290274"/>
                  <a:pt x="2652626" y="291559"/>
                </a:cubicBezTo>
                <a:cubicBezTo>
                  <a:pt x="2656245" y="295179"/>
                  <a:pt x="2658722" y="292131"/>
                  <a:pt x="2661675" y="295085"/>
                </a:cubicBezTo>
                <a:cubicBezTo>
                  <a:pt x="2662341" y="295751"/>
                  <a:pt x="2666151" y="299752"/>
                  <a:pt x="2661008" y="299752"/>
                </a:cubicBezTo>
                <a:cubicBezTo>
                  <a:pt x="2659103" y="301657"/>
                  <a:pt x="2655578" y="303371"/>
                  <a:pt x="2652245" y="303943"/>
                </a:cubicBezTo>
                <a:cubicBezTo>
                  <a:pt x="2647101" y="304800"/>
                  <a:pt x="2643101" y="307943"/>
                  <a:pt x="2652245" y="308038"/>
                </a:cubicBezTo>
                <a:cubicBezTo>
                  <a:pt x="2657484" y="308134"/>
                  <a:pt x="2656150" y="307848"/>
                  <a:pt x="2659293" y="305656"/>
                </a:cubicBezTo>
                <a:cubicBezTo>
                  <a:pt x="2662341" y="303371"/>
                  <a:pt x="2662818" y="306419"/>
                  <a:pt x="2661198" y="307943"/>
                </a:cubicBezTo>
                <a:cubicBezTo>
                  <a:pt x="2658531" y="310419"/>
                  <a:pt x="2661865" y="310325"/>
                  <a:pt x="2668533" y="309466"/>
                </a:cubicBezTo>
                <a:cubicBezTo>
                  <a:pt x="2675200" y="308609"/>
                  <a:pt x="2677962" y="311562"/>
                  <a:pt x="2672533" y="317183"/>
                </a:cubicBezTo>
                <a:cubicBezTo>
                  <a:pt x="2664913" y="324992"/>
                  <a:pt x="2669390" y="324707"/>
                  <a:pt x="2674724" y="324707"/>
                </a:cubicBezTo>
                <a:cubicBezTo>
                  <a:pt x="2680058" y="324707"/>
                  <a:pt x="2680820" y="325374"/>
                  <a:pt x="2682725" y="320326"/>
                </a:cubicBezTo>
                <a:cubicBezTo>
                  <a:pt x="2683487" y="318040"/>
                  <a:pt x="2686630" y="318134"/>
                  <a:pt x="2689773" y="318992"/>
                </a:cubicBezTo>
                <a:cubicBezTo>
                  <a:pt x="2692821" y="319849"/>
                  <a:pt x="2700346" y="316802"/>
                  <a:pt x="2703489" y="318992"/>
                </a:cubicBezTo>
                <a:cubicBezTo>
                  <a:pt x="2706633" y="321182"/>
                  <a:pt x="2711395" y="317277"/>
                  <a:pt x="2719015" y="318992"/>
                </a:cubicBezTo>
                <a:cubicBezTo>
                  <a:pt x="2728064" y="320993"/>
                  <a:pt x="2723968" y="320993"/>
                  <a:pt x="2723968" y="322802"/>
                </a:cubicBezTo>
                <a:cubicBezTo>
                  <a:pt x="2723968" y="324612"/>
                  <a:pt x="2732350" y="324517"/>
                  <a:pt x="2733779" y="329184"/>
                </a:cubicBezTo>
                <a:cubicBezTo>
                  <a:pt x="2737589" y="341852"/>
                  <a:pt x="2736827" y="323850"/>
                  <a:pt x="2740446" y="336136"/>
                </a:cubicBezTo>
                <a:cubicBezTo>
                  <a:pt x="2741685" y="340233"/>
                  <a:pt x="2743209" y="346900"/>
                  <a:pt x="2738065" y="341852"/>
                </a:cubicBezTo>
                <a:cubicBezTo>
                  <a:pt x="2734160" y="337946"/>
                  <a:pt x="2726064" y="341567"/>
                  <a:pt x="2738065" y="345090"/>
                </a:cubicBezTo>
                <a:cubicBezTo>
                  <a:pt x="2744256" y="346996"/>
                  <a:pt x="2733398" y="369379"/>
                  <a:pt x="2727016" y="367093"/>
                </a:cubicBezTo>
                <a:cubicBezTo>
                  <a:pt x="2716824" y="363474"/>
                  <a:pt x="2720349" y="372141"/>
                  <a:pt x="2711490" y="369475"/>
                </a:cubicBezTo>
                <a:cubicBezTo>
                  <a:pt x="2702632" y="366807"/>
                  <a:pt x="2703966" y="373952"/>
                  <a:pt x="2693298" y="372141"/>
                </a:cubicBezTo>
                <a:cubicBezTo>
                  <a:pt x="2687106" y="371093"/>
                  <a:pt x="2686820" y="372999"/>
                  <a:pt x="2690154" y="374904"/>
                </a:cubicBezTo>
                <a:cubicBezTo>
                  <a:pt x="2690631" y="376523"/>
                  <a:pt x="2690345" y="378332"/>
                  <a:pt x="2685392" y="379667"/>
                </a:cubicBezTo>
                <a:cubicBezTo>
                  <a:pt x="2675581" y="382334"/>
                  <a:pt x="2672533" y="386810"/>
                  <a:pt x="2669866" y="389001"/>
                </a:cubicBezTo>
                <a:cubicBezTo>
                  <a:pt x="2667199" y="391192"/>
                  <a:pt x="2665675" y="392810"/>
                  <a:pt x="2660532" y="390144"/>
                </a:cubicBezTo>
                <a:cubicBezTo>
                  <a:pt x="2657102" y="388333"/>
                  <a:pt x="2653769" y="390335"/>
                  <a:pt x="2650530" y="392240"/>
                </a:cubicBezTo>
                <a:cubicBezTo>
                  <a:pt x="2649006" y="393192"/>
                  <a:pt x="2646149" y="398906"/>
                  <a:pt x="2642625" y="396715"/>
                </a:cubicBezTo>
                <a:cubicBezTo>
                  <a:pt x="2639100" y="394430"/>
                  <a:pt x="2636243" y="398812"/>
                  <a:pt x="2633100" y="402717"/>
                </a:cubicBezTo>
                <a:cubicBezTo>
                  <a:pt x="2629194" y="407480"/>
                  <a:pt x="2624718" y="408907"/>
                  <a:pt x="2616621" y="410812"/>
                </a:cubicBezTo>
                <a:cubicBezTo>
                  <a:pt x="2611573" y="412052"/>
                  <a:pt x="2609192" y="416527"/>
                  <a:pt x="2603001" y="416433"/>
                </a:cubicBezTo>
                <a:cubicBezTo>
                  <a:pt x="2598619" y="416338"/>
                  <a:pt x="2590904" y="425767"/>
                  <a:pt x="2605668" y="419956"/>
                </a:cubicBezTo>
                <a:cubicBezTo>
                  <a:pt x="2608335" y="418910"/>
                  <a:pt x="2613002" y="419291"/>
                  <a:pt x="2615002" y="417290"/>
                </a:cubicBezTo>
                <a:cubicBezTo>
                  <a:pt x="2618812" y="413480"/>
                  <a:pt x="2624241" y="415289"/>
                  <a:pt x="2627385" y="412622"/>
                </a:cubicBezTo>
                <a:cubicBezTo>
                  <a:pt x="2630528" y="409956"/>
                  <a:pt x="2630814" y="409289"/>
                  <a:pt x="2632719" y="408907"/>
                </a:cubicBezTo>
                <a:cubicBezTo>
                  <a:pt x="2635290" y="408432"/>
                  <a:pt x="2635862" y="406718"/>
                  <a:pt x="2636719" y="403193"/>
                </a:cubicBezTo>
                <a:cubicBezTo>
                  <a:pt x="2637672" y="399668"/>
                  <a:pt x="2643196" y="399288"/>
                  <a:pt x="2646720" y="401288"/>
                </a:cubicBezTo>
                <a:cubicBezTo>
                  <a:pt x="2651578" y="404051"/>
                  <a:pt x="2662818" y="402622"/>
                  <a:pt x="2665103" y="401192"/>
                </a:cubicBezTo>
                <a:cubicBezTo>
                  <a:pt x="2667675" y="399479"/>
                  <a:pt x="2673962" y="402241"/>
                  <a:pt x="2677010" y="397477"/>
                </a:cubicBezTo>
                <a:cubicBezTo>
                  <a:pt x="2679867" y="393002"/>
                  <a:pt x="2679486" y="395288"/>
                  <a:pt x="2680153" y="397383"/>
                </a:cubicBezTo>
                <a:cubicBezTo>
                  <a:pt x="2680820" y="399479"/>
                  <a:pt x="2684725" y="396811"/>
                  <a:pt x="2686820" y="395002"/>
                </a:cubicBezTo>
                <a:cubicBezTo>
                  <a:pt x="2687964" y="394049"/>
                  <a:pt x="2691202" y="394240"/>
                  <a:pt x="2692535" y="393192"/>
                </a:cubicBezTo>
                <a:cubicBezTo>
                  <a:pt x="2696060" y="391953"/>
                  <a:pt x="2696155" y="388905"/>
                  <a:pt x="2691107" y="389954"/>
                </a:cubicBezTo>
                <a:cubicBezTo>
                  <a:pt x="2682344" y="391668"/>
                  <a:pt x="2684058" y="387381"/>
                  <a:pt x="2688916" y="384620"/>
                </a:cubicBezTo>
                <a:cubicBezTo>
                  <a:pt x="2694917" y="381285"/>
                  <a:pt x="2695488" y="387572"/>
                  <a:pt x="2701775" y="386524"/>
                </a:cubicBezTo>
                <a:cubicBezTo>
                  <a:pt x="2703966" y="386239"/>
                  <a:pt x="2707871" y="388525"/>
                  <a:pt x="2711109" y="389572"/>
                </a:cubicBezTo>
                <a:cubicBezTo>
                  <a:pt x="2713872" y="390525"/>
                  <a:pt x="2725111" y="393858"/>
                  <a:pt x="2726635" y="388714"/>
                </a:cubicBezTo>
                <a:cubicBezTo>
                  <a:pt x="2729207" y="380143"/>
                  <a:pt x="2731874" y="384048"/>
                  <a:pt x="2729778" y="390525"/>
                </a:cubicBezTo>
                <a:cubicBezTo>
                  <a:pt x="2727587" y="397096"/>
                  <a:pt x="2732922" y="401765"/>
                  <a:pt x="2734350" y="398525"/>
                </a:cubicBezTo>
                <a:cubicBezTo>
                  <a:pt x="2735779" y="395192"/>
                  <a:pt x="2728254" y="389477"/>
                  <a:pt x="2739494" y="392335"/>
                </a:cubicBezTo>
                <a:cubicBezTo>
                  <a:pt x="2748161" y="394526"/>
                  <a:pt x="2753400" y="390430"/>
                  <a:pt x="2759401" y="392810"/>
                </a:cubicBezTo>
                <a:cubicBezTo>
                  <a:pt x="2764354" y="394811"/>
                  <a:pt x="2767307" y="396431"/>
                  <a:pt x="2772641" y="396431"/>
                </a:cubicBezTo>
                <a:cubicBezTo>
                  <a:pt x="2777975" y="396431"/>
                  <a:pt x="2783690" y="395858"/>
                  <a:pt x="2787690" y="397669"/>
                </a:cubicBezTo>
                <a:cubicBezTo>
                  <a:pt x="2791691" y="399479"/>
                  <a:pt x="2794262" y="399098"/>
                  <a:pt x="2799216" y="398145"/>
                </a:cubicBezTo>
                <a:cubicBezTo>
                  <a:pt x="2804169" y="397192"/>
                  <a:pt x="2809979" y="398717"/>
                  <a:pt x="2802359" y="402526"/>
                </a:cubicBezTo>
                <a:cubicBezTo>
                  <a:pt x="2795977" y="405670"/>
                  <a:pt x="2804264" y="409194"/>
                  <a:pt x="2807217" y="410050"/>
                </a:cubicBezTo>
                <a:cubicBezTo>
                  <a:pt x="2809788" y="410812"/>
                  <a:pt x="2811027" y="412242"/>
                  <a:pt x="2812836" y="414909"/>
                </a:cubicBezTo>
                <a:cubicBezTo>
                  <a:pt x="2814646" y="417576"/>
                  <a:pt x="2818647" y="419575"/>
                  <a:pt x="2816360" y="416146"/>
                </a:cubicBezTo>
                <a:cubicBezTo>
                  <a:pt x="2814551" y="413480"/>
                  <a:pt x="2820456" y="414051"/>
                  <a:pt x="2824457" y="414909"/>
                </a:cubicBezTo>
                <a:cubicBezTo>
                  <a:pt x="2828457" y="415765"/>
                  <a:pt x="2837697" y="415194"/>
                  <a:pt x="2840840" y="414337"/>
                </a:cubicBezTo>
                <a:cubicBezTo>
                  <a:pt x="2843983" y="413480"/>
                  <a:pt x="2851508" y="413576"/>
                  <a:pt x="2855032" y="414433"/>
                </a:cubicBezTo>
                <a:cubicBezTo>
                  <a:pt x="2858556" y="415289"/>
                  <a:pt x="2864271" y="412146"/>
                  <a:pt x="2863795" y="405097"/>
                </a:cubicBezTo>
                <a:cubicBezTo>
                  <a:pt x="2863319" y="398049"/>
                  <a:pt x="2864843" y="399764"/>
                  <a:pt x="2867415" y="400526"/>
                </a:cubicBezTo>
                <a:cubicBezTo>
                  <a:pt x="2871891" y="401859"/>
                  <a:pt x="2872558" y="395669"/>
                  <a:pt x="2876749" y="398525"/>
                </a:cubicBezTo>
                <a:cubicBezTo>
                  <a:pt x="2880273" y="400907"/>
                  <a:pt x="2882083" y="398525"/>
                  <a:pt x="2886941" y="402526"/>
                </a:cubicBezTo>
                <a:cubicBezTo>
                  <a:pt x="2891799" y="406527"/>
                  <a:pt x="2896275" y="405670"/>
                  <a:pt x="2898466" y="405670"/>
                </a:cubicBezTo>
                <a:cubicBezTo>
                  <a:pt x="2900657" y="405670"/>
                  <a:pt x="2900752" y="406050"/>
                  <a:pt x="2902848" y="407480"/>
                </a:cubicBezTo>
                <a:cubicBezTo>
                  <a:pt x="2904752" y="408718"/>
                  <a:pt x="2909515" y="404812"/>
                  <a:pt x="2908562" y="408336"/>
                </a:cubicBezTo>
                <a:cubicBezTo>
                  <a:pt x="2907229" y="413099"/>
                  <a:pt x="2910563" y="410147"/>
                  <a:pt x="2914277" y="407861"/>
                </a:cubicBezTo>
                <a:cubicBezTo>
                  <a:pt x="2917897" y="405670"/>
                  <a:pt x="2920945" y="409289"/>
                  <a:pt x="2922278" y="409289"/>
                </a:cubicBezTo>
                <a:cubicBezTo>
                  <a:pt x="2923612" y="409289"/>
                  <a:pt x="2923612" y="407193"/>
                  <a:pt x="2926279" y="410336"/>
                </a:cubicBezTo>
                <a:cubicBezTo>
                  <a:pt x="2928851" y="413384"/>
                  <a:pt x="2934375" y="409003"/>
                  <a:pt x="2934375" y="413860"/>
                </a:cubicBezTo>
                <a:cubicBezTo>
                  <a:pt x="2934375" y="418814"/>
                  <a:pt x="2935899" y="416719"/>
                  <a:pt x="2939043" y="419385"/>
                </a:cubicBezTo>
                <a:cubicBezTo>
                  <a:pt x="2942091" y="422053"/>
                  <a:pt x="2935518" y="421100"/>
                  <a:pt x="2939900" y="422910"/>
                </a:cubicBezTo>
                <a:cubicBezTo>
                  <a:pt x="2944377" y="424625"/>
                  <a:pt x="2937233" y="425958"/>
                  <a:pt x="2935042" y="427768"/>
                </a:cubicBezTo>
                <a:cubicBezTo>
                  <a:pt x="2932756" y="429578"/>
                  <a:pt x="2930184" y="431387"/>
                  <a:pt x="2927041" y="429578"/>
                </a:cubicBezTo>
                <a:cubicBezTo>
                  <a:pt x="2923898" y="427863"/>
                  <a:pt x="2923041" y="430911"/>
                  <a:pt x="2927898" y="432720"/>
                </a:cubicBezTo>
                <a:cubicBezTo>
                  <a:pt x="2932756" y="434434"/>
                  <a:pt x="2937804" y="431673"/>
                  <a:pt x="2936757" y="437101"/>
                </a:cubicBezTo>
                <a:cubicBezTo>
                  <a:pt x="2936090" y="440436"/>
                  <a:pt x="2933613" y="443294"/>
                  <a:pt x="2931042" y="442816"/>
                </a:cubicBezTo>
                <a:cubicBezTo>
                  <a:pt x="2926184" y="441864"/>
                  <a:pt x="2931042" y="445389"/>
                  <a:pt x="2931042" y="448532"/>
                </a:cubicBezTo>
                <a:cubicBezTo>
                  <a:pt x="2931042" y="451676"/>
                  <a:pt x="2935042" y="451676"/>
                  <a:pt x="2935899" y="449866"/>
                </a:cubicBezTo>
                <a:cubicBezTo>
                  <a:pt x="2936757" y="448151"/>
                  <a:pt x="2939424" y="449485"/>
                  <a:pt x="2938566" y="453009"/>
                </a:cubicBezTo>
                <a:cubicBezTo>
                  <a:pt x="2937709" y="456533"/>
                  <a:pt x="2925327" y="452152"/>
                  <a:pt x="2933709" y="457867"/>
                </a:cubicBezTo>
                <a:cubicBezTo>
                  <a:pt x="2940662" y="462629"/>
                  <a:pt x="2933709" y="468630"/>
                  <a:pt x="2942091" y="467677"/>
                </a:cubicBezTo>
                <a:cubicBezTo>
                  <a:pt x="2945043" y="467392"/>
                  <a:pt x="2943615" y="475202"/>
                  <a:pt x="2949520" y="471583"/>
                </a:cubicBezTo>
                <a:cubicBezTo>
                  <a:pt x="2952949" y="469487"/>
                  <a:pt x="2951616" y="471201"/>
                  <a:pt x="2951711" y="473964"/>
                </a:cubicBezTo>
                <a:cubicBezTo>
                  <a:pt x="2951901" y="477774"/>
                  <a:pt x="2955902" y="479679"/>
                  <a:pt x="2960760" y="473297"/>
                </a:cubicBezTo>
                <a:cubicBezTo>
                  <a:pt x="2966856" y="465201"/>
                  <a:pt x="2971523" y="465582"/>
                  <a:pt x="2971427" y="461772"/>
                </a:cubicBezTo>
                <a:cubicBezTo>
                  <a:pt x="2971332" y="457104"/>
                  <a:pt x="2975714" y="453199"/>
                  <a:pt x="2978381" y="448913"/>
                </a:cubicBezTo>
                <a:cubicBezTo>
                  <a:pt x="2982000" y="443102"/>
                  <a:pt x="2983810" y="447580"/>
                  <a:pt x="2982000" y="450723"/>
                </a:cubicBezTo>
                <a:cubicBezTo>
                  <a:pt x="2980286" y="453865"/>
                  <a:pt x="2994002" y="463106"/>
                  <a:pt x="2999717" y="462248"/>
                </a:cubicBezTo>
                <a:cubicBezTo>
                  <a:pt x="3005527" y="461296"/>
                  <a:pt x="3006860" y="463106"/>
                  <a:pt x="3011242" y="459104"/>
                </a:cubicBezTo>
                <a:cubicBezTo>
                  <a:pt x="3015719" y="455199"/>
                  <a:pt x="3021624" y="458342"/>
                  <a:pt x="3026768" y="460914"/>
                </a:cubicBezTo>
                <a:cubicBezTo>
                  <a:pt x="3031054" y="463009"/>
                  <a:pt x="3034293" y="464058"/>
                  <a:pt x="3038293" y="464915"/>
                </a:cubicBezTo>
                <a:cubicBezTo>
                  <a:pt x="3042198" y="465868"/>
                  <a:pt x="3043341" y="468725"/>
                  <a:pt x="3046389" y="469202"/>
                </a:cubicBezTo>
                <a:cubicBezTo>
                  <a:pt x="3052390" y="470059"/>
                  <a:pt x="3043151" y="465582"/>
                  <a:pt x="3048390" y="464915"/>
                </a:cubicBezTo>
                <a:cubicBezTo>
                  <a:pt x="3052390" y="464343"/>
                  <a:pt x="3045342" y="458724"/>
                  <a:pt x="3051533" y="458248"/>
                </a:cubicBezTo>
                <a:cubicBezTo>
                  <a:pt x="3057724" y="457867"/>
                  <a:pt x="3058200" y="456533"/>
                  <a:pt x="3061725" y="460058"/>
                </a:cubicBezTo>
                <a:cubicBezTo>
                  <a:pt x="3065249" y="463676"/>
                  <a:pt x="3065725" y="463676"/>
                  <a:pt x="3067916" y="461867"/>
                </a:cubicBezTo>
                <a:cubicBezTo>
                  <a:pt x="3070202" y="460152"/>
                  <a:pt x="3072774" y="460152"/>
                  <a:pt x="3074583" y="461009"/>
                </a:cubicBezTo>
                <a:cubicBezTo>
                  <a:pt x="3076393" y="461867"/>
                  <a:pt x="3074583" y="456151"/>
                  <a:pt x="3075060" y="453484"/>
                </a:cubicBezTo>
                <a:cubicBezTo>
                  <a:pt x="3075536" y="450914"/>
                  <a:pt x="3076012" y="449104"/>
                  <a:pt x="3074202" y="449104"/>
                </a:cubicBezTo>
                <a:cubicBezTo>
                  <a:pt x="3072393" y="449104"/>
                  <a:pt x="3069344" y="448246"/>
                  <a:pt x="3075536" y="443770"/>
                </a:cubicBezTo>
                <a:cubicBezTo>
                  <a:pt x="3081727" y="439387"/>
                  <a:pt x="3076393" y="437579"/>
                  <a:pt x="3072869" y="440721"/>
                </a:cubicBezTo>
                <a:cubicBezTo>
                  <a:pt x="3069249" y="443864"/>
                  <a:pt x="3065344" y="438531"/>
                  <a:pt x="3071059" y="435006"/>
                </a:cubicBezTo>
                <a:cubicBezTo>
                  <a:pt x="3076774" y="431387"/>
                  <a:pt x="3082584" y="432720"/>
                  <a:pt x="3086109" y="433197"/>
                </a:cubicBezTo>
                <a:cubicBezTo>
                  <a:pt x="3092109" y="433959"/>
                  <a:pt x="3094967" y="433197"/>
                  <a:pt x="3092300" y="430529"/>
                </a:cubicBezTo>
                <a:cubicBezTo>
                  <a:pt x="3089633" y="427863"/>
                  <a:pt x="3094491" y="427006"/>
                  <a:pt x="3102015" y="430529"/>
                </a:cubicBezTo>
                <a:cubicBezTo>
                  <a:pt x="3109540" y="434149"/>
                  <a:pt x="3121446" y="432815"/>
                  <a:pt x="3128971" y="433673"/>
                </a:cubicBezTo>
                <a:cubicBezTo>
                  <a:pt x="3136496" y="434531"/>
                  <a:pt x="3154212" y="436721"/>
                  <a:pt x="3160403" y="435863"/>
                </a:cubicBezTo>
                <a:cubicBezTo>
                  <a:pt x="3171929" y="434245"/>
                  <a:pt x="3166404" y="436435"/>
                  <a:pt x="3157260" y="437864"/>
                </a:cubicBezTo>
                <a:cubicBezTo>
                  <a:pt x="3148021" y="439293"/>
                  <a:pt x="3140020" y="436625"/>
                  <a:pt x="3137353" y="438436"/>
                </a:cubicBezTo>
                <a:cubicBezTo>
                  <a:pt x="3134686" y="440150"/>
                  <a:pt x="3128304" y="441293"/>
                  <a:pt x="3134686" y="444151"/>
                </a:cubicBezTo>
                <a:cubicBezTo>
                  <a:pt x="3140496" y="446722"/>
                  <a:pt x="3144402" y="441864"/>
                  <a:pt x="3147545" y="441008"/>
                </a:cubicBezTo>
                <a:cubicBezTo>
                  <a:pt x="3150688" y="440150"/>
                  <a:pt x="3159546" y="439959"/>
                  <a:pt x="3164404" y="438817"/>
                </a:cubicBezTo>
                <a:cubicBezTo>
                  <a:pt x="3171929" y="437101"/>
                  <a:pt x="3168881" y="440150"/>
                  <a:pt x="3165737" y="441960"/>
                </a:cubicBezTo>
                <a:cubicBezTo>
                  <a:pt x="3162594" y="443674"/>
                  <a:pt x="3160689" y="444721"/>
                  <a:pt x="3158499" y="446912"/>
                </a:cubicBezTo>
                <a:cubicBezTo>
                  <a:pt x="3156212" y="449104"/>
                  <a:pt x="3154212" y="450817"/>
                  <a:pt x="3147069" y="449008"/>
                </a:cubicBezTo>
                <a:cubicBezTo>
                  <a:pt x="3143544" y="448055"/>
                  <a:pt x="3139163" y="449771"/>
                  <a:pt x="3143163" y="451485"/>
                </a:cubicBezTo>
                <a:cubicBezTo>
                  <a:pt x="3146021" y="452723"/>
                  <a:pt x="3145449" y="454914"/>
                  <a:pt x="3143259" y="455770"/>
                </a:cubicBezTo>
                <a:cubicBezTo>
                  <a:pt x="3141068" y="456629"/>
                  <a:pt x="3145354" y="457771"/>
                  <a:pt x="3150212" y="456914"/>
                </a:cubicBezTo>
                <a:cubicBezTo>
                  <a:pt x="3155069" y="456057"/>
                  <a:pt x="3162213" y="451390"/>
                  <a:pt x="3166976" y="445389"/>
                </a:cubicBezTo>
                <a:cubicBezTo>
                  <a:pt x="3174977" y="435197"/>
                  <a:pt x="3186121" y="435197"/>
                  <a:pt x="3193169" y="436054"/>
                </a:cubicBezTo>
                <a:cubicBezTo>
                  <a:pt x="3200218" y="436912"/>
                  <a:pt x="3208886" y="438911"/>
                  <a:pt x="3216601" y="447580"/>
                </a:cubicBezTo>
                <a:cubicBezTo>
                  <a:pt x="3221649" y="453199"/>
                  <a:pt x="3215363" y="454056"/>
                  <a:pt x="3210791" y="452819"/>
                </a:cubicBezTo>
                <a:cubicBezTo>
                  <a:pt x="3207743" y="451961"/>
                  <a:pt x="3203266" y="455008"/>
                  <a:pt x="3200599" y="457676"/>
                </a:cubicBezTo>
                <a:cubicBezTo>
                  <a:pt x="3197932" y="460342"/>
                  <a:pt x="3195265" y="462153"/>
                  <a:pt x="3207648" y="461677"/>
                </a:cubicBezTo>
                <a:cubicBezTo>
                  <a:pt x="3218316" y="461201"/>
                  <a:pt x="3222507" y="462344"/>
                  <a:pt x="3224031" y="463867"/>
                </a:cubicBezTo>
                <a:cubicBezTo>
                  <a:pt x="3225840" y="465677"/>
                  <a:pt x="3230222" y="466248"/>
                  <a:pt x="3234699" y="466248"/>
                </a:cubicBezTo>
                <a:cubicBezTo>
                  <a:pt x="3241080" y="466343"/>
                  <a:pt x="3243081" y="469297"/>
                  <a:pt x="3247938" y="475393"/>
                </a:cubicBezTo>
                <a:cubicBezTo>
                  <a:pt x="3253368" y="482250"/>
                  <a:pt x="3238223" y="478060"/>
                  <a:pt x="3247938" y="482918"/>
                </a:cubicBezTo>
                <a:cubicBezTo>
                  <a:pt x="3257749" y="487775"/>
                  <a:pt x="3268798" y="479774"/>
                  <a:pt x="3277180" y="478916"/>
                </a:cubicBezTo>
                <a:cubicBezTo>
                  <a:pt x="3285657" y="478060"/>
                  <a:pt x="3307374" y="474535"/>
                  <a:pt x="3311756" y="478060"/>
                </a:cubicBezTo>
                <a:cubicBezTo>
                  <a:pt x="3316233" y="481584"/>
                  <a:pt x="3317947" y="480251"/>
                  <a:pt x="3321090" y="478060"/>
                </a:cubicBezTo>
                <a:cubicBezTo>
                  <a:pt x="3324234" y="475773"/>
                  <a:pt x="3334711" y="476250"/>
                  <a:pt x="3342236" y="483393"/>
                </a:cubicBezTo>
                <a:cubicBezTo>
                  <a:pt x="3346332" y="487299"/>
                  <a:pt x="3357857" y="491776"/>
                  <a:pt x="3350808" y="497967"/>
                </a:cubicBezTo>
                <a:cubicBezTo>
                  <a:pt x="3343760" y="504158"/>
                  <a:pt x="3352618" y="509491"/>
                  <a:pt x="3358333" y="509016"/>
                </a:cubicBezTo>
                <a:cubicBezTo>
                  <a:pt x="3364048" y="508634"/>
                  <a:pt x="3368906" y="510826"/>
                  <a:pt x="3368049" y="515684"/>
                </a:cubicBezTo>
                <a:cubicBezTo>
                  <a:pt x="3367096" y="520541"/>
                  <a:pt x="3369763" y="521875"/>
                  <a:pt x="3372430" y="515206"/>
                </a:cubicBezTo>
                <a:cubicBezTo>
                  <a:pt x="3375097" y="508634"/>
                  <a:pt x="3379955" y="512159"/>
                  <a:pt x="3375954" y="518351"/>
                </a:cubicBezTo>
                <a:cubicBezTo>
                  <a:pt x="3372049" y="524541"/>
                  <a:pt x="3375954" y="531208"/>
                  <a:pt x="3377764" y="520541"/>
                </a:cubicBezTo>
                <a:cubicBezTo>
                  <a:pt x="3379478" y="509968"/>
                  <a:pt x="3385289" y="514255"/>
                  <a:pt x="3388813" y="511112"/>
                </a:cubicBezTo>
                <a:cubicBezTo>
                  <a:pt x="3392337" y="508063"/>
                  <a:pt x="3406053" y="509587"/>
                  <a:pt x="3413578" y="511397"/>
                </a:cubicBezTo>
                <a:cubicBezTo>
                  <a:pt x="3421103" y="513206"/>
                  <a:pt x="3447201" y="513968"/>
                  <a:pt x="3449868" y="508634"/>
                </a:cubicBezTo>
                <a:cubicBezTo>
                  <a:pt x="3452440" y="503301"/>
                  <a:pt x="3461775" y="507302"/>
                  <a:pt x="3463108" y="511301"/>
                </a:cubicBezTo>
                <a:cubicBezTo>
                  <a:pt x="3464442" y="515302"/>
                  <a:pt x="3471109" y="515302"/>
                  <a:pt x="3475967" y="516160"/>
                </a:cubicBezTo>
                <a:cubicBezTo>
                  <a:pt x="3480825" y="517017"/>
                  <a:pt x="3486254" y="518541"/>
                  <a:pt x="3486159" y="523207"/>
                </a:cubicBezTo>
                <a:cubicBezTo>
                  <a:pt x="3485968" y="527685"/>
                  <a:pt x="3493588" y="528351"/>
                  <a:pt x="3499112" y="525684"/>
                </a:cubicBezTo>
                <a:cubicBezTo>
                  <a:pt x="3502256" y="524161"/>
                  <a:pt x="3505875" y="522445"/>
                  <a:pt x="3504447" y="517874"/>
                </a:cubicBezTo>
                <a:cubicBezTo>
                  <a:pt x="3500446" y="505016"/>
                  <a:pt x="3501494" y="503681"/>
                  <a:pt x="3498827" y="499682"/>
                </a:cubicBezTo>
                <a:cubicBezTo>
                  <a:pt x="3496160" y="495681"/>
                  <a:pt x="3497589" y="488632"/>
                  <a:pt x="3507304" y="493490"/>
                </a:cubicBezTo>
                <a:cubicBezTo>
                  <a:pt x="3517020" y="498348"/>
                  <a:pt x="3526354" y="497396"/>
                  <a:pt x="3528545" y="499205"/>
                </a:cubicBezTo>
                <a:cubicBezTo>
                  <a:pt x="3530736" y="500919"/>
                  <a:pt x="3537403" y="498252"/>
                  <a:pt x="3539594" y="500063"/>
                </a:cubicBezTo>
                <a:cubicBezTo>
                  <a:pt x="3541785" y="501776"/>
                  <a:pt x="3544452" y="500919"/>
                  <a:pt x="3547119" y="499586"/>
                </a:cubicBezTo>
                <a:cubicBezTo>
                  <a:pt x="3549786" y="498252"/>
                  <a:pt x="3561692" y="500539"/>
                  <a:pt x="3564835" y="498729"/>
                </a:cubicBezTo>
                <a:cubicBezTo>
                  <a:pt x="3567978" y="497015"/>
                  <a:pt x="3575027" y="496824"/>
                  <a:pt x="3579027" y="499491"/>
                </a:cubicBezTo>
                <a:cubicBezTo>
                  <a:pt x="3583028" y="502158"/>
                  <a:pt x="3586076" y="504539"/>
                  <a:pt x="3589219" y="502730"/>
                </a:cubicBezTo>
                <a:cubicBezTo>
                  <a:pt x="3592362" y="500919"/>
                  <a:pt x="3597696" y="503110"/>
                  <a:pt x="3599887" y="504920"/>
                </a:cubicBezTo>
                <a:cubicBezTo>
                  <a:pt x="3602078" y="506730"/>
                  <a:pt x="3603411" y="506634"/>
                  <a:pt x="3605507" y="506062"/>
                </a:cubicBezTo>
                <a:cubicBezTo>
                  <a:pt x="3611698" y="504348"/>
                  <a:pt x="3613699" y="509873"/>
                  <a:pt x="3619413" y="510731"/>
                </a:cubicBezTo>
                <a:cubicBezTo>
                  <a:pt x="3625128" y="511588"/>
                  <a:pt x="3623795" y="514636"/>
                  <a:pt x="3626462" y="516445"/>
                </a:cubicBezTo>
                <a:cubicBezTo>
                  <a:pt x="3629129" y="518255"/>
                  <a:pt x="3632177" y="520446"/>
                  <a:pt x="3636177" y="519589"/>
                </a:cubicBezTo>
                <a:cubicBezTo>
                  <a:pt x="3640083" y="518732"/>
                  <a:pt x="3644083" y="519113"/>
                  <a:pt x="3649417" y="523113"/>
                </a:cubicBezTo>
                <a:cubicBezTo>
                  <a:pt x="3654751" y="527114"/>
                  <a:pt x="3658656" y="525304"/>
                  <a:pt x="3660466" y="525304"/>
                </a:cubicBezTo>
                <a:cubicBezTo>
                  <a:pt x="3662181" y="525304"/>
                  <a:pt x="3671610" y="527208"/>
                  <a:pt x="3672372" y="531495"/>
                </a:cubicBezTo>
                <a:cubicBezTo>
                  <a:pt x="3673420" y="537496"/>
                  <a:pt x="3680374" y="531686"/>
                  <a:pt x="3682088" y="535877"/>
                </a:cubicBezTo>
                <a:cubicBezTo>
                  <a:pt x="3683898" y="540162"/>
                  <a:pt x="3686469" y="540258"/>
                  <a:pt x="3689612" y="539401"/>
                </a:cubicBezTo>
                <a:cubicBezTo>
                  <a:pt x="3692661" y="538544"/>
                  <a:pt x="3693137" y="541876"/>
                  <a:pt x="3693137" y="544259"/>
                </a:cubicBezTo>
                <a:cubicBezTo>
                  <a:pt x="3693137" y="547402"/>
                  <a:pt x="3697233" y="548259"/>
                  <a:pt x="3696280" y="543401"/>
                </a:cubicBezTo>
                <a:cubicBezTo>
                  <a:pt x="3695328" y="538544"/>
                  <a:pt x="3712663" y="544259"/>
                  <a:pt x="3710853" y="549593"/>
                </a:cubicBezTo>
                <a:cubicBezTo>
                  <a:pt x="3709139" y="554927"/>
                  <a:pt x="3716473" y="555117"/>
                  <a:pt x="3714854" y="560642"/>
                </a:cubicBezTo>
                <a:cubicBezTo>
                  <a:pt x="3713235" y="566166"/>
                  <a:pt x="3724665" y="570262"/>
                  <a:pt x="3720188" y="572548"/>
                </a:cubicBezTo>
                <a:cubicBezTo>
                  <a:pt x="3712663" y="576453"/>
                  <a:pt x="3718759" y="577882"/>
                  <a:pt x="3722760" y="575691"/>
                </a:cubicBezTo>
                <a:cubicBezTo>
                  <a:pt x="3726760" y="573499"/>
                  <a:pt x="3726379" y="574834"/>
                  <a:pt x="3728189" y="576167"/>
                </a:cubicBezTo>
                <a:cubicBezTo>
                  <a:pt x="3729999" y="577501"/>
                  <a:pt x="3733047" y="575691"/>
                  <a:pt x="3728189" y="572167"/>
                </a:cubicBezTo>
                <a:cubicBezTo>
                  <a:pt x="3723236" y="568643"/>
                  <a:pt x="3726379" y="568166"/>
                  <a:pt x="3726379" y="565498"/>
                </a:cubicBezTo>
                <a:cubicBezTo>
                  <a:pt x="3726379" y="562832"/>
                  <a:pt x="3725427" y="561023"/>
                  <a:pt x="3723236" y="558832"/>
                </a:cubicBezTo>
                <a:cubicBezTo>
                  <a:pt x="3721045" y="556641"/>
                  <a:pt x="3721045" y="549115"/>
                  <a:pt x="3729427" y="552640"/>
                </a:cubicBezTo>
                <a:cubicBezTo>
                  <a:pt x="3737809" y="556259"/>
                  <a:pt x="3734285" y="561118"/>
                  <a:pt x="3736952" y="561975"/>
                </a:cubicBezTo>
                <a:cubicBezTo>
                  <a:pt x="3739524" y="562927"/>
                  <a:pt x="3738000" y="556736"/>
                  <a:pt x="3742667" y="557594"/>
                </a:cubicBezTo>
                <a:cubicBezTo>
                  <a:pt x="3745239" y="558164"/>
                  <a:pt x="3747906" y="549783"/>
                  <a:pt x="3755907" y="556736"/>
                </a:cubicBezTo>
                <a:cubicBezTo>
                  <a:pt x="3765908" y="565404"/>
                  <a:pt x="3776766" y="565118"/>
                  <a:pt x="3778957" y="569976"/>
                </a:cubicBezTo>
                <a:cubicBezTo>
                  <a:pt x="3781148" y="574834"/>
                  <a:pt x="3782005" y="571786"/>
                  <a:pt x="3784672" y="570452"/>
                </a:cubicBezTo>
                <a:cubicBezTo>
                  <a:pt x="3787339" y="569119"/>
                  <a:pt x="3794007" y="568643"/>
                  <a:pt x="3794864" y="572642"/>
                </a:cubicBezTo>
                <a:cubicBezTo>
                  <a:pt x="3795721" y="576644"/>
                  <a:pt x="3793149" y="576644"/>
                  <a:pt x="3790006" y="576644"/>
                </a:cubicBezTo>
                <a:cubicBezTo>
                  <a:pt x="3786958" y="576644"/>
                  <a:pt x="3786006" y="580167"/>
                  <a:pt x="3785149" y="582359"/>
                </a:cubicBezTo>
                <a:cubicBezTo>
                  <a:pt x="3784291" y="584644"/>
                  <a:pt x="3783815" y="589026"/>
                  <a:pt x="3778957" y="584167"/>
                </a:cubicBezTo>
                <a:cubicBezTo>
                  <a:pt x="3774099" y="579310"/>
                  <a:pt x="3771528" y="582359"/>
                  <a:pt x="3774576" y="586359"/>
                </a:cubicBezTo>
                <a:cubicBezTo>
                  <a:pt x="3778195" y="591121"/>
                  <a:pt x="3764289" y="589787"/>
                  <a:pt x="3761050" y="588836"/>
                </a:cubicBezTo>
                <a:cubicBezTo>
                  <a:pt x="3758764" y="586073"/>
                  <a:pt x="3754764" y="587311"/>
                  <a:pt x="3758669" y="591217"/>
                </a:cubicBezTo>
                <a:cubicBezTo>
                  <a:pt x="3762860" y="595503"/>
                  <a:pt x="3756859" y="596075"/>
                  <a:pt x="3760860" y="598742"/>
                </a:cubicBezTo>
                <a:cubicBezTo>
                  <a:pt x="3764765" y="601408"/>
                  <a:pt x="3761431" y="607981"/>
                  <a:pt x="3757716" y="606743"/>
                </a:cubicBezTo>
                <a:cubicBezTo>
                  <a:pt x="3753240" y="605313"/>
                  <a:pt x="3745620" y="605313"/>
                  <a:pt x="3745810" y="608648"/>
                </a:cubicBezTo>
                <a:cubicBezTo>
                  <a:pt x="3745905" y="610647"/>
                  <a:pt x="3754002" y="604932"/>
                  <a:pt x="3759050" y="610838"/>
                </a:cubicBezTo>
                <a:cubicBezTo>
                  <a:pt x="3761717" y="613982"/>
                  <a:pt x="3770289" y="613505"/>
                  <a:pt x="3766575" y="616076"/>
                </a:cubicBezTo>
                <a:cubicBezTo>
                  <a:pt x="3765336" y="616934"/>
                  <a:pt x="3757812" y="613315"/>
                  <a:pt x="3757812" y="618076"/>
                </a:cubicBezTo>
                <a:cubicBezTo>
                  <a:pt x="3757812" y="621601"/>
                  <a:pt x="3738190" y="617411"/>
                  <a:pt x="3735999" y="615220"/>
                </a:cubicBezTo>
                <a:cubicBezTo>
                  <a:pt x="3733332" y="612648"/>
                  <a:pt x="3720950" y="608648"/>
                  <a:pt x="3717426" y="609505"/>
                </a:cubicBezTo>
                <a:cubicBezTo>
                  <a:pt x="3713901" y="610362"/>
                  <a:pt x="3706853" y="607314"/>
                  <a:pt x="3707710" y="599313"/>
                </a:cubicBezTo>
                <a:cubicBezTo>
                  <a:pt x="3708567" y="591312"/>
                  <a:pt x="3700662" y="589979"/>
                  <a:pt x="3696661" y="589979"/>
                </a:cubicBezTo>
                <a:cubicBezTo>
                  <a:pt x="3692661" y="589979"/>
                  <a:pt x="3683517" y="589312"/>
                  <a:pt x="3681707" y="591979"/>
                </a:cubicBezTo>
                <a:cubicBezTo>
                  <a:pt x="3679897" y="594645"/>
                  <a:pt x="3672658" y="594359"/>
                  <a:pt x="3671420" y="591692"/>
                </a:cubicBezTo>
                <a:cubicBezTo>
                  <a:pt x="3669134" y="586645"/>
                  <a:pt x="3657704" y="589406"/>
                  <a:pt x="3663895" y="583310"/>
                </a:cubicBezTo>
                <a:cubicBezTo>
                  <a:pt x="3669610" y="577595"/>
                  <a:pt x="3666943" y="572262"/>
                  <a:pt x="3663419" y="575785"/>
                </a:cubicBezTo>
                <a:cubicBezTo>
                  <a:pt x="3658656" y="580549"/>
                  <a:pt x="3654561" y="582929"/>
                  <a:pt x="3651894" y="581120"/>
                </a:cubicBezTo>
                <a:cubicBezTo>
                  <a:pt x="3649227" y="579310"/>
                  <a:pt x="3643035" y="582929"/>
                  <a:pt x="3649703" y="588645"/>
                </a:cubicBezTo>
                <a:cubicBezTo>
                  <a:pt x="3653418" y="593312"/>
                  <a:pt x="3652465" y="595883"/>
                  <a:pt x="3653322" y="598742"/>
                </a:cubicBezTo>
                <a:cubicBezTo>
                  <a:pt x="3653227" y="603028"/>
                  <a:pt x="3653227" y="607600"/>
                  <a:pt x="3647893" y="610743"/>
                </a:cubicBezTo>
                <a:cubicBezTo>
                  <a:pt x="3642654" y="613791"/>
                  <a:pt x="3631510" y="623506"/>
                  <a:pt x="3624462" y="617791"/>
                </a:cubicBezTo>
                <a:cubicBezTo>
                  <a:pt x="3617413" y="612077"/>
                  <a:pt x="3618270" y="613410"/>
                  <a:pt x="3612079" y="611600"/>
                </a:cubicBezTo>
                <a:cubicBezTo>
                  <a:pt x="3605888" y="609791"/>
                  <a:pt x="3600459" y="612648"/>
                  <a:pt x="3610746" y="613791"/>
                </a:cubicBezTo>
                <a:cubicBezTo>
                  <a:pt x="3616461" y="614363"/>
                  <a:pt x="3611412" y="618553"/>
                  <a:pt x="3606745" y="615982"/>
                </a:cubicBezTo>
                <a:cubicBezTo>
                  <a:pt x="3603507" y="614172"/>
                  <a:pt x="3595696" y="615886"/>
                  <a:pt x="3602364" y="621696"/>
                </a:cubicBezTo>
                <a:cubicBezTo>
                  <a:pt x="3607602" y="626269"/>
                  <a:pt x="3607698" y="621696"/>
                  <a:pt x="3612555" y="620840"/>
                </a:cubicBezTo>
                <a:cubicBezTo>
                  <a:pt x="3617413" y="619982"/>
                  <a:pt x="3619223" y="621316"/>
                  <a:pt x="3620080" y="623982"/>
                </a:cubicBezTo>
                <a:cubicBezTo>
                  <a:pt x="3620937" y="626650"/>
                  <a:pt x="3622271" y="627602"/>
                  <a:pt x="3626271" y="627126"/>
                </a:cubicBezTo>
                <a:cubicBezTo>
                  <a:pt x="3630272" y="626745"/>
                  <a:pt x="3632844" y="629125"/>
                  <a:pt x="3635130" y="633794"/>
                </a:cubicBezTo>
                <a:cubicBezTo>
                  <a:pt x="3635130" y="633794"/>
                  <a:pt x="3638654" y="638175"/>
                  <a:pt x="3635130" y="638175"/>
                </a:cubicBezTo>
                <a:cubicBezTo>
                  <a:pt x="3631605" y="638175"/>
                  <a:pt x="3634653" y="640842"/>
                  <a:pt x="3638654" y="640842"/>
                </a:cubicBezTo>
                <a:cubicBezTo>
                  <a:pt x="3642654" y="640842"/>
                  <a:pt x="3640845" y="646081"/>
                  <a:pt x="3639987" y="646176"/>
                </a:cubicBezTo>
                <a:cubicBezTo>
                  <a:pt x="3634368" y="646652"/>
                  <a:pt x="3642750" y="653606"/>
                  <a:pt x="3649703" y="654176"/>
                </a:cubicBezTo>
                <a:cubicBezTo>
                  <a:pt x="3662752" y="655320"/>
                  <a:pt x="3654846" y="659130"/>
                  <a:pt x="3658085" y="663893"/>
                </a:cubicBezTo>
                <a:cubicBezTo>
                  <a:pt x="3658085" y="663893"/>
                  <a:pt x="3658942" y="668368"/>
                  <a:pt x="3656751" y="669227"/>
                </a:cubicBezTo>
                <a:cubicBezTo>
                  <a:pt x="3654466" y="670084"/>
                  <a:pt x="3651989" y="676370"/>
                  <a:pt x="3648750" y="673227"/>
                </a:cubicBezTo>
                <a:cubicBezTo>
                  <a:pt x="3644274" y="668846"/>
                  <a:pt x="3638559" y="672370"/>
                  <a:pt x="3635034" y="669227"/>
                </a:cubicBezTo>
                <a:cubicBezTo>
                  <a:pt x="3631510" y="666083"/>
                  <a:pt x="3630177" y="668368"/>
                  <a:pt x="3629319" y="669227"/>
                </a:cubicBezTo>
                <a:cubicBezTo>
                  <a:pt x="3628367" y="670084"/>
                  <a:pt x="3625414" y="669703"/>
                  <a:pt x="3626176" y="666083"/>
                </a:cubicBezTo>
                <a:cubicBezTo>
                  <a:pt x="3627414" y="660083"/>
                  <a:pt x="3624938" y="663416"/>
                  <a:pt x="3623414" y="663606"/>
                </a:cubicBezTo>
                <a:cubicBezTo>
                  <a:pt x="3621890" y="663797"/>
                  <a:pt x="3616651" y="662178"/>
                  <a:pt x="3621318" y="667417"/>
                </a:cubicBezTo>
                <a:cubicBezTo>
                  <a:pt x="3624747" y="671322"/>
                  <a:pt x="3620937" y="671512"/>
                  <a:pt x="3617794" y="671512"/>
                </a:cubicBezTo>
                <a:cubicBezTo>
                  <a:pt x="3612079" y="671512"/>
                  <a:pt x="3608936" y="679037"/>
                  <a:pt x="3603602" y="679895"/>
                </a:cubicBezTo>
                <a:cubicBezTo>
                  <a:pt x="3598268" y="680847"/>
                  <a:pt x="3588362" y="694944"/>
                  <a:pt x="3579218" y="694087"/>
                </a:cubicBezTo>
                <a:cubicBezTo>
                  <a:pt x="3570741" y="693230"/>
                  <a:pt x="3578551" y="704469"/>
                  <a:pt x="3568455" y="702088"/>
                </a:cubicBezTo>
                <a:cubicBezTo>
                  <a:pt x="3560644" y="700277"/>
                  <a:pt x="3570741" y="709232"/>
                  <a:pt x="3560644" y="707803"/>
                </a:cubicBezTo>
                <a:cubicBezTo>
                  <a:pt x="3554548" y="706946"/>
                  <a:pt x="3550548" y="721519"/>
                  <a:pt x="3540261" y="724662"/>
                </a:cubicBezTo>
                <a:cubicBezTo>
                  <a:pt x="3539308" y="724948"/>
                  <a:pt x="3538737" y="723900"/>
                  <a:pt x="3537784" y="724662"/>
                </a:cubicBezTo>
                <a:cubicBezTo>
                  <a:pt x="3535784" y="725996"/>
                  <a:pt x="3531879" y="733710"/>
                  <a:pt x="3532164" y="734854"/>
                </a:cubicBezTo>
                <a:cubicBezTo>
                  <a:pt x="3533212" y="739235"/>
                  <a:pt x="3528450" y="740855"/>
                  <a:pt x="3526735" y="733044"/>
                </a:cubicBezTo>
                <a:cubicBezTo>
                  <a:pt x="3525211" y="726186"/>
                  <a:pt x="3518162" y="726472"/>
                  <a:pt x="3516353" y="721995"/>
                </a:cubicBezTo>
                <a:cubicBezTo>
                  <a:pt x="3514353" y="717137"/>
                  <a:pt x="3506352" y="719233"/>
                  <a:pt x="3497303" y="720471"/>
                </a:cubicBezTo>
                <a:cubicBezTo>
                  <a:pt x="3487968" y="721709"/>
                  <a:pt x="3479872" y="721043"/>
                  <a:pt x="3476919" y="729425"/>
                </a:cubicBezTo>
                <a:cubicBezTo>
                  <a:pt x="3472824" y="740664"/>
                  <a:pt x="3465394" y="747235"/>
                  <a:pt x="3466728" y="730377"/>
                </a:cubicBezTo>
                <a:cubicBezTo>
                  <a:pt x="3468061" y="713518"/>
                  <a:pt x="3461299" y="721899"/>
                  <a:pt x="3455202" y="728567"/>
                </a:cubicBezTo>
                <a:cubicBezTo>
                  <a:pt x="3450821" y="733425"/>
                  <a:pt x="3451678" y="736949"/>
                  <a:pt x="3449011" y="740950"/>
                </a:cubicBezTo>
                <a:cubicBezTo>
                  <a:pt x="3446344" y="744950"/>
                  <a:pt x="3443296" y="744093"/>
                  <a:pt x="3442820" y="742283"/>
                </a:cubicBezTo>
                <a:cubicBezTo>
                  <a:pt x="3442344" y="740474"/>
                  <a:pt x="3439391" y="739235"/>
                  <a:pt x="3437486" y="742283"/>
                </a:cubicBezTo>
                <a:cubicBezTo>
                  <a:pt x="3436248" y="744283"/>
                  <a:pt x="3433485" y="743426"/>
                  <a:pt x="3431294" y="741426"/>
                </a:cubicBezTo>
                <a:cubicBezTo>
                  <a:pt x="3427389" y="737807"/>
                  <a:pt x="3423579" y="742664"/>
                  <a:pt x="3423675" y="748951"/>
                </a:cubicBezTo>
                <a:cubicBezTo>
                  <a:pt x="3423770" y="756285"/>
                  <a:pt x="3424151" y="764381"/>
                  <a:pt x="3419769" y="760857"/>
                </a:cubicBezTo>
                <a:cubicBezTo>
                  <a:pt x="3417007" y="758571"/>
                  <a:pt x="3415293" y="762667"/>
                  <a:pt x="3416626" y="764858"/>
                </a:cubicBezTo>
                <a:cubicBezTo>
                  <a:pt x="3417960" y="767144"/>
                  <a:pt x="3409387" y="772573"/>
                  <a:pt x="3408530" y="779050"/>
                </a:cubicBezTo>
                <a:cubicBezTo>
                  <a:pt x="3407577" y="786003"/>
                  <a:pt x="3399005" y="795242"/>
                  <a:pt x="3406149" y="793242"/>
                </a:cubicBezTo>
                <a:cubicBezTo>
                  <a:pt x="3409292" y="792290"/>
                  <a:pt x="3412435" y="799529"/>
                  <a:pt x="3414054" y="791432"/>
                </a:cubicBezTo>
                <a:cubicBezTo>
                  <a:pt x="3415864" y="782098"/>
                  <a:pt x="3426913" y="793147"/>
                  <a:pt x="3421579" y="798481"/>
                </a:cubicBezTo>
                <a:cubicBezTo>
                  <a:pt x="3420722" y="799432"/>
                  <a:pt x="3419293" y="804100"/>
                  <a:pt x="3419102" y="808481"/>
                </a:cubicBezTo>
                <a:cubicBezTo>
                  <a:pt x="3418912" y="812863"/>
                  <a:pt x="3418722" y="818387"/>
                  <a:pt x="3424246" y="816196"/>
                </a:cubicBezTo>
                <a:cubicBezTo>
                  <a:pt x="3428913" y="814387"/>
                  <a:pt x="3426151" y="822292"/>
                  <a:pt x="3428247" y="825912"/>
                </a:cubicBezTo>
                <a:cubicBezTo>
                  <a:pt x="3431390" y="831151"/>
                  <a:pt x="3419865" y="837437"/>
                  <a:pt x="3422055" y="826769"/>
                </a:cubicBezTo>
                <a:cubicBezTo>
                  <a:pt x="3424246" y="816101"/>
                  <a:pt x="3415578" y="822864"/>
                  <a:pt x="3415388" y="825436"/>
                </a:cubicBezTo>
                <a:cubicBezTo>
                  <a:pt x="3415102" y="827817"/>
                  <a:pt x="3414150" y="828579"/>
                  <a:pt x="3413292" y="830389"/>
                </a:cubicBezTo>
                <a:cubicBezTo>
                  <a:pt x="3409101" y="830579"/>
                  <a:pt x="3411483" y="832675"/>
                  <a:pt x="3409577" y="834294"/>
                </a:cubicBezTo>
                <a:cubicBezTo>
                  <a:pt x="3406244" y="837151"/>
                  <a:pt x="3401386" y="846295"/>
                  <a:pt x="3406720" y="854296"/>
                </a:cubicBezTo>
                <a:cubicBezTo>
                  <a:pt x="3412054" y="862202"/>
                  <a:pt x="3412721" y="867441"/>
                  <a:pt x="3405577" y="868393"/>
                </a:cubicBezTo>
                <a:cubicBezTo>
                  <a:pt x="3402624" y="868774"/>
                  <a:pt x="3398148" y="868679"/>
                  <a:pt x="3396243" y="867060"/>
                </a:cubicBezTo>
                <a:cubicBezTo>
                  <a:pt x="3392814" y="864202"/>
                  <a:pt x="3390432" y="866679"/>
                  <a:pt x="3386908" y="871537"/>
                </a:cubicBezTo>
                <a:cubicBezTo>
                  <a:pt x="3383384" y="876394"/>
                  <a:pt x="3383955" y="877252"/>
                  <a:pt x="3380241" y="879538"/>
                </a:cubicBezTo>
                <a:cubicBezTo>
                  <a:pt x="3374526" y="883062"/>
                  <a:pt x="3375383" y="890110"/>
                  <a:pt x="3378907" y="895444"/>
                </a:cubicBezTo>
                <a:cubicBezTo>
                  <a:pt x="3382431" y="900778"/>
                  <a:pt x="3382717" y="907732"/>
                  <a:pt x="3377574" y="901636"/>
                </a:cubicBezTo>
                <a:cubicBezTo>
                  <a:pt x="3374526" y="898016"/>
                  <a:pt x="3367858" y="902112"/>
                  <a:pt x="3366429" y="903731"/>
                </a:cubicBezTo>
                <a:cubicBezTo>
                  <a:pt x="3363953" y="906398"/>
                  <a:pt x="3359381" y="908684"/>
                  <a:pt x="3359381" y="906017"/>
                </a:cubicBezTo>
                <a:cubicBezTo>
                  <a:pt x="3359381" y="903350"/>
                  <a:pt x="3355952" y="904779"/>
                  <a:pt x="3355952" y="908779"/>
                </a:cubicBezTo>
                <a:cubicBezTo>
                  <a:pt x="3355952" y="912685"/>
                  <a:pt x="3355571" y="923734"/>
                  <a:pt x="3354142" y="925448"/>
                </a:cubicBezTo>
                <a:cubicBezTo>
                  <a:pt x="3351475" y="928496"/>
                  <a:pt x="3353666" y="938783"/>
                  <a:pt x="3345284" y="939640"/>
                </a:cubicBezTo>
                <a:cubicBezTo>
                  <a:pt x="3336807" y="940498"/>
                  <a:pt x="3331949" y="961357"/>
                  <a:pt x="3327091" y="949832"/>
                </a:cubicBezTo>
                <a:cubicBezTo>
                  <a:pt x="3322233" y="938307"/>
                  <a:pt x="3319090" y="923638"/>
                  <a:pt x="3319090" y="917923"/>
                </a:cubicBezTo>
                <a:cubicBezTo>
                  <a:pt x="3319090" y="912113"/>
                  <a:pt x="3306231" y="873156"/>
                  <a:pt x="3308041" y="863440"/>
                </a:cubicBezTo>
                <a:cubicBezTo>
                  <a:pt x="3309756" y="853725"/>
                  <a:pt x="3299659" y="822483"/>
                  <a:pt x="3312899" y="813434"/>
                </a:cubicBezTo>
                <a:cubicBezTo>
                  <a:pt x="3319947" y="808576"/>
                  <a:pt x="3317757" y="808576"/>
                  <a:pt x="3321757" y="807719"/>
                </a:cubicBezTo>
                <a:cubicBezTo>
                  <a:pt x="3325758" y="806862"/>
                  <a:pt x="3324424" y="803338"/>
                  <a:pt x="3323567" y="798481"/>
                </a:cubicBezTo>
                <a:cubicBezTo>
                  <a:pt x="3322710" y="793623"/>
                  <a:pt x="3319661" y="791623"/>
                  <a:pt x="3325948" y="790670"/>
                </a:cubicBezTo>
                <a:cubicBezTo>
                  <a:pt x="3330996" y="789908"/>
                  <a:pt x="3332139" y="793337"/>
                  <a:pt x="3336330" y="786003"/>
                </a:cubicBezTo>
                <a:cubicBezTo>
                  <a:pt x="3341283" y="777430"/>
                  <a:pt x="3344427" y="793337"/>
                  <a:pt x="3355952" y="781811"/>
                </a:cubicBezTo>
                <a:cubicBezTo>
                  <a:pt x="3367382" y="770287"/>
                  <a:pt x="3369096" y="762476"/>
                  <a:pt x="3375287" y="758952"/>
                </a:cubicBezTo>
                <a:cubicBezTo>
                  <a:pt x="3381479" y="755428"/>
                  <a:pt x="3392052" y="746570"/>
                  <a:pt x="3391194" y="742569"/>
                </a:cubicBezTo>
                <a:cubicBezTo>
                  <a:pt x="3390337" y="738664"/>
                  <a:pt x="3392909" y="736854"/>
                  <a:pt x="3396052" y="736854"/>
                </a:cubicBezTo>
                <a:cubicBezTo>
                  <a:pt x="3399195" y="736854"/>
                  <a:pt x="3398338" y="731996"/>
                  <a:pt x="3396528" y="730187"/>
                </a:cubicBezTo>
                <a:cubicBezTo>
                  <a:pt x="3394719" y="728377"/>
                  <a:pt x="3400434" y="722281"/>
                  <a:pt x="3404053" y="723995"/>
                </a:cubicBezTo>
                <a:cubicBezTo>
                  <a:pt x="3406149" y="725043"/>
                  <a:pt x="3409959" y="722756"/>
                  <a:pt x="3411292" y="719613"/>
                </a:cubicBezTo>
                <a:cubicBezTo>
                  <a:pt x="3412626" y="716566"/>
                  <a:pt x="3415769" y="716566"/>
                  <a:pt x="3420436" y="717423"/>
                </a:cubicBezTo>
                <a:cubicBezTo>
                  <a:pt x="3424818" y="718185"/>
                  <a:pt x="3428342" y="714375"/>
                  <a:pt x="3425675" y="712184"/>
                </a:cubicBezTo>
                <a:cubicBezTo>
                  <a:pt x="3420912" y="708279"/>
                  <a:pt x="3429009" y="709041"/>
                  <a:pt x="3425675" y="702278"/>
                </a:cubicBezTo>
                <a:cubicBezTo>
                  <a:pt x="3422341" y="695611"/>
                  <a:pt x="3430152" y="696849"/>
                  <a:pt x="3427485" y="690848"/>
                </a:cubicBezTo>
                <a:cubicBezTo>
                  <a:pt x="3425484" y="686372"/>
                  <a:pt x="3429294" y="679133"/>
                  <a:pt x="3438248" y="679417"/>
                </a:cubicBezTo>
                <a:cubicBezTo>
                  <a:pt x="3447201" y="679704"/>
                  <a:pt x="3440629" y="676370"/>
                  <a:pt x="3434914" y="673418"/>
                </a:cubicBezTo>
                <a:cubicBezTo>
                  <a:pt x="3429199" y="670465"/>
                  <a:pt x="3424913" y="672084"/>
                  <a:pt x="3422912" y="674656"/>
                </a:cubicBezTo>
                <a:cubicBezTo>
                  <a:pt x="3421674" y="676085"/>
                  <a:pt x="3417483" y="677037"/>
                  <a:pt x="3415674" y="677323"/>
                </a:cubicBezTo>
                <a:cubicBezTo>
                  <a:pt x="3413864" y="677703"/>
                  <a:pt x="3412054" y="679895"/>
                  <a:pt x="3414435" y="682466"/>
                </a:cubicBezTo>
                <a:cubicBezTo>
                  <a:pt x="3417102" y="685514"/>
                  <a:pt x="3411483" y="687515"/>
                  <a:pt x="3414721" y="690562"/>
                </a:cubicBezTo>
                <a:cubicBezTo>
                  <a:pt x="3419579" y="695039"/>
                  <a:pt x="3415007" y="699896"/>
                  <a:pt x="3412340" y="696849"/>
                </a:cubicBezTo>
                <a:cubicBezTo>
                  <a:pt x="3409673" y="693801"/>
                  <a:pt x="3404910" y="698658"/>
                  <a:pt x="3403386" y="701039"/>
                </a:cubicBezTo>
                <a:cubicBezTo>
                  <a:pt x="3401862" y="703421"/>
                  <a:pt x="3395576" y="705516"/>
                  <a:pt x="3393480" y="707327"/>
                </a:cubicBezTo>
                <a:cubicBezTo>
                  <a:pt x="3391385" y="709136"/>
                  <a:pt x="3388051" y="709708"/>
                  <a:pt x="3383289" y="719042"/>
                </a:cubicBezTo>
                <a:cubicBezTo>
                  <a:pt x="3378526" y="728282"/>
                  <a:pt x="3373764" y="723233"/>
                  <a:pt x="3376716" y="717804"/>
                </a:cubicBezTo>
                <a:cubicBezTo>
                  <a:pt x="3379669" y="712469"/>
                  <a:pt x="3372049" y="713518"/>
                  <a:pt x="3369858" y="716660"/>
                </a:cubicBezTo>
                <a:cubicBezTo>
                  <a:pt x="3366239" y="721995"/>
                  <a:pt x="3363858" y="714756"/>
                  <a:pt x="3368620" y="707898"/>
                </a:cubicBezTo>
                <a:cubicBezTo>
                  <a:pt x="3370620" y="705612"/>
                  <a:pt x="3371573" y="700182"/>
                  <a:pt x="3374049" y="696754"/>
                </a:cubicBezTo>
                <a:cubicBezTo>
                  <a:pt x="3379478" y="689420"/>
                  <a:pt x="3379288" y="684276"/>
                  <a:pt x="3363858" y="694373"/>
                </a:cubicBezTo>
                <a:cubicBezTo>
                  <a:pt x="3359667" y="697992"/>
                  <a:pt x="3356047" y="689896"/>
                  <a:pt x="3347379" y="693515"/>
                </a:cubicBezTo>
                <a:cubicBezTo>
                  <a:pt x="3338616" y="697040"/>
                  <a:pt x="3333854" y="696181"/>
                  <a:pt x="3331473" y="696181"/>
                </a:cubicBezTo>
                <a:cubicBezTo>
                  <a:pt x="3329091" y="696181"/>
                  <a:pt x="3324519" y="698564"/>
                  <a:pt x="3323091" y="701896"/>
                </a:cubicBezTo>
                <a:cubicBezTo>
                  <a:pt x="3321281" y="706088"/>
                  <a:pt x="3317090" y="702755"/>
                  <a:pt x="3314994" y="710278"/>
                </a:cubicBezTo>
                <a:cubicBezTo>
                  <a:pt x="3313375" y="716375"/>
                  <a:pt x="3310803" y="713613"/>
                  <a:pt x="3308136" y="719900"/>
                </a:cubicBezTo>
                <a:cubicBezTo>
                  <a:pt x="3305755" y="725615"/>
                  <a:pt x="3296802" y="729233"/>
                  <a:pt x="3290801" y="731330"/>
                </a:cubicBezTo>
                <a:cubicBezTo>
                  <a:pt x="3284800" y="733425"/>
                  <a:pt x="3279180" y="738283"/>
                  <a:pt x="3280895" y="745998"/>
                </a:cubicBezTo>
                <a:cubicBezTo>
                  <a:pt x="3281561" y="748760"/>
                  <a:pt x="3277370" y="751999"/>
                  <a:pt x="3282419" y="751427"/>
                </a:cubicBezTo>
                <a:cubicBezTo>
                  <a:pt x="3287467" y="750761"/>
                  <a:pt x="3287753" y="752570"/>
                  <a:pt x="3291086" y="751999"/>
                </a:cubicBezTo>
                <a:cubicBezTo>
                  <a:pt x="3294420" y="751332"/>
                  <a:pt x="3296230" y="754379"/>
                  <a:pt x="3296802" y="757047"/>
                </a:cubicBezTo>
                <a:cubicBezTo>
                  <a:pt x="3297468" y="759714"/>
                  <a:pt x="3300135" y="760667"/>
                  <a:pt x="3296230" y="761523"/>
                </a:cubicBezTo>
                <a:cubicBezTo>
                  <a:pt x="3292325" y="762381"/>
                  <a:pt x="3290515" y="765429"/>
                  <a:pt x="3288705" y="763619"/>
                </a:cubicBezTo>
                <a:cubicBezTo>
                  <a:pt x="3286991" y="761810"/>
                  <a:pt x="3283657" y="763619"/>
                  <a:pt x="3281561" y="762381"/>
                </a:cubicBezTo>
                <a:cubicBezTo>
                  <a:pt x="3279466" y="761143"/>
                  <a:pt x="3275847" y="762095"/>
                  <a:pt x="3274323" y="760570"/>
                </a:cubicBezTo>
                <a:cubicBezTo>
                  <a:pt x="3272894" y="759047"/>
                  <a:pt x="3268703" y="761143"/>
                  <a:pt x="3265369" y="763238"/>
                </a:cubicBezTo>
                <a:cubicBezTo>
                  <a:pt x="3262131" y="765334"/>
                  <a:pt x="3253749" y="767429"/>
                  <a:pt x="3252510" y="764095"/>
                </a:cubicBezTo>
                <a:cubicBezTo>
                  <a:pt x="3251367" y="760761"/>
                  <a:pt x="3248795" y="762857"/>
                  <a:pt x="3245652" y="766763"/>
                </a:cubicBezTo>
                <a:cubicBezTo>
                  <a:pt x="3243271" y="769811"/>
                  <a:pt x="3235746" y="769239"/>
                  <a:pt x="3233936" y="765905"/>
                </a:cubicBezTo>
                <a:cubicBezTo>
                  <a:pt x="3232127" y="762667"/>
                  <a:pt x="3237461" y="761143"/>
                  <a:pt x="3240794" y="761143"/>
                </a:cubicBezTo>
                <a:cubicBezTo>
                  <a:pt x="3244128" y="761143"/>
                  <a:pt x="3244700" y="761429"/>
                  <a:pt x="3244700" y="759619"/>
                </a:cubicBezTo>
                <a:cubicBezTo>
                  <a:pt x="3244700" y="757809"/>
                  <a:pt x="3242890" y="758381"/>
                  <a:pt x="3240794" y="758381"/>
                </a:cubicBezTo>
                <a:cubicBezTo>
                  <a:pt x="3238699" y="758381"/>
                  <a:pt x="3236889" y="758095"/>
                  <a:pt x="3238699" y="756285"/>
                </a:cubicBezTo>
                <a:cubicBezTo>
                  <a:pt x="3240509" y="754475"/>
                  <a:pt x="3232412" y="749998"/>
                  <a:pt x="3228793" y="753237"/>
                </a:cubicBezTo>
                <a:cubicBezTo>
                  <a:pt x="3226126" y="755618"/>
                  <a:pt x="3220411" y="754475"/>
                  <a:pt x="3222792" y="750856"/>
                </a:cubicBezTo>
                <a:cubicBezTo>
                  <a:pt x="3224697" y="747998"/>
                  <a:pt x="3218506" y="747235"/>
                  <a:pt x="3215268" y="748475"/>
                </a:cubicBezTo>
                <a:cubicBezTo>
                  <a:pt x="3212315" y="749618"/>
                  <a:pt x="3208410" y="746855"/>
                  <a:pt x="3206600" y="746284"/>
                </a:cubicBezTo>
                <a:cubicBezTo>
                  <a:pt x="3204790" y="745711"/>
                  <a:pt x="3200313" y="745998"/>
                  <a:pt x="3200027" y="747522"/>
                </a:cubicBezTo>
                <a:cubicBezTo>
                  <a:pt x="3199742" y="749046"/>
                  <a:pt x="3197646" y="749332"/>
                  <a:pt x="3196122" y="749332"/>
                </a:cubicBezTo>
                <a:cubicBezTo>
                  <a:pt x="3194694" y="749332"/>
                  <a:pt x="3192598" y="751427"/>
                  <a:pt x="3195265" y="754760"/>
                </a:cubicBezTo>
                <a:cubicBezTo>
                  <a:pt x="3197932" y="758095"/>
                  <a:pt x="3188978" y="760761"/>
                  <a:pt x="3187169" y="756285"/>
                </a:cubicBezTo>
                <a:cubicBezTo>
                  <a:pt x="3185359" y="751808"/>
                  <a:pt x="3184502" y="753904"/>
                  <a:pt x="3182692" y="754475"/>
                </a:cubicBezTo>
                <a:cubicBezTo>
                  <a:pt x="3180977" y="755142"/>
                  <a:pt x="3176786" y="751523"/>
                  <a:pt x="3175548" y="753904"/>
                </a:cubicBezTo>
                <a:cubicBezTo>
                  <a:pt x="3174310" y="756285"/>
                  <a:pt x="3171643" y="760190"/>
                  <a:pt x="3167738" y="756857"/>
                </a:cubicBezTo>
                <a:cubicBezTo>
                  <a:pt x="3163833" y="753618"/>
                  <a:pt x="3162975" y="755428"/>
                  <a:pt x="3159070" y="754189"/>
                </a:cubicBezTo>
                <a:cubicBezTo>
                  <a:pt x="3155165" y="752951"/>
                  <a:pt x="3151260" y="750570"/>
                  <a:pt x="3153069" y="755047"/>
                </a:cubicBezTo>
                <a:cubicBezTo>
                  <a:pt x="3154022" y="757619"/>
                  <a:pt x="3147069" y="764381"/>
                  <a:pt x="3147069" y="758666"/>
                </a:cubicBezTo>
                <a:cubicBezTo>
                  <a:pt x="3147069" y="752951"/>
                  <a:pt x="3151260" y="751142"/>
                  <a:pt x="3146497" y="750570"/>
                </a:cubicBezTo>
                <a:cubicBezTo>
                  <a:pt x="3141735" y="749998"/>
                  <a:pt x="3126685" y="754760"/>
                  <a:pt x="3117732" y="754189"/>
                </a:cubicBezTo>
                <a:cubicBezTo>
                  <a:pt x="3108778" y="753618"/>
                  <a:pt x="3099729" y="749998"/>
                  <a:pt x="3086870" y="763524"/>
                </a:cubicBezTo>
                <a:cubicBezTo>
                  <a:pt x="3080584" y="770096"/>
                  <a:pt x="3078489" y="771906"/>
                  <a:pt x="3075155" y="773430"/>
                </a:cubicBezTo>
                <a:cubicBezTo>
                  <a:pt x="3071821" y="774859"/>
                  <a:pt x="3064677" y="781241"/>
                  <a:pt x="3063439" y="786289"/>
                </a:cubicBezTo>
                <a:cubicBezTo>
                  <a:pt x="3062201" y="791432"/>
                  <a:pt x="3055343" y="795338"/>
                  <a:pt x="3049056" y="797718"/>
                </a:cubicBezTo>
                <a:cubicBezTo>
                  <a:pt x="3042770" y="800100"/>
                  <a:pt x="3037722" y="807052"/>
                  <a:pt x="3032292" y="809719"/>
                </a:cubicBezTo>
                <a:cubicBezTo>
                  <a:pt x="3026863" y="812386"/>
                  <a:pt x="3030483" y="813625"/>
                  <a:pt x="3026006" y="814196"/>
                </a:cubicBezTo>
                <a:cubicBezTo>
                  <a:pt x="3021529" y="814768"/>
                  <a:pt x="3017910" y="821054"/>
                  <a:pt x="3015243" y="822292"/>
                </a:cubicBezTo>
                <a:cubicBezTo>
                  <a:pt x="3012576" y="823435"/>
                  <a:pt x="3010099" y="827626"/>
                  <a:pt x="3008575" y="831246"/>
                </a:cubicBezTo>
                <a:cubicBezTo>
                  <a:pt x="3007146" y="834770"/>
                  <a:pt x="3004479" y="836580"/>
                  <a:pt x="3002384" y="837818"/>
                </a:cubicBezTo>
                <a:cubicBezTo>
                  <a:pt x="3000288" y="839056"/>
                  <a:pt x="2997050" y="841819"/>
                  <a:pt x="2994954" y="841247"/>
                </a:cubicBezTo>
                <a:cubicBezTo>
                  <a:pt x="2992859" y="840676"/>
                  <a:pt x="2990477" y="845057"/>
                  <a:pt x="2989239" y="846581"/>
                </a:cubicBezTo>
                <a:cubicBezTo>
                  <a:pt x="2988096" y="848105"/>
                  <a:pt x="2985048" y="852296"/>
                  <a:pt x="2981429" y="852582"/>
                </a:cubicBezTo>
                <a:cubicBezTo>
                  <a:pt x="2976381" y="852963"/>
                  <a:pt x="2974571" y="856773"/>
                  <a:pt x="2973333" y="858868"/>
                </a:cubicBezTo>
                <a:cubicBezTo>
                  <a:pt x="2972190" y="860964"/>
                  <a:pt x="2971904" y="863059"/>
                  <a:pt x="2974571" y="861821"/>
                </a:cubicBezTo>
                <a:cubicBezTo>
                  <a:pt x="2977333" y="860583"/>
                  <a:pt x="2980572" y="864774"/>
                  <a:pt x="2983905" y="866012"/>
                </a:cubicBezTo>
                <a:cubicBezTo>
                  <a:pt x="2987239" y="867155"/>
                  <a:pt x="2992573" y="866298"/>
                  <a:pt x="2994383" y="864774"/>
                </a:cubicBezTo>
                <a:cubicBezTo>
                  <a:pt x="2996097" y="863250"/>
                  <a:pt x="2999145" y="862678"/>
                  <a:pt x="2997335" y="866584"/>
                </a:cubicBezTo>
                <a:cubicBezTo>
                  <a:pt x="2995526" y="870394"/>
                  <a:pt x="2995811" y="875823"/>
                  <a:pt x="2995811" y="879728"/>
                </a:cubicBezTo>
                <a:cubicBezTo>
                  <a:pt x="2995811" y="883633"/>
                  <a:pt x="2996669" y="885157"/>
                  <a:pt x="3000288" y="883062"/>
                </a:cubicBezTo>
                <a:cubicBezTo>
                  <a:pt x="3003908" y="880966"/>
                  <a:pt x="3000002" y="878299"/>
                  <a:pt x="3000574" y="876204"/>
                </a:cubicBezTo>
                <a:cubicBezTo>
                  <a:pt x="3001241" y="874013"/>
                  <a:pt x="3001241" y="871632"/>
                  <a:pt x="3006003" y="871060"/>
                </a:cubicBezTo>
                <a:cubicBezTo>
                  <a:pt x="3010766" y="870489"/>
                  <a:pt x="3007337" y="874299"/>
                  <a:pt x="3006003" y="874966"/>
                </a:cubicBezTo>
                <a:cubicBezTo>
                  <a:pt x="3003622" y="876109"/>
                  <a:pt x="3003908" y="879442"/>
                  <a:pt x="3008385" y="879442"/>
                </a:cubicBezTo>
                <a:cubicBezTo>
                  <a:pt x="3012861" y="879442"/>
                  <a:pt x="3011052" y="881824"/>
                  <a:pt x="3008385" y="884491"/>
                </a:cubicBezTo>
                <a:cubicBezTo>
                  <a:pt x="3005718" y="887253"/>
                  <a:pt x="3002669" y="889920"/>
                  <a:pt x="3004194" y="892015"/>
                </a:cubicBezTo>
                <a:cubicBezTo>
                  <a:pt x="3005718" y="894206"/>
                  <a:pt x="3010861" y="889634"/>
                  <a:pt x="3013528" y="889063"/>
                </a:cubicBezTo>
                <a:cubicBezTo>
                  <a:pt x="3016195" y="888491"/>
                  <a:pt x="3019148" y="885729"/>
                  <a:pt x="3020386" y="882776"/>
                </a:cubicBezTo>
                <a:cubicBezTo>
                  <a:pt x="3021529" y="879728"/>
                  <a:pt x="3027244" y="877633"/>
                  <a:pt x="3024863" y="880966"/>
                </a:cubicBezTo>
                <a:cubicBezTo>
                  <a:pt x="3022482" y="884300"/>
                  <a:pt x="3021243" y="893158"/>
                  <a:pt x="3026387" y="886110"/>
                </a:cubicBezTo>
                <a:cubicBezTo>
                  <a:pt x="3030578" y="880395"/>
                  <a:pt x="3026768" y="880204"/>
                  <a:pt x="3030006" y="875918"/>
                </a:cubicBezTo>
                <a:cubicBezTo>
                  <a:pt x="3031816" y="873537"/>
                  <a:pt x="3028006" y="866107"/>
                  <a:pt x="3033911" y="872299"/>
                </a:cubicBezTo>
                <a:cubicBezTo>
                  <a:pt x="3039341" y="878014"/>
                  <a:pt x="3042960" y="876204"/>
                  <a:pt x="3045627" y="874680"/>
                </a:cubicBezTo>
                <a:cubicBezTo>
                  <a:pt x="3048294" y="873251"/>
                  <a:pt x="3048675" y="873823"/>
                  <a:pt x="3051628" y="875918"/>
                </a:cubicBezTo>
                <a:cubicBezTo>
                  <a:pt x="3054581" y="878014"/>
                  <a:pt x="3053438" y="878395"/>
                  <a:pt x="3054009" y="881347"/>
                </a:cubicBezTo>
                <a:cubicBezTo>
                  <a:pt x="3054581" y="884395"/>
                  <a:pt x="3057724" y="887062"/>
                  <a:pt x="3060677" y="888872"/>
                </a:cubicBezTo>
                <a:cubicBezTo>
                  <a:pt x="3062010" y="889729"/>
                  <a:pt x="3064296" y="892873"/>
                  <a:pt x="3065916" y="894873"/>
                </a:cubicBezTo>
                <a:cubicBezTo>
                  <a:pt x="3067725" y="897254"/>
                  <a:pt x="3069249" y="898588"/>
                  <a:pt x="3068583" y="900302"/>
                </a:cubicBezTo>
                <a:cubicBezTo>
                  <a:pt x="3067344" y="903636"/>
                  <a:pt x="3067344" y="904207"/>
                  <a:pt x="3064677" y="904207"/>
                </a:cubicBezTo>
                <a:cubicBezTo>
                  <a:pt x="3062010" y="904207"/>
                  <a:pt x="3061058" y="904207"/>
                  <a:pt x="3062296" y="908113"/>
                </a:cubicBezTo>
                <a:cubicBezTo>
                  <a:pt x="3063439" y="912018"/>
                  <a:pt x="3065820" y="912018"/>
                  <a:pt x="3067344" y="913542"/>
                </a:cubicBezTo>
                <a:cubicBezTo>
                  <a:pt x="3068868" y="915066"/>
                  <a:pt x="3068868" y="916209"/>
                  <a:pt x="3067630" y="917447"/>
                </a:cubicBezTo>
                <a:cubicBezTo>
                  <a:pt x="3066392" y="918590"/>
                  <a:pt x="3067916" y="920400"/>
                  <a:pt x="3070583" y="922210"/>
                </a:cubicBezTo>
                <a:cubicBezTo>
                  <a:pt x="3073345" y="923924"/>
                  <a:pt x="3072393" y="929925"/>
                  <a:pt x="3067630" y="933259"/>
                </a:cubicBezTo>
                <a:cubicBezTo>
                  <a:pt x="3062868" y="936497"/>
                  <a:pt x="3057438" y="942212"/>
                  <a:pt x="3058677" y="944308"/>
                </a:cubicBezTo>
                <a:cubicBezTo>
                  <a:pt x="3059915" y="946403"/>
                  <a:pt x="3059343" y="947070"/>
                  <a:pt x="3058105" y="947927"/>
                </a:cubicBezTo>
                <a:cubicBezTo>
                  <a:pt x="3056867" y="948880"/>
                  <a:pt x="3055438" y="949737"/>
                  <a:pt x="3056010" y="953642"/>
                </a:cubicBezTo>
                <a:cubicBezTo>
                  <a:pt x="3056676" y="957547"/>
                  <a:pt x="3054581" y="960595"/>
                  <a:pt x="3053343" y="963262"/>
                </a:cubicBezTo>
                <a:cubicBezTo>
                  <a:pt x="3052104" y="966025"/>
                  <a:pt x="3050294" y="971359"/>
                  <a:pt x="3052104" y="972597"/>
                </a:cubicBezTo>
                <a:cubicBezTo>
                  <a:pt x="3053914" y="973740"/>
                  <a:pt x="3053343" y="975550"/>
                  <a:pt x="3051533" y="977359"/>
                </a:cubicBezTo>
                <a:cubicBezTo>
                  <a:pt x="3049723" y="979169"/>
                  <a:pt x="3050580" y="982979"/>
                  <a:pt x="3051819" y="986313"/>
                </a:cubicBezTo>
                <a:cubicBezTo>
                  <a:pt x="3052961" y="989647"/>
                  <a:pt x="3050866" y="994409"/>
                  <a:pt x="3050009" y="995933"/>
                </a:cubicBezTo>
                <a:cubicBezTo>
                  <a:pt x="3049056" y="997457"/>
                  <a:pt x="3048770" y="1001648"/>
                  <a:pt x="3048770" y="1004315"/>
                </a:cubicBezTo>
                <a:cubicBezTo>
                  <a:pt x="3048770" y="1006982"/>
                  <a:pt x="3045723" y="1017460"/>
                  <a:pt x="3039150" y="1020793"/>
                </a:cubicBezTo>
                <a:cubicBezTo>
                  <a:pt x="3032578" y="1024127"/>
                  <a:pt x="3029816" y="1033081"/>
                  <a:pt x="3029244" y="1034319"/>
                </a:cubicBezTo>
                <a:cubicBezTo>
                  <a:pt x="3028673" y="1035462"/>
                  <a:pt x="3023625" y="1042606"/>
                  <a:pt x="3020291" y="1043844"/>
                </a:cubicBezTo>
                <a:cubicBezTo>
                  <a:pt x="3016957" y="1045082"/>
                  <a:pt x="3011623" y="1053464"/>
                  <a:pt x="3010099" y="1059751"/>
                </a:cubicBezTo>
                <a:cubicBezTo>
                  <a:pt x="3008670" y="1066037"/>
                  <a:pt x="3001717" y="1072609"/>
                  <a:pt x="2994859" y="1076515"/>
                </a:cubicBezTo>
                <a:cubicBezTo>
                  <a:pt x="2987906" y="1080420"/>
                  <a:pt x="2978952" y="1096612"/>
                  <a:pt x="2975047" y="1099279"/>
                </a:cubicBezTo>
                <a:cubicBezTo>
                  <a:pt x="2971142" y="1102042"/>
                  <a:pt x="2972094" y="1103851"/>
                  <a:pt x="2970570" y="1104709"/>
                </a:cubicBezTo>
                <a:cubicBezTo>
                  <a:pt x="2968094" y="1106233"/>
                  <a:pt x="2965808" y="1108233"/>
                  <a:pt x="2964569" y="1111567"/>
                </a:cubicBezTo>
                <a:cubicBezTo>
                  <a:pt x="2963331" y="1114900"/>
                  <a:pt x="2959235" y="1121758"/>
                  <a:pt x="2953806" y="1125092"/>
                </a:cubicBezTo>
                <a:cubicBezTo>
                  <a:pt x="2948472" y="1128426"/>
                  <a:pt x="2944853" y="1133188"/>
                  <a:pt x="2940948" y="1134427"/>
                </a:cubicBezTo>
                <a:cubicBezTo>
                  <a:pt x="2937042" y="1135665"/>
                  <a:pt x="2934280" y="1143094"/>
                  <a:pt x="2927422" y="1142523"/>
                </a:cubicBezTo>
                <a:cubicBezTo>
                  <a:pt x="2920564" y="1141951"/>
                  <a:pt x="2916659" y="1149190"/>
                  <a:pt x="2911230" y="1143761"/>
                </a:cubicBezTo>
                <a:cubicBezTo>
                  <a:pt x="2905800" y="1138332"/>
                  <a:pt x="2903133" y="1144999"/>
                  <a:pt x="2899800" y="1135665"/>
                </a:cubicBezTo>
                <a:cubicBezTo>
                  <a:pt x="2898466" y="1131855"/>
                  <a:pt x="2897323" y="1131283"/>
                  <a:pt x="2895323" y="1131188"/>
                </a:cubicBezTo>
                <a:cubicBezTo>
                  <a:pt x="2892560" y="1131093"/>
                  <a:pt x="2889608" y="1131474"/>
                  <a:pt x="2888751" y="1135379"/>
                </a:cubicBezTo>
                <a:cubicBezTo>
                  <a:pt x="2887512" y="1140618"/>
                  <a:pt x="2883321" y="1141666"/>
                  <a:pt x="2883321" y="1143761"/>
                </a:cubicBezTo>
                <a:cubicBezTo>
                  <a:pt x="2883321" y="1145857"/>
                  <a:pt x="2882369" y="1146714"/>
                  <a:pt x="2879702" y="1146142"/>
                </a:cubicBezTo>
                <a:lnTo>
                  <a:pt x="2874554" y="1150116"/>
                </a:lnTo>
                <a:lnTo>
                  <a:pt x="2874749" y="1150429"/>
                </a:lnTo>
                <a:cubicBezTo>
                  <a:pt x="2875320" y="1152239"/>
                  <a:pt x="2873796" y="1153191"/>
                  <a:pt x="2873796" y="1153191"/>
                </a:cubicBezTo>
                <a:lnTo>
                  <a:pt x="2873606" y="1153191"/>
                </a:lnTo>
                <a:lnTo>
                  <a:pt x="2870177" y="1153191"/>
                </a:lnTo>
                <a:cubicBezTo>
                  <a:pt x="2868462" y="1151382"/>
                  <a:pt x="2865414" y="1153477"/>
                  <a:pt x="2865129" y="1155287"/>
                </a:cubicBezTo>
                <a:cubicBezTo>
                  <a:pt x="2864843" y="1157001"/>
                  <a:pt x="2863033" y="1159097"/>
                  <a:pt x="2860366" y="1160335"/>
                </a:cubicBezTo>
                <a:cubicBezTo>
                  <a:pt x="2857604" y="1161573"/>
                  <a:pt x="2858271" y="1164240"/>
                  <a:pt x="2856747" y="1166336"/>
                </a:cubicBezTo>
                <a:cubicBezTo>
                  <a:pt x="2855318" y="1168431"/>
                  <a:pt x="2853222" y="1172051"/>
                  <a:pt x="2853794" y="1176813"/>
                </a:cubicBezTo>
                <a:cubicBezTo>
                  <a:pt x="2854366" y="1181576"/>
                  <a:pt x="2855508" y="1187577"/>
                  <a:pt x="2848365" y="1189101"/>
                </a:cubicBezTo>
                <a:cubicBezTo>
                  <a:pt x="2841221" y="1190625"/>
                  <a:pt x="2836077" y="1197578"/>
                  <a:pt x="2835220" y="1200531"/>
                </a:cubicBezTo>
                <a:cubicBezTo>
                  <a:pt x="2834268" y="1203579"/>
                  <a:pt x="2823790" y="1207484"/>
                  <a:pt x="2821123" y="1208341"/>
                </a:cubicBezTo>
                <a:cubicBezTo>
                  <a:pt x="2818456" y="1209294"/>
                  <a:pt x="2814551" y="1211675"/>
                  <a:pt x="2814551" y="1218247"/>
                </a:cubicBezTo>
                <a:cubicBezTo>
                  <a:pt x="2814551" y="1224819"/>
                  <a:pt x="2807026" y="1225105"/>
                  <a:pt x="2812455" y="1226915"/>
                </a:cubicBezTo>
                <a:cubicBezTo>
                  <a:pt x="2814170" y="1227486"/>
                  <a:pt x="2819028" y="1233487"/>
                  <a:pt x="2819599" y="1235011"/>
                </a:cubicBezTo>
                <a:cubicBezTo>
                  <a:pt x="2820647" y="1237583"/>
                  <a:pt x="2819599" y="1238250"/>
                  <a:pt x="2822266" y="1237678"/>
                </a:cubicBezTo>
                <a:lnTo>
                  <a:pt x="2824911" y="1239166"/>
                </a:lnTo>
                <a:lnTo>
                  <a:pt x="2825409" y="1239202"/>
                </a:lnTo>
                <a:cubicBezTo>
                  <a:pt x="2825695" y="1240059"/>
                  <a:pt x="2825790" y="1241107"/>
                  <a:pt x="2825504" y="1242155"/>
                </a:cubicBezTo>
                <a:cubicBezTo>
                  <a:pt x="2824933" y="1244822"/>
                  <a:pt x="2842935" y="1266729"/>
                  <a:pt x="2841982" y="1285017"/>
                </a:cubicBezTo>
                <a:cubicBezTo>
                  <a:pt x="2841411" y="1296066"/>
                  <a:pt x="2840744" y="1296733"/>
                  <a:pt x="2839030" y="1297876"/>
                </a:cubicBezTo>
                <a:cubicBezTo>
                  <a:pt x="2837220" y="1299114"/>
                  <a:pt x="2837791" y="1299400"/>
                  <a:pt x="2839030" y="1300829"/>
                </a:cubicBezTo>
                <a:cubicBezTo>
                  <a:pt x="2840268" y="1302353"/>
                  <a:pt x="2839315" y="1312830"/>
                  <a:pt x="2836077" y="1313402"/>
                </a:cubicBezTo>
                <a:cubicBezTo>
                  <a:pt x="2832743" y="1313973"/>
                  <a:pt x="2834553" y="1320260"/>
                  <a:pt x="2827695" y="1320926"/>
                </a:cubicBezTo>
                <a:cubicBezTo>
                  <a:pt x="2820837" y="1321498"/>
                  <a:pt x="2820170" y="1323594"/>
                  <a:pt x="2819027" y="1325403"/>
                </a:cubicBezTo>
                <a:cubicBezTo>
                  <a:pt x="2817789" y="1327213"/>
                  <a:pt x="2815122" y="1327213"/>
                  <a:pt x="2812455" y="1326927"/>
                </a:cubicBezTo>
                <a:cubicBezTo>
                  <a:pt x="2809788" y="1326641"/>
                  <a:pt x="2806740" y="1326927"/>
                  <a:pt x="2807978" y="1328737"/>
                </a:cubicBezTo>
                <a:cubicBezTo>
                  <a:pt x="2809216" y="1330547"/>
                  <a:pt x="2805597" y="1333214"/>
                  <a:pt x="2803787" y="1329308"/>
                </a:cubicBezTo>
                <a:cubicBezTo>
                  <a:pt x="2802930" y="1327308"/>
                  <a:pt x="2800454" y="1329023"/>
                  <a:pt x="2801025" y="1331975"/>
                </a:cubicBezTo>
                <a:cubicBezTo>
                  <a:pt x="2801501" y="1334928"/>
                  <a:pt x="2800549" y="1335309"/>
                  <a:pt x="2798453" y="1336738"/>
                </a:cubicBezTo>
                <a:cubicBezTo>
                  <a:pt x="2796358" y="1338262"/>
                  <a:pt x="2794834" y="1335595"/>
                  <a:pt x="2796929" y="1334071"/>
                </a:cubicBezTo>
                <a:cubicBezTo>
                  <a:pt x="2799025" y="1332547"/>
                  <a:pt x="2796358" y="1328928"/>
                  <a:pt x="2793596" y="1333785"/>
                </a:cubicBezTo>
                <a:cubicBezTo>
                  <a:pt x="2791976" y="1336643"/>
                  <a:pt x="2790643" y="1338929"/>
                  <a:pt x="2789119" y="1337405"/>
                </a:cubicBezTo>
                <a:cubicBezTo>
                  <a:pt x="2787309" y="1335595"/>
                  <a:pt x="2785785" y="1337690"/>
                  <a:pt x="2784642" y="1338929"/>
                </a:cubicBezTo>
                <a:cubicBezTo>
                  <a:pt x="2783404" y="1340167"/>
                  <a:pt x="2781975" y="1339786"/>
                  <a:pt x="2781975" y="1338071"/>
                </a:cubicBezTo>
                <a:cubicBezTo>
                  <a:pt x="2781975" y="1336262"/>
                  <a:pt x="2778641" y="1330832"/>
                  <a:pt x="2779594" y="1326356"/>
                </a:cubicBezTo>
                <a:cubicBezTo>
                  <a:pt x="2780451" y="1321879"/>
                  <a:pt x="2777593" y="1320641"/>
                  <a:pt x="2779308" y="1319212"/>
                </a:cubicBezTo>
                <a:cubicBezTo>
                  <a:pt x="2781118" y="1317688"/>
                  <a:pt x="2782261" y="1323974"/>
                  <a:pt x="2783118" y="1318926"/>
                </a:cubicBezTo>
                <a:cubicBezTo>
                  <a:pt x="2783689" y="1315592"/>
                  <a:pt x="2784737" y="1315307"/>
                  <a:pt x="2787023" y="1313211"/>
                </a:cubicBezTo>
                <a:cubicBezTo>
                  <a:pt x="2790357" y="1310258"/>
                  <a:pt x="2783689" y="1311401"/>
                  <a:pt x="2788262" y="1306353"/>
                </a:cubicBezTo>
                <a:cubicBezTo>
                  <a:pt x="2791500" y="1302734"/>
                  <a:pt x="2788262" y="1303972"/>
                  <a:pt x="2790357" y="1301305"/>
                </a:cubicBezTo>
                <a:cubicBezTo>
                  <a:pt x="2792453" y="1298638"/>
                  <a:pt x="2790643" y="1297971"/>
                  <a:pt x="2788833" y="1298638"/>
                </a:cubicBezTo>
                <a:cubicBezTo>
                  <a:pt x="2787023" y="1299209"/>
                  <a:pt x="2787023" y="1296542"/>
                  <a:pt x="2787595" y="1295019"/>
                </a:cubicBezTo>
                <a:cubicBezTo>
                  <a:pt x="2788166" y="1293494"/>
                  <a:pt x="2785214" y="1289589"/>
                  <a:pt x="2786071" y="1286922"/>
                </a:cubicBezTo>
                <a:cubicBezTo>
                  <a:pt x="2786928" y="1284255"/>
                  <a:pt x="2786071" y="1283017"/>
                  <a:pt x="2783975" y="1283588"/>
                </a:cubicBezTo>
                <a:cubicBezTo>
                  <a:pt x="2781880" y="1284160"/>
                  <a:pt x="2779213" y="1282731"/>
                  <a:pt x="2782451" y="1278159"/>
                </a:cubicBezTo>
                <a:cubicBezTo>
                  <a:pt x="2785785" y="1273682"/>
                  <a:pt x="2787499" y="1276064"/>
                  <a:pt x="2788166" y="1270063"/>
                </a:cubicBezTo>
                <a:cubicBezTo>
                  <a:pt x="2788642" y="1265300"/>
                  <a:pt x="2786071" y="1263205"/>
                  <a:pt x="2786928" y="1261109"/>
                </a:cubicBezTo>
                <a:lnTo>
                  <a:pt x="2786741" y="1257644"/>
                </a:lnTo>
                <a:lnTo>
                  <a:pt x="2786357" y="1257871"/>
                </a:lnTo>
                <a:cubicBezTo>
                  <a:pt x="2785785" y="1256728"/>
                  <a:pt x="2784738" y="1256061"/>
                  <a:pt x="2782452" y="1256823"/>
                </a:cubicBezTo>
                <a:cubicBezTo>
                  <a:pt x="2780642" y="1257395"/>
                  <a:pt x="2778832" y="1255966"/>
                  <a:pt x="2777308" y="1254728"/>
                </a:cubicBezTo>
                <a:cubicBezTo>
                  <a:pt x="2775784" y="1253490"/>
                  <a:pt x="2774070" y="1253490"/>
                  <a:pt x="2772831" y="1256823"/>
                </a:cubicBezTo>
                <a:cubicBezTo>
                  <a:pt x="2771593" y="1260062"/>
                  <a:pt x="2766831" y="1256823"/>
                  <a:pt x="2765021" y="1255585"/>
                </a:cubicBezTo>
                <a:cubicBezTo>
                  <a:pt x="2763211" y="1254347"/>
                  <a:pt x="2762925" y="1251680"/>
                  <a:pt x="2765021" y="1250442"/>
                </a:cubicBezTo>
                <a:cubicBezTo>
                  <a:pt x="2767117" y="1249203"/>
                  <a:pt x="2765974" y="1246536"/>
                  <a:pt x="2762640" y="1248346"/>
                </a:cubicBezTo>
                <a:cubicBezTo>
                  <a:pt x="2759306" y="1250156"/>
                  <a:pt x="2758163" y="1248060"/>
                  <a:pt x="2760544" y="1245965"/>
                </a:cubicBezTo>
                <a:cubicBezTo>
                  <a:pt x="2763021" y="1243869"/>
                  <a:pt x="2759782" y="1243393"/>
                  <a:pt x="2761783" y="1239678"/>
                </a:cubicBezTo>
                <a:cubicBezTo>
                  <a:pt x="2764164" y="1235202"/>
                  <a:pt x="2769593" y="1234344"/>
                  <a:pt x="2766259" y="1233963"/>
                </a:cubicBezTo>
                <a:cubicBezTo>
                  <a:pt x="2763878" y="1233678"/>
                  <a:pt x="2764450" y="1224915"/>
                  <a:pt x="2769593" y="1226153"/>
                </a:cubicBezTo>
                <a:cubicBezTo>
                  <a:pt x="2773689" y="1227105"/>
                  <a:pt x="2775022" y="1215390"/>
                  <a:pt x="2770450" y="1215390"/>
                </a:cubicBezTo>
                <a:cubicBezTo>
                  <a:pt x="2768641" y="1215390"/>
                  <a:pt x="2764545" y="1209579"/>
                  <a:pt x="2762830" y="1213008"/>
                </a:cubicBezTo>
                <a:cubicBezTo>
                  <a:pt x="2759401" y="1215961"/>
                  <a:pt x="2757496" y="1211103"/>
                  <a:pt x="2754162" y="1209484"/>
                </a:cubicBezTo>
                <a:lnTo>
                  <a:pt x="2753927" y="1209114"/>
                </a:lnTo>
                <a:lnTo>
                  <a:pt x="2750638" y="1210722"/>
                </a:lnTo>
                <a:cubicBezTo>
                  <a:pt x="2748543" y="1212817"/>
                  <a:pt x="2738446" y="1206912"/>
                  <a:pt x="2737494" y="1211293"/>
                </a:cubicBezTo>
                <a:cubicBezTo>
                  <a:pt x="2737208" y="1212817"/>
                  <a:pt x="2730636" y="1213103"/>
                  <a:pt x="2727874" y="1213103"/>
                </a:cubicBezTo>
                <a:cubicBezTo>
                  <a:pt x="2725206" y="1213103"/>
                  <a:pt x="2716825" y="1217866"/>
                  <a:pt x="2714062" y="1222057"/>
                </a:cubicBezTo>
                <a:cubicBezTo>
                  <a:pt x="2711395" y="1226248"/>
                  <a:pt x="2704728" y="1230248"/>
                  <a:pt x="2700537" y="1231105"/>
                </a:cubicBezTo>
                <a:cubicBezTo>
                  <a:pt x="2696346" y="1231963"/>
                  <a:pt x="2692155" y="1233106"/>
                  <a:pt x="2695774" y="1227200"/>
                </a:cubicBezTo>
                <a:cubicBezTo>
                  <a:pt x="2699394" y="1221200"/>
                  <a:pt x="2705966" y="1225962"/>
                  <a:pt x="2708633" y="1219390"/>
                </a:cubicBezTo>
                <a:cubicBezTo>
                  <a:pt x="2711300" y="1212817"/>
                  <a:pt x="2703204" y="1219104"/>
                  <a:pt x="2705966" y="1214341"/>
                </a:cubicBezTo>
                <a:cubicBezTo>
                  <a:pt x="2708633" y="1209579"/>
                  <a:pt x="2705395" y="1206245"/>
                  <a:pt x="2711681" y="1205007"/>
                </a:cubicBezTo>
                <a:cubicBezTo>
                  <a:pt x="2717968" y="1203769"/>
                  <a:pt x="2713872" y="1201483"/>
                  <a:pt x="2718539" y="1197197"/>
                </a:cubicBezTo>
                <a:cubicBezTo>
                  <a:pt x="2724826" y="1191481"/>
                  <a:pt x="2716729" y="1190529"/>
                  <a:pt x="2717301" y="1183957"/>
                </a:cubicBezTo>
                <a:cubicBezTo>
                  <a:pt x="2717872" y="1177099"/>
                  <a:pt x="2717301" y="1175860"/>
                  <a:pt x="2713681" y="1179194"/>
                </a:cubicBezTo>
                <a:cubicBezTo>
                  <a:pt x="2710062" y="1182528"/>
                  <a:pt x="2707966" y="1180718"/>
                  <a:pt x="2705871" y="1181290"/>
                </a:cubicBezTo>
                <a:cubicBezTo>
                  <a:pt x="2703775" y="1181861"/>
                  <a:pt x="2696631" y="1182052"/>
                  <a:pt x="2690917" y="1192053"/>
                </a:cubicBezTo>
                <a:cubicBezTo>
                  <a:pt x="2686154" y="1200435"/>
                  <a:pt x="2680439" y="1199578"/>
                  <a:pt x="2677105" y="1200149"/>
                </a:cubicBezTo>
                <a:cubicBezTo>
                  <a:pt x="2673771" y="1200721"/>
                  <a:pt x="2663008" y="1205197"/>
                  <a:pt x="2662437" y="1210341"/>
                </a:cubicBezTo>
                <a:cubicBezTo>
                  <a:pt x="2661865" y="1215389"/>
                  <a:pt x="2653483" y="1217866"/>
                  <a:pt x="2651388" y="1217866"/>
                </a:cubicBezTo>
                <a:cubicBezTo>
                  <a:pt x="2649292" y="1217866"/>
                  <a:pt x="2646625" y="1219961"/>
                  <a:pt x="2645673" y="1221771"/>
                </a:cubicBezTo>
                <a:cubicBezTo>
                  <a:pt x="2644816" y="1223581"/>
                  <a:pt x="2641196" y="1222628"/>
                  <a:pt x="2641196" y="1220247"/>
                </a:cubicBezTo>
                <a:cubicBezTo>
                  <a:pt x="2641196" y="1217866"/>
                  <a:pt x="2638815" y="1213675"/>
                  <a:pt x="2636053" y="1216056"/>
                </a:cubicBezTo>
                <a:cubicBezTo>
                  <a:pt x="2633386" y="1218437"/>
                  <a:pt x="2636053" y="1223867"/>
                  <a:pt x="2632719" y="1226819"/>
                </a:cubicBezTo>
                <a:cubicBezTo>
                  <a:pt x="2629385" y="1229772"/>
                  <a:pt x="2627956" y="1236725"/>
                  <a:pt x="2631862" y="1241773"/>
                </a:cubicBezTo>
                <a:cubicBezTo>
                  <a:pt x="2635767" y="1246822"/>
                  <a:pt x="2635957" y="1246917"/>
                  <a:pt x="2640815" y="1245964"/>
                </a:cubicBezTo>
                <a:cubicBezTo>
                  <a:pt x="2648340" y="1244440"/>
                  <a:pt x="2644435" y="1250441"/>
                  <a:pt x="2650435" y="1249584"/>
                </a:cubicBezTo>
                <a:cubicBezTo>
                  <a:pt x="2653197" y="1249203"/>
                  <a:pt x="2656150" y="1253489"/>
                  <a:pt x="2652817" y="1256442"/>
                </a:cubicBezTo>
                <a:cubicBezTo>
                  <a:pt x="2649483" y="1259395"/>
                  <a:pt x="2645959" y="1264252"/>
                  <a:pt x="2653674" y="1267872"/>
                </a:cubicBezTo>
                <a:cubicBezTo>
                  <a:pt x="2661484" y="1271492"/>
                  <a:pt x="2666818" y="1269682"/>
                  <a:pt x="2668628" y="1264538"/>
                </a:cubicBezTo>
                <a:cubicBezTo>
                  <a:pt x="2670438" y="1259490"/>
                  <a:pt x="2674343" y="1263967"/>
                  <a:pt x="2677296" y="1259109"/>
                </a:cubicBezTo>
                <a:cubicBezTo>
                  <a:pt x="2680249" y="1254347"/>
                  <a:pt x="2681487" y="1253680"/>
                  <a:pt x="2685678" y="1253680"/>
                </a:cubicBezTo>
                <a:cubicBezTo>
                  <a:pt x="2689869" y="1253680"/>
                  <a:pt x="2688630" y="1253965"/>
                  <a:pt x="2690440" y="1255204"/>
                </a:cubicBezTo>
                <a:cubicBezTo>
                  <a:pt x="2692250" y="1256442"/>
                  <a:pt x="2693203" y="1257585"/>
                  <a:pt x="2694917" y="1256442"/>
                </a:cubicBezTo>
                <a:cubicBezTo>
                  <a:pt x="2697584" y="1254632"/>
                  <a:pt x="2697870" y="1256442"/>
                  <a:pt x="2697870" y="1258538"/>
                </a:cubicBezTo>
                <a:cubicBezTo>
                  <a:pt x="2697870" y="1260633"/>
                  <a:pt x="2698727" y="1262443"/>
                  <a:pt x="2702632" y="1260347"/>
                </a:cubicBezTo>
                <a:cubicBezTo>
                  <a:pt x="2706537" y="1258252"/>
                  <a:pt x="2707395" y="1260633"/>
                  <a:pt x="2711014" y="1260633"/>
                </a:cubicBezTo>
                <a:cubicBezTo>
                  <a:pt x="2714634" y="1260633"/>
                  <a:pt x="2719396" y="1259776"/>
                  <a:pt x="2716729" y="1263014"/>
                </a:cubicBezTo>
                <a:cubicBezTo>
                  <a:pt x="2714062" y="1266348"/>
                  <a:pt x="2715491" y="1268729"/>
                  <a:pt x="2712824" y="1270539"/>
                </a:cubicBezTo>
                <a:cubicBezTo>
                  <a:pt x="2710157" y="1272349"/>
                  <a:pt x="2710157" y="1273492"/>
                  <a:pt x="2713395" y="1272920"/>
                </a:cubicBezTo>
                <a:cubicBezTo>
                  <a:pt x="2716729" y="1272349"/>
                  <a:pt x="2716062" y="1274444"/>
                  <a:pt x="2712824" y="1275587"/>
                </a:cubicBezTo>
                <a:cubicBezTo>
                  <a:pt x="2709490" y="1276826"/>
                  <a:pt x="2708919" y="1275301"/>
                  <a:pt x="2706823" y="1275873"/>
                </a:cubicBezTo>
                <a:cubicBezTo>
                  <a:pt x="2704728" y="1276444"/>
                  <a:pt x="2701394" y="1275587"/>
                  <a:pt x="2700537" y="1277111"/>
                </a:cubicBezTo>
                <a:cubicBezTo>
                  <a:pt x="2699679" y="1278635"/>
                  <a:pt x="2694536" y="1277683"/>
                  <a:pt x="2693012" y="1279207"/>
                </a:cubicBezTo>
                <a:cubicBezTo>
                  <a:pt x="2691488" y="1280731"/>
                  <a:pt x="2687583" y="1280064"/>
                  <a:pt x="2685487" y="1278921"/>
                </a:cubicBezTo>
                <a:cubicBezTo>
                  <a:pt x="2683392" y="1277683"/>
                  <a:pt x="2675581" y="1281017"/>
                  <a:pt x="2674438" y="1285207"/>
                </a:cubicBezTo>
                <a:cubicBezTo>
                  <a:pt x="2673200" y="1289398"/>
                  <a:pt x="2677391" y="1295399"/>
                  <a:pt x="2672914" y="1295399"/>
                </a:cubicBezTo>
                <a:cubicBezTo>
                  <a:pt x="2668437" y="1295399"/>
                  <a:pt x="2666056" y="1297780"/>
                  <a:pt x="2665389" y="1299305"/>
                </a:cubicBezTo>
                <a:cubicBezTo>
                  <a:pt x="2664818" y="1300829"/>
                  <a:pt x="2663008" y="1300829"/>
                  <a:pt x="2661199" y="1300829"/>
                </a:cubicBezTo>
                <a:cubicBezTo>
                  <a:pt x="2659389" y="1300829"/>
                  <a:pt x="2654626" y="1305019"/>
                  <a:pt x="2653102" y="1307686"/>
                </a:cubicBezTo>
                <a:cubicBezTo>
                  <a:pt x="2651578" y="1310354"/>
                  <a:pt x="2651293" y="1313116"/>
                  <a:pt x="2649197" y="1315783"/>
                </a:cubicBezTo>
                <a:cubicBezTo>
                  <a:pt x="2647102" y="1318450"/>
                  <a:pt x="2644435" y="1327213"/>
                  <a:pt x="2654912" y="1330165"/>
                </a:cubicBezTo>
                <a:cubicBezTo>
                  <a:pt x="2665389" y="1333118"/>
                  <a:pt x="2672247" y="1352073"/>
                  <a:pt x="2673486" y="1362551"/>
                </a:cubicBezTo>
                <a:cubicBezTo>
                  <a:pt x="2674724" y="1373028"/>
                  <a:pt x="2671390" y="1375695"/>
                  <a:pt x="2674724" y="1376933"/>
                </a:cubicBezTo>
                <a:cubicBezTo>
                  <a:pt x="2678058" y="1378172"/>
                  <a:pt x="2679677" y="1383220"/>
                  <a:pt x="2680725" y="1385315"/>
                </a:cubicBezTo>
                <a:cubicBezTo>
                  <a:pt x="2682535" y="1388935"/>
                  <a:pt x="2683773" y="1388935"/>
                  <a:pt x="2686726" y="1391030"/>
                </a:cubicBezTo>
                <a:cubicBezTo>
                  <a:pt x="2688821" y="1392554"/>
                  <a:pt x="2691202" y="1399412"/>
                  <a:pt x="2685202" y="1396745"/>
                </a:cubicBezTo>
                <a:cubicBezTo>
                  <a:pt x="2679201" y="1394078"/>
                  <a:pt x="2675010" y="1393411"/>
                  <a:pt x="2673200" y="1392268"/>
                </a:cubicBezTo>
                <a:cubicBezTo>
                  <a:pt x="2673200" y="1392268"/>
                  <a:pt x="2664913" y="1390744"/>
                  <a:pt x="2669390" y="1394935"/>
                </a:cubicBezTo>
                <a:cubicBezTo>
                  <a:pt x="2673867" y="1399126"/>
                  <a:pt x="2677677" y="1398841"/>
                  <a:pt x="2681582" y="1404270"/>
                </a:cubicBezTo>
                <a:cubicBezTo>
                  <a:pt x="2685487" y="1409699"/>
                  <a:pt x="2685487" y="1411509"/>
                  <a:pt x="2685487" y="1414747"/>
                </a:cubicBezTo>
                <a:cubicBezTo>
                  <a:pt x="2685487" y="1418081"/>
                  <a:pt x="2683392" y="1418367"/>
                  <a:pt x="2681582" y="1418367"/>
                </a:cubicBezTo>
                <a:cubicBezTo>
                  <a:pt x="2679772" y="1418367"/>
                  <a:pt x="2679487" y="1418653"/>
                  <a:pt x="2678248" y="1419605"/>
                </a:cubicBezTo>
                <a:cubicBezTo>
                  <a:pt x="2677010" y="1420463"/>
                  <a:pt x="2675295" y="1421129"/>
                  <a:pt x="2673771" y="1420463"/>
                </a:cubicBezTo>
                <a:cubicBezTo>
                  <a:pt x="2672247" y="1419891"/>
                  <a:pt x="2671104" y="1421701"/>
                  <a:pt x="2669866" y="1422844"/>
                </a:cubicBezTo>
                <a:cubicBezTo>
                  <a:pt x="2668628" y="1424082"/>
                  <a:pt x="2667485" y="1424082"/>
                  <a:pt x="2665389" y="1423701"/>
                </a:cubicBezTo>
                <a:cubicBezTo>
                  <a:pt x="2663294" y="1423415"/>
                  <a:pt x="2661770" y="1424272"/>
                  <a:pt x="2662722" y="1426082"/>
                </a:cubicBezTo>
                <a:cubicBezTo>
                  <a:pt x="2663580" y="1427892"/>
                  <a:pt x="2663580" y="1426939"/>
                  <a:pt x="2663580" y="1428749"/>
                </a:cubicBezTo>
                <a:cubicBezTo>
                  <a:pt x="2663580" y="1430559"/>
                  <a:pt x="2664818" y="1432083"/>
                  <a:pt x="2667485" y="1429321"/>
                </a:cubicBezTo>
                <a:cubicBezTo>
                  <a:pt x="2670152" y="1426654"/>
                  <a:pt x="2676820" y="1426939"/>
                  <a:pt x="2677391" y="1430845"/>
                </a:cubicBezTo>
                <a:cubicBezTo>
                  <a:pt x="2677962" y="1434750"/>
                  <a:pt x="2677391" y="1438655"/>
                  <a:pt x="2683392" y="1437989"/>
                </a:cubicBezTo>
                <a:cubicBezTo>
                  <a:pt x="2689393" y="1437322"/>
                  <a:pt x="2689107" y="1440370"/>
                  <a:pt x="2684249" y="1440941"/>
                </a:cubicBezTo>
                <a:cubicBezTo>
                  <a:pt x="2679487" y="1441513"/>
                  <a:pt x="2677391" y="1449038"/>
                  <a:pt x="2683392" y="1445132"/>
                </a:cubicBezTo>
                <a:cubicBezTo>
                  <a:pt x="2689393" y="1441227"/>
                  <a:pt x="2684630" y="1449038"/>
                  <a:pt x="2683392" y="1450180"/>
                </a:cubicBezTo>
                <a:cubicBezTo>
                  <a:pt x="2682153" y="1451419"/>
                  <a:pt x="2682820" y="1455229"/>
                  <a:pt x="2678915" y="1453514"/>
                </a:cubicBezTo>
                <a:cubicBezTo>
                  <a:pt x="2675010" y="1451705"/>
                  <a:pt x="2674438" y="1455324"/>
                  <a:pt x="2677677" y="1456467"/>
                </a:cubicBezTo>
                <a:cubicBezTo>
                  <a:pt x="2681011" y="1457705"/>
                  <a:pt x="2677962" y="1463039"/>
                  <a:pt x="2675295" y="1463039"/>
                </a:cubicBezTo>
                <a:cubicBezTo>
                  <a:pt x="2672628" y="1463039"/>
                  <a:pt x="2670533" y="1463039"/>
                  <a:pt x="2672914" y="1466944"/>
                </a:cubicBezTo>
                <a:cubicBezTo>
                  <a:pt x="2675295" y="1470850"/>
                  <a:pt x="2681011" y="1473517"/>
                  <a:pt x="2676820" y="1474088"/>
                </a:cubicBezTo>
                <a:cubicBezTo>
                  <a:pt x="2672628" y="1474660"/>
                  <a:pt x="2672914" y="1481899"/>
                  <a:pt x="2670819" y="1475326"/>
                </a:cubicBezTo>
                <a:cubicBezTo>
                  <a:pt x="2668723" y="1468754"/>
                  <a:pt x="2667199" y="1473231"/>
                  <a:pt x="2666913" y="1474755"/>
                </a:cubicBezTo>
                <a:cubicBezTo>
                  <a:pt x="2666628" y="1476279"/>
                  <a:pt x="2664818" y="1477803"/>
                  <a:pt x="2662437" y="1478375"/>
                </a:cubicBezTo>
                <a:cubicBezTo>
                  <a:pt x="2660055" y="1478946"/>
                  <a:pt x="2659389" y="1479518"/>
                  <a:pt x="2659389" y="1481613"/>
                </a:cubicBezTo>
                <a:cubicBezTo>
                  <a:pt x="2659389" y="1483709"/>
                  <a:pt x="2656436" y="1486756"/>
                  <a:pt x="2658151" y="1488757"/>
                </a:cubicBezTo>
                <a:cubicBezTo>
                  <a:pt x="2659960" y="1490852"/>
                  <a:pt x="2658436" y="1492090"/>
                  <a:pt x="2657293" y="1492662"/>
                </a:cubicBezTo>
                <a:cubicBezTo>
                  <a:pt x="2656055" y="1493234"/>
                  <a:pt x="2654912" y="1494757"/>
                  <a:pt x="2654912" y="1495996"/>
                </a:cubicBezTo>
                <a:cubicBezTo>
                  <a:pt x="2653578" y="1497996"/>
                  <a:pt x="2653007" y="1498377"/>
                  <a:pt x="2651769" y="1499615"/>
                </a:cubicBezTo>
                <a:cubicBezTo>
                  <a:pt x="2649578" y="1502187"/>
                  <a:pt x="2649197" y="1502949"/>
                  <a:pt x="2647102" y="1504092"/>
                </a:cubicBezTo>
                <a:cubicBezTo>
                  <a:pt x="2645006" y="1505330"/>
                  <a:pt x="2645006" y="1507997"/>
                  <a:pt x="2643768" y="1510379"/>
                </a:cubicBezTo>
                <a:cubicBezTo>
                  <a:pt x="2642529" y="1512760"/>
                  <a:pt x="2639577" y="1511902"/>
                  <a:pt x="2641387" y="1509521"/>
                </a:cubicBezTo>
                <a:cubicBezTo>
                  <a:pt x="2643196" y="1507140"/>
                  <a:pt x="2640529" y="1507140"/>
                  <a:pt x="2638053" y="1508950"/>
                </a:cubicBezTo>
                <a:cubicBezTo>
                  <a:pt x="2635671" y="1510760"/>
                  <a:pt x="2631480" y="1510188"/>
                  <a:pt x="2636243" y="1512855"/>
                </a:cubicBezTo>
                <a:cubicBezTo>
                  <a:pt x="2641005" y="1515522"/>
                  <a:pt x="2638053" y="1516189"/>
                  <a:pt x="2636529" y="1515522"/>
                </a:cubicBezTo>
                <a:cubicBezTo>
                  <a:pt x="2635005" y="1514951"/>
                  <a:pt x="2633862" y="1520570"/>
                  <a:pt x="2636814" y="1519427"/>
                </a:cubicBezTo>
                <a:cubicBezTo>
                  <a:pt x="2639862" y="1518189"/>
                  <a:pt x="2640434" y="1520951"/>
                  <a:pt x="2637100" y="1521809"/>
                </a:cubicBezTo>
                <a:cubicBezTo>
                  <a:pt x="2633767" y="1522666"/>
                  <a:pt x="2634433" y="1525428"/>
                  <a:pt x="2635576" y="1526000"/>
                </a:cubicBezTo>
                <a:cubicBezTo>
                  <a:pt x="2636814" y="1526571"/>
                  <a:pt x="2637386" y="1529619"/>
                  <a:pt x="2635576" y="1531143"/>
                </a:cubicBezTo>
                <a:cubicBezTo>
                  <a:pt x="2633767" y="1532667"/>
                  <a:pt x="2633100" y="1535525"/>
                  <a:pt x="2635005" y="1538668"/>
                </a:cubicBezTo>
                <a:cubicBezTo>
                  <a:pt x="2636434" y="1541049"/>
                  <a:pt x="2635481" y="1542192"/>
                  <a:pt x="2634147" y="1542764"/>
                </a:cubicBezTo>
                <a:cubicBezTo>
                  <a:pt x="2632624" y="1543430"/>
                  <a:pt x="2630623" y="1543049"/>
                  <a:pt x="2631100" y="1539906"/>
                </a:cubicBezTo>
                <a:cubicBezTo>
                  <a:pt x="2631957" y="1533905"/>
                  <a:pt x="2620146" y="1544573"/>
                  <a:pt x="2625385" y="1544097"/>
                </a:cubicBezTo>
                <a:cubicBezTo>
                  <a:pt x="2629004" y="1543811"/>
                  <a:pt x="2629290" y="1547431"/>
                  <a:pt x="2626242" y="1547431"/>
                </a:cubicBezTo>
                <a:cubicBezTo>
                  <a:pt x="2623670" y="1547431"/>
                  <a:pt x="2622908" y="1547717"/>
                  <a:pt x="2622337" y="1545621"/>
                </a:cubicBezTo>
                <a:cubicBezTo>
                  <a:pt x="2621765" y="1543526"/>
                  <a:pt x="2618145" y="1544097"/>
                  <a:pt x="2619384" y="1546193"/>
                </a:cubicBezTo>
                <a:cubicBezTo>
                  <a:pt x="2620622" y="1548288"/>
                  <a:pt x="2620241" y="1548860"/>
                  <a:pt x="2619098" y="1549145"/>
                </a:cubicBezTo>
                <a:cubicBezTo>
                  <a:pt x="2617860" y="1549431"/>
                  <a:pt x="2617860" y="1551812"/>
                  <a:pt x="2621194" y="1552479"/>
                </a:cubicBezTo>
                <a:cubicBezTo>
                  <a:pt x="2624527" y="1553051"/>
                  <a:pt x="2621479" y="1556670"/>
                  <a:pt x="2617574" y="1554860"/>
                </a:cubicBezTo>
                <a:cubicBezTo>
                  <a:pt x="2613669" y="1553051"/>
                  <a:pt x="2613954" y="1555718"/>
                  <a:pt x="2613954" y="1556670"/>
                </a:cubicBezTo>
                <a:cubicBezTo>
                  <a:pt x="2613954" y="1557527"/>
                  <a:pt x="2618431" y="1556670"/>
                  <a:pt x="2617288" y="1560004"/>
                </a:cubicBezTo>
                <a:cubicBezTo>
                  <a:pt x="2616050" y="1563338"/>
                  <a:pt x="2612526" y="1562385"/>
                  <a:pt x="2613097" y="1561242"/>
                </a:cubicBezTo>
                <a:cubicBezTo>
                  <a:pt x="2613669" y="1560004"/>
                  <a:pt x="2606716" y="1558861"/>
                  <a:pt x="2605477" y="1563338"/>
                </a:cubicBezTo>
                <a:cubicBezTo>
                  <a:pt x="2604620" y="1566576"/>
                  <a:pt x="2604620" y="1568767"/>
                  <a:pt x="2599858" y="1572101"/>
                </a:cubicBezTo>
                <a:cubicBezTo>
                  <a:pt x="2599477" y="1572386"/>
                  <a:pt x="2595095" y="1575815"/>
                  <a:pt x="2593095" y="1575815"/>
                </a:cubicBezTo>
                <a:cubicBezTo>
                  <a:pt x="2591095" y="1576768"/>
                  <a:pt x="2590523" y="1577149"/>
                  <a:pt x="2588999" y="1580482"/>
                </a:cubicBezTo>
                <a:cubicBezTo>
                  <a:pt x="2587475" y="1583816"/>
                  <a:pt x="2581188" y="1586483"/>
                  <a:pt x="2580045" y="1584673"/>
                </a:cubicBezTo>
                <a:cubicBezTo>
                  <a:pt x="2578807" y="1582864"/>
                  <a:pt x="2577093" y="1583435"/>
                  <a:pt x="2575854" y="1584959"/>
                </a:cubicBezTo>
                <a:cubicBezTo>
                  <a:pt x="2576997" y="1584959"/>
                  <a:pt x="2574902" y="1588007"/>
                  <a:pt x="2573854" y="1589912"/>
                </a:cubicBezTo>
                <a:cubicBezTo>
                  <a:pt x="2575664" y="1589341"/>
                  <a:pt x="2575569" y="1593341"/>
                  <a:pt x="2571663" y="1593055"/>
                </a:cubicBezTo>
                <a:cubicBezTo>
                  <a:pt x="2569854" y="1592960"/>
                  <a:pt x="2567472" y="1596675"/>
                  <a:pt x="2567472" y="1598485"/>
                </a:cubicBezTo>
                <a:cubicBezTo>
                  <a:pt x="2567472" y="1600294"/>
                  <a:pt x="2566615" y="1601438"/>
                  <a:pt x="2563281" y="1600866"/>
                </a:cubicBezTo>
                <a:cubicBezTo>
                  <a:pt x="2559948" y="1600294"/>
                  <a:pt x="2558233" y="1605724"/>
                  <a:pt x="2556043" y="1603533"/>
                </a:cubicBezTo>
                <a:cubicBezTo>
                  <a:pt x="2552709" y="1600199"/>
                  <a:pt x="2555471" y="1606867"/>
                  <a:pt x="2550613" y="1605914"/>
                </a:cubicBezTo>
                <a:cubicBezTo>
                  <a:pt x="2547661" y="1605343"/>
                  <a:pt x="2545565" y="1605057"/>
                  <a:pt x="2545184" y="1603247"/>
                </a:cubicBezTo>
                <a:cubicBezTo>
                  <a:pt x="2544898" y="1601438"/>
                  <a:pt x="2543374" y="1602009"/>
                  <a:pt x="2542803" y="1603533"/>
                </a:cubicBezTo>
                <a:cubicBezTo>
                  <a:pt x="2542231" y="1605057"/>
                  <a:pt x="2539469" y="1604105"/>
                  <a:pt x="2539469" y="1604105"/>
                </a:cubicBezTo>
                <a:cubicBezTo>
                  <a:pt x="2539469" y="1604105"/>
                  <a:pt x="2537659" y="1605914"/>
                  <a:pt x="2536802" y="1607438"/>
                </a:cubicBezTo>
                <a:cubicBezTo>
                  <a:pt x="2535945" y="1608962"/>
                  <a:pt x="2533754" y="1606581"/>
                  <a:pt x="2535278" y="1604771"/>
                </a:cubicBezTo>
                <a:cubicBezTo>
                  <a:pt x="2536802" y="1602961"/>
                  <a:pt x="2536135" y="1599342"/>
                  <a:pt x="2530801" y="1604771"/>
                </a:cubicBezTo>
                <a:cubicBezTo>
                  <a:pt x="2528801" y="1606772"/>
                  <a:pt x="2537754" y="1609057"/>
                  <a:pt x="2530230" y="1609819"/>
                </a:cubicBezTo>
                <a:cubicBezTo>
                  <a:pt x="2527563" y="1610105"/>
                  <a:pt x="2527849" y="1615249"/>
                  <a:pt x="2526325" y="1617344"/>
                </a:cubicBezTo>
                <a:cubicBezTo>
                  <a:pt x="2524801" y="1619440"/>
                  <a:pt x="2522991" y="1623917"/>
                  <a:pt x="2518228" y="1620011"/>
                </a:cubicBezTo>
                <a:cubicBezTo>
                  <a:pt x="2513466" y="1616106"/>
                  <a:pt x="2514609" y="1616677"/>
                  <a:pt x="2510703" y="1618773"/>
                </a:cubicBezTo>
                <a:cubicBezTo>
                  <a:pt x="2506798" y="1620868"/>
                  <a:pt x="2504131" y="1621440"/>
                  <a:pt x="2502893" y="1618201"/>
                </a:cubicBezTo>
                <a:cubicBezTo>
                  <a:pt x="2501655" y="1614868"/>
                  <a:pt x="2501369" y="1614868"/>
                  <a:pt x="2499559" y="1616392"/>
                </a:cubicBezTo>
                <a:cubicBezTo>
                  <a:pt x="2497750" y="1617916"/>
                  <a:pt x="2496606" y="1619344"/>
                  <a:pt x="2498035" y="1621154"/>
                </a:cubicBezTo>
                <a:cubicBezTo>
                  <a:pt x="2499559" y="1622964"/>
                  <a:pt x="2498035" y="1625345"/>
                  <a:pt x="2494702" y="1625917"/>
                </a:cubicBezTo>
                <a:cubicBezTo>
                  <a:pt x="2491368" y="1626488"/>
                  <a:pt x="2489272" y="1624774"/>
                  <a:pt x="2489272" y="1624774"/>
                </a:cubicBezTo>
                <a:cubicBezTo>
                  <a:pt x="2488701" y="1623250"/>
                  <a:pt x="2487462" y="1624107"/>
                  <a:pt x="2486605" y="1625345"/>
                </a:cubicBezTo>
                <a:cubicBezTo>
                  <a:pt x="2485748" y="1626584"/>
                  <a:pt x="2480890" y="1626584"/>
                  <a:pt x="2478509" y="1624488"/>
                </a:cubicBezTo>
                <a:cubicBezTo>
                  <a:pt x="2476128" y="1622393"/>
                  <a:pt x="2474032" y="1623917"/>
                  <a:pt x="2474604" y="1625345"/>
                </a:cubicBezTo>
                <a:cubicBezTo>
                  <a:pt x="2475175" y="1626869"/>
                  <a:pt x="2470318" y="1629917"/>
                  <a:pt x="2467555" y="1628965"/>
                </a:cubicBezTo>
                <a:cubicBezTo>
                  <a:pt x="2467555" y="1628965"/>
                  <a:pt x="2463555" y="1627726"/>
                  <a:pt x="2461459" y="1629536"/>
                </a:cubicBezTo>
                <a:cubicBezTo>
                  <a:pt x="2459364" y="1631346"/>
                  <a:pt x="2458506" y="1632203"/>
                  <a:pt x="2456697" y="1632870"/>
                </a:cubicBezTo>
                <a:cubicBezTo>
                  <a:pt x="2454887" y="1633442"/>
                  <a:pt x="2454030" y="1634680"/>
                  <a:pt x="2451268" y="1636204"/>
                </a:cubicBezTo>
                <a:cubicBezTo>
                  <a:pt x="2448601" y="1637728"/>
                  <a:pt x="2443743" y="1638871"/>
                  <a:pt x="2442600" y="1641633"/>
                </a:cubicBezTo>
                <a:cubicBezTo>
                  <a:pt x="2441362" y="1644300"/>
                  <a:pt x="2441743" y="1646681"/>
                  <a:pt x="2443457" y="1647919"/>
                </a:cubicBezTo>
                <a:cubicBezTo>
                  <a:pt x="2445267" y="1649158"/>
                  <a:pt x="2444981" y="1650872"/>
                  <a:pt x="2443457" y="1651253"/>
                </a:cubicBezTo>
                <a:cubicBezTo>
                  <a:pt x="2441933" y="1651539"/>
                  <a:pt x="2442600" y="1653063"/>
                  <a:pt x="2444314" y="1653635"/>
                </a:cubicBezTo>
                <a:cubicBezTo>
                  <a:pt x="2446124" y="1654206"/>
                  <a:pt x="2446695" y="1656968"/>
                  <a:pt x="2445171" y="1659064"/>
                </a:cubicBezTo>
                <a:cubicBezTo>
                  <a:pt x="2443647" y="1661159"/>
                  <a:pt x="2440409" y="1661731"/>
                  <a:pt x="2437075" y="1661445"/>
                </a:cubicBezTo>
                <a:cubicBezTo>
                  <a:pt x="2433741" y="1661159"/>
                  <a:pt x="2433456" y="1659350"/>
                  <a:pt x="2434694" y="1658492"/>
                </a:cubicBezTo>
                <a:cubicBezTo>
                  <a:pt x="2435932" y="1657635"/>
                  <a:pt x="2434694" y="1654587"/>
                  <a:pt x="2432599" y="1650682"/>
                </a:cubicBezTo>
                <a:cubicBezTo>
                  <a:pt x="2430503" y="1646776"/>
                  <a:pt x="2429646" y="1643824"/>
                  <a:pt x="2431360" y="1641347"/>
                </a:cubicBezTo>
                <a:cubicBezTo>
                  <a:pt x="2433170" y="1638966"/>
                  <a:pt x="2433456" y="1634775"/>
                  <a:pt x="2436504" y="1633251"/>
                </a:cubicBezTo>
                <a:cubicBezTo>
                  <a:pt x="2439456" y="1631727"/>
                  <a:pt x="2440123" y="1630298"/>
                  <a:pt x="2437361" y="1630298"/>
                </a:cubicBezTo>
                <a:cubicBezTo>
                  <a:pt x="2434599" y="1630298"/>
                  <a:pt x="2434980" y="1629441"/>
                  <a:pt x="2434694" y="1627917"/>
                </a:cubicBezTo>
                <a:cubicBezTo>
                  <a:pt x="2434408" y="1626393"/>
                  <a:pt x="2433456" y="1627346"/>
                  <a:pt x="2432027" y="1628774"/>
                </a:cubicBezTo>
                <a:cubicBezTo>
                  <a:pt x="2430503" y="1630298"/>
                  <a:pt x="2428408" y="1631822"/>
                  <a:pt x="2426312" y="1631822"/>
                </a:cubicBezTo>
                <a:cubicBezTo>
                  <a:pt x="2424216" y="1631822"/>
                  <a:pt x="2423931" y="1632680"/>
                  <a:pt x="2423931" y="1630584"/>
                </a:cubicBezTo>
                <a:cubicBezTo>
                  <a:pt x="2423931" y="1628489"/>
                  <a:pt x="2422407" y="1627917"/>
                  <a:pt x="2420311" y="1627631"/>
                </a:cubicBezTo>
                <a:cubicBezTo>
                  <a:pt x="2418216" y="1627346"/>
                  <a:pt x="2415168" y="1628489"/>
                  <a:pt x="2415168" y="1625822"/>
                </a:cubicBezTo>
                <a:cubicBezTo>
                  <a:pt x="2415168" y="1623155"/>
                  <a:pt x="2413929" y="1621916"/>
                  <a:pt x="2413358" y="1624297"/>
                </a:cubicBezTo>
                <a:cubicBezTo>
                  <a:pt x="2412787" y="1626679"/>
                  <a:pt x="2411834" y="1628203"/>
                  <a:pt x="2410024" y="1627250"/>
                </a:cubicBezTo>
                <a:lnTo>
                  <a:pt x="2403478" y="1628647"/>
                </a:lnTo>
                <a:lnTo>
                  <a:pt x="2403929" y="1629155"/>
                </a:lnTo>
                <a:cubicBezTo>
                  <a:pt x="2402119" y="1631251"/>
                  <a:pt x="2401547" y="1630679"/>
                  <a:pt x="2399166" y="1630679"/>
                </a:cubicBezTo>
                <a:cubicBezTo>
                  <a:pt x="2396785" y="1630679"/>
                  <a:pt x="2392022" y="1632489"/>
                  <a:pt x="2390212" y="1634013"/>
                </a:cubicBezTo>
                <a:cubicBezTo>
                  <a:pt x="2388403" y="1635537"/>
                  <a:pt x="2388403" y="1640014"/>
                  <a:pt x="2384497" y="1641824"/>
                </a:cubicBezTo>
                <a:cubicBezTo>
                  <a:pt x="2380592" y="1643633"/>
                  <a:pt x="2373639" y="1643348"/>
                  <a:pt x="2372782" y="1645157"/>
                </a:cubicBezTo>
                <a:cubicBezTo>
                  <a:pt x="2371924" y="1646967"/>
                  <a:pt x="2372210" y="1652015"/>
                  <a:pt x="2371924" y="1653825"/>
                </a:cubicBezTo>
                <a:cubicBezTo>
                  <a:pt x="2371639" y="1655635"/>
                  <a:pt x="2371067" y="1657730"/>
                  <a:pt x="2368972" y="1658016"/>
                </a:cubicBezTo>
                <a:cubicBezTo>
                  <a:pt x="2366876" y="1658302"/>
                  <a:pt x="2366209" y="1659826"/>
                  <a:pt x="2365638" y="1661921"/>
                </a:cubicBezTo>
                <a:cubicBezTo>
                  <a:pt x="2365066" y="1664017"/>
                  <a:pt x="2365924" y="1664874"/>
                  <a:pt x="2361447" y="1666684"/>
                </a:cubicBezTo>
                <a:cubicBezTo>
                  <a:pt x="2356970" y="1668494"/>
                  <a:pt x="2351922" y="1674495"/>
                  <a:pt x="2350684" y="1680209"/>
                </a:cubicBezTo>
                <a:cubicBezTo>
                  <a:pt x="2349445" y="1685924"/>
                  <a:pt x="2349160" y="1689734"/>
                  <a:pt x="2348874" y="1690973"/>
                </a:cubicBezTo>
                <a:cubicBezTo>
                  <a:pt x="2348588" y="1692116"/>
                  <a:pt x="2349160" y="1693354"/>
                  <a:pt x="2350684" y="1693640"/>
                </a:cubicBezTo>
                <a:cubicBezTo>
                  <a:pt x="2352208" y="1694021"/>
                  <a:pt x="2352493" y="1696116"/>
                  <a:pt x="2352493" y="1698783"/>
                </a:cubicBezTo>
                <a:cubicBezTo>
                  <a:pt x="2352493" y="1701450"/>
                  <a:pt x="2353065" y="1706594"/>
                  <a:pt x="2356399" y="1707451"/>
                </a:cubicBezTo>
                <a:cubicBezTo>
                  <a:pt x="2359637" y="1708308"/>
                  <a:pt x="2360875" y="1709546"/>
                  <a:pt x="2359351" y="1710404"/>
                </a:cubicBezTo>
                <a:cubicBezTo>
                  <a:pt x="2357827" y="1711356"/>
                  <a:pt x="2359637" y="1717643"/>
                  <a:pt x="2362304" y="1720310"/>
                </a:cubicBezTo>
                <a:cubicBezTo>
                  <a:pt x="2364971" y="1723072"/>
                  <a:pt x="2368876" y="1728692"/>
                  <a:pt x="2372782" y="1729930"/>
                </a:cubicBezTo>
                <a:cubicBezTo>
                  <a:pt x="2376687" y="1731168"/>
                  <a:pt x="2376116" y="1733264"/>
                  <a:pt x="2376116" y="1735931"/>
                </a:cubicBezTo>
                <a:cubicBezTo>
                  <a:pt x="2376116" y="1738598"/>
                  <a:pt x="2377258" y="1740122"/>
                  <a:pt x="2378497" y="1742503"/>
                </a:cubicBezTo>
                <a:cubicBezTo>
                  <a:pt x="2379735" y="1744979"/>
                  <a:pt x="2381830" y="1753647"/>
                  <a:pt x="2384497" y="1751837"/>
                </a:cubicBezTo>
                <a:cubicBezTo>
                  <a:pt x="2387260" y="1750123"/>
                  <a:pt x="2388117" y="1751552"/>
                  <a:pt x="2389927" y="1753076"/>
                </a:cubicBezTo>
                <a:cubicBezTo>
                  <a:pt x="2391737" y="1754600"/>
                  <a:pt x="2394689" y="1755838"/>
                  <a:pt x="2394404" y="1758505"/>
                </a:cubicBezTo>
                <a:cubicBezTo>
                  <a:pt x="2394118" y="1761172"/>
                  <a:pt x="2394689" y="1760600"/>
                  <a:pt x="2396213" y="1761458"/>
                </a:cubicBezTo>
                <a:cubicBezTo>
                  <a:pt x="2397737" y="1762315"/>
                  <a:pt x="2399261" y="1771649"/>
                  <a:pt x="2401357" y="1773745"/>
                </a:cubicBezTo>
                <a:cubicBezTo>
                  <a:pt x="2403452" y="1775840"/>
                  <a:pt x="2403738" y="1776698"/>
                  <a:pt x="2403166" y="1778507"/>
                </a:cubicBezTo>
                <a:cubicBezTo>
                  <a:pt x="2402595" y="1780317"/>
                  <a:pt x="2403452" y="1783556"/>
                  <a:pt x="2404976" y="1784794"/>
                </a:cubicBezTo>
                <a:cubicBezTo>
                  <a:pt x="2406500" y="1785937"/>
                  <a:pt x="2407738" y="1788032"/>
                  <a:pt x="2406500" y="1789842"/>
                </a:cubicBezTo>
                <a:cubicBezTo>
                  <a:pt x="2405262" y="1791652"/>
                  <a:pt x="2405929" y="1796700"/>
                  <a:pt x="2406500" y="1798224"/>
                </a:cubicBezTo>
                <a:cubicBezTo>
                  <a:pt x="2407072" y="1799748"/>
                  <a:pt x="2410024" y="1806320"/>
                  <a:pt x="2409167" y="1808130"/>
                </a:cubicBezTo>
                <a:cubicBezTo>
                  <a:pt x="2408215" y="1809845"/>
                  <a:pt x="2408881" y="1811369"/>
                  <a:pt x="2409453" y="1813178"/>
                </a:cubicBezTo>
                <a:cubicBezTo>
                  <a:pt x="2410024" y="1814988"/>
                  <a:pt x="2409739" y="1817655"/>
                  <a:pt x="2407643" y="1817655"/>
                </a:cubicBezTo>
                <a:cubicBezTo>
                  <a:pt x="2405548" y="1817655"/>
                  <a:pt x="2405262" y="1819465"/>
                  <a:pt x="2407072" y="1820989"/>
                </a:cubicBezTo>
                <a:cubicBezTo>
                  <a:pt x="2408881" y="1822513"/>
                  <a:pt x="2408310" y="1824037"/>
                  <a:pt x="2408310" y="1826132"/>
                </a:cubicBezTo>
                <a:cubicBezTo>
                  <a:pt x="2408310" y="1828228"/>
                  <a:pt x="2408691" y="1829657"/>
                  <a:pt x="2409548" y="1830895"/>
                </a:cubicBezTo>
                <a:cubicBezTo>
                  <a:pt x="2410501" y="1832038"/>
                  <a:pt x="2410787" y="1835086"/>
                  <a:pt x="2409262" y="1835372"/>
                </a:cubicBezTo>
                <a:cubicBezTo>
                  <a:pt x="2407738" y="1835657"/>
                  <a:pt x="2406500" y="1836800"/>
                  <a:pt x="2407738" y="1838324"/>
                </a:cubicBezTo>
                <a:cubicBezTo>
                  <a:pt x="2408977" y="1839849"/>
                  <a:pt x="2407738" y="1840801"/>
                  <a:pt x="2405929" y="1839563"/>
                </a:cubicBezTo>
                <a:cubicBezTo>
                  <a:pt x="2404119" y="1838324"/>
                  <a:pt x="2403833" y="1840991"/>
                  <a:pt x="2404119" y="1842515"/>
                </a:cubicBezTo>
                <a:cubicBezTo>
                  <a:pt x="2404405" y="1843944"/>
                  <a:pt x="2404786" y="1847849"/>
                  <a:pt x="2403547" y="1847278"/>
                </a:cubicBezTo>
                <a:cubicBezTo>
                  <a:pt x="2402309" y="1846707"/>
                  <a:pt x="2402595" y="1849659"/>
                  <a:pt x="2403833" y="1851469"/>
                </a:cubicBezTo>
                <a:cubicBezTo>
                  <a:pt x="2405071" y="1853183"/>
                  <a:pt x="2405071" y="1854707"/>
                  <a:pt x="2403262" y="1854422"/>
                </a:cubicBezTo>
                <a:cubicBezTo>
                  <a:pt x="2401452" y="1854136"/>
                  <a:pt x="2401738" y="1857470"/>
                  <a:pt x="2402976" y="1858327"/>
                </a:cubicBezTo>
                <a:cubicBezTo>
                  <a:pt x="2404214" y="1859279"/>
                  <a:pt x="2406024" y="1860137"/>
                  <a:pt x="2404214" y="1861661"/>
                </a:cubicBezTo>
                <a:cubicBezTo>
                  <a:pt x="2402404" y="1863185"/>
                  <a:pt x="2402690" y="1863185"/>
                  <a:pt x="2400595" y="1862899"/>
                </a:cubicBezTo>
                <a:cubicBezTo>
                  <a:pt x="2398499" y="1862613"/>
                  <a:pt x="2399071" y="1864995"/>
                  <a:pt x="2399071" y="1867090"/>
                </a:cubicBezTo>
                <a:cubicBezTo>
                  <a:pt x="2399071" y="1869186"/>
                  <a:pt x="2399356" y="1872710"/>
                  <a:pt x="2396404" y="1873948"/>
                </a:cubicBezTo>
                <a:cubicBezTo>
                  <a:pt x="2393451" y="1875186"/>
                  <a:pt x="2386783" y="1876996"/>
                  <a:pt x="2383831" y="1879949"/>
                </a:cubicBezTo>
                <a:cubicBezTo>
                  <a:pt x="2380783" y="1882901"/>
                  <a:pt x="2378687" y="1884711"/>
                  <a:pt x="2376306" y="1884425"/>
                </a:cubicBezTo>
                <a:cubicBezTo>
                  <a:pt x="2373925" y="1884140"/>
                  <a:pt x="2372115" y="1886235"/>
                  <a:pt x="2370591" y="1887759"/>
                </a:cubicBezTo>
                <a:cubicBezTo>
                  <a:pt x="2369067" y="1889283"/>
                  <a:pt x="2364590" y="1893474"/>
                  <a:pt x="2360971" y="1891379"/>
                </a:cubicBezTo>
                <a:cubicBezTo>
                  <a:pt x="2357351" y="1889283"/>
                  <a:pt x="2355256" y="1889664"/>
                  <a:pt x="2353732" y="1888426"/>
                </a:cubicBezTo>
                <a:cubicBezTo>
                  <a:pt x="2352208" y="1887283"/>
                  <a:pt x="2350493" y="1888426"/>
                  <a:pt x="2351350" y="1889950"/>
                </a:cubicBezTo>
                <a:cubicBezTo>
                  <a:pt x="2352303" y="1891379"/>
                  <a:pt x="2351065" y="1892903"/>
                  <a:pt x="2348398" y="1892903"/>
                </a:cubicBezTo>
                <a:cubicBezTo>
                  <a:pt x="2345731" y="1892903"/>
                  <a:pt x="2344492" y="1894712"/>
                  <a:pt x="2347826" y="1896237"/>
                </a:cubicBezTo>
                <a:cubicBezTo>
                  <a:pt x="2351160" y="1897761"/>
                  <a:pt x="2353541" y="1899856"/>
                  <a:pt x="2352017" y="1900428"/>
                </a:cubicBezTo>
                <a:cubicBezTo>
                  <a:pt x="2350493" y="1900999"/>
                  <a:pt x="2345731" y="1911191"/>
                  <a:pt x="2343349" y="1909381"/>
                </a:cubicBezTo>
                <a:cubicBezTo>
                  <a:pt x="2340968" y="1907571"/>
                  <a:pt x="2340968" y="1909953"/>
                  <a:pt x="2340683" y="1911476"/>
                </a:cubicBezTo>
                <a:cubicBezTo>
                  <a:pt x="2340397" y="1912905"/>
                  <a:pt x="2339825" y="1915001"/>
                  <a:pt x="2335634" y="1916239"/>
                </a:cubicBezTo>
                <a:cubicBezTo>
                  <a:pt x="2331443" y="1917477"/>
                  <a:pt x="2325728" y="1920430"/>
                  <a:pt x="2323061" y="1924621"/>
                </a:cubicBezTo>
                <a:cubicBezTo>
                  <a:pt x="2320394" y="1928812"/>
                  <a:pt x="2317060" y="1931479"/>
                  <a:pt x="2314393" y="1931479"/>
                </a:cubicBezTo>
                <a:cubicBezTo>
                  <a:pt x="2311631" y="1931479"/>
                  <a:pt x="2309536" y="1930907"/>
                  <a:pt x="2313155" y="1929098"/>
                </a:cubicBezTo>
                <a:cubicBezTo>
                  <a:pt x="2316775" y="1927383"/>
                  <a:pt x="2315537" y="1927002"/>
                  <a:pt x="2313155" y="1926145"/>
                </a:cubicBezTo>
                <a:cubicBezTo>
                  <a:pt x="2310774" y="1925288"/>
                  <a:pt x="2311726" y="1923764"/>
                  <a:pt x="2312298" y="1921954"/>
                </a:cubicBezTo>
                <a:cubicBezTo>
                  <a:pt x="2312870" y="1920144"/>
                  <a:pt x="2313155" y="1917191"/>
                  <a:pt x="2313155" y="1913858"/>
                </a:cubicBezTo>
                <a:cubicBezTo>
                  <a:pt x="2313155" y="1910524"/>
                  <a:pt x="2314584" y="1906047"/>
                  <a:pt x="2316108" y="1903952"/>
                </a:cubicBezTo>
                <a:cubicBezTo>
                  <a:pt x="2317632" y="1901856"/>
                  <a:pt x="2320585" y="1895570"/>
                  <a:pt x="2317918" y="1894332"/>
                </a:cubicBezTo>
                <a:cubicBezTo>
                  <a:pt x="2315251" y="1893093"/>
                  <a:pt x="2314584" y="1893379"/>
                  <a:pt x="2312203" y="1894617"/>
                </a:cubicBezTo>
                <a:cubicBezTo>
                  <a:pt x="2309726" y="1895760"/>
                  <a:pt x="2308869" y="1895189"/>
                  <a:pt x="2308869" y="1893093"/>
                </a:cubicBezTo>
                <a:cubicBezTo>
                  <a:pt x="2308869" y="1892045"/>
                  <a:pt x="2307345" y="1889759"/>
                  <a:pt x="2305440" y="1887569"/>
                </a:cubicBezTo>
                <a:lnTo>
                  <a:pt x="2305527" y="1887479"/>
                </a:lnTo>
                <a:lnTo>
                  <a:pt x="2299819" y="1882521"/>
                </a:lnTo>
                <a:cubicBezTo>
                  <a:pt x="2297152" y="1881664"/>
                  <a:pt x="2292676" y="1879854"/>
                  <a:pt x="2294390" y="1877758"/>
                </a:cubicBezTo>
                <a:cubicBezTo>
                  <a:pt x="2296200" y="1875663"/>
                  <a:pt x="2295247" y="1873282"/>
                  <a:pt x="2294105" y="1872043"/>
                </a:cubicBezTo>
                <a:cubicBezTo>
                  <a:pt x="2292866" y="1870805"/>
                  <a:pt x="2291152" y="1870519"/>
                  <a:pt x="2289913" y="1873853"/>
                </a:cubicBezTo>
                <a:cubicBezTo>
                  <a:pt x="2288675" y="1877187"/>
                  <a:pt x="2287246" y="1878044"/>
                  <a:pt x="2285437" y="1877758"/>
                </a:cubicBezTo>
                <a:cubicBezTo>
                  <a:pt x="2283627" y="1877473"/>
                  <a:pt x="2283627" y="1875949"/>
                  <a:pt x="2283627" y="1873282"/>
                </a:cubicBezTo>
                <a:cubicBezTo>
                  <a:pt x="2283627" y="1870615"/>
                  <a:pt x="2283913" y="1868519"/>
                  <a:pt x="2282103" y="1866995"/>
                </a:cubicBezTo>
                <a:cubicBezTo>
                  <a:pt x="2280293" y="1865471"/>
                  <a:pt x="2281531" y="1863376"/>
                  <a:pt x="2280007" y="1859851"/>
                </a:cubicBezTo>
                <a:lnTo>
                  <a:pt x="2279893" y="1858913"/>
                </a:lnTo>
                <a:lnTo>
                  <a:pt x="2279722" y="1859470"/>
                </a:lnTo>
                <a:cubicBezTo>
                  <a:pt x="2278293" y="1855850"/>
                  <a:pt x="2277055" y="1852231"/>
                  <a:pt x="2277055" y="1849278"/>
                </a:cubicBezTo>
                <a:cubicBezTo>
                  <a:pt x="2277055" y="1846325"/>
                  <a:pt x="2274388" y="1845087"/>
                  <a:pt x="2274102" y="1847182"/>
                </a:cubicBezTo>
                <a:cubicBezTo>
                  <a:pt x="2273817" y="1849278"/>
                  <a:pt x="2271721" y="1849278"/>
                  <a:pt x="2270483" y="1846896"/>
                </a:cubicBezTo>
                <a:cubicBezTo>
                  <a:pt x="2269340" y="1844515"/>
                  <a:pt x="2270483" y="1840610"/>
                  <a:pt x="2267816" y="1838800"/>
                </a:cubicBezTo>
                <a:cubicBezTo>
                  <a:pt x="2265149" y="1836991"/>
                  <a:pt x="2261815" y="1837657"/>
                  <a:pt x="2261244" y="1836133"/>
                </a:cubicBezTo>
                <a:cubicBezTo>
                  <a:pt x="2260672" y="1834609"/>
                  <a:pt x="2258577" y="1832514"/>
                  <a:pt x="2256767" y="1834324"/>
                </a:cubicBezTo>
                <a:cubicBezTo>
                  <a:pt x="2254957" y="1836133"/>
                  <a:pt x="2253814" y="1835181"/>
                  <a:pt x="2252290" y="1834324"/>
                </a:cubicBezTo>
                <a:cubicBezTo>
                  <a:pt x="2250766" y="1833371"/>
                  <a:pt x="2245718" y="1834609"/>
                  <a:pt x="2245718" y="1834609"/>
                </a:cubicBezTo>
                <a:cubicBezTo>
                  <a:pt x="2245718" y="1834609"/>
                  <a:pt x="2243337" y="1834895"/>
                  <a:pt x="2243051" y="1830133"/>
                </a:cubicBezTo>
                <a:cubicBezTo>
                  <a:pt x="2242765" y="1825370"/>
                  <a:pt x="2242194" y="1820227"/>
                  <a:pt x="2242765" y="1817845"/>
                </a:cubicBezTo>
                <a:cubicBezTo>
                  <a:pt x="2243337" y="1815464"/>
                  <a:pt x="2243337" y="1814321"/>
                  <a:pt x="2240955" y="1813083"/>
                </a:cubicBezTo>
                <a:cubicBezTo>
                  <a:pt x="2238479" y="1811845"/>
                  <a:pt x="2237907" y="1809463"/>
                  <a:pt x="2235526" y="1811273"/>
                </a:cubicBezTo>
                <a:cubicBezTo>
                  <a:pt x="2233145" y="1813083"/>
                  <a:pt x="2226001" y="1810416"/>
                  <a:pt x="2226573" y="1815178"/>
                </a:cubicBezTo>
                <a:cubicBezTo>
                  <a:pt x="2227144" y="1819941"/>
                  <a:pt x="2228668" y="1828037"/>
                  <a:pt x="2226858" y="1829561"/>
                </a:cubicBezTo>
                <a:cubicBezTo>
                  <a:pt x="2225049" y="1831085"/>
                  <a:pt x="2225334" y="1834609"/>
                  <a:pt x="2224477" y="1837943"/>
                </a:cubicBezTo>
                <a:cubicBezTo>
                  <a:pt x="2223525" y="1841277"/>
                  <a:pt x="2222667" y="1846611"/>
                  <a:pt x="2220572" y="1848135"/>
                </a:cubicBezTo>
                <a:cubicBezTo>
                  <a:pt x="2218476" y="1849659"/>
                  <a:pt x="2219429" y="1850897"/>
                  <a:pt x="2220000" y="1853278"/>
                </a:cubicBezTo>
                <a:cubicBezTo>
                  <a:pt x="2220572" y="1855660"/>
                  <a:pt x="2221429" y="1857183"/>
                  <a:pt x="2218762" y="1859850"/>
                </a:cubicBezTo>
                <a:cubicBezTo>
                  <a:pt x="2216095" y="1862613"/>
                  <a:pt x="2213333" y="1871281"/>
                  <a:pt x="2212761" y="1873376"/>
                </a:cubicBezTo>
                <a:cubicBezTo>
                  <a:pt x="2212190" y="1875471"/>
                  <a:pt x="2208570" y="1882139"/>
                  <a:pt x="2208285" y="1885092"/>
                </a:cubicBezTo>
                <a:cubicBezTo>
                  <a:pt x="2207999" y="1888140"/>
                  <a:pt x="2206570" y="1890807"/>
                  <a:pt x="2205332" y="1892331"/>
                </a:cubicBezTo>
                <a:cubicBezTo>
                  <a:pt x="2204094" y="1893760"/>
                  <a:pt x="2203808" y="1899760"/>
                  <a:pt x="2203808" y="1903094"/>
                </a:cubicBezTo>
                <a:cubicBezTo>
                  <a:pt x="2203808" y="1906428"/>
                  <a:pt x="2202951" y="1914143"/>
                  <a:pt x="2205618" y="1915381"/>
                </a:cubicBezTo>
                <a:cubicBezTo>
                  <a:pt x="2208380" y="1916620"/>
                  <a:pt x="2209809" y="1915953"/>
                  <a:pt x="2213142" y="1915381"/>
                </a:cubicBezTo>
                <a:cubicBezTo>
                  <a:pt x="2216381" y="1914810"/>
                  <a:pt x="2218762" y="1914810"/>
                  <a:pt x="2217905" y="1918715"/>
                </a:cubicBezTo>
                <a:cubicBezTo>
                  <a:pt x="2217048" y="1922620"/>
                  <a:pt x="2215809" y="1925668"/>
                  <a:pt x="2217905" y="1928335"/>
                </a:cubicBezTo>
                <a:cubicBezTo>
                  <a:pt x="2220000" y="1931002"/>
                  <a:pt x="2222382" y="1935479"/>
                  <a:pt x="2223620" y="1932526"/>
                </a:cubicBezTo>
                <a:cubicBezTo>
                  <a:pt x="2224858" y="1929478"/>
                  <a:pt x="2226287" y="1933098"/>
                  <a:pt x="2225715" y="1937289"/>
                </a:cubicBezTo>
                <a:cubicBezTo>
                  <a:pt x="2225049" y="1941575"/>
                  <a:pt x="2224763" y="1952624"/>
                  <a:pt x="2226287" y="1954720"/>
                </a:cubicBezTo>
                <a:cubicBezTo>
                  <a:pt x="2227716" y="1956720"/>
                  <a:pt x="2228954" y="1963102"/>
                  <a:pt x="2226858" y="1961863"/>
                </a:cubicBezTo>
                <a:cubicBezTo>
                  <a:pt x="2224763" y="1960625"/>
                  <a:pt x="2224191" y="1958529"/>
                  <a:pt x="2224191" y="1956720"/>
                </a:cubicBezTo>
                <a:cubicBezTo>
                  <a:pt x="2224191" y="1954910"/>
                  <a:pt x="2223620" y="1951005"/>
                  <a:pt x="2222382" y="1951576"/>
                </a:cubicBezTo>
                <a:cubicBezTo>
                  <a:pt x="2221143" y="1952243"/>
                  <a:pt x="2222667" y="1961482"/>
                  <a:pt x="2224763" y="1963006"/>
                </a:cubicBezTo>
                <a:cubicBezTo>
                  <a:pt x="2226858" y="1964530"/>
                  <a:pt x="2229621" y="1963673"/>
                  <a:pt x="2230192" y="1966340"/>
                </a:cubicBezTo>
                <a:cubicBezTo>
                  <a:pt x="2230764" y="1969007"/>
                  <a:pt x="2234097" y="1972627"/>
                  <a:pt x="2238288" y="1972341"/>
                </a:cubicBezTo>
                <a:cubicBezTo>
                  <a:pt x="2242479" y="1972055"/>
                  <a:pt x="2244860" y="1970912"/>
                  <a:pt x="2247242" y="1975675"/>
                </a:cubicBezTo>
                <a:cubicBezTo>
                  <a:pt x="2248433" y="1978056"/>
                  <a:pt x="2249838" y="1981271"/>
                  <a:pt x="2251136" y="1983926"/>
                </a:cubicBezTo>
                <a:lnTo>
                  <a:pt x="2254133" y="1988438"/>
                </a:lnTo>
                <a:lnTo>
                  <a:pt x="2254385" y="1988533"/>
                </a:lnTo>
                <a:cubicBezTo>
                  <a:pt x="2255909" y="1988819"/>
                  <a:pt x="2259815" y="1990343"/>
                  <a:pt x="2261910" y="1995391"/>
                </a:cubicBezTo>
                <a:cubicBezTo>
                  <a:pt x="2264006" y="2000440"/>
                  <a:pt x="2265720" y="2003487"/>
                  <a:pt x="2270864" y="2006440"/>
                </a:cubicBezTo>
                <a:cubicBezTo>
                  <a:pt x="2276007" y="2009488"/>
                  <a:pt x="2279627" y="2012727"/>
                  <a:pt x="2280484" y="2018156"/>
                </a:cubicBezTo>
                <a:cubicBezTo>
                  <a:pt x="2281437" y="2023490"/>
                  <a:pt x="2279912" y="2054161"/>
                  <a:pt x="2279912" y="2057685"/>
                </a:cubicBezTo>
                <a:cubicBezTo>
                  <a:pt x="2279912" y="2061209"/>
                  <a:pt x="2280484" y="2069972"/>
                  <a:pt x="2284104" y="2072925"/>
                </a:cubicBezTo>
                <a:cubicBezTo>
                  <a:pt x="2287723" y="2075973"/>
                  <a:pt x="2290390" y="2081307"/>
                  <a:pt x="2292485" y="2086450"/>
                </a:cubicBezTo>
                <a:cubicBezTo>
                  <a:pt x="2294581" y="2091499"/>
                  <a:pt x="2297534" y="2095975"/>
                  <a:pt x="2297534" y="2099595"/>
                </a:cubicBezTo>
                <a:cubicBezTo>
                  <a:pt x="2297534" y="2112454"/>
                  <a:pt x="2294581" y="2096833"/>
                  <a:pt x="2291247" y="2096547"/>
                </a:cubicBezTo>
                <a:cubicBezTo>
                  <a:pt x="2287913" y="2096261"/>
                  <a:pt x="2283437" y="2097213"/>
                  <a:pt x="2279817" y="2100166"/>
                </a:cubicBezTo>
                <a:cubicBezTo>
                  <a:pt x="2276198" y="2103214"/>
                  <a:pt x="2276769" y="2100166"/>
                  <a:pt x="2274102" y="2097785"/>
                </a:cubicBezTo>
                <a:cubicBezTo>
                  <a:pt x="2271435" y="2095404"/>
                  <a:pt x="2266863" y="2091784"/>
                  <a:pt x="2263910" y="2091213"/>
                </a:cubicBezTo>
                <a:cubicBezTo>
                  <a:pt x="2260958" y="2090546"/>
                  <a:pt x="2259434" y="2089403"/>
                  <a:pt x="2259434" y="2087879"/>
                </a:cubicBezTo>
                <a:cubicBezTo>
                  <a:pt x="2259434" y="2086355"/>
                  <a:pt x="2258481" y="2086355"/>
                  <a:pt x="2255529" y="2086355"/>
                </a:cubicBezTo>
                <a:cubicBezTo>
                  <a:pt x="2252576" y="2086355"/>
                  <a:pt x="2250480" y="2085498"/>
                  <a:pt x="2249242" y="2084260"/>
                </a:cubicBezTo>
                <a:cubicBezTo>
                  <a:pt x="2248004" y="2083116"/>
                  <a:pt x="2246575" y="2081021"/>
                  <a:pt x="2247146" y="2079211"/>
                </a:cubicBezTo>
                <a:cubicBezTo>
                  <a:pt x="2247718" y="2077402"/>
                  <a:pt x="2247432" y="2076163"/>
                  <a:pt x="2245051" y="2075592"/>
                </a:cubicBezTo>
                <a:cubicBezTo>
                  <a:pt x="2242670" y="2074925"/>
                  <a:pt x="2238193" y="2070448"/>
                  <a:pt x="2238764" y="2067781"/>
                </a:cubicBezTo>
                <a:cubicBezTo>
                  <a:pt x="2239336" y="2065114"/>
                  <a:pt x="2240193" y="2063019"/>
                  <a:pt x="2237526" y="2058542"/>
                </a:cubicBezTo>
                <a:cubicBezTo>
                  <a:pt x="2234859" y="2054065"/>
                  <a:pt x="2230383" y="2050446"/>
                  <a:pt x="2227049" y="2047493"/>
                </a:cubicBezTo>
                <a:cubicBezTo>
                  <a:pt x="2223715" y="2044445"/>
                  <a:pt x="2225525" y="2040254"/>
                  <a:pt x="2227334" y="2039683"/>
                </a:cubicBezTo>
                <a:cubicBezTo>
                  <a:pt x="2229144" y="2039111"/>
                  <a:pt x="2228287" y="2038254"/>
                  <a:pt x="2226477" y="2036730"/>
                </a:cubicBezTo>
                <a:cubicBezTo>
                  <a:pt x="2224667" y="2035206"/>
                  <a:pt x="2223810" y="2031396"/>
                  <a:pt x="2224382" y="2028062"/>
                </a:cubicBezTo>
                <a:cubicBezTo>
                  <a:pt x="2225049" y="2024824"/>
                  <a:pt x="2224382" y="2023300"/>
                  <a:pt x="2223525" y="2021490"/>
                </a:cubicBezTo>
                <a:cubicBezTo>
                  <a:pt x="2222667" y="2019775"/>
                  <a:pt x="2222286" y="2015203"/>
                  <a:pt x="2223525" y="2010441"/>
                </a:cubicBezTo>
                <a:cubicBezTo>
                  <a:pt x="2224763" y="2005678"/>
                  <a:pt x="2223239" y="2002916"/>
                  <a:pt x="2222667" y="1999963"/>
                </a:cubicBezTo>
                <a:cubicBezTo>
                  <a:pt x="2222096" y="1997011"/>
                  <a:pt x="2221524" y="1996725"/>
                  <a:pt x="2222382" y="1995201"/>
                </a:cubicBezTo>
                <a:cubicBezTo>
                  <a:pt x="2223239" y="1993772"/>
                  <a:pt x="2222953" y="1991962"/>
                  <a:pt x="2220572" y="1986247"/>
                </a:cubicBezTo>
                <a:lnTo>
                  <a:pt x="2218768" y="1977039"/>
                </a:lnTo>
                <a:lnTo>
                  <a:pt x="2208380" y="1969579"/>
                </a:lnTo>
                <a:cubicBezTo>
                  <a:pt x="2208666" y="1965673"/>
                  <a:pt x="2208380" y="1959101"/>
                  <a:pt x="2205046" y="1959101"/>
                </a:cubicBezTo>
                <a:cubicBezTo>
                  <a:pt x="2201712" y="1959101"/>
                  <a:pt x="2202951" y="1956720"/>
                  <a:pt x="2203236" y="1954624"/>
                </a:cubicBezTo>
                <a:cubicBezTo>
                  <a:pt x="2203617" y="1952529"/>
                  <a:pt x="2199045" y="1948624"/>
                  <a:pt x="2198474" y="1946528"/>
                </a:cubicBezTo>
                <a:cubicBezTo>
                  <a:pt x="2197807" y="1944433"/>
                  <a:pt x="2196664" y="1942623"/>
                  <a:pt x="2194854" y="1941099"/>
                </a:cubicBezTo>
                <a:cubicBezTo>
                  <a:pt x="2193045" y="1939575"/>
                  <a:pt x="2192187" y="1938717"/>
                  <a:pt x="2192473" y="1937194"/>
                </a:cubicBezTo>
                <a:cubicBezTo>
                  <a:pt x="2192759" y="1935670"/>
                  <a:pt x="2188854" y="1931764"/>
                  <a:pt x="2188854" y="1935384"/>
                </a:cubicBezTo>
                <a:cubicBezTo>
                  <a:pt x="2188854" y="1938908"/>
                  <a:pt x="2187901" y="1941289"/>
                  <a:pt x="2185234" y="1938337"/>
                </a:cubicBezTo>
                <a:cubicBezTo>
                  <a:pt x="2182567" y="1935384"/>
                  <a:pt x="2181900" y="1931479"/>
                  <a:pt x="2183424" y="1929954"/>
                </a:cubicBezTo>
                <a:cubicBezTo>
                  <a:pt x="2184948" y="1928526"/>
                  <a:pt x="2186472" y="1925192"/>
                  <a:pt x="2187044" y="1921001"/>
                </a:cubicBezTo>
                <a:cubicBezTo>
                  <a:pt x="2187615" y="1916810"/>
                  <a:pt x="2187615" y="1912905"/>
                  <a:pt x="2189139" y="1910238"/>
                </a:cubicBezTo>
                <a:cubicBezTo>
                  <a:pt x="2190663" y="1907571"/>
                  <a:pt x="2189139" y="1907285"/>
                  <a:pt x="2191521" y="1901856"/>
                </a:cubicBezTo>
                <a:cubicBezTo>
                  <a:pt x="2193902" y="1896522"/>
                  <a:pt x="2198379" y="1888997"/>
                  <a:pt x="2195997" y="1888711"/>
                </a:cubicBezTo>
                <a:cubicBezTo>
                  <a:pt x="2195902" y="1888711"/>
                  <a:pt x="2195807" y="1888711"/>
                  <a:pt x="2195712" y="1888711"/>
                </a:cubicBezTo>
                <a:lnTo>
                  <a:pt x="2195728" y="1888616"/>
                </a:lnTo>
                <a:lnTo>
                  <a:pt x="2193854" y="1890867"/>
                </a:lnTo>
                <a:cubicBezTo>
                  <a:pt x="2193425" y="1891974"/>
                  <a:pt x="2193044" y="1892998"/>
                  <a:pt x="2192187" y="1892712"/>
                </a:cubicBezTo>
                <a:cubicBezTo>
                  <a:pt x="2190377" y="1892140"/>
                  <a:pt x="2191615" y="1886997"/>
                  <a:pt x="2191901" y="1884330"/>
                </a:cubicBezTo>
                <a:cubicBezTo>
                  <a:pt x="2192187" y="1881663"/>
                  <a:pt x="2195806" y="1880425"/>
                  <a:pt x="2196092" y="1877472"/>
                </a:cubicBezTo>
                <a:cubicBezTo>
                  <a:pt x="2196378" y="1874519"/>
                  <a:pt x="2198188" y="1859756"/>
                  <a:pt x="2199997" y="1858898"/>
                </a:cubicBezTo>
                <a:cubicBezTo>
                  <a:pt x="2201807" y="1858041"/>
                  <a:pt x="2202379" y="1854136"/>
                  <a:pt x="2200855" y="1852040"/>
                </a:cubicBezTo>
                <a:cubicBezTo>
                  <a:pt x="2199331" y="1849945"/>
                  <a:pt x="2197902" y="1847278"/>
                  <a:pt x="2198759" y="1841848"/>
                </a:cubicBezTo>
                <a:cubicBezTo>
                  <a:pt x="2199616" y="1836419"/>
                  <a:pt x="2201426" y="1838896"/>
                  <a:pt x="2201140" y="1831943"/>
                </a:cubicBezTo>
                <a:cubicBezTo>
                  <a:pt x="2200855" y="1825085"/>
                  <a:pt x="2199902" y="1821751"/>
                  <a:pt x="2198759" y="1818131"/>
                </a:cubicBezTo>
                <a:cubicBezTo>
                  <a:pt x="2197521" y="1814512"/>
                  <a:pt x="2197235" y="1812131"/>
                  <a:pt x="2197521" y="1809464"/>
                </a:cubicBezTo>
                <a:cubicBezTo>
                  <a:pt x="2197807" y="1806797"/>
                  <a:pt x="2195997" y="1800796"/>
                  <a:pt x="2195425" y="1807368"/>
                </a:cubicBezTo>
                <a:cubicBezTo>
                  <a:pt x="2194854" y="1813940"/>
                  <a:pt x="2193044" y="1817560"/>
                  <a:pt x="2192759" y="1812416"/>
                </a:cubicBezTo>
                <a:cubicBezTo>
                  <a:pt x="2192473" y="1807368"/>
                  <a:pt x="2192473" y="1795652"/>
                  <a:pt x="2192187" y="1793557"/>
                </a:cubicBezTo>
                <a:cubicBezTo>
                  <a:pt x="2191901" y="1791461"/>
                  <a:pt x="2191330" y="1790604"/>
                  <a:pt x="2192473" y="1787842"/>
                </a:cubicBezTo>
                <a:cubicBezTo>
                  <a:pt x="2193711" y="1785175"/>
                  <a:pt x="2193044" y="1785175"/>
                  <a:pt x="2191901" y="1781841"/>
                </a:cubicBezTo>
                <a:cubicBezTo>
                  <a:pt x="2190663" y="1778507"/>
                  <a:pt x="2190663" y="1769840"/>
                  <a:pt x="2191330" y="1765648"/>
                </a:cubicBezTo>
                <a:cubicBezTo>
                  <a:pt x="2191901" y="1761457"/>
                  <a:pt x="2190758" y="1760219"/>
                  <a:pt x="2189234" y="1756695"/>
                </a:cubicBezTo>
                <a:cubicBezTo>
                  <a:pt x="2187710" y="1753076"/>
                  <a:pt x="2187996" y="1751266"/>
                  <a:pt x="2189806" y="1749456"/>
                </a:cubicBezTo>
                <a:cubicBezTo>
                  <a:pt x="2191615" y="1747646"/>
                  <a:pt x="2191330" y="1742312"/>
                  <a:pt x="2188567" y="1741931"/>
                </a:cubicBezTo>
                <a:cubicBezTo>
                  <a:pt x="2185900" y="1741646"/>
                  <a:pt x="2187043" y="1734406"/>
                  <a:pt x="2185234" y="1729073"/>
                </a:cubicBezTo>
                <a:cubicBezTo>
                  <a:pt x="2183424" y="1723643"/>
                  <a:pt x="2178947" y="1713832"/>
                  <a:pt x="2177423" y="1719452"/>
                </a:cubicBezTo>
                <a:cubicBezTo>
                  <a:pt x="2175899" y="1725167"/>
                  <a:pt x="2174470" y="1733264"/>
                  <a:pt x="2167803" y="1736216"/>
                </a:cubicBezTo>
                <a:cubicBezTo>
                  <a:pt x="2161231" y="1739169"/>
                  <a:pt x="2152182" y="1743455"/>
                  <a:pt x="2151896" y="1749361"/>
                </a:cubicBezTo>
                <a:cubicBezTo>
                  <a:pt x="2151610" y="1755361"/>
                  <a:pt x="2148943" y="1755647"/>
                  <a:pt x="2147991" y="1753838"/>
                </a:cubicBezTo>
                <a:cubicBezTo>
                  <a:pt x="2147134" y="1752028"/>
                  <a:pt x="2144657" y="1751456"/>
                  <a:pt x="2143514" y="1752314"/>
                </a:cubicBezTo>
                <a:cubicBezTo>
                  <a:pt x="2142276" y="1753171"/>
                  <a:pt x="2142657" y="1753552"/>
                  <a:pt x="2141704" y="1751075"/>
                </a:cubicBezTo>
                <a:cubicBezTo>
                  <a:pt x="2140847" y="1748694"/>
                  <a:pt x="2139609" y="1749837"/>
                  <a:pt x="2138371" y="1753171"/>
                </a:cubicBezTo>
                <a:cubicBezTo>
                  <a:pt x="2137132" y="1756505"/>
                  <a:pt x="2132941" y="1759172"/>
                  <a:pt x="2134751" y="1756123"/>
                </a:cubicBezTo>
                <a:cubicBezTo>
                  <a:pt x="2136561" y="1753171"/>
                  <a:pt x="2135323" y="1748313"/>
                  <a:pt x="2133513" y="1749551"/>
                </a:cubicBezTo>
                <a:cubicBezTo>
                  <a:pt x="2131703" y="1750790"/>
                  <a:pt x="2130560" y="1748027"/>
                  <a:pt x="2130560" y="1748027"/>
                </a:cubicBezTo>
                <a:cubicBezTo>
                  <a:pt x="2130560" y="1748027"/>
                  <a:pt x="2126941" y="1747742"/>
                  <a:pt x="2125417" y="1750980"/>
                </a:cubicBezTo>
                <a:cubicBezTo>
                  <a:pt x="2123893" y="1754314"/>
                  <a:pt x="2121797" y="1755171"/>
                  <a:pt x="2122464" y="1750980"/>
                </a:cubicBezTo>
                <a:cubicBezTo>
                  <a:pt x="2123035" y="1746789"/>
                  <a:pt x="2122464" y="1743169"/>
                  <a:pt x="2124559" y="1741646"/>
                </a:cubicBezTo>
                <a:cubicBezTo>
                  <a:pt x="2126655" y="1740122"/>
                  <a:pt x="2126941" y="1739550"/>
                  <a:pt x="2128179" y="1733835"/>
                </a:cubicBezTo>
                <a:cubicBezTo>
                  <a:pt x="2129417" y="1728120"/>
                  <a:pt x="2129703" y="1723643"/>
                  <a:pt x="2132941" y="1723072"/>
                </a:cubicBezTo>
                <a:cubicBezTo>
                  <a:pt x="2136275" y="1722500"/>
                  <a:pt x="2134751" y="1722215"/>
                  <a:pt x="2135037" y="1719167"/>
                </a:cubicBezTo>
                <a:cubicBezTo>
                  <a:pt x="2135323" y="1716214"/>
                  <a:pt x="2133227" y="1700593"/>
                  <a:pt x="2134751" y="1696688"/>
                </a:cubicBezTo>
                <a:cubicBezTo>
                  <a:pt x="2136275" y="1692782"/>
                  <a:pt x="2133894" y="1689544"/>
                  <a:pt x="2133894" y="1686781"/>
                </a:cubicBezTo>
                <a:cubicBezTo>
                  <a:pt x="2133894" y="1684115"/>
                  <a:pt x="2132656" y="1678400"/>
                  <a:pt x="2133608" y="1676304"/>
                </a:cubicBezTo>
                <a:cubicBezTo>
                  <a:pt x="2134465" y="1674209"/>
                  <a:pt x="2133322" y="1666969"/>
                  <a:pt x="2130274" y="1666969"/>
                </a:cubicBezTo>
                <a:cubicBezTo>
                  <a:pt x="2127322" y="1666969"/>
                  <a:pt x="2128179" y="1664588"/>
                  <a:pt x="2128750" y="1662493"/>
                </a:cubicBezTo>
                <a:cubicBezTo>
                  <a:pt x="2129322" y="1660397"/>
                  <a:pt x="2128750" y="1654397"/>
                  <a:pt x="2125417" y="1653539"/>
                </a:cubicBezTo>
                <a:cubicBezTo>
                  <a:pt x="2122083" y="1652682"/>
                  <a:pt x="2123607" y="1647824"/>
                  <a:pt x="2120368" y="1649348"/>
                </a:cubicBezTo>
                <a:cubicBezTo>
                  <a:pt x="2117035" y="1650872"/>
                  <a:pt x="2110748" y="1652968"/>
                  <a:pt x="2108938" y="1646015"/>
                </a:cubicBezTo>
                <a:cubicBezTo>
                  <a:pt x="2107129" y="1639156"/>
                  <a:pt x="2104462" y="1637347"/>
                  <a:pt x="2104747" y="1634299"/>
                </a:cubicBezTo>
                <a:cubicBezTo>
                  <a:pt x="2105033" y="1631346"/>
                  <a:pt x="2106843" y="1627727"/>
                  <a:pt x="2105033" y="1626774"/>
                </a:cubicBezTo>
                <a:cubicBezTo>
                  <a:pt x="2104652" y="1626584"/>
                  <a:pt x="2104271" y="1626584"/>
                  <a:pt x="2103890" y="1626869"/>
                </a:cubicBezTo>
                <a:lnTo>
                  <a:pt x="2102917" y="1625811"/>
                </a:lnTo>
                <a:lnTo>
                  <a:pt x="2102938" y="1626012"/>
                </a:lnTo>
                <a:lnTo>
                  <a:pt x="2103605" y="1627441"/>
                </a:lnTo>
                <a:cubicBezTo>
                  <a:pt x="2102462" y="1628107"/>
                  <a:pt x="2101700" y="1630679"/>
                  <a:pt x="2101700" y="1630679"/>
                </a:cubicBezTo>
                <a:cubicBezTo>
                  <a:pt x="2101700" y="1630679"/>
                  <a:pt x="2101128" y="1632108"/>
                  <a:pt x="2099890" y="1627060"/>
                </a:cubicBezTo>
                <a:cubicBezTo>
                  <a:pt x="2098652" y="1621916"/>
                  <a:pt x="2096842" y="1616582"/>
                  <a:pt x="2098652" y="1615058"/>
                </a:cubicBezTo>
                <a:cubicBezTo>
                  <a:pt x="2100462" y="1613629"/>
                  <a:pt x="2099223" y="1614201"/>
                  <a:pt x="2100462" y="1607914"/>
                </a:cubicBezTo>
                <a:cubicBezTo>
                  <a:pt x="2101700" y="1601628"/>
                  <a:pt x="2099318" y="1586292"/>
                  <a:pt x="2095413" y="1586007"/>
                </a:cubicBezTo>
                <a:cubicBezTo>
                  <a:pt x="2091508" y="1585721"/>
                  <a:pt x="2081602" y="1587245"/>
                  <a:pt x="2081316" y="1579720"/>
                </a:cubicBezTo>
                <a:cubicBezTo>
                  <a:pt x="2081031" y="1572196"/>
                  <a:pt x="2080459" y="1570100"/>
                  <a:pt x="2081031" y="1567147"/>
                </a:cubicBezTo>
                <a:cubicBezTo>
                  <a:pt x="2081602" y="1564099"/>
                  <a:pt x="2080745" y="1562290"/>
                  <a:pt x="2078649" y="1564099"/>
                </a:cubicBezTo>
                <a:cubicBezTo>
                  <a:pt x="2076554" y="1565909"/>
                  <a:pt x="2077411" y="1567147"/>
                  <a:pt x="2077411" y="1572196"/>
                </a:cubicBezTo>
                <a:cubicBezTo>
                  <a:pt x="2077411" y="1577339"/>
                  <a:pt x="2076839" y="1580292"/>
                  <a:pt x="2075601" y="1581816"/>
                </a:cubicBezTo>
                <a:cubicBezTo>
                  <a:pt x="2074363" y="1583340"/>
                  <a:pt x="2075601" y="1586674"/>
                  <a:pt x="2076173" y="1589626"/>
                </a:cubicBezTo>
                <a:cubicBezTo>
                  <a:pt x="2076744" y="1592674"/>
                  <a:pt x="2077983" y="1597723"/>
                  <a:pt x="2076173" y="1598961"/>
                </a:cubicBezTo>
                <a:cubicBezTo>
                  <a:pt x="2074363" y="1600199"/>
                  <a:pt x="2072839" y="1602295"/>
                  <a:pt x="2072839" y="1605247"/>
                </a:cubicBezTo>
                <a:cubicBezTo>
                  <a:pt x="2072839" y="1608200"/>
                  <a:pt x="2070172" y="1609724"/>
                  <a:pt x="2068648" y="1607629"/>
                </a:cubicBezTo>
                <a:cubicBezTo>
                  <a:pt x="2067124" y="1605533"/>
                  <a:pt x="2064171" y="1604295"/>
                  <a:pt x="2064743" y="1599246"/>
                </a:cubicBezTo>
                <a:cubicBezTo>
                  <a:pt x="2065410" y="1594103"/>
                  <a:pt x="2063885" y="1588769"/>
                  <a:pt x="2062076" y="1595627"/>
                </a:cubicBezTo>
                <a:cubicBezTo>
                  <a:pt x="2060361" y="1602580"/>
                  <a:pt x="2059980" y="1605247"/>
                  <a:pt x="2057028" y="1604962"/>
                </a:cubicBezTo>
                <a:cubicBezTo>
                  <a:pt x="2054075" y="1604676"/>
                  <a:pt x="2054932" y="1606390"/>
                  <a:pt x="2054360" y="1607629"/>
                </a:cubicBezTo>
                <a:cubicBezTo>
                  <a:pt x="2053789" y="1608867"/>
                  <a:pt x="2053503" y="1609153"/>
                  <a:pt x="2051408" y="1607057"/>
                </a:cubicBezTo>
                <a:cubicBezTo>
                  <a:pt x="2050455" y="1606104"/>
                  <a:pt x="2049408" y="1605247"/>
                  <a:pt x="2048264" y="1604676"/>
                </a:cubicBezTo>
                <a:lnTo>
                  <a:pt x="2048247" y="1604515"/>
                </a:lnTo>
                <a:lnTo>
                  <a:pt x="2044074" y="1603152"/>
                </a:lnTo>
                <a:cubicBezTo>
                  <a:pt x="2040740" y="1602581"/>
                  <a:pt x="2040454" y="1604010"/>
                  <a:pt x="2039883" y="1606486"/>
                </a:cubicBezTo>
                <a:cubicBezTo>
                  <a:pt x="2039311" y="1608867"/>
                  <a:pt x="2038073" y="1610677"/>
                  <a:pt x="2036549" y="1609153"/>
                </a:cubicBezTo>
                <a:cubicBezTo>
                  <a:pt x="2035025" y="1607629"/>
                  <a:pt x="2031786" y="1605534"/>
                  <a:pt x="2031786" y="1601914"/>
                </a:cubicBezTo>
                <a:cubicBezTo>
                  <a:pt x="2031786" y="1598295"/>
                  <a:pt x="2029405" y="1594770"/>
                  <a:pt x="2028167" y="1600676"/>
                </a:cubicBezTo>
                <a:cubicBezTo>
                  <a:pt x="2026929" y="1606677"/>
                  <a:pt x="2025500" y="1608201"/>
                  <a:pt x="2021595" y="1608201"/>
                </a:cubicBezTo>
                <a:cubicBezTo>
                  <a:pt x="2017689" y="1608201"/>
                  <a:pt x="2010831" y="1609058"/>
                  <a:pt x="2007212" y="1613249"/>
                </a:cubicBezTo>
                <a:cubicBezTo>
                  <a:pt x="2003593" y="1617440"/>
                  <a:pt x="1999116" y="1620774"/>
                  <a:pt x="2000640" y="1622869"/>
                </a:cubicBezTo>
                <a:cubicBezTo>
                  <a:pt x="2002164" y="1624965"/>
                  <a:pt x="2003973" y="1630680"/>
                  <a:pt x="2001211" y="1632489"/>
                </a:cubicBezTo>
                <a:cubicBezTo>
                  <a:pt x="1998544" y="1634299"/>
                  <a:pt x="1998830" y="1637538"/>
                  <a:pt x="1998544" y="1639347"/>
                </a:cubicBezTo>
                <a:cubicBezTo>
                  <a:pt x="1998258" y="1641157"/>
                  <a:pt x="1989210" y="1651635"/>
                  <a:pt x="1983876" y="1651920"/>
                </a:cubicBezTo>
                <a:cubicBezTo>
                  <a:pt x="1978447" y="1652206"/>
                  <a:pt x="1975208" y="1655826"/>
                  <a:pt x="1971874" y="1654302"/>
                </a:cubicBezTo>
                <a:cubicBezTo>
                  <a:pt x="1968540" y="1652778"/>
                  <a:pt x="1966731" y="1651635"/>
                  <a:pt x="1964064" y="1654302"/>
                </a:cubicBezTo>
                <a:cubicBezTo>
                  <a:pt x="1961397" y="1656969"/>
                  <a:pt x="1960730" y="1658778"/>
                  <a:pt x="1964064" y="1657254"/>
                </a:cubicBezTo>
                <a:cubicBezTo>
                  <a:pt x="1967397" y="1655730"/>
                  <a:pt x="1967969" y="1656969"/>
                  <a:pt x="1965302" y="1659350"/>
                </a:cubicBezTo>
                <a:cubicBezTo>
                  <a:pt x="1962635" y="1661731"/>
                  <a:pt x="1957491" y="1665922"/>
                  <a:pt x="1954824" y="1666589"/>
                </a:cubicBezTo>
                <a:cubicBezTo>
                  <a:pt x="1952157" y="1667160"/>
                  <a:pt x="1950919" y="1667446"/>
                  <a:pt x="1950919" y="1669923"/>
                </a:cubicBezTo>
                <a:cubicBezTo>
                  <a:pt x="1950919" y="1672304"/>
                  <a:pt x="1950348" y="1673542"/>
                  <a:pt x="1948252" y="1674114"/>
                </a:cubicBezTo>
                <a:cubicBezTo>
                  <a:pt x="1946157" y="1674685"/>
                  <a:pt x="1942823" y="1680686"/>
                  <a:pt x="1941108" y="1683734"/>
                </a:cubicBezTo>
                <a:cubicBezTo>
                  <a:pt x="1939299" y="1686687"/>
                  <a:pt x="1937203" y="1688496"/>
                  <a:pt x="1935108" y="1689163"/>
                </a:cubicBezTo>
                <a:cubicBezTo>
                  <a:pt x="1933012" y="1689735"/>
                  <a:pt x="1929107" y="1692116"/>
                  <a:pt x="1927011" y="1696021"/>
                </a:cubicBezTo>
                <a:cubicBezTo>
                  <a:pt x="1924916" y="1699926"/>
                  <a:pt x="1921582" y="1702593"/>
                  <a:pt x="1918058" y="1703546"/>
                </a:cubicBezTo>
                <a:cubicBezTo>
                  <a:pt x="1914438" y="1704403"/>
                  <a:pt x="1906628" y="1708689"/>
                  <a:pt x="1903104" y="1712499"/>
                </a:cubicBezTo>
                <a:cubicBezTo>
                  <a:pt x="1899484" y="1716405"/>
                  <a:pt x="1898341" y="1717929"/>
                  <a:pt x="1900151" y="1718214"/>
                </a:cubicBezTo>
                <a:cubicBezTo>
                  <a:pt x="1901961" y="1718500"/>
                  <a:pt x="1901389" y="1722691"/>
                  <a:pt x="1899294" y="1725739"/>
                </a:cubicBezTo>
                <a:cubicBezTo>
                  <a:pt x="1897198" y="1728692"/>
                  <a:pt x="1894817" y="1737169"/>
                  <a:pt x="1887578" y="1737455"/>
                </a:cubicBezTo>
                <a:cubicBezTo>
                  <a:pt x="1880339" y="1737741"/>
                  <a:pt x="1877101" y="1735645"/>
                  <a:pt x="1875576" y="1739550"/>
                </a:cubicBezTo>
                <a:cubicBezTo>
                  <a:pt x="1874052" y="1743456"/>
                  <a:pt x="1871100" y="1749171"/>
                  <a:pt x="1866909" y="1747075"/>
                </a:cubicBezTo>
                <a:cubicBezTo>
                  <a:pt x="1862718" y="1744980"/>
                  <a:pt x="1855479" y="1747075"/>
                  <a:pt x="1854336" y="1754600"/>
                </a:cubicBezTo>
                <a:cubicBezTo>
                  <a:pt x="1853097" y="1762125"/>
                  <a:pt x="1851002" y="1773174"/>
                  <a:pt x="1850430" y="1776793"/>
                </a:cubicBezTo>
                <a:cubicBezTo>
                  <a:pt x="1849859" y="1780413"/>
                  <a:pt x="1846811" y="1788223"/>
                  <a:pt x="1848335" y="1790604"/>
                </a:cubicBezTo>
                <a:cubicBezTo>
                  <a:pt x="1849859" y="1792986"/>
                  <a:pt x="1850716" y="1797843"/>
                  <a:pt x="1849192" y="1798129"/>
                </a:cubicBezTo>
                <a:cubicBezTo>
                  <a:pt x="1847668" y="1798415"/>
                  <a:pt x="1847382" y="1797558"/>
                  <a:pt x="1846525" y="1795748"/>
                </a:cubicBezTo>
                <a:cubicBezTo>
                  <a:pt x="1845668" y="1793938"/>
                  <a:pt x="1843858" y="1794224"/>
                  <a:pt x="1845001" y="1797843"/>
                </a:cubicBezTo>
                <a:cubicBezTo>
                  <a:pt x="1846239" y="1801463"/>
                  <a:pt x="1848621" y="1802892"/>
                  <a:pt x="1850430" y="1804130"/>
                </a:cubicBezTo>
                <a:cubicBezTo>
                  <a:pt x="1852240" y="1805368"/>
                  <a:pt x="1857574" y="1812512"/>
                  <a:pt x="1851288" y="1816417"/>
                </a:cubicBezTo>
                <a:cubicBezTo>
                  <a:pt x="1845001" y="1820322"/>
                  <a:pt x="1841953" y="1827847"/>
                  <a:pt x="1839572" y="1833467"/>
                </a:cubicBezTo>
                <a:cubicBezTo>
                  <a:pt x="1837191" y="1839182"/>
                  <a:pt x="1833285" y="1844516"/>
                  <a:pt x="1833571" y="1854136"/>
                </a:cubicBezTo>
                <a:cubicBezTo>
                  <a:pt x="1833857" y="1863756"/>
                  <a:pt x="1835095" y="1866709"/>
                  <a:pt x="1833000" y="1869376"/>
                </a:cubicBezTo>
                <a:cubicBezTo>
                  <a:pt x="1830904" y="1872043"/>
                  <a:pt x="1831761" y="1875948"/>
                  <a:pt x="1831190" y="1878711"/>
                </a:cubicBezTo>
                <a:cubicBezTo>
                  <a:pt x="1830618" y="1881378"/>
                  <a:pt x="1829380" y="1883187"/>
                  <a:pt x="1825189" y="1881663"/>
                </a:cubicBezTo>
                <a:cubicBezTo>
                  <a:pt x="1820998" y="1880139"/>
                  <a:pt x="1819188" y="1883187"/>
                  <a:pt x="1817950" y="1889474"/>
                </a:cubicBezTo>
                <a:cubicBezTo>
                  <a:pt x="1816712" y="1895760"/>
                  <a:pt x="1814331" y="1899666"/>
                  <a:pt x="1816712" y="1902047"/>
                </a:cubicBezTo>
                <a:cubicBezTo>
                  <a:pt x="1819093" y="1904428"/>
                  <a:pt x="1820903" y="1909857"/>
                  <a:pt x="1816998" y="1907762"/>
                </a:cubicBezTo>
                <a:cubicBezTo>
                  <a:pt x="1813093" y="1905666"/>
                  <a:pt x="1810997" y="1903857"/>
                  <a:pt x="1806806" y="1906238"/>
                </a:cubicBezTo>
                <a:cubicBezTo>
                  <a:pt x="1802615" y="1908619"/>
                  <a:pt x="1798424" y="1910429"/>
                  <a:pt x="1797852" y="1915572"/>
                </a:cubicBezTo>
                <a:cubicBezTo>
                  <a:pt x="1797281" y="1920716"/>
                  <a:pt x="1796328" y="1923097"/>
                  <a:pt x="1792423" y="1927002"/>
                </a:cubicBezTo>
                <a:cubicBezTo>
                  <a:pt x="1788518" y="1930908"/>
                  <a:pt x="1780993" y="1934813"/>
                  <a:pt x="1778040" y="1931193"/>
                </a:cubicBezTo>
                <a:cubicBezTo>
                  <a:pt x="1775088" y="1927574"/>
                  <a:pt x="1766039" y="1918335"/>
                  <a:pt x="1768420" y="1915001"/>
                </a:cubicBezTo>
                <a:cubicBezTo>
                  <a:pt x="1770801" y="1911667"/>
                  <a:pt x="1770516" y="1911096"/>
                  <a:pt x="1767182" y="1911381"/>
                </a:cubicBezTo>
                <a:cubicBezTo>
                  <a:pt x="1763848" y="1911667"/>
                  <a:pt x="1762991" y="1911953"/>
                  <a:pt x="1763848" y="1905381"/>
                </a:cubicBezTo>
                <a:cubicBezTo>
                  <a:pt x="1764705" y="1898808"/>
                  <a:pt x="1760229" y="1875758"/>
                  <a:pt x="1759372" y="1867662"/>
                </a:cubicBezTo>
                <a:cubicBezTo>
                  <a:pt x="1758514" y="1859565"/>
                  <a:pt x="1757276" y="1855374"/>
                  <a:pt x="1755466" y="1850612"/>
                </a:cubicBezTo>
                <a:cubicBezTo>
                  <a:pt x="1753656" y="1845849"/>
                  <a:pt x="1752799" y="1840420"/>
                  <a:pt x="1751847" y="1835372"/>
                </a:cubicBezTo>
                <a:cubicBezTo>
                  <a:pt x="1750989" y="1830228"/>
                  <a:pt x="1746417" y="1825752"/>
                  <a:pt x="1745560" y="1818322"/>
                </a:cubicBezTo>
                <a:cubicBezTo>
                  <a:pt x="1744703" y="1810797"/>
                  <a:pt x="1742893" y="1796700"/>
                  <a:pt x="1744989" y="1794986"/>
                </a:cubicBezTo>
                <a:cubicBezTo>
                  <a:pt x="1747084" y="1793176"/>
                  <a:pt x="1745560" y="1792319"/>
                  <a:pt x="1745274" y="1790223"/>
                </a:cubicBezTo>
                <a:cubicBezTo>
                  <a:pt x="1744989" y="1788128"/>
                  <a:pt x="1744036" y="1774983"/>
                  <a:pt x="1742893" y="1771935"/>
                </a:cubicBezTo>
                <a:cubicBezTo>
                  <a:pt x="1741655" y="1768983"/>
                  <a:pt x="1742322" y="1758791"/>
                  <a:pt x="1738416" y="1754600"/>
                </a:cubicBezTo>
                <a:cubicBezTo>
                  <a:pt x="1735083" y="1751076"/>
                  <a:pt x="1730892" y="1731835"/>
                  <a:pt x="1731558" y="1724025"/>
                </a:cubicBezTo>
                <a:cubicBezTo>
                  <a:pt x="1732130" y="1716214"/>
                  <a:pt x="1734226" y="1695259"/>
                  <a:pt x="1733654" y="1691925"/>
                </a:cubicBezTo>
                <a:cubicBezTo>
                  <a:pt x="1733082" y="1688592"/>
                  <a:pt x="1731558" y="1682305"/>
                  <a:pt x="1733940" y="1681734"/>
                </a:cubicBezTo>
                <a:cubicBezTo>
                  <a:pt x="1736321" y="1681162"/>
                  <a:pt x="1733654" y="1679067"/>
                  <a:pt x="1732701" y="1676971"/>
                </a:cubicBezTo>
                <a:cubicBezTo>
                  <a:pt x="1731844" y="1674876"/>
                  <a:pt x="1730892" y="1672209"/>
                  <a:pt x="1733559" y="1672209"/>
                </a:cubicBezTo>
                <a:cubicBezTo>
                  <a:pt x="1736226" y="1672209"/>
                  <a:pt x="1735654" y="1670113"/>
                  <a:pt x="1734797" y="1668875"/>
                </a:cubicBezTo>
                <a:cubicBezTo>
                  <a:pt x="1733940" y="1667637"/>
                  <a:pt x="1722224" y="1665255"/>
                  <a:pt x="1724319" y="1660493"/>
                </a:cubicBezTo>
                <a:cubicBezTo>
                  <a:pt x="1726415" y="1655730"/>
                  <a:pt x="1725843" y="1654492"/>
                  <a:pt x="1730320" y="1653921"/>
                </a:cubicBezTo>
                <a:cubicBezTo>
                  <a:pt x="1734797" y="1653349"/>
                  <a:pt x="1736321" y="1651539"/>
                  <a:pt x="1735083" y="1649158"/>
                </a:cubicBezTo>
                <a:cubicBezTo>
                  <a:pt x="1733844" y="1646777"/>
                  <a:pt x="1733844" y="1642586"/>
                  <a:pt x="1735654" y="1641348"/>
                </a:cubicBezTo>
                <a:cubicBezTo>
                  <a:pt x="1737464" y="1640109"/>
                  <a:pt x="1736511" y="1635918"/>
                  <a:pt x="1736511" y="1632680"/>
                </a:cubicBezTo>
                <a:cubicBezTo>
                  <a:pt x="1736511" y="1629346"/>
                  <a:pt x="1735654" y="1629346"/>
                  <a:pt x="1737750" y="1626965"/>
                </a:cubicBezTo>
                <a:cubicBezTo>
                  <a:pt x="1739845" y="1624584"/>
                  <a:pt x="1739845" y="1622488"/>
                  <a:pt x="1740417" y="1619154"/>
                </a:cubicBezTo>
                <a:cubicBezTo>
                  <a:pt x="1740988" y="1615821"/>
                  <a:pt x="1741655" y="1612582"/>
                  <a:pt x="1740988" y="1608391"/>
                </a:cubicBezTo>
                <a:cubicBezTo>
                  <a:pt x="1740417" y="1604200"/>
                  <a:pt x="1740131" y="1600866"/>
                  <a:pt x="1742798" y="1596961"/>
                </a:cubicBezTo>
                <a:cubicBezTo>
                  <a:pt x="1745465" y="1593056"/>
                  <a:pt x="1743369" y="1592484"/>
                  <a:pt x="1743655" y="1590389"/>
                </a:cubicBezTo>
                <a:cubicBezTo>
                  <a:pt x="1743941" y="1588293"/>
                  <a:pt x="1741274" y="1585341"/>
                  <a:pt x="1744227" y="1582293"/>
                </a:cubicBezTo>
                <a:cubicBezTo>
                  <a:pt x="1747179" y="1579340"/>
                  <a:pt x="1748989" y="1578387"/>
                  <a:pt x="1746036" y="1575720"/>
                </a:cubicBezTo>
                <a:cubicBezTo>
                  <a:pt x="1743084" y="1573053"/>
                  <a:pt x="1740036" y="1569434"/>
                  <a:pt x="1739178" y="1574482"/>
                </a:cubicBezTo>
                <a:cubicBezTo>
                  <a:pt x="1738321" y="1579626"/>
                  <a:pt x="1736226" y="1580483"/>
                  <a:pt x="1736511" y="1584960"/>
                </a:cubicBezTo>
                <a:cubicBezTo>
                  <a:pt x="1736797" y="1589436"/>
                  <a:pt x="1734702" y="1596009"/>
                  <a:pt x="1732892" y="1599057"/>
                </a:cubicBezTo>
                <a:cubicBezTo>
                  <a:pt x="1731082" y="1602009"/>
                  <a:pt x="1727177" y="1606867"/>
                  <a:pt x="1720033" y="1611058"/>
                </a:cubicBezTo>
                <a:cubicBezTo>
                  <a:pt x="1712889" y="1615249"/>
                  <a:pt x="1707460" y="1624584"/>
                  <a:pt x="1699650" y="1613725"/>
                </a:cubicBezTo>
                <a:cubicBezTo>
                  <a:pt x="1691839" y="1602962"/>
                  <a:pt x="1688220" y="1597247"/>
                  <a:pt x="1686505" y="1591818"/>
                </a:cubicBezTo>
                <a:cubicBezTo>
                  <a:pt x="1684695" y="1586388"/>
                  <a:pt x="1682886" y="1584007"/>
                  <a:pt x="1680219" y="1579816"/>
                </a:cubicBezTo>
                <a:cubicBezTo>
                  <a:pt x="1677552" y="1575625"/>
                  <a:pt x="1675456" y="1573815"/>
                  <a:pt x="1679361" y="1572958"/>
                </a:cubicBezTo>
                <a:cubicBezTo>
                  <a:pt x="1683267" y="1572101"/>
                  <a:pt x="1683552" y="1574482"/>
                  <a:pt x="1684124" y="1575911"/>
                </a:cubicBezTo>
                <a:cubicBezTo>
                  <a:pt x="1684695" y="1577435"/>
                  <a:pt x="1687743" y="1578006"/>
                  <a:pt x="1689553" y="1575625"/>
                </a:cubicBezTo>
                <a:cubicBezTo>
                  <a:pt x="1691363" y="1573244"/>
                  <a:pt x="1690791" y="1571434"/>
                  <a:pt x="1693458" y="1571720"/>
                </a:cubicBezTo>
                <a:cubicBezTo>
                  <a:pt x="1696126" y="1572006"/>
                  <a:pt x="1697078" y="1571434"/>
                  <a:pt x="1699745" y="1569339"/>
                </a:cubicBezTo>
                <a:cubicBezTo>
                  <a:pt x="1702412" y="1567243"/>
                  <a:pt x="1703650" y="1568100"/>
                  <a:pt x="1705174" y="1567529"/>
                </a:cubicBezTo>
                <a:cubicBezTo>
                  <a:pt x="1706698" y="1566957"/>
                  <a:pt x="1707841" y="1566005"/>
                  <a:pt x="1709079" y="1562385"/>
                </a:cubicBezTo>
                <a:cubicBezTo>
                  <a:pt x="1710318" y="1558766"/>
                  <a:pt x="1711175" y="1560290"/>
                  <a:pt x="1712699" y="1559718"/>
                </a:cubicBezTo>
                <a:cubicBezTo>
                  <a:pt x="1714223" y="1559147"/>
                  <a:pt x="1713937" y="1555527"/>
                  <a:pt x="1710318" y="1556766"/>
                </a:cubicBezTo>
                <a:cubicBezTo>
                  <a:pt x="1706698" y="1558004"/>
                  <a:pt x="1693839" y="1563909"/>
                  <a:pt x="1687839" y="1558290"/>
                </a:cubicBezTo>
                <a:cubicBezTo>
                  <a:pt x="1681838" y="1552575"/>
                  <a:pt x="1674980" y="1547812"/>
                  <a:pt x="1679457" y="1543050"/>
                </a:cubicBezTo>
                <a:cubicBezTo>
                  <a:pt x="1683933" y="1538287"/>
                  <a:pt x="1685172" y="1534953"/>
                  <a:pt x="1680314" y="1537620"/>
                </a:cubicBezTo>
                <a:cubicBezTo>
                  <a:pt x="1675551" y="1540287"/>
                  <a:pt x="1674885" y="1540287"/>
                  <a:pt x="1674313" y="1538192"/>
                </a:cubicBezTo>
                <a:cubicBezTo>
                  <a:pt x="1673742" y="1536096"/>
                  <a:pt x="1670408" y="1534858"/>
                  <a:pt x="1668884" y="1533429"/>
                </a:cubicBezTo>
                <a:lnTo>
                  <a:pt x="1669154" y="1532640"/>
                </a:lnTo>
                <a:lnTo>
                  <a:pt x="1668646" y="1532156"/>
                </a:lnTo>
                <a:cubicBezTo>
                  <a:pt x="1666860" y="1530739"/>
                  <a:pt x="1665074" y="1529858"/>
                  <a:pt x="1664312" y="1531239"/>
                </a:cubicBezTo>
                <a:cubicBezTo>
                  <a:pt x="1662788" y="1533906"/>
                  <a:pt x="1661931" y="1531524"/>
                  <a:pt x="1661645" y="1528572"/>
                </a:cubicBezTo>
                <a:cubicBezTo>
                  <a:pt x="1661359" y="1525619"/>
                  <a:pt x="1661073" y="1522571"/>
                  <a:pt x="1662216" y="1517808"/>
                </a:cubicBezTo>
                <a:cubicBezTo>
                  <a:pt x="1663455" y="1513046"/>
                  <a:pt x="1664598" y="1511236"/>
                  <a:pt x="1659835" y="1510284"/>
                </a:cubicBezTo>
                <a:cubicBezTo>
                  <a:pt x="1655073" y="1509426"/>
                  <a:pt x="1654787" y="1508760"/>
                  <a:pt x="1655930" y="1505521"/>
                </a:cubicBezTo>
                <a:cubicBezTo>
                  <a:pt x="1657168" y="1502187"/>
                  <a:pt x="1657740" y="1497996"/>
                  <a:pt x="1653835" y="1497425"/>
                </a:cubicBezTo>
                <a:cubicBezTo>
                  <a:pt x="1649929" y="1496853"/>
                  <a:pt x="1645167" y="1494758"/>
                  <a:pt x="1641261" y="1495329"/>
                </a:cubicBezTo>
                <a:cubicBezTo>
                  <a:pt x="1637356" y="1495901"/>
                  <a:pt x="1629546" y="1492377"/>
                  <a:pt x="1625355" y="1494091"/>
                </a:cubicBezTo>
                <a:cubicBezTo>
                  <a:pt x="1621164" y="1495901"/>
                  <a:pt x="1614877" y="1496187"/>
                  <a:pt x="1613068" y="1494948"/>
                </a:cubicBezTo>
                <a:cubicBezTo>
                  <a:pt x="1611258" y="1493710"/>
                  <a:pt x="1610019" y="1493424"/>
                  <a:pt x="1608019" y="1494948"/>
                </a:cubicBezTo>
                <a:cubicBezTo>
                  <a:pt x="1605924" y="1496472"/>
                  <a:pt x="1592112" y="1496758"/>
                  <a:pt x="1587922" y="1495520"/>
                </a:cubicBezTo>
                <a:cubicBezTo>
                  <a:pt x="1583730" y="1494282"/>
                  <a:pt x="1579825" y="1493996"/>
                  <a:pt x="1575920" y="1496091"/>
                </a:cubicBezTo>
                <a:cubicBezTo>
                  <a:pt x="1572015" y="1498187"/>
                  <a:pt x="1569633" y="1496663"/>
                  <a:pt x="1568776" y="1493996"/>
                </a:cubicBezTo>
                <a:lnTo>
                  <a:pt x="1563592" y="1492814"/>
                </a:lnTo>
                <a:lnTo>
                  <a:pt x="1563442" y="1492853"/>
                </a:lnTo>
                <a:cubicBezTo>
                  <a:pt x="1561060" y="1494663"/>
                  <a:pt x="1558679" y="1494091"/>
                  <a:pt x="1556584" y="1492567"/>
                </a:cubicBezTo>
                <a:cubicBezTo>
                  <a:pt x="1554488" y="1491043"/>
                  <a:pt x="1549726" y="1490472"/>
                  <a:pt x="1548488" y="1488662"/>
                </a:cubicBezTo>
                <a:cubicBezTo>
                  <a:pt x="1547344" y="1486853"/>
                  <a:pt x="1546106" y="1487138"/>
                  <a:pt x="1543725" y="1488662"/>
                </a:cubicBezTo>
                <a:cubicBezTo>
                  <a:pt x="1541344" y="1490091"/>
                  <a:pt x="1536581" y="1489234"/>
                  <a:pt x="1533533" y="1487138"/>
                </a:cubicBezTo>
                <a:cubicBezTo>
                  <a:pt x="1530485" y="1485043"/>
                  <a:pt x="1526294" y="1483900"/>
                  <a:pt x="1523627" y="1484186"/>
                </a:cubicBezTo>
                <a:cubicBezTo>
                  <a:pt x="1520960" y="1484471"/>
                  <a:pt x="1520674" y="1484471"/>
                  <a:pt x="1519436" y="1482662"/>
                </a:cubicBezTo>
                <a:cubicBezTo>
                  <a:pt x="1518198" y="1480852"/>
                  <a:pt x="1514007" y="1479328"/>
                  <a:pt x="1510102" y="1476946"/>
                </a:cubicBezTo>
                <a:cubicBezTo>
                  <a:pt x="1506197" y="1474565"/>
                  <a:pt x="1503530" y="1473041"/>
                  <a:pt x="1502006" y="1474851"/>
                </a:cubicBezTo>
                <a:cubicBezTo>
                  <a:pt x="1500481" y="1476661"/>
                  <a:pt x="1499910" y="1477232"/>
                  <a:pt x="1497529" y="1472755"/>
                </a:cubicBezTo>
                <a:cubicBezTo>
                  <a:pt x="1495147" y="1468279"/>
                  <a:pt x="1494195" y="1463421"/>
                  <a:pt x="1496005" y="1454467"/>
                </a:cubicBezTo>
                <a:cubicBezTo>
                  <a:pt x="1497814" y="1445514"/>
                  <a:pt x="1501053" y="1440656"/>
                  <a:pt x="1496290" y="1437989"/>
                </a:cubicBezTo>
                <a:cubicBezTo>
                  <a:pt x="1491528" y="1435322"/>
                  <a:pt x="1490576" y="1437704"/>
                  <a:pt x="1487909" y="1437704"/>
                </a:cubicBezTo>
                <a:cubicBezTo>
                  <a:pt x="1485241" y="1437704"/>
                  <a:pt x="1482193" y="1435608"/>
                  <a:pt x="1475621" y="1437704"/>
                </a:cubicBezTo>
                <a:cubicBezTo>
                  <a:pt x="1469049" y="1439799"/>
                  <a:pt x="1463905" y="1441895"/>
                  <a:pt x="1460953" y="1443418"/>
                </a:cubicBezTo>
                <a:cubicBezTo>
                  <a:pt x="1457905" y="1444942"/>
                  <a:pt x="1453714" y="1445228"/>
                  <a:pt x="1451047" y="1442847"/>
                </a:cubicBezTo>
                <a:cubicBezTo>
                  <a:pt x="1448380" y="1440466"/>
                  <a:pt x="1442379" y="1440751"/>
                  <a:pt x="1438760" y="1440180"/>
                </a:cubicBezTo>
                <a:cubicBezTo>
                  <a:pt x="1435140" y="1439608"/>
                  <a:pt x="1433711" y="1435989"/>
                  <a:pt x="1430092" y="1432084"/>
                </a:cubicBezTo>
                <a:cubicBezTo>
                  <a:pt x="1426472" y="1428179"/>
                  <a:pt x="1421043" y="1422749"/>
                  <a:pt x="1424377" y="1422749"/>
                </a:cubicBezTo>
                <a:cubicBezTo>
                  <a:pt x="1427710" y="1422749"/>
                  <a:pt x="1426472" y="1421892"/>
                  <a:pt x="1423805" y="1418272"/>
                </a:cubicBezTo>
                <a:cubicBezTo>
                  <a:pt x="1421043" y="1414653"/>
                  <a:pt x="1417519" y="1409891"/>
                  <a:pt x="1414185" y="1409891"/>
                </a:cubicBezTo>
                <a:cubicBezTo>
                  <a:pt x="1410947" y="1409891"/>
                  <a:pt x="1408565" y="1409605"/>
                  <a:pt x="1407041" y="1404461"/>
                </a:cubicBezTo>
                <a:cubicBezTo>
                  <a:pt x="1405517" y="1399413"/>
                  <a:pt x="1405898" y="1397603"/>
                  <a:pt x="1406755" y="1393984"/>
                </a:cubicBezTo>
                <a:cubicBezTo>
                  <a:pt x="1407613" y="1390364"/>
                  <a:pt x="1407613" y="1387030"/>
                  <a:pt x="1407613" y="1384649"/>
                </a:cubicBezTo>
                <a:cubicBezTo>
                  <a:pt x="1407613" y="1382268"/>
                  <a:pt x="1405517" y="1381030"/>
                  <a:pt x="1405803" y="1378363"/>
                </a:cubicBezTo>
                <a:cubicBezTo>
                  <a:pt x="1406089" y="1375696"/>
                  <a:pt x="1405803" y="1375029"/>
                  <a:pt x="1403707" y="1374172"/>
                </a:cubicBezTo>
                <a:cubicBezTo>
                  <a:pt x="1401612" y="1373219"/>
                  <a:pt x="1401993" y="1372933"/>
                  <a:pt x="1402850" y="1370838"/>
                </a:cubicBezTo>
                <a:cubicBezTo>
                  <a:pt x="1403707" y="1368742"/>
                  <a:pt x="1404660" y="1365123"/>
                  <a:pt x="1403422" y="1360646"/>
                </a:cubicBezTo>
                <a:cubicBezTo>
                  <a:pt x="1402184" y="1356170"/>
                  <a:pt x="1401326" y="1354931"/>
                  <a:pt x="1401898" y="1352264"/>
                </a:cubicBezTo>
                <a:cubicBezTo>
                  <a:pt x="1402564" y="1349597"/>
                  <a:pt x="1401612" y="1348930"/>
                  <a:pt x="1398945" y="1348073"/>
                </a:cubicBezTo>
                <a:cubicBezTo>
                  <a:pt x="1396278" y="1347216"/>
                  <a:pt x="1390563" y="1345978"/>
                  <a:pt x="1392087" y="1343596"/>
                </a:cubicBezTo>
                <a:cubicBezTo>
                  <a:pt x="1393611" y="1341120"/>
                  <a:pt x="1390563" y="1335214"/>
                  <a:pt x="1389706" y="1340263"/>
                </a:cubicBezTo>
                <a:cubicBezTo>
                  <a:pt x="1388753" y="1345311"/>
                  <a:pt x="1388753" y="1346549"/>
                  <a:pt x="1386372" y="1348930"/>
                </a:cubicBezTo>
                <a:cubicBezTo>
                  <a:pt x="1383991" y="1351312"/>
                  <a:pt x="1381228" y="1351883"/>
                  <a:pt x="1378276" y="1351026"/>
                </a:cubicBezTo>
                <a:cubicBezTo>
                  <a:pt x="1375228" y="1350074"/>
                  <a:pt x="1372561" y="1351312"/>
                  <a:pt x="1372275" y="1353121"/>
                </a:cubicBezTo>
                <a:cubicBezTo>
                  <a:pt x="1371989" y="1354931"/>
                  <a:pt x="1368941" y="1354645"/>
                  <a:pt x="1369322" y="1352550"/>
                </a:cubicBezTo>
                <a:cubicBezTo>
                  <a:pt x="1369608" y="1350454"/>
                  <a:pt x="1370560" y="1348930"/>
                  <a:pt x="1367512" y="1349216"/>
                </a:cubicBezTo>
                <a:cubicBezTo>
                  <a:pt x="1364560" y="1349502"/>
                  <a:pt x="1366274" y="1351311"/>
                  <a:pt x="1366274" y="1353407"/>
                </a:cubicBezTo>
                <a:cubicBezTo>
                  <a:pt x="1366274" y="1355502"/>
                  <a:pt x="1365703" y="1357884"/>
                  <a:pt x="1361797" y="1356741"/>
                </a:cubicBezTo>
                <a:cubicBezTo>
                  <a:pt x="1357892" y="1355502"/>
                  <a:pt x="1355797" y="1357598"/>
                  <a:pt x="1359988" y="1358836"/>
                </a:cubicBezTo>
                <a:cubicBezTo>
                  <a:pt x="1364179" y="1360074"/>
                  <a:pt x="1364750" y="1360074"/>
                  <a:pt x="1363893" y="1369314"/>
                </a:cubicBezTo>
                <a:cubicBezTo>
                  <a:pt x="1363036" y="1378648"/>
                  <a:pt x="1361797" y="1381887"/>
                  <a:pt x="1361797" y="1384935"/>
                </a:cubicBezTo>
                <a:lnTo>
                  <a:pt x="1360634" y="1387479"/>
                </a:lnTo>
                <a:lnTo>
                  <a:pt x="1361226" y="1388363"/>
                </a:lnTo>
                <a:cubicBezTo>
                  <a:pt x="1360369" y="1390364"/>
                  <a:pt x="1359511" y="1392364"/>
                  <a:pt x="1360654" y="1394078"/>
                </a:cubicBezTo>
                <a:cubicBezTo>
                  <a:pt x="1362464" y="1396841"/>
                  <a:pt x="1363036" y="1401032"/>
                  <a:pt x="1361226" y="1403413"/>
                </a:cubicBezTo>
                <a:cubicBezTo>
                  <a:pt x="1359416" y="1405794"/>
                  <a:pt x="1358273" y="1408747"/>
                  <a:pt x="1362750" y="1410271"/>
                </a:cubicBezTo>
                <a:cubicBezTo>
                  <a:pt x="1367226" y="1411795"/>
                  <a:pt x="1371417" y="1412652"/>
                  <a:pt x="1369322" y="1414748"/>
                </a:cubicBezTo>
                <a:cubicBezTo>
                  <a:pt x="1367226" y="1416843"/>
                  <a:pt x="1368084" y="1417986"/>
                  <a:pt x="1369322" y="1419510"/>
                </a:cubicBezTo>
                <a:cubicBezTo>
                  <a:pt x="1370465" y="1420939"/>
                  <a:pt x="1369322" y="1424273"/>
                  <a:pt x="1371703" y="1426368"/>
                </a:cubicBezTo>
                <a:cubicBezTo>
                  <a:pt x="1374084" y="1428559"/>
                  <a:pt x="1371703" y="1431512"/>
                  <a:pt x="1373799" y="1433607"/>
                </a:cubicBezTo>
                <a:cubicBezTo>
                  <a:pt x="1375894" y="1435703"/>
                  <a:pt x="1371417" y="1434464"/>
                  <a:pt x="1373513" y="1438370"/>
                </a:cubicBezTo>
                <a:cubicBezTo>
                  <a:pt x="1375609" y="1442275"/>
                  <a:pt x="1374751" y="1451228"/>
                  <a:pt x="1371703" y="1449133"/>
                </a:cubicBezTo>
                <a:cubicBezTo>
                  <a:pt x="1368655" y="1447037"/>
                  <a:pt x="1369608" y="1450943"/>
                  <a:pt x="1369894" y="1453610"/>
                </a:cubicBezTo>
                <a:cubicBezTo>
                  <a:pt x="1370179" y="1456372"/>
                  <a:pt x="1370465" y="1459896"/>
                  <a:pt x="1368655" y="1459325"/>
                </a:cubicBezTo>
                <a:cubicBezTo>
                  <a:pt x="1366846" y="1458753"/>
                  <a:pt x="1367131" y="1459896"/>
                  <a:pt x="1368941" y="1461706"/>
                </a:cubicBezTo>
                <a:cubicBezTo>
                  <a:pt x="1370751" y="1463516"/>
                  <a:pt x="1371608" y="1465611"/>
                  <a:pt x="1371608" y="1468945"/>
                </a:cubicBezTo>
                <a:cubicBezTo>
                  <a:pt x="1371608" y="1472183"/>
                  <a:pt x="1371608" y="1473707"/>
                  <a:pt x="1372180" y="1475517"/>
                </a:cubicBezTo>
                <a:cubicBezTo>
                  <a:pt x="1372751" y="1477327"/>
                  <a:pt x="1373037" y="1479708"/>
                  <a:pt x="1372751" y="1482089"/>
                </a:cubicBezTo>
                <a:lnTo>
                  <a:pt x="1373091" y="1484898"/>
                </a:lnTo>
                <a:lnTo>
                  <a:pt x="1374260" y="1484508"/>
                </a:lnTo>
                <a:lnTo>
                  <a:pt x="1374659" y="1484288"/>
                </a:lnTo>
                <a:lnTo>
                  <a:pt x="1374943" y="1472660"/>
                </a:lnTo>
                <a:cubicBezTo>
                  <a:pt x="1375514" y="1468755"/>
                  <a:pt x="1377324" y="1461611"/>
                  <a:pt x="1380372" y="1459515"/>
                </a:cubicBezTo>
                <a:cubicBezTo>
                  <a:pt x="1383325" y="1457420"/>
                  <a:pt x="1386087" y="1452943"/>
                  <a:pt x="1389706" y="1453229"/>
                </a:cubicBezTo>
                <a:cubicBezTo>
                  <a:pt x="1393326" y="1453515"/>
                  <a:pt x="1394755" y="1457134"/>
                  <a:pt x="1394469" y="1460373"/>
                </a:cubicBezTo>
                <a:cubicBezTo>
                  <a:pt x="1394183" y="1463706"/>
                  <a:pt x="1392373" y="1464849"/>
                  <a:pt x="1391516" y="1467898"/>
                </a:cubicBezTo>
                <a:cubicBezTo>
                  <a:pt x="1390659" y="1470850"/>
                  <a:pt x="1391230" y="1470850"/>
                  <a:pt x="1391230" y="1473613"/>
                </a:cubicBezTo>
                <a:cubicBezTo>
                  <a:pt x="1391230" y="1476280"/>
                  <a:pt x="1388563" y="1479327"/>
                  <a:pt x="1387039" y="1482566"/>
                </a:cubicBezTo>
                <a:cubicBezTo>
                  <a:pt x="1385516" y="1485900"/>
                  <a:pt x="1378943" y="1490948"/>
                  <a:pt x="1380467" y="1491901"/>
                </a:cubicBezTo>
                <a:lnTo>
                  <a:pt x="1380277" y="1492047"/>
                </a:lnTo>
                <a:lnTo>
                  <a:pt x="1380277" y="1495615"/>
                </a:lnTo>
                <a:cubicBezTo>
                  <a:pt x="1378753" y="1497710"/>
                  <a:pt x="1375800" y="1501044"/>
                  <a:pt x="1379038" y="1500377"/>
                </a:cubicBezTo>
                <a:cubicBezTo>
                  <a:pt x="1382372" y="1499806"/>
                  <a:pt x="1383515" y="1499806"/>
                  <a:pt x="1383515" y="1503044"/>
                </a:cubicBezTo>
                <a:cubicBezTo>
                  <a:pt x="1383515" y="1506378"/>
                  <a:pt x="1384372" y="1506378"/>
                  <a:pt x="1386849" y="1506950"/>
                </a:cubicBezTo>
                <a:cubicBezTo>
                  <a:pt x="1389230" y="1507521"/>
                  <a:pt x="1394659" y="1509045"/>
                  <a:pt x="1396755" y="1506950"/>
                </a:cubicBezTo>
                <a:cubicBezTo>
                  <a:pt x="1398850" y="1504854"/>
                  <a:pt x="1400374" y="1503044"/>
                  <a:pt x="1403327" y="1504568"/>
                </a:cubicBezTo>
                <a:cubicBezTo>
                  <a:pt x="1406280" y="1506092"/>
                  <a:pt x="1406947" y="1505426"/>
                  <a:pt x="1408375" y="1504282"/>
                </a:cubicBezTo>
                <a:cubicBezTo>
                  <a:pt x="1409899" y="1503044"/>
                  <a:pt x="1411709" y="1503997"/>
                  <a:pt x="1413805" y="1505806"/>
                </a:cubicBezTo>
                <a:cubicBezTo>
                  <a:pt x="1415900" y="1507616"/>
                  <a:pt x="1420663" y="1507616"/>
                  <a:pt x="1423425" y="1507045"/>
                </a:cubicBezTo>
                <a:cubicBezTo>
                  <a:pt x="1426092" y="1506473"/>
                  <a:pt x="1426378" y="1504664"/>
                  <a:pt x="1427902" y="1506473"/>
                </a:cubicBezTo>
                <a:cubicBezTo>
                  <a:pt x="1429426" y="1508283"/>
                  <a:pt x="1429140" y="1507330"/>
                  <a:pt x="1429712" y="1505235"/>
                </a:cubicBezTo>
                <a:cubicBezTo>
                  <a:pt x="1430283" y="1503139"/>
                  <a:pt x="1431521" y="1502854"/>
                  <a:pt x="1433331" y="1503997"/>
                </a:cubicBezTo>
                <a:cubicBezTo>
                  <a:pt x="1435141" y="1505235"/>
                  <a:pt x="1435712" y="1502187"/>
                  <a:pt x="1435712" y="1502187"/>
                </a:cubicBezTo>
                <a:cubicBezTo>
                  <a:pt x="1435712" y="1502187"/>
                  <a:pt x="1433331" y="1499806"/>
                  <a:pt x="1440189" y="1493805"/>
                </a:cubicBezTo>
                <a:cubicBezTo>
                  <a:pt x="1447047" y="1487804"/>
                  <a:pt x="1457905" y="1473707"/>
                  <a:pt x="1462382" y="1472850"/>
                </a:cubicBezTo>
                <a:cubicBezTo>
                  <a:pt x="1466859" y="1471993"/>
                  <a:pt x="1467145" y="1472279"/>
                  <a:pt x="1471336" y="1464754"/>
                </a:cubicBezTo>
                <a:cubicBezTo>
                  <a:pt x="1471907" y="1463611"/>
                  <a:pt x="1472479" y="1462658"/>
                  <a:pt x="1472955" y="1461801"/>
                </a:cubicBezTo>
                <a:lnTo>
                  <a:pt x="1472764" y="1467897"/>
                </a:lnTo>
                <a:lnTo>
                  <a:pt x="1472954" y="1468353"/>
                </a:lnTo>
                <a:lnTo>
                  <a:pt x="1472954" y="1468183"/>
                </a:lnTo>
                <a:lnTo>
                  <a:pt x="1472954" y="1462754"/>
                </a:lnTo>
                <a:cubicBezTo>
                  <a:pt x="1475812" y="1457515"/>
                  <a:pt x="1477240" y="1454848"/>
                  <a:pt x="1479812" y="1454848"/>
                </a:cubicBezTo>
                <a:cubicBezTo>
                  <a:pt x="1482860" y="1454848"/>
                  <a:pt x="1483146" y="1455991"/>
                  <a:pt x="1481336" y="1457801"/>
                </a:cubicBezTo>
                <a:cubicBezTo>
                  <a:pt x="1479526" y="1459611"/>
                  <a:pt x="1477431" y="1462563"/>
                  <a:pt x="1475907" y="1470374"/>
                </a:cubicBezTo>
                <a:lnTo>
                  <a:pt x="1475102" y="1473506"/>
                </a:lnTo>
                <a:lnTo>
                  <a:pt x="1475146" y="1473612"/>
                </a:lnTo>
                <a:cubicBezTo>
                  <a:pt x="1474288" y="1478089"/>
                  <a:pt x="1474003" y="1478660"/>
                  <a:pt x="1472479" y="1481899"/>
                </a:cubicBezTo>
                <a:cubicBezTo>
                  <a:pt x="1471431" y="1484185"/>
                  <a:pt x="1470859" y="1486756"/>
                  <a:pt x="1471145" y="1490662"/>
                </a:cubicBezTo>
                <a:lnTo>
                  <a:pt x="1470805" y="1490685"/>
                </a:lnTo>
                <a:lnTo>
                  <a:pt x="1471050" y="1490947"/>
                </a:lnTo>
                <a:cubicBezTo>
                  <a:pt x="1471145" y="1493614"/>
                  <a:pt x="1471716" y="1496853"/>
                  <a:pt x="1472669" y="1501044"/>
                </a:cubicBezTo>
                <a:cubicBezTo>
                  <a:pt x="1475145" y="1511521"/>
                  <a:pt x="1474479" y="1521713"/>
                  <a:pt x="1484099" y="1522285"/>
                </a:cubicBezTo>
                <a:cubicBezTo>
                  <a:pt x="1493624" y="1522856"/>
                  <a:pt x="1502958" y="1522285"/>
                  <a:pt x="1502958" y="1530667"/>
                </a:cubicBezTo>
                <a:cubicBezTo>
                  <a:pt x="1502958" y="1539049"/>
                  <a:pt x="1506007" y="1550479"/>
                  <a:pt x="1510198" y="1552860"/>
                </a:cubicBezTo>
                <a:cubicBezTo>
                  <a:pt x="1514389" y="1555241"/>
                  <a:pt x="1516770" y="1555908"/>
                  <a:pt x="1514103" y="1560670"/>
                </a:cubicBezTo>
                <a:cubicBezTo>
                  <a:pt x="1511436" y="1565433"/>
                  <a:pt x="1509626" y="1570576"/>
                  <a:pt x="1507816" y="1573529"/>
                </a:cubicBezTo>
                <a:cubicBezTo>
                  <a:pt x="1506007" y="1576577"/>
                  <a:pt x="1497053" y="1584388"/>
                  <a:pt x="1493148" y="1587340"/>
                </a:cubicBezTo>
                <a:cubicBezTo>
                  <a:pt x="1489243" y="1590388"/>
                  <a:pt x="1486861" y="1593722"/>
                  <a:pt x="1486290" y="1596675"/>
                </a:cubicBezTo>
                <a:cubicBezTo>
                  <a:pt x="1485718" y="1599628"/>
                  <a:pt x="1483908" y="1601437"/>
                  <a:pt x="1481813" y="1602961"/>
                </a:cubicBezTo>
                <a:cubicBezTo>
                  <a:pt x="1479718" y="1604390"/>
                  <a:pt x="1478479" y="1606200"/>
                  <a:pt x="1478194" y="1608010"/>
                </a:cubicBezTo>
                <a:cubicBezTo>
                  <a:pt x="1477908" y="1609819"/>
                  <a:pt x="1471621" y="1610677"/>
                  <a:pt x="1473145" y="1608010"/>
                </a:cubicBezTo>
                <a:cubicBezTo>
                  <a:pt x="1474574" y="1605247"/>
                  <a:pt x="1474574" y="1603152"/>
                  <a:pt x="1471907" y="1604390"/>
                </a:cubicBezTo>
                <a:cubicBezTo>
                  <a:pt x="1469145" y="1605628"/>
                  <a:pt x="1468573" y="1607438"/>
                  <a:pt x="1468573" y="1610105"/>
                </a:cubicBezTo>
                <a:cubicBezTo>
                  <a:pt x="1468573" y="1612867"/>
                  <a:pt x="1467144" y="1614582"/>
                  <a:pt x="1465620" y="1615820"/>
                </a:cubicBezTo>
                <a:cubicBezTo>
                  <a:pt x="1464192" y="1617058"/>
                  <a:pt x="1460572" y="1625440"/>
                  <a:pt x="1460858" y="1628107"/>
                </a:cubicBezTo>
                <a:cubicBezTo>
                  <a:pt x="1461144" y="1630870"/>
                  <a:pt x="1460001" y="1635632"/>
                  <a:pt x="1458477" y="1637442"/>
                </a:cubicBezTo>
                <a:cubicBezTo>
                  <a:pt x="1456953" y="1639156"/>
                  <a:pt x="1457905" y="1640395"/>
                  <a:pt x="1458477" y="1642490"/>
                </a:cubicBezTo>
                <a:cubicBezTo>
                  <a:pt x="1459048" y="1644586"/>
                  <a:pt x="1458191" y="1646681"/>
                  <a:pt x="1454000" y="1647253"/>
                </a:cubicBezTo>
                <a:cubicBezTo>
                  <a:pt x="1449809" y="1647824"/>
                  <a:pt x="1432473" y="1650777"/>
                  <a:pt x="1432759" y="1658302"/>
                </a:cubicBezTo>
                <a:cubicBezTo>
                  <a:pt x="1433045" y="1665731"/>
                  <a:pt x="1433045" y="1667541"/>
                  <a:pt x="1430664" y="1669065"/>
                </a:cubicBezTo>
                <a:cubicBezTo>
                  <a:pt x="1428282" y="1670589"/>
                  <a:pt x="1428282" y="1675351"/>
                  <a:pt x="1424377" y="1674494"/>
                </a:cubicBezTo>
                <a:cubicBezTo>
                  <a:pt x="1420472" y="1673637"/>
                  <a:pt x="1411519" y="1670017"/>
                  <a:pt x="1407613" y="1674208"/>
                </a:cubicBezTo>
                <a:cubicBezTo>
                  <a:pt x="1403708" y="1678495"/>
                  <a:pt x="1401041" y="1678971"/>
                  <a:pt x="1401041" y="1683543"/>
                </a:cubicBezTo>
                <a:cubicBezTo>
                  <a:pt x="1401041" y="1688115"/>
                  <a:pt x="1399898" y="1688972"/>
                  <a:pt x="1398088" y="1691067"/>
                </a:cubicBezTo>
                <a:cubicBezTo>
                  <a:pt x="1396278" y="1693163"/>
                  <a:pt x="1394850" y="1696402"/>
                  <a:pt x="1391516" y="1695830"/>
                </a:cubicBezTo>
                <a:cubicBezTo>
                  <a:pt x="1388277" y="1695259"/>
                  <a:pt x="1382848" y="1693735"/>
                  <a:pt x="1380753" y="1696116"/>
                </a:cubicBezTo>
                <a:cubicBezTo>
                  <a:pt x="1378657" y="1698497"/>
                  <a:pt x="1376276" y="1698783"/>
                  <a:pt x="1373895" y="1698497"/>
                </a:cubicBezTo>
                <a:cubicBezTo>
                  <a:pt x="1371514" y="1698211"/>
                  <a:pt x="1370275" y="1699640"/>
                  <a:pt x="1368180" y="1700878"/>
                </a:cubicBezTo>
                <a:cubicBezTo>
                  <a:pt x="1366846" y="1701640"/>
                  <a:pt x="1364751" y="1701450"/>
                  <a:pt x="1362179" y="1701640"/>
                </a:cubicBezTo>
                <a:lnTo>
                  <a:pt x="1362034" y="1700651"/>
                </a:lnTo>
                <a:lnTo>
                  <a:pt x="1361798" y="1701260"/>
                </a:lnTo>
                <a:cubicBezTo>
                  <a:pt x="1360465" y="1701450"/>
                  <a:pt x="1358941" y="1701641"/>
                  <a:pt x="1357321" y="1702308"/>
                </a:cubicBezTo>
                <a:cubicBezTo>
                  <a:pt x="1352845" y="1704117"/>
                  <a:pt x="1344748" y="1706499"/>
                  <a:pt x="1342939" y="1710118"/>
                </a:cubicBezTo>
                <a:cubicBezTo>
                  <a:pt x="1341224" y="1713737"/>
                  <a:pt x="1339414" y="1717071"/>
                  <a:pt x="1339986" y="1719738"/>
                </a:cubicBezTo>
                <a:cubicBezTo>
                  <a:pt x="1340558" y="1722405"/>
                  <a:pt x="1343320" y="1729644"/>
                  <a:pt x="1339986" y="1729930"/>
                </a:cubicBezTo>
                <a:cubicBezTo>
                  <a:pt x="1336747" y="1730216"/>
                  <a:pt x="1333414" y="1730883"/>
                  <a:pt x="1329224" y="1733835"/>
                </a:cubicBezTo>
                <a:cubicBezTo>
                  <a:pt x="1325032" y="1736788"/>
                  <a:pt x="1320841" y="1739169"/>
                  <a:pt x="1316364" y="1740979"/>
                </a:cubicBezTo>
                <a:cubicBezTo>
                  <a:pt x="1311887" y="1742789"/>
                  <a:pt x="1305316" y="1746027"/>
                  <a:pt x="1300457" y="1744503"/>
                </a:cubicBezTo>
                <a:cubicBezTo>
                  <a:pt x="1300457" y="1744503"/>
                  <a:pt x="1295314" y="1745741"/>
                  <a:pt x="1289313" y="1747837"/>
                </a:cubicBezTo>
                <a:cubicBezTo>
                  <a:pt x="1283312" y="1749933"/>
                  <a:pt x="1273501" y="1754409"/>
                  <a:pt x="1270169" y="1760124"/>
                </a:cubicBezTo>
                <a:cubicBezTo>
                  <a:pt x="1266834" y="1765839"/>
                  <a:pt x="1264453" y="1768887"/>
                  <a:pt x="1260262" y="1767649"/>
                </a:cubicBezTo>
                <a:cubicBezTo>
                  <a:pt x="1256071" y="1766411"/>
                  <a:pt x="1256928" y="1768887"/>
                  <a:pt x="1252166" y="1767649"/>
                </a:cubicBezTo>
                <a:cubicBezTo>
                  <a:pt x="1247403" y="1766411"/>
                  <a:pt x="1244736" y="1766982"/>
                  <a:pt x="1241402" y="1772412"/>
                </a:cubicBezTo>
                <a:cubicBezTo>
                  <a:pt x="1238068" y="1777841"/>
                  <a:pt x="1232639" y="1778698"/>
                  <a:pt x="1225781" y="1780794"/>
                </a:cubicBezTo>
                <a:cubicBezTo>
                  <a:pt x="1218828" y="1782889"/>
                  <a:pt x="1213113" y="1780508"/>
                  <a:pt x="1208066" y="1782603"/>
                </a:cubicBezTo>
                <a:cubicBezTo>
                  <a:pt x="1203017" y="1784699"/>
                  <a:pt x="1200350" y="1785937"/>
                  <a:pt x="1197016" y="1790700"/>
                </a:cubicBezTo>
                <a:cubicBezTo>
                  <a:pt x="1193682" y="1795557"/>
                  <a:pt x="1191015" y="1798796"/>
                  <a:pt x="1187396" y="1797938"/>
                </a:cubicBezTo>
                <a:cubicBezTo>
                  <a:pt x="1183776" y="1796986"/>
                  <a:pt x="1183776" y="1796129"/>
                  <a:pt x="1180823" y="1798224"/>
                </a:cubicBezTo>
                <a:cubicBezTo>
                  <a:pt x="1177775" y="1800320"/>
                  <a:pt x="1174822" y="1799462"/>
                  <a:pt x="1168822" y="1797938"/>
                </a:cubicBezTo>
                <a:cubicBezTo>
                  <a:pt x="1162821" y="1796415"/>
                  <a:pt x="1162535" y="1794986"/>
                  <a:pt x="1163107" y="1791366"/>
                </a:cubicBezTo>
                <a:cubicBezTo>
                  <a:pt x="1163678" y="1787747"/>
                  <a:pt x="1162154" y="1787747"/>
                  <a:pt x="1161583" y="1783270"/>
                </a:cubicBezTo>
                <a:cubicBezTo>
                  <a:pt x="1161011" y="1778698"/>
                  <a:pt x="1162535" y="1778984"/>
                  <a:pt x="1163107" y="1773936"/>
                </a:cubicBezTo>
                <a:cubicBezTo>
                  <a:pt x="1163773" y="1768887"/>
                  <a:pt x="1164917" y="1766792"/>
                  <a:pt x="1162535" y="1763172"/>
                </a:cubicBezTo>
                <a:cubicBezTo>
                  <a:pt x="1160154" y="1759553"/>
                  <a:pt x="1159582" y="1759553"/>
                  <a:pt x="1159582" y="1756600"/>
                </a:cubicBezTo>
                <a:cubicBezTo>
                  <a:pt x="1159582" y="1753552"/>
                  <a:pt x="1159297" y="1751457"/>
                  <a:pt x="1161106" y="1751171"/>
                </a:cubicBezTo>
                <a:cubicBezTo>
                  <a:pt x="1162916" y="1750885"/>
                  <a:pt x="1162345" y="1750599"/>
                  <a:pt x="1162630" y="1746123"/>
                </a:cubicBezTo>
                <a:cubicBezTo>
                  <a:pt x="1162916" y="1741646"/>
                  <a:pt x="1162916" y="1738883"/>
                  <a:pt x="1163203" y="1736216"/>
                </a:cubicBezTo>
                <a:cubicBezTo>
                  <a:pt x="1163583" y="1733454"/>
                  <a:pt x="1167107" y="1733169"/>
                  <a:pt x="1164440" y="1730787"/>
                </a:cubicBezTo>
                <a:cubicBezTo>
                  <a:pt x="1161773" y="1728406"/>
                  <a:pt x="1160249" y="1727834"/>
                  <a:pt x="1162630" y="1727834"/>
                </a:cubicBezTo>
                <a:cubicBezTo>
                  <a:pt x="1165012" y="1727834"/>
                  <a:pt x="1164726" y="1728406"/>
                  <a:pt x="1164155" y="1725739"/>
                </a:cubicBezTo>
                <a:cubicBezTo>
                  <a:pt x="1163488" y="1723072"/>
                  <a:pt x="1166250" y="1721548"/>
                  <a:pt x="1166821" y="1718881"/>
                </a:cubicBezTo>
                <a:cubicBezTo>
                  <a:pt x="1167393" y="1716119"/>
                  <a:pt x="1165297" y="1715262"/>
                  <a:pt x="1167393" y="1713166"/>
                </a:cubicBezTo>
                <a:cubicBezTo>
                  <a:pt x="1169488" y="1711071"/>
                  <a:pt x="1169203" y="1708404"/>
                  <a:pt x="1170060" y="1702688"/>
                </a:cubicBezTo>
                <a:cubicBezTo>
                  <a:pt x="1170631" y="1699164"/>
                  <a:pt x="1170822" y="1696783"/>
                  <a:pt x="1170631" y="1694211"/>
                </a:cubicBezTo>
                <a:lnTo>
                  <a:pt x="1170976" y="1693811"/>
                </a:lnTo>
                <a:lnTo>
                  <a:pt x="1170154" y="1689068"/>
                </a:lnTo>
                <a:cubicBezTo>
                  <a:pt x="1169011" y="1683924"/>
                  <a:pt x="1170441" y="1680400"/>
                  <a:pt x="1167774" y="1677066"/>
                </a:cubicBezTo>
                <a:cubicBezTo>
                  <a:pt x="1165107" y="1673828"/>
                  <a:pt x="1165107" y="1673161"/>
                  <a:pt x="1165107" y="1668398"/>
                </a:cubicBezTo>
                <a:cubicBezTo>
                  <a:pt x="1165107" y="1663541"/>
                  <a:pt x="1165678" y="1664207"/>
                  <a:pt x="1163868" y="1660588"/>
                </a:cubicBezTo>
                <a:cubicBezTo>
                  <a:pt x="1162058" y="1657064"/>
                  <a:pt x="1161202" y="1653158"/>
                  <a:pt x="1159106" y="1647729"/>
                </a:cubicBezTo>
                <a:cubicBezTo>
                  <a:pt x="1157010" y="1642300"/>
                  <a:pt x="1157010" y="1637252"/>
                  <a:pt x="1156439" y="1625250"/>
                </a:cubicBezTo>
                <a:cubicBezTo>
                  <a:pt x="1155771" y="1613249"/>
                  <a:pt x="1154914" y="1609058"/>
                  <a:pt x="1155200" y="1604581"/>
                </a:cubicBezTo>
                <a:cubicBezTo>
                  <a:pt x="1155487" y="1600104"/>
                  <a:pt x="1152820" y="1599247"/>
                  <a:pt x="1151296" y="1595913"/>
                </a:cubicBezTo>
                <a:cubicBezTo>
                  <a:pt x="1149866" y="1592579"/>
                  <a:pt x="1150438" y="1592008"/>
                  <a:pt x="1146532" y="1588388"/>
                </a:cubicBezTo>
                <a:cubicBezTo>
                  <a:pt x="1142627" y="1584769"/>
                  <a:pt x="1141389" y="1581530"/>
                  <a:pt x="1141389" y="1577911"/>
                </a:cubicBezTo>
                <a:cubicBezTo>
                  <a:pt x="1141389" y="1574291"/>
                  <a:pt x="1140532" y="1571910"/>
                  <a:pt x="1139293" y="1568005"/>
                </a:cubicBezTo>
                <a:cubicBezTo>
                  <a:pt x="1138055" y="1564100"/>
                  <a:pt x="1138342" y="1561147"/>
                  <a:pt x="1140151" y="1559337"/>
                </a:cubicBezTo>
                <a:cubicBezTo>
                  <a:pt x="1141961" y="1557623"/>
                  <a:pt x="1142246" y="1549812"/>
                  <a:pt x="1142246" y="1546193"/>
                </a:cubicBezTo>
                <a:cubicBezTo>
                  <a:pt x="1142246" y="1542573"/>
                  <a:pt x="1141294" y="1540192"/>
                  <a:pt x="1142533" y="1537811"/>
                </a:cubicBezTo>
                <a:cubicBezTo>
                  <a:pt x="1143770" y="1535429"/>
                  <a:pt x="1144056" y="1529714"/>
                  <a:pt x="1144342" y="1523714"/>
                </a:cubicBezTo>
                <a:cubicBezTo>
                  <a:pt x="1144628" y="1517713"/>
                  <a:pt x="1143103" y="1514379"/>
                  <a:pt x="1145200" y="1511998"/>
                </a:cubicBezTo>
                <a:cubicBezTo>
                  <a:pt x="1147294" y="1509617"/>
                  <a:pt x="1146343" y="1508093"/>
                  <a:pt x="1146056" y="1501520"/>
                </a:cubicBezTo>
                <a:cubicBezTo>
                  <a:pt x="1145770" y="1494948"/>
                  <a:pt x="1143961" y="1497044"/>
                  <a:pt x="1143103" y="1494377"/>
                </a:cubicBezTo>
                <a:cubicBezTo>
                  <a:pt x="1142151" y="1491710"/>
                  <a:pt x="1141865" y="1490186"/>
                  <a:pt x="1141865" y="1486280"/>
                </a:cubicBezTo>
                <a:cubicBezTo>
                  <a:pt x="1141865" y="1482375"/>
                  <a:pt x="1139389" y="1480565"/>
                  <a:pt x="1136436" y="1477613"/>
                </a:cubicBezTo>
                <a:cubicBezTo>
                  <a:pt x="1133483" y="1474660"/>
                  <a:pt x="1131673" y="1473136"/>
                  <a:pt x="1131673" y="1470469"/>
                </a:cubicBezTo>
                <a:cubicBezTo>
                  <a:pt x="1131673" y="1467802"/>
                  <a:pt x="1130816" y="1462944"/>
                  <a:pt x="1133769" y="1458182"/>
                </a:cubicBezTo>
                <a:cubicBezTo>
                  <a:pt x="1136721" y="1453324"/>
                  <a:pt x="1133388" y="1447037"/>
                  <a:pt x="1132531" y="1444656"/>
                </a:cubicBezTo>
                <a:cubicBezTo>
                  <a:pt x="1131579" y="1442275"/>
                  <a:pt x="1131579" y="1437798"/>
                  <a:pt x="1131292" y="1433607"/>
                </a:cubicBezTo>
                <a:cubicBezTo>
                  <a:pt x="1131007" y="1429416"/>
                  <a:pt x="1133103" y="1429416"/>
                  <a:pt x="1131292" y="1427321"/>
                </a:cubicBezTo>
                <a:cubicBezTo>
                  <a:pt x="1129483" y="1425130"/>
                  <a:pt x="1129769" y="1425511"/>
                  <a:pt x="1129769" y="1422177"/>
                </a:cubicBezTo>
                <a:cubicBezTo>
                  <a:pt x="1129769" y="1418843"/>
                  <a:pt x="1128530" y="1420367"/>
                  <a:pt x="1130340" y="1417986"/>
                </a:cubicBezTo>
                <a:cubicBezTo>
                  <a:pt x="1132150" y="1415605"/>
                  <a:pt x="1130911" y="1413795"/>
                  <a:pt x="1130054" y="1411414"/>
                </a:cubicBezTo>
                <a:cubicBezTo>
                  <a:pt x="1129197" y="1408937"/>
                  <a:pt x="1130340" y="1408652"/>
                  <a:pt x="1129483" y="1405985"/>
                </a:cubicBezTo>
                <a:cubicBezTo>
                  <a:pt x="1128625" y="1403222"/>
                  <a:pt x="1128245" y="1403603"/>
                  <a:pt x="1129483" y="1400270"/>
                </a:cubicBezTo>
                <a:cubicBezTo>
                  <a:pt x="1130721" y="1397031"/>
                  <a:pt x="1130054" y="1394364"/>
                  <a:pt x="1129483" y="1389221"/>
                </a:cubicBezTo>
                <a:cubicBezTo>
                  <a:pt x="1128816" y="1384172"/>
                  <a:pt x="1126435" y="1379981"/>
                  <a:pt x="1127959" y="1376648"/>
                </a:cubicBezTo>
                <a:cubicBezTo>
                  <a:pt x="1129483" y="1373409"/>
                  <a:pt x="1126149" y="1374552"/>
                  <a:pt x="1124053" y="1373981"/>
                </a:cubicBezTo>
                <a:cubicBezTo>
                  <a:pt x="1121959" y="1373409"/>
                  <a:pt x="1122529" y="1372171"/>
                  <a:pt x="1120434" y="1372171"/>
                </a:cubicBezTo>
                <a:cubicBezTo>
                  <a:pt x="1118338" y="1372171"/>
                  <a:pt x="1117671" y="1371314"/>
                  <a:pt x="1119196" y="1369790"/>
                </a:cubicBezTo>
                <a:cubicBezTo>
                  <a:pt x="1120720" y="1368266"/>
                  <a:pt x="1121005" y="1367694"/>
                  <a:pt x="1122815" y="1361693"/>
                </a:cubicBezTo>
                <a:cubicBezTo>
                  <a:pt x="1124625" y="1355693"/>
                  <a:pt x="1129102" y="1348549"/>
                  <a:pt x="1134246" y="1340453"/>
                </a:cubicBezTo>
                <a:lnTo>
                  <a:pt x="1136873" y="1334032"/>
                </a:lnTo>
                <a:lnTo>
                  <a:pt x="1136817" y="1333785"/>
                </a:lnTo>
                <a:lnTo>
                  <a:pt x="1136837" y="1333754"/>
                </a:lnTo>
                <a:lnTo>
                  <a:pt x="1135591" y="1334133"/>
                </a:lnTo>
                <a:lnTo>
                  <a:pt x="1135580" y="1334261"/>
                </a:lnTo>
                <a:cubicBezTo>
                  <a:pt x="1134913" y="1335690"/>
                  <a:pt x="1134913" y="1335690"/>
                  <a:pt x="1129864" y="1341405"/>
                </a:cubicBezTo>
                <a:cubicBezTo>
                  <a:pt x="1124720" y="1347120"/>
                  <a:pt x="1122339" y="1351311"/>
                  <a:pt x="1120529" y="1355502"/>
                </a:cubicBezTo>
                <a:cubicBezTo>
                  <a:pt x="1118816" y="1359693"/>
                  <a:pt x="1119958" y="1361217"/>
                  <a:pt x="1117578" y="1364836"/>
                </a:cubicBezTo>
                <a:cubicBezTo>
                  <a:pt x="1115100" y="1368361"/>
                  <a:pt x="1113957" y="1369885"/>
                  <a:pt x="1112433" y="1373790"/>
                </a:cubicBezTo>
                <a:cubicBezTo>
                  <a:pt x="1110909" y="1377695"/>
                  <a:pt x="1107671" y="1380648"/>
                  <a:pt x="1106146" y="1377981"/>
                </a:cubicBezTo>
                <a:cubicBezTo>
                  <a:pt x="1104719" y="1375314"/>
                  <a:pt x="1103194" y="1372933"/>
                  <a:pt x="1103194" y="1367504"/>
                </a:cubicBezTo>
                <a:cubicBezTo>
                  <a:pt x="1103194" y="1362074"/>
                  <a:pt x="1101098" y="1358740"/>
                  <a:pt x="1101098" y="1353692"/>
                </a:cubicBezTo>
                <a:cubicBezTo>
                  <a:pt x="1101098" y="1348549"/>
                  <a:pt x="1102241" y="1340738"/>
                  <a:pt x="1101385" y="1337785"/>
                </a:cubicBezTo>
                <a:cubicBezTo>
                  <a:pt x="1100433" y="1334738"/>
                  <a:pt x="1098050" y="1332452"/>
                  <a:pt x="1098050" y="1330261"/>
                </a:cubicBezTo>
                <a:cubicBezTo>
                  <a:pt x="1098050" y="1328070"/>
                  <a:pt x="1101385" y="1323022"/>
                  <a:pt x="1101956" y="1320926"/>
                </a:cubicBezTo>
                <a:cubicBezTo>
                  <a:pt x="1102622" y="1318831"/>
                  <a:pt x="1101098" y="1314068"/>
                  <a:pt x="1103479" y="1306544"/>
                </a:cubicBezTo>
                <a:cubicBezTo>
                  <a:pt x="1105956" y="1299019"/>
                  <a:pt x="1098717" y="1307115"/>
                  <a:pt x="1098431" y="1312544"/>
                </a:cubicBezTo>
                <a:cubicBezTo>
                  <a:pt x="1098146" y="1317973"/>
                  <a:pt x="1097288" y="1322736"/>
                  <a:pt x="1095764" y="1326070"/>
                </a:cubicBezTo>
                <a:cubicBezTo>
                  <a:pt x="1094240" y="1329404"/>
                  <a:pt x="1093954" y="1328832"/>
                  <a:pt x="1093954" y="1331785"/>
                </a:cubicBezTo>
                <a:cubicBezTo>
                  <a:pt x="1093954" y="1334833"/>
                  <a:pt x="1094812" y="1339024"/>
                  <a:pt x="1094527" y="1343215"/>
                </a:cubicBezTo>
                <a:cubicBezTo>
                  <a:pt x="1094240" y="1347501"/>
                  <a:pt x="1091859" y="1349215"/>
                  <a:pt x="1092431" y="1354645"/>
                </a:cubicBezTo>
                <a:cubicBezTo>
                  <a:pt x="1093002" y="1359979"/>
                  <a:pt x="1094527" y="1364836"/>
                  <a:pt x="1097193" y="1369313"/>
                </a:cubicBezTo>
                <a:cubicBezTo>
                  <a:pt x="1099955" y="1373790"/>
                  <a:pt x="1097860" y="1375314"/>
                  <a:pt x="1096621" y="1375314"/>
                </a:cubicBezTo>
                <a:cubicBezTo>
                  <a:pt x="1095384" y="1375314"/>
                  <a:pt x="1094527" y="1375314"/>
                  <a:pt x="1095099" y="1377124"/>
                </a:cubicBezTo>
                <a:cubicBezTo>
                  <a:pt x="1095669" y="1378934"/>
                  <a:pt x="1096621" y="1381315"/>
                  <a:pt x="1094812" y="1381029"/>
                </a:cubicBezTo>
                <a:cubicBezTo>
                  <a:pt x="1093002" y="1380743"/>
                  <a:pt x="1093002" y="1380743"/>
                  <a:pt x="1094812" y="1384363"/>
                </a:cubicBezTo>
                <a:cubicBezTo>
                  <a:pt x="1096621" y="1387982"/>
                  <a:pt x="1096050" y="1387697"/>
                  <a:pt x="1096050" y="1392173"/>
                </a:cubicBezTo>
                <a:cubicBezTo>
                  <a:pt x="1096050" y="1396650"/>
                  <a:pt x="1096621" y="1401508"/>
                  <a:pt x="1094527" y="1404175"/>
                </a:cubicBezTo>
                <a:cubicBezTo>
                  <a:pt x="1092431" y="1406842"/>
                  <a:pt x="1093383" y="1410747"/>
                  <a:pt x="1093954" y="1415224"/>
                </a:cubicBezTo>
                <a:cubicBezTo>
                  <a:pt x="1094527" y="1419796"/>
                  <a:pt x="1093288" y="1423320"/>
                  <a:pt x="1094527" y="1426654"/>
                </a:cubicBezTo>
                <a:cubicBezTo>
                  <a:pt x="1095764" y="1429892"/>
                  <a:pt x="1096050" y="1438655"/>
                  <a:pt x="1095764" y="1445513"/>
                </a:cubicBezTo>
                <a:cubicBezTo>
                  <a:pt x="1095480" y="1452371"/>
                  <a:pt x="1096717" y="1464087"/>
                  <a:pt x="1095480" y="1468850"/>
                </a:cubicBezTo>
                <a:cubicBezTo>
                  <a:pt x="1094240" y="1473612"/>
                  <a:pt x="1094240" y="1474565"/>
                  <a:pt x="1095764" y="1474850"/>
                </a:cubicBezTo>
                <a:cubicBezTo>
                  <a:pt x="1097288" y="1475136"/>
                  <a:pt x="1097860" y="1476279"/>
                  <a:pt x="1097860" y="1479613"/>
                </a:cubicBezTo>
                <a:cubicBezTo>
                  <a:pt x="1097860" y="1482851"/>
                  <a:pt x="1098146" y="1483137"/>
                  <a:pt x="1096050" y="1482565"/>
                </a:cubicBezTo>
                <a:cubicBezTo>
                  <a:pt x="1093954" y="1481994"/>
                  <a:pt x="1092717" y="1482280"/>
                  <a:pt x="1092717" y="1486471"/>
                </a:cubicBezTo>
                <a:lnTo>
                  <a:pt x="1090929" y="1503975"/>
                </a:lnTo>
                <a:lnTo>
                  <a:pt x="1094528" y="1515903"/>
                </a:lnTo>
                <a:cubicBezTo>
                  <a:pt x="1097194" y="1517427"/>
                  <a:pt x="1099289" y="1519523"/>
                  <a:pt x="1099289" y="1522190"/>
                </a:cubicBezTo>
                <a:cubicBezTo>
                  <a:pt x="1099289" y="1524857"/>
                  <a:pt x="1099003" y="1527905"/>
                  <a:pt x="1099861" y="1530286"/>
                </a:cubicBezTo>
                <a:cubicBezTo>
                  <a:pt x="1100813" y="1532668"/>
                  <a:pt x="1101956" y="1533620"/>
                  <a:pt x="1101100" y="1538668"/>
                </a:cubicBezTo>
                <a:cubicBezTo>
                  <a:pt x="1100146" y="1543812"/>
                  <a:pt x="1100813" y="1550098"/>
                  <a:pt x="1101670" y="1556670"/>
                </a:cubicBezTo>
                <a:cubicBezTo>
                  <a:pt x="1102528" y="1563338"/>
                  <a:pt x="1102813" y="1561814"/>
                  <a:pt x="1100146" y="1560004"/>
                </a:cubicBezTo>
                <a:cubicBezTo>
                  <a:pt x="1097479" y="1558194"/>
                  <a:pt x="1099575" y="1562957"/>
                  <a:pt x="1099289" y="1570482"/>
                </a:cubicBezTo>
                <a:cubicBezTo>
                  <a:pt x="1099003" y="1578006"/>
                  <a:pt x="1099289" y="1578578"/>
                  <a:pt x="1096908" y="1582198"/>
                </a:cubicBezTo>
                <a:cubicBezTo>
                  <a:pt x="1094528" y="1585722"/>
                  <a:pt x="1094241" y="1588484"/>
                  <a:pt x="1094812" y="1593247"/>
                </a:cubicBezTo>
                <a:cubicBezTo>
                  <a:pt x="1095384" y="1598009"/>
                  <a:pt x="1094812" y="1604010"/>
                  <a:pt x="1093574" y="1610296"/>
                </a:cubicBezTo>
                <a:cubicBezTo>
                  <a:pt x="1092336" y="1616583"/>
                  <a:pt x="1092336" y="1619631"/>
                  <a:pt x="1093860" y="1622298"/>
                </a:cubicBezTo>
                <a:cubicBezTo>
                  <a:pt x="1095289" y="1625060"/>
                  <a:pt x="1096813" y="1626489"/>
                  <a:pt x="1096527" y="1630108"/>
                </a:cubicBezTo>
                <a:cubicBezTo>
                  <a:pt x="1096146" y="1633728"/>
                  <a:pt x="1098242" y="1636395"/>
                  <a:pt x="1101575" y="1638776"/>
                </a:cubicBezTo>
                <a:lnTo>
                  <a:pt x="1104563" y="1643256"/>
                </a:lnTo>
                <a:lnTo>
                  <a:pt x="1104624" y="1643157"/>
                </a:lnTo>
                <a:lnTo>
                  <a:pt x="1104719" y="1643491"/>
                </a:lnTo>
                <a:lnTo>
                  <a:pt x="1104815" y="1643634"/>
                </a:lnTo>
                <a:lnTo>
                  <a:pt x="1104782" y="1643712"/>
                </a:lnTo>
                <a:lnTo>
                  <a:pt x="1107290" y="1652492"/>
                </a:lnTo>
                <a:cubicBezTo>
                  <a:pt x="1107862" y="1656397"/>
                  <a:pt x="1105480" y="1664207"/>
                  <a:pt x="1106719" y="1670780"/>
                </a:cubicBezTo>
                <a:cubicBezTo>
                  <a:pt x="1107958" y="1677352"/>
                  <a:pt x="1107958" y="1688115"/>
                  <a:pt x="1107290" y="1691735"/>
                </a:cubicBezTo>
                <a:cubicBezTo>
                  <a:pt x="1106719" y="1695354"/>
                  <a:pt x="1105194" y="1699545"/>
                  <a:pt x="1105480" y="1703736"/>
                </a:cubicBezTo>
                <a:cubicBezTo>
                  <a:pt x="1105767" y="1707927"/>
                  <a:pt x="1105194" y="1712690"/>
                  <a:pt x="1105194" y="1712690"/>
                </a:cubicBezTo>
                <a:cubicBezTo>
                  <a:pt x="1107290" y="1710594"/>
                  <a:pt x="1107862" y="1712690"/>
                  <a:pt x="1108147" y="1719548"/>
                </a:cubicBezTo>
                <a:cubicBezTo>
                  <a:pt x="1108434" y="1726406"/>
                  <a:pt x="1111481" y="1723453"/>
                  <a:pt x="1111481" y="1720786"/>
                </a:cubicBezTo>
                <a:cubicBezTo>
                  <a:pt x="1111481" y="1718119"/>
                  <a:pt x="1111196" y="1716881"/>
                  <a:pt x="1113291" y="1717166"/>
                </a:cubicBezTo>
                <a:cubicBezTo>
                  <a:pt x="1115386" y="1717452"/>
                  <a:pt x="1116244" y="1718976"/>
                  <a:pt x="1115958" y="1725263"/>
                </a:cubicBezTo>
                <a:cubicBezTo>
                  <a:pt x="1115673" y="1731549"/>
                  <a:pt x="1117767" y="1731835"/>
                  <a:pt x="1122244" y="1733073"/>
                </a:cubicBezTo>
                <a:cubicBezTo>
                  <a:pt x="1126721" y="1734311"/>
                  <a:pt x="1124911" y="1737550"/>
                  <a:pt x="1127388" y="1740312"/>
                </a:cubicBezTo>
                <a:cubicBezTo>
                  <a:pt x="1129769" y="1742979"/>
                  <a:pt x="1130721" y="1744503"/>
                  <a:pt x="1131293" y="1746313"/>
                </a:cubicBezTo>
                <a:cubicBezTo>
                  <a:pt x="1131865" y="1748123"/>
                  <a:pt x="1131579" y="1751361"/>
                  <a:pt x="1134341" y="1755933"/>
                </a:cubicBezTo>
                <a:cubicBezTo>
                  <a:pt x="1137008" y="1760410"/>
                  <a:pt x="1140342" y="1766982"/>
                  <a:pt x="1143009" y="1767935"/>
                </a:cubicBezTo>
                <a:cubicBezTo>
                  <a:pt x="1145676" y="1768792"/>
                  <a:pt x="1144533" y="1769744"/>
                  <a:pt x="1145104" y="1775459"/>
                </a:cubicBezTo>
                <a:cubicBezTo>
                  <a:pt x="1145676" y="1781174"/>
                  <a:pt x="1145391" y="1784127"/>
                  <a:pt x="1147771" y="1784413"/>
                </a:cubicBezTo>
                <a:cubicBezTo>
                  <a:pt x="1150152" y="1784699"/>
                  <a:pt x="1149581" y="1784699"/>
                  <a:pt x="1151105" y="1787080"/>
                </a:cubicBezTo>
                <a:cubicBezTo>
                  <a:pt x="1152629" y="1789461"/>
                  <a:pt x="1154725" y="1791557"/>
                  <a:pt x="1155867" y="1794605"/>
                </a:cubicBezTo>
                <a:lnTo>
                  <a:pt x="1158200" y="1798896"/>
                </a:lnTo>
                <a:lnTo>
                  <a:pt x="1158248" y="1798891"/>
                </a:lnTo>
                <a:cubicBezTo>
                  <a:pt x="1159106" y="1800701"/>
                  <a:pt x="1159867" y="1803273"/>
                  <a:pt x="1160058" y="1807654"/>
                </a:cubicBezTo>
                <a:cubicBezTo>
                  <a:pt x="1160344" y="1816036"/>
                  <a:pt x="1156153" y="1816703"/>
                  <a:pt x="1154057" y="1819370"/>
                </a:cubicBezTo>
                <a:cubicBezTo>
                  <a:pt x="1151962" y="1822037"/>
                  <a:pt x="1145961" y="1819941"/>
                  <a:pt x="1142342" y="1823561"/>
                </a:cubicBezTo>
                <a:cubicBezTo>
                  <a:pt x="1138723" y="1827180"/>
                  <a:pt x="1141389" y="1826323"/>
                  <a:pt x="1146819" y="1824799"/>
                </a:cubicBezTo>
                <a:cubicBezTo>
                  <a:pt x="1152152" y="1823275"/>
                  <a:pt x="1153676" y="1823275"/>
                  <a:pt x="1155487" y="1825085"/>
                </a:cubicBezTo>
                <a:lnTo>
                  <a:pt x="1156434" y="1828996"/>
                </a:lnTo>
                <a:lnTo>
                  <a:pt x="1156215" y="1829265"/>
                </a:lnTo>
                <a:lnTo>
                  <a:pt x="1156273" y="1829240"/>
                </a:lnTo>
                <a:lnTo>
                  <a:pt x="1156722" y="1830184"/>
                </a:lnTo>
                <a:lnTo>
                  <a:pt x="1156434" y="1828996"/>
                </a:lnTo>
                <a:lnTo>
                  <a:pt x="1156439" y="1828990"/>
                </a:lnTo>
                <a:lnTo>
                  <a:pt x="1156729" y="1830197"/>
                </a:lnTo>
                <a:lnTo>
                  <a:pt x="1157106" y="1830990"/>
                </a:lnTo>
                <a:cubicBezTo>
                  <a:pt x="1157773" y="1833371"/>
                  <a:pt x="1157106" y="1836038"/>
                  <a:pt x="1158630" y="1837848"/>
                </a:cubicBezTo>
                <a:cubicBezTo>
                  <a:pt x="1160154" y="1839658"/>
                  <a:pt x="1160154" y="1841182"/>
                  <a:pt x="1163107" y="1849850"/>
                </a:cubicBezTo>
                <a:cubicBezTo>
                  <a:pt x="1166059" y="1858517"/>
                  <a:pt x="1171489" y="1857946"/>
                  <a:pt x="1176252" y="1858517"/>
                </a:cubicBezTo>
                <a:cubicBezTo>
                  <a:pt x="1181014" y="1859089"/>
                  <a:pt x="1181680" y="1859756"/>
                  <a:pt x="1182253" y="1858232"/>
                </a:cubicBezTo>
                <a:cubicBezTo>
                  <a:pt x="1182823" y="1856707"/>
                  <a:pt x="1185014" y="1855184"/>
                  <a:pt x="1187967" y="1854326"/>
                </a:cubicBezTo>
                <a:cubicBezTo>
                  <a:pt x="1190920" y="1853374"/>
                  <a:pt x="1191491" y="1854612"/>
                  <a:pt x="1192730" y="1852802"/>
                </a:cubicBezTo>
                <a:cubicBezTo>
                  <a:pt x="1193968" y="1850993"/>
                  <a:pt x="1199016" y="1848897"/>
                  <a:pt x="1200826" y="1851278"/>
                </a:cubicBezTo>
                <a:cubicBezTo>
                  <a:pt x="1202540" y="1853660"/>
                  <a:pt x="1203493" y="1854231"/>
                  <a:pt x="1205874" y="1853945"/>
                </a:cubicBezTo>
                <a:cubicBezTo>
                  <a:pt x="1208350" y="1853660"/>
                  <a:pt x="1211589" y="1852802"/>
                  <a:pt x="1215208" y="1849183"/>
                </a:cubicBezTo>
                <a:cubicBezTo>
                  <a:pt x="1218828" y="1845563"/>
                  <a:pt x="1221876" y="1839944"/>
                  <a:pt x="1228734" y="1840515"/>
                </a:cubicBezTo>
                <a:cubicBezTo>
                  <a:pt x="1235592" y="1841182"/>
                  <a:pt x="1237116" y="1843277"/>
                  <a:pt x="1241594" y="1842039"/>
                </a:cubicBezTo>
                <a:cubicBezTo>
                  <a:pt x="1246070" y="1840801"/>
                  <a:pt x="1246355" y="1839944"/>
                  <a:pt x="1251785" y="1839944"/>
                </a:cubicBezTo>
                <a:cubicBezTo>
                  <a:pt x="1257215" y="1839944"/>
                  <a:pt x="1262929" y="1841182"/>
                  <a:pt x="1265310" y="1839086"/>
                </a:cubicBezTo>
                <a:cubicBezTo>
                  <a:pt x="1267691" y="1836991"/>
                  <a:pt x="1270454" y="1837943"/>
                  <a:pt x="1275502" y="1836419"/>
                </a:cubicBezTo>
                <a:cubicBezTo>
                  <a:pt x="1280645" y="1834990"/>
                  <a:pt x="1284550" y="1834705"/>
                  <a:pt x="1287218" y="1829561"/>
                </a:cubicBezTo>
                <a:cubicBezTo>
                  <a:pt x="1289884" y="1824418"/>
                  <a:pt x="1290742" y="1824132"/>
                  <a:pt x="1296171" y="1824132"/>
                </a:cubicBezTo>
                <a:cubicBezTo>
                  <a:pt x="1301601" y="1824132"/>
                  <a:pt x="1300743" y="1824418"/>
                  <a:pt x="1300743" y="1824418"/>
                </a:cubicBezTo>
                <a:lnTo>
                  <a:pt x="1304459" y="1826894"/>
                </a:lnTo>
                <a:cubicBezTo>
                  <a:pt x="1304459" y="1829276"/>
                  <a:pt x="1299220" y="1837657"/>
                  <a:pt x="1299029" y="1840610"/>
                </a:cubicBezTo>
                <a:cubicBezTo>
                  <a:pt x="1298838" y="1843563"/>
                  <a:pt x="1300743" y="1843277"/>
                  <a:pt x="1300743" y="1845373"/>
                </a:cubicBezTo>
                <a:cubicBezTo>
                  <a:pt x="1300743" y="1847468"/>
                  <a:pt x="1300743" y="1850421"/>
                  <a:pt x="1298552" y="1854040"/>
                </a:cubicBezTo>
                <a:cubicBezTo>
                  <a:pt x="1296362" y="1857660"/>
                  <a:pt x="1299124" y="1857660"/>
                  <a:pt x="1299124" y="1857660"/>
                </a:cubicBezTo>
                <a:cubicBezTo>
                  <a:pt x="1299124" y="1857660"/>
                  <a:pt x="1298743" y="1860708"/>
                  <a:pt x="1293980" y="1861280"/>
                </a:cubicBezTo>
                <a:cubicBezTo>
                  <a:pt x="1289218" y="1861946"/>
                  <a:pt x="1288932" y="1866423"/>
                  <a:pt x="1288932" y="1870614"/>
                </a:cubicBezTo>
                <a:cubicBezTo>
                  <a:pt x="1288932" y="1874805"/>
                  <a:pt x="1287122" y="1878425"/>
                  <a:pt x="1286837" y="1882615"/>
                </a:cubicBezTo>
                <a:cubicBezTo>
                  <a:pt x="1286551" y="1886807"/>
                  <a:pt x="1287789" y="1887188"/>
                  <a:pt x="1284742" y="1891950"/>
                </a:cubicBezTo>
                <a:cubicBezTo>
                  <a:pt x="1281693" y="1896808"/>
                  <a:pt x="1281121" y="1899475"/>
                  <a:pt x="1277217" y="1903952"/>
                </a:cubicBezTo>
                <a:cubicBezTo>
                  <a:pt x="1273311" y="1908524"/>
                  <a:pt x="1274835" y="1912429"/>
                  <a:pt x="1271501" y="1915096"/>
                </a:cubicBezTo>
                <a:cubicBezTo>
                  <a:pt x="1268263" y="1917763"/>
                  <a:pt x="1268263" y="1919858"/>
                  <a:pt x="1266454" y="1921954"/>
                </a:cubicBezTo>
                <a:cubicBezTo>
                  <a:pt x="1264644" y="1924049"/>
                  <a:pt x="1263119" y="1925859"/>
                  <a:pt x="1263119" y="1929479"/>
                </a:cubicBezTo>
                <a:cubicBezTo>
                  <a:pt x="1263119" y="1933098"/>
                  <a:pt x="1263405" y="1933765"/>
                  <a:pt x="1261309" y="1934622"/>
                </a:cubicBezTo>
                <a:cubicBezTo>
                  <a:pt x="1259214" y="1935479"/>
                  <a:pt x="1258642" y="1940909"/>
                  <a:pt x="1257118" y="1941480"/>
                </a:cubicBezTo>
                <a:cubicBezTo>
                  <a:pt x="1255690" y="1942052"/>
                  <a:pt x="1254167" y="1945100"/>
                  <a:pt x="1249975" y="1951386"/>
                </a:cubicBezTo>
                <a:cubicBezTo>
                  <a:pt x="1245785" y="1957673"/>
                  <a:pt x="1244261" y="1966150"/>
                  <a:pt x="1243974" y="1969103"/>
                </a:cubicBezTo>
                <a:cubicBezTo>
                  <a:pt x="1243688" y="1972151"/>
                  <a:pt x="1244546" y="1973579"/>
                  <a:pt x="1242164" y="1976913"/>
                </a:cubicBezTo>
                <a:cubicBezTo>
                  <a:pt x="1239688" y="1980152"/>
                  <a:pt x="1239116" y="1982533"/>
                  <a:pt x="1238831" y="1987962"/>
                </a:cubicBezTo>
                <a:cubicBezTo>
                  <a:pt x="1238545" y="1993391"/>
                  <a:pt x="1236735" y="1996058"/>
                  <a:pt x="1231307" y="2002631"/>
                </a:cubicBezTo>
                <a:cubicBezTo>
                  <a:pt x="1225877" y="2009203"/>
                  <a:pt x="1223781" y="2016728"/>
                  <a:pt x="1219020" y="2022728"/>
                </a:cubicBezTo>
                <a:cubicBezTo>
                  <a:pt x="1214161" y="2028729"/>
                  <a:pt x="1207303" y="2039778"/>
                  <a:pt x="1203397" y="2049684"/>
                </a:cubicBezTo>
                <a:cubicBezTo>
                  <a:pt x="1199492" y="2059590"/>
                  <a:pt x="1190253" y="2066448"/>
                  <a:pt x="1185109" y="2071877"/>
                </a:cubicBezTo>
                <a:cubicBezTo>
                  <a:pt x="1180061" y="2077307"/>
                  <a:pt x="1168918" y="2084736"/>
                  <a:pt x="1164440" y="2085974"/>
                </a:cubicBezTo>
                <a:cubicBezTo>
                  <a:pt x="1159963" y="2087213"/>
                  <a:pt x="1154248" y="2096738"/>
                  <a:pt x="1151868" y="2100357"/>
                </a:cubicBezTo>
                <a:cubicBezTo>
                  <a:pt x="1149486" y="2103881"/>
                  <a:pt x="1141961" y="2110454"/>
                  <a:pt x="1139008" y="2113787"/>
                </a:cubicBezTo>
                <a:cubicBezTo>
                  <a:pt x="1136056" y="2117121"/>
                  <a:pt x="1132437" y="2124646"/>
                  <a:pt x="1128246" y="2131504"/>
                </a:cubicBezTo>
                <a:cubicBezTo>
                  <a:pt x="1124054" y="2138362"/>
                  <a:pt x="1119863" y="2143505"/>
                  <a:pt x="1118340" y="2143505"/>
                </a:cubicBezTo>
                <a:cubicBezTo>
                  <a:pt x="1116815" y="2143505"/>
                  <a:pt x="1115578" y="2143220"/>
                  <a:pt x="1115005" y="2146839"/>
                </a:cubicBezTo>
                <a:cubicBezTo>
                  <a:pt x="1114435" y="2150459"/>
                  <a:pt x="1114148" y="2152268"/>
                  <a:pt x="1109957" y="2158269"/>
                </a:cubicBezTo>
                <a:cubicBezTo>
                  <a:pt x="1105671" y="2164270"/>
                  <a:pt x="1106623" y="2168175"/>
                  <a:pt x="1104815" y="2168461"/>
                </a:cubicBezTo>
                <a:cubicBezTo>
                  <a:pt x="1103005" y="2168747"/>
                  <a:pt x="1102148" y="2168747"/>
                  <a:pt x="1102148" y="2171128"/>
                </a:cubicBezTo>
                <a:cubicBezTo>
                  <a:pt x="1102148" y="2173509"/>
                  <a:pt x="1103100" y="2172938"/>
                  <a:pt x="1099765" y="2181891"/>
                </a:cubicBezTo>
                <a:lnTo>
                  <a:pt x="1099604" y="2181683"/>
                </a:lnTo>
                <a:lnTo>
                  <a:pt x="1099574" y="2181986"/>
                </a:lnTo>
                <a:cubicBezTo>
                  <a:pt x="1096240" y="2191035"/>
                  <a:pt x="1090811" y="2195512"/>
                  <a:pt x="1087858" y="2193702"/>
                </a:cubicBezTo>
                <a:cubicBezTo>
                  <a:pt x="1084906" y="2191892"/>
                  <a:pt x="1084335" y="2191035"/>
                  <a:pt x="1085191" y="2198179"/>
                </a:cubicBezTo>
                <a:cubicBezTo>
                  <a:pt x="1086049" y="2205323"/>
                  <a:pt x="1083097" y="2208085"/>
                  <a:pt x="1081572" y="2208656"/>
                </a:cubicBezTo>
                <a:cubicBezTo>
                  <a:pt x="1080048" y="2209228"/>
                  <a:pt x="1076429" y="2210752"/>
                  <a:pt x="1076429" y="2210752"/>
                </a:cubicBezTo>
                <a:cubicBezTo>
                  <a:pt x="1076429" y="2210752"/>
                  <a:pt x="1073190" y="2213800"/>
                  <a:pt x="1074047" y="2216181"/>
                </a:cubicBezTo>
                <a:cubicBezTo>
                  <a:pt x="1074904" y="2218562"/>
                  <a:pt x="1075857" y="2217896"/>
                  <a:pt x="1074334" y="2221229"/>
                </a:cubicBezTo>
                <a:cubicBezTo>
                  <a:pt x="1072904" y="2224563"/>
                  <a:pt x="1071666" y="2226944"/>
                  <a:pt x="1071666" y="2226944"/>
                </a:cubicBezTo>
                <a:cubicBezTo>
                  <a:pt x="1071666" y="2226944"/>
                  <a:pt x="1068999" y="2226659"/>
                  <a:pt x="1068999" y="2231135"/>
                </a:cubicBezTo>
                <a:cubicBezTo>
                  <a:pt x="1068999" y="2235707"/>
                  <a:pt x="1068142" y="2239898"/>
                  <a:pt x="1066046" y="2250947"/>
                </a:cubicBezTo>
                <a:cubicBezTo>
                  <a:pt x="1063951" y="2262092"/>
                  <a:pt x="1065760" y="2262663"/>
                  <a:pt x="1063379" y="2262949"/>
                </a:cubicBezTo>
                <a:cubicBezTo>
                  <a:pt x="1060904" y="2263235"/>
                  <a:pt x="1060617" y="2263235"/>
                  <a:pt x="1060046" y="2267711"/>
                </a:cubicBezTo>
                <a:lnTo>
                  <a:pt x="1059374" y="2267046"/>
                </a:lnTo>
                <a:lnTo>
                  <a:pt x="1058819" y="2270568"/>
                </a:lnTo>
                <a:cubicBezTo>
                  <a:pt x="1058640" y="2271973"/>
                  <a:pt x="1058569" y="2273712"/>
                  <a:pt x="1058712" y="2277331"/>
                </a:cubicBezTo>
                <a:cubicBezTo>
                  <a:pt x="1058998" y="2284571"/>
                  <a:pt x="1057189" y="2289142"/>
                  <a:pt x="1054807" y="2301525"/>
                </a:cubicBezTo>
                <a:cubicBezTo>
                  <a:pt x="1052425" y="2313907"/>
                  <a:pt x="1061379" y="2317527"/>
                  <a:pt x="1067094" y="2322385"/>
                </a:cubicBezTo>
                <a:cubicBezTo>
                  <a:pt x="1072809" y="2327242"/>
                  <a:pt x="1073380" y="2329338"/>
                  <a:pt x="1070713" y="2334767"/>
                </a:cubicBezTo>
                <a:cubicBezTo>
                  <a:pt x="1068046" y="2340196"/>
                  <a:pt x="1072237" y="2341149"/>
                  <a:pt x="1070428" y="2347150"/>
                </a:cubicBezTo>
                <a:cubicBezTo>
                  <a:pt x="1068618" y="2353151"/>
                  <a:pt x="1069476" y="2352579"/>
                  <a:pt x="1071285" y="2354675"/>
                </a:cubicBezTo>
                <a:cubicBezTo>
                  <a:pt x="1073095" y="2356770"/>
                  <a:pt x="1073952" y="2359246"/>
                  <a:pt x="1071856" y="2359818"/>
                </a:cubicBezTo>
                <a:cubicBezTo>
                  <a:pt x="1069761" y="2360389"/>
                  <a:pt x="1072142" y="2361628"/>
                  <a:pt x="1071856" y="2365533"/>
                </a:cubicBezTo>
                <a:cubicBezTo>
                  <a:pt x="1071571" y="2369438"/>
                  <a:pt x="1073666" y="2371819"/>
                  <a:pt x="1076905" y="2376392"/>
                </a:cubicBezTo>
                <a:cubicBezTo>
                  <a:pt x="1080143" y="2380963"/>
                  <a:pt x="1080143" y="2382773"/>
                  <a:pt x="1077762" y="2383059"/>
                </a:cubicBezTo>
                <a:cubicBezTo>
                  <a:pt x="1075381" y="2383345"/>
                  <a:pt x="1074809" y="2384202"/>
                  <a:pt x="1077762" y="2386964"/>
                </a:cubicBezTo>
                <a:cubicBezTo>
                  <a:pt x="1080715" y="2389631"/>
                  <a:pt x="1082810" y="2390584"/>
                  <a:pt x="1081953" y="2394203"/>
                </a:cubicBezTo>
                <a:cubicBezTo>
                  <a:pt x="1081096" y="2397823"/>
                  <a:pt x="1079857" y="2396013"/>
                  <a:pt x="1081381" y="2398109"/>
                </a:cubicBezTo>
                <a:cubicBezTo>
                  <a:pt x="1082905" y="2400204"/>
                  <a:pt x="1085764" y="2399728"/>
                  <a:pt x="1083191" y="2407157"/>
                </a:cubicBezTo>
                <a:cubicBezTo>
                  <a:pt x="1080715" y="2414396"/>
                  <a:pt x="1085953" y="2412301"/>
                  <a:pt x="1088906" y="2415349"/>
                </a:cubicBezTo>
                <a:cubicBezTo>
                  <a:pt x="1091859" y="2418397"/>
                  <a:pt x="1092526" y="2419921"/>
                  <a:pt x="1095478" y="2419921"/>
                </a:cubicBezTo>
                <a:cubicBezTo>
                  <a:pt x="1098431" y="2419921"/>
                  <a:pt x="1099669" y="2419635"/>
                  <a:pt x="1099669" y="2421730"/>
                </a:cubicBezTo>
                <a:cubicBezTo>
                  <a:pt x="1099669" y="2423921"/>
                  <a:pt x="1100908" y="2426302"/>
                  <a:pt x="1100908" y="2426302"/>
                </a:cubicBezTo>
                <a:lnTo>
                  <a:pt x="1101479" y="2429065"/>
                </a:lnTo>
                <a:lnTo>
                  <a:pt x="1099873" y="2431037"/>
                </a:lnTo>
                <a:lnTo>
                  <a:pt x="1101861" y="2429446"/>
                </a:lnTo>
                <a:cubicBezTo>
                  <a:pt x="1101861" y="2429446"/>
                  <a:pt x="1100623" y="2431542"/>
                  <a:pt x="1102432" y="2434209"/>
                </a:cubicBezTo>
                <a:cubicBezTo>
                  <a:pt x="1104242" y="2436875"/>
                  <a:pt x="1105385" y="2435066"/>
                  <a:pt x="1105099" y="2440495"/>
                </a:cubicBezTo>
                <a:cubicBezTo>
                  <a:pt x="1104813" y="2445924"/>
                  <a:pt x="1106909" y="2448020"/>
                  <a:pt x="1104242" y="2448306"/>
                </a:cubicBezTo>
                <a:cubicBezTo>
                  <a:pt x="1101481" y="2448591"/>
                  <a:pt x="1100908" y="2450115"/>
                  <a:pt x="1103004" y="2450401"/>
                </a:cubicBezTo>
                <a:cubicBezTo>
                  <a:pt x="1105099" y="2450687"/>
                  <a:pt x="1106052" y="2451258"/>
                  <a:pt x="1106623" y="2459355"/>
                </a:cubicBezTo>
                <a:cubicBezTo>
                  <a:pt x="1107290" y="2467451"/>
                  <a:pt x="1109386" y="2465260"/>
                  <a:pt x="1108147" y="2470403"/>
                </a:cubicBezTo>
                <a:cubicBezTo>
                  <a:pt x="1106909" y="2475547"/>
                  <a:pt x="1108147" y="2475547"/>
                  <a:pt x="1108147" y="2475547"/>
                </a:cubicBezTo>
                <a:cubicBezTo>
                  <a:pt x="1108147" y="2475547"/>
                  <a:pt x="1110528" y="2474690"/>
                  <a:pt x="1110528" y="2476785"/>
                </a:cubicBezTo>
                <a:cubicBezTo>
                  <a:pt x="1110528" y="2478881"/>
                  <a:pt x="1110814" y="2480691"/>
                  <a:pt x="1112339" y="2483358"/>
                </a:cubicBezTo>
                <a:cubicBezTo>
                  <a:pt x="1113767" y="2486025"/>
                  <a:pt x="1113481" y="2486977"/>
                  <a:pt x="1110814" y="2487263"/>
                </a:cubicBezTo>
                <a:cubicBezTo>
                  <a:pt x="1108147" y="2487549"/>
                  <a:pt x="1107862" y="2489358"/>
                  <a:pt x="1110243" y="2491168"/>
                </a:cubicBezTo>
                <a:cubicBezTo>
                  <a:pt x="1112624" y="2492978"/>
                  <a:pt x="1112910" y="2493930"/>
                  <a:pt x="1114435" y="2500788"/>
                </a:cubicBezTo>
                <a:cubicBezTo>
                  <a:pt x="1115958" y="2507742"/>
                  <a:pt x="1114435" y="2511933"/>
                  <a:pt x="1117767" y="2516695"/>
                </a:cubicBezTo>
                <a:cubicBezTo>
                  <a:pt x="1121101" y="2521458"/>
                  <a:pt x="1121673" y="2525077"/>
                  <a:pt x="1119292" y="2525077"/>
                </a:cubicBezTo>
                <a:cubicBezTo>
                  <a:pt x="1116815" y="2525077"/>
                  <a:pt x="1116244" y="2525649"/>
                  <a:pt x="1120149" y="2527744"/>
                </a:cubicBezTo>
                <a:cubicBezTo>
                  <a:pt x="1123959" y="2529840"/>
                  <a:pt x="1124911" y="2529459"/>
                  <a:pt x="1125197" y="2534602"/>
                </a:cubicBezTo>
                <a:cubicBezTo>
                  <a:pt x="1125483" y="2539650"/>
                  <a:pt x="1125769" y="2543841"/>
                  <a:pt x="1123387" y="2541746"/>
                </a:cubicBezTo>
                <a:cubicBezTo>
                  <a:pt x="1121007" y="2539650"/>
                  <a:pt x="1121577" y="2539365"/>
                  <a:pt x="1121292" y="2544413"/>
                </a:cubicBezTo>
                <a:cubicBezTo>
                  <a:pt x="1121007" y="2549461"/>
                  <a:pt x="1119482" y="2556414"/>
                  <a:pt x="1123387" y="2553081"/>
                </a:cubicBezTo>
                <a:cubicBezTo>
                  <a:pt x="1127292" y="2549842"/>
                  <a:pt x="1127292" y="2557272"/>
                  <a:pt x="1126054" y="2565082"/>
                </a:cubicBezTo>
                <a:cubicBezTo>
                  <a:pt x="1124816" y="2572892"/>
                  <a:pt x="1124530" y="2578608"/>
                  <a:pt x="1121863" y="2581275"/>
                </a:cubicBezTo>
                <a:cubicBezTo>
                  <a:pt x="1119196" y="2583942"/>
                  <a:pt x="1118244" y="2582799"/>
                  <a:pt x="1119482" y="2585466"/>
                </a:cubicBezTo>
                <a:cubicBezTo>
                  <a:pt x="1120720" y="2588133"/>
                  <a:pt x="1120720" y="2588133"/>
                  <a:pt x="1118625" y="2591752"/>
                </a:cubicBezTo>
                <a:cubicBezTo>
                  <a:pt x="1116529" y="2595372"/>
                  <a:pt x="1114148" y="2595943"/>
                  <a:pt x="1112910" y="2602515"/>
                </a:cubicBezTo>
                <a:cubicBezTo>
                  <a:pt x="1111671" y="2609088"/>
                  <a:pt x="1109862" y="2608802"/>
                  <a:pt x="1105385" y="2608516"/>
                </a:cubicBezTo>
                <a:cubicBezTo>
                  <a:pt x="1100908" y="2608230"/>
                  <a:pt x="1099956" y="2613278"/>
                  <a:pt x="1097289" y="2612421"/>
                </a:cubicBezTo>
                <a:cubicBezTo>
                  <a:pt x="1094622" y="2611469"/>
                  <a:pt x="1094907" y="2609945"/>
                  <a:pt x="1094907" y="2612993"/>
                </a:cubicBezTo>
                <a:cubicBezTo>
                  <a:pt x="1094907" y="2616041"/>
                  <a:pt x="1094907" y="2616612"/>
                  <a:pt x="1094907" y="2616612"/>
                </a:cubicBezTo>
                <a:cubicBezTo>
                  <a:pt x="1094907" y="2616612"/>
                  <a:pt x="1094907" y="2616612"/>
                  <a:pt x="1091288" y="2618708"/>
                </a:cubicBezTo>
                <a:cubicBezTo>
                  <a:pt x="1087669" y="2620803"/>
                  <a:pt x="1085573" y="2623851"/>
                  <a:pt x="1083192" y="2628328"/>
                </a:cubicBezTo>
                <a:cubicBezTo>
                  <a:pt x="1080811" y="2632900"/>
                  <a:pt x="1081096" y="2634615"/>
                  <a:pt x="1079001" y="2631662"/>
                </a:cubicBezTo>
                <a:cubicBezTo>
                  <a:pt x="1076905" y="2628614"/>
                  <a:pt x="1077477" y="2633472"/>
                  <a:pt x="1076619" y="2637948"/>
                </a:cubicBezTo>
                <a:cubicBezTo>
                  <a:pt x="1075762" y="2642425"/>
                  <a:pt x="1073667" y="2646044"/>
                  <a:pt x="1073952" y="2650235"/>
                </a:cubicBezTo>
                <a:cubicBezTo>
                  <a:pt x="1074334" y="2654426"/>
                  <a:pt x="1075762" y="2657093"/>
                  <a:pt x="1073095" y="2658332"/>
                </a:cubicBezTo>
                <a:cubicBezTo>
                  <a:pt x="1070428" y="2659475"/>
                  <a:pt x="1067953" y="2660427"/>
                  <a:pt x="1067094" y="2665190"/>
                </a:cubicBezTo>
                <a:cubicBezTo>
                  <a:pt x="1066237" y="2669952"/>
                  <a:pt x="1065666" y="2675096"/>
                  <a:pt x="1062046" y="2681668"/>
                </a:cubicBezTo>
                <a:cubicBezTo>
                  <a:pt x="1058522" y="2688240"/>
                  <a:pt x="1056712" y="2692431"/>
                  <a:pt x="1057285" y="2696336"/>
                </a:cubicBezTo>
                <a:cubicBezTo>
                  <a:pt x="1057855" y="2700147"/>
                  <a:pt x="1058427" y="2701671"/>
                  <a:pt x="1057855" y="2703480"/>
                </a:cubicBezTo>
                <a:cubicBezTo>
                  <a:pt x="1057285" y="2705290"/>
                  <a:pt x="1057855" y="2709195"/>
                  <a:pt x="1061761" y="2711576"/>
                </a:cubicBezTo>
                <a:cubicBezTo>
                  <a:pt x="1065666" y="2713958"/>
                  <a:pt x="1067761" y="2713386"/>
                  <a:pt x="1067761" y="2716053"/>
                </a:cubicBezTo>
                <a:cubicBezTo>
                  <a:pt x="1067761" y="2718720"/>
                  <a:pt x="1067761" y="2720816"/>
                  <a:pt x="1071667" y="2722054"/>
                </a:cubicBezTo>
                <a:cubicBezTo>
                  <a:pt x="1075572" y="2723197"/>
                  <a:pt x="1074905" y="2725674"/>
                  <a:pt x="1076429" y="2732532"/>
                </a:cubicBezTo>
                <a:cubicBezTo>
                  <a:pt x="1077953" y="2739485"/>
                  <a:pt x="1081001" y="2739104"/>
                  <a:pt x="1081573" y="2746628"/>
                </a:cubicBezTo>
                <a:cubicBezTo>
                  <a:pt x="1082239" y="2754153"/>
                  <a:pt x="1084621" y="2755010"/>
                  <a:pt x="1084906" y="2750248"/>
                </a:cubicBezTo>
                <a:cubicBezTo>
                  <a:pt x="1085192" y="2745485"/>
                  <a:pt x="1088811" y="2749105"/>
                  <a:pt x="1088240" y="2753867"/>
                </a:cubicBezTo>
                <a:cubicBezTo>
                  <a:pt x="1087669" y="2758725"/>
                  <a:pt x="1093002" y="2762916"/>
                  <a:pt x="1092717" y="2769774"/>
                </a:cubicBezTo>
                <a:cubicBezTo>
                  <a:pt x="1092431" y="2776632"/>
                  <a:pt x="1092717" y="2779299"/>
                  <a:pt x="1094528" y="2782919"/>
                </a:cubicBezTo>
                <a:cubicBezTo>
                  <a:pt x="1096336" y="2786538"/>
                  <a:pt x="1099670" y="2791015"/>
                  <a:pt x="1097860" y="2791015"/>
                </a:cubicBezTo>
                <a:cubicBezTo>
                  <a:pt x="1096050" y="2791015"/>
                  <a:pt x="1094241" y="2789872"/>
                  <a:pt x="1096336" y="2792253"/>
                </a:cubicBezTo>
                <a:cubicBezTo>
                  <a:pt x="1098432" y="2794634"/>
                  <a:pt x="1098146" y="2796444"/>
                  <a:pt x="1099956" y="2797968"/>
                </a:cubicBezTo>
                <a:cubicBezTo>
                  <a:pt x="1101765" y="2799397"/>
                  <a:pt x="1104147" y="2800064"/>
                  <a:pt x="1099956" y="2813208"/>
                </a:cubicBezTo>
                <a:cubicBezTo>
                  <a:pt x="1095765" y="2826448"/>
                  <a:pt x="1088907" y="2827305"/>
                  <a:pt x="1081668" y="2830925"/>
                </a:cubicBezTo>
                <a:cubicBezTo>
                  <a:pt x="1074429" y="2834544"/>
                  <a:pt x="1070809" y="2835497"/>
                  <a:pt x="1070239" y="2842355"/>
                </a:cubicBezTo>
                <a:cubicBezTo>
                  <a:pt x="1069666" y="2849213"/>
                  <a:pt x="1068714" y="2853690"/>
                  <a:pt x="1069952" y="2857023"/>
                </a:cubicBezTo>
                <a:cubicBezTo>
                  <a:pt x="1071190" y="2860357"/>
                  <a:pt x="1071762" y="2861214"/>
                  <a:pt x="1073857" y="2858833"/>
                </a:cubicBezTo>
                <a:cubicBezTo>
                  <a:pt x="1075953" y="2856452"/>
                  <a:pt x="1076525" y="2857690"/>
                  <a:pt x="1077763" y="2862167"/>
                </a:cubicBezTo>
                <a:lnTo>
                  <a:pt x="1080828" y="2873201"/>
                </a:lnTo>
                <a:lnTo>
                  <a:pt x="1081762" y="2873883"/>
                </a:lnTo>
                <a:cubicBezTo>
                  <a:pt x="1081954" y="2874644"/>
                  <a:pt x="1082143" y="2875407"/>
                  <a:pt x="1082239" y="2876168"/>
                </a:cubicBezTo>
                <a:cubicBezTo>
                  <a:pt x="1083191" y="2881312"/>
                  <a:pt x="1079857" y="2880074"/>
                  <a:pt x="1081954" y="2882169"/>
                </a:cubicBezTo>
                <a:cubicBezTo>
                  <a:pt x="1084049" y="2884265"/>
                  <a:pt x="1084906" y="2881884"/>
                  <a:pt x="1084620" y="2887599"/>
                </a:cubicBezTo>
                <a:cubicBezTo>
                  <a:pt x="1084335" y="2893314"/>
                  <a:pt x="1087668" y="2892456"/>
                  <a:pt x="1087954" y="2901124"/>
                </a:cubicBezTo>
                <a:cubicBezTo>
                  <a:pt x="1088239" y="2909792"/>
                  <a:pt x="1091287" y="2905029"/>
                  <a:pt x="1091859" y="2914935"/>
                </a:cubicBezTo>
                <a:cubicBezTo>
                  <a:pt x="1092526" y="2924841"/>
                  <a:pt x="1090049" y="2916745"/>
                  <a:pt x="1087382" y="2912554"/>
                </a:cubicBezTo>
                <a:cubicBezTo>
                  <a:pt x="1084620" y="2908363"/>
                  <a:pt x="1084620" y="2908363"/>
                  <a:pt x="1084049" y="2911030"/>
                </a:cubicBezTo>
                <a:cubicBezTo>
                  <a:pt x="1083478" y="2913697"/>
                  <a:pt x="1084620" y="2913983"/>
                  <a:pt x="1088525" y="2919698"/>
                </a:cubicBezTo>
                <a:cubicBezTo>
                  <a:pt x="1092431" y="2925413"/>
                  <a:pt x="1093097" y="2928651"/>
                  <a:pt x="1089763" y="2936176"/>
                </a:cubicBezTo>
                <a:cubicBezTo>
                  <a:pt x="1086525" y="2943701"/>
                  <a:pt x="1086525" y="2944844"/>
                  <a:pt x="1085287" y="2952083"/>
                </a:cubicBezTo>
                <a:cubicBezTo>
                  <a:pt x="1084144" y="2959226"/>
                  <a:pt x="1082905" y="2970371"/>
                  <a:pt x="1080524" y="2980848"/>
                </a:cubicBezTo>
                <a:cubicBezTo>
                  <a:pt x="1078144" y="2991421"/>
                  <a:pt x="1072428" y="3021996"/>
                  <a:pt x="1069476" y="3031235"/>
                </a:cubicBezTo>
                <a:cubicBezTo>
                  <a:pt x="1066427" y="3040570"/>
                  <a:pt x="1061665" y="3051905"/>
                  <a:pt x="1059856" y="3060001"/>
                </a:cubicBezTo>
                <a:cubicBezTo>
                  <a:pt x="1058140" y="3068097"/>
                  <a:pt x="1054235" y="3074955"/>
                  <a:pt x="1046710" y="3074955"/>
                </a:cubicBezTo>
                <a:cubicBezTo>
                  <a:pt x="1039187" y="3074955"/>
                  <a:pt x="1035948" y="3077336"/>
                  <a:pt x="1036804" y="3081242"/>
                </a:cubicBezTo>
                <a:cubicBezTo>
                  <a:pt x="1037662" y="3085052"/>
                  <a:pt x="1040424" y="3085433"/>
                  <a:pt x="1034995" y="3084194"/>
                </a:cubicBezTo>
                <a:cubicBezTo>
                  <a:pt x="1029565" y="3082956"/>
                  <a:pt x="1026898" y="3081813"/>
                  <a:pt x="1024517" y="3086290"/>
                </a:cubicBezTo>
                <a:cubicBezTo>
                  <a:pt x="1022136" y="3090767"/>
                  <a:pt x="1023279" y="3090100"/>
                  <a:pt x="1018802" y="3089243"/>
                </a:cubicBezTo>
                <a:cubicBezTo>
                  <a:pt x="1014325" y="3088290"/>
                  <a:pt x="1011849" y="3090386"/>
                  <a:pt x="1008896" y="3089814"/>
                </a:cubicBezTo>
                <a:cubicBezTo>
                  <a:pt x="1005943" y="3089243"/>
                  <a:pt x="999276" y="3086861"/>
                  <a:pt x="1000514" y="3089528"/>
                </a:cubicBezTo>
                <a:cubicBezTo>
                  <a:pt x="1001753" y="3092196"/>
                  <a:pt x="999658" y="3091910"/>
                  <a:pt x="994227" y="3092196"/>
                </a:cubicBezTo>
                <a:cubicBezTo>
                  <a:pt x="988799" y="3092576"/>
                  <a:pt x="984607" y="3093148"/>
                  <a:pt x="984607" y="3097339"/>
                </a:cubicBezTo>
                <a:cubicBezTo>
                  <a:pt x="984607" y="3101530"/>
                  <a:pt x="983750" y="3101244"/>
                  <a:pt x="979846" y="3102101"/>
                </a:cubicBezTo>
                <a:cubicBezTo>
                  <a:pt x="975940" y="3102959"/>
                  <a:pt x="974130" y="3103244"/>
                  <a:pt x="969653" y="3105054"/>
                </a:cubicBezTo>
                <a:cubicBezTo>
                  <a:pt x="965176" y="3106769"/>
                  <a:pt x="963652" y="3106769"/>
                  <a:pt x="960033" y="3112198"/>
                </a:cubicBezTo>
                <a:cubicBezTo>
                  <a:pt x="956413" y="3117627"/>
                  <a:pt x="957080" y="3118199"/>
                  <a:pt x="951652" y="3118484"/>
                </a:cubicBezTo>
                <a:cubicBezTo>
                  <a:pt x="946222" y="3118770"/>
                  <a:pt x="946793" y="3120294"/>
                  <a:pt x="944126" y="3118770"/>
                </a:cubicBezTo>
                <a:cubicBezTo>
                  <a:pt x="941460" y="3117246"/>
                  <a:pt x="939649" y="3116960"/>
                  <a:pt x="941745" y="3113627"/>
                </a:cubicBezTo>
                <a:cubicBezTo>
                  <a:pt x="943840" y="3110388"/>
                  <a:pt x="941173" y="3107626"/>
                  <a:pt x="937554" y="3107055"/>
                </a:cubicBezTo>
                <a:cubicBezTo>
                  <a:pt x="933934" y="3106483"/>
                  <a:pt x="932696" y="3105531"/>
                  <a:pt x="930029" y="3107340"/>
                </a:cubicBezTo>
                <a:cubicBezTo>
                  <a:pt x="927267" y="3109150"/>
                  <a:pt x="925171" y="3111246"/>
                  <a:pt x="926410" y="3107055"/>
                </a:cubicBezTo>
                <a:cubicBezTo>
                  <a:pt x="927648" y="3102864"/>
                  <a:pt x="927648" y="3103149"/>
                  <a:pt x="926124" y="3103435"/>
                </a:cubicBezTo>
                <a:cubicBezTo>
                  <a:pt x="924600" y="3103721"/>
                  <a:pt x="922504" y="3103149"/>
                  <a:pt x="921647" y="3107340"/>
                </a:cubicBezTo>
                <a:cubicBezTo>
                  <a:pt x="920791" y="3111531"/>
                  <a:pt x="918980" y="3108578"/>
                  <a:pt x="917170" y="3100768"/>
                </a:cubicBezTo>
                <a:cubicBezTo>
                  <a:pt x="915362" y="3092958"/>
                  <a:pt x="911171" y="3090005"/>
                  <a:pt x="905454" y="3086671"/>
                </a:cubicBezTo>
                <a:cubicBezTo>
                  <a:pt x="899740" y="3083337"/>
                  <a:pt x="900311" y="3081242"/>
                  <a:pt x="903360" y="3082766"/>
                </a:cubicBezTo>
                <a:cubicBezTo>
                  <a:pt x="906407" y="3084290"/>
                  <a:pt x="903931" y="3079146"/>
                  <a:pt x="898882" y="3078575"/>
                </a:cubicBezTo>
                <a:cubicBezTo>
                  <a:pt x="893739" y="3077908"/>
                  <a:pt x="894407" y="3073717"/>
                  <a:pt x="897358" y="3072860"/>
                </a:cubicBezTo>
                <a:cubicBezTo>
                  <a:pt x="900406" y="3071907"/>
                  <a:pt x="902216" y="3067431"/>
                  <a:pt x="898882" y="3061144"/>
                </a:cubicBezTo>
                <a:cubicBezTo>
                  <a:pt x="895645" y="3054858"/>
                  <a:pt x="896215" y="3051524"/>
                  <a:pt x="896215" y="3051524"/>
                </a:cubicBezTo>
                <a:cubicBezTo>
                  <a:pt x="896215" y="3051524"/>
                  <a:pt x="893453" y="3050000"/>
                  <a:pt x="892596" y="3047904"/>
                </a:cubicBezTo>
                <a:cubicBezTo>
                  <a:pt x="891643" y="3045809"/>
                  <a:pt x="891929" y="3042761"/>
                  <a:pt x="883261" y="3035903"/>
                </a:cubicBezTo>
                <a:cubicBezTo>
                  <a:pt x="874594" y="3028950"/>
                  <a:pt x="870402" y="3023330"/>
                  <a:pt x="862592" y="3013709"/>
                </a:cubicBezTo>
                <a:cubicBezTo>
                  <a:pt x="854781" y="3004089"/>
                  <a:pt x="850020" y="2991231"/>
                  <a:pt x="844019" y="2985516"/>
                </a:cubicBezTo>
                <a:cubicBezTo>
                  <a:pt x="838019" y="2979896"/>
                  <a:pt x="832017" y="2975991"/>
                  <a:pt x="828112" y="2970275"/>
                </a:cubicBezTo>
                <a:lnTo>
                  <a:pt x="821942" y="2961489"/>
                </a:lnTo>
                <a:lnTo>
                  <a:pt x="821349" y="2961321"/>
                </a:lnTo>
                <a:cubicBezTo>
                  <a:pt x="817730" y="2960464"/>
                  <a:pt x="813253" y="2957702"/>
                  <a:pt x="806968" y="2951987"/>
                </a:cubicBezTo>
                <a:cubicBezTo>
                  <a:pt x="800680" y="2946272"/>
                  <a:pt x="794108" y="2932556"/>
                  <a:pt x="790488" y="2925888"/>
                </a:cubicBezTo>
                <a:cubicBezTo>
                  <a:pt x="786869" y="2919316"/>
                  <a:pt x="779725" y="2915125"/>
                  <a:pt x="781154" y="2911792"/>
                </a:cubicBezTo>
                <a:cubicBezTo>
                  <a:pt x="782679" y="2908458"/>
                  <a:pt x="782392" y="2907886"/>
                  <a:pt x="777249" y="2903410"/>
                </a:cubicBezTo>
                <a:cubicBezTo>
                  <a:pt x="772105" y="2898933"/>
                  <a:pt x="769152" y="2897409"/>
                  <a:pt x="766771" y="2891122"/>
                </a:cubicBezTo>
                <a:cubicBezTo>
                  <a:pt x="764390" y="2884836"/>
                  <a:pt x="763437" y="2883312"/>
                  <a:pt x="759532" y="2874644"/>
                </a:cubicBezTo>
                <a:cubicBezTo>
                  <a:pt x="755627" y="2865976"/>
                  <a:pt x="755913" y="2864738"/>
                  <a:pt x="753531" y="2859690"/>
                </a:cubicBezTo>
                <a:cubicBezTo>
                  <a:pt x="751151" y="2854642"/>
                  <a:pt x="749626" y="2855499"/>
                  <a:pt x="748769" y="2852165"/>
                </a:cubicBezTo>
                <a:cubicBezTo>
                  <a:pt x="747912" y="2848831"/>
                  <a:pt x="747532" y="2847403"/>
                  <a:pt x="744864" y="2843783"/>
                </a:cubicBezTo>
                <a:cubicBezTo>
                  <a:pt x="742197" y="2840163"/>
                  <a:pt x="740673" y="2838354"/>
                  <a:pt x="740387" y="2834448"/>
                </a:cubicBezTo>
                <a:cubicBezTo>
                  <a:pt x="740101" y="2830543"/>
                  <a:pt x="738291" y="2825209"/>
                  <a:pt x="733815" y="2816446"/>
                </a:cubicBezTo>
                <a:cubicBezTo>
                  <a:pt x="729338" y="2807779"/>
                  <a:pt x="730481" y="2807112"/>
                  <a:pt x="732005" y="2808636"/>
                </a:cubicBezTo>
                <a:cubicBezTo>
                  <a:pt x="733530" y="2810160"/>
                  <a:pt x="734386" y="2808636"/>
                  <a:pt x="733243" y="2805016"/>
                </a:cubicBezTo>
                <a:cubicBezTo>
                  <a:pt x="732005" y="2801397"/>
                  <a:pt x="730862" y="2799015"/>
                  <a:pt x="726386" y="2793301"/>
                </a:cubicBezTo>
                <a:cubicBezTo>
                  <a:pt x="721909" y="2787586"/>
                  <a:pt x="718003" y="2780442"/>
                  <a:pt x="712288" y="2774441"/>
                </a:cubicBezTo>
                <a:cubicBezTo>
                  <a:pt x="706574" y="2768440"/>
                  <a:pt x="701239" y="2765487"/>
                  <a:pt x="699144" y="2760344"/>
                </a:cubicBezTo>
                <a:cubicBezTo>
                  <a:pt x="697049" y="2755201"/>
                  <a:pt x="693143" y="2752248"/>
                  <a:pt x="690763" y="2746247"/>
                </a:cubicBezTo>
                <a:cubicBezTo>
                  <a:pt x="688381" y="2740246"/>
                  <a:pt x="689238" y="2738722"/>
                  <a:pt x="684762" y="2735770"/>
                </a:cubicBezTo>
                <a:cubicBezTo>
                  <a:pt x="680284" y="2732817"/>
                  <a:pt x="677617" y="2727959"/>
                  <a:pt x="674569" y="2724721"/>
                </a:cubicBezTo>
                <a:cubicBezTo>
                  <a:pt x="671616" y="2721387"/>
                  <a:pt x="668283" y="2714243"/>
                  <a:pt x="668283" y="2714243"/>
                </a:cubicBezTo>
                <a:cubicBezTo>
                  <a:pt x="668283" y="2714243"/>
                  <a:pt x="667712" y="2708814"/>
                  <a:pt x="664092" y="2705861"/>
                </a:cubicBezTo>
                <a:cubicBezTo>
                  <a:pt x="660473" y="2702813"/>
                  <a:pt x="653043" y="2696241"/>
                  <a:pt x="647613" y="2690621"/>
                </a:cubicBezTo>
                <a:cubicBezTo>
                  <a:pt x="642185" y="2684906"/>
                  <a:pt x="635326" y="2674429"/>
                  <a:pt x="633231" y="2668713"/>
                </a:cubicBezTo>
                <a:lnTo>
                  <a:pt x="628864" y="2652197"/>
                </a:lnTo>
                <a:lnTo>
                  <a:pt x="628373" y="2652236"/>
                </a:lnTo>
                <a:cubicBezTo>
                  <a:pt x="628182" y="2650998"/>
                  <a:pt x="628087" y="2649950"/>
                  <a:pt x="627992" y="2649093"/>
                </a:cubicBezTo>
                <a:cubicBezTo>
                  <a:pt x="627706" y="2644521"/>
                  <a:pt x="626277" y="2641282"/>
                  <a:pt x="622944" y="2637377"/>
                </a:cubicBezTo>
                <a:cubicBezTo>
                  <a:pt x="619611" y="2633472"/>
                  <a:pt x="619611" y="2630710"/>
                  <a:pt x="623229" y="2634043"/>
                </a:cubicBezTo>
                <a:cubicBezTo>
                  <a:pt x="626754" y="2637282"/>
                  <a:pt x="625611" y="2629852"/>
                  <a:pt x="623801" y="2624423"/>
                </a:cubicBezTo>
                <a:cubicBezTo>
                  <a:pt x="621992" y="2619089"/>
                  <a:pt x="623801" y="2618803"/>
                  <a:pt x="622277" y="2617279"/>
                </a:cubicBezTo>
                <a:cubicBezTo>
                  <a:pt x="620753" y="2615851"/>
                  <a:pt x="619230" y="2614041"/>
                  <a:pt x="618657" y="2610421"/>
                </a:cubicBezTo>
                <a:cubicBezTo>
                  <a:pt x="618086" y="2606802"/>
                  <a:pt x="618657" y="2604706"/>
                  <a:pt x="619896" y="2606230"/>
                </a:cubicBezTo>
                <a:cubicBezTo>
                  <a:pt x="621040" y="2607754"/>
                  <a:pt x="621040" y="2608040"/>
                  <a:pt x="622563" y="2604421"/>
                </a:cubicBezTo>
                <a:cubicBezTo>
                  <a:pt x="623991" y="2600801"/>
                  <a:pt x="625801" y="2599658"/>
                  <a:pt x="623420" y="2596038"/>
                </a:cubicBezTo>
                <a:cubicBezTo>
                  <a:pt x="621040" y="2592419"/>
                  <a:pt x="619800" y="2592133"/>
                  <a:pt x="619515" y="2589466"/>
                </a:cubicBezTo>
                <a:cubicBezTo>
                  <a:pt x="619230" y="2586704"/>
                  <a:pt x="621040" y="2581942"/>
                  <a:pt x="619800" y="2572036"/>
                </a:cubicBezTo>
                <a:cubicBezTo>
                  <a:pt x="618562" y="2562225"/>
                  <a:pt x="615609" y="2559462"/>
                  <a:pt x="617705" y="2556796"/>
                </a:cubicBezTo>
                <a:cubicBezTo>
                  <a:pt x="619800" y="2554033"/>
                  <a:pt x="618276" y="2549271"/>
                  <a:pt x="617991" y="2542984"/>
                </a:cubicBezTo>
                <a:cubicBezTo>
                  <a:pt x="617705" y="2536698"/>
                  <a:pt x="618657" y="2535555"/>
                  <a:pt x="619515" y="2531935"/>
                </a:cubicBezTo>
                <a:cubicBezTo>
                  <a:pt x="620372" y="2528411"/>
                  <a:pt x="621610" y="2524506"/>
                  <a:pt x="620372" y="2520886"/>
                </a:cubicBezTo>
                <a:cubicBezTo>
                  <a:pt x="619134" y="2517267"/>
                  <a:pt x="621229" y="2516981"/>
                  <a:pt x="624849" y="2515171"/>
                </a:cubicBezTo>
                <a:cubicBezTo>
                  <a:pt x="628468" y="2513362"/>
                  <a:pt x="628754" y="2511266"/>
                  <a:pt x="630564" y="2507075"/>
                </a:cubicBezTo>
                <a:cubicBezTo>
                  <a:pt x="632373" y="2502884"/>
                  <a:pt x="631516" y="2501170"/>
                  <a:pt x="629706" y="2496026"/>
                </a:cubicBezTo>
                <a:cubicBezTo>
                  <a:pt x="627897" y="2490883"/>
                  <a:pt x="627611" y="2488216"/>
                  <a:pt x="627325" y="2480405"/>
                </a:cubicBezTo>
                <a:cubicBezTo>
                  <a:pt x="627039" y="2472595"/>
                  <a:pt x="625230" y="2462688"/>
                  <a:pt x="621040" y="2454307"/>
                </a:cubicBezTo>
                <a:cubicBezTo>
                  <a:pt x="616848" y="2445925"/>
                  <a:pt x="616562" y="2450687"/>
                  <a:pt x="615324" y="2445925"/>
                </a:cubicBezTo>
                <a:cubicBezTo>
                  <a:pt x="614181" y="2441162"/>
                  <a:pt x="613228" y="2440210"/>
                  <a:pt x="612372" y="2435733"/>
                </a:cubicBezTo>
                <a:cubicBezTo>
                  <a:pt x="611418" y="2431256"/>
                  <a:pt x="612085" y="2430018"/>
                  <a:pt x="610561" y="2425827"/>
                </a:cubicBezTo>
                <a:cubicBezTo>
                  <a:pt x="609037" y="2421636"/>
                  <a:pt x="609705" y="2419540"/>
                  <a:pt x="606371" y="2415921"/>
                </a:cubicBezTo>
                <a:cubicBezTo>
                  <a:pt x="603132" y="2412301"/>
                  <a:pt x="600750" y="2410206"/>
                  <a:pt x="599512" y="2407253"/>
                </a:cubicBezTo>
                <a:cubicBezTo>
                  <a:pt x="598274" y="2404300"/>
                  <a:pt x="598845" y="2400681"/>
                  <a:pt x="600084" y="2402491"/>
                </a:cubicBezTo>
                <a:cubicBezTo>
                  <a:pt x="601322" y="2404300"/>
                  <a:pt x="601893" y="2404300"/>
                  <a:pt x="604275" y="2402491"/>
                </a:cubicBezTo>
                <a:cubicBezTo>
                  <a:pt x="606656" y="2400681"/>
                  <a:pt x="605799" y="2396204"/>
                  <a:pt x="604560" y="2394109"/>
                </a:cubicBezTo>
                <a:cubicBezTo>
                  <a:pt x="603322" y="2392013"/>
                  <a:pt x="603608" y="2388108"/>
                  <a:pt x="600941" y="2382107"/>
                </a:cubicBezTo>
                <a:cubicBezTo>
                  <a:pt x="598274" y="2376202"/>
                  <a:pt x="596750" y="2374106"/>
                  <a:pt x="594940" y="2368677"/>
                </a:cubicBezTo>
                <a:cubicBezTo>
                  <a:pt x="593130" y="2363248"/>
                  <a:pt x="593988" y="2362676"/>
                  <a:pt x="593130" y="2360295"/>
                </a:cubicBezTo>
                <a:cubicBezTo>
                  <a:pt x="592273" y="2357914"/>
                  <a:pt x="589892" y="2355247"/>
                  <a:pt x="590463" y="2351341"/>
                </a:cubicBezTo>
                <a:cubicBezTo>
                  <a:pt x="591035" y="2347436"/>
                  <a:pt x="589606" y="2344388"/>
                  <a:pt x="588082" y="2342007"/>
                </a:cubicBezTo>
                <a:cubicBezTo>
                  <a:pt x="586653" y="2339626"/>
                  <a:pt x="583034" y="2336006"/>
                  <a:pt x="579129" y="2329434"/>
                </a:cubicBezTo>
                <a:cubicBezTo>
                  <a:pt x="575319" y="2322766"/>
                  <a:pt x="574938" y="2320480"/>
                  <a:pt x="578271" y="2321909"/>
                </a:cubicBezTo>
                <a:cubicBezTo>
                  <a:pt x="581605" y="2323338"/>
                  <a:pt x="580938" y="2323719"/>
                  <a:pt x="582177" y="2322481"/>
                </a:cubicBezTo>
                <a:cubicBezTo>
                  <a:pt x="583415" y="2321338"/>
                  <a:pt x="584272" y="2320099"/>
                  <a:pt x="589987" y="2319814"/>
                </a:cubicBezTo>
                <a:cubicBezTo>
                  <a:pt x="592749" y="2319718"/>
                  <a:pt x="593226" y="2318861"/>
                  <a:pt x="592464" y="2317909"/>
                </a:cubicBezTo>
                <a:lnTo>
                  <a:pt x="594371" y="2317894"/>
                </a:lnTo>
                <a:lnTo>
                  <a:pt x="592844" y="2317813"/>
                </a:lnTo>
                <a:cubicBezTo>
                  <a:pt x="591892" y="2316765"/>
                  <a:pt x="589320" y="2315717"/>
                  <a:pt x="586177" y="2315527"/>
                </a:cubicBezTo>
                <a:cubicBezTo>
                  <a:pt x="580176" y="2315241"/>
                  <a:pt x="579890" y="2315241"/>
                  <a:pt x="577509" y="2312574"/>
                </a:cubicBezTo>
                <a:lnTo>
                  <a:pt x="577509" y="2312572"/>
                </a:lnTo>
                <a:lnTo>
                  <a:pt x="573319" y="2302097"/>
                </a:lnTo>
                <a:cubicBezTo>
                  <a:pt x="572747" y="2297620"/>
                  <a:pt x="574176" y="2297334"/>
                  <a:pt x="571509" y="2293715"/>
                </a:cubicBezTo>
                <a:lnTo>
                  <a:pt x="571510" y="2293714"/>
                </a:lnTo>
                <a:lnTo>
                  <a:pt x="565508" y="2282952"/>
                </a:lnTo>
                <a:cubicBezTo>
                  <a:pt x="563127" y="2279047"/>
                  <a:pt x="561317" y="2279332"/>
                  <a:pt x="561888" y="2276665"/>
                </a:cubicBezTo>
                <a:cubicBezTo>
                  <a:pt x="562461" y="2273998"/>
                  <a:pt x="560365" y="2271903"/>
                  <a:pt x="557983" y="2268569"/>
                </a:cubicBezTo>
                <a:cubicBezTo>
                  <a:pt x="556269" y="2266188"/>
                  <a:pt x="554174" y="2262187"/>
                  <a:pt x="552079" y="2259139"/>
                </a:cubicBezTo>
                <a:lnTo>
                  <a:pt x="552000" y="2258490"/>
                </a:lnTo>
                <a:lnTo>
                  <a:pt x="549696" y="2256186"/>
                </a:lnTo>
                <a:cubicBezTo>
                  <a:pt x="547029" y="2253519"/>
                  <a:pt x="544934" y="2254948"/>
                  <a:pt x="545791" y="2253519"/>
                </a:cubicBezTo>
                <a:cubicBezTo>
                  <a:pt x="546648" y="2251995"/>
                  <a:pt x="546363" y="2251138"/>
                  <a:pt x="541600" y="2242756"/>
                </a:cubicBezTo>
                <a:cubicBezTo>
                  <a:pt x="536838" y="2234374"/>
                  <a:pt x="530170" y="2228659"/>
                  <a:pt x="525979" y="2224468"/>
                </a:cubicBezTo>
                <a:cubicBezTo>
                  <a:pt x="521788" y="2220277"/>
                  <a:pt x="522645" y="2218467"/>
                  <a:pt x="526551" y="2218753"/>
                </a:cubicBezTo>
                <a:cubicBezTo>
                  <a:pt x="530456" y="2219039"/>
                  <a:pt x="529884" y="2219991"/>
                  <a:pt x="528932" y="2217896"/>
                </a:cubicBezTo>
                <a:cubicBezTo>
                  <a:pt x="528076" y="2215800"/>
                  <a:pt x="524741" y="2215229"/>
                  <a:pt x="522075" y="2213419"/>
                </a:cubicBezTo>
                <a:cubicBezTo>
                  <a:pt x="519407" y="2211609"/>
                  <a:pt x="519978" y="2209799"/>
                  <a:pt x="518169" y="2205323"/>
                </a:cubicBezTo>
                <a:cubicBezTo>
                  <a:pt x="516359" y="2200846"/>
                  <a:pt x="517597" y="2201132"/>
                  <a:pt x="520836" y="2201417"/>
                </a:cubicBezTo>
                <a:cubicBezTo>
                  <a:pt x="524169" y="2201703"/>
                  <a:pt x="521407" y="2199322"/>
                  <a:pt x="519312" y="2197798"/>
                </a:cubicBezTo>
                <a:cubicBezTo>
                  <a:pt x="517216" y="2196274"/>
                  <a:pt x="512454" y="2198084"/>
                  <a:pt x="510358" y="2187892"/>
                </a:cubicBezTo>
                <a:cubicBezTo>
                  <a:pt x="508263" y="2177700"/>
                  <a:pt x="510358" y="2181034"/>
                  <a:pt x="512454" y="2184939"/>
                </a:cubicBezTo>
                <a:cubicBezTo>
                  <a:pt x="514549" y="2188844"/>
                  <a:pt x="515787" y="2190083"/>
                  <a:pt x="519026" y="2190368"/>
                </a:cubicBezTo>
                <a:cubicBezTo>
                  <a:pt x="522360" y="2190654"/>
                  <a:pt x="522645" y="2187035"/>
                  <a:pt x="519312" y="2187035"/>
                </a:cubicBezTo>
                <a:cubicBezTo>
                  <a:pt x="515978" y="2187035"/>
                  <a:pt x="515978" y="2186463"/>
                  <a:pt x="514549" y="2183415"/>
                </a:cubicBezTo>
                <a:cubicBezTo>
                  <a:pt x="513025" y="2180462"/>
                  <a:pt x="511596" y="2179796"/>
                  <a:pt x="507977" y="2176843"/>
                </a:cubicBezTo>
                <a:cubicBezTo>
                  <a:pt x="504357" y="2173795"/>
                  <a:pt x="506167" y="2173223"/>
                  <a:pt x="506739" y="2169604"/>
                </a:cubicBezTo>
                <a:cubicBezTo>
                  <a:pt x="507310" y="2165984"/>
                  <a:pt x="507310" y="2162746"/>
                  <a:pt x="509406" y="2161222"/>
                </a:cubicBezTo>
                <a:cubicBezTo>
                  <a:pt x="511501" y="2159698"/>
                  <a:pt x="513311" y="2157888"/>
                  <a:pt x="514549" y="2153697"/>
                </a:cubicBezTo>
                <a:cubicBezTo>
                  <a:pt x="515787" y="2149506"/>
                  <a:pt x="514835" y="2136933"/>
                  <a:pt x="514549" y="2131218"/>
                </a:cubicBezTo>
                <a:cubicBezTo>
                  <a:pt x="514263" y="2125503"/>
                  <a:pt x="514549" y="2124360"/>
                  <a:pt x="516645" y="2124646"/>
                </a:cubicBezTo>
                <a:cubicBezTo>
                  <a:pt x="518741" y="2124932"/>
                  <a:pt x="519026" y="2126170"/>
                  <a:pt x="519026" y="2122836"/>
                </a:cubicBezTo>
                <a:cubicBezTo>
                  <a:pt x="519026" y="2119502"/>
                  <a:pt x="517216" y="2116264"/>
                  <a:pt x="518741" y="2113883"/>
                </a:cubicBezTo>
                <a:lnTo>
                  <a:pt x="520218" y="2110645"/>
                </a:lnTo>
                <a:lnTo>
                  <a:pt x="518549" y="2109978"/>
                </a:lnTo>
                <a:cubicBezTo>
                  <a:pt x="515882" y="2109120"/>
                  <a:pt x="516739" y="2106073"/>
                  <a:pt x="516739" y="2106073"/>
                </a:cubicBezTo>
                <a:cubicBezTo>
                  <a:pt x="516739" y="2106073"/>
                  <a:pt x="517597" y="2104263"/>
                  <a:pt x="517597" y="2100643"/>
                </a:cubicBezTo>
                <a:cubicBezTo>
                  <a:pt x="517597" y="2097024"/>
                  <a:pt x="518168" y="2095881"/>
                  <a:pt x="519692" y="2092261"/>
                </a:cubicBezTo>
                <a:cubicBezTo>
                  <a:pt x="521216" y="2088642"/>
                  <a:pt x="521502" y="2084736"/>
                  <a:pt x="521788" y="2079117"/>
                </a:cubicBezTo>
                <a:cubicBezTo>
                  <a:pt x="521978" y="2075973"/>
                  <a:pt x="522645" y="2074259"/>
                  <a:pt x="523216" y="2072735"/>
                </a:cubicBezTo>
                <a:lnTo>
                  <a:pt x="523365" y="2072826"/>
                </a:lnTo>
                <a:lnTo>
                  <a:pt x="523788" y="2068924"/>
                </a:lnTo>
                <a:cubicBezTo>
                  <a:pt x="523503" y="2065591"/>
                  <a:pt x="522931" y="2059971"/>
                  <a:pt x="523788" y="2057209"/>
                </a:cubicBezTo>
                <a:cubicBezTo>
                  <a:pt x="524646" y="2054446"/>
                  <a:pt x="525598" y="2053018"/>
                  <a:pt x="525312" y="2049398"/>
                </a:cubicBezTo>
                <a:cubicBezTo>
                  <a:pt x="525027" y="2045779"/>
                  <a:pt x="524455" y="2041873"/>
                  <a:pt x="524074" y="2038635"/>
                </a:cubicBezTo>
                <a:cubicBezTo>
                  <a:pt x="523788" y="2035301"/>
                  <a:pt x="523503" y="2032920"/>
                  <a:pt x="522264" y="2029967"/>
                </a:cubicBezTo>
                <a:cubicBezTo>
                  <a:pt x="521026" y="2027014"/>
                  <a:pt x="521407" y="2025205"/>
                  <a:pt x="522836" y="2025490"/>
                </a:cubicBezTo>
                <a:cubicBezTo>
                  <a:pt x="524360" y="2025776"/>
                  <a:pt x="524931" y="2025490"/>
                  <a:pt x="525217" y="2023966"/>
                </a:cubicBezTo>
                <a:cubicBezTo>
                  <a:pt x="525503" y="2022442"/>
                  <a:pt x="525503" y="2021585"/>
                  <a:pt x="522264" y="2020347"/>
                </a:cubicBezTo>
                <a:cubicBezTo>
                  <a:pt x="518931" y="2019109"/>
                  <a:pt x="517502" y="2018823"/>
                  <a:pt x="515406" y="2016442"/>
                </a:cubicBezTo>
                <a:cubicBezTo>
                  <a:pt x="513311" y="2014060"/>
                  <a:pt x="515121" y="2011393"/>
                  <a:pt x="513025" y="2008631"/>
                </a:cubicBezTo>
                <a:cubicBezTo>
                  <a:pt x="510930" y="2005964"/>
                  <a:pt x="510930" y="2005012"/>
                  <a:pt x="512168" y="2002630"/>
                </a:cubicBezTo>
                <a:cubicBezTo>
                  <a:pt x="513406" y="2000249"/>
                  <a:pt x="512740" y="1999678"/>
                  <a:pt x="509501" y="1999678"/>
                </a:cubicBezTo>
                <a:cubicBezTo>
                  <a:pt x="507596" y="1999678"/>
                  <a:pt x="506644" y="1999773"/>
                  <a:pt x="506072" y="1998820"/>
                </a:cubicBezTo>
                <a:lnTo>
                  <a:pt x="506072" y="1998780"/>
                </a:lnTo>
                <a:lnTo>
                  <a:pt x="505976" y="1999011"/>
                </a:lnTo>
                <a:cubicBezTo>
                  <a:pt x="505500" y="1998249"/>
                  <a:pt x="505119" y="1997011"/>
                  <a:pt x="504643" y="1994725"/>
                </a:cubicBezTo>
                <a:cubicBezTo>
                  <a:pt x="503500" y="1989391"/>
                  <a:pt x="503786" y="1989105"/>
                  <a:pt x="502262" y="1994153"/>
                </a:cubicBezTo>
                <a:cubicBezTo>
                  <a:pt x="500833" y="1999297"/>
                  <a:pt x="502643" y="1999868"/>
                  <a:pt x="499309" y="1999868"/>
                </a:cubicBezTo>
                <a:cubicBezTo>
                  <a:pt x="496071" y="1999868"/>
                  <a:pt x="494832" y="2001011"/>
                  <a:pt x="490927" y="2002821"/>
                </a:cubicBezTo>
                <a:cubicBezTo>
                  <a:pt x="487022" y="2004631"/>
                  <a:pt x="484926" y="2005869"/>
                  <a:pt x="484641" y="2002535"/>
                </a:cubicBezTo>
                <a:cubicBezTo>
                  <a:pt x="484259" y="1999297"/>
                  <a:pt x="484926" y="1998916"/>
                  <a:pt x="481307" y="2002250"/>
                </a:cubicBezTo>
                <a:cubicBezTo>
                  <a:pt x="477687" y="2005488"/>
                  <a:pt x="478354" y="2005774"/>
                  <a:pt x="472926" y="2004917"/>
                </a:cubicBezTo>
                <a:cubicBezTo>
                  <a:pt x="467496" y="2004059"/>
                  <a:pt x="463971" y="2005869"/>
                  <a:pt x="458828" y="2002821"/>
                </a:cubicBezTo>
                <a:cubicBezTo>
                  <a:pt x="453779" y="1999773"/>
                  <a:pt x="453209" y="1996820"/>
                  <a:pt x="454065" y="1993201"/>
                </a:cubicBezTo>
                <a:cubicBezTo>
                  <a:pt x="455018" y="1989581"/>
                  <a:pt x="453209" y="1987200"/>
                  <a:pt x="451970" y="1982438"/>
                </a:cubicBezTo>
                <a:cubicBezTo>
                  <a:pt x="450827" y="1977675"/>
                  <a:pt x="451398" y="1977008"/>
                  <a:pt x="455018" y="1976437"/>
                </a:cubicBezTo>
                <a:cubicBezTo>
                  <a:pt x="458637" y="1975865"/>
                  <a:pt x="458351" y="1976723"/>
                  <a:pt x="458351" y="1974341"/>
                </a:cubicBezTo>
                <a:cubicBezTo>
                  <a:pt x="458351" y="1971960"/>
                  <a:pt x="458351" y="1972246"/>
                  <a:pt x="454732" y="1972532"/>
                </a:cubicBezTo>
                <a:cubicBezTo>
                  <a:pt x="451112" y="1972817"/>
                  <a:pt x="451684" y="1971960"/>
                  <a:pt x="451112" y="1968055"/>
                </a:cubicBezTo>
                <a:cubicBezTo>
                  <a:pt x="450446" y="1964150"/>
                  <a:pt x="451112" y="1964721"/>
                  <a:pt x="451684" y="1962340"/>
                </a:cubicBezTo>
                <a:cubicBezTo>
                  <a:pt x="452255" y="1959959"/>
                  <a:pt x="451970" y="1959578"/>
                  <a:pt x="448350" y="1956911"/>
                </a:cubicBezTo>
                <a:cubicBezTo>
                  <a:pt x="444731" y="1954244"/>
                  <a:pt x="441683" y="1949386"/>
                  <a:pt x="438731" y="1948814"/>
                </a:cubicBezTo>
                <a:cubicBezTo>
                  <a:pt x="435777" y="1948243"/>
                  <a:pt x="434825" y="1949672"/>
                  <a:pt x="434539" y="1947005"/>
                </a:cubicBezTo>
                <a:cubicBezTo>
                  <a:pt x="434253" y="1944338"/>
                  <a:pt x="439397" y="1945766"/>
                  <a:pt x="439682" y="1943099"/>
                </a:cubicBezTo>
                <a:cubicBezTo>
                  <a:pt x="439968" y="1940432"/>
                  <a:pt x="437873" y="1940718"/>
                  <a:pt x="430063" y="1941290"/>
                </a:cubicBezTo>
                <a:cubicBezTo>
                  <a:pt x="422252" y="1941861"/>
                  <a:pt x="424347" y="1945481"/>
                  <a:pt x="420156" y="1945766"/>
                </a:cubicBezTo>
                <a:cubicBezTo>
                  <a:pt x="415965" y="1946052"/>
                  <a:pt x="414441" y="1945481"/>
                  <a:pt x="410822" y="1946338"/>
                </a:cubicBezTo>
                <a:lnTo>
                  <a:pt x="410511" y="1947274"/>
                </a:lnTo>
                <a:lnTo>
                  <a:pt x="410440" y="1947957"/>
                </a:lnTo>
                <a:lnTo>
                  <a:pt x="410297" y="1947913"/>
                </a:lnTo>
                <a:lnTo>
                  <a:pt x="410155" y="1948338"/>
                </a:lnTo>
                <a:lnTo>
                  <a:pt x="410202" y="1947883"/>
                </a:lnTo>
                <a:lnTo>
                  <a:pt x="406154" y="1946623"/>
                </a:lnTo>
                <a:cubicBezTo>
                  <a:pt x="406726" y="1943956"/>
                  <a:pt x="406154" y="1943290"/>
                  <a:pt x="403773" y="1945100"/>
                </a:cubicBezTo>
                <a:cubicBezTo>
                  <a:pt x="401392" y="1946909"/>
                  <a:pt x="397486" y="1948052"/>
                  <a:pt x="391200" y="1949576"/>
                </a:cubicBezTo>
                <a:cubicBezTo>
                  <a:pt x="390438" y="1949767"/>
                  <a:pt x="389676" y="1949957"/>
                  <a:pt x="388914" y="1950148"/>
                </a:cubicBezTo>
                <a:lnTo>
                  <a:pt x="388972" y="1947673"/>
                </a:lnTo>
                <a:lnTo>
                  <a:pt x="388342" y="1950529"/>
                </a:lnTo>
                <a:lnTo>
                  <a:pt x="381103" y="1953482"/>
                </a:lnTo>
                <a:lnTo>
                  <a:pt x="380955" y="1953333"/>
                </a:lnTo>
                <a:lnTo>
                  <a:pt x="377485" y="1956053"/>
                </a:lnTo>
                <a:cubicBezTo>
                  <a:pt x="374151" y="1959387"/>
                  <a:pt x="373579" y="1958720"/>
                  <a:pt x="374532" y="1955482"/>
                </a:cubicBezTo>
                <a:cubicBezTo>
                  <a:pt x="375389" y="1952148"/>
                  <a:pt x="374818" y="1951005"/>
                  <a:pt x="373675" y="1953387"/>
                </a:cubicBezTo>
                <a:cubicBezTo>
                  <a:pt x="372436" y="1955768"/>
                  <a:pt x="372817" y="1956053"/>
                  <a:pt x="371293" y="1955482"/>
                </a:cubicBezTo>
                <a:cubicBezTo>
                  <a:pt x="369769" y="1954911"/>
                  <a:pt x="369769" y="1952529"/>
                  <a:pt x="369198" y="1955482"/>
                </a:cubicBezTo>
                <a:cubicBezTo>
                  <a:pt x="368626" y="1958435"/>
                  <a:pt x="370055" y="1959101"/>
                  <a:pt x="366531" y="1960530"/>
                </a:cubicBezTo>
                <a:cubicBezTo>
                  <a:pt x="362911" y="1962054"/>
                  <a:pt x="362055" y="1962340"/>
                  <a:pt x="358149" y="1966817"/>
                </a:cubicBezTo>
                <a:cubicBezTo>
                  <a:pt x="354244" y="1971294"/>
                  <a:pt x="349195" y="1975484"/>
                  <a:pt x="344623" y="1975484"/>
                </a:cubicBezTo>
                <a:cubicBezTo>
                  <a:pt x="340147" y="1975484"/>
                  <a:pt x="337384" y="1979961"/>
                  <a:pt x="337384" y="1979961"/>
                </a:cubicBezTo>
                <a:cubicBezTo>
                  <a:pt x="337384" y="1979961"/>
                  <a:pt x="332336" y="1982628"/>
                  <a:pt x="329574" y="1985391"/>
                </a:cubicBezTo>
                <a:cubicBezTo>
                  <a:pt x="326907" y="1988058"/>
                  <a:pt x="320906" y="1988058"/>
                  <a:pt x="318525" y="1986915"/>
                </a:cubicBezTo>
                <a:cubicBezTo>
                  <a:pt x="316144" y="1985676"/>
                  <a:pt x="312524" y="1983009"/>
                  <a:pt x="309190" y="1983295"/>
                </a:cubicBezTo>
                <a:lnTo>
                  <a:pt x="305985" y="1981871"/>
                </a:lnTo>
                <a:lnTo>
                  <a:pt x="300427" y="1985010"/>
                </a:lnTo>
                <a:cubicBezTo>
                  <a:pt x="300427" y="1985010"/>
                  <a:pt x="307666" y="1978628"/>
                  <a:pt x="303475" y="1977104"/>
                </a:cubicBezTo>
                <a:cubicBezTo>
                  <a:pt x="301952" y="1976532"/>
                  <a:pt x="300808" y="1973770"/>
                  <a:pt x="299855" y="1977104"/>
                </a:cubicBezTo>
                <a:cubicBezTo>
                  <a:pt x="298998" y="1980438"/>
                  <a:pt x="299285" y="1980438"/>
                  <a:pt x="297188" y="1980057"/>
                </a:cubicBezTo>
                <a:cubicBezTo>
                  <a:pt x="295093" y="1979771"/>
                  <a:pt x="293854" y="1978247"/>
                  <a:pt x="295664" y="1974627"/>
                </a:cubicBezTo>
                <a:cubicBezTo>
                  <a:pt x="297474" y="1971008"/>
                  <a:pt x="296521" y="1969198"/>
                  <a:pt x="294140" y="1972246"/>
                </a:cubicBezTo>
                <a:cubicBezTo>
                  <a:pt x="291759" y="1975199"/>
                  <a:pt x="288997" y="1973484"/>
                  <a:pt x="281281" y="1973770"/>
                </a:cubicBezTo>
                <a:cubicBezTo>
                  <a:pt x="273471" y="1974056"/>
                  <a:pt x="277090" y="1976818"/>
                  <a:pt x="282805" y="1976818"/>
                </a:cubicBezTo>
                <a:cubicBezTo>
                  <a:pt x="288520" y="1976818"/>
                  <a:pt x="289663" y="1978628"/>
                  <a:pt x="284044" y="1978628"/>
                </a:cubicBezTo>
                <a:cubicBezTo>
                  <a:pt x="278329" y="1978628"/>
                  <a:pt x="278329" y="1980152"/>
                  <a:pt x="275662" y="1978628"/>
                </a:cubicBezTo>
                <a:cubicBezTo>
                  <a:pt x="272995" y="1977104"/>
                  <a:pt x="273280" y="1976247"/>
                  <a:pt x="268804" y="1975675"/>
                </a:cubicBezTo>
                <a:cubicBezTo>
                  <a:pt x="264327" y="1975104"/>
                  <a:pt x="265851" y="1975961"/>
                  <a:pt x="269089" y="1978342"/>
                </a:cubicBezTo>
                <a:cubicBezTo>
                  <a:pt x="272423" y="1980723"/>
                  <a:pt x="270613" y="1980723"/>
                  <a:pt x="265756" y="1980723"/>
                </a:cubicBezTo>
                <a:cubicBezTo>
                  <a:pt x="260993" y="1980723"/>
                  <a:pt x="261850" y="1980438"/>
                  <a:pt x="256136" y="1983390"/>
                </a:cubicBezTo>
                <a:cubicBezTo>
                  <a:pt x="250420" y="1986438"/>
                  <a:pt x="237847" y="1991487"/>
                  <a:pt x="229180" y="1996249"/>
                </a:cubicBezTo>
                <a:cubicBezTo>
                  <a:pt x="227941" y="1996916"/>
                  <a:pt x="226798" y="1997487"/>
                  <a:pt x="225847" y="1997868"/>
                </a:cubicBezTo>
                <a:lnTo>
                  <a:pt x="225197" y="1996750"/>
                </a:lnTo>
                <a:lnTo>
                  <a:pt x="212702" y="1993582"/>
                </a:lnTo>
                <a:cubicBezTo>
                  <a:pt x="206130" y="1988724"/>
                  <a:pt x="200415" y="1978818"/>
                  <a:pt x="195653" y="1971674"/>
                </a:cubicBezTo>
                <a:cubicBezTo>
                  <a:pt x="190890" y="1964530"/>
                  <a:pt x="189938" y="1959101"/>
                  <a:pt x="187556" y="1956434"/>
                </a:cubicBezTo>
                <a:cubicBezTo>
                  <a:pt x="185175" y="1953767"/>
                  <a:pt x="182794" y="1949576"/>
                  <a:pt x="181555" y="1946242"/>
                </a:cubicBezTo>
                <a:cubicBezTo>
                  <a:pt x="180317" y="1943004"/>
                  <a:pt x="182127" y="1941480"/>
                  <a:pt x="180031" y="1941766"/>
                </a:cubicBezTo>
                <a:cubicBezTo>
                  <a:pt x="177936" y="1942051"/>
                  <a:pt x="177269" y="1941766"/>
                  <a:pt x="176698" y="1939384"/>
                </a:cubicBezTo>
                <a:cubicBezTo>
                  <a:pt x="176126" y="1936908"/>
                  <a:pt x="175175" y="1934527"/>
                  <a:pt x="172221" y="1930050"/>
                </a:cubicBezTo>
                <a:cubicBezTo>
                  <a:pt x="169268" y="1925478"/>
                  <a:pt x="168030" y="1927288"/>
                  <a:pt x="167744" y="1924621"/>
                </a:cubicBezTo>
                <a:cubicBezTo>
                  <a:pt x="167458" y="1921858"/>
                  <a:pt x="166792" y="1920430"/>
                  <a:pt x="163839" y="1919191"/>
                </a:cubicBezTo>
                <a:cubicBezTo>
                  <a:pt x="162791" y="1918810"/>
                  <a:pt x="162315" y="1918144"/>
                  <a:pt x="161934" y="1917382"/>
                </a:cubicBezTo>
                <a:lnTo>
                  <a:pt x="162776" y="1917121"/>
                </a:lnTo>
                <a:lnTo>
                  <a:pt x="161743" y="1917287"/>
                </a:lnTo>
                <a:cubicBezTo>
                  <a:pt x="160981" y="1915668"/>
                  <a:pt x="161077" y="1913477"/>
                  <a:pt x="159458" y="1911667"/>
                </a:cubicBezTo>
                <a:cubicBezTo>
                  <a:pt x="157076" y="1909000"/>
                  <a:pt x="154028" y="1909572"/>
                  <a:pt x="149838" y="1907191"/>
                </a:cubicBezTo>
                <a:cubicBezTo>
                  <a:pt x="145646" y="1904809"/>
                  <a:pt x="146884" y="1902714"/>
                  <a:pt x="150694" y="1903571"/>
                </a:cubicBezTo>
                <a:cubicBezTo>
                  <a:pt x="154600" y="1904428"/>
                  <a:pt x="156124" y="1904809"/>
                  <a:pt x="151933" y="1901190"/>
                </a:cubicBezTo>
                <a:cubicBezTo>
                  <a:pt x="147742" y="1897570"/>
                  <a:pt x="154600" y="1898237"/>
                  <a:pt x="154885" y="1896999"/>
                </a:cubicBezTo>
                <a:cubicBezTo>
                  <a:pt x="155171" y="1895761"/>
                  <a:pt x="151552" y="1890712"/>
                  <a:pt x="148027" y="1889855"/>
                </a:cubicBezTo>
                <a:cubicBezTo>
                  <a:pt x="144408" y="1888998"/>
                  <a:pt x="144408" y="1887474"/>
                  <a:pt x="144979" y="1885950"/>
                </a:cubicBezTo>
                <a:cubicBezTo>
                  <a:pt x="145551" y="1884426"/>
                  <a:pt x="147361" y="1879663"/>
                  <a:pt x="144694" y="1876996"/>
                </a:cubicBezTo>
                <a:cubicBezTo>
                  <a:pt x="142027" y="1874329"/>
                  <a:pt x="141360" y="1873377"/>
                  <a:pt x="143170" y="1873091"/>
                </a:cubicBezTo>
                <a:cubicBezTo>
                  <a:pt x="144979" y="1872805"/>
                  <a:pt x="146503" y="1869757"/>
                  <a:pt x="147361" y="1865947"/>
                </a:cubicBezTo>
                <a:cubicBezTo>
                  <a:pt x="148218" y="1862042"/>
                  <a:pt x="148599" y="1859947"/>
                  <a:pt x="144979" y="1860899"/>
                </a:cubicBezTo>
                <a:cubicBezTo>
                  <a:pt x="141360" y="1861757"/>
                  <a:pt x="140503" y="1857946"/>
                  <a:pt x="142312" y="1855184"/>
                </a:cubicBezTo>
                <a:cubicBezTo>
                  <a:pt x="143360" y="1853660"/>
                  <a:pt x="142885" y="1852422"/>
                  <a:pt x="142789" y="1850993"/>
                </a:cubicBezTo>
                <a:lnTo>
                  <a:pt x="142905" y="1850820"/>
                </a:lnTo>
                <a:lnTo>
                  <a:pt x="142883" y="1850803"/>
                </a:lnTo>
                <a:cubicBezTo>
                  <a:pt x="142788" y="1849660"/>
                  <a:pt x="142978" y="1848421"/>
                  <a:pt x="144122" y="1846612"/>
                </a:cubicBezTo>
                <a:cubicBezTo>
                  <a:pt x="146789" y="1842421"/>
                  <a:pt x="145264" y="1840897"/>
                  <a:pt x="144693" y="1836706"/>
                </a:cubicBezTo>
                <a:cubicBezTo>
                  <a:pt x="144122" y="1832515"/>
                  <a:pt x="144122" y="1828324"/>
                  <a:pt x="142883" y="1824418"/>
                </a:cubicBezTo>
                <a:cubicBezTo>
                  <a:pt x="141645" y="1820513"/>
                  <a:pt x="142597" y="1820799"/>
                  <a:pt x="140789" y="1821370"/>
                </a:cubicBezTo>
                <a:cubicBezTo>
                  <a:pt x="138978" y="1821942"/>
                  <a:pt x="138025" y="1821942"/>
                  <a:pt x="137454" y="1819561"/>
                </a:cubicBezTo>
                <a:cubicBezTo>
                  <a:pt x="136882" y="1817179"/>
                  <a:pt x="138025" y="1815084"/>
                  <a:pt x="135358" y="1815370"/>
                </a:cubicBezTo>
                <a:cubicBezTo>
                  <a:pt x="132596" y="1815751"/>
                  <a:pt x="132025" y="1813941"/>
                  <a:pt x="129929" y="1812417"/>
                </a:cubicBezTo>
                <a:cubicBezTo>
                  <a:pt x="127834" y="1810893"/>
                  <a:pt x="128405" y="1810607"/>
                  <a:pt x="129929" y="1808226"/>
                </a:cubicBezTo>
                <a:cubicBezTo>
                  <a:pt x="131453" y="1805749"/>
                  <a:pt x="129929" y="1804606"/>
                  <a:pt x="131168" y="1800987"/>
                </a:cubicBezTo>
                <a:cubicBezTo>
                  <a:pt x="132406" y="1797367"/>
                  <a:pt x="131453" y="1796796"/>
                  <a:pt x="133263" y="1793176"/>
                </a:cubicBezTo>
                <a:cubicBezTo>
                  <a:pt x="135073" y="1789557"/>
                  <a:pt x="135930" y="1786509"/>
                  <a:pt x="133834" y="1787747"/>
                </a:cubicBezTo>
                <a:cubicBezTo>
                  <a:pt x="131739" y="1788985"/>
                  <a:pt x="129929" y="1790509"/>
                  <a:pt x="130502" y="1788985"/>
                </a:cubicBezTo>
                <a:cubicBezTo>
                  <a:pt x="131072" y="1787557"/>
                  <a:pt x="130215" y="1785747"/>
                  <a:pt x="128405" y="1786318"/>
                </a:cubicBezTo>
                <a:cubicBezTo>
                  <a:pt x="127453" y="1786604"/>
                  <a:pt x="126786" y="1786414"/>
                  <a:pt x="126405" y="1785842"/>
                </a:cubicBezTo>
                <a:lnTo>
                  <a:pt x="127194" y="1784459"/>
                </a:lnTo>
                <a:lnTo>
                  <a:pt x="126120" y="1782889"/>
                </a:lnTo>
                <a:cubicBezTo>
                  <a:pt x="126406" y="1780508"/>
                  <a:pt x="126406" y="1778412"/>
                  <a:pt x="123072" y="1780508"/>
                </a:cubicBezTo>
                <a:cubicBezTo>
                  <a:pt x="119738" y="1782603"/>
                  <a:pt x="119738" y="1778984"/>
                  <a:pt x="120119" y="1773650"/>
                </a:cubicBezTo>
                <a:cubicBezTo>
                  <a:pt x="120406" y="1768220"/>
                  <a:pt x="118309" y="1767363"/>
                  <a:pt x="118024" y="1764315"/>
                </a:cubicBezTo>
                <a:cubicBezTo>
                  <a:pt x="117738" y="1761362"/>
                  <a:pt x="118500" y="1759458"/>
                  <a:pt x="125834" y="1759267"/>
                </a:cubicBezTo>
                <a:cubicBezTo>
                  <a:pt x="133644" y="1758981"/>
                  <a:pt x="128501" y="1755648"/>
                  <a:pt x="121357" y="1757171"/>
                </a:cubicBezTo>
                <a:cubicBezTo>
                  <a:pt x="116118" y="1758219"/>
                  <a:pt x="116881" y="1757743"/>
                  <a:pt x="118690" y="1755933"/>
                </a:cubicBezTo>
                <a:cubicBezTo>
                  <a:pt x="120500" y="1754124"/>
                  <a:pt x="119548" y="1752980"/>
                  <a:pt x="115356" y="1752599"/>
                </a:cubicBezTo>
                <a:cubicBezTo>
                  <a:pt x="111166" y="1752314"/>
                  <a:pt x="109927" y="1747932"/>
                  <a:pt x="115643" y="1747170"/>
                </a:cubicBezTo>
                <a:cubicBezTo>
                  <a:pt x="125263" y="1745932"/>
                  <a:pt x="119833" y="1742122"/>
                  <a:pt x="112975" y="1744217"/>
                </a:cubicBezTo>
                <a:lnTo>
                  <a:pt x="107932" y="1739460"/>
                </a:lnTo>
                <a:lnTo>
                  <a:pt x="107831" y="1739455"/>
                </a:lnTo>
                <a:cubicBezTo>
                  <a:pt x="107260" y="1735646"/>
                  <a:pt x="109069" y="1734979"/>
                  <a:pt x="112022" y="1734407"/>
                </a:cubicBezTo>
                <a:cubicBezTo>
                  <a:pt x="114975" y="1733836"/>
                  <a:pt x="114118" y="1731740"/>
                  <a:pt x="114118" y="1729645"/>
                </a:cubicBezTo>
                <a:cubicBezTo>
                  <a:pt x="114118" y="1727549"/>
                  <a:pt x="114403" y="1725454"/>
                  <a:pt x="112022" y="1726025"/>
                </a:cubicBezTo>
                <a:cubicBezTo>
                  <a:pt x="109641" y="1726597"/>
                  <a:pt x="109641" y="1724787"/>
                  <a:pt x="111165" y="1722406"/>
                </a:cubicBezTo>
                <a:cubicBezTo>
                  <a:pt x="111927" y="1721072"/>
                  <a:pt x="112784" y="1719167"/>
                  <a:pt x="113356" y="1717072"/>
                </a:cubicBezTo>
                <a:lnTo>
                  <a:pt x="113722" y="1716871"/>
                </a:lnTo>
                <a:lnTo>
                  <a:pt x="114690" y="1712119"/>
                </a:lnTo>
                <a:cubicBezTo>
                  <a:pt x="114975" y="1708785"/>
                  <a:pt x="119166" y="1708499"/>
                  <a:pt x="121833" y="1708213"/>
                </a:cubicBezTo>
                <a:cubicBezTo>
                  <a:pt x="124500" y="1707928"/>
                  <a:pt x="125453" y="1705832"/>
                  <a:pt x="121833" y="1702784"/>
                </a:cubicBezTo>
                <a:lnTo>
                  <a:pt x="121290" y="1701092"/>
                </a:lnTo>
                <a:lnTo>
                  <a:pt x="119642" y="1700117"/>
                </a:lnTo>
                <a:cubicBezTo>
                  <a:pt x="118975" y="1698308"/>
                  <a:pt x="120214" y="1696783"/>
                  <a:pt x="121929" y="1695069"/>
                </a:cubicBezTo>
                <a:cubicBezTo>
                  <a:pt x="124309" y="1692688"/>
                  <a:pt x="124309" y="1691450"/>
                  <a:pt x="122214" y="1691164"/>
                </a:cubicBezTo>
                <a:cubicBezTo>
                  <a:pt x="120118" y="1690878"/>
                  <a:pt x="118880" y="1690021"/>
                  <a:pt x="122785" y="1688211"/>
                </a:cubicBezTo>
                <a:cubicBezTo>
                  <a:pt x="126691" y="1686401"/>
                  <a:pt x="125738" y="1685544"/>
                  <a:pt x="123071" y="1685544"/>
                </a:cubicBezTo>
                <a:cubicBezTo>
                  <a:pt x="120404" y="1685544"/>
                  <a:pt x="119262" y="1684020"/>
                  <a:pt x="118023" y="1672971"/>
                </a:cubicBezTo>
                <a:cubicBezTo>
                  <a:pt x="116880" y="1661922"/>
                  <a:pt x="117451" y="1659826"/>
                  <a:pt x="123738" y="1656207"/>
                </a:cubicBezTo>
                <a:cubicBezTo>
                  <a:pt x="130024" y="1652587"/>
                  <a:pt x="132977" y="1649349"/>
                  <a:pt x="134502" y="1641824"/>
                </a:cubicBezTo>
                <a:cubicBezTo>
                  <a:pt x="136025" y="1634395"/>
                  <a:pt x="138978" y="1627727"/>
                  <a:pt x="140789" y="1625060"/>
                </a:cubicBezTo>
                <a:cubicBezTo>
                  <a:pt x="142502" y="1622298"/>
                  <a:pt x="142502" y="1623250"/>
                  <a:pt x="141645" y="1621441"/>
                </a:cubicBezTo>
                <a:lnTo>
                  <a:pt x="141741" y="1621227"/>
                </a:lnTo>
                <a:lnTo>
                  <a:pt x="141741" y="1615249"/>
                </a:lnTo>
                <a:cubicBezTo>
                  <a:pt x="142693" y="1611916"/>
                  <a:pt x="144789" y="1608296"/>
                  <a:pt x="147170" y="1601724"/>
                </a:cubicBezTo>
                <a:cubicBezTo>
                  <a:pt x="149551" y="1595152"/>
                  <a:pt x="157648" y="1580769"/>
                  <a:pt x="163077" y="1572387"/>
                </a:cubicBezTo>
                <a:cubicBezTo>
                  <a:pt x="168506" y="1564005"/>
                  <a:pt x="169459" y="1553242"/>
                  <a:pt x="170316" y="1545145"/>
                </a:cubicBezTo>
                <a:cubicBezTo>
                  <a:pt x="171173" y="1537049"/>
                  <a:pt x="174794" y="1525905"/>
                  <a:pt x="173269" y="1523238"/>
                </a:cubicBezTo>
                <a:cubicBezTo>
                  <a:pt x="171745" y="1520476"/>
                  <a:pt x="170506" y="1518094"/>
                  <a:pt x="175650" y="1517523"/>
                </a:cubicBezTo>
                <a:cubicBezTo>
                  <a:pt x="180793" y="1516951"/>
                  <a:pt x="181651" y="1515142"/>
                  <a:pt x="178984" y="1515142"/>
                </a:cubicBezTo>
                <a:cubicBezTo>
                  <a:pt x="176221" y="1515142"/>
                  <a:pt x="177745" y="1512760"/>
                  <a:pt x="179555" y="1510951"/>
                </a:cubicBezTo>
                <a:cubicBezTo>
                  <a:pt x="181270" y="1509141"/>
                  <a:pt x="182794" y="1507331"/>
                  <a:pt x="182508" y="1504950"/>
                </a:cubicBezTo>
                <a:cubicBezTo>
                  <a:pt x="182222" y="1502569"/>
                  <a:pt x="181270" y="1501426"/>
                  <a:pt x="184889" y="1496282"/>
                </a:cubicBezTo>
                <a:cubicBezTo>
                  <a:pt x="188509" y="1491234"/>
                  <a:pt x="187556" y="1487900"/>
                  <a:pt x="188794" y="1483423"/>
                </a:cubicBezTo>
                <a:cubicBezTo>
                  <a:pt x="189937" y="1478947"/>
                  <a:pt x="189080" y="1476565"/>
                  <a:pt x="186985" y="1477423"/>
                </a:cubicBezTo>
                <a:cubicBezTo>
                  <a:pt x="184889" y="1478375"/>
                  <a:pt x="184222" y="1477137"/>
                  <a:pt x="183365" y="1472946"/>
                </a:cubicBezTo>
                <a:cubicBezTo>
                  <a:pt x="182508" y="1468755"/>
                  <a:pt x="181555" y="1467802"/>
                  <a:pt x="179174" y="1471422"/>
                </a:cubicBezTo>
                <a:cubicBezTo>
                  <a:pt x="176793" y="1475041"/>
                  <a:pt x="177555" y="1465993"/>
                  <a:pt x="181460" y="1461802"/>
                </a:cubicBezTo>
                <a:lnTo>
                  <a:pt x="184089" y="1461400"/>
                </a:lnTo>
                <a:lnTo>
                  <a:pt x="190127" y="1449324"/>
                </a:lnTo>
                <a:cubicBezTo>
                  <a:pt x="195271" y="1443323"/>
                  <a:pt x="192509" y="1442751"/>
                  <a:pt x="195271" y="1437894"/>
                </a:cubicBezTo>
                <a:cubicBezTo>
                  <a:pt x="197938" y="1433131"/>
                  <a:pt x="199462" y="1429512"/>
                  <a:pt x="203082" y="1427988"/>
                </a:cubicBezTo>
                <a:cubicBezTo>
                  <a:pt x="206701" y="1426464"/>
                  <a:pt x="207273" y="1426749"/>
                  <a:pt x="210606" y="1422273"/>
                </a:cubicBezTo>
                <a:cubicBezTo>
                  <a:pt x="213940" y="1417796"/>
                  <a:pt x="216036" y="1417796"/>
                  <a:pt x="216321" y="1412652"/>
                </a:cubicBezTo>
                <a:cubicBezTo>
                  <a:pt x="216607" y="1407604"/>
                  <a:pt x="221751" y="1407223"/>
                  <a:pt x="222322" y="1403985"/>
                </a:cubicBezTo>
                <a:cubicBezTo>
                  <a:pt x="222894" y="1400651"/>
                  <a:pt x="221084" y="1399222"/>
                  <a:pt x="224132" y="1397413"/>
                </a:cubicBezTo>
                <a:cubicBezTo>
                  <a:pt x="227180" y="1395603"/>
                  <a:pt x="230418" y="1391412"/>
                  <a:pt x="235848" y="1385982"/>
                </a:cubicBezTo>
                <a:cubicBezTo>
                  <a:pt x="241277" y="1380553"/>
                  <a:pt x="241848" y="1381792"/>
                  <a:pt x="238515" y="1381792"/>
                </a:cubicBezTo>
                <a:cubicBezTo>
                  <a:pt x="235181" y="1381792"/>
                  <a:pt x="236705" y="1380553"/>
                  <a:pt x="240039" y="1376076"/>
                </a:cubicBezTo>
                <a:cubicBezTo>
                  <a:pt x="243373" y="1371600"/>
                  <a:pt x="247849" y="1366170"/>
                  <a:pt x="253183" y="1363503"/>
                </a:cubicBezTo>
                <a:cubicBezTo>
                  <a:pt x="258612" y="1360836"/>
                  <a:pt x="257660" y="1359313"/>
                  <a:pt x="260708" y="1357217"/>
                </a:cubicBezTo>
                <a:cubicBezTo>
                  <a:pt x="263661" y="1355122"/>
                  <a:pt x="264042" y="1355407"/>
                  <a:pt x="263090" y="1353312"/>
                </a:cubicBezTo>
                <a:cubicBezTo>
                  <a:pt x="262232" y="1351216"/>
                  <a:pt x="263375" y="1349692"/>
                  <a:pt x="266709" y="1347311"/>
                </a:cubicBezTo>
                <a:cubicBezTo>
                  <a:pt x="270042" y="1344930"/>
                  <a:pt x="272424" y="1342834"/>
                  <a:pt x="278139" y="1336548"/>
                </a:cubicBezTo>
                <a:cubicBezTo>
                  <a:pt x="283854" y="1330261"/>
                  <a:pt x="286521" y="1322165"/>
                  <a:pt x="291283" y="1315593"/>
                </a:cubicBezTo>
                <a:cubicBezTo>
                  <a:pt x="296046" y="1309020"/>
                  <a:pt x="303856" y="1308068"/>
                  <a:pt x="307475" y="1305972"/>
                </a:cubicBezTo>
                <a:cubicBezTo>
                  <a:pt x="311095" y="1303877"/>
                  <a:pt x="312238" y="1296067"/>
                  <a:pt x="315286" y="1288923"/>
                </a:cubicBezTo>
                <a:cubicBezTo>
                  <a:pt x="318239" y="1281779"/>
                  <a:pt x="322049" y="1278636"/>
                  <a:pt x="326811" y="1275016"/>
                </a:cubicBezTo>
                <a:lnTo>
                  <a:pt x="326830" y="1274853"/>
                </a:lnTo>
                <a:lnTo>
                  <a:pt x="326621" y="1274825"/>
                </a:lnTo>
                <a:lnTo>
                  <a:pt x="326866" y="1274528"/>
                </a:lnTo>
                <a:lnTo>
                  <a:pt x="326907" y="1274159"/>
                </a:lnTo>
                <a:lnTo>
                  <a:pt x="327141" y="1274194"/>
                </a:lnTo>
                <a:lnTo>
                  <a:pt x="334622" y="1265110"/>
                </a:lnTo>
                <a:cubicBezTo>
                  <a:pt x="335860" y="1261776"/>
                  <a:pt x="337575" y="1261204"/>
                  <a:pt x="342718" y="1260919"/>
                </a:cubicBezTo>
                <a:cubicBezTo>
                  <a:pt x="347766" y="1260633"/>
                  <a:pt x="350816" y="1260633"/>
                  <a:pt x="355291" y="1257013"/>
                </a:cubicBezTo>
                <a:cubicBezTo>
                  <a:pt x="359768" y="1253394"/>
                  <a:pt x="361864" y="1255489"/>
                  <a:pt x="364626" y="1251584"/>
                </a:cubicBezTo>
                <a:cubicBezTo>
                  <a:pt x="367293" y="1247679"/>
                  <a:pt x="369388" y="1247107"/>
                  <a:pt x="376056" y="1244345"/>
                </a:cubicBezTo>
                <a:cubicBezTo>
                  <a:pt x="382628" y="1241678"/>
                  <a:pt x="385390" y="1239583"/>
                  <a:pt x="389582" y="1234439"/>
                </a:cubicBezTo>
                <a:cubicBezTo>
                  <a:pt x="393773" y="1229296"/>
                  <a:pt x="394058" y="1226914"/>
                  <a:pt x="400344" y="1225771"/>
                </a:cubicBezTo>
                <a:cubicBezTo>
                  <a:pt x="406631" y="1224533"/>
                  <a:pt x="409679" y="1221580"/>
                  <a:pt x="413490" y="1217104"/>
                </a:cubicBezTo>
                <a:cubicBezTo>
                  <a:pt x="417394" y="1212627"/>
                  <a:pt x="418919" y="1208722"/>
                  <a:pt x="418919" y="1203959"/>
                </a:cubicBezTo>
                <a:cubicBezTo>
                  <a:pt x="418919" y="1199197"/>
                  <a:pt x="418347" y="1197958"/>
                  <a:pt x="420442" y="1196434"/>
                </a:cubicBezTo>
                <a:cubicBezTo>
                  <a:pt x="422538" y="1194910"/>
                  <a:pt x="424062" y="1190434"/>
                  <a:pt x="426157" y="1185385"/>
                </a:cubicBezTo>
                <a:cubicBezTo>
                  <a:pt x="428253" y="1180242"/>
                  <a:pt x="429111" y="1179385"/>
                  <a:pt x="430064" y="1173670"/>
                </a:cubicBezTo>
                <a:cubicBezTo>
                  <a:pt x="430920" y="1167955"/>
                  <a:pt x="432729" y="1165859"/>
                  <a:pt x="436635" y="1164335"/>
                </a:cubicBezTo>
                <a:cubicBezTo>
                  <a:pt x="440540" y="1162811"/>
                  <a:pt x="442065" y="1158906"/>
                  <a:pt x="445969" y="1156525"/>
                </a:cubicBezTo>
                <a:cubicBezTo>
                  <a:pt x="449874" y="1154143"/>
                  <a:pt x="449303" y="1151762"/>
                  <a:pt x="449874" y="1147571"/>
                </a:cubicBezTo>
                <a:cubicBezTo>
                  <a:pt x="450446" y="1143380"/>
                  <a:pt x="452827" y="1140046"/>
                  <a:pt x="460352" y="1138237"/>
                </a:cubicBezTo>
                <a:cubicBezTo>
                  <a:pt x="467878" y="1136427"/>
                  <a:pt x="469306" y="1132236"/>
                  <a:pt x="472639" y="1128902"/>
                </a:cubicBezTo>
                <a:cubicBezTo>
                  <a:pt x="475973" y="1125568"/>
                  <a:pt x="479878" y="1123473"/>
                  <a:pt x="484069" y="1122901"/>
                </a:cubicBezTo>
                <a:cubicBezTo>
                  <a:pt x="488260" y="1122330"/>
                  <a:pt x="493404" y="1121092"/>
                  <a:pt x="499309" y="1118139"/>
                </a:cubicBezTo>
                <a:cubicBezTo>
                  <a:pt x="505310" y="1115186"/>
                  <a:pt x="511596" y="1110614"/>
                  <a:pt x="518169" y="1104994"/>
                </a:cubicBezTo>
                <a:cubicBezTo>
                  <a:pt x="524741" y="1099279"/>
                  <a:pt x="525027" y="1093945"/>
                  <a:pt x="529885" y="1087945"/>
                </a:cubicBezTo>
                <a:cubicBezTo>
                  <a:pt x="534647" y="1081944"/>
                  <a:pt x="536457" y="1076515"/>
                  <a:pt x="541600" y="1069657"/>
                </a:cubicBezTo>
                <a:cubicBezTo>
                  <a:pt x="546648" y="1062799"/>
                  <a:pt x="547031" y="1060703"/>
                  <a:pt x="554459" y="1060036"/>
                </a:cubicBezTo>
                <a:cubicBezTo>
                  <a:pt x="561984" y="1059465"/>
                  <a:pt x="561984" y="1060608"/>
                  <a:pt x="559221" y="1063370"/>
                </a:cubicBezTo>
                <a:cubicBezTo>
                  <a:pt x="556555" y="1066037"/>
                  <a:pt x="555888" y="1064894"/>
                  <a:pt x="556840" y="1074133"/>
                </a:cubicBezTo>
                <a:cubicBezTo>
                  <a:pt x="557697" y="1083468"/>
                  <a:pt x="565508" y="1082515"/>
                  <a:pt x="568557" y="1083468"/>
                </a:cubicBezTo>
                <a:cubicBezTo>
                  <a:pt x="571510" y="1084325"/>
                  <a:pt x="574843" y="1083182"/>
                  <a:pt x="577510" y="1084706"/>
                </a:cubicBezTo>
                <a:cubicBezTo>
                  <a:pt x="580176" y="1086230"/>
                  <a:pt x="581415" y="1087087"/>
                  <a:pt x="585035" y="1084706"/>
                </a:cubicBezTo>
                <a:cubicBezTo>
                  <a:pt x="588654" y="1082325"/>
                  <a:pt x="588654" y="1082611"/>
                  <a:pt x="590464" y="1086516"/>
                </a:cubicBezTo>
                <a:cubicBezTo>
                  <a:pt x="592273" y="1090421"/>
                  <a:pt x="595893" y="1090707"/>
                  <a:pt x="600655" y="1091564"/>
                </a:cubicBezTo>
                <a:lnTo>
                  <a:pt x="598750" y="1092612"/>
                </a:lnTo>
                <a:lnTo>
                  <a:pt x="598794" y="1092940"/>
                </a:lnTo>
                <a:lnTo>
                  <a:pt x="609038" y="1090612"/>
                </a:lnTo>
                <a:cubicBezTo>
                  <a:pt x="612657" y="1090040"/>
                  <a:pt x="615706" y="1088802"/>
                  <a:pt x="616562" y="1085849"/>
                </a:cubicBezTo>
                <a:cubicBezTo>
                  <a:pt x="617515" y="1082896"/>
                  <a:pt x="617515" y="1081372"/>
                  <a:pt x="621992" y="1081372"/>
                </a:cubicBezTo>
                <a:cubicBezTo>
                  <a:pt x="626468" y="1081372"/>
                  <a:pt x="629516" y="1081372"/>
                  <a:pt x="631897" y="1079563"/>
                </a:cubicBezTo>
                <a:cubicBezTo>
                  <a:pt x="634278" y="1077753"/>
                  <a:pt x="634564" y="1076610"/>
                  <a:pt x="636945" y="1079277"/>
                </a:cubicBezTo>
                <a:cubicBezTo>
                  <a:pt x="639327" y="1082039"/>
                  <a:pt x="641994" y="1081372"/>
                  <a:pt x="645327" y="1078420"/>
                </a:cubicBezTo>
                <a:cubicBezTo>
                  <a:pt x="648661" y="1075372"/>
                  <a:pt x="649519" y="1073276"/>
                  <a:pt x="653423" y="1070609"/>
                </a:cubicBezTo>
                <a:cubicBezTo>
                  <a:pt x="657329" y="1067847"/>
                  <a:pt x="660091" y="1066418"/>
                  <a:pt x="666949" y="1064894"/>
                </a:cubicBezTo>
                <a:cubicBezTo>
                  <a:pt x="673807" y="1063465"/>
                  <a:pt x="673236" y="1062799"/>
                  <a:pt x="677713" y="1062227"/>
                </a:cubicBezTo>
                <a:cubicBezTo>
                  <a:pt x="682285" y="1061560"/>
                  <a:pt x="690667" y="1061846"/>
                  <a:pt x="699335" y="1063084"/>
                </a:cubicBezTo>
                <a:cubicBezTo>
                  <a:pt x="708002" y="1064227"/>
                  <a:pt x="708954" y="1064894"/>
                  <a:pt x="711908" y="1063370"/>
                </a:cubicBezTo>
                <a:cubicBezTo>
                  <a:pt x="714955" y="1061941"/>
                  <a:pt x="716384" y="1061941"/>
                  <a:pt x="720003" y="1062799"/>
                </a:cubicBezTo>
                <a:cubicBezTo>
                  <a:pt x="723624" y="1063656"/>
                  <a:pt x="725433" y="1063656"/>
                  <a:pt x="728100" y="1065751"/>
                </a:cubicBezTo>
                <a:cubicBezTo>
                  <a:pt x="730767" y="1067847"/>
                  <a:pt x="738864" y="1072324"/>
                  <a:pt x="742197" y="1071752"/>
                </a:cubicBezTo>
                <a:cubicBezTo>
                  <a:pt x="745530" y="1071181"/>
                  <a:pt x="747626" y="1069657"/>
                  <a:pt x="752103" y="1069085"/>
                </a:cubicBezTo>
                <a:cubicBezTo>
                  <a:pt x="756580" y="1068514"/>
                  <a:pt x="756008" y="1065466"/>
                  <a:pt x="760485" y="1067275"/>
                </a:cubicBezTo>
                <a:cubicBezTo>
                  <a:pt x="764961" y="1069085"/>
                  <a:pt x="761057" y="1070895"/>
                  <a:pt x="768581" y="1071752"/>
                </a:cubicBezTo>
                <a:cubicBezTo>
                  <a:pt x="776011" y="1072609"/>
                  <a:pt x="770296" y="1067847"/>
                  <a:pt x="771534" y="1067847"/>
                </a:cubicBezTo>
                <a:cubicBezTo>
                  <a:pt x="772772" y="1067847"/>
                  <a:pt x="775440" y="1068418"/>
                  <a:pt x="776677" y="1069942"/>
                </a:cubicBezTo>
                <a:cubicBezTo>
                  <a:pt x="777915" y="1071371"/>
                  <a:pt x="780011" y="1074991"/>
                  <a:pt x="785060" y="1072895"/>
                </a:cubicBezTo>
                <a:lnTo>
                  <a:pt x="793086" y="1072670"/>
                </a:lnTo>
                <a:lnTo>
                  <a:pt x="793155" y="1072609"/>
                </a:lnTo>
                <a:cubicBezTo>
                  <a:pt x="796775" y="1071752"/>
                  <a:pt x="798300" y="1068990"/>
                  <a:pt x="804204" y="1068704"/>
                </a:cubicBezTo>
                <a:cubicBezTo>
                  <a:pt x="810206" y="1068418"/>
                  <a:pt x="814110" y="1068133"/>
                  <a:pt x="818301" y="1070514"/>
                </a:cubicBezTo>
                <a:cubicBezTo>
                  <a:pt x="822493" y="1072895"/>
                  <a:pt x="821635" y="1073181"/>
                  <a:pt x="819159" y="1077372"/>
                </a:cubicBezTo>
                <a:cubicBezTo>
                  <a:pt x="816777" y="1081563"/>
                  <a:pt x="817349" y="1082801"/>
                  <a:pt x="820397" y="1082801"/>
                </a:cubicBezTo>
                <a:cubicBezTo>
                  <a:pt x="823350" y="1082801"/>
                  <a:pt x="825159" y="1081563"/>
                  <a:pt x="828779" y="1078896"/>
                </a:cubicBezTo>
                <a:cubicBezTo>
                  <a:pt x="832398" y="1076229"/>
                  <a:pt x="832970" y="1074991"/>
                  <a:pt x="832970" y="1078324"/>
                </a:cubicBezTo>
                <a:cubicBezTo>
                  <a:pt x="832970" y="1081658"/>
                  <a:pt x="835066" y="1084039"/>
                  <a:pt x="831733" y="1084325"/>
                </a:cubicBezTo>
                <a:cubicBezTo>
                  <a:pt x="824302" y="1084992"/>
                  <a:pt x="826969" y="1087945"/>
                  <a:pt x="818587" y="1094231"/>
                </a:cubicBezTo>
                <a:cubicBezTo>
                  <a:pt x="810206" y="1100518"/>
                  <a:pt x="811729" y="1106804"/>
                  <a:pt x="814968" y="1111567"/>
                </a:cubicBezTo>
                <a:cubicBezTo>
                  <a:pt x="818301" y="1116329"/>
                  <a:pt x="814397" y="1118139"/>
                  <a:pt x="814682" y="1121473"/>
                </a:cubicBezTo>
                <a:cubicBezTo>
                  <a:pt x="814968" y="1124806"/>
                  <a:pt x="813825" y="1126235"/>
                  <a:pt x="811348" y="1128712"/>
                </a:cubicBezTo>
                <a:cubicBezTo>
                  <a:pt x="808967" y="1131093"/>
                  <a:pt x="805062" y="1133760"/>
                  <a:pt x="802395" y="1139475"/>
                </a:cubicBezTo>
                <a:cubicBezTo>
                  <a:pt x="799728" y="1145190"/>
                  <a:pt x="791632" y="1147857"/>
                  <a:pt x="785345" y="1149095"/>
                </a:cubicBezTo>
                <a:cubicBezTo>
                  <a:pt x="779058" y="1150333"/>
                  <a:pt x="780201" y="1158430"/>
                  <a:pt x="781440" y="1160144"/>
                </a:cubicBezTo>
                <a:cubicBezTo>
                  <a:pt x="782679" y="1161954"/>
                  <a:pt x="786202" y="1162525"/>
                  <a:pt x="783821" y="1166145"/>
                </a:cubicBezTo>
                <a:cubicBezTo>
                  <a:pt x="781440" y="1169764"/>
                  <a:pt x="781154" y="1172146"/>
                  <a:pt x="787440" y="1170050"/>
                </a:cubicBezTo>
                <a:cubicBezTo>
                  <a:pt x="793727" y="1167955"/>
                  <a:pt x="791347" y="1172146"/>
                  <a:pt x="790774" y="1174813"/>
                </a:cubicBezTo>
                <a:cubicBezTo>
                  <a:pt x="790203" y="1177480"/>
                  <a:pt x="789250" y="1177765"/>
                  <a:pt x="792012" y="1180813"/>
                </a:cubicBezTo>
                <a:lnTo>
                  <a:pt x="792049" y="1181285"/>
                </a:lnTo>
                <a:lnTo>
                  <a:pt x="792203" y="1180718"/>
                </a:lnTo>
                <a:cubicBezTo>
                  <a:pt x="794870" y="1183671"/>
                  <a:pt x="797252" y="1184909"/>
                  <a:pt x="798775" y="1188814"/>
                </a:cubicBezTo>
                <a:cubicBezTo>
                  <a:pt x="800299" y="1192720"/>
                  <a:pt x="804205" y="1194815"/>
                  <a:pt x="808396" y="1194529"/>
                </a:cubicBezTo>
                <a:cubicBezTo>
                  <a:pt x="812587" y="1194243"/>
                  <a:pt x="815635" y="1193958"/>
                  <a:pt x="816492" y="1196339"/>
                </a:cubicBezTo>
                <a:cubicBezTo>
                  <a:pt x="817444" y="1198816"/>
                  <a:pt x="820111" y="1200244"/>
                  <a:pt x="822493" y="1201483"/>
                </a:cubicBezTo>
                <a:cubicBezTo>
                  <a:pt x="824874" y="1202626"/>
                  <a:pt x="828208" y="1202054"/>
                  <a:pt x="828779" y="1204435"/>
                </a:cubicBezTo>
                <a:cubicBezTo>
                  <a:pt x="829351" y="1206816"/>
                  <a:pt x="831160" y="1210055"/>
                  <a:pt x="834780" y="1211579"/>
                </a:cubicBezTo>
                <a:cubicBezTo>
                  <a:pt x="838304" y="1213103"/>
                  <a:pt x="837161" y="1215484"/>
                  <a:pt x="835637" y="1215484"/>
                </a:cubicBezTo>
                <a:cubicBezTo>
                  <a:pt x="834208" y="1215484"/>
                  <a:pt x="834494" y="1217580"/>
                  <a:pt x="836875" y="1220247"/>
                </a:cubicBezTo>
                <a:cubicBezTo>
                  <a:pt x="839257" y="1222914"/>
                  <a:pt x="838018" y="1225009"/>
                  <a:pt x="837161" y="1230724"/>
                </a:cubicBezTo>
                <a:cubicBezTo>
                  <a:pt x="836304" y="1236439"/>
                  <a:pt x="838971" y="1243297"/>
                  <a:pt x="842590" y="1245393"/>
                </a:cubicBezTo>
                <a:cubicBezTo>
                  <a:pt x="846210" y="1247488"/>
                  <a:pt x="856688" y="1249584"/>
                  <a:pt x="859069" y="1251108"/>
                </a:cubicBezTo>
                <a:cubicBezTo>
                  <a:pt x="861450" y="1252632"/>
                  <a:pt x="870499" y="1260442"/>
                  <a:pt x="871356" y="1267015"/>
                </a:cubicBezTo>
                <a:cubicBezTo>
                  <a:pt x="872785" y="1277778"/>
                  <a:pt x="874309" y="1279587"/>
                  <a:pt x="882405" y="1281397"/>
                </a:cubicBezTo>
                <a:cubicBezTo>
                  <a:pt x="890501" y="1283207"/>
                  <a:pt x="890215" y="1281112"/>
                  <a:pt x="894121" y="1275682"/>
                </a:cubicBezTo>
                <a:cubicBezTo>
                  <a:pt x="898026" y="1270348"/>
                  <a:pt x="900693" y="1266729"/>
                  <a:pt x="906408" y="1262824"/>
                </a:cubicBezTo>
                <a:cubicBezTo>
                  <a:pt x="912123" y="1258918"/>
                  <a:pt x="910027" y="1250250"/>
                  <a:pt x="910313" y="1242154"/>
                </a:cubicBezTo>
                <a:cubicBezTo>
                  <a:pt x="910599" y="1234058"/>
                  <a:pt x="912409" y="1233201"/>
                  <a:pt x="917171" y="1229581"/>
                </a:cubicBezTo>
                <a:cubicBezTo>
                  <a:pt x="921934" y="1225962"/>
                  <a:pt x="924315" y="1223581"/>
                  <a:pt x="930030" y="1219390"/>
                </a:cubicBezTo>
                <a:cubicBezTo>
                  <a:pt x="935650" y="1215199"/>
                  <a:pt x="940507" y="1215484"/>
                  <a:pt x="947080" y="1215199"/>
                </a:cubicBezTo>
                <a:cubicBezTo>
                  <a:pt x="953747" y="1214913"/>
                  <a:pt x="956700" y="1214913"/>
                  <a:pt x="958510" y="1216437"/>
                </a:cubicBezTo>
                <a:cubicBezTo>
                  <a:pt x="960319" y="1217961"/>
                  <a:pt x="963558" y="1219675"/>
                  <a:pt x="968987" y="1223009"/>
                </a:cubicBezTo>
                <a:cubicBezTo>
                  <a:pt x="974321" y="1226248"/>
                  <a:pt x="973178" y="1230153"/>
                  <a:pt x="969559" y="1229867"/>
                </a:cubicBezTo>
                <a:cubicBezTo>
                  <a:pt x="965939" y="1229486"/>
                  <a:pt x="967749" y="1231296"/>
                  <a:pt x="970416" y="1234915"/>
                </a:cubicBezTo>
                <a:cubicBezTo>
                  <a:pt x="973178" y="1238535"/>
                  <a:pt x="972797" y="1239773"/>
                  <a:pt x="974035" y="1238535"/>
                </a:cubicBezTo>
                <a:cubicBezTo>
                  <a:pt x="975274" y="1237296"/>
                  <a:pt x="977655" y="1238820"/>
                  <a:pt x="978226" y="1240630"/>
                </a:cubicBezTo>
                <a:cubicBezTo>
                  <a:pt x="978894" y="1242440"/>
                  <a:pt x="980322" y="1245107"/>
                  <a:pt x="983656" y="1245393"/>
                </a:cubicBezTo>
                <a:cubicBezTo>
                  <a:pt x="986894" y="1245678"/>
                  <a:pt x="987561" y="1245393"/>
                  <a:pt x="990514" y="1246917"/>
                </a:cubicBezTo>
                <a:cubicBezTo>
                  <a:pt x="993562" y="1248441"/>
                  <a:pt x="996229" y="1250536"/>
                  <a:pt x="996229" y="1254156"/>
                </a:cubicBezTo>
                <a:lnTo>
                  <a:pt x="996081" y="1254210"/>
                </a:lnTo>
                <a:lnTo>
                  <a:pt x="1000229" y="1259585"/>
                </a:lnTo>
                <a:cubicBezTo>
                  <a:pt x="1004419" y="1260443"/>
                  <a:pt x="1006229" y="1261681"/>
                  <a:pt x="1013755" y="1265872"/>
                </a:cubicBezTo>
                <a:cubicBezTo>
                  <a:pt x="1021279" y="1270063"/>
                  <a:pt x="1022803" y="1270063"/>
                  <a:pt x="1023090" y="1272730"/>
                </a:cubicBezTo>
                <a:cubicBezTo>
                  <a:pt x="1023374" y="1275492"/>
                  <a:pt x="1024898" y="1275492"/>
                  <a:pt x="1027565" y="1276064"/>
                </a:cubicBezTo>
                <a:cubicBezTo>
                  <a:pt x="1030327" y="1276635"/>
                  <a:pt x="1031471" y="1274539"/>
                  <a:pt x="1032994" y="1276921"/>
                </a:cubicBezTo>
                <a:cubicBezTo>
                  <a:pt x="1034423" y="1279302"/>
                  <a:pt x="1034423" y="1279302"/>
                  <a:pt x="1040138" y="1279588"/>
                </a:cubicBezTo>
                <a:cubicBezTo>
                  <a:pt x="1045853" y="1279873"/>
                  <a:pt x="1045283" y="1280540"/>
                  <a:pt x="1047663" y="1283493"/>
                </a:cubicBezTo>
                <a:cubicBezTo>
                  <a:pt x="1050044" y="1286541"/>
                  <a:pt x="1053283" y="1287970"/>
                  <a:pt x="1058712" y="1287398"/>
                </a:cubicBezTo>
                <a:cubicBezTo>
                  <a:pt x="1064141" y="1286827"/>
                  <a:pt x="1068904" y="1278731"/>
                  <a:pt x="1071285" y="1276635"/>
                </a:cubicBezTo>
                <a:cubicBezTo>
                  <a:pt x="1073763" y="1274539"/>
                  <a:pt x="1073095" y="1273397"/>
                  <a:pt x="1076429" y="1273682"/>
                </a:cubicBezTo>
                <a:cubicBezTo>
                  <a:pt x="1079763" y="1273968"/>
                  <a:pt x="1079763" y="1271587"/>
                  <a:pt x="1080619" y="1273397"/>
                </a:cubicBezTo>
                <a:cubicBezTo>
                  <a:pt x="1081478" y="1275206"/>
                  <a:pt x="1080905" y="1275778"/>
                  <a:pt x="1083287" y="1275778"/>
                </a:cubicBezTo>
                <a:cubicBezTo>
                  <a:pt x="1085668" y="1275778"/>
                  <a:pt x="1087192" y="1277302"/>
                  <a:pt x="1089573" y="1275778"/>
                </a:cubicBezTo>
                <a:cubicBezTo>
                  <a:pt x="1091955" y="1274349"/>
                  <a:pt x="1091955" y="1273682"/>
                  <a:pt x="1093764" y="1275206"/>
                </a:cubicBezTo>
                <a:cubicBezTo>
                  <a:pt x="1095574" y="1276635"/>
                  <a:pt x="1096145" y="1276635"/>
                  <a:pt x="1099765" y="1276064"/>
                </a:cubicBezTo>
                <a:cubicBezTo>
                  <a:pt x="1103289" y="1275492"/>
                  <a:pt x="1103671" y="1276349"/>
                  <a:pt x="1102432" y="1277873"/>
                </a:cubicBezTo>
                <a:cubicBezTo>
                  <a:pt x="1101194" y="1279302"/>
                  <a:pt x="1101479" y="1278731"/>
                  <a:pt x="1101194" y="1282636"/>
                </a:cubicBezTo>
                <a:cubicBezTo>
                  <a:pt x="1100908" y="1286541"/>
                  <a:pt x="1102146" y="1288636"/>
                  <a:pt x="1105099" y="1286541"/>
                </a:cubicBezTo>
                <a:cubicBezTo>
                  <a:pt x="1108053" y="1284446"/>
                  <a:pt x="1110147" y="1282922"/>
                  <a:pt x="1111385" y="1284446"/>
                </a:cubicBezTo>
                <a:cubicBezTo>
                  <a:pt x="1112623" y="1285969"/>
                  <a:pt x="1115290" y="1288636"/>
                  <a:pt x="1121577" y="1290446"/>
                </a:cubicBezTo>
                <a:lnTo>
                  <a:pt x="1138527" y="1287356"/>
                </a:lnTo>
                <a:lnTo>
                  <a:pt x="1139484" y="1286350"/>
                </a:lnTo>
                <a:cubicBezTo>
                  <a:pt x="1148439" y="1281492"/>
                  <a:pt x="1150819" y="1274635"/>
                  <a:pt x="1154439" y="1268348"/>
                </a:cubicBezTo>
                <a:cubicBezTo>
                  <a:pt x="1158059" y="1262062"/>
                  <a:pt x="1159201" y="1257204"/>
                  <a:pt x="1162536" y="1254537"/>
                </a:cubicBezTo>
                <a:cubicBezTo>
                  <a:pt x="1165869" y="1251870"/>
                  <a:pt x="1168536" y="1249774"/>
                  <a:pt x="1172441" y="1243488"/>
                </a:cubicBezTo>
                <a:lnTo>
                  <a:pt x="1176690" y="1237669"/>
                </a:lnTo>
                <a:lnTo>
                  <a:pt x="1176632" y="1237582"/>
                </a:lnTo>
                <a:cubicBezTo>
                  <a:pt x="1179871" y="1233772"/>
                  <a:pt x="1183490" y="1230343"/>
                  <a:pt x="1186062" y="1227486"/>
                </a:cubicBezTo>
                <a:cubicBezTo>
                  <a:pt x="1189967" y="1223295"/>
                  <a:pt x="1191110" y="1217294"/>
                  <a:pt x="1195015" y="1212532"/>
                </a:cubicBezTo>
                <a:lnTo>
                  <a:pt x="1200726" y="1202062"/>
                </a:lnTo>
                <a:lnTo>
                  <a:pt x="1200635" y="1201959"/>
                </a:lnTo>
                <a:cubicBezTo>
                  <a:pt x="1200920" y="1198054"/>
                  <a:pt x="1200635" y="1195958"/>
                  <a:pt x="1204826" y="1192339"/>
                </a:cubicBezTo>
                <a:cubicBezTo>
                  <a:pt x="1209018" y="1188719"/>
                  <a:pt x="1209018" y="1188148"/>
                  <a:pt x="1208159" y="1184814"/>
                </a:cubicBezTo>
                <a:cubicBezTo>
                  <a:pt x="1207302" y="1181480"/>
                  <a:pt x="1208731" y="1178242"/>
                  <a:pt x="1212922" y="1170431"/>
                </a:cubicBezTo>
                <a:lnTo>
                  <a:pt x="1213144" y="1170565"/>
                </a:lnTo>
                <a:lnTo>
                  <a:pt x="1217006" y="1163406"/>
                </a:lnTo>
                <a:cubicBezTo>
                  <a:pt x="1218209" y="1161882"/>
                  <a:pt x="1220019" y="1160620"/>
                  <a:pt x="1224543" y="1157763"/>
                </a:cubicBezTo>
                <a:cubicBezTo>
                  <a:pt x="1233496" y="1152048"/>
                  <a:pt x="1227495" y="1149095"/>
                  <a:pt x="1223019" y="1150238"/>
                </a:cubicBezTo>
                <a:cubicBezTo>
                  <a:pt x="1218542" y="1151477"/>
                  <a:pt x="1215875" y="1149953"/>
                  <a:pt x="1209207" y="1148143"/>
                </a:cubicBezTo>
                <a:cubicBezTo>
                  <a:pt x="1202635" y="1146333"/>
                  <a:pt x="1198731" y="1146905"/>
                  <a:pt x="1194253" y="1154715"/>
                </a:cubicBezTo>
                <a:cubicBezTo>
                  <a:pt x="1189776" y="1162526"/>
                  <a:pt x="1187014" y="1161287"/>
                  <a:pt x="1186728" y="1159478"/>
                </a:cubicBezTo>
                <a:cubicBezTo>
                  <a:pt x="1186444" y="1157668"/>
                  <a:pt x="1184633" y="1157382"/>
                  <a:pt x="1183110" y="1158906"/>
                </a:cubicBezTo>
                <a:cubicBezTo>
                  <a:pt x="1181585" y="1160430"/>
                  <a:pt x="1178918" y="1160430"/>
                  <a:pt x="1172060" y="1159478"/>
                </a:cubicBezTo>
                <a:cubicBezTo>
                  <a:pt x="1165203" y="1158620"/>
                  <a:pt x="1164535" y="1159763"/>
                  <a:pt x="1161582" y="1152620"/>
                </a:cubicBezTo>
                <a:cubicBezTo>
                  <a:pt x="1158630" y="1145381"/>
                  <a:pt x="1152916" y="1143285"/>
                  <a:pt x="1145391" y="1140332"/>
                </a:cubicBezTo>
                <a:cubicBezTo>
                  <a:pt x="1137865" y="1137380"/>
                  <a:pt x="1135770" y="1140332"/>
                  <a:pt x="1133103" y="1146047"/>
                </a:cubicBezTo>
                <a:cubicBezTo>
                  <a:pt x="1130436" y="1151762"/>
                  <a:pt x="1126816" y="1152905"/>
                  <a:pt x="1126246" y="1150810"/>
                </a:cubicBezTo>
                <a:cubicBezTo>
                  <a:pt x="1125673" y="1148714"/>
                  <a:pt x="1126246" y="1148429"/>
                  <a:pt x="1124435" y="1148143"/>
                </a:cubicBezTo>
                <a:cubicBezTo>
                  <a:pt x="1122625" y="1147857"/>
                  <a:pt x="1120815" y="1149000"/>
                  <a:pt x="1116910" y="1148714"/>
                </a:cubicBezTo>
                <a:cubicBezTo>
                  <a:pt x="1113005" y="1148429"/>
                  <a:pt x="1111768" y="1148143"/>
                  <a:pt x="1111481" y="1143285"/>
                </a:cubicBezTo>
                <a:cubicBezTo>
                  <a:pt x="1111196" y="1138523"/>
                  <a:pt x="1109957" y="1137284"/>
                  <a:pt x="1108528" y="1137284"/>
                </a:cubicBezTo>
                <a:cubicBezTo>
                  <a:pt x="1107004" y="1137284"/>
                  <a:pt x="1106147" y="1136999"/>
                  <a:pt x="1104624" y="1136046"/>
                </a:cubicBezTo>
                <a:cubicBezTo>
                  <a:pt x="1103100" y="1135189"/>
                  <a:pt x="1104052" y="1133951"/>
                  <a:pt x="1101290" y="1134522"/>
                </a:cubicBezTo>
                <a:cubicBezTo>
                  <a:pt x="1098623" y="1135094"/>
                  <a:pt x="1098336" y="1135379"/>
                  <a:pt x="1097670" y="1133951"/>
                </a:cubicBezTo>
                <a:cubicBezTo>
                  <a:pt x="1097098" y="1132427"/>
                  <a:pt x="1096432" y="1132141"/>
                  <a:pt x="1091669" y="1130617"/>
                </a:cubicBezTo>
                <a:cubicBezTo>
                  <a:pt x="1086906" y="1129093"/>
                  <a:pt x="1091669" y="1127664"/>
                  <a:pt x="1097384" y="1127283"/>
                </a:cubicBezTo>
                <a:cubicBezTo>
                  <a:pt x="1103100" y="1126997"/>
                  <a:pt x="1101575" y="1124330"/>
                  <a:pt x="1098623" y="1124330"/>
                </a:cubicBezTo>
                <a:cubicBezTo>
                  <a:pt x="1095669" y="1124330"/>
                  <a:pt x="1092050" y="1124616"/>
                  <a:pt x="1088146" y="1124045"/>
                </a:cubicBezTo>
                <a:cubicBezTo>
                  <a:pt x="1084240" y="1123473"/>
                  <a:pt x="1085478" y="1121663"/>
                  <a:pt x="1089384" y="1121378"/>
                </a:cubicBezTo>
                <a:cubicBezTo>
                  <a:pt x="1093288" y="1121092"/>
                  <a:pt x="1092336" y="1119568"/>
                  <a:pt x="1088811" y="1118711"/>
                </a:cubicBezTo>
                <a:cubicBezTo>
                  <a:pt x="1085192" y="1117853"/>
                  <a:pt x="1086144" y="1116901"/>
                  <a:pt x="1088240" y="1114805"/>
                </a:cubicBezTo>
                <a:cubicBezTo>
                  <a:pt x="1090335" y="1112710"/>
                  <a:pt x="1091194" y="1111472"/>
                  <a:pt x="1092145" y="1108233"/>
                </a:cubicBezTo>
                <a:cubicBezTo>
                  <a:pt x="1093002" y="1104899"/>
                  <a:pt x="1091574" y="1105566"/>
                  <a:pt x="1093955" y="1104899"/>
                </a:cubicBezTo>
                <a:cubicBezTo>
                  <a:pt x="1096336" y="1104328"/>
                  <a:pt x="1094812" y="1102804"/>
                  <a:pt x="1094527" y="1100137"/>
                </a:cubicBezTo>
                <a:cubicBezTo>
                  <a:pt x="1094241" y="1097470"/>
                  <a:pt x="1094241" y="1096517"/>
                  <a:pt x="1091859" y="1096232"/>
                </a:cubicBezTo>
                <a:cubicBezTo>
                  <a:pt x="1089479" y="1095946"/>
                  <a:pt x="1089764" y="1095374"/>
                  <a:pt x="1087668" y="1093850"/>
                </a:cubicBezTo>
                <a:cubicBezTo>
                  <a:pt x="1085573" y="1092326"/>
                  <a:pt x="1085287" y="1093279"/>
                  <a:pt x="1085287" y="1091469"/>
                </a:cubicBezTo>
                <a:cubicBezTo>
                  <a:pt x="1085287" y="1089659"/>
                  <a:pt x="1084430" y="1087278"/>
                  <a:pt x="1086812" y="1086326"/>
                </a:cubicBezTo>
                <a:cubicBezTo>
                  <a:pt x="1089193" y="1085468"/>
                  <a:pt x="1088622" y="1084802"/>
                  <a:pt x="1088907" y="1081849"/>
                </a:cubicBezTo>
                <a:cubicBezTo>
                  <a:pt x="1089193" y="1078896"/>
                  <a:pt x="1092526" y="1078229"/>
                  <a:pt x="1093098" y="1082135"/>
                </a:cubicBezTo>
                <a:cubicBezTo>
                  <a:pt x="1093669" y="1086040"/>
                  <a:pt x="1095765" y="1085468"/>
                  <a:pt x="1096050" y="1082706"/>
                </a:cubicBezTo>
                <a:cubicBezTo>
                  <a:pt x="1096336" y="1080039"/>
                  <a:pt x="1095193" y="1079087"/>
                  <a:pt x="1098146" y="1078229"/>
                </a:cubicBezTo>
                <a:cubicBezTo>
                  <a:pt x="1101100" y="1077372"/>
                  <a:pt x="1101481" y="1076134"/>
                  <a:pt x="1101481" y="1074324"/>
                </a:cubicBezTo>
                <a:cubicBezTo>
                  <a:pt x="1101481" y="1072514"/>
                  <a:pt x="1100908" y="1071371"/>
                  <a:pt x="1102051" y="1069562"/>
                </a:cubicBezTo>
                <a:cubicBezTo>
                  <a:pt x="1103289" y="1067752"/>
                  <a:pt x="1105385" y="1065942"/>
                  <a:pt x="1102908" y="1063275"/>
                </a:cubicBezTo>
                <a:cubicBezTo>
                  <a:pt x="1100527" y="1060608"/>
                  <a:pt x="1099003" y="1056703"/>
                  <a:pt x="1099003" y="1051845"/>
                </a:cubicBezTo>
                <a:cubicBezTo>
                  <a:pt x="1099003" y="1047083"/>
                  <a:pt x="1106623" y="1044511"/>
                  <a:pt x="1112339" y="1040606"/>
                </a:cubicBezTo>
                <a:cubicBezTo>
                  <a:pt x="1118053" y="1036700"/>
                  <a:pt x="1122720" y="1037748"/>
                  <a:pt x="1126626" y="1039558"/>
                </a:cubicBezTo>
                <a:cubicBezTo>
                  <a:pt x="1130532" y="1041368"/>
                  <a:pt x="1131102" y="1041368"/>
                  <a:pt x="1131769" y="1039272"/>
                </a:cubicBezTo>
                <a:cubicBezTo>
                  <a:pt x="1132341" y="1037177"/>
                  <a:pt x="1134150" y="1036319"/>
                  <a:pt x="1137198" y="1036605"/>
                </a:cubicBezTo>
                <a:cubicBezTo>
                  <a:pt x="1140151" y="1036891"/>
                  <a:pt x="1139295" y="1039653"/>
                  <a:pt x="1145009" y="1039939"/>
                </a:cubicBezTo>
                <a:cubicBezTo>
                  <a:pt x="1150725" y="1040225"/>
                  <a:pt x="1155201" y="1039939"/>
                  <a:pt x="1151868" y="1037843"/>
                </a:cubicBezTo>
                <a:cubicBezTo>
                  <a:pt x="1148534" y="1035748"/>
                  <a:pt x="1151296" y="1035462"/>
                  <a:pt x="1152438" y="1033367"/>
                </a:cubicBezTo>
                <a:cubicBezTo>
                  <a:pt x="1153677" y="1031271"/>
                  <a:pt x="1159296" y="1032795"/>
                  <a:pt x="1166821" y="1034224"/>
                </a:cubicBezTo>
                <a:cubicBezTo>
                  <a:pt x="1174347" y="1035748"/>
                  <a:pt x="1172536" y="1032128"/>
                  <a:pt x="1167679" y="1031271"/>
                </a:cubicBezTo>
                <a:cubicBezTo>
                  <a:pt x="1162916" y="1030414"/>
                  <a:pt x="1165869" y="1025842"/>
                  <a:pt x="1169488" y="1024985"/>
                </a:cubicBezTo>
                <a:cubicBezTo>
                  <a:pt x="1173108" y="1024127"/>
                  <a:pt x="1175490" y="1024985"/>
                  <a:pt x="1180918" y="1024699"/>
                </a:cubicBezTo>
                <a:cubicBezTo>
                  <a:pt x="1186347" y="1024413"/>
                  <a:pt x="1188729" y="1024699"/>
                  <a:pt x="1191967" y="1026509"/>
                </a:cubicBezTo>
                <a:cubicBezTo>
                  <a:pt x="1195301" y="1028318"/>
                  <a:pt x="1198825" y="1028033"/>
                  <a:pt x="1199778" y="1026223"/>
                </a:cubicBezTo>
                <a:cubicBezTo>
                  <a:pt x="1200635" y="1024413"/>
                  <a:pt x="1201302" y="1023270"/>
                  <a:pt x="1204540" y="1023270"/>
                </a:cubicBezTo>
                <a:cubicBezTo>
                  <a:pt x="1207875" y="1023270"/>
                  <a:pt x="1210828" y="1021175"/>
                  <a:pt x="1214446" y="1019651"/>
                </a:cubicBezTo>
                <a:cubicBezTo>
                  <a:pt x="1218066" y="1018127"/>
                  <a:pt x="1225495" y="1017269"/>
                  <a:pt x="1235115" y="1013936"/>
                </a:cubicBezTo>
                <a:cubicBezTo>
                  <a:pt x="1239926" y="1012269"/>
                  <a:pt x="1243521" y="1012054"/>
                  <a:pt x="1246474" y="1012364"/>
                </a:cubicBezTo>
                <a:cubicBezTo>
                  <a:pt x="1249427" y="1012673"/>
                  <a:pt x="1251737" y="1013507"/>
                  <a:pt x="1253975" y="1013936"/>
                </a:cubicBezTo>
                <a:cubicBezTo>
                  <a:pt x="1258452" y="1014793"/>
                  <a:pt x="1265405" y="1015174"/>
                  <a:pt x="1267786" y="1013364"/>
                </a:cubicBezTo>
                <a:cubicBezTo>
                  <a:pt x="1270169" y="1011554"/>
                  <a:pt x="1271691" y="1010697"/>
                  <a:pt x="1273215" y="1013078"/>
                </a:cubicBezTo>
                <a:cubicBezTo>
                  <a:pt x="1274739" y="1015460"/>
                  <a:pt x="1273215" y="1016984"/>
                  <a:pt x="1270549" y="1020603"/>
                </a:cubicBezTo>
                <a:cubicBezTo>
                  <a:pt x="1267881" y="1024223"/>
                  <a:pt x="1273883" y="1026890"/>
                  <a:pt x="1278931" y="1025747"/>
                </a:cubicBezTo>
                <a:cubicBezTo>
                  <a:pt x="1283979" y="1024508"/>
                  <a:pt x="1283694" y="1023365"/>
                  <a:pt x="1283979" y="1026318"/>
                </a:cubicBezTo>
                <a:cubicBezTo>
                  <a:pt x="1284264" y="1029271"/>
                  <a:pt x="1283122" y="1028699"/>
                  <a:pt x="1282170" y="1031747"/>
                </a:cubicBezTo>
                <a:cubicBezTo>
                  <a:pt x="1281312" y="1034700"/>
                  <a:pt x="1283026" y="1039844"/>
                  <a:pt x="1285789" y="1039844"/>
                </a:cubicBezTo>
                <a:cubicBezTo>
                  <a:pt x="1288456" y="1039844"/>
                  <a:pt x="1293314" y="1042225"/>
                  <a:pt x="1296266" y="1044892"/>
                </a:cubicBezTo>
                <a:cubicBezTo>
                  <a:pt x="1299315" y="1047559"/>
                  <a:pt x="1301886" y="1046225"/>
                  <a:pt x="1301886" y="1046225"/>
                </a:cubicBezTo>
                <a:cubicBezTo>
                  <a:pt x="1305220" y="1045654"/>
                  <a:pt x="1305981" y="1046797"/>
                  <a:pt x="1307220" y="1048607"/>
                </a:cubicBezTo>
                <a:cubicBezTo>
                  <a:pt x="1308458" y="1050416"/>
                  <a:pt x="1308078" y="1051940"/>
                  <a:pt x="1310172" y="1052226"/>
                </a:cubicBezTo>
                <a:cubicBezTo>
                  <a:pt x="1312268" y="1052512"/>
                  <a:pt x="1314936" y="1053083"/>
                  <a:pt x="1316459" y="1051655"/>
                </a:cubicBezTo>
                <a:cubicBezTo>
                  <a:pt x="1317983" y="1050131"/>
                  <a:pt x="1318841" y="1049273"/>
                  <a:pt x="1324555" y="1049273"/>
                </a:cubicBezTo>
                <a:cubicBezTo>
                  <a:pt x="1330270" y="1049273"/>
                  <a:pt x="1330270" y="1052893"/>
                  <a:pt x="1332651" y="1054036"/>
                </a:cubicBezTo>
                <a:cubicBezTo>
                  <a:pt x="1335033" y="1055274"/>
                  <a:pt x="1338939" y="1056417"/>
                  <a:pt x="1341986" y="1054893"/>
                </a:cubicBezTo>
                <a:cubicBezTo>
                  <a:pt x="1344939" y="1053369"/>
                  <a:pt x="1351606" y="1051559"/>
                  <a:pt x="1357607" y="1050988"/>
                </a:cubicBezTo>
                <a:cubicBezTo>
                  <a:pt x="1361989" y="1050512"/>
                  <a:pt x="1366179" y="1048226"/>
                  <a:pt x="1368847" y="1044606"/>
                </a:cubicBezTo>
                <a:lnTo>
                  <a:pt x="1368936" y="1044596"/>
                </a:lnTo>
                <a:lnTo>
                  <a:pt x="1368561" y="1044416"/>
                </a:lnTo>
                <a:cubicBezTo>
                  <a:pt x="1369513" y="1043083"/>
                  <a:pt x="1370275" y="1041654"/>
                  <a:pt x="1370752" y="1040035"/>
                </a:cubicBezTo>
                <a:cubicBezTo>
                  <a:pt x="1372561" y="1034034"/>
                  <a:pt x="1376752" y="1025080"/>
                  <a:pt x="1377038" y="1019365"/>
                </a:cubicBezTo>
                <a:cubicBezTo>
                  <a:pt x="1377324" y="1013650"/>
                  <a:pt x="1373990" y="1007650"/>
                  <a:pt x="1371323" y="1005268"/>
                </a:cubicBezTo>
                <a:cubicBezTo>
                  <a:pt x="1368656" y="1002887"/>
                  <a:pt x="1365894" y="1001935"/>
                  <a:pt x="1364751" y="998696"/>
                </a:cubicBezTo>
                <a:cubicBezTo>
                  <a:pt x="1363513" y="995362"/>
                  <a:pt x="1363227" y="994219"/>
                  <a:pt x="1361417" y="991838"/>
                </a:cubicBezTo>
                <a:lnTo>
                  <a:pt x="1365837" y="993187"/>
                </a:lnTo>
                <a:lnTo>
                  <a:pt x="1361226" y="990028"/>
                </a:lnTo>
                <a:cubicBezTo>
                  <a:pt x="1359417" y="987646"/>
                  <a:pt x="1359988" y="986218"/>
                  <a:pt x="1359417" y="981074"/>
                </a:cubicBezTo>
                <a:cubicBezTo>
                  <a:pt x="1358845" y="975931"/>
                  <a:pt x="1356464" y="974216"/>
                  <a:pt x="1353130" y="970882"/>
                </a:cubicBezTo>
                <a:cubicBezTo>
                  <a:pt x="1349796" y="967644"/>
                  <a:pt x="1347129" y="962500"/>
                  <a:pt x="1343797" y="958024"/>
                </a:cubicBezTo>
                <a:cubicBezTo>
                  <a:pt x="1340557" y="953452"/>
                  <a:pt x="1340557" y="952594"/>
                  <a:pt x="1341129" y="948689"/>
                </a:cubicBezTo>
                <a:cubicBezTo>
                  <a:pt x="1341700" y="944784"/>
                  <a:pt x="1341414" y="942022"/>
                  <a:pt x="1339320" y="938783"/>
                </a:cubicBezTo>
                <a:cubicBezTo>
                  <a:pt x="1337224" y="935545"/>
                  <a:pt x="1341700" y="935830"/>
                  <a:pt x="1343510" y="934306"/>
                </a:cubicBezTo>
                <a:cubicBezTo>
                  <a:pt x="1345320" y="932782"/>
                  <a:pt x="1348653" y="934021"/>
                  <a:pt x="1348939" y="936116"/>
                </a:cubicBezTo>
                <a:cubicBezTo>
                  <a:pt x="1349225" y="938212"/>
                  <a:pt x="1349510" y="938212"/>
                  <a:pt x="1351320" y="936973"/>
                </a:cubicBezTo>
                <a:cubicBezTo>
                  <a:pt x="1353130" y="935735"/>
                  <a:pt x="1352749" y="934878"/>
                  <a:pt x="1356083" y="934878"/>
                </a:cubicBezTo>
                <a:cubicBezTo>
                  <a:pt x="1359417" y="934878"/>
                  <a:pt x="1362369" y="928020"/>
                  <a:pt x="1363893" y="923829"/>
                </a:cubicBezTo>
                <a:cubicBezTo>
                  <a:pt x="1365417" y="919638"/>
                  <a:pt x="1370751" y="919352"/>
                  <a:pt x="1371989" y="922305"/>
                </a:cubicBezTo>
                <a:cubicBezTo>
                  <a:pt x="1373133" y="925353"/>
                  <a:pt x="1374371" y="924686"/>
                  <a:pt x="1374942" y="921733"/>
                </a:cubicBezTo>
                <a:cubicBezTo>
                  <a:pt x="1375514" y="918685"/>
                  <a:pt x="1373990" y="916590"/>
                  <a:pt x="1371037" y="914494"/>
                </a:cubicBezTo>
                <a:cubicBezTo>
                  <a:pt x="1367989" y="912399"/>
                  <a:pt x="1368942" y="912780"/>
                  <a:pt x="1369513" y="909446"/>
                </a:cubicBezTo>
                <a:cubicBezTo>
                  <a:pt x="1370084" y="906208"/>
                  <a:pt x="1376942" y="907065"/>
                  <a:pt x="1378181" y="908589"/>
                </a:cubicBezTo>
                <a:cubicBezTo>
                  <a:pt x="1379324" y="910113"/>
                  <a:pt x="1380562" y="910113"/>
                  <a:pt x="1382658" y="907732"/>
                </a:cubicBezTo>
                <a:cubicBezTo>
                  <a:pt x="1384753" y="905255"/>
                  <a:pt x="1391325" y="904969"/>
                  <a:pt x="1394945" y="904398"/>
                </a:cubicBezTo>
                <a:cubicBezTo>
                  <a:pt x="1398469" y="903731"/>
                  <a:pt x="1398659" y="902207"/>
                  <a:pt x="1397897" y="900778"/>
                </a:cubicBezTo>
                <a:cubicBezTo>
                  <a:pt x="1397135" y="899350"/>
                  <a:pt x="1393992" y="899254"/>
                  <a:pt x="1392183" y="899540"/>
                </a:cubicBezTo>
                <a:cubicBezTo>
                  <a:pt x="1390373" y="899826"/>
                  <a:pt x="1387992" y="900969"/>
                  <a:pt x="1386182" y="900112"/>
                </a:cubicBezTo>
                <a:lnTo>
                  <a:pt x="1385865" y="896730"/>
                </a:lnTo>
                <a:lnTo>
                  <a:pt x="1384467" y="899635"/>
                </a:lnTo>
                <a:lnTo>
                  <a:pt x="1385324" y="900683"/>
                </a:lnTo>
                <a:cubicBezTo>
                  <a:pt x="1383514" y="899826"/>
                  <a:pt x="1381133" y="900112"/>
                  <a:pt x="1378752" y="900969"/>
                </a:cubicBezTo>
                <a:cubicBezTo>
                  <a:pt x="1376371" y="901826"/>
                  <a:pt x="1376942" y="900683"/>
                  <a:pt x="1374847" y="898302"/>
                </a:cubicBezTo>
                <a:cubicBezTo>
                  <a:pt x="1372751" y="895920"/>
                  <a:pt x="1369798" y="899826"/>
                  <a:pt x="1366751" y="901921"/>
                </a:cubicBezTo>
                <a:cubicBezTo>
                  <a:pt x="1363798" y="904017"/>
                  <a:pt x="1362845" y="904303"/>
                  <a:pt x="1363131" y="902207"/>
                </a:cubicBezTo>
                <a:cubicBezTo>
                  <a:pt x="1363417" y="900112"/>
                  <a:pt x="1360083" y="900969"/>
                  <a:pt x="1354749" y="905160"/>
                </a:cubicBezTo>
                <a:cubicBezTo>
                  <a:pt x="1349320" y="909351"/>
                  <a:pt x="1349701" y="909065"/>
                  <a:pt x="1349987" y="906970"/>
                </a:cubicBezTo>
                <a:cubicBezTo>
                  <a:pt x="1350272" y="904874"/>
                  <a:pt x="1350558" y="905731"/>
                  <a:pt x="1348178" y="906017"/>
                </a:cubicBezTo>
                <a:cubicBezTo>
                  <a:pt x="1345795" y="906398"/>
                  <a:pt x="1345510" y="907351"/>
                  <a:pt x="1344176" y="909351"/>
                </a:cubicBezTo>
                <a:cubicBezTo>
                  <a:pt x="1342843" y="911351"/>
                  <a:pt x="1341128" y="911351"/>
                  <a:pt x="1341128" y="908970"/>
                </a:cubicBezTo>
                <a:cubicBezTo>
                  <a:pt x="1341128" y="906589"/>
                  <a:pt x="1338747" y="906970"/>
                  <a:pt x="1336462" y="907922"/>
                </a:cubicBezTo>
                <a:cubicBezTo>
                  <a:pt x="1334080" y="908970"/>
                  <a:pt x="1330080" y="912303"/>
                  <a:pt x="1326364" y="913256"/>
                </a:cubicBezTo>
                <a:cubicBezTo>
                  <a:pt x="1322650" y="914304"/>
                  <a:pt x="1321316" y="912399"/>
                  <a:pt x="1323697" y="911065"/>
                </a:cubicBezTo>
                <a:cubicBezTo>
                  <a:pt x="1326079" y="909732"/>
                  <a:pt x="1328079" y="910303"/>
                  <a:pt x="1327412" y="907922"/>
                </a:cubicBezTo>
                <a:cubicBezTo>
                  <a:pt x="1326746" y="905541"/>
                  <a:pt x="1323031" y="907922"/>
                  <a:pt x="1320650" y="909256"/>
                </a:cubicBezTo>
                <a:cubicBezTo>
                  <a:pt x="1318268" y="910589"/>
                  <a:pt x="1311221" y="912303"/>
                  <a:pt x="1308553" y="911256"/>
                </a:cubicBezTo>
                <a:cubicBezTo>
                  <a:pt x="1305886" y="910208"/>
                  <a:pt x="1303505" y="912208"/>
                  <a:pt x="1307219" y="913542"/>
                </a:cubicBezTo>
                <a:cubicBezTo>
                  <a:pt x="1310934" y="914875"/>
                  <a:pt x="1312268" y="918018"/>
                  <a:pt x="1312553" y="921352"/>
                </a:cubicBezTo>
                <a:cubicBezTo>
                  <a:pt x="1312934" y="924686"/>
                  <a:pt x="1311886" y="927448"/>
                  <a:pt x="1313601" y="928782"/>
                </a:cubicBezTo>
                <a:cubicBezTo>
                  <a:pt x="1315315" y="930115"/>
                  <a:pt x="1314936" y="931163"/>
                  <a:pt x="1319697" y="930496"/>
                </a:cubicBezTo>
                <a:cubicBezTo>
                  <a:pt x="1324364" y="929830"/>
                  <a:pt x="1327127" y="929163"/>
                  <a:pt x="1331794" y="930115"/>
                </a:cubicBezTo>
                <a:cubicBezTo>
                  <a:pt x="1336462" y="931163"/>
                  <a:pt x="1335509" y="931449"/>
                  <a:pt x="1334462" y="934497"/>
                </a:cubicBezTo>
                <a:cubicBezTo>
                  <a:pt x="1333413" y="937545"/>
                  <a:pt x="1332080" y="939831"/>
                  <a:pt x="1329127" y="940878"/>
                </a:cubicBezTo>
                <a:cubicBezTo>
                  <a:pt x="1326079" y="941926"/>
                  <a:pt x="1324078" y="943926"/>
                  <a:pt x="1320364" y="942212"/>
                </a:cubicBezTo>
                <a:cubicBezTo>
                  <a:pt x="1316649" y="940497"/>
                  <a:pt x="1312648" y="940212"/>
                  <a:pt x="1308934" y="944593"/>
                </a:cubicBezTo>
                <a:cubicBezTo>
                  <a:pt x="1305220" y="948975"/>
                  <a:pt x="1300838" y="948975"/>
                  <a:pt x="1300838" y="948975"/>
                </a:cubicBezTo>
                <a:cubicBezTo>
                  <a:pt x="1297027" y="946593"/>
                  <a:pt x="1292647" y="948118"/>
                  <a:pt x="1289408" y="951356"/>
                </a:cubicBezTo>
                <a:cubicBezTo>
                  <a:pt x="1286074" y="954690"/>
                  <a:pt x="1282264" y="957357"/>
                  <a:pt x="1278645" y="955547"/>
                </a:cubicBezTo>
                <a:cubicBezTo>
                  <a:pt x="1275026" y="953737"/>
                  <a:pt x="1273883" y="947165"/>
                  <a:pt x="1279882" y="940593"/>
                </a:cubicBezTo>
                <a:cubicBezTo>
                  <a:pt x="1285883" y="934020"/>
                  <a:pt x="1281121" y="932782"/>
                  <a:pt x="1280740" y="929544"/>
                </a:cubicBezTo>
                <a:cubicBezTo>
                  <a:pt x="1280454" y="926210"/>
                  <a:pt x="1280740" y="924114"/>
                  <a:pt x="1278645" y="923257"/>
                </a:cubicBezTo>
                <a:cubicBezTo>
                  <a:pt x="1276549" y="922400"/>
                  <a:pt x="1274168" y="921162"/>
                  <a:pt x="1275978" y="919352"/>
                </a:cubicBezTo>
                <a:cubicBezTo>
                  <a:pt x="1277787" y="917542"/>
                  <a:pt x="1282264" y="915447"/>
                  <a:pt x="1287979" y="916971"/>
                </a:cubicBezTo>
                <a:cubicBezTo>
                  <a:pt x="1293694" y="918495"/>
                  <a:pt x="1292170" y="919638"/>
                  <a:pt x="1296933" y="913066"/>
                </a:cubicBezTo>
                <a:cubicBezTo>
                  <a:pt x="1301695" y="906493"/>
                  <a:pt x="1295694" y="909446"/>
                  <a:pt x="1289789" y="907922"/>
                </a:cubicBezTo>
                <a:cubicBezTo>
                  <a:pt x="1283788" y="906398"/>
                  <a:pt x="1281121" y="904303"/>
                  <a:pt x="1279311" y="901921"/>
                </a:cubicBezTo>
                <a:cubicBezTo>
                  <a:pt x="1277501" y="899540"/>
                  <a:pt x="1274168" y="899254"/>
                  <a:pt x="1275978" y="897730"/>
                </a:cubicBezTo>
                <a:cubicBezTo>
                  <a:pt x="1277787" y="896206"/>
                  <a:pt x="1276835" y="891158"/>
                  <a:pt x="1273596" y="890206"/>
                </a:cubicBezTo>
                <a:cubicBezTo>
                  <a:pt x="1270262" y="889348"/>
                  <a:pt x="1264261" y="890206"/>
                  <a:pt x="1260738" y="893825"/>
                </a:cubicBezTo>
                <a:cubicBezTo>
                  <a:pt x="1257118" y="897445"/>
                  <a:pt x="1254737" y="900397"/>
                  <a:pt x="1252641" y="899826"/>
                </a:cubicBezTo>
                <a:cubicBezTo>
                  <a:pt x="1250545" y="899254"/>
                  <a:pt x="1248164" y="898016"/>
                  <a:pt x="1248736" y="900112"/>
                </a:cubicBezTo>
                <a:cubicBezTo>
                  <a:pt x="1249307" y="902207"/>
                  <a:pt x="1250831" y="904588"/>
                  <a:pt x="1245117" y="905826"/>
                </a:cubicBezTo>
                <a:cubicBezTo>
                  <a:pt x="1239401" y="907065"/>
                  <a:pt x="1237591" y="910018"/>
                  <a:pt x="1234067" y="910018"/>
                </a:cubicBezTo>
                <a:cubicBezTo>
                  <a:pt x="1230449" y="910018"/>
                  <a:pt x="1229305" y="909732"/>
                  <a:pt x="1230449" y="914209"/>
                </a:cubicBezTo>
                <a:cubicBezTo>
                  <a:pt x="1230781" y="915399"/>
                  <a:pt x="1230376" y="915185"/>
                  <a:pt x="1229733" y="914863"/>
                </a:cubicBezTo>
                <a:lnTo>
                  <a:pt x="1228786" y="914868"/>
                </a:lnTo>
                <a:lnTo>
                  <a:pt x="1229984" y="916710"/>
                </a:lnTo>
                <a:cubicBezTo>
                  <a:pt x="1229662" y="917996"/>
                  <a:pt x="1228924" y="919353"/>
                  <a:pt x="1228924" y="919353"/>
                </a:cubicBezTo>
                <a:cubicBezTo>
                  <a:pt x="1227877" y="920687"/>
                  <a:pt x="1226258" y="922306"/>
                  <a:pt x="1224352" y="925449"/>
                </a:cubicBezTo>
                <a:cubicBezTo>
                  <a:pt x="1220161" y="932307"/>
                  <a:pt x="1218923" y="930878"/>
                  <a:pt x="1213875" y="932021"/>
                </a:cubicBezTo>
                <a:cubicBezTo>
                  <a:pt x="1208827" y="933260"/>
                  <a:pt x="1208827" y="932593"/>
                  <a:pt x="1210541" y="929068"/>
                </a:cubicBezTo>
                <a:cubicBezTo>
                  <a:pt x="1212351" y="925449"/>
                  <a:pt x="1211779" y="922782"/>
                  <a:pt x="1210255" y="924306"/>
                </a:cubicBezTo>
                <a:cubicBezTo>
                  <a:pt x="1208731" y="925830"/>
                  <a:pt x="1208446" y="927259"/>
                  <a:pt x="1206636" y="928497"/>
                </a:cubicBezTo>
                <a:cubicBezTo>
                  <a:pt x="1204826" y="929735"/>
                  <a:pt x="1201873" y="930021"/>
                  <a:pt x="1203969" y="932116"/>
                </a:cubicBezTo>
                <a:cubicBezTo>
                  <a:pt x="1206064" y="934212"/>
                  <a:pt x="1204826" y="936022"/>
                  <a:pt x="1201302" y="936308"/>
                </a:cubicBezTo>
                <a:cubicBezTo>
                  <a:pt x="1197682" y="936593"/>
                  <a:pt x="1196254" y="944118"/>
                  <a:pt x="1192349" y="951547"/>
                </a:cubicBezTo>
                <a:cubicBezTo>
                  <a:pt x="1191396" y="953357"/>
                  <a:pt x="1190443" y="955072"/>
                  <a:pt x="1189491" y="956500"/>
                </a:cubicBezTo>
                <a:lnTo>
                  <a:pt x="1189231" y="956456"/>
                </a:lnTo>
                <a:lnTo>
                  <a:pt x="1179870" y="963453"/>
                </a:lnTo>
                <a:cubicBezTo>
                  <a:pt x="1175393" y="963072"/>
                  <a:pt x="1170631" y="964310"/>
                  <a:pt x="1168821" y="968216"/>
                </a:cubicBezTo>
                <a:cubicBezTo>
                  <a:pt x="1167011" y="972026"/>
                  <a:pt x="1168821" y="975074"/>
                  <a:pt x="1164630" y="975359"/>
                </a:cubicBezTo>
                <a:cubicBezTo>
                  <a:pt x="1160439" y="975740"/>
                  <a:pt x="1156535" y="979264"/>
                  <a:pt x="1158343" y="980503"/>
                </a:cubicBezTo>
                <a:cubicBezTo>
                  <a:pt x="1160153" y="981741"/>
                  <a:pt x="1161391" y="982312"/>
                  <a:pt x="1159582" y="985932"/>
                </a:cubicBezTo>
                <a:cubicBezTo>
                  <a:pt x="1158058" y="989075"/>
                  <a:pt x="1160439" y="993361"/>
                  <a:pt x="1159772" y="999267"/>
                </a:cubicBezTo>
                <a:lnTo>
                  <a:pt x="1158154" y="999076"/>
                </a:lnTo>
                <a:cubicBezTo>
                  <a:pt x="1155772" y="999076"/>
                  <a:pt x="1150914" y="996981"/>
                  <a:pt x="1150628" y="994314"/>
                </a:cubicBezTo>
                <a:cubicBezTo>
                  <a:pt x="1150342" y="991647"/>
                  <a:pt x="1146437" y="991933"/>
                  <a:pt x="1144342" y="993743"/>
                </a:cubicBezTo>
                <a:cubicBezTo>
                  <a:pt x="1142246" y="995457"/>
                  <a:pt x="1140151" y="998219"/>
                  <a:pt x="1138055" y="996695"/>
                </a:cubicBezTo>
                <a:cubicBezTo>
                  <a:pt x="1135961" y="995266"/>
                  <a:pt x="1133197" y="995838"/>
                  <a:pt x="1132626" y="997933"/>
                </a:cubicBezTo>
                <a:cubicBezTo>
                  <a:pt x="1132054" y="1000029"/>
                  <a:pt x="1129579" y="1000601"/>
                  <a:pt x="1126625" y="998505"/>
                </a:cubicBezTo>
                <a:lnTo>
                  <a:pt x="1126403" y="998582"/>
                </a:lnTo>
                <a:lnTo>
                  <a:pt x="1126721" y="998600"/>
                </a:lnTo>
                <a:cubicBezTo>
                  <a:pt x="1129769" y="1000696"/>
                  <a:pt x="1132150" y="1000124"/>
                  <a:pt x="1132721" y="998029"/>
                </a:cubicBezTo>
                <a:cubicBezTo>
                  <a:pt x="1133388" y="995933"/>
                  <a:pt x="1136055" y="995266"/>
                  <a:pt x="1138152" y="996790"/>
                </a:cubicBezTo>
                <a:cubicBezTo>
                  <a:pt x="1140247" y="998314"/>
                  <a:pt x="1142342" y="995647"/>
                  <a:pt x="1144437" y="993838"/>
                </a:cubicBezTo>
                <a:cubicBezTo>
                  <a:pt x="1146533" y="992028"/>
                  <a:pt x="1150438" y="991742"/>
                  <a:pt x="1150725" y="994409"/>
                </a:cubicBezTo>
                <a:cubicBezTo>
                  <a:pt x="1151105" y="997076"/>
                  <a:pt x="1155867" y="999172"/>
                  <a:pt x="1158248" y="999172"/>
                </a:cubicBezTo>
                <a:lnTo>
                  <a:pt x="1159772" y="999362"/>
                </a:lnTo>
                <a:cubicBezTo>
                  <a:pt x="1159677" y="1000220"/>
                  <a:pt x="1159487" y="1001077"/>
                  <a:pt x="1159296" y="1001934"/>
                </a:cubicBezTo>
                <a:cubicBezTo>
                  <a:pt x="1157487" y="1009173"/>
                  <a:pt x="1155962" y="1013078"/>
                  <a:pt x="1161393" y="1015745"/>
                </a:cubicBezTo>
                <a:cubicBezTo>
                  <a:pt x="1166821" y="1018412"/>
                  <a:pt x="1167107" y="1017841"/>
                  <a:pt x="1164725" y="1020222"/>
                </a:cubicBezTo>
                <a:cubicBezTo>
                  <a:pt x="1162344" y="1022699"/>
                  <a:pt x="1154248" y="1022699"/>
                  <a:pt x="1151581" y="1023556"/>
                </a:cubicBezTo>
                <a:cubicBezTo>
                  <a:pt x="1148819" y="1024413"/>
                  <a:pt x="1145294" y="1025651"/>
                  <a:pt x="1143770" y="1023556"/>
                </a:cubicBezTo>
                <a:cubicBezTo>
                  <a:pt x="1142342" y="1021460"/>
                  <a:pt x="1139295" y="1021746"/>
                  <a:pt x="1135103" y="1023841"/>
                </a:cubicBezTo>
                <a:cubicBezTo>
                  <a:pt x="1130912" y="1025937"/>
                  <a:pt x="1129102" y="1030795"/>
                  <a:pt x="1125197" y="1031366"/>
                </a:cubicBezTo>
                <a:cubicBezTo>
                  <a:pt x="1121291" y="1031938"/>
                  <a:pt x="1119482" y="1032509"/>
                  <a:pt x="1115576" y="1034319"/>
                </a:cubicBezTo>
                <a:cubicBezTo>
                  <a:pt x="1111672" y="1036129"/>
                  <a:pt x="1106623" y="1039939"/>
                  <a:pt x="1106909" y="1036986"/>
                </a:cubicBezTo>
                <a:cubicBezTo>
                  <a:pt x="1107194" y="1034033"/>
                  <a:pt x="1111385" y="1032224"/>
                  <a:pt x="1115862" y="1030414"/>
                </a:cubicBezTo>
                <a:cubicBezTo>
                  <a:pt x="1120340" y="1028604"/>
                  <a:pt x="1117958" y="1026794"/>
                  <a:pt x="1115576" y="1026794"/>
                </a:cubicBezTo>
                <a:cubicBezTo>
                  <a:pt x="1113195" y="1026794"/>
                  <a:pt x="1111957" y="1027366"/>
                  <a:pt x="1111100" y="1024413"/>
                </a:cubicBezTo>
                <a:lnTo>
                  <a:pt x="1110909" y="1022794"/>
                </a:lnTo>
                <a:cubicBezTo>
                  <a:pt x="1112624" y="1023841"/>
                  <a:pt x="1115673" y="1019841"/>
                  <a:pt x="1119291" y="1016507"/>
                </a:cubicBezTo>
                <a:cubicBezTo>
                  <a:pt x="1122911" y="1013269"/>
                  <a:pt x="1125578" y="1007554"/>
                  <a:pt x="1125293" y="1001839"/>
                </a:cubicBezTo>
                <a:lnTo>
                  <a:pt x="1125054" y="999051"/>
                </a:lnTo>
                <a:lnTo>
                  <a:pt x="1124885" y="999110"/>
                </a:lnTo>
                <a:lnTo>
                  <a:pt x="1125102" y="1001648"/>
                </a:lnTo>
                <a:cubicBezTo>
                  <a:pt x="1125387" y="1007363"/>
                  <a:pt x="1122720" y="1013078"/>
                  <a:pt x="1119101" y="1016317"/>
                </a:cubicBezTo>
                <a:cubicBezTo>
                  <a:pt x="1115481" y="1019650"/>
                  <a:pt x="1112433" y="1023651"/>
                  <a:pt x="1110720" y="1022603"/>
                </a:cubicBezTo>
                <a:lnTo>
                  <a:pt x="1110909" y="1024222"/>
                </a:lnTo>
                <a:cubicBezTo>
                  <a:pt x="1110053" y="1021270"/>
                  <a:pt x="1110338" y="1020603"/>
                  <a:pt x="1106719" y="1018222"/>
                </a:cubicBezTo>
                <a:cubicBezTo>
                  <a:pt x="1103100" y="1015840"/>
                  <a:pt x="1104052" y="1016126"/>
                  <a:pt x="1101290" y="1016983"/>
                </a:cubicBezTo>
                <a:cubicBezTo>
                  <a:pt x="1098623" y="1017841"/>
                  <a:pt x="1096241" y="1019079"/>
                  <a:pt x="1093764" y="1016983"/>
                </a:cubicBezTo>
                <a:cubicBezTo>
                  <a:pt x="1091383" y="1014888"/>
                  <a:pt x="1089859" y="1014316"/>
                  <a:pt x="1088049" y="1016698"/>
                </a:cubicBezTo>
                <a:cubicBezTo>
                  <a:pt x="1086240" y="1019079"/>
                  <a:pt x="1084430" y="1020317"/>
                  <a:pt x="1082049" y="1020317"/>
                </a:cubicBezTo>
                <a:cubicBezTo>
                  <a:pt x="1079668" y="1020317"/>
                  <a:pt x="1076620" y="1018222"/>
                  <a:pt x="1074524" y="1020889"/>
                </a:cubicBezTo>
                <a:cubicBezTo>
                  <a:pt x="1072428" y="1023556"/>
                  <a:pt x="1070619" y="1023841"/>
                  <a:pt x="1074810" y="1028699"/>
                </a:cubicBezTo>
                <a:cubicBezTo>
                  <a:pt x="1079001" y="1033462"/>
                  <a:pt x="1078144" y="1034414"/>
                  <a:pt x="1074524" y="1031366"/>
                </a:cubicBezTo>
                <a:cubicBezTo>
                  <a:pt x="1070904" y="1028413"/>
                  <a:pt x="1068524" y="1028699"/>
                  <a:pt x="1070904" y="1033747"/>
                </a:cubicBezTo>
                <a:cubicBezTo>
                  <a:pt x="1073287" y="1038891"/>
                  <a:pt x="1071476" y="1039748"/>
                  <a:pt x="1068237" y="1034605"/>
                </a:cubicBezTo>
                <a:cubicBezTo>
                  <a:pt x="1064904" y="1029461"/>
                  <a:pt x="1063762" y="1031652"/>
                  <a:pt x="1065570" y="1035462"/>
                </a:cubicBezTo>
                <a:cubicBezTo>
                  <a:pt x="1067380" y="1039367"/>
                  <a:pt x="1065570" y="1039367"/>
                  <a:pt x="1062618" y="1036033"/>
                </a:cubicBezTo>
                <a:cubicBezTo>
                  <a:pt x="1059570" y="1032700"/>
                  <a:pt x="1062618" y="1029747"/>
                  <a:pt x="1060522" y="1027080"/>
                </a:cubicBezTo>
                <a:cubicBezTo>
                  <a:pt x="1058427" y="1024413"/>
                  <a:pt x="1059285" y="1024984"/>
                  <a:pt x="1062046" y="1020508"/>
                </a:cubicBezTo>
                <a:cubicBezTo>
                  <a:pt x="1064713" y="1016031"/>
                  <a:pt x="1059093" y="1019269"/>
                  <a:pt x="1055188" y="1021079"/>
                </a:cubicBezTo>
                <a:cubicBezTo>
                  <a:pt x="1051284" y="1022889"/>
                  <a:pt x="1052235" y="1024699"/>
                  <a:pt x="1050426" y="1029175"/>
                </a:cubicBezTo>
                <a:cubicBezTo>
                  <a:pt x="1048617" y="1033652"/>
                  <a:pt x="1048044" y="1036700"/>
                  <a:pt x="1049187" y="1042701"/>
                </a:cubicBezTo>
                <a:cubicBezTo>
                  <a:pt x="1050426" y="1048702"/>
                  <a:pt x="1050712" y="1051654"/>
                  <a:pt x="1050045" y="1054988"/>
                </a:cubicBezTo>
                <a:cubicBezTo>
                  <a:pt x="1049854" y="1056036"/>
                  <a:pt x="1049093" y="1056798"/>
                  <a:pt x="1047854" y="1057274"/>
                </a:cubicBezTo>
                <a:cubicBezTo>
                  <a:pt x="1047854" y="1057274"/>
                  <a:pt x="1047854" y="1057274"/>
                  <a:pt x="1047092" y="1053655"/>
                </a:cubicBezTo>
                <a:cubicBezTo>
                  <a:pt x="1046331" y="1050035"/>
                  <a:pt x="1046235" y="1049749"/>
                  <a:pt x="1044425" y="1052797"/>
                </a:cubicBezTo>
                <a:cubicBezTo>
                  <a:pt x="1042615" y="1055750"/>
                  <a:pt x="1044711" y="1058227"/>
                  <a:pt x="1044711" y="1058227"/>
                </a:cubicBezTo>
                <a:cubicBezTo>
                  <a:pt x="1042234" y="1059274"/>
                  <a:pt x="1041473" y="1058322"/>
                  <a:pt x="1038616" y="1058322"/>
                </a:cubicBezTo>
                <a:cubicBezTo>
                  <a:pt x="1034424" y="1058322"/>
                  <a:pt x="1030804" y="1060989"/>
                  <a:pt x="1033185" y="1061656"/>
                </a:cubicBezTo>
                <a:cubicBezTo>
                  <a:pt x="1035567" y="1062227"/>
                  <a:pt x="1037376" y="1064323"/>
                  <a:pt x="1040424" y="1064608"/>
                </a:cubicBezTo>
                <a:cubicBezTo>
                  <a:pt x="1043377" y="1064894"/>
                  <a:pt x="1044901" y="1069371"/>
                  <a:pt x="1046711" y="1072705"/>
                </a:cubicBezTo>
                <a:cubicBezTo>
                  <a:pt x="1048522" y="1076038"/>
                  <a:pt x="1051473" y="1082325"/>
                  <a:pt x="1049665" y="1083468"/>
                </a:cubicBezTo>
                <a:cubicBezTo>
                  <a:pt x="1047854" y="1084706"/>
                  <a:pt x="1048425" y="1087659"/>
                  <a:pt x="1046044" y="1093945"/>
                </a:cubicBezTo>
                <a:cubicBezTo>
                  <a:pt x="1043664" y="1100232"/>
                  <a:pt x="1041854" y="1098422"/>
                  <a:pt x="1039472" y="1095755"/>
                </a:cubicBezTo>
                <a:cubicBezTo>
                  <a:pt x="1037091" y="1093088"/>
                  <a:pt x="1036805" y="1090993"/>
                  <a:pt x="1032614" y="1091278"/>
                </a:cubicBezTo>
                <a:cubicBezTo>
                  <a:pt x="1028423" y="1091564"/>
                  <a:pt x="1026899" y="1093660"/>
                  <a:pt x="1029948" y="1098136"/>
                </a:cubicBezTo>
                <a:cubicBezTo>
                  <a:pt x="1032900" y="1102613"/>
                  <a:pt x="1034709" y="1104994"/>
                  <a:pt x="1031471" y="1106233"/>
                </a:cubicBezTo>
                <a:cubicBezTo>
                  <a:pt x="1028137" y="1107471"/>
                  <a:pt x="1026424" y="1105375"/>
                  <a:pt x="1024327" y="1100803"/>
                </a:cubicBezTo>
                <a:cubicBezTo>
                  <a:pt x="1022232" y="1096327"/>
                  <a:pt x="1021946" y="1097470"/>
                  <a:pt x="1021660" y="1099565"/>
                </a:cubicBezTo>
                <a:cubicBezTo>
                  <a:pt x="1021375" y="1101661"/>
                  <a:pt x="1021090" y="1102518"/>
                  <a:pt x="1021660" y="1109185"/>
                </a:cubicBezTo>
                <a:cubicBezTo>
                  <a:pt x="1022232" y="1115758"/>
                  <a:pt x="1020803" y="1115186"/>
                  <a:pt x="1017755" y="1121758"/>
                </a:cubicBezTo>
                <a:cubicBezTo>
                  <a:pt x="1014802" y="1128331"/>
                  <a:pt x="1014135" y="1128616"/>
                  <a:pt x="1014135" y="1122044"/>
                </a:cubicBezTo>
                <a:cubicBezTo>
                  <a:pt x="1014135" y="1115472"/>
                  <a:pt x="1012040" y="1118139"/>
                  <a:pt x="1007849" y="1125378"/>
                </a:cubicBezTo>
                <a:cubicBezTo>
                  <a:pt x="1003658" y="1132522"/>
                  <a:pt x="1002420" y="1125092"/>
                  <a:pt x="1003944" y="1122425"/>
                </a:cubicBezTo>
                <a:cubicBezTo>
                  <a:pt x="1005469" y="1119758"/>
                  <a:pt x="1005753" y="1118520"/>
                  <a:pt x="1005182" y="1116710"/>
                </a:cubicBezTo>
                <a:cubicBezTo>
                  <a:pt x="1004610" y="1114900"/>
                  <a:pt x="1002801" y="1114900"/>
                  <a:pt x="1005182" y="1111281"/>
                </a:cubicBezTo>
                <a:cubicBezTo>
                  <a:pt x="1007563" y="1107661"/>
                  <a:pt x="1003658" y="1108614"/>
                  <a:pt x="1001277" y="1111567"/>
                </a:cubicBezTo>
                <a:cubicBezTo>
                  <a:pt x="998895" y="1114615"/>
                  <a:pt x="998895" y="1116996"/>
                  <a:pt x="997371" y="1114234"/>
                </a:cubicBezTo>
                <a:cubicBezTo>
                  <a:pt x="995847" y="1111567"/>
                  <a:pt x="995562" y="1108233"/>
                  <a:pt x="996800" y="1106709"/>
                </a:cubicBezTo>
                <a:cubicBezTo>
                  <a:pt x="998038" y="1105185"/>
                  <a:pt x="999467" y="1103661"/>
                  <a:pt x="999467" y="1103661"/>
                </a:cubicBezTo>
                <a:cubicBezTo>
                  <a:pt x="999467" y="1103661"/>
                  <a:pt x="997657" y="1101565"/>
                  <a:pt x="999753" y="1099756"/>
                </a:cubicBezTo>
                <a:cubicBezTo>
                  <a:pt x="1001848" y="1097946"/>
                  <a:pt x="1002420" y="1096136"/>
                  <a:pt x="1000991" y="1091659"/>
                </a:cubicBezTo>
                <a:cubicBezTo>
                  <a:pt x="999467" y="1087183"/>
                  <a:pt x="998895" y="1085659"/>
                  <a:pt x="1000991" y="1083563"/>
                </a:cubicBezTo>
                <a:cubicBezTo>
                  <a:pt x="1003087" y="1081468"/>
                  <a:pt x="1005182" y="1075753"/>
                  <a:pt x="1009087" y="1077848"/>
                </a:cubicBezTo>
                <a:cubicBezTo>
                  <a:pt x="1012992" y="1079944"/>
                  <a:pt x="1011755" y="1081468"/>
                  <a:pt x="1015659" y="1079372"/>
                </a:cubicBezTo>
                <a:cubicBezTo>
                  <a:pt x="1019565" y="1077277"/>
                  <a:pt x="1019851" y="1076991"/>
                  <a:pt x="1022232" y="1080610"/>
                </a:cubicBezTo>
                <a:cubicBezTo>
                  <a:pt x="1024613" y="1084230"/>
                  <a:pt x="1027947" y="1082134"/>
                  <a:pt x="1028804" y="1085087"/>
                </a:cubicBezTo>
                <a:cubicBezTo>
                  <a:pt x="1029662" y="1088040"/>
                  <a:pt x="1029662" y="1087183"/>
                  <a:pt x="1033852" y="1088040"/>
                </a:cubicBezTo>
                <a:cubicBezTo>
                  <a:pt x="1038043" y="1088897"/>
                  <a:pt x="1034424" y="1085659"/>
                  <a:pt x="1032329" y="1082325"/>
                </a:cubicBezTo>
                <a:cubicBezTo>
                  <a:pt x="1030233" y="1078991"/>
                  <a:pt x="1029662" y="1078420"/>
                  <a:pt x="1028137" y="1077848"/>
                </a:cubicBezTo>
                <a:cubicBezTo>
                  <a:pt x="1026614" y="1077277"/>
                  <a:pt x="1025470" y="1075181"/>
                  <a:pt x="1023661" y="1075467"/>
                </a:cubicBezTo>
                <a:cubicBezTo>
                  <a:pt x="1021851" y="1075753"/>
                  <a:pt x="1021851" y="1076324"/>
                  <a:pt x="1019755" y="1074895"/>
                </a:cubicBezTo>
                <a:cubicBezTo>
                  <a:pt x="1017660" y="1073371"/>
                  <a:pt x="1016137" y="1073086"/>
                  <a:pt x="1014993" y="1072800"/>
                </a:cubicBezTo>
                <a:cubicBezTo>
                  <a:pt x="1013755" y="1072514"/>
                  <a:pt x="1013755" y="1070990"/>
                  <a:pt x="1011373" y="1070990"/>
                </a:cubicBezTo>
                <a:cubicBezTo>
                  <a:pt x="1008992" y="1070990"/>
                  <a:pt x="1008325" y="1069180"/>
                  <a:pt x="1007469" y="1064704"/>
                </a:cubicBezTo>
                <a:cubicBezTo>
                  <a:pt x="1006611" y="1060227"/>
                  <a:pt x="1005944" y="1048797"/>
                  <a:pt x="1005372" y="1040986"/>
                </a:cubicBezTo>
                <a:cubicBezTo>
                  <a:pt x="1004801" y="1033176"/>
                  <a:pt x="1007469" y="1033176"/>
                  <a:pt x="1005944" y="1033176"/>
                </a:cubicBezTo>
                <a:lnTo>
                  <a:pt x="1006208" y="1032873"/>
                </a:lnTo>
                <a:lnTo>
                  <a:pt x="1006039" y="1026604"/>
                </a:lnTo>
                <a:cubicBezTo>
                  <a:pt x="1003848" y="1022508"/>
                  <a:pt x="1003848" y="1022508"/>
                  <a:pt x="1003848" y="1022508"/>
                </a:cubicBezTo>
                <a:cubicBezTo>
                  <a:pt x="1003848" y="1022508"/>
                  <a:pt x="1004515" y="1019079"/>
                  <a:pt x="1005753" y="1015174"/>
                </a:cubicBezTo>
                <a:cubicBezTo>
                  <a:pt x="1006896" y="1011269"/>
                  <a:pt x="1006515" y="1009840"/>
                  <a:pt x="1009182" y="1006887"/>
                </a:cubicBezTo>
                <a:cubicBezTo>
                  <a:pt x="1011944" y="1003935"/>
                  <a:pt x="1014325" y="1000601"/>
                  <a:pt x="1014612" y="996410"/>
                </a:cubicBezTo>
                <a:cubicBezTo>
                  <a:pt x="1014993" y="992219"/>
                  <a:pt x="1016708" y="989552"/>
                  <a:pt x="1021850" y="986218"/>
                </a:cubicBezTo>
                <a:lnTo>
                  <a:pt x="1025452" y="978731"/>
                </a:lnTo>
                <a:lnTo>
                  <a:pt x="1025380" y="978504"/>
                </a:lnTo>
                <a:lnTo>
                  <a:pt x="1023660" y="975455"/>
                </a:lnTo>
                <a:lnTo>
                  <a:pt x="1022789" y="971435"/>
                </a:lnTo>
                <a:lnTo>
                  <a:pt x="1021279" y="968597"/>
                </a:lnTo>
                <a:lnTo>
                  <a:pt x="1020651" y="964959"/>
                </a:lnTo>
                <a:lnTo>
                  <a:pt x="1020327" y="964084"/>
                </a:lnTo>
                <a:cubicBezTo>
                  <a:pt x="1019803" y="961953"/>
                  <a:pt x="1019469" y="959977"/>
                  <a:pt x="1019374" y="959358"/>
                </a:cubicBezTo>
                <a:lnTo>
                  <a:pt x="1019630" y="959049"/>
                </a:lnTo>
                <a:lnTo>
                  <a:pt x="1019470" y="958119"/>
                </a:lnTo>
                <a:lnTo>
                  <a:pt x="1019469" y="958119"/>
                </a:lnTo>
                <a:cubicBezTo>
                  <a:pt x="1019183" y="952690"/>
                  <a:pt x="1016135" y="952118"/>
                  <a:pt x="1014040" y="950023"/>
                </a:cubicBezTo>
                <a:cubicBezTo>
                  <a:pt x="1011944" y="947927"/>
                  <a:pt x="1009849" y="944593"/>
                  <a:pt x="1007467" y="942498"/>
                </a:cubicBezTo>
                <a:cubicBezTo>
                  <a:pt x="1005086" y="940403"/>
                  <a:pt x="1002991" y="940117"/>
                  <a:pt x="1005372" y="939164"/>
                </a:cubicBezTo>
                <a:cubicBezTo>
                  <a:pt x="1007753" y="938307"/>
                  <a:pt x="1008706" y="940022"/>
                  <a:pt x="1013182" y="943355"/>
                </a:cubicBezTo>
                <a:cubicBezTo>
                  <a:pt x="1017659" y="946689"/>
                  <a:pt x="1015278" y="943070"/>
                  <a:pt x="1014040" y="940403"/>
                </a:cubicBezTo>
                <a:cubicBezTo>
                  <a:pt x="1012801" y="937735"/>
                  <a:pt x="1012230" y="937450"/>
                  <a:pt x="1010134" y="934687"/>
                </a:cubicBezTo>
                <a:cubicBezTo>
                  <a:pt x="1008039" y="932020"/>
                  <a:pt x="1005372" y="928972"/>
                  <a:pt x="1000514" y="928115"/>
                </a:cubicBezTo>
                <a:cubicBezTo>
                  <a:pt x="995752" y="927258"/>
                  <a:pt x="996323" y="925734"/>
                  <a:pt x="997847" y="924210"/>
                </a:cubicBezTo>
                <a:cubicBezTo>
                  <a:pt x="999371" y="922686"/>
                  <a:pt x="999085" y="920591"/>
                  <a:pt x="997847" y="918495"/>
                </a:cubicBezTo>
                <a:cubicBezTo>
                  <a:pt x="996609" y="916399"/>
                  <a:pt x="994894" y="913733"/>
                  <a:pt x="993656" y="910399"/>
                </a:cubicBezTo>
                <a:cubicBezTo>
                  <a:pt x="992418" y="907065"/>
                  <a:pt x="993942" y="903255"/>
                  <a:pt x="996323" y="902874"/>
                </a:cubicBezTo>
                <a:cubicBezTo>
                  <a:pt x="998704" y="902588"/>
                  <a:pt x="998990" y="902588"/>
                  <a:pt x="997180" y="899255"/>
                </a:cubicBezTo>
                <a:cubicBezTo>
                  <a:pt x="995371" y="895921"/>
                  <a:pt x="995371" y="895635"/>
                  <a:pt x="999847" y="890301"/>
                </a:cubicBezTo>
                <a:cubicBezTo>
                  <a:pt x="1004324" y="884872"/>
                  <a:pt x="1001371" y="884014"/>
                  <a:pt x="998323" y="880395"/>
                </a:cubicBezTo>
                <a:cubicBezTo>
                  <a:pt x="995371" y="876776"/>
                  <a:pt x="993561" y="880395"/>
                  <a:pt x="989941" y="884872"/>
                </a:cubicBezTo>
                <a:cubicBezTo>
                  <a:pt x="986322" y="889349"/>
                  <a:pt x="984226" y="888206"/>
                  <a:pt x="983083" y="885443"/>
                </a:cubicBezTo>
                <a:lnTo>
                  <a:pt x="983578" y="875070"/>
                </a:lnTo>
                <a:lnTo>
                  <a:pt x="983696" y="875079"/>
                </a:lnTo>
                <a:lnTo>
                  <a:pt x="983936" y="873495"/>
                </a:lnTo>
                <a:lnTo>
                  <a:pt x="983750" y="873537"/>
                </a:lnTo>
                <a:cubicBezTo>
                  <a:pt x="985560" y="868203"/>
                  <a:pt x="984988" y="865822"/>
                  <a:pt x="981369" y="866679"/>
                </a:cubicBezTo>
                <a:cubicBezTo>
                  <a:pt x="977749" y="867536"/>
                  <a:pt x="975368" y="866965"/>
                  <a:pt x="971749" y="867250"/>
                </a:cubicBezTo>
                <a:cubicBezTo>
                  <a:pt x="968129" y="867536"/>
                  <a:pt x="968415" y="866393"/>
                  <a:pt x="965463" y="868774"/>
                </a:cubicBezTo>
                <a:cubicBezTo>
                  <a:pt x="962509" y="871156"/>
                  <a:pt x="960033" y="874108"/>
                  <a:pt x="963367" y="873823"/>
                </a:cubicBezTo>
                <a:cubicBezTo>
                  <a:pt x="966700" y="873537"/>
                  <a:pt x="966129" y="873251"/>
                  <a:pt x="964606" y="875632"/>
                </a:cubicBezTo>
                <a:cubicBezTo>
                  <a:pt x="963176" y="878014"/>
                  <a:pt x="966129" y="879252"/>
                  <a:pt x="959842" y="883729"/>
                </a:cubicBezTo>
                <a:cubicBezTo>
                  <a:pt x="953556" y="888205"/>
                  <a:pt x="954508" y="889729"/>
                  <a:pt x="953270" y="897826"/>
                </a:cubicBezTo>
                <a:cubicBezTo>
                  <a:pt x="952032" y="905922"/>
                  <a:pt x="955938" y="908875"/>
                  <a:pt x="958318" y="914590"/>
                </a:cubicBezTo>
                <a:cubicBezTo>
                  <a:pt x="960701" y="920305"/>
                  <a:pt x="958033" y="923638"/>
                  <a:pt x="958033" y="928401"/>
                </a:cubicBezTo>
                <a:cubicBezTo>
                  <a:pt x="958033" y="933163"/>
                  <a:pt x="958985" y="934973"/>
                  <a:pt x="957175" y="937069"/>
                </a:cubicBezTo>
                <a:cubicBezTo>
                  <a:pt x="955461" y="939164"/>
                  <a:pt x="955080" y="944308"/>
                  <a:pt x="956318" y="953261"/>
                </a:cubicBezTo>
                <a:cubicBezTo>
                  <a:pt x="957557" y="962310"/>
                  <a:pt x="965938" y="967072"/>
                  <a:pt x="971939" y="967358"/>
                </a:cubicBezTo>
                <a:cubicBezTo>
                  <a:pt x="977940" y="967644"/>
                  <a:pt x="976987" y="970311"/>
                  <a:pt x="974606" y="970311"/>
                </a:cubicBezTo>
                <a:cubicBezTo>
                  <a:pt x="972226" y="970311"/>
                  <a:pt x="972511" y="972121"/>
                  <a:pt x="971939" y="974502"/>
                </a:cubicBezTo>
                <a:cubicBezTo>
                  <a:pt x="971368" y="976883"/>
                  <a:pt x="972226" y="980122"/>
                  <a:pt x="974320" y="985551"/>
                </a:cubicBezTo>
                <a:cubicBezTo>
                  <a:pt x="976416" y="990980"/>
                  <a:pt x="980607" y="992504"/>
                  <a:pt x="982702" y="997267"/>
                </a:cubicBezTo>
                <a:cubicBezTo>
                  <a:pt x="984798" y="1002029"/>
                  <a:pt x="988703" y="1002982"/>
                  <a:pt x="988703" y="1005934"/>
                </a:cubicBezTo>
                <a:cubicBezTo>
                  <a:pt x="988703" y="1008887"/>
                  <a:pt x="989560" y="1010697"/>
                  <a:pt x="991085" y="1014031"/>
                </a:cubicBezTo>
                <a:cubicBezTo>
                  <a:pt x="992608" y="1017364"/>
                  <a:pt x="988703" y="1019746"/>
                  <a:pt x="985084" y="1023937"/>
                </a:cubicBezTo>
                <a:cubicBezTo>
                  <a:pt x="981559" y="1028128"/>
                  <a:pt x="982418" y="1028128"/>
                  <a:pt x="980322" y="1027556"/>
                </a:cubicBezTo>
                <a:cubicBezTo>
                  <a:pt x="978226" y="1026985"/>
                  <a:pt x="979083" y="1024889"/>
                  <a:pt x="980607" y="1021841"/>
                </a:cubicBezTo>
                <a:cubicBezTo>
                  <a:pt x="982037" y="1018793"/>
                  <a:pt x="980894" y="1016412"/>
                  <a:pt x="979369" y="1016126"/>
                </a:cubicBezTo>
                <a:cubicBezTo>
                  <a:pt x="977845" y="1015840"/>
                  <a:pt x="976036" y="1015555"/>
                  <a:pt x="973083" y="1011935"/>
                </a:cubicBezTo>
                <a:cubicBezTo>
                  <a:pt x="970034" y="1008316"/>
                  <a:pt x="968796" y="1010411"/>
                  <a:pt x="963748" y="1011649"/>
                </a:cubicBezTo>
                <a:cubicBezTo>
                  <a:pt x="958604" y="1012888"/>
                  <a:pt x="960985" y="1017079"/>
                  <a:pt x="958033" y="1019174"/>
                </a:cubicBezTo>
                <a:cubicBezTo>
                  <a:pt x="955080" y="1021270"/>
                  <a:pt x="953270" y="1024889"/>
                  <a:pt x="955938" y="1031461"/>
                </a:cubicBezTo>
                <a:cubicBezTo>
                  <a:pt x="958604" y="1038129"/>
                  <a:pt x="955938" y="1040224"/>
                  <a:pt x="953842" y="1045273"/>
                </a:cubicBezTo>
                <a:cubicBezTo>
                  <a:pt x="951746" y="1050416"/>
                  <a:pt x="949652" y="1050035"/>
                  <a:pt x="945746" y="1049178"/>
                </a:cubicBezTo>
                <a:cubicBezTo>
                  <a:pt x="941841" y="1048321"/>
                  <a:pt x="940984" y="1050702"/>
                  <a:pt x="939745" y="1054893"/>
                </a:cubicBezTo>
                <a:cubicBezTo>
                  <a:pt x="938507" y="1059084"/>
                  <a:pt x="938887" y="1059084"/>
                  <a:pt x="935554" y="1060322"/>
                </a:cubicBezTo>
                <a:cubicBezTo>
                  <a:pt x="932220" y="1061465"/>
                  <a:pt x="931364" y="1062703"/>
                  <a:pt x="927743" y="1067180"/>
                </a:cubicBezTo>
                <a:cubicBezTo>
                  <a:pt x="924125" y="1071657"/>
                  <a:pt x="919933" y="1070514"/>
                  <a:pt x="918409" y="1068704"/>
                </a:cubicBezTo>
                <a:cubicBezTo>
                  <a:pt x="916885" y="1066894"/>
                  <a:pt x="916885" y="1064227"/>
                  <a:pt x="920504" y="1062418"/>
                </a:cubicBezTo>
                <a:cubicBezTo>
                  <a:pt x="924125" y="1060608"/>
                  <a:pt x="923552" y="1060036"/>
                  <a:pt x="925934" y="1055845"/>
                </a:cubicBezTo>
                <a:cubicBezTo>
                  <a:pt x="928315" y="1051654"/>
                  <a:pt x="929553" y="1049273"/>
                  <a:pt x="934316" y="1048035"/>
                </a:cubicBezTo>
                <a:cubicBezTo>
                  <a:pt x="939078" y="1046797"/>
                  <a:pt x="936982" y="1042987"/>
                  <a:pt x="938507" y="1039653"/>
                </a:cubicBezTo>
                <a:cubicBezTo>
                  <a:pt x="940030" y="1036414"/>
                  <a:pt x="940316" y="1034033"/>
                  <a:pt x="940030" y="1028604"/>
                </a:cubicBezTo>
                <a:cubicBezTo>
                  <a:pt x="939745" y="1023270"/>
                  <a:pt x="942221" y="1023270"/>
                  <a:pt x="943078" y="1019365"/>
                </a:cubicBezTo>
                <a:cubicBezTo>
                  <a:pt x="944031" y="1015459"/>
                  <a:pt x="939459" y="1014507"/>
                  <a:pt x="936792" y="1013935"/>
                </a:cubicBezTo>
                <a:cubicBezTo>
                  <a:pt x="934125" y="1013364"/>
                  <a:pt x="932887" y="1010887"/>
                  <a:pt x="932029" y="1008220"/>
                </a:cubicBezTo>
                <a:cubicBezTo>
                  <a:pt x="931172" y="1005458"/>
                  <a:pt x="934983" y="1002505"/>
                  <a:pt x="936220" y="1000696"/>
                </a:cubicBezTo>
                <a:cubicBezTo>
                  <a:pt x="937459" y="998886"/>
                  <a:pt x="935649" y="995933"/>
                  <a:pt x="931458" y="996790"/>
                </a:cubicBezTo>
                <a:cubicBezTo>
                  <a:pt x="927267" y="997648"/>
                  <a:pt x="929648" y="994981"/>
                  <a:pt x="933839" y="992599"/>
                </a:cubicBezTo>
                <a:cubicBezTo>
                  <a:pt x="938031" y="990218"/>
                  <a:pt x="934411" y="986027"/>
                  <a:pt x="932029" y="982408"/>
                </a:cubicBezTo>
                <a:cubicBezTo>
                  <a:pt x="929648" y="978788"/>
                  <a:pt x="925362" y="977645"/>
                  <a:pt x="922409" y="976407"/>
                </a:cubicBezTo>
                <a:cubicBezTo>
                  <a:pt x="919456" y="975169"/>
                  <a:pt x="917647" y="974311"/>
                  <a:pt x="917647" y="972787"/>
                </a:cubicBezTo>
                <a:cubicBezTo>
                  <a:pt x="917647" y="971359"/>
                  <a:pt x="917647" y="968311"/>
                  <a:pt x="915837" y="965644"/>
                </a:cubicBezTo>
                <a:cubicBezTo>
                  <a:pt x="914122" y="962977"/>
                  <a:pt x="912884" y="961834"/>
                  <a:pt x="912884" y="958786"/>
                </a:cubicBezTo>
                <a:cubicBezTo>
                  <a:pt x="912884" y="955833"/>
                  <a:pt x="913170" y="953452"/>
                  <a:pt x="911075" y="951928"/>
                </a:cubicBezTo>
                <a:cubicBezTo>
                  <a:pt x="908979" y="950404"/>
                  <a:pt x="910123" y="945927"/>
                  <a:pt x="909836" y="943260"/>
                </a:cubicBezTo>
                <a:cubicBezTo>
                  <a:pt x="909550" y="940498"/>
                  <a:pt x="909265" y="940783"/>
                  <a:pt x="910123" y="937831"/>
                </a:cubicBezTo>
                <a:cubicBezTo>
                  <a:pt x="910980" y="934783"/>
                  <a:pt x="911265" y="932687"/>
                  <a:pt x="908884" y="930306"/>
                </a:cubicBezTo>
                <a:cubicBezTo>
                  <a:pt x="906502" y="927925"/>
                  <a:pt x="905264" y="923734"/>
                  <a:pt x="906502" y="922495"/>
                </a:cubicBezTo>
                <a:cubicBezTo>
                  <a:pt x="907742" y="921257"/>
                  <a:pt x="908598" y="920686"/>
                  <a:pt x="908312" y="917352"/>
                </a:cubicBezTo>
                <a:cubicBezTo>
                  <a:pt x="908026" y="914018"/>
                  <a:pt x="908026" y="911637"/>
                  <a:pt x="910693" y="905350"/>
                </a:cubicBezTo>
                <a:cubicBezTo>
                  <a:pt x="913457" y="898969"/>
                  <a:pt x="911646" y="897159"/>
                  <a:pt x="908312" y="891825"/>
                </a:cubicBezTo>
                <a:cubicBezTo>
                  <a:pt x="904978" y="886491"/>
                  <a:pt x="903264" y="884967"/>
                  <a:pt x="899930" y="885253"/>
                </a:cubicBezTo>
                <a:cubicBezTo>
                  <a:pt x="896692" y="885634"/>
                  <a:pt x="890977" y="887729"/>
                  <a:pt x="886786" y="890682"/>
                </a:cubicBezTo>
                <a:lnTo>
                  <a:pt x="873745" y="896306"/>
                </a:lnTo>
                <a:lnTo>
                  <a:pt x="874212" y="896588"/>
                </a:lnTo>
                <a:lnTo>
                  <a:pt x="867189" y="899134"/>
                </a:lnTo>
                <a:lnTo>
                  <a:pt x="867164" y="899145"/>
                </a:lnTo>
                <a:lnTo>
                  <a:pt x="867164" y="899160"/>
                </a:lnTo>
                <a:cubicBezTo>
                  <a:pt x="861545" y="900875"/>
                  <a:pt x="856877" y="901637"/>
                  <a:pt x="853639" y="905161"/>
                </a:cubicBezTo>
                <a:cubicBezTo>
                  <a:pt x="850400" y="908780"/>
                  <a:pt x="847068" y="909638"/>
                  <a:pt x="844686" y="909066"/>
                </a:cubicBezTo>
                <a:cubicBezTo>
                  <a:pt x="842209" y="908494"/>
                  <a:pt x="840494" y="906113"/>
                  <a:pt x="839256" y="908209"/>
                </a:cubicBezTo>
                <a:cubicBezTo>
                  <a:pt x="838019" y="910304"/>
                  <a:pt x="835351" y="908209"/>
                  <a:pt x="833827" y="903446"/>
                </a:cubicBezTo>
                <a:cubicBezTo>
                  <a:pt x="832303" y="898588"/>
                  <a:pt x="829921" y="897731"/>
                  <a:pt x="827254" y="897731"/>
                </a:cubicBezTo>
                <a:cubicBezTo>
                  <a:pt x="824587" y="897731"/>
                  <a:pt x="821539" y="897160"/>
                  <a:pt x="819159" y="893540"/>
                </a:cubicBezTo>
                <a:cubicBezTo>
                  <a:pt x="816777" y="889921"/>
                  <a:pt x="813158" y="889635"/>
                  <a:pt x="811063" y="891445"/>
                </a:cubicBezTo>
                <a:cubicBezTo>
                  <a:pt x="808967" y="893254"/>
                  <a:pt x="804395" y="895350"/>
                  <a:pt x="799632" y="895921"/>
                </a:cubicBezTo>
                <a:cubicBezTo>
                  <a:pt x="794775" y="896493"/>
                  <a:pt x="794203" y="896493"/>
                  <a:pt x="792107" y="899827"/>
                </a:cubicBezTo>
                <a:cubicBezTo>
                  <a:pt x="790012" y="903161"/>
                  <a:pt x="785155" y="910019"/>
                  <a:pt x="786392" y="915448"/>
                </a:cubicBezTo>
                <a:lnTo>
                  <a:pt x="786202" y="918591"/>
                </a:lnTo>
                <a:lnTo>
                  <a:pt x="785908" y="918413"/>
                </a:lnTo>
                <a:lnTo>
                  <a:pt x="785155" y="923162"/>
                </a:lnTo>
                <a:cubicBezTo>
                  <a:pt x="782488" y="921924"/>
                  <a:pt x="782488" y="921067"/>
                  <a:pt x="781250" y="927353"/>
                </a:cubicBezTo>
                <a:cubicBezTo>
                  <a:pt x="780107" y="933735"/>
                  <a:pt x="778297" y="933068"/>
                  <a:pt x="772296" y="934592"/>
                </a:cubicBezTo>
                <a:cubicBezTo>
                  <a:pt x="766296" y="936021"/>
                  <a:pt x="761533" y="936973"/>
                  <a:pt x="759723" y="939640"/>
                </a:cubicBezTo>
                <a:cubicBezTo>
                  <a:pt x="757913" y="942307"/>
                  <a:pt x="755819" y="943831"/>
                  <a:pt x="751914" y="943831"/>
                </a:cubicBezTo>
                <a:cubicBezTo>
                  <a:pt x="748007" y="943831"/>
                  <a:pt x="745626" y="945927"/>
                  <a:pt x="739912" y="946213"/>
                </a:cubicBezTo>
                <a:cubicBezTo>
                  <a:pt x="734196" y="946594"/>
                  <a:pt x="734196" y="944784"/>
                  <a:pt x="728482" y="949546"/>
                </a:cubicBezTo>
                <a:cubicBezTo>
                  <a:pt x="722766" y="954309"/>
                  <a:pt x="728482" y="954976"/>
                  <a:pt x="724862" y="957643"/>
                </a:cubicBezTo>
                <a:cubicBezTo>
                  <a:pt x="721337" y="960310"/>
                  <a:pt x="719813" y="960024"/>
                  <a:pt x="721909" y="957928"/>
                </a:cubicBezTo>
                <a:cubicBezTo>
                  <a:pt x="724004" y="955833"/>
                  <a:pt x="720099" y="957643"/>
                  <a:pt x="716766" y="959738"/>
                </a:cubicBezTo>
                <a:cubicBezTo>
                  <a:pt x="713432" y="961834"/>
                  <a:pt x="708002" y="967549"/>
                  <a:pt x="701144" y="971168"/>
                </a:cubicBezTo>
                <a:cubicBezTo>
                  <a:pt x="694286" y="974788"/>
                  <a:pt x="690668" y="977740"/>
                  <a:pt x="688571" y="983170"/>
                </a:cubicBezTo>
                <a:cubicBezTo>
                  <a:pt x="686477" y="988599"/>
                  <a:pt x="686477" y="992790"/>
                  <a:pt x="687047" y="996981"/>
                </a:cubicBezTo>
                <a:cubicBezTo>
                  <a:pt x="687714" y="1001172"/>
                  <a:pt x="688286" y="1003553"/>
                  <a:pt x="686190" y="1003839"/>
                </a:cubicBezTo>
                <a:cubicBezTo>
                  <a:pt x="684094" y="1004125"/>
                  <a:pt x="683523" y="1006220"/>
                  <a:pt x="680189" y="1006792"/>
                </a:cubicBezTo>
                <a:cubicBezTo>
                  <a:pt x="676855" y="1007458"/>
                  <a:pt x="676570" y="1007077"/>
                  <a:pt x="672665" y="1010411"/>
                </a:cubicBezTo>
                <a:cubicBezTo>
                  <a:pt x="668759" y="1013650"/>
                  <a:pt x="663426" y="1021746"/>
                  <a:pt x="660092" y="1023556"/>
                </a:cubicBezTo>
                <a:cubicBezTo>
                  <a:pt x="656758" y="1025365"/>
                  <a:pt x="656472" y="1026223"/>
                  <a:pt x="656472" y="1028318"/>
                </a:cubicBezTo>
                <a:cubicBezTo>
                  <a:pt x="656472" y="1030414"/>
                  <a:pt x="656758" y="1031271"/>
                  <a:pt x="653806" y="1031271"/>
                </a:cubicBezTo>
                <a:cubicBezTo>
                  <a:pt x="650757" y="1031271"/>
                  <a:pt x="649329" y="1030985"/>
                  <a:pt x="645709" y="1031557"/>
                </a:cubicBezTo>
                <a:cubicBezTo>
                  <a:pt x="642090" y="1032223"/>
                  <a:pt x="643042" y="1030414"/>
                  <a:pt x="639708" y="1032795"/>
                </a:cubicBezTo>
                <a:cubicBezTo>
                  <a:pt x="636374" y="1035176"/>
                  <a:pt x="636088" y="1036700"/>
                  <a:pt x="630373" y="1042701"/>
                </a:cubicBezTo>
                <a:cubicBezTo>
                  <a:pt x="624659" y="1048702"/>
                  <a:pt x="618372" y="1051083"/>
                  <a:pt x="616848" y="1048702"/>
                </a:cubicBezTo>
                <a:cubicBezTo>
                  <a:pt x="615324" y="1046320"/>
                  <a:pt x="613229" y="1045082"/>
                  <a:pt x="611133" y="1046892"/>
                </a:cubicBezTo>
                <a:cubicBezTo>
                  <a:pt x="609038" y="1048702"/>
                  <a:pt x="608180" y="1048702"/>
                  <a:pt x="606371" y="1046320"/>
                </a:cubicBezTo>
                <a:cubicBezTo>
                  <a:pt x="604561" y="1043939"/>
                  <a:pt x="603418" y="1043368"/>
                  <a:pt x="597988" y="1043653"/>
                </a:cubicBezTo>
                <a:cubicBezTo>
                  <a:pt x="592559" y="1044034"/>
                  <a:pt x="582939" y="1042510"/>
                  <a:pt x="580272" y="1044892"/>
                </a:cubicBezTo>
                <a:cubicBezTo>
                  <a:pt x="577510" y="1047368"/>
                  <a:pt x="573605" y="1045558"/>
                  <a:pt x="570937" y="1048225"/>
                </a:cubicBezTo>
                <a:cubicBezTo>
                  <a:pt x="568175" y="1050892"/>
                  <a:pt x="565508" y="1052988"/>
                  <a:pt x="561032" y="1054798"/>
                </a:cubicBezTo>
                <a:cubicBezTo>
                  <a:pt x="556555" y="1056607"/>
                  <a:pt x="555984" y="1053559"/>
                  <a:pt x="554174" y="1049083"/>
                </a:cubicBezTo>
                <a:cubicBezTo>
                  <a:pt x="552364" y="1044606"/>
                  <a:pt x="554840" y="1039843"/>
                  <a:pt x="555697" y="1035938"/>
                </a:cubicBezTo>
                <a:cubicBezTo>
                  <a:pt x="556555" y="1032033"/>
                  <a:pt x="557793" y="1031747"/>
                  <a:pt x="557793" y="1031747"/>
                </a:cubicBezTo>
                <a:cubicBezTo>
                  <a:pt x="557793" y="1031747"/>
                  <a:pt x="556555" y="1030223"/>
                  <a:pt x="556269" y="1027842"/>
                </a:cubicBezTo>
                <a:cubicBezTo>
                  <a:pt x="555984" y="1025461"/>
                  <a:pt x="555031" y="1026032"/>
                  <a:pt x="552649" y="1025175"/>
                </a:cubicBezTo>
                <a:cubicBezTo>
                  <a:pt x="550268" y="1024318"/>
                  <a:pt x="549030" y="1022508"/>
                  <a:pt x="544840" y="1022508"/>
                </a:cubicBezTo>
                <a:lnTo>
                  <a:pt x="544840" y="1022497"/>
                </a:lnTo>
                <a:lnTo>
                  <a:pt x="544743" y="1022509"/>
                </a:lnTo>
                <a:cubicBezTo>
                  <a:pt x="540457" y="1022509"/>
                  <a:pt x="539028" y="1023652"/>
                  <a:pt x="535409" y="1021270"/>
                </a:cubicBezTo>
                <a:cubicBezTo>
                  <a:pt x="531885" y="1018889"/>
                  <a:pt x="529408" y="1019175"/>
                  <a:pt x="524360" y="1019461"/>
                </a:cubicBezTo>
                <a:cubicBezTo>
                  <a:pt x="519312" y="1019746"/>
                  <a:pt x="522264" y="1016127"/>
                  <a:pt x="526170" y="1013746"/>
                </a:cubicBezTo>
                <a:cubicBezTo>
                  <a:pt x="530075" y="1011364"/>
                  <a:pt x="528932" y="1005649"/>
                  <a:pt x="531885" y="1001458"/>
                </a:cubicBezTo>
                <a:cubicBezTo>
                  <a:pt x="534837" y="997267"/>
                  <a:pt x="536647" y="995458"/>
                  <a:pt x="538171" y="992124"/>
                </a:cubicBezTo>
                <a:cubicBezTo>
                  <a:pt x="539600" y="988790"/>
                  <a:pt x="539028" y="986409"/>
                  <a:pt x="541124" y="986123"/>
                </a:cubicBezTo>
                <a:cubicBezTo>
                  <a:pt x="543219" y="985837"/>
                  <a:pt x="543505" y="986409"/>
                  <a:pt x="543791" y="984599"/>
                </a:cubicBezTo>
                <a:cubicBezTo>
                  <a:pt x="544172" y="982789"/>
                  <a:pt x="543219" y="981932"/>
                  <a:pt x="540839" y="982504"/>
                </a:cubicBezTo>
                <a:cubicBezTo>
                  <a:pt x="538457" y="983170"/>
                  <a:pt x="538171" y="982885"/>
                  <a:pt x="537885" y="981646"/>
                </a:cubicBezTo>
                <a:cubicBezTo>
                  <a:pt x="537600" y="980408"/>
                  <a:pt x="536742" y="978884"/>
                  <a:pt x="539409" y="978313"/>
                </a:cubicBezTo>
                <a:cubicBezTo>
                  <a:pt x="542171" y="977741"/>
                  <a:pt x="542743" y="977741"/>
                  <a:pt x="543029" y="973836"/>
                </a:cubicBezTo>
                <a:cubicBezTo>
                  <a:pt x="543315" y="969931"/>
                  <a:pt x="541886" y="966978"/>
                  <a:pt x="544839" y="963073"/>
                </a:cubicBezTo>
                <a:cubicBezTo>
                  <a:pt x="547791" y="959263"/>
                  <a:pt x="548648" y="956786"/>
                  <a:pt x="551982" y="955929"/>
                </a:cubicBezTo>
                <a:cubicBezTo>
                  <a:pt x="555316" y="954976"/>
                  <a:pt x="555316" y="953167"/>
                  <a:pt x="557697" y="950214"/>
                </a:cubicBezTo>
                <a:cubicBezTo>
                  <a:pt x="560079" y="947261"/>
                  <a:pt x="563127" y="945451"/>
                  <a:pt x="567603" y="939165"/>
                </a:cubicBezTo>
                <a:cubicBezTo>
                  <a:pt x="572080" y="932878"/>
                  <a:pt x="575985" y="929926"/>
                  <a:pt x="578652" y="926592"/>
                </a:cubicBezTo>
                <a:cubicBezTo>
                  <a:pt x="581319" y="923258"/>
                  <a:pt x="585510" y="922687"/>
                  <a:pt x="585510" y="920305"/>
                </a:cubicBezTo>
                <a:cubicBezTo>
                  <a:pt x="585510" y="917924"/>
                  <a:pt x="587034" y="915543"/>
                  <a:pt x="588844" y="911638"/>
                </a:cubicBezTo>
                <a:cubicBezTo>
                  <a:pt x="590654" y="907732"/>
                  <a:pt x="592178" y="904780"/>
                  <a:pt x="594273" y="901160"/>
                </a:cubicBezTo>
                <a:cubicBezTo>
                  <a:pt x="595416" y="899255"/>
                  <a:pt x="596559" y="896779"/>
                  <a:pt x="597702" y="894302"/>
                </a:cubicBezTo>
                <a:lnTo>
                  <a:pt x="597816" y="894215"/>
                </a:lnTo>
                <a:lnTo>
                  <a:pt x="597798" y="893920"/>
                </a:lnTo>
                <a:cubicBezTo>
                  <a:pt x="598752" y="891825"/>
                  <a:pt x="599799" y="889539"/>
                  <a:pt x="600941" y="887634"/>
                </a:cubicBezTo>
                <a:cubicBezTo>
                  <a:pt x="603418" y="883443"/>
                  <a:pt x="604275" y="881347"/>
                  <a:pt x="606086" y="881062"/>
                </a:cubicBezTo>
                <a:cubicBezTo>
                  <a:pt x="607894" y="880776"/>
                  <a:pt x="609991" y="880776"/>
                  <a:pt x="609991" y="878109"/>
                </a:cubicBezTo>
                <a:cubicBezTo>
                  <a:pt x="609991" y="875347"/>
                  <a:pt x="611514" y="874775"/>
                  <a:pt x="609705" y="874775"/>
                </a:cubicBezTo>
                <a:cubicBezTo>
                  <a:pt x="607894" y="874775"/>
                  <a:pt x="606656" y="873537"/>
                  <a:pt x="609991" y="871156"/>
                </a:cubicBezTo>
                <a:cubicBezTo>
                  <a:pt x="613325" y="868774"/>
                  <a:pt x="611800" y="869346"/>
                  <a:pt x="609133" y="868774"/>
                </a:cubicBezTo>
                <a:cubicBezTo>
                  <a:pt x="606467" y="868203"/>
                  <a:pt x="609133" y="864583"/>
                  <a:pt x="610657" y="860678"/>
                </a:cubicBezTo>
                <a:cubicBezTo>
                  <a:pt x="612181" y="856773"/>
                  <a:pt x="616658" y="855916"/>
                  <a:pt x="624182" y="855916"/>
                </a:cubicBezTo>
                <a:cubicBezTo>
                  <a:pt x="631707" y="855916"/>
                  <a:pt x="630850" y="857440"/>
                  <a:pt x="631707" y="855058"/>
                </a:cubicBezTo>
                <a:cubicBezTo>
                  <a:pt x="632565" y="852677"/>
                  <a:pt x="633231" y="851153"/>
                  <a:pt x="638279" y="849629"/>
                </a:cubicBezTo>
                <a:cubicBezTo>
                  <a:pt x="643329" y="848105"/>
                  <a:pt x="643329" y="850867"/>
                  <a:pt x="645423" y="851439"/>
                </a:cubicBezTo>
                <a:cubicBezTo>
                  <a:pt x="647520" y="852010"/>
                  <a:pt x="648090" y="851153"/>
                  <a:pt x="649614" y="853534"/>
                </a:cubicBezTo>
                <a:cubicBezTo>
                  <a:pt x="651138" y="856011"/>
                  <a:pt x="656283" y="857725"/>
                  <a:pt x="665235" y="858964"/>
                </a:cubicBezTo>
                <a:cubicBezTo>
                  <a:pt x="674284" y="860202"/>
                  <a:pt x="672474" y="857725"/>
                  <a:pt x="674855" y="861059"/>
                </a:cubicBezTo>
                <a:cubicBezTo>
                  <a:pt x="677236" y="864393"/>
                  <a:pt x="680284" y="864964"/>
                  <a:pt x="687429" y="867060"/>
                </a:cubicBezTo>
                <a:cubicBezTo>
                  <a:pt x="694572" y="869155"/>
                  <a:pt x="698192" y="868012"/>
                  <a:pt x="702097" y="870965"/>
                </a:cubicBezTo>
                <a:cubicBezTo>
                  <a:pt x="706003" y="874013"/>
                  <a:pt x="708097" y="872203"/>
                  <a:pt x="710480" y="874299"/>
                </a:cubicBezTo>
                <a:cubicBezTo>
                  <a:pt x="712860" y="876394"/>
                  <a:pt x="714384" y="877633"/>
                  <a:pt x="718290" y="877918"/>
                </a:cubicBezTo>
                <a:lnTo>
                  <a:pt x="724956" y="877252"/>
                </a:lnTo>
                <a:lnTo>
                  <a:pt x="724956" y="877252"/>
                </a:lnTo>
                <a:cubicBezTo>
                  <a:pt x="726671" y="876776"/>
                  <a:pt x="728194" y="875919"/>
                  <a:pt x="729147" y="874681"/>
                </a:cubicBezTo>
                <a:cubicBezTo>
                  <a:pt x="731338" y="872014"/>
                  <a:pt x="734863" y="870204"/>
                  <a:pt x="738481" y="866585"/>
                </a:cubicBezTo>
                <a:cubicBezTo>
                  <a:pt x="742101" y="863060"/>
                  <a:pt x="746864" y="859727"/>
                  <a:pt x="748673" y="855536"/>
                </a:cubicBezTo>
                <a:cubicBezTo>
                  <a:pt x="750483" y="851344"/>
                  <a:pt x="752293" y="850106"/>
                  <a:pt x="755246" y="849249"/>
                </a:cubicBezTo>
                <a:cubicBezTo>
                  <a:pt x="758294" y="848296"/>
                  <a:pt x="757056" y="845915"/>
                  <a:pt x="754960" y="845629"/>
                </a:cubicBezTo>
                <a:cubicBezTo>
                  <a:pt x="752864" y="845344"/>
                  <a:pt x="755246" y="843248"/>
                  <a:pt x="760389" y="839343"/>
                </a:cubicBezTo>
                <a:cubicBezTo>
                  <a:pt x="765437" y="835438"/>
                  <a:pt x="764580" y="832771"/>
                  <a:pt x="767533" y="829437"/>
                </a:cubicBezTo>
                <a:cubicBezTo>
                  <a:pt x="770485" y="826103"/>
                  <a:pt x="770485" y="824675"/>
                  <a:pt x="769914" y="831818"/>
                </a:cubicBezTo>
                <a:cubicBezTo>
                  <a:pt x="769247" y="839057"/>
                  <a:pt x="770771" y="836962"/>
                  <a:pt x="772582" y="833628"/>
                </a:cubicBezTo>
                <a:cubicBezTo>
                  <a:pt x="774391" y="830390"/>
                  <a:pt x="774011" y="826484"/>
                  <a:pt x="773152" y="823150"/>
                </a:cubicBezTo>
                <a:cubicBezTo>
                  <a:pt x="772201" y="819912"/>
                  <a:pt x="771914" y="819245"/>
                  <a:pt x="775819" y="816578"/>
                </a:cubicBezTo>
                <a:cubicBezTo>
                  <a:pt x="779725" y="813911"/>
                  <a:pt x="778297" y="808482"/>
                  <a:pt x="779154" y="806101"/>
                </a:cubicBezTo>
                <a:cubicBezTo>
                  <a:pt x="780010" y="803719"/>
                  <a:pt x="780010" y="802481"/>
                  <a:pt x="777915" y="801625"/>
                </a:cubicBezTo>
                <a:cubicBezTo>
                  <a:pt x="775819" y="800768"/>
                  <a:pt x="775535" y="799244"/>
                  <a:pt x="775819" y="796577"/>
                </a:cubicBezTo>
                <a:cubicBezTo>
                  <a:pt x="776105" y="793910"/>
                  <a:pt x="776677" y="789719"/>
                  <a:pt x="777915" y="784289"/>
                </a:cubicBezTo>
                <a:cubicBezTo>
                  <a:pt x="779058" y="778859"/>
                  <a:pt x="780868" y="778859"/>
                  <a:pt x="784773" y="778859"/>
                </a:cubicBezTo>
                <a:cubicBezTo>
                  <a:pt x="788678" y="778859"/>
                  <a:pt x="787440" y="776574"/>
                  <a:pt x="784488" y="775717"/>
                </a:cubicBezTo>
                <a:cubicBezTo>
                  <a:pt x="779345" y="774192"/>
                  <a:pt x="785344" y="767430"/>
                  <a:pt x="777629" y="766573"/>
                </a:cubicBezTo>
                <a:cubicBezTo>
                  <a:pt x="774867" y="766287"/>
                  <a:pt x="773438" y="763906"/>
                  <a:pt x="770105" y="760286"/>
                </a:cubicBezTo>
                <a:cubicBezTo>
                  <a:pt x="766771" y="756667"/>
                  <a:pt x="766676" y="757048"/>
                  <a:pt x="765437" y="755524"/>
                </a:cubicBezTo>
                <a:cubicBezTo>
                  <a:pt x="763818" y="754095"/>
                  <a:pt x="763724" y="754000"/>
                  <a:pt x="761057" y="752761"/>
                </a:cubicBezTo>
                <a:cubicBezTo>
                  <a:pt x="758389" y="751619"/>
                  <a:pt x="762581" y="751047"/>
                  <a:pt x="764961" y="751905"/>
                </a:cubicBezTo>
                <a:cubicBezTo>
                  <a:pt x="767343" y="752761"/>
                  <a:pt x="768866" y="752190"/>
                  <a:pt x="768866" y="750380"/>
                </a:cubicBezTo>
                <a:cubicBezTo>
                  <a:pt x="768866" y="747427"/>
                  <a:pt x="770201" y="746665"/>
                  <a:pt x="769819" y="745428"/>
                </a:cubicBezTo>
                <a:cubicBezTo>
                  <a:pt x="769628" y="744856"/>
                  <a:pt x="770677" y="744475"/>
                  <a:pt x="768295" y="743140"/>
                </a:cubicBezTo>
                <a:cubicBezTo>
                  <a:pt x="765628" y="741618"/>
                  <a:pt x="770677" y="737998"/>
                  <a:pt x="774296" y="737141"/>
                </a:cubicBezTo>
                <a:cubicBezTo>
                  <a:pt x="777915" y="736284"/>
                  <a:pt x="779725" y="738379"/>
                  <a:pt x="784488" y="738950"/>
                </a:cubicBezTo>
                <a:cubicBezTo>
                  <a:pt x="789250" y="739617"/>
                  <a:pt x="790488" y="739617"/>
                  <a:pt x="791060" y="738379"/>
                </a:cubicBezTo>
                <a:cubicBezTo>
                  <a:pt x="791632" y="737236"/>
                  <a:pt x="792012" y="735426"/>
                  <a:pt x="794965" y="735426"/>
                </a:cubicBezTo>
                <a:cubicBezTo>
                  <a:pt x="797917" y="735426"/>
                  <a:pt x="797917" y="735140"/>
                  <a:pt x="797917" y="739332"/>
                </a:cubicBezTo>
                <a:cubicBezTo>
                  <a:pt x="797917" y="743522"/>
                  <a:pt x="799156" y="743808"/>
                  <a:pt x="805442" y="743522"/>
                </a:cubicBezTo>
                <a:cubicBezTo>
                  <a:pt x="811729" y="743237"/>
                  <a:pt x="810776" y="743237"/>
                  <a:pt x="812586" y="745332"/>
                </a:cubicBezTo>
                <a:cubicBezTo>
                  <a:pt x="814397" y="747427"/>
                  <a:pt x="814777" y="748380"/>
                  <a:pt x="817729" y="748666"/>
                </a:cubicBezTo>
                <a:cubicBezTo>
                  <a:pt x="820682" y="748952"/>
                  <a:pt x="820396" y="748095"/>
                  <a:pt x="818301" y="746284"/>
                </a:cubicBezTo>
                <a:cubicBezTo>
                  <a:pt x="816207" y="744475"/>
                  <a:pt x="816777" y="743903"/>
                  <a:pt x="818301" y="741808"/>
                </a:cubicBezTo>
                <a:cubicBezTo>
                  <a:pt x="819826" y="739713"/>
                  <a:pt x="820111" y="736950"/>
                  <a:pt x="823730" y="733997"/>
                </a:cubicBezTo>
                <a:cubicBezTo>
                  <a:pt x="827350" y="730948"/>
                  <a:pt x="826397" y="727996"/>
                  <a:pt x="828207" y="722282"/>
                </a:cubicBezTo>
                <a:cubicBezTo>
                  <a:pt x="830017" y="716662"/>
                  <a:pt x="830874" y="717234"/>
                  <a:pt x="835066" y="719328"/>
                </a:cubicBezTo>
                <a:cubicBezTo>
                  <a:pt x="839256" y="721424"/>
                  <a:pt x="838971" y="722282"/>
                  <a:pt x="837733" y="725616"/>
                </a:cubicBezTo>
                <a:cubicBezTo>
                  <a:pt x="836494" y="728854"/>
                  <a:pt x="840400" y="730092"/>
                  <a:pt x="846400" y="732474"/>
                </a:cubicBezTo>
                <a:cubicBezTo>
                  <a:pt x="852400" y="734855"/>
                  <a:pt x="853354" y="733616"/>
                  <a:pt x="858115" y="731235"/>
                </a:cubicBezTo>
                <a:cubicBezTo>
                  <a:pt x="862878" y="728854"/>
                  <a:pt x="862878" y="725330"/>
                  <a:pt x="870974" y="724090"/>
                </a:cubicBezTo>
                <a:cubicBezTo>
                  <a:pt x="879071" y="722853"/>
                  <a:pt x="882404" y="720758"/>
                  <a:pt x="889549" y="712661"/>
                </a:cubicBezTo>
                <a:cubicBezTo>
                  <a:pt x="896787" y="704565"/>
                  <a:pt x="899454" y="702755"/>
                  <a:pt x="907266" y="702755"/>
                </a:cubicBezTo>
                <a:cubicBezTo>
                  <a:pt x="909741" y="702755"/>
                  <a:pt x="912027" y="702374"/>
                  <a:pt x="914313" y="701803"/>
                </a:cubicBezTo>
                <a:lnTo>
                  <a:pt x="914739" y="702336"/>
                </a:lnTo>
                <a:lnTo>
                  <a:pt x="929268" y="696755"/>
                </a:lnTo>
                <a:lnTo>
                  <a:pt x="931211" y="696678"/>
                </a:lnTo>
                <a:lnTo>
                  <a:pt x="931011" y="696578"/>
                </a:lnTo>
                <a:lnTo>
                  <a:pt x="937388" y="695932"/>
                </a:lnTo>
                <a:cubicBezTo>
                  <a:pt x="939221" y="696302"/>
                  <a:pt x="940650" y="697040"/>
                  <a:pt x="943078" y="697326"/>
                </a:cubicBezTo>
                <a:cubicBezTo>
                  <a:pt x="947842" y="697897"/>
                  <a:pt x="945746" y="694659"/>
                  <a:pt x="942507" y="694659"/>
                </a:cubicBezTo>
                <a:cubicBezTo>
                  <a:pt x="939173" y="694659"/>
                  <a:pt x="938031" y="693420"/>
                  <a:pt x="938316" y="691324"/>
                </a:cubicBezTo>
                <a:cubicBezTo>
                  <a:pt x="938603" y="689229"/>
                  <a:pt x="943364" y="690086"/>
                  <a:pt x="948508" y="692849"/>
                </a:cubicBezTo>
                <a:cubicBezTo>
                  <a:pt x="953556" y="695516"/>
                  <a:pt x="951460" y="691611"/>
                  <a:pt x="947937" y="688658"/>
                </a:cubicBezTo>
                <a:cubicBezTo>
                  <a:pt x="944317" y="685705"/>
                  <a:pt x="948223" y="686277"/>
                  <a:pt x="952699" y="687801"/>
                </a:cubicBezTo>
                <a:cubicBezTo>
                  <a:pt x="957175" y="689325"/>
                  <a:pt x="957175" y="688658"/>
                  <a:pt x="955651" y="685705"/>
                </a:cubicBezTo>
                <a:cubicBezTo>
                  <a:pt x="954127" y="682752"/>
                  <a:pt x="954127" y="681800"/>
                  <a:pt x="957462" y="679704"/>
                </a:cubicBezTo>
                <a:cubicBezTo>
                  <a:pt x="960796" y="677609"/>
                  <a:pt x="962223" y="675799"/>
                  <a:pt x="967367" y="674275"/>
                </a:cubicBezTo>
                <a:cubicBezTo>
                  <a:pt x="972415" y="672751"/>
                  <a:pt x="973654" y="669797"/>
                  <a:pt x="976987" y="665607"/>
                </a:cubicBezTo>
                <a:cubicBezTo>
                  <a:pt x="980322" y="661416"/>
                  <a:pt x="982418" y="660178"/>
                  <a:pt x="984226" y="659892"/>
                </a:cubicBezTo>
                <a:cubicBezTo>
                  <a:pt x="986036" y="659607"/>
                  <a:pt x="986893" y="661702"/>
                  <a:pt x="986893" y="664369"/>
                </a:cubicBezTo>
                <a:cubicBezTo>
                  <a:pt x="986893" y="667036"/>
                  <a:pt x="986893" y="670370"/>
                  <a:pt x="983560" y="670370"/>
                </a:cubicBezTo>
                <a:cubicBezTo>
                  <a:pt x="980226" y="670370"/>
                  <a:pt x="980512" y="674275"/>
                  <a:pt x="981750" y="676371"/>
                </a:cubicBezTo>
                <a:cubicBezTo>
                  <a:pt x="982988" y="678466"/>
                  <a:pt x="985941" y="679037"/>
                  <a:pt x="987466" y="677895"/>
                </a:cubicBezTo>
                <a:cubicBezTo>
                  <a:pt x="988989" y="676656"/>
                  <a:pt x="988989" y="675799"/>
                  <a:pt x="992513" y="676085"/>
                </a:cubicBezTo>
                <a:cubicBezTo>
                  <a:pt x="996133" y="676371"/>
                  <a:pt x="994894" y="674561"/>
                  <a:pt x="992799" y="672465"/>
                </a:cubicBezTo>
                <a:cubicBezTo>
                  <a:pt x="990703" y="670370"/>
                  <a:pt x="990989" y="668560"/>
                  <a:pt x="992227" y="665607"/>
                </a:cubicBezTo>
                <a:cubicBezTo>
                  <a:pt x="993467" y="662655"/>
                  <a:pt x="995847" y="659035"/>
                  <a:pt x="997943" y="655701"/>
                </a:cubicBezTo>
                <a:cubicBezTo>
                  <a:pt x="1000039" y="652368"/>
                  <a:pt x="1003657" y="650272"/>
                  <a:pt x="1007563" y="649986"/>
                </a:cubicBezTo>
                <a:cubicBezTo>
                  <a:pt x="1011468" y="649701"/>
                  <a:pt x="1015373" y="650844"/>
                  <a:pt x="1018041" y="651224"/>
                </a:cubicBezTo>
                <a:cubicBezTo>
                  <a:pt x="1020707" y="651510"/>
                  <a:pt x="1022517" y="651224"/>
                  <a:pt x="1022517" y="656273"/>
                </a:cubicBezTo>
                <a:cubicBezTo>
                  <a:pt x="1022517" y="658368"/>
                  <a:pt x="1022994" y="659130"/>
                  <a:pt x="1023565" y="659130"/>
                </a:cubicBezTo>
                <a:lnTo>
                  <a:pt x="1022571" y="661131"/>
                </a:lnTo>
                <a:lnTo>
                  <a:pt x="1023375" y="660367"/>
                </a:lnTo>
                <a:lnTo>
                  <a:pt x="1023851" y="659320"/>
                </a:lnTo>
                <a:cubicBezTo>
                  <a:pt x="1024709" y="659224"/>
                  <a:pt x="1025757" y="657510"/>
                  <a:pt x="1026137" y="655605"/>
                </a:cubicBezTo>
                <a:cubicBezTo>
                  <a:pt x="1026709" y="652366"/>
                  <a:pt x="1029661" y="651414"/>
                  <a:pt x="1032995" y="650842"/>
                </a:cubicBezTo>
                <a:cubicBezTo>
                  <a:pt x="1036234" y="650271"/>
                  <a:pt x="1040425" y="651509"/>
                  <a:pt x="1039567" y="654176"/>
                </a:cubicBezTo>
                <a:cubicBezTo>
                  <a:pt x="1038710" y="656843"/>
                  <a:pt x="1036900" y="657415"/>
                  <a:pt x="1037472" y="658939"/>
                </a:cubicBezTo>
                <a:cubicBezTo>
                  <a:pt x="1038043" y="660462"/>
                  <a:pt x="1039187" y="661320"/>
                  <a:pt x="1040425" y="658367"/>
                </a:cubicBezTo>
                <a:cubicBezTo>
                  <a:pt x="1041568" y="655414"/>
                  <a:pt x="1043377" y="653605"/>
                  <a:pt x="1043377" y="655986"/>
                </a:cubicBezTo>
                <a:cubicBezTo>
                  <a:pt x="1043377" y="658462"/>
                  <a:pt x="1044806" y="657510"/>
                  <a:pt x="1046330" y="655129"/>
                </a:cubicBezTo>
                <a:cubicBezTo>
                  <a:pt x="1047854" y="652747"/>
                  <a:pt x="1048997" y="652747"/>
                  <a:pt x="1052617" y="651509"/>
                </a:cubicBezTo>
                <a:cubicBezTo>
                  <a:pt x="1056236" y="650271"/>
                  <a:pt x="1056808" y="651223"/>
                  <a:pt x="1056808" y="649414"/>
                </a:cubicBezTo>
                <a:cubicBezTo>
                  <a:pt x="1056808" y="647699"/>
                  <a:pt x="1057952" y="646747"/>
                  <a:pt x="1059475" y="646461"/>
                </a:cubicBezTo>
                <a:cubicBezTo>
                  <a:pt x="1061000" y="646175"/>
                  <a:pt x="1062523" y="646175"/>
                  <a:pt x="1061284" y="644938"/>
                </a:cubicBezTo>
                <a:cubicBezTo>
                  <a:pt x="1060046" y="643794"/>
                  <a:pt x="1060427" y="642556"/>
                  <a:pt x="1063094" y="640174"/>
                </a:cubicBezTo>
                <a:cubicBezTo>
                  <a:pt x="1065856" y="637793"/>
                  <a:pt x="1064904" y="637793"/>
                  <a:pt x="1062808" y="637222"/>
                </a:cubicBezTo>
                <a:cubicBezTo>
                  <a:pt x="1060713" y="636650"/>
                  <a:pt x="1060141" y="635412"/>
                  <a:pt x="1064047" y="634840"/>
                </a:cubicBezTo>
                <a:cubicBezTo>
                  <a:pt x="1067953" y="634174"/>
                  <a:pt x="1067380" y="633888"/>
                  <a:pt x="1067953" y="631221"/>
                </a:cubicBezTo>
                <a:lnTo>
                  <a:pt x="1072225" y="624811"/>
                </a:lnTo>
                <a:lnTo>
                  <a:pt x="1072142" y="624744"/>
                </a:lnTo>
                <a:lnTo>
                  <a:pt x="1072523" y="624364"/>
                </a:lnTo>
                <a:lnTo>
                  <a:pt x="1072714" y="624077"/>
                </a:lnTo>
                <a:lnTo>
                  <a:pt x="1072765" y="624102"/>
                </a:lnTo>
                <a:lnTo>
                  <a:pt x="1079571" y="614553"/>
                </a:lnTo>
                <a:cubicBezTo>
                  <a:pt x="1080143" y="611314"/>
                  <a:pt x="1081381" y="608552"/>
                  <a:pt x="1079286" y="610076"/>
                </a:cubicBezTo>
                <a:cubicBezTo>
                  <a:pt x="1077190" y="611600"/>
                  <a:pt x="1077857" y="612743"/>
                  <a:pt x="1076619" y="610362"/>
                </a:cubicBezTo>
                <a:cubicBezTo>
                  <a:pt x="1075476" y="607980"/>
                  <a:pt x="1078714" y="606456"/>
                  <a:pt x="1082334" y="602265"/>
                </a:cubicBezTo>
                <a:cubicBezTo>
                  <a:pt x="1085953" y="598074"/>
                  <a:pt x="1086239" y="597408"/>
                  <a:pt x="1085668" y="600741"/>
                </a:cubicBezTo>
                <a:cubicBezTo>
                  <a:pt x="1085096" y="603980"/>
                  <a:pt x="1086906" y="604647"/>
                  <a:pt x="1087763" y="603123"/>
                </a:cubicBezTo>
                <a:cubicBezTo>
                  <a:pt x="1088620" y="601599"/>
                  <a:pt x="1089573" y="600360"/>
                  <a:pt x="1088335" y="597693"/>
                </a:cubicBezTo>
                <a:cubicBezTo>
                  <a:pt x="1087096" y="594931"/>
                  <a:pt x="1087382" y="594074"/>
                  <a:pt x="1088906" y="592264"/>
                </a:cubicBezTo>
                <a:cubicBezTo>
                  <a:pt x="1090335" y="590454"/>
                  <a:pt x="1091859" y="589788"/>
                  <a:pt x="1093954" y="588930"/>
                </a:cubicBezTo>
                <a:cubicBezTo>
                  <a:pt x="1096050" y="587978"/>
                  <a:pt x="1096336" y="589788"/>
                  <a:pt x="1096621" y="587406"/>
                </a:cubicBezTo>
                <a:cubicBezTo>
                  <a:pt x="1096907" y="585025"/>
                  <a:pt x="1097193" y="583787"/>
                  <a:pt x="1097193" y="583787"/>
                </a:cubicBezTo>
                <a:cubicBezTo>
                  <a:pt x="1097193" y="583787"/>
                  <a:pt x="1099574" y="581406"/>
                  <a:pt x="1102241" y="581691"/>
                </a:cubicBezTo>
                <a:cubicBezTo>
                  <a:pt x="1102050" y="580358"/>
                  <a:pt x="1107004" y="576643"/>
                  <a:pt x="1107004" y="576643"/>
                </a:cubicBezTo>
                <a:cubicBezTo>
                  <a:pt x="1109099" y="574262"/>
                  <a:pt x="1112623" y="573024"/>
                  <a:pt x="1118052" y="574262"/>
                </a:cubicBezTo>
                <a:cubicBezTo>
                  <a:pt x="1123387" y="575405"/>
                  <a:pt x="1126149" y="573024"/>
                  <a:pt x="1131197" y="570928"/>
                </a:cubicBezTo>
                <a:cubicBezTo>
                  <a:pt x="1136341" y="568833"/>
                  <a:pt x="1134817" y="568166"/>
                  <a:pt x="1137198" y="567594"/>
                </a:cubicBezTo>
                <a:cubicBezTo>
                  <a:pt x="1139579" y="567023"/>
                  <a:pt x="1142056" y="567880"/>
                  <a:pt x="1147104" y="567880"/>
                </a:cubicBezTo>
                <a:cubicBezTo>
                  <a:pt x="1152152" y="567880"/>
                  <a:pt x="1150628" y="568452"/>
                  <a:pt x="1147675" y="570547"/>
                </a:cubicBezTo>
                <a:cubicBezTo>
                  <a:pt x="1144627" y="572643"/>
                  <a:pt x="1142532" y="575310"/>
                  <a:pt x="1141960" y="577691"/>
                </a:cubicBezTo>
                <a:cubicBezTo>
                  <a:pt x="1141389" y="580072"/>
                  <a:pt x="1138436" y="580644"/>
                  <a:pt x="1136912" y="582168"/>
                </a:cubicBezTo>
                <a:cubicBezTo>
                  <a:pt x="1135388" y="583596"/>
                  <a:pt x="1133578" y="578548"/>
                  <a:pt x="1131769" y="578834"/>
                </a:cubicBezTo>
                <a:cubicBezTo>
                  <a:pt x="1129959" y="579120"/>
                  <a:pt x="1128149" y="577596"/>
                  <a:pt x="1123387" y="577596"/>
                </a:cubicBezTo>
                <a:cubicBezTo>
                  <a:pt x="1118624" y="577596"/>
                  <a:pt x="1114147" y="576929"/>
                  <a:pt x="1110242" y="578453"/>
                </a:cubicBezTo>
                <a:cubicBezTo>
                  <a:pt x="1110242" y="578453"/>
                  <a:pt x="1110242" y="578453"/>
                  <a:pt x="1107956" y="579501"/>
                </a:cubicBezTo>
                <a:cubicBezTo>
                  <a:pt x="1105670" y="580548"/>
                  <a:pt x="1104908" y="582168"/>
                  <a:pt x="1104908" y="582168"/>
                </a:cubicBezTo>
                <a:cubicBezTo>
                  <a:pt x="1105480" y="582549"/>
                  <a:pt x="1105861" y="583215"/>
                  <a:pt x="1106337" y="584454"/>
                </a:cubicBezTo>
                <a:cubicBezTo>
                  <a:pt x="1107289" y="586835"/>
                  <a:pt x="1108146" y="585978"/>
                  <a:pt x="1109671" y="584739"/>
                </a:cubicBezTo>
                <a:cubicBezTo>
                  <a:pt x="1111195" y="583501"/>
                  <a:pt x="1113004" y="583882"/>
                  <a:pt x="1113290" y="584739"/>
                </a:cubicBezTo>
                <a:cubicBezTo>
                  <a:pt x="1113576" y="585692"/>
                  <a:pt x="1115671" y="586549"/>
                  <a:pt x="1119577" y="582072"/>
                </a:cubicBezTo>
                <a:cubicBezTo>
                  <a:pt x="1123482" y="577596"/>
                  <a:pt x="1122625" y="579977"/>
                  <a:pt x="1127387" y="580263"/>
                </a:cubicBezTo>
                <a:cubicBezTo>
                  <a:pt x="1132150" y="580548"/>
                  <a:pt x="1131864" y="582072"/>
                  <a:pt x="1131864" y="584454"/>
                </a:cubicBezTo>
                <a:cubicBezTo>
                  <a:pt x="1131864" y="586930"/>
                  <a:pt x="1131007" y="588073"/>
                  <a:pt x="1129197" y="589883"/>
                </a:cubicBezTo>
                <a:cubicBezTo>
                  <a:pt x="1127387" y="591693"/>
                  <a:pt x="1127101" y="591978"/>
                  <a:pt x="1129197" y="595884"/>
                </a:cubicBezTo>
                <a:cubicBezTo>
                  <a:pt x="1131292" y="599789"/>
                  <a:pt x="1127387" y="600932"/>
                  <a:pt x="1125292" y="602456"/>
                </a:cubicBezTo>
                <a:cubicBezTo>
                  <a:pt x="1123196" y="603980"/>
                  <a:pt x="1120243" y="603980"/>
                  <a:pt x="1121100" y="601599"/>
                </a:cubicBezTo>
                <a:cubicBezTo>
                  <a:pt x="1122053" y="599217"/>
                  <a:pt x="1120529" y="599217"/>
                  <a:pt x="1118719" y="601599"/>
                </a:cubicBezTo>
                <a:cubicBezTo>
                  <a:pt x="1116910" y="603980"/>
                  <a:pt x="1114243" y="608742"/>
                  <a:pt x="1112719" y="607885"/>
                </a:cubicBezTo>
                <a:cubicBezTo>
                  <a:pt x="1111195" y="606933"/>
                  <a:pt x="1109956" y="606647"/>
                  <a:pt x="1107575" y="608742"/>
                </a:cubicBezTo>
                <a:cubicBezTo>
                  <a:pt x="1105194" y="610838"/>
                  <a:pt x="1103670" y="610838"/>
                  <a:pt x="1101574" y="611124"/>
                </a:cubicBezTo>
                <a:cubicBezTo>
                  <a:pt x="1099479" y="611409"/>
                  <a:pt x="1099479" y="611124"/>
                  <a:pt x="1098621" y="613219"/>
                </a:cubicBezTo>
                <a:cubicBezTo>
                  <a:pt x="1097669" y="615315"/>
                  <a:pt x="1096526" y="616267"/>
                  <a:pt x="1095002" y="617124"/>
                </a:cubicBezTo>
                <a:cubicBezTo>
                  <a:pt x="1093478" y="618077"/>
                  <a:pt x="1093764" y="618934"/>
                  <a:pt x="1093478" y="620744"/>
                </a:cubicBezTo>
                <a:cubicBezTo>
                  <a:pt x="1093192" y="622554"/>
                  <a:pt x="1093192" y="622839"/>
                  <a:pt x="1091097" y="623411"/>
                </a:cubicBezTo>
                <a:cubicBezTo>
                  <a:pt x="1089001" y="623982"/>
                  <a:pt x="1093478" y="620649"/>
                  <a:pt x="1086430" y="626840"/>
                </a:cubicBezTo>
                <a:lnTo>
                  <a:pt x="1081277" y="631993"/>
                </a:lnTo>
                <a:lnTo>
                  <a:pt x="1081382" y="632459"/>
                </a:lnTo>
                <a:cubicBezTo>
                  <a:pt x="1081382" y="633888"/>
                  <a:pt x="1083192" y="633316"/>
                  <a:pt x="1085287" y="633031"/>
                </a:cubicBezTo>
                <a:cubicBezTo>
                  <a:pt x="1087383" y="632745"/>
                  <a:pt x="1088335" y="633031"/>
                  <a:pt x="1087383" y="635698"/>
                </a:cubicBezTo>
                <a:cubicBezTo>
                  <a:pt x="1086430" y="638365"/>
                  <a:pt x="1085573" y="640460"/>
                  <a:pt x="1087954" y="640746"/>
                </a:cubicBezTo>
                <a:cubicBezTo>
                  <a:pt x="1090431" y="641032"/>
                  <a:pt x="1087954" y="642841"/>
                  <a:pt x="1089194" y="643699"/>
                </a:cubicBezTo>
                <a:cubicBezTo>
                  <a:pt x="1090336" y="644556"/>
                  <a:pt x="1089479" y="644270"/>
                  <a:pt x="1093955" y="644556"/>
                </a:cubicBezTo>
                <a:cubicBezTo>
                  <a:pt x="1098432" y="644842"/>
                  <a:pt x="1097003" y="648080"/>
                  <a:pt x="1093669" y="649604"/>
                </a:cubicBezTo>
                <a:cubicBezTo>
                  <a:pt x="1090336" y="651033"/>
                  <a:pt x="1086716" y="653128"/>
                  <a:pt x="1090050" y="654652"/>
                </a:cubicBezTo>
                <a:cubicBezTo>
                  <a:pt x="1093384" y="656176"/>
                  <a:pt x="1093669" y="655224"/>
                  <a:pt x="1095765" y="657034"/>
                </a:cubicBezTo>
                <a:cubicBezTo>
                  <a:pt x="1097860" y="658843"/>
                  <a:pt x="1097860" y="657605"/>
                  <a:pt x="1099956" y="654938"/>
                </a:cubicBezTo>
                <a:cubicBezTo>
                  <a:pt x="1102051" y="652271"/>
                  <a:pt x="1102623" y="652271"/>
                  <a:pt x="1104719" y="652271"/>
                </a:cubicBezTo>
                <a:cubicBezTo>
                  <a:pt x="1106814" y="652271"/>
                  <a:pt x="1106814" y="649604"/>
                  <a:pt x="1109481" y="647509"/>
                </a:cubicBezTo>
                <a:cubicBezTo>
                  <a:pt x="1112243" y="645413"/>
                  <a:pt x="1114910" y="643603"/>
                  <a:pt x="1117006" y="642746"/>
                </a:cubicBezTo>
                <a:cubicBezTo>
                  <a:pt x="1119101" y="641889"/>
                  <a:pt x="1118815" y="642175"/>
                  <a:pt x="1121768" y="642460"/>
                </a:cubicBezTo>
                <a:cubicBezTo>
                  <a:pt x="1123197" y="642556"/>
                  <a:pt x="1124245" y="643127"/>
                  <a:pt x="1125007" y="644461"/>
                </a:cubicBezTo>
                <a:cubicBezTo>
                  <a:pt x="1125483" y="645223"/>
                  <a:pt x="1125483" y="646937"/>
                  <a:pt x="1126721" y="645794"/>
                </a:cubicBezTo>
                <a:cubicBezTo>
                  <a:pt x="1127675" y="644938"/>
                  <a:pt x="1128817" y="645889"/>
                  <a:pt x="1128627" y="648747"/>
                </a:cubicBezTo>
                <a:cubicBezTo>
                  <a:pt x="1128340" y="652652"/>
                  <a:pt x="1128912" y="653224"/>
                  <a:pt x="1130722" y="654748"/>
                </a:cubicBezTo>
                <a:cubicBezTo>
                  <a:pt x="1132531" y="656272"/>
                  <a:pt x="1131674" y="657700"/>
                  <a:pt x="1130150" y="658939"/>
                </a:cubicBezTo>
                <a:cubicBezTo>
                  <a:pt x="1128627" y="660082"/>
                  <a:pt x="1128340" y="664654"/>
                  <a:pt x="1131007" y="665511"/>
                </a:cubicBezTo>
                <a:cubicBezTo>
                  <a:pt x="1131579" y="665701"/>
                  <a:pt x="1132246" y="665892"/>
                  <a:pt x="1132912" y="666082"/>
                </a:cubicBezTo>
                <a:lnTo>
                  <a:pt x="1140360" y="666082"/>
                </a:lnTo>
                <a:lnTo>
                  <a:pt x="1140627" y="665893"/>
                </a:lnTo>
                <a:cubicBezTo>
                  <a:pt x="1142723" y="664083"/>
                  <a:pt x="1143961" y="663797"/>
                  <a:pt x="1151105" y="663226"/>
                </a:cubicBezTo>
                <a:cubicBezTo>
                  <a:pt x="1158248" y="662654"/>
                  <a:pt x="1165203" y="660844"/>
                  <a:pt x="1168154" y="660844"/>
                </a:cubicBezTo>
                <a:cubicBezTo>
                  <a:pt x="1171107" y="660844"/>
                  <a:pt x="1174155" y="659320"/>
                  <a:pt x="1176822" y="656939"/>
                </a:cubicBezTo>
                <a:cubicBezTo>
                  <a:pt x="1179489" y="654463"/>
                  <a:pt x="1188443" y="654177"/>
                  <a:pt x="1194158" y="655701"/>
                </a:cubicBezTo>
                <a:cubicBezTo>
                  <a:pt x="1199873" y="657225"/>
                  <a:pt x="1204636" y="659606"/>
                  <a:pt x="1207018" y="661130"/>
                </a:cubicBezTo>
                <a:cubicBezTo>
                  <a:pt x="1209398" y="662654"/>
                  <a:pt x="1208826" y="662654"/>
                  <a:pt x="1206445" y="663226"/>
                </a:cubicBezTo>
                <a:cubicBezTo>
                  <a:pt x="1204064" y="663892"/>
                  <a:pt x="1202254" y="666274"/>
                  <a:pt x="1207018" y="668655"/>
                </a:cubicBezTo>
                <a:cubicBezTo>
                  <a:pt x="1211779" y="671036"/>
                  <a:pt x="1213875" y="671036"/>
                  <a:pt x="1215113" y="672846"/>
                </a:cubicBezTo>
                <a:cubicBezTo>
                  <a:pt x="1216351" y="674656"/>
                  <a:pt x="1218161" y="673703"/>
                  <a:pt x="1220828" y="671036"/>
                </a:cubicBezTo>
                <a:lnTo>
                  <a:pt x="1223009" y="668380"/>
                </a:lnTo>
                <a:lnTo>
                  <a:pt x="1222638" y="668178"/>
                </a:lnTo>
                <a:lnTo>
                  <a:pt x="1223019" y="668368"/>
                </a:lnTo>
                <a:cubicBezTo>
                  <a:pt x="1224734" y="665892"/>
                  <a:pt x="1226448" y="662939"/>
                  <a:pt x="1228353" y="660558"/>
                </a:cubicBezTo>
                <a:cubicBezTo>
                  <a:pt x="1231020" y="657224"/>
                  <a:pt x="1234068" y="656938"/>
                  <a:pt x="1238259" y="659701"/>
                </a:cubicBezTo>
                <a:cubicBezTo>
                  <a:pt x="1242450" y="662368"/>
                  <a:pt x="1248737" y="667797"/>
                  <a:pt x="1251785" y="662653"/>
                </a:cubicBezTo>
                <a:cubicBezTo>
                  <a:pt x="1253118" y="660367"/>
                  <a:pt x="1253785" y="659510"/>
                  <a:pt x="1255213" y="657129"/>
                </a:cubicBezTo>
                <a:lnTo>
                  <a:pt x="1259880" y="647033"/>
                </a:lnTo>
                <a:cubicBezTo>
                  <a:pt x="1260737" y="642461"/>
                  <a:pt x="1264357" y="642461"/>
                  <a:pt x="1266738" y="635603"/>
                </a:cubicBezTo>
                <a:lnTo>
                  <a:pt x="1266928" y="635478"/>
                </a:lnTo>
                <a:lnTo>
                  <a:pt x="1266643" y="635508"/>
                </a:lnTo>
                <a:cubicBezTo>
                  <a:pt x="1269121" y="628650"/>
                  <a:pt x="1272358" y="626554"/>
                  <a:pt x="1275978" y="622935"/>
                </a:cubicBezTo>
                <a:cubicBezTo>
                  <a:pt x="1279597" y="619315"/>
                  <a:pt x="1281121" y="616362"/>
                  <a:pt x="1285312" y="614838"/>
                </a:cubicBezTo>
                <a:cubicBezTo>
                  <a:pt x="1289503" y="613314"/>
                  <a:pt x="1291503" y="608266"/>
                  <a:pt x="1296075" y="606171"/>
                </a:cubicBezTo>
                <a:cubicBezTo>
                  <a:pt x="1300647" y="604075"/>
                  <a:pt x="1300647" y="603789"/>
                  <a:pt x="1300647" y="603789"/>
                </a:cubicBezTo>
                <a:cubicBezTo>
                  <a:pt x="1300647" y="603789"/>
                  <a:pt x="1307029" y="604170"/>
                  <a:pt x="1309982" y="603885"/>
                </a:cubicBezTo>
                <a:cubicBezTo>
                  <a:pt x="1312936" y="603599"/>
                  <a:pt x="1315316" y="604456"/>
                  <a:pt x="1314459" y="606552"/>
                </a:cubicBezTo>
                <a:cubicBezTo>
                  <a:pt x="1313601" y="608647"/>
                  <a:pt x="1313316" y="609028"/>
                  <a:pt x="1313888" y="611981"/>
                </a:cubicBezTo>
                <a:cubicBezTo>
                  <a:pt x="1314555" y="614933"/>
                  <a:pt x="1316649" y="621601"/>
                  <a:pt x="1321697" y="624268"/>
                </a:cubicBezTo>
                <a:cubicBezTo>
                  <a:pt x="1326746" y="627030"/>
                  <a:pt x="1333699" y="616458"/>
                  <a:pt x="1336366" y="611409"/>
                </a:cubicBezTo>
                <a:cubicBezTo>
                  <a:pt x="1337700" y="608933"/>
                  <a:pt x="1339700" y="606742"/>
                  <a:pt x="1341891" y="604837"/>
                </a:cubicBezTo>
                <a:cubicBezTo>
                  <a:pt x="1344082" y="602932"/>
                  <a:pt x="1346368" y="601408"/>
                  <a:pt x="1347987" y="600360"/>
                </a:cubicBezTo>
                <a:cubicBezTo>
                  <a:pt x="1351321" y="598265"/>
                  <a:pt x="1350083" y="594931"/>
                  <a:pt x="1346749" y="595217"/>
                </a:cubicBezTo>
                <a:cubicBezTo>
                  <a:pt x="1343415" y="595503"/>
                  <a:pt x="1343796" y="593407"/>
                  <a:pt x="1343796" y="590740"/>
                </a:cubicBezTo>
                <a:cubicBezTo>
                  <a:pt x="1343796" y="588073"/>
                  <a:pt x="1348939" y="578929"/>
                  <a:pt x="1350654" y="576643"/>
                </a:cubicBezTo>
                <a:cubicBezTo>
                  <a:pt x="1353607" y="572738"/>
                  <a:pt x="1357798" y="572166"/>
                  <a:pt x="1359988" y="572166"/>
                </a:cubicBezTo>
                <a:cubicBezTo>
                  <a:pt x="1362179" y="572166"/>
                  <a:pt x="1371037" y="570357"/>
                  <a:pt x="1374371" y="569499"/>
                </a:cubicBezTo>
                <a:cubicBezTo>
                  <a:pt x="1377705" y="568642"/>
                  <a:pt x="1378276" y="568261"/>
                  <a:pt x="1380086" y="569785"/>
                </a:cubicBezTo>
                <a:cubicBezTo>
                  <a:pt x="1381896" y="571309"/>
                  <a:pt x="1385230" y="571309"/>
                  <a:pt x="1387325" y="570071"/>
                </a:cubicBezTo>
                <a:cubicBezTo>
                  <a:pt x="1389421" y="568833"/>
                  <a:pt x="1396279" y="572452"/>
                  <a:pt x="1399327" y="574833"/>
                </a:cubicBezTo>
                <a:cubicBezTo>
                  <a:pt x="1402279" y="577215"/>
                  <a:pt x="1402946" y="578167"/>
                  <a:pt x="1405613" y="577786"/>
                </a:cubicBezTo>
                <a:cubicBezTo>
                  <a:pt x="1408280" y="577500"/>
                  <a:pt x="1411614" y="578358"/>
                  <a:pt x="1414567" y="581120"/>
                </a:cubicBezTo>
                <a:lnTo>
                  <a:pt x="1418499" y="579865"/>
                </a:lnTo>
                <a:lnTo>
                  <a:pt x="1421520" y="574929"/>
                </a:lnTo>
                <a:lnTo>
                  <a:pt x="1421656" y="574942"/>
                </a:lnTo>
                <a:lnTo>
                  <a:pt x="1422187" y="573976"/>
                </a:lnTo>
                <a:lnTo>
                  <a:pt x="1422951" y="575067"/>
                </a:lnTo>
                <a:lnTo>
                  <a:pt x="1424472" y="575215"/>
                </a:lnTo>
                <a:cubicBezTo>
                  <a:pt x="1424472" y="575310"/>
                  <a:pt x="1426472" y="576167"/>
                  <a:pt x="1428759" y="575785"/>
                </a:cubicBezTo>
                <a:cubicBezTo>
                  <a:pt x="1432568" y="575024"/>
                  <a:pt x="1437903" y="572738"/>
                  <a:pt x="1439141" y="571880"/>
                </a:cubicBezTo>
                <a:cubicBezTo>
                  <a:pt x="1441903" y="570071"/>
                  <a:pt x="1446666" y="573118"/>
                  <a:pt x="1448761" y="573691"/>
                </a:cubicBezTo>
                <a:cubicBezTo>
                  <a:pt x="1450857" y="574262"/>
                  <a:pt x="1452666" y="572834"/>
                  <a:pt x="1449999" y="571595"/>
                </a:cubicBezTo>
                <a:cubicBezTo>
                  <a:pt x="1447237" y="570452"/>
                  <a:pt x="1451809" y="568357"/>
                  <a:pt x="1446380" y="567119"/>
                </a:cubicBezTo>
                <a:cubicBezTo>
                  <a:pt x="1440950" y="565880"/>
                  <a:pt x="1441236" y="564452"/>
                  <a:pt x="1440950" y="561118"/>
                </a:cubicBezTo>
                <a:cubicBezTo>
                  <a:pt x="1440665" y="557784"/>
                  <a:pt x="1442189" y="558164"/>
                  <a:pt x="1444856" y="554831"/>
                </a:cubicBezTo>
                <a:cubicBezTo>
                  <a:pt x="1447523" y="551497"/>
                  <a:pt x="1443903" y="551497"/>
                  <a:pt x="1441522" y="553593"/>
                </a:cubicBezTo>
                <a:cubicBezTo>
                  <a:pt x="1439141" y="555689"/>
                  <a:pt x="1436664" y="555974"/>
                  <a:pt x="1433712" y="555974"/>
                </a:cubicBezTo>
                <a:cubicBezTo>
                  <a:pt x="1433521" y="555974"/>
                  <a:pt x="1433235" y="555974"/>
                  <a:pt x="1432854" y="555974"/>
                </a:cubicBezTo>
                <a:cubicBezTo>
                  <a:pt x="1432378" y="555974"/>
                  <a:pt x="1431902" y="555879"/>
                  <a:pt x="1431330" y="555784"/>
                </a:cubicBezTo>
                <a:lnTo>
                  <a:pt x="1431685" y="555495"/>
                </a:lnTo>
                <a:lnTo>
                  <a:pt x="1430378" y="556355"/>
                </a:lnTo>
                <a:cubicBezTo>
                  <a:pt x="1425616" y="555688"/>
                  <a:pt x="1416662" y="553783"/>
                  <a:pt x="1413043" y="553307"/>
                </a:cubicBezTo>
                <a:cubicBezTo>
                  <a:pt x="1408375" y="552735"/>
                  <a:pt x="1403041" y="551592"/>
                  <a:pt x="1399231" y="552735"/>
                </a:cubicBezTo>
                <a:cubicBezTo>
                  <a:pt x="1397136" y="553307"/>
                  <a:pt x="1394469" y="553973"/>
                  <a:pt x="1390564" y="554259"/>
                </a:cubicBezTo>
                <a:cubicBezTo>
                  <a:pt x="1386658" y="554545"/>
                  <a:pt x="1383991" y="555116"/>
                  <a:pt x="1380943" y="556926"/>
                </a:cubicBezTo>
                <a:cubicBezTo>
                  <a:pt x="1377991" y="558736"/>
                  <a:pt x="1375800" y="556069"/>
                  <a:pt x="1372561" y="554831"/>
                </a:cubicBezTo>
                <a:cubicBezTo>
                  <a:pt x="1369228" y="553592"/>
                  <a:pt x="1364751" y="553307"/>
                  <a:pt x="1362941" y="555402"/>
                </a:cubicBezTo>
                <a:cubicBezTo>
                  <a:pt x="1361131" y="557498"/>
                  <a:pt x="1359893" y="557783"/>
                  <a:pt x="1358179" y="557498"/>
                </a:cubicBezTo>
                <a:cubicBezTo>
                  <a:pt x="1356369" y="557212"/>
                  <a:pt x="1355512" y="555688"/>
                  <a:pt x="1357893" y="554164"/>
                </a:cubicBezTo>
                <a:cubicBezTo>
                  <a:pt x="1360274" y="552640"/>
                  <a:pt x="1361512" y="551497"/>
                  <a:pt x="1361798" y="547877"/>
                </a:cubicBezTo>
                <a:cubicBezTo>
                  <a:pt x="1362084" y="544258"/>
                  <a:pt x="1362084" y="540067"/>
                  <a:pt x="1360560" y="538257"/>
                </a:cubicBezTo>
                <a:cubicBezTo>
                  <a:pt x="1359036" y="536447"/>
                  <a:pt x="1357607" y="536163"/>
                  <a:pt x="1355797" y="536734"/>
                </a:cubicBezTo>
                <a:cubicBezTo>
                  <a:pt x="1353988" y="537305"/>
                  <a:pt x="1353702" y="535876"/>
                  <a:pt x="1353988" y="532257"/>
                </a:cubicBezTo>
                <a:cubicBezTo>
                  <a:pt x="1354274" y="528637"/>
                  <a:pt x="1355797" y="526256"/>
                  <a:pt x="1358464" y="524446"/>
                </a:cubicBezTo>
                <a:cubicBezTo>
                  <a:pt x="1361131" y="522636"/>
                  <a:pt x="1364465" y="517589"/>
                  <a:pt x="1365322" y="514254"/>
                </a:cubicBezTo>
                <a:cubicBezTo>
                  <a:pt x="1366180" y="510920"/>
                  <a:pt x="1365799" y="510730"/>
                  <a:pt x="1369990" y="506444"/>
                </a:cubicBezTo>
                <a:cubicBezTo>
                  <a:pt x="1371514" y="504920"/>
                  <a:pt x="1378181" y="496538"/>
                  <a:pt x="1380277" y="495014"/>
                </a:cubicBezTo>
                <a:cubicBezTo>
                  <a:pt x="1382372" y="493490"/>
                  <a:pt x="1383896" y="493204"/>
                  <a:pt x="1382944" y="490251"/>
                </a:cubicBezTo>
                <a:cubicBezTo>
                  <a:pt x="1382086" y="487298"/>
                  <a:pt x="1393135" y="482441"/>
                  <a:pt x="1396088" y="480631"/>
                </a:cubicBezTo>
                <a:cubicBezTo>
                  <a:pt x="1399041" y="478821"/>
                  <a:pt x="1403613" y="476154"/>
                  <a:pt x="1404756" y="473487"/>
                </a:cubicBezTo>
                <a:cubicBezTo>
                  <a:pt x="1405994" y="470820"/>
                  <a:pt x="1406566" y="471107"/>
                  <a:pt x="1408947" y="472630"/>
                </a:cubicBezTo>
                <a:cubicBezTo>
                  <a:pt x="1411328" y="474155"/>
                  <a:pt x="1412281" y="474440"/>
                  <a:pt x="1414948" y="473868"/>
                </a:cubicBezTo>
                <a:cubicBezTo>
                  <a:pt x="1417615" y="473297"/>
                  <a:pt x="1420091" y="469677"/>
                  <a:pt x="1420663" y="467583"/>
                </a:cubicBezTo>
                <a:cubicBezTo>
                  <a:pt x="1420948" y="466534"/>
                  <a:pt x="1436188" y="463962"/>
                  <a:pt x="1436569" y="463962"/>
                </a:cubicBezTo>
                <a:cubicBezTo>
                  <a:pt x="1438951" y="464248"/>
                  <a:pt x="1441332" y="463962"/>
                  <a:pt x="1442570" y="462438"/>
                </a:cubicBezTo>
                <a:cubicBezTo>
                  <a:pt x="1443808" y="460914"/>
                  <a:pt x="1444094" y="460057"/>
                  <a:pt x="1445904" y="460057"/>
                </a:cubicBezTo>
                <a:cubicBezTo>
                  <a:pt x="1447714" y="460057"/>
                  <a:pt x="1448571" y="459771"/>
                  <a:pt x="1450666" y="456437"/>
                </a:cubicBezTo>
                <a:cubicBezTo>
                  <a:pt x="1452762" y="453105"/>
                  <a:pt x="1462954" y="451676"/>
                  <a:pt x="1466573" y="449579"/>
                </a:cubicBezTo>
                <a:cubicBezTo>
                  <a:pt x="1470193" y="447484"/>
                  <a:pt x="1473145" y="446246"/>
                  <a:pt x="1476193" y="446246"/>
                </a:cubicBezTo>
                <a:cubicBezTo>
                  <a:pt x="1479146" y="446246"/>
                  <a:pt x="1484575" y="445389"/>
                  <a:pt x="1485814" y="442627"/>
                </a:cubicBezTo>
                <a:cubicBezTo>
                  <a:pt x="1487052" y="439959"/>
                  <a:pt x="1489433" y="438149"/>
                  <a:pt x="1492100" y="434816"/>
                </a:cubicBezTo>
                <a:cubicBezTo>
                  <a:pt x="1494767" y="431482"/>
                  <a:pt x="1491529" y="427958"/>
                  <a:pt x="1488195" y="425863"/>
                </a:cubicBezTo>
                <a:lnTo>
                  <a:pt x="1486858" y="425076"/>
                </a:lnTo>
                <a:lnTo>
                  <a:pt x="1486195" y="424910"/>
                </a:lnTo>
                <a:cubicBezTo>
                  <a:pt x="1483242" y="423291"/>
                  <a:pt x="1479908" y="422243"/>
                  <a:pt x="1477908" y="422243"/>
                </a:cubicBezTo>
                <a:cubicBezTo>
                  <a:pt x="1475431" y="422243"/>
                  <a:pt x="1473050" y="423195"/>
                  <a:pt x="1472479" y="421386"/>
                </a:cubicBezTo>
                <a:cubicBezTo>
                  <a:pt x="1471907" y="419577"/>
                  <a:pt x="1471336" y="418719"/>
                  <a:pt x="1469526" y="420814"/>
                </a:cubicBezTo>
                <a:cubicBezTo>
                  <a:pt x="1467716" y="422910"/>
                  <a:pt x="1462573" y="418147"/>
                  <a:pt x="1457525" y="416909"/>
                </a:cubicBezTo>
                <a:cubicBezTo>
                  <a:pt x="1452381" y="415766"/>
                  <a:pt x="1450952" y="419290"/>
                  <a:pt x="1449714" y="422338"/>
                </a:cubicBezTo>
                <a:cubicBezTo>
                  <a:pt x="1448476" y="425386"/>
                  <a:pt x="1447904" y="425386"/>
                  <a:pt x="1445809" y="425958"/>
                </a:cubicBezTo>
                <a:cubicBezTo>
                  <a:pt x="1443713" y="426624"/>
                  <a:pt x="1442761" y="426243"/>
                  <a:pt x="1440094" y="429577"/>
                </a:cubicBezTo>
                <a:cubicBezTo>
                  <a:pt x="1437427" y="432911"/>
                  <a:pt x="1432664" y="434625"/>
                  <a:pt x="1429330" y="435864"/>
                </a:cubicBezTo>
                <a:cubicBezTo>
                  <a:pt x="1425997" y="437102"/>
                  <a:pt x="1429902" y="439197"/>
                  <a:pt x="1428092" y="440055"/>
                </a:cubicBezTo>
                <a:cubicBezTo>
                  <a:pt x="1426283" y="440913"/>
                  <a:pt x="1426949" y="440055"/>
                  <a:pt x="1427806" y="443007"/>
                </a:cubicBezTo>
                <a:cubicBezTo>
                  <a:pt x="1428759" y="446056"/>
                  <a:pt x="1416091" y="448722"/>
                  <a:pt x="1411042" y="452342"/>
                </a:cubicBezTo>
                <a:cubicBezTo>
                  <a:pt x="1405994" y="455866"/>
                  <a:pt x="1401041" y="458438"/>
                  <a:pt x="1398660" y="458724"/>
                </a:cubicBezTo>
                <a:cubicBezTo>
                  <a:pt x="1394088" y="459295"/>
                  <a:pt x="1388278" y="463296"/>
                  <a:pt x="1386849" y="459486"/>
                </a:cubicBezTo>
                <a:cubicBezTo>
                  <a:pt x="1386849" y="456819"/>
                  <a:pt x="1376371" y="463105"/>
                  <a:pt x="1373038" y="464915"/>
                </a:cubicBezTo>
                <a:cubicBezTo>
                  <a:pt x="1369704" y="466725"/>
                  <a:pt x="1368847" y="465867"/>
                  <a:pt x="1369133" y="464058"/>
                </a:cubicBezTo>
                <a:cubicBezTo>
                  <a:pt x="1369418" y="462248"/>
                  <a:pt x="1366466" y="464058"/>
                  <a:pt x="1362275" y="464915"/>
                </a:cubicBezTo>
                <a:cubicBezTo>
                  <a:pt x="1358083" y="465772"/>
                  <a:pt x="1358655" y="466725"/>
                  <a:pt x="1359893" y="467010"/>
                </a:cubicBezTo>
                <a:cubicBezTo>
                  <a:pt x="1361036" y="467296"/>
                  <a:pt x="1361989" y="467583"/>
                  <a:pt x="1358369" y="469963"/>
                </a:cubicBezTo>
                <a:cubicBezTo>
                  <a:pt x="1354750" y="472344"/>
                  <a:pt x="1352083" y="471678"/>
                  <a:pt x="1350273" y="470820"/>
                </a:cubicBezTo>
                <a:cubicBezTo>
                  <a:pt x="1348464" y="469963"/>
                  <a:pt x="1348844" y="470820"/>
                  <a:pt x="1347606" y="474155"/>
                </a:cubicBezTo>
                <a:cubicBezTo>
                  <a:pt x="1346464" y="477488"/>
                  <a:pt x="1343415" y="478059"/>
                  <a:pt x="1341034" y="477774"/>
                </a:cubicBezTo>
                <a:cubicBezTo>
                  <a:pt x="1338652" y="477393"/>
                  <a:pt x="1338652" y="477774"/>
                  <a:pt x="1338652" y="480727"/>
                </a:cubicBezTo>
                <a:cubicBezTo>
                  <a:pt x="1338652" y="483679"/>
                  <a:pt x="1338368" y="485490"/>
                  <a:pt x="1333223" y="487013"/>
                </a:cubicBezTo>
                <a:cubicBezTo>
                  <a:pt x="1328175" y="488538"/>
                  <a:pt x="1323317" y="492728"/>
                  <a:pt x="1322460" y="494824"/>
                </a:cubicBezTo>
                <a:cubicBezTo>
                  <a:pt x="1321508" y="496919"/>
                  <a:pt x="1319983" y="497586"/>
                  <a:pt x="1319126" y="496062"/>
                </a:cubicBezTo>
                <a:cubicBezTo>
                  <a:pt x="1318174" y="494538"/>
                  <a:pt x="1315792" y="494824"/>
                  <a:pt x="1315221" y="496633"/>
                </a:cubicBezTo>
                <a:cubicBezTo>
                  <a:pt x="1314651" y="498443"/>
                  <a:pt x="1314268" y="498729"/>
                  <a:pt x="1311601" y="501110"/>
                </a:cubicBezTo>
                <a:cubicBezTo>
                  <a:pt x="1308934" y="503491"/>
                  <a:pt x="1301219" y="512159"/>
                  <a:pt x="1301219" y="512159"/>
                </a:cubicBezTo>
                <a:cubicBezTo>
                  <a:pt x="1301219" y="512159"/>
                  <a:pt x="1300267" y="513683"/>
                  <a:pt x="1300267" y="517017"/>
                </a:cubicBezTo>
                <a:cubicBezTo>
                  <a:pt x="1300267" y="520350"/>
                  <a:pt x="1300171" y="521589"/>
                  <a:pt x="1300171" y="521589"/>
                </a:cubicBezTo>
                <a:cubicBezTo>
                  <a:pt x="1300171" y="521589"/>
                  <a:pt x="1304459" y="520446"/>
                  <a:pt x="1305316" y="524922"/>
                </a:cubicBezTo>
                <a:cubicBezTo>
                  <a:pt x="1306172" y="529399"/>
                  <a:pt x="1306458" y="528829"/>
                  <a:pt x="1303791" y="530637"/>
                </a:cubicBezTo>
                <a:cubicBezTo>
                  <a:pt x="1301219" y="532447"/>
                  <a:pt x="1301982" y="532733"/>
                  <a:pt x="1303221" y="533971"/>
                </a:cubicBezTo>
                <a:cubicBezTo>
                  <a:pt x="1304459" y="535209"/>
                  <a:pt x="1303410" y="540639"/>
                  <a:pt x="1301219" y="543591"/>
                </a:cubicBezTo>
                <a:cubicBezTo>
                  <a:pt x="1298171" y="540639"/>
                  <a:pt x="1295314" y="542258"/>
                  <a:pt x="1297409" y="543782"/>
                </a:cubicBezTo>
                <a:cubicBezTo>
                  <a:pt x="1299505" y="545306"/>
                  <a:pt x="1298933" y="546545"/>
                  <a:pt x="1293219" y="548926"/>
                </a:cubicBezTo>
                <a:cubicBezTo>
                  <a:pt x="1287503" y="551307"/>
                  <a:pt x="1289600" y="552164"/>
                  <a:pt x="1288743" y="556069"/>
                </a:cubicBezTo>
                <a:cubicBezTo>
                  <a:pt x="1287884" y="559975"/>
                  <a:pt x="1282170" y="558736"/>
                  <a:pt x="1276168" y="560833"/>
                </a:cubicBezTo>
                <a:cubicBezTo>
                  <a:pt x="1270169" y="562927"/>
                  <a:pt x="1270740" y="560833"/>
                  <a:pt x="1271977" y="559308"/>
                </a:cubicBezTo>
                <a:cubicBezTo>
                  <a:pt x="1273216" y="557784"/>
                  <a:pt x="1274074" y="556641"/>
                  <a:pt x="1271977" y="556926"/>
                </a:cubicBezTo>
                <a:cubicBezTo>
                  <a:pt x="1269882" y="557308"/>
                  <a:pt x="1268929" y="559404"/>
                  <a:pt x="1264168" y="562070"/>
                </a:cubicBezTo>
                <a:cubicBezTo>
                  <a:pt x="1259309" y="564832"/>
                  <a:pt x="1253975" y="564546"/>
                  <a:pt x="1252737" y="563308"/>
                </a:cubicBezTo>
                <a:cubicBezTo>
                  <a:pt x="1251594" y="562070"/>
                  <a:pt x="1250356" y="563594"/>
                  <a:pt x="1250356" y="563594"/>
                </a:cubicBezTo>
                <a:cubicBezTo>
                  <a:pt x="1250356" y="563594"/>
                  <a:pt x="1250737" y="565689"/>
                  <a:pt x="1247403" y="565975"/>
                </a:cubicBezTo>
                <a:cubicBezTo>
                  <a:pt x="1244069" y="566261"/>
                  <a:pt x="1242259" y="566642"/>
                  <a:pt x="1243783" y="567499"/>
                </a:cubicBezTo>
                <a:cubicBezTo>
                  <a:pt x="1245308" y="568452"/>
                  <a:pt x="1245023" y="569309"/>
                  <a:pt x="1243498" y="571119"/>
                </a:cubicBezTo>
                <a:cubicBezTo>
                  <a:pt x="1241974" y="572929"/>
                  <a:pt x="1239879" y="573787"/>
                  <a:pt x="1239021" y="575881"/>
                </a:cubicBezTo>
                <a:cubicBezTo>
                  <a:pt x="1238164" y="577977"/>
                  <a:pt x="1237497" y="580644"/>
                  <a:pt x="1236641" y="578548"/>
                </a:cubicBezTo>
                <a:cubicBezTo>
                  <a:pt x="1235783" y="576454"/>
                  <a:pt x="1234545" y="574929"/>
                  <a:pt x="1234258" y="578834"/>
                </a:cubicBezTo>
                <a:cubicBezTo>
                  <a:pt x="1233974" y="582739"/>
                  <a:pt x="1234258" y="583311"/>
                  <a:pt x="1232163" y="585120"/>
                </a:cubicBezTo>
                <a:cubicBezTo>
                  <a:pt x="1230068" y="586835"/>
                  <a:pt x="1227591" y="589311"/>
                  <a:pt x="1224638" y="592264"/>
                </a:cubicBezTo>
                <a:cubicBezTo>
                  <a:pt x="1221685" y="595217"/>
                  <a:pt x="1224638" y="595217"/>
                  <a:pt x="1219876" y="597312"/>
                </a:cubicBezTo>
                <a:cubicBezTo>
                  <a:pt x="1215018" y="599408"/>
                  <a:pt x="1216829" y="601789"/>
                  <a:pt x="1210541" y="605694"/>
                </a:cubicBezTo>
                <a:cubicBezTo>
                  <a:pt x="1204255" y="609600"/>
                  <a:pt x="1203017" y="612648"/>
                  <a:pt x="1196158" y="617125"/>
                </a:cubicBezTo>
                <a:cubicBezTo>
                  <a:pt x="1189205" y="621601"/>
                  <a:pt x="1190730" y="619220"/>
                  <a:pt x="1184443" y="615315"/>
                </a:cubicBezTo>
                <a:cubicBezTo>
                  <a:pt x="1178156" y="611410"/>
                  <a:pt x="1176632" y="614077"/>
                  <a:pt x="1176632" y="615600"/>
                </a:cubicBezTo>
                <a:cubicBezTo>
                  <a:pt x="1176632" y="617125"/>
                  <a:pt x="1178156" y="619220"/>
                  <a:pt x="1174251" y="617411"/>
                </a:cubicBezTo>
                <a:cubicBezTo>
                  <a:pt x="1170346" y="615600"/>
                  <a:pt x="1170917" y="615886"/>
                  <a:pt x="1168536" y="617982"/>
                </a:cubicBezTo>
                <a:cubicBezTo>
                  <a:pt x="1166155" y="620077"/>
                  <a:pt x="1164916" y="622458"/>
                  <a:pt x="1164059" y="626364"/>
                </a:cubicBezTo>
                <a:cubicBezTo>
                  <a:pt x="1163203" y="630269"/>
                  <a:pt x="1158725" y="632745"/>
                  <a:pt x="1155106" y="631507"/>
                </a:cubicBezTo>
                <a:cubicBezTo>
                  <a:pt x="1151581" y="630269"/>
                  <a:pt x="1148819" y="630936"/>
                  <a:pt x="1144342" y="629699"/>
                </a:cubicBezTo>
                <a:cubicBezTo>
                  <a:pt x="1139866" y="628460"/>
                  <a:pt x="1139866" y="627316"/>
                  <a:pt x="1141390" y="625793"/>
                </a:cubicBezTo>
                <a:cubicBezTo>
                  <a:pt x="1142914" y="624268"/>
                  <a:pt x="1141390" y="623697"/>
                  <a:pt x="1141390" y="623697"/>
                </a:cubicBezTo>
                <a:cubicBezTo>
                  <a:pt x="1141390" y="623697"/>
                  <a:pt x="1139580" y="623697"/>
                  <a:pt x="1139008" y="622173"/>
                </a:cubicBezTo>
                <a:cubicBezTo>
                  <a:pt x="1138438" y="620744"/>
                  <a:pt x="1139295" y="621030"/>
                  <a:pt x="1141104" y="619220"/>
                </a:cubicBezTo>
                <a:cubicBezTo>
                  <a:pt x="1142914" y="617411"/>
                  <a:pt x="1143485" y="616839"/>
                  <a:pt x="1142914" y="615315"/>
                </a:cubicBezTo>
                <a:cubicBezTo>
                  <a:pt x="1142342" y="613886"/>
                  <a:pt x="1143199" y="611791"/>
                  <a:pt x="1144438" y="612648"/>
                </a:cubicBezTo>
                <a:cubicBezTo>
                  <a:pt x="1145581" y="613505"/>
                  <a:pt x="1146152" y="609885"/>
                  <a:pt x="1147390" y="607218"/>
                </a:cubicBezTo>
                <a:cubicBezTo>
                  <a:pt x="1148630" y="604552"/>
                  <a:pt x="1147390" y="600360"/>
                  <a:pt x="1150725" y="603028"/>
                </a:cubicBezTo>
                <a:cubicBezTo>
                  <a:pt x="1154058" y="605790"/>
                  <a:pt x="1154058" y="607504"/>
                  <a:pt x="1154058" y="604552"/>
                </a:cubicBezTo>
                <a:cubicBezTo>
                  <a:pt x="1154058" y="601504"/>
                  <a:pt x="1151391" y="597693"/>
                  <a:pt x="1155583" y="600646"/>
                </a:cubicBezTo>
                <a:cubicBezTo>
                  <a:pt x="1159773" y="603599"/>
                  <a:pt x="1159201" y="599981"/>
                  <a:pt x="1159487" y="597027"/>
                </a:cubicBezTo>
                <a:cubicBezTo>
                  <a:pt x="1159773" y="594074"/>
                  <a:pt x="1159487" y="592264"/>
                  <a:pt x="1159487" y="592264"/>
                </a:cubicBezTo>
                <a:cubicBezTo>
                  <a:pt x="1159487" y="592264"/>
                  <a:pt x="1161297" y="589311"/>
                  <a:pt x="1160059" y="585406"/>
                </a:cubicBezTo>
                <a:cubicBezTo>
                  <a:pt x="1158821" y="581501"/>
                  <a:pt x="1158821" y="580644"/>
                  <a:pt x="1160059" y="578834"/>
                </a:cubicBezTo>
                <a:cubicBezTo>
                  <a:pt x="1161297" y="577024"/>
                  <a:pt x="1161584" y="576454"/>
                  <a:pt x="1161297" y="574643"/>
                </a:cubicBezTo>
                <a:cubicBezTo>
                  <a:pt x="1161011" y="572834"/>
                  <a:pt x="1161678" y="571023"/>
                  <a:pt x="1164631" y="565975"/>
                </a:cubicBezTo>
                <a:cubicBezTo>
                  <a:pt x="1167679" y="560927"/>
                  <a:pt x="1173014" y="560927"/>
                  <a:pt x="1176632" y="559117"/>
                </a:cubicBezTo>
                <a:cubicBezTo>
                  <a:pt x="1180252" y="557403"/>
                  <a:pt x="1176061" y="555593"/>
                  <a:pt x="1175775" y="554069"/>
                </a:cubicBezTo>
                <a:cubicBezTo>
                  <a:pt x="1175394" y="552545"/>
                  <a:pt x="1176918" y="551021"/>
                  <a:pt x="1174538" y="550735"/>
                </a:cubicBezTo>
                <a:cubicBezTo>
                  <a:pt x="1172155" y="550449"/>
                  <a:pt x="1171584" y="549878"/>
                  <a:pt x="1173679" y="548354"/>
                </a:cubicBezTo>
                <a:cubicBezTo>
                  <a:pt x="1175775" y="546830"/>
                  <a:pt x="1176727" y="545592"/>
                  <a:pt x="1177299" y="542639"/>
                </a:cubicBezTo>
                <a:cubicBezTo>
                  <a:pt x="1177872" y="539686"/>
                  <a:pt x="1177872" y="538734"/>
                  <a:pt x="1181491" y="536067"/>
                </a:cubicBezTo>
                <a:lnTo>
                  <a:pt x="1181503" y="536058"/>
                </a:lnTo>
                <a:lnTo>
                  <a:pt x="1181299" y="535495"/>
                </a:lnTo>
                <a:cubicBezTo>
                  <a:pt x="1184920" y="532828"/>
                  <a:pt x="1184920" y="531018"/>
                  <a:pt x="1187300" y="526827"/>
                </a:cubicBezTo>
                <a:cubicBezTo>
                  <a:pt x="1189681" y="522636"/>
                  <a:pt x="1189681" y="521969"/>
                  <a:pt x="1186729" y="523493"/>
                </a:cubicBezTo>
                <a:cubicBezTo>
                  <a:pt x="1183681" y="524922"/>
                  <a:pt x="1183681" y="521969"/>
                  <a:pt x="1181014" y="526160"/>
                </a:cubicBezTo>
                <a:cubicBezTo>
                  <a:pt x="1178347" y="530351"/>
                  <a:pt x="1177108" y="531304"/>
                  <a:pt x="1172347" y="533685"/>
                </a:cubicBezTo>
                <a:cubicBezTo>
                  <a:pt x="1167583" y="536066"/>
                  <a:pt x="1165488" y="536638"/>
                  <a:pt x="1165488" y="533971"/>
                </a:cubicBezTo>
                <a:cubicBezTo>
                  <a:pt x="1165488" y="531208"/>
                  <a:pt x="1165203" y="530923"/>
                  <a:pt x="1163392" y="532733"/>
                </a:cubicBezTo>
                <a:cubicBezTo>
                  <a:pt x="1161584" y="534542"/>
                  <a:pt x="1162440" y="535399"/>
                  <a:pt x="1160344" y="534542"/>
                </a:cubicBezTo>
                <a:cubicBezTo>
                  <a:pt x="1158250" y="533590"/>
                  <a:pt x="1156535" y="534256"/>
                  <a:pt x="1157393" y="536923"/>
                </a:cubicBezTo>
                <a:cubicBezTo>
                  <a:pt x="1158344" y="539686"/>
                  <a:pt x="1155296" y="539305"/>
                  <a:pt x="1148724" y="540543"/>
                </a:cubicBezTo>
                <a:cubicBezTo>
                  <a:pt x="1142153" y="541782"/>
                  <a:pt x="1137676" y="543591"/>
                  <a:pt x="1128055" y="548068"/>
                </a:cubicBezTo>
                <a:cubicBezTo>
                  <a:pt x="1118530" y="552544"/>
                  <a:pt x="1112529" y="550735"/>
                  <a:pt x="1111005" y="548639"/>
                </a:cubicBezTo>
                <a:cubicBezTo>
                  <a:pt x="1109481" y="546545"/>
                  <a:pt x="1108910" y="545305"/>
                  <a:pt x="1107385" y="546829"/>
                </a:cubicBezTo>
                <a:cubicBezTo>
                  <a:pt x="1105957" y="548353"/>
                  <a:pt x="1106242" y="549497"/>
                  <a:pt x="1104719" y="548639"/>
                </a:cubicBezTo>
                <a:cubicBezTo>
                  <a:pt x="1103194" y="547783"/>
                  <a:pt x="1102909" y="547496"/>
                  <a:pt x="1105004" y="544162"/>
                </a:cubicBezTo>
                <a:cubicBezTo>
                  <a:pt x="1107101" y="540829"/>
                  <a:pt x="1104337" y="538162"/>
                  <a:pt x="1103766" y="534256"/>
                </a:cubicBezTo>
                <a:cubicBezTo>
                  <a:pt x="1103194" y="530351"/>
                  <a:pt x="1105576" y="528256"/>
                  <a:pt x="1110053" y="525589"/>
                </a:cubicBezTo>
                <a:cubicBezTo>
                  <a:pt x="1114529" y="522922"/>
                  <a:pt x="1116339" y="525589"/>
                  <a:pt x="1117864" y="522922"/>
                </a:cubicBezTo>
                <a:cubicBezTo>
                  <a:pt x="1119292" y="520255"/>
                  <a:pt x="1120530" y="518731"/>
                  <a:pt x="1124435" y="518159"/>
                </a:cubicBezTo>
                <a:cubicBezTo>
                  <a:pt x="1128340" y="517589"/>
                  <a:pt x="1129579" y="517016"/>
                  <a:pt x="1130150" y="515778"/>
                </a:cubicBezTo>
                <a:cubicBezTo>
                  <a:pt x="1130722" y="514635"/>
                  <a:pt x="1128055" y="514064"/>
                  <a:pt x="1122625" y="514921"/>
                </a:cubicBezTo>
                <a:cubicBezTo>
                  <a:pt x="1117291" y="515778"/>
                  <a:pt x="1116339" y="514921"/>
                  <a:pt x="1116054" y="511301"/>
                </a:cubicBezTo>
                <a:cubicBezTo>
                  <a:pt x="1115767" y="507777"/>
                  <a:pt x="1118721" y="508063"/>
                  <a:pt x="1124721" y="508349"/>
                </a:cubicBezTo>
                <a:cubicBezTo>
                  <a:pt x="1130722" y="508634"/>
                  <a:pt x="1132531" y="506539"/>
                  <a:pt x="1130722" y="505967"/>
                </a:cubicBezTo>
                <a:cubicBezTo>
                  <a:pt x="1128912" y="505300"/>
                  <a:pt x="1129293" y="504443"/>
                  <a:pt x="1132246" y="502348"/>
                </a:cubicBezTo>
                <a:cubicBezTo>
                  <a:pt x="1135198" y="500252"/>
                  <a:pt x="1137295" y="501776"/>
                  <a:pt x="1139389" y="499966"/>
                </a:cubicBezTo>
                <a:cubicBezTo>
                  <a:pt x="1141485" y="498157"/>
                  <a:pt x="1144438" y="496347"/>
                  <a:pt x="1148058" y="495775"/>
                </a:cubicBezTo>
                <a:cubicBezTo>
                  <a:pt x="1151581" y="495109"/>
                  <a:pt x="1151010" y="498157"/>
                  <a:pt x="1152820" y="496347"/>
                </a:cubicBezTo>
                <a:cubicBezTo>
                  <a:pt x="1154629" y="494632"/>
                  <a:pt x="1155772" y="494919"/>
                  <a:pt x="1159106" y="493394"/>
                </a:cubicBezTo>
                <a:cubicBezTo>
                  <a:pt x="1165774" y="490346"/>
                  <a:pt x="1160630" y="490346"/>
                  <a:pt x="1151962" y="491870"/>
                </a:cubicBezTo>
                <a:cubicBezTo>
                  <a:pt x="1143199" y="493394"/>
                  <a:pt x="1139675" y="496062"/>
                  <a:pt x="1136341" y="498157"/>
                </a:cubicBezTo>
                <a:cubicBezTo>
                  <a:pt x="1133009" y="500252"/>
                  <a:pt x="1133389" y="495204"/>
                  <a:pt x="1134246" y="489775"/>
                </a:cubicBezTo>
                <a:cubicBezTo>
                  <a:pt x="1135103" y="484345"/>
                  <a:pt x="1137865" y="483774"/>
                  <a:pt x="1138438" y="481393"/>
                </a:cubicBezTo>
                <a:cubicBezTo>
                  <a:pt x="1139104" y="479011"/>
                  <a:pt x="1140247" y="477487"/>
                  <a:pt x="1141771" y="478727"/>
                </a:cubicBezTo>
                <a:cubicBezTo>
                  <a:pt x="1143199" y="479964"/>
                  <a:pt x="1143199" y="480535"/>
                  <a:pt x="1146533" y="480535"/>
                </a:cubicBezTo>
                <a:cubicBezTo>
                  <a:pt x="1149773" y="480535"/>
                  <a:pt x="1148915" y="478727"/>
                  <a:pt x="1146819" y="478154"/>
                </a:cubicBezTo>
                <a:cubicBezTo>
                  <a:pt x="1144723" y="477583"/>
                  <a:pt x="1145296" y="477583"/>
                  <a:pt x="1145009" y="475773"/>
                </a:cubicBezTo>
                <a:cubicBezTo>
                  <a:pt x="1144723" y="474058"/>
                  <a:pt x="1145296" y="474058"/>
                  <a:pt x="1149200" y="474916"/>
                </a:cubicBezTo>
                <a:cubicBezTo>
                  <a:pt x="1153105" y="475868"/>
                  <a:pt x="1153105" y="477011"/>
                  <a:pt x="1159106" y="476440"/>
                </a:cubicBezTo>
                <a:cubicBezTo>
                  <a:pt x="1165107" y="475868"/>
                  <a:pt x="1162440" y="478249"/>
                  <a:pt x="1165107" y="477678"/>
                </a:cubicBezTo>
                <a:cubicBezTo>
                  <a:pt x="1167869" y="477106"/>
                  <a:pt x="1168441" y="476249"/>
                  <a:pt x="1168726" y="481012"/>
                </a:cubicBezTo>
                <a:cubicBezTo>
                  <a:pt x="1169012" y="485775"/>
                  <a:pt x="1168726" y="484917"/>
                  <a:pt x="1170536" y="482821"/>
                </a:cubicBezTo>
                <a:cubicBezTo>
                  <a:pt x="1172347" y="480727"/>
                  <a:pt x="1170822" y="480440"/>
                  <a:pt x="1176824" y="480154"/>
                </a:cubicBezTo>
                <a:cubicBezTo>
                  <a:pt x="1182823" y="479869"/>
                  <a:pt x="1180728" y="479583"/>
                  <a:pt x="1181299" y="477773"/>
                </a:cubicBezTo>
                <a:cubicBezTo>
                  <a:pt x="1181871" y="475963"/>
                  <a:pt x="1182158" y="475297"/>
                  <a:pt x="1184252" y="474439"/>
                </a:cubicBezTo>
                <a:cubicBezTo>
                  <a:pt x="1186349" y="473487"/>
                  <a:pt x="1186349" y="472630"/>
                  <a:pt x="1185109" y="472630"/>
                </a:cubicBezTo>
                <a:cubicBezTo>
                  <a:pt x="1183871" y="472630"/>
                  <a:pt x="1183300" y="471677"/>
                  <a:pt x="1179680" y="475297"/>
                </a:cubicBezTo>
                <a:cubicBezTo>
                  <a:pt x="1176061" y="478821"/>
                  <a:pt x="1172441" y="477678"/>
                  <a:pt x="1168250" y="476154"/>
                </a:cubicBezTo>
                <a:cubicBezTo>
                  <a:pt x="1164059" y="474725"/>
                  <a:pt x="1164059" y="472630"/>
                  <a:pt x="1157773" y="473487"/>
                </a:cubicBezTo>
                <a:cubicBezTo>
                  <a:pt x="1151486" y="474439"/>
                  <a:pt x="1151486" y="472630"/>
                  <a:pt x="1151773" y="468724"/>
                </a:cubicBezTo>
                <a:cubicBezTo>
                  <a:pt x="1152058" y="464819"/>
                  <a:pt x="1152058" y="465105"/>
                  <a:pt x="1155963" y="466343"/>
                </a:cubicBezTo>
                <a:cubicBezTo>
                  <a:pt x="1159868" y="467486"/>
                  <a:pt x="1157487" y="463962"/>
                  <a:pt x="1157773" y="460628"/>
                </a:cubicBezTo>
                <a:cubicBezTo>
                  <a:pt x="1158059" y="457294"/>
                  <a:pt x="1162916" y="458153"/>
                  <a:pt x="1165583" y="457294"/>
                </a:cubicBezTo>
                <a:cubicBezTo>
                  <a:pt x="1168250" y="456437"/>
                  <a:pt x="1168917" y="457009"/>
                  <a:pt x="1171871" y="459104"/>
                </a:cubicBezTo>
                <a:cubicBezTo>
                  <a:pt x="1174822" y="461200"/>
                  <a:pt x="1175490" y="463009"/>
                  <a:pt x="1178156" y="463581"/>
                </a:cubicBezTo>
                <a:cubicBezTo>
                  <a:pt x="1180823" y="464152"/>
                  <a:pt x="1180538" y="462057"/>
                  <a:pt x="1179013" y="461771"/>
                </a:cubicBezTo>
                <a:cubicBezTo>
                  <a:pt x="1177489" y="461390"/>
                  <a:pt x="1177776" y="460247"/>
                  <a:pt x="1175394" y="458437"/>
                </a:cubicBezTo>
                <a:cubicBezTo>
                  <a:pt x="1173014" y="456723"/>
                  <a:pt x="1172728" y="455486"/>
                  <a:pt x="1168536" y="455486"/>
                </a:cubicBezTo>
                <a:cubicBezTo>
                  <a:pt x="1164345" y="455486"/>
                  <a:pt x="1165203" y="453389"/>
                  <a:pt x="1167298" y="453103"/>
                </a:cubicBezTo>
                <a:cubicBezTo>
                  <a:pt x="1169393" y="452818"/>
                  <a:pt x="1169393" y="452246"/>
                  <a:pt x="1169393" y="451008"/>
                </a:cubicBezTo>
                <a:cubicBezTo>
                  <a:pt x="1169393" y="449770"/>
                  <a:pt x="1169679" y="448531"/>
                  <a:pt x="1171774" y="447674"/>
                </a:cubicBezTo>
                <a:cubicBezTo>
                  <a:pt x="1173870" y="446722"/>
                  <a:pt x="1175108" y="449484"/>
                  <a:pt x="1180156" y="452151"/>
                </a:cubicBezTo>
                <a:cubicBezTo>
                  <a:pt x="1185300" y="454913"/>
                  <a:pt x="1183204" y="455199"/>
                  <a:pt x="1183490" y="453675"/>
                </a:cubicBezTo>
                <a:cubicBezTo>
                  <a:pt x="1183776" y="452246"/>
                  <a:pt x="1184347" y="451008"/>
                  <a:pt x="1185872" y="450722"/>
                </a:cubicBezTo>
                <a:cubicBezTo>
                  <a:pt x="1187396" y="450437"/>
                  <a:pt x="1188919" y="450151"/>
                  <a:pt x="1191586" y="447769"/>
                </a:cubicBezTo>
                <a:cubicBezTo>
                  <a:pt x="1194349" y="445389"/>
                  <a:pt x="1194349" y="446817"/>
                  <a:pt x="1197016" y="448055"/>
                </a:cubicBezTo>
                <a:cubicBezTo>
                  <a:pt x="1199683" y="449293"/>
                  <a:pt x="1198825" y="450151"/>
                  <a:pt x="1195492" y="453770"/>
                </a:cubicBezTo>
                <a:cubicBezTo>
                  <a:pt x="1192158" y="457390"/>
                  <a:pt x="1190348" y="457961"/>
                  <a:pt x="1191873" y="457961"/>
                </a:cubicBezTo>
                <a:cubicBezTo>
                  <a:pt x="1193396" y="457961"/>
                  <a:pt x="1194825" y="458533"/>
                  <a:pt x="1196064" y="456723"/>
                </a:cubicBezTo>
                <a:cubicBezTo>
                  <a:pt x="1197301" y="454913"/>
                  <a:pt x="1198159" y="453770"/>
                  <a:pt x="1200255" y="454342"/>
                </a:cubicBezTo>
                <a:cubicBezTo>
                  <a:pt x="1202350" y="454913"/>
                  <a:pt x="1203207" y="453484"/>
                  <a:pt x="1201111" y="452246"/>
                </a:cubicBezTo>
                <a:cubicBezTo>
                  <a:pt x="1199016" y="451103"/>
                  <a:pt x="1200540" y="449865"/>
                  <a:pt x="1199016" y="447198"/>
                </a:cubicBezTo>
                <a:cubicBezTo>
                  <a:pt x="1197587" y="444531"/>
                  <a:pt x="1195777" y="444531"/>
                  <a:pt x="1198444" y="442721"/>
                </a:cubicBezTo>
                <a:cubicBezTo>
                  <a:pt x="1201111" y="440911"/>
                  <a:pt x="1202350" y="443959"/>
                  <a:pt x="1204445" y="446912"/>
                </a:cubicBezTo>
                <a:cubicBezTo>
                  <a:pt x="1206541" y="449960"/>
                  <a:pt x="1209018" y="451389"/>
                  <a:pt x="1207779" y="448436"/>
                </a:cubicBezTo>
                <a:cubicBezTo>
                  <a:pt x="1206636" y="445389"/>
                  <a:pt x="1208731" y="446626"/>
                  <a:pt x="1211113" y="448722"/>
                </a:cubicBezTo>
                <a:cubicBezTo>
                  <a:pt x="1213494" y="450817"/>
                  <a:pt x="1214161" y="451770"/>
                  <a:pt x="1214732" y="450246"/>
                </a:cubicBezTo>
                <a:cubicBezTo>
                  <a:pt x="1215304" y="448817"/>
                  <a:pt x="1214065" y="447866"/>
                  <a:pt x="1211398" y="445769"/>
                </a:cubicBezTo>
                <a:cubicBezTo>
                  <a:pt x="1208636" y="443674"/>
                  <a:pt x="1207494" y="442150"/>
                  <a:pt x="1207779" y="439483"/>
                </a:cubicBezTo>
                <a:cubicBezTo>
                  <a:pt x="1208066" y="436720"/>
                  <a:pt x="1209303" y="437006"/>
                  <a:pt x="1213780" y="438244"/>
                </a:cubicBezTo>
                <a:cubicBezTo>
                  <a:pt x="1218352" y="439483"/>
                  <a:pt x="1217113" y="439768"/>
                  <a:pt x="1217113" y="446055"/>
                </a:cubicBezTo>
                <a:cubicBezTo>
                  <a:pt x="1217113" y="452341"/>
                  <a:pt x="1217686" y="452341"/>
                  <a:pt x="1218923" y="448722"/>
                </a:cubicBezTo>
                <a:cubicBezTo>
                  <a:pt x="1220161" y="445102"/>
                  <a:pt x="1219590" y="443864"/>
                  <a:pt x="1221971" y="441197"/>
                </a:cubicBezTo>
                <a:cubicBezTo>
                  <a:pt x="1224352" y="438435"/>
                  <a:pt x="1224352" y="438435"/>
                  <a:pt x="1222543" y="444150"/>
                </a:cubicBezTo>
                <a:cubicBezTo>
                  <a:pt x="1220733" y="449865"/>
                  <a:pt x="1222257" y="451960"/>
                  <a:pt x="1222543" y="449579"/>
                </a:cubicBezTo>
                <a:cubicBezTo>
                  <a:pt x="1222828" y="447198"/>
                  <a:pt x="1224638" y="444817"/>
                  <a:pt x="1226162" y="442435"/>
                </a:cubicBezTo>
                <a:cubicBezTo>
                  <a:pt x="1227686" y="439959"/>
                  <a:pt x="1229210" y="439673"/>
                  <a:pt x="1231307" y="439102"/>
                </a:cubicBezTo>
                <a:cubicBezTo>
                  <a:pt x="1233401" y="438435"/>
                  <a:pt x="1235782" y="439673"/>
                  <a:pt x="1234926" y="437578"/>
                </a:cubicBezTo>
                <a:cubicBezTo>
                  <a:pt x="1234068" y="435482"/>
                  <a:pt x="1234639" y="436054"/>
                  <a:pt x="1236735" y="435768"/>
                </a:cubicBezTo>
                <a:cubicBezTo>
                  <a:pt x="1238831" y="435482"/>
                  <a:pt x="1237878" y="436435"/>
                  <a:pt x="1239403" y="434911"/>
                </a:cubicBezTo>
                <a:cubicBezTo>
                  <a:pt x="1240927" y="433482"/>
                  <a:pt x="1239973" y="432815"/>
                  <a:pt x="1243307" y="434053"/>
                </a:cubicBezTo>
                <a:cubicBezTo>
                  <a:pt x="1246641" y="435292"/>
                  <a:pt x="1246641" y="436435"/>
                  <a:pt x="1248736" y="435863"/>
                </a:cubicBezTo>
                <a:cubicBezTo>
                  <a:pt x="1250833" y="435292"/>
                  <a:pt x="1251118" y="434339"/>
                  <a:pt x="1254451" y="435863"/>
                </a:cubicBezTo>
                <a:cubicBezTo>
                  <a:pt x="1257690" y="437388"/>
                  <a:pt x="1257118" y="440054"/>
                  <a:pt x="1258928" y="440054"/>
                </a:cubicBezTo>
                <a:cubicBezTo>
                  <a:pt x="1260644" y="440054"/>
                  <a:pt x="1262167" y="442721"/>
                  <a:pt x="1263976" y="440340"/>
                </a:cubicBezTo>
                <a:cubicBezTo>
                  <a:pt x="1265786" y="437959"/>
                  <a:pt x="1269406" y="436816"/>
                  <a:pt x="1273311" y="435292"/>
                </a:cubicBezTo>
                <a:cubicBezTo>
                  <a:pt x="1277217" y="433768"/>
                  <a:pt x="1278359" y="434434"/>
                  <a:pt x="1278073" y="433196"/>
                </a:cubicBezTo>
                <a:cubicBezTo>
                  <a:pt x="1277789" y="432053"/>
                  <a:pt x="1280169" y="431102"/>
                  <a:pt x="1284646" y="428719"/>
                </a:cubicBezTo>
                <a:cubicBezTo>
                  <a:pt x="1289122" y="426243"/>
                  <a:pt x="1285503" y="425671"/>
                  <a:pt x="1282836" y="427481"/>
                </a:cubicBezTo>
                <a:cubicBezTo>
                  <a:pt x="1280169" y="429196"/>
                  <a:pt x="1278073" y="428338"/>
                  <a:pt x="1275978" y="430434"/>
                </a:cubicBezTo>
                <a:cubicBezTo>
                  <a:pt x="1273883" y="432529"/>
                  <a:pt x="1273883" y="433101"/>
                  <a:pt x="1271501" y="433387"/>
                </a:cubicBezTo>
                <a:cubicBezTo>
                  <a:pt x="1269121" y="433673"/>
                  <a:pt x="1269121" y="434245"/>
                  <a:pt x="1263691" y="435482"/>
                </a:cubicBezTo>
                <a:cubicBezTo>
                  <a:pt x="1258261" y="436625"/>
                  <a:pt x="1257404" y="435197"/>
                  <a:pt x="1257404" y="431863"/>
                </a:cubicBezTo>
                <a:cubicBezTo>
                  <a:pt x="1257404" y="428529"/>
                  <a:pt x="1261309" y="428529"/>
                  <a:pt x="1265500" y="427957"/>
                </a:cubicBezTo>
                <a:cubicBezTo>
                  <a:pt x="1269691" y="427291"/>
                  <a:pt x="1271216" y="426719"/>
                  <a:pt x="1269691" y="426719"/>
                </a:cubicBezTo>
                <a:cubicBezTo>
                  <a:pt x="1268167" y="426719"/>
                  <a:pt x="1266929" y="426433"/>
                  <a:pt x="1266359" y="425195"/>
                </a:cubicBezTo>
                <a:cubicBezTo>
                  <a:pt x="1265786" y="424052"/>
                  <a:pt x="1264929" y="422814"/>
                  <a:pt x="1271501" y="422242"/>
                </a:cubicBezTo>
                <a:cubicBezTo>
                  <a:pt x="1278073" y="421671"/>
                  <a:pt x="1279597" y="420433"/>
                  <a:pt x="1286455" y="418052"/>
                </a:cubicBezTo>
                <a:cubicBezTo>
                  <a:pt x="1293410" y="415670"/>
                  <a:pt x="1292456" y="415956"/>
                  <a:pt x="1294267" y="418337"/>
                </a:cubicBezTo>
                <a:cubicBezTo>
                  <a:pt x="1296076" y="420718"/>
                  <a:pt x="1296361" y="418052"/>
                  <a:pt x="1296933" y="415670"/>
                </a:cubicBezTo>
                <a:cubicBezTo>
                  <a:pt x="1297504" y="413289"/>
                  <a:pt x="1297219" y="412336"/>
                  <a:pt x="1299028" y="414146"/>
                </a:cubicBezTo>
                <a:cubicBezTo>
                  <a:pt x="1300838" y="415956"/>
                  <a:pt x="1301314" y="413956"/>
                  <a:pt x="1301314" y="413956"/>
                </a:cubicBezTo>
                <a:cubicBezTo>
                  <a:pt x="1301314" y="413956"/>
                  <a:pt x="1303029" y="411574"/>
                  <a:pt x="1305124" y="410336"/>
                </a:cubicBezTo>
                <a:cubicBezTo>
                  <a:pt x="1307220" y="409193"/>
                  <a:pt x="1312649" y="411574"/>
                  <a:pt x="1315316" y="411574"/>
                </a:cubicBezTo>
                <a:cubicBezTo>
                  <a:pt x="1317983" y="411574"/>
                  <a:pt x="1313221" y="408622"/>
                  <a:pt x="1309887" y="408622"/>
                </a:cubicBezTo>
                <a:cubicBezTo>
                  <a:pt x="1306553" y="408622"/>
                  <a:pt x="1306553" y="406526"/>
                  <a:pt x="1308363" y="406526"/>
                </a:cubicBezTo>
                <a:cubicBezTo>
                  <a:pt x="1310173" y="406526"/>
                  <a:pt x="1312554" y="405574"/>
                  <a:pt x="1316173" y="405002"/>
                </a:cubicBezTo>
                <a:cubicBezTo>
                  <a:pt x="1319698" y="404431"/>
                  <a:pt x="1319698" y="404145"/>
                  <a:pt x="1319126" y="406526"/>
                </a:cubicBezTo>
                <a:cubicBezTo>
                  <a:pt x="1318555" y="408907"/>
                  <a:pt x="1325127" y="407383"/>
                  <a:pt x="1328462" y="406812"/>
                </a:cubicBezTo>
                <a:cubicBezTo>
                  <a:pt x="1331699" y="406240"/>
                  <a:pt x="1327794" y="403764"/>
                  <a:pt x="1325127" y="405002"/>
                </a:cubicBezTo>
                <a:cubicBezTo>
                  <a:pt x="1322460" y="406240"/>
                  <a:pt x="1321508" y="404431"/>
                  <a:pt x="1320650" y="402335"/>
                </a:cubicBezTo>
                <a:cubicBezTo>
                  <a:pt x="1319698" y="400240"/>
                  <a:pt x="1319983" y="399097"/>
                  <a:pt x="1323317" y="399382"/>
                </a:cubicBezTo>
                <a:cubicBezTo>
                  <a:pt x="1326557" y="399763"/>
                  <a:pt x="1327794" y="397954"/>
                  <a:pt x="1329889" y="396430"/>
                </a:cubicBezTo>
                <a:cubicBezTo>
                  <a:pt x="1331985" y="394906"/>
                  <a:pt x="1333509" y="394048"/>
                  <a:pt x="1335319" y="394334"/>
                </a:cubicBezTo>
                <a:cubicBezTo>
                  <a:pt x="1337129" y="394620"/>
                  <a:pt x="1337986" y="395287"/>
                  <a:pt x="1339796" y="393763"/>
                </a:cubicBezTo>
                <a:cubicBezTo>
                  <a:pt x="1341605" y="392334"/>
                  <a:pt x="1339129" y="390810"/>
                  <a:pt x="1344273" y="390810"/>
                </a:cubicBezTo>
                <a:cubicBezTo>
                  <a:pt x="1349416" y="390810"/>
                  <a:pt x="1349987" y="389000"/>
                  <a:pt x="1349701" y="386619"/>
                </a:cubicBezTo>
                <a:cubicBezTo>
                  <a:pt x="1349320" y="384238"/>
                  <a:pt x="1353226" y="383285"/>
                  <a:pt x="1354750" y="384809"/>
                </a:cubicBezTo>
                <a:cubicBezTo>
                  <a:pt x="1356274" y="386333"/>
                  <a:pt x="1356845" y="387286"/>
                  <a:pt x="1360465" y="386047"/>
                </a:cubicBezTo>
                <a:cubicBezTo>
                  <a:pt x="1364084" y="384809"/>
                  <a:pt x="1362274" y="384238"/>
                  <a:pt x="1359607" y="383952"/>
                </a:cubicBezTo>
                <a:cubicBezTo>
                  <a:pt x="1356845" y="383666"/>
                  <a:pt x="1356559" y="381571"/>
                  <a:pt x="1358369" y="380047"/>
                </a:cubicBezTo>
                <a:cubicBezTo>
                  <a:pt x="1360179" y="378618"/>
                  <a:pt x="1361417" y="377665"/>
                  <a:pt x="1364084" y="379189"/>
                </a:cubicBezTo>
                <a:cubicBezTo>
                  <a:pt x="1366846" y="380713"/>
                  <a:pt x="1367418" y="379475"/>
                  <a:pt x="1367418" y="377380"/>
                </a:cubicBezTo>
                <a:cubicBezTo>
                  <a:pt x="1367418" y="375284"/>
                  <a:pt x="1369228" y="372617"/>
                  <a:pt x="1372847" y="372331"/>
                </a:cubicBezTo>
                <a:cubicBezTo>
                  <a:pt x="1376467" y="372046"/>
                  <a:pt x="1376181" y="371760"/>
                  <a:pt x="1376467" y="369951"/>
                </a:cubicBezTo>
                <a:cubicBezTo>
                  <a:pt x="1376848" y="368140"/>
                  <a:pt x="1383420" y="366902"/>
                  <a:pt x="1385801" y="368140"/>
                </a:cubicBezTo>
                <a:cubicBezTo>
                  <a:pt x="1388182" y="369283"/>
                  <a:pt x="1389706" y="369951"/>
                  <a:pt x="1391802" y="368426"/>
                </a:cubicBezTo>
                <a:cubicBezTo>
                  <a:pt x="1393802" y="366997"/>
                  <a:pt x="1396850" y="366713"/>
                  <a:pt x="1398946" y="367569"/>
                </a:cubicBezTo>
                <a:cubicBezTo>
                  <a:pt x="1401041" y="368426"/>
                  <a:pt x="1404280" y="370522"/>
                  <a:pt x="1407042" y="370522"/>
                </a:cubicBezTo>
                <a:cubicBezTo>
                  <a:pt x="1409804" y="370522"/>
                  <a:pt x="1407328" y="366713"/>
                  <a:pt x="1402565" y="365473"/>
                </a:cubicBezTo>
                <a:cubicBezTo>
                  <a:pt x="1397707" y="364330"/>
                  <a:pt x="1400184" y="359473"/>
                  <a:pt x="1403137" y="358901"/>
                </a:cubicBezTo>
                <a:cubicBezTo>
                  <a:pt x="1406089" y="358330"/>
                  <a:pt x="1408185" y="357758"/>
                  <a:pt x="1409423" y="360139"/>
                </a:cubicBezTo>
                <a:cubicBezTo>
                  <a:pt x="1410566" y="362521"/>
                  <a:pt x="1409709" y="363187"/>
                  <a:pt x="1411804" y="363759"/>
                </a:cubicBezTo>
                <a:cubicBezTo>
                  <a:pt x="1413900" y="364426"/>
                  <a:pt x="1412947" y="362330"/>
                  <a:pt x="1412376" y="358711"/>
                </a:cubicBezTo>
                <a:cubicBezTo>
                  <a:pt x="1411804" y="355186"/>
                  <a:pt x="1415424" y="352424"/>
                  <a:pt x="1419901" y="351854"/>
                </a:cubicBezTo>
                <a:cubicBezTo>
                  <a:pt x="1424377" y="351281"/>
                  <a:pt x="1425235" y="352138"/>
                  <a:pt x="1426473" y="354234"/>
                </a:cubicBezTo>
                <a:cubicBezTo>
                  <a:pt x="1427711" y="356329"/>
                  <a:pt x="1429426" y="351854"/>
                  <a:pt x="1428568" y="349758"/>
                </a:cubicBezTo>
                <a:cubicBezTo>
                  <a:pt x="1427616" y="347662"/>
                  <a:pt x="1429426" y="346520"/>
                  <a:pt x="1431235" y="346804"/>
                </a:cubicBezTo>
                <a:cubicBezTo>
                  <a:pt x="1433045" y="347090"/>
                  <a:pt x="1434188" y="345947"/>
                  <a:pt x="1435712" y="344709"/>
                </a:cubicBezTo>
                <a:cubicBezTo>
                  <a:pt x="1437236" y="343566"/>
                  <a:pt x="1439617" y="342614"/>
                  <a:pt x="1439903" y="343852"/>
                </a:cubicBezTo>
                <a:cubicBezTo>
                  <a:pt x="1440189" y="345090"/>
                  <a:pt x="1438379" y="346520"/>
                  <a:pt x="1436570" y="347757"/>
                </a:cubicBezTo>
                <a:cubicBezTo>
                  <a:pt x="1434855" y="348900"/>
                  <a:pt x="1433331" y="349567"/>
                  <a:pt x="1433617" y="352519"/>
                </a:cubicBezTo>
                <a:cubicBezTo>
                  <a:pt x="1433902" y="355567"/>
                  <a:pt x="1435045" y="353759"/>
                  <a:pt x="1436570" y="351662"/>
                </a:cubicBezTo>
                <a:cubicBezTo>
                  <a:pt x="1437998" y="349567"/>
                  <a:pt x="1440094" y="348995"/>
                  <a:pt x="1441618" y="349281"/>
                </a:cubicBezTo>
                <a:cubicBezTo>
                  <a:pt x="1443046" y="349567"/>
                  <a:pt x="1443046" y="347757"/>
                  <a:pt x="1442189" y="345947"/>
                </a:cubicBezTo>
                <a:cubicBezTo>
                  <a:pt x="1441332" y="344137"/>
                  <a:pt x="1442570" y="342709"/>
                  <a:pt x="1445523" y="343280"/>
                </a:cubicBezTo>
                <a:cubicBezTo>
                  <a:pt x="1448571" y="343947"/>
                  <a:pt x="1449428" y="343947"/>
                  <a:pt x="1448857" y="346900"/>
                </a:cubicBezTo>
                <a:cubicBezTo>
                  <a:pt x="1448285" y="349948"/>
                  <a:pt x="1450952" y="348138"/>
                  <a:pt x="1454572" y="346042"/>
                </a:cubicBezTo>
                <a:cubicBezTo>
                  <a:pt x="1458191" y="343947"/>
                  <a:pt x="1455810" y="343661"/>
                  <a:pt x="1454286" y="343661"/>
                </a:cubicBezTo>
                <a:cubicBezTo>
                  <a:pt x="1452762" y="343661"/>
                  <a:pt x="1450952" y="343661"/>
                  <a:pt x="1452191" y="341566"/>
                </a:cubicBezTo>
                <a:cubicBezTo>
                  <a:pt x="1453429" y="339470"/>
                  <a:pt x="1455238" y="339184"/>
                  <a:pt x="1457620" y="340042"/>
                </a:cubicBezTo>
                <a:cubicBezTo>
                  <a:pt x="1460096" y="340994"/>
                  <a:pt x="1460953" y="340327"/>
                  <a:pt x="1463049" y="339470"/>
                </a:cubicBezTo>
                <a:cubicBezTo>
                  <a:pt x="1465145" y="338613"/>
                  <a:pt x="1465716" y="338613"/>
                  <a:pt x="1467240" y="340708"/>
                </a:cubicBezTo>
                <a:cubicBezTo>
                  <a:pt x="1468764" y="342804"/>
                  <a:pt x="1469621" y="340327"/>
                  <a:pt x="1468764" y="337375"/>
                </a:cubicBezTo>
                <a:cubicBezTo>
                  <a:pt x="1467812" y="334327"/>
                  <a:pt x="1476289" y="331374"/>
                  <a:pt x="1479241" y="331945"/>
                </a:cubicBezTo>
                <a:cubicBezTo>
                  <a:pt x="1482289" y="332517"/>
                  <a:pt x="1487052" y="328897"/>
                  <a:pt x="1489433" y="328326"/>
                </a:cubicBezTo>
                <a:cubicBezTo>
                  <a:pt x="1491910" y="327754"/>
                  <a:pt x="1491529" y="328897"/>
                  <a:pt x="1490671" y="330707"/>
                </a:cubicBezTo>
                <a:cubicBezTo>
                  <a:pt x="1489814" y="332517"/>
                  <a:pt x="1489147" y="332517"/>
                  <a:pt x="1492481" y="334612"/>
                </a:cubicBezTo>
                <a:cubicBezTo>
                  <a:pt x="1495815" y="336708"/>
                  <a:pt x="1495529" y="334041"/>
                  <a:pt x="1494005" y="330707"/>
                </a:cubicBezTo>
                <a:cubicBezTo>
                  <a:pt x="1492576" y="327373"/>
                  <a:pt x="1497053" y="328040"/>
                  <a:pt x="1497339" y="330707"/>
                </a:cubicBezTo>
                <a:cubicBezTo>
                  <a:pt x="1497625" y="333374"/>
                  <a:pt x="1496672" y="335184"/>
                  <a:pt x="1498196" y="335184"/>
                </a:cubicBezTo>
                <a:cubicBezTo>
                  <a:pt x="1499625" y="335184"/>
                  <a:pt x="1499053" y="333374"/>
                  <a:pt x="1499053" y="330421"/>
                </a:cubicBezTo>
                <a:cubicBezTo>
                  <a:pt x="1499053" y="327469"/>
                  <a:pt x="1499053" y="326230"/>
                  <a:pt x="1495148" y="323849"/>
                </a:cubicBezTo>
                <a:cubicBezTo>
                  <a:pt x="1491243" y="321373"/>
                  <a:pt x="1500196" y="320515"/>
                  <a:pt x="1501435" y="320515"/>
                </a:cubicBezTo>
                <a:cubicBezTo>
                  <a:pt x="1502673" y="320515"/>
                  <a:pt x="1505340" y="320230"/>
                  <a:pt x="1505340" y="322039"/>
                </a:cubicBezTo>
                <a:cubicBezTo>
                  <a:pt x="1505340" y="323849"/>
                  <a:pt x="1506197" y="324135"/>
                  <a:pt x="1510388" y="324706"/>
                </a:cubicBezTo>
                <a:cubicBezTo>
                  <a:pt x="1514579" y="325278"/>
                  <a:pt x="1509817" y="327088"/>
                  <a:pt x="1508293" y="328897"/>
                </a:cubicBezTo>
                <a:cubicBezTo>
                  <a:pt x="1506864" y="330707"/>
                  <a:pt x="1508007" y="331660"/>
                  <a:pt x="1509817" y="330136"/>
                </a:cubicBezTo>
                <a:cubicBezTo>
                  <a:pt x="1511626" y="328612"/>
                  <a:pt x="1515246" y="326516"/>
                  <a:pt x="1518199" y="326230"/>
                </a:cubicBezTo>
                <a:cubicBezTo>
                  <a:pt x="1521151" y="325849"/>
                  <a:pt x="1520008" y="328612"/>
                  <a:pt x="1518199" y="329183"/>
                </a:cubicBezTo>
                <a:cubicBezTo>
                  <a:pt x="1516389" y="329755"/>
                  <a:pt x="1514293" y="331564"/>
                  <a:pt x="1512198" y="333374"/>
                </a:cubicBezTo>
                <a:cubicBezTo>
                  <a:pt x="1510102" y="335184"/>
                  <a:pt x="1509721" y="335184"/>
                  <a:pt x="1512770" y="335755"/>
                </a:cubicBezTo>
                <a:cubicBezTo>
                  <a:pt x="1515722" y="336327"/>
                  <a:pt x="1516960" y="333946"/>
                  <a:pt x="1519056" y="332136"/>
                </a:cubicBezTo>
                <a:cubicBezTo>
                  <a:pt x="1521151" y="330326"/>
                  <a:pt x="1521818" y="328231"/>
                  <a:pt x="1524771" y="328231"/>
                </a:cubicBezTo>
                <a:cubicBezTo>
                  <a:pt x="1527724" y="328231"/>
                  <a:pt x="1528009" y="327088"/>
                  <a:pt x="1529248" y="325278"/>
                </a:cubicBezTo>
                <a:cubicBezTo>
                  <a:pt x="1530486" y="323468"/>
                  <a:pt x="1530486" y="322231"/>
                  <a:pt x="1533153" y="324040"/>
                </a:cubicBezTo>
                <a:cubicBezTo>
                  <a:pt x="1535820" y="325849"/>
                  <a:pt x="1534391" y="329755"/>
                  <a:pt x="1534963" y="333374"/>
                </a:cubicBezTo>
                <a:cubicBezTo>
                  <a:pt x="1535534" y="336898"/>
                  <a:pt x="1537058" y="335755"/>
                  <a:pt x="1537058" y="333946"/>
                </a:cubicBezTo>
                <a:cubicBezTo>
                  <a:pt x="1537058" y="332136"/>
                  <a:pt x="1537344" y="329469"/>
                  <a:pt x="1538868" y="329469"/>
                </a:cubicBezTo>
                <a:cubicBezTo>
                  <a:pt x="1540297" y="329469"/>
                  <a:pt x="1540011" y="327754"/>
                  <a:pt x="1539725" y="324421"/>
                </a:cubicBezTo>
                <a:cubicBezTo>
                  <a:pt x="1539439" y="321087"/>
                  <a:pt x="1540297" y="320515"/>
                  <a:pt x="1543916" y="320230"/>
                </a:cubicBezTo>
                <a:cubicBezTo>
                  <a:pt x="1547536" y="319944"/>
                  <a:pt x="1550774" y="320515"/>
                  <a:pt x="1550488" y="322325"/>
                </a:cubicBezTo>
                <a:cubicBezTo>
                  <a:pt x="1550203" y="324135"/>
                  <a:pt x="1551727" y="324706"/>
                  <a:pt x="1553822" y="324421"/>
                </a:cubicBezTo>
                <a:cubicBezTo>
                  <a:pt x="1555918" y="324135"/>
                  <a:pt x="1557156" y="325373"/>
                  <a:pt x="1557442" y="328040"/>
                </a:cubicBezTo>
                <a:cubicBezTo>
                  <a:pt x="1557823" y="330707"/>
                  <a:pt x="1556584" y="331279"/>
                  <a:pt x="1558680" y="332517"/>
                </a:cubicBezTo>
                <a:cubicBezTo>
                  <a:pt x="1560775" y="333660"/>
                  <a:pt x="1560775" y="332231"/>
                  <a:pt x="1560775" y="330707"/>
                </a:cubicBezTo>
                <a:cubicBezTo>
                  <a:pt x="1560775" y="329183"/>
                  <a:pt x="1562014" y="328326"/>
                  <a:pt x="1564681" y="327088"/>
                </a:cubicBezTo>
                <a:cubicBezTo>
                  <a:pt x="1567348" y="325849"/>
                  <a:pt x="1574015" y="323754"/>
                  <a:pt x="1576968" y="323468"/>
                </a:cubicBezTo>
                <a:cubicBezTo>
                  <a:pt x="1580016" y="323182"/>
                  <a:pt x="1581159" y="322325"/>
                  <a:pt x="1582397" y="320801"/>
                </a:cubicBezTo>
                <a:cubicBezTo>
                  <a:pt x="1583635" y="319277"/>
                  <a:pt x="1583921" y="318706"/>
                  <a:pt x="1586588" y="318991"/>
                </a:cubicBezTo>
                <a:cubicBezTo>
                  <a:pt x="1589255" y="319372"/>
                  <a:pt x="1588684" y="318134"/>
                  <a:pt x="1588684" y="318134"/>
                </a:cubicBezTo>
                <a:cubicBezTo>
                  <a:pt x="1588684" y="318134"/>
                  <a:pt x="1586302" y="316324"/>
                  <a:pt x="1586874" y="314800"/>
                </a:cubicBezTo>
                <a:cubicBezTo>
                  <a:pt x="1587541" y="313276"/>
                  <a:pt x="1594970" y="312991"/>
                  <a:pt x="1598590" y="315658"/>
                </a:cubicBezTo>
                <a:cubicBezTo>
                  <a:pt x="1602209" y="318325"/>
                  <a:pt x="1599161" y="319563"/>
                  <a:pt x="1596208" y="320420"/>
                </a:cubicBezTo>
                <a:cubicBezTo>
                  <a:pt x="1593256" y="321373"/>
                  <a:pt x="1589350" y="325849"/>
                  <a:pt x="1587255" y="328231"/>
                </a:cubicBezTo>
                <a:cubicBezTo>
                  <a:pt x="1585159" y="330612"/>
                  <a:pt x="1588112" y="332422"/>
                  <a:pt x="1589350" y="330898"/>
                </a:cubicBezTo>
                <a:cubicBezTo>
                  <a:pt x="1590589" y="329374"/>
                  <a:pt x="1593827" y="325754"/>
                  <a:pt x="1597447" y="324897"/>
                </a:cubicBezTo>
                <a:cubicBezTo>
                  <a:pt x="1601066" y="323944"/>
                  <a:pt x="1606781" y="320420"/>
                  <a:pt x="1611544" y="319182"/>
                </a:cubicBezTo>
                <a:cubicBezTo>
                  <a:pt x="1616306" y="318039"/>
                  <a:pt x="1615449" y="320992"/>
                  <a:pt x="1613925" y="322801"/>
                </a:cubicBezTo>
                <a:cubicBezTo>
                  <a:pt x="1612401" y="324611"/>
                  <a:pt x="1609162" y="326040"/>
                  <a:pt x="1607638" y="329374"/>
                </a:cubicBezTo>
                <a:cubicBezTo>
                  <a:pt x="1606210" y="332612"/>
                  <a:pt x="1608591" y="331755"/>
                  <a:pt x="1610972" y="331755"/>
                </a:cubicBezTo>
                <a:cubicBezTo>
                  <a:pt x="1613353" y="331755"/>
                  <a:pt x="1614211" y="332422"/>
                  <a:pt x="1615449" y="330898"/>
                </a:cubicBezTo>
                <a:cubicBezTo>
                  <a:pt x="1616687" y="329374"/>
                  <a:pt x="1620021" y="327278"/>
                  <a:pt x="1622688" y="326421"/>
                </a:cubicBezTo>
                <a:cubicBezTo>
                  <a:pt x="1625355" y="325564"/>
                  <a:pt x="1624498" y="325564"/>
                  <a:pt x="1624498" y="322231"/>
                </a:cubicBezTo>
                <a:cubicBezTo>
                  <a:pt x="1624498" y="318991"/>
                  <a:pt x="1629355" y="318039"/>
                  <a:pt x="1633832" y="319849"/>
                </a:cubicBezTo>
                <a:cubicBezTo>
                  <a:pt x="1638309" y="321658"/>
                  <a:pt x="1631737" y="327659"/>
                  <a:pt x="1630213" y="329755"/>
                </a:cubicBezTo>
                <a:cubicBezTo>
                  <a:pt x="1628784" y="331850"/>
                  <a:pt x="1627831" y="332422"/>
                  <a:pt x="1629355" y="334517"/>
                </a:cubicBezTo>
                <a:cubicBezTo>
                  <a:pt x="1630879" y="336613"/>
                  <a:pt x="1632975" y="332993"/>
                  <a:pt x="1637452" y="329088"/>
                </a:cubicBezTo>
                <a:cubicBezTo>
                  <a:pt x="1641929" y="325183"/>
                  <a:pt x="1645548" y="328517"/>
                  <a:pt x="1646120" y="330612"/>
                </a:cubicBezTo>
                <a:cubicBezTo>
                  <a:pt x="1646691" y="332707"/>
                  <a:pt x="1645548" y="333850"/>
                  <a:pt x="1648215" y="333279"/>
                </a:cubicBezTo>
                <a:cubicBezTo>
                  <a:pt x="1650977" y="332707"/>
                  <a:pt x="1651834" y="334803"/>
                  <a:pt x="1651834" y="334803"/>
                </a:cubicBezTo>
                <a:cubicBezTo>
                  <a:pt x="1651834" y="334803"/>
                  <a:pt x="1651263" y="336232"/>
                  <a:pt x="1653644" y="339565"/>
                </a:cubicBezTo>
                <a:cubicBezTo>
                  <a:pt x="1656025" y="342804"/>
                  <a:pt x="1656311" y="344899"/>
                  <a:pt x="1648215" y="346423"/>
                </a:cubicBezTo>
                <a:cubicBezTo>
                  <a:pt x="1640119" y="347852"/>
                  <a:pt x="1639547" y="342232"/>
                  <a:pt x="1635642" y="340708"/>
                </a:cubicBezTo>
                <a:cubicBezTo>
                  <a:pt x="1631737" y="339280"/>
                  <a:pt x="1634785" y="341947"/>
                  <a:pt x="1635642" y="344328"/>
                </a:cubicBezTo>
                <a:cubicBezTo>
                  <a:pt x="1636499" y="346709"/>
                  <a:pt x="1633832" y="347281"/>
                  <a:pt x="1635642" y="347281"/>
                </a:cubicBezTo>
                <a:cubicBezTo>
                  <a:pt x="1637452" y="347281"/>
                  <a:pt x="1638023" y="348138"/>
                  <a:pt x="1637452" y="350233"/>
                </a:cubicBezTo>
                <a:cubicBezTo>
                  <a:pt x="1636880" y="352329"/>
                  <a:pt x="1638309" y="353186"/>
                  <a:pt x="1644024" y="350519"/>
                </a:cubicBezTo>
                <a:lnTo>
                  <a:pt x="1649191" y="351954"/>
                </a:lnTo>
                <a:lnTo>
                  <a:pt x="1651834" y="351758"/>
                </a:lnTo>
                <a:cubicBezTo>
                  <a:pt x="1653072" y="353472"/>
                  <a:pt x="1653644" y="355759"/>
                  <a:pt x="1653358" y="356997"/>
                </a:cubicBezTo>
                <a:cubicBezTo>
                  <a:pt x="1652787" y="359664"/>
                  <a:pt x="1654596" y="358806"/>
                  <a:pt x="1656692" y="358806"/>
                </a:cubicBezTo>
                <a:cubicBezTo>
                  <a:pt x="1658787" y="358806"/>
                  <a:pt x="1660026" y="358234"/>
                  <a:pt x="1660026" y="358234"/>
                </a:cubicBezTo>
                <a:cubicBezTo>
                  <a:pt x="1660026" y="358234"/>
                  <a:pt x="1660026" y="355567"/>
                  <a:pt x="1661550" y="355854"/>
                </a:cubicBezTo>
                <a:cubicBezTo>
                  <a:pt x="1662978" y="356235"/>
                  <a:pt x="1663645" y="356520"/>
                  <a:pt x="1664502" y="354997"/>
                </a:cubicBezTo>
                <a:cubicBezTo>
                  <a:pt x="1665359" y="353567"/>
                  <a:pt x="1666884" y="353854"/>
                  <a:pt x="1668693" y="356235"/>
                </a:cubicBezTo>
                <a:cubicBezTo>
                  <a:pt x="1670503" y="358711"/>
                  <a:pt x="1674027" y="362235"/>
                  <a:pt x="1671075" y="363474"/>
                </a:cubicBezTo>
                <a:cubicBezTo>
                  <a:pt x="1668026" y="364712"/>
                  <a:pt x="1666217" y="361378"/>
                  <a:pt x="1663835" y="359568"/>
                </a:cubicBezTo>
                <a:cubicBezTo>
                  <a:pt x="1661454" y="357759"/>
                  <a:pt x="1661740" y="363474"/>
                  <a:pt x="1663264" y="363474"/>
                </a:cubicBezTo>
                <a:cubicBezTo>
                  <a:pt x="1664788" y="363474"/>
                  <a:pt x="1666026" y="363474"/>
                  <a:pt x="1666598" y="364998"/>
                </a:cubicBezTo>
                <a:cubicBezTo>
                  <a:pt x="1667169" y="366426"/>
                  <a:pt x="1667169" y="367378"/>
                  <a:pt x="1669265" y="367664"/>
                </a:cubicBezTo>
                <a:cubicBezTo>
                  <a:pt x="1671360" y="367951"/>
                  <a:pt x="1671075" y="369189"/>
                  <a:pt x="1668693" y="371569"/>
                </a:cubicBezTo>
                <a:cubicBezTo>
                  <a:pt x="1666312" y="373952"/>
                  <a:pt x="1669265" y="373952"/>
                  <a:pt x="1672599" y="372141"/>
                </a:cubicBezTo>
                <a:cubicBezTo>
                  <a:pt x="1675837" y="370331"/>
                  <a:pt x="1682409" y="372713"/>
                  <a:pt x="1685743" y="374522"/>
                </a:cubicBezTo>
                <a:cubicBezTo>
                  <a:pt x="1689077" y="376238"/>
                  <a:pt x="1689077" y="377189"/>
                  <a:pt x="1691744" y="375379"/>
                </a:cubicBezTo>
                <a:cubicBezTo>
                  <a:pt x="1694411" y="373570"/>
                  <a:pt x="1698602" y="379856"/>
                  <a:pt x="1701935" y="383191"/>
                </a:cubicBezTo>
                <a:cubicBezTo>
                  <a:pt x="1705174" y="386429"/>
                  <a:pt x="1714794" y="398431"/>
                  <a:pt x="1717176" y="402622"/>
                </a:cubicBezTo>
                <a:cubicBezTo>
                  <a:pt x="1719557" y="406812"/>
                  <a:pt x="1719271" y="405288"/>
                  <a:pt x="1719557" y="402908"/>
                </a:cubicBezTo>
                <a:cubicBezTo>
                  <a:pt x="1719842" y="400526"/>
                  <a:pt x="1723748" y="405956"/>
                  <a:pt x="1723748" y="408336"/>
                </a:cubicBezTo>
                <a:cubicBezTo>
                  <a:pt x="1723748" y="410718"/>
                  <a:pt x="1723081" y="412242"/>
                  <a:pt x="1724605" y="411956"/>
                </a:cubicBezTo>
                <a:cubicBezTo>
                  <a:pt x="1726034" y="411575"/>
                  <a:pt x="1726034" y="410718"/>
                  <a:pt x="1727558" y="412813"/>
                </a:cubicBezTo>
                <a:cubicBezTo>
                  <a:pt x="1728987" y="414909"/>
                  <a:pt x="1730225" y="415576"/>
                  <a:pt x="1728415" y="418242"/>
                </a:cubicBezTo>
                <a:cubicBezTo>
                  <a:pt x="1726701" y="420910"/>
                  <a:pt x="1727843" y="421481"/>
                  <a:pt x="1729653" y="421196"/>
                </a:cubicBezTo>
                <a:cubicBezTo>
                  <a:pt x="1731463" y="420815"/>
                  <a:pt x="1731177" y="423291"/>
                  <a:pt x="1729939" y="425958"/>
                </a:cubicBezTo>
                <a:cubicBezTo>
                  <a:pt x="1728701" y="428625"/>
                  <a:pt x="1728987" y="432911"/>
                  <a:pt x="1726605" y="437960"/>
                </a:cubicBezTo>
                <a:cubicBezTo>
                  <a:pt x="1724224" y="443102"/>
                  <a:pt x="1719366" y="444245"/>
                  <a:pt x="1716699" y="445484"/>
                </a:cubicBezTo>
                <a:cubicBezTo>
                  <a:pt x="1714032" y="446626"/>
                  <a:pt x="1704126" y="451485"/>
                  <a:pt x="1690029" y="454437"/>
                </a:cubicBezTo>
                <a:cubicBezTo>
                  <a:pt x="1675932" y="457485"/>
                  <a:pt x="1665169" y="452056"/>
                  <a:pt x="1661264" y="449961"/>
                </a:cubicBezTo>
                <a:cubicBezTo>
                  <a:pt x="1657359" y="447866"/>
                  <a:pt x="1650215" y="445198"/>
                  <a:pt x="1646881" y="444913"/>
                </a:cubicBezTo>
                <a:cubicBezTo>
                  <a:pt x="1643547" y="444627"/>
                  <a:pt x="1638118" y="437768"/>
                  <a:pt x="1635451" y="436245"/>
                </a:cubicBezTo>
                <a:cubicBezTo>
                  <a:pt x="1632784" y="434720"/>
                  <a:pt x="1630403" y="433292"/>
                  <a:pt x="1630974" y="431767"/>
                </a:cubicBezTo>
                <a:cubicBezTo>
                  <a:pt x="1631546" y="430339"/>
                  <a:pt x="1631546" y="428244"/>
                  <a:pt x="1629450" y="428816"/>
                </a:cubicBezTo>
                <a:cubicBezTo>
                  <a:pt x="1627355" y="429482"/>
                  <a:pt x="1625259" y="425863"/>
                  <a:pt x="1622878" y="425863"/>
                </a:cubicBezTo>
                <a:cubicBezTo>
                  <a:pt x="1620497" y="425863"/>
                  <a:pt x="1619259" y="423767"/>
                  <a:pt x="1617163" y="421672"/>
                </a:cubicBezTo>
                <a:cubicBezTo>
                  <a:pt x="1615067" y="419575"/>
                  <a:pt x="1612686" y="417195"/>
                  <a:pt x="1611162" y="418719"/>
                </a:cubicBezTo>
                <a:cubicBezTo>
                  <a:pt x="1609734" y="420242"/>
                  <a:pt x="1614210" y="425576"/>
                  <a:pt x="1618687" y="428911"/>
                </a:cubicBezTo>
                <a:cubicBezTo>
                  <a:pt x="1623164" y="432245"/>
                  <a:pt x="1623450" y="436721"/>
                  <a:pt x="1621068" y="437292"/>
                </a:cubicBezTo>
                <a:cubicBezTo>
                  <a:pt x="1616115" y="438531"/>
                  <a:pt x="1618401" y="439102"/>
                  <a:pt x="1620211" y="440912"/>
                </a:cubicBezTo>
                <a:cubicBezTo>
                  <a:pt x="1622021" y="442722"/>
                  <a:pt x="1622021" y="449293"/>
                  <a:pt x="1621735" y="451104"/>
                </a:cubicBezTo>
                <a:cubicBezTo>
                  <a:pt x="1621449" y="452914"/>
                  <a:pt x="1616972" y="456438"/>
                  <a:pt x="1615163" y="457962"/>
                </a:cubicBezTo>
                <a:cubicBezTo>
                  <a:pt x="1613353" y="459486"/>
                  <a:pt x="1611829" y="461581"/>
                  <a:pt x="1611543" y="463676"/>
                </a:cubicBezTo>
                <a:cubicBezTo>
                  <a:pt x="1611258" y="465773"/>
                  <a:pt x="1607638" y="471488"/>
                  <a:pt x="1605828" y="472058"/>
                </a:cubicBezTo>
                <a:cubicBezTo>
                  <a:pt x="1604018" y="472630"/>
                  <a:pt x="1603352" y="476250"/>
                  <a:pt x="1602495" y="478345"/>
                </a:cubicBezTo>
                <a:cubicBezTo>
                  <a:pt x="1601542" y="480441"/>
                  <a:pt x="1601828" y="480155"/>
                  <a:pt x="1603352" y="481678"/>
                </a:cubicBezTo>
                <a:cubicBezTo>
                  <a:pt x="1604876" y="483107"/>
                  <a:pt x="1605447" y="484917"/>
                  <a:pt x="1607257" y="484632"/>
                </a:cubicBezTo>
                <a:cubicBezTo>
                  <a:pt x="1609067" y="484345"/>
                  <a:pt x="1609353" y="489394"/>
                  <a:pt x="1608781" y="493014"/>
                </a:cubicBezTo>
                <a:cubicBezTo>
                  <a:pt x="1608209" y="496634"/>
                  <a:pt x="1608781" y="497585"/>
                  <a:pt x="1611162" y="498442"/>
                </a:cubicBezTo>
                <a:cubicBezTo>
                  <a:pt x="1613543" y="499301"/>
                  <a:pt x="1615067" y="501110"/>
                  <a:pt x="1617734" y="503492"/>
                </a:cubicBezTo>
                <a:cubicBezTo>
                  <a:pt x="1620401" y="505873"/>
                  <a:pt x="1621259" y="505873"/>
                  <a:pt x="1622497" y="504348"/>
                </a:cubicBezTo>
                <a:cubicBezTo>
                  <a:pt x="1623640" y="502825"/>
                  <a:pt x="1625164" y="503395"/>
                  <a:pt x="1628784" y="503110"/>
                </a:cubicBezTo>
                <a:cubicBezTo>
                  <a:pt x="1632403" y="502825"/>
                  <a:pt x="1632403" y="500347"/>
                  <a:pt x="1632403" y="498634"/>
                </a:cubicBezTo>
                <a:cubicBezTo>
                  <a:pt x="1632403" y="496919"/>
                  <a:pt x="1632689" y="495681"/>
                  <a:pt x="1633927" y="493586"/>
                </a:cubicBezTo>
                <a:cubicBezTo>
                  <a:pt x="1635165" y="491489"/>
                  <a:pt x="1633927" y="489109"/>
                  <a:pt x="1631832" y="489109"/>
                </a:cubicBezTo>
                <a:cubicBezTo>
                  <a:pt x="1629736" y="489109"/>
                  <a:pt x="1628879" y="486631"/>
                  <a:pt x="1629164" y="483679"/>
                </a:cubicBezTo>
                <a:cubicBezTo>
                  <a:pt x="1629450" y="480727"/>
                  <a:pt x="1627641" y="478916"/>
                  <a:pt x="1627069" y="477107"/>
                </a:cubicBezTo>
                <a:cubicBezTo>
                  <a:pt x="1626497" y="475297"/>
                  <a:pt x="1627926" y="473202"/>
                  <a:pt x="1629164" y="474440"/>
                </a:cubicBezTo>
                <a:cubicBezTo>
                  <a:pt x="1630308" y="475582"/>
                  <a:pt x="1631546" y="476250"/>
                  <a:pt x="1632117" y="474726"/>
                </a:cubicBezTo>
                <a:cubicBezTo>
                  <a:pt x="1632784" y="473202"/>
                  <a:pt x="1634880" y="471677"/>
                  <a:pt x="1637547" y="471392"/>
                </a:cubicBezTo>
                <a:cubicBezTo>
                  <a:pt x="1640213" y="471107"/>
                  <a:pt x="1639928" y="475012"/>
                  <a:pt x="1643833" y="477679"/>
                </a:cubicBezTo>
                <a:cubicBezTo>
                  <a:pt x="1647738" y="480441"/>
                  <a:pt x="1646214" y="481297"/>
                  <a:pt x="1644119" y="483393"/>
                </a:cubicBezTo>
                <a:cubicBezTo>
                  <a:pt x="1642023" y="485489"/>
                  <a:pt x="1642404" y="486442"/>
                  <a:pt x="1647167" y="484632"/>
                </a:cubicBezTo>
                <a:cubicBezTo>
                  <a:pt x="1651929" y="482822"/>
                  <a:pt x="1657359" y="487109"/>
                  <a:pt x="1659740" y="490061"/>
                </a:cubicBezTo>
                <a:cubicBezTo>
                  <a:pt x="1662121" y="493109"/>
                  <a:pt x="1665074" y="493395"/>
                  <a:pt x="1666312" y="491871"/>
                </a:cubicBezTo>
                <a:cubicBezTo>
                  <a:pt x="1667550" y="490347"/>
                  <a:pt x="1668408" y="488822"/>
                  <a:pt x="1669646" y="490347"/>
                </a:cubicBezTo>
                <a:cubicBezTo>
                  <a:pt x="1670884" y="491776"/>
                  <a:pt x="1672694" y="490633"/>
                  <a:pt x="1673551" y="488822"/>
                </a:cubicBezTo>
                <a:cubicBezTo>
                  <a:pt x="1674504" y="487012"/>
                  <a:pt x="1674789" y="486155"/>
                  <a:pt x="1676885" y="487012"/>
                </a:cubicBezTo>
                <a:cubicBezTo>
                  <a:pt x="1678980" y="487871"/>
                  <a:pt x="1678695" y="489109"/>
                  <a:pt x="1679266" y="487299"/>
                </a:cubicBezTo>
                <a:cubicBezTo>
                  <a:pt x="1679838" y="485489"/>
                  <a:pt x="1678599" y="481965"/>
                  <a:pt x="1677742" y="478345"/>
                </a:cubicBezTo>
                <a:cubicBezTo>
                  <a:pt x="1676789" y="474726"/>
                  <a:pt x="1679838" y="471392"/>
                  <a:pt x="1682219" y="470534"/>
                </a:cubicBezTo>
                <a:cubicBezTo>
                  <a:pt x="1684695" y="469583"/>
                  <a:pt x="1687362" y="469010"/>
                  <a:pt x="1689743" y="466915"/>
                </a:cubicBezTo>
                <a:cubicBezTo>
                  <a:pt x="1692125" y="464819"/>
                  <a:pt x="1696887" y="463009"/>
                  <a:pt x="1702031" y="463582"/>
                </a:cubicBezTo>
                <a:cubicBezTo>
                  <a:pt x="1707079" y="464152"/>
                  <a:pt x="1715461" y="459676"/>
                  <a:pt x="1718795" y="457867"/>
                </a:cubicBezTo>
                <a:cubicBezTo>
                  <a:pt x="1722033" y="456057"/>
                  <a:pt x="1725653" y="453961"/>
                  <a:pt x="1727177" y="456343"/>
                </a:cubicBezTo>
                <a:cubicBezTo>
                  <a:pt x="1728605" y="458724"/>
                  <a:pt x="1730701" y="458437"/>
                  <a:pt x="1734321" y="458724"/>
                </a:cubicBezTo>
                <a:cubicBezTo>
                  <a:pt x="1737940" y="459009"/>
                  <a:pt x="1739369" y="461677"/>
                  <a:pt x="1738797" y="465296"/>
                </a:cubicBezTo>
                <a:cubicBezTo>
                  <a:pt x="1738226" y="468821"/>
                  <a:pt x="1740035" y="467677"/>
                  <a:pt x="1742417" y="467963"/>
                </a:cubicBezTo>
                <a:cubicBezTo>
                  <a:pt x="1744798" y="468248"/>
                  <a:pt x="1744226" y="468248"/>
                  <a:pt x="1745084" y="465296"/>
                </a:cubicBezTo>
                <a:cubicBezTo>
                  <a:pt x="1745941" y="462344"/>
                  <a:pt x="1750132" y="459962"/>
                  <a:pt x="1753180" y="458437"/>
                </a:cubicBezTo>
                <a:cubicBezTo>
                  <a:pt x="1756228" y="456914"/>
                  <a:pt x="1756800" y="456057"/>
                  <a:pt x="1758609" y="452438"/>
                </a:cubicBezTo>
                <a:cubicBezTo>
                  <a:pt x="1760419" y="448817"/>
                  <a:pt x="1760419" y="449104"/>
                  <a:pt x="1760133" y="445198"/>
                </a:cubicBezTo>
                <a:cubicBezTo>
                  <a:pt x="1759847" y="441293"/>
                  <a:pt x="1764324" y="436531"/>
                  <a:pt x="1768801" y="432340"/>
                </a:cubicBezTo>
                <a:cubicBezTo>
                  <a:pt x="1773278" y="428149"/>
                  <a:pt x="1772611" y="426911"/>
                  <a:pt x="1775945" y="426053"/>
                </a:cubicBezTo>
                <a:cubicBezTo>
                  <a:pt x="1779183" y="425101"/>
                  <a:pt x="1779183" y="422434"/>
                  <a:pt x="1780707" y="416719"/>
                </a:cubicBezTo>
                <a:cubicBezTo>
                  <a:pt x="1782231" y="411004"/>
                  <a:pt x="1777088" y="408336"/>
                  <a:pt x="1778612" y="406527"/>
                </a:cubicBezTo>
                <a:cubicBezTo>
                  <a:pt x="1780041" y="404717"/>
                  <a:pt x="1782517" y="406812"/>
                  <a:pt x="1785470" y="409194"/>
                </a:cubicBezTo>
                <a:cubicBezTo>
                  <a:pt x="1788422" y="411671"/>
                  <a:pt x="1789089" y="412813"/>
                  <a:pt x="1793852" y="412527"/>
                </a:cubicBezTo>
                <a:cubicBezTo>
                  <a:pt x="1798709" y="412242"/>
                  <a:pt x="1799853" y="411861"/>
                  <a:pt x="1805282" y="415194"/>
                </a:cubicBezTo>
                <a:cubicBezTo>
                  <a:pt x="1810711" y="418433"/>
                  <a:pt x="1805282" y="429863"/>
                  <a:pt x="1804710" y="434626"/>
                </a:cubicBezTo>
                <a:cubicBezTo>
                  <a:pt x="1804139" y="439483"/>
                  <a:pt x="1803282" y="437960"/>
                  <a:pt x="1802043" y="435863"/>
                </a:cubicBezTo>
                <a:cubicBezTo>
                  <a:pt x="1800805" y="433768"/>
                  <a:pt x="1799662" y="432911"/>
                  <a:pt x="1796042" y="433768"/>
                </a:cubicBezTo>
                <a:cubicBezTo>
                  <a:pt x="1792423" y="434720"/>
                  <a:pt x="1787280" y="432626"/>
                  <a:pt x="1786422" y="435006"/>
                </a:cubicBezTo>
                <a:cubicBezTo>
                  <a:pt x="1785470" y="437388"/>
                  <a:pt x="1784898" y="438341"/>
                  <a:pt x="1782803" y="436816"/>
                </a:cubicBezTo>
                <a:cubicBezTo>
                  <a:pt x="1780707" y="435293"/>
                  <a:pt x="1778231" y="438911"/>
                  <a:pt x="1779469" y="442531"/>
                </a:cubicBezTo>
                <a:cubicBezTo>
                  <a:pt x="1780707" y="446150"/>
                  <a:pt x="1780993" y="446150"/>
                  <a:pt x="1780993" y="450914"/>
                </a:cubicBezTo>
                <a:cubicBezTo>
                  <a:pt x="1780993" y="455770"/>
                  <a:pt x="1782517" y="456629"/>
                  <a:pt x="1785184" y="456629"/>
                </a:cubicBezTo>
                <a:cubicBezTo>
                  <a:pt x="1787946" y="456629"/>
                  <a:pt x="1788518" y="456914"/>
                  <a:pt x="1786708" y="458437"/>
                </a:cubicBezTo>
                <a:cubicBezTo>
                  <a:pt x="1784993" y="459962"/>
                  <a:pt x="1785565" y="459962"/>
                  <a:pt x="1790042" y="459962"/>
                </a:cubicBezTo>
                <a:cubicBezTo>
                  <a:pt x="1794614" y="459962"/>
                  <a:pt x="1799091" y="460342"/>
                  <a:pt x="1801472" y="461201"/>
                </a:cubicBezTo>
                <a:cubicBezTo>
                  <a:pt x="1803853" y="462153"/>
                  <a:pt x="1804996" y="459486"/>
                  <a:pt x="1808330" y="454343"/>
                </a:cubicBezTo>
                <a:cubicBezTo>
                  <a:pt x="1811568" y="449198"/>
                  <a:pt x="1814616" y="448913"/>
                  <a:pt x="1816997" y="445007"/>
                </a:cubicBezTo>
                <a:cubicBezTo>
                  <a:pt x="1819379" y="441102"/>
                  <a:pt x="1822998" y="443198"/>
                  <a:pt x="1825380" y="443483"/>
                </a:cubicBezTo>
                <a:cubicBezTo>
                  <a:pt x="1827856" y="443770"/>
                  <a:pt x="1829571" y="443483"/>
                  <a:pt x="1830809" y="445294"/>
                </a:cubicBezTo>
                <a:cubicBezTo>
                  <a:pt x="1831952" y="447104"/>
                  <a:pt x="1833190" y="446246"/>
                  <a:pt x="1833190" y="442627"/>
                </a:cubicBezTo>
                <a:cubicBezTo>
                  <a:pt x="1833190" y="439102"/>
                  <a:pt x="1834047" y="437007"/>
                  <a:pt x="1837381" y="437864"/>
                </a:cubicBezTo>
                <a:cubicBezTo>
                  <a:pt x="1840715" y="438817"/>
                  <a:pt x="1851192" y="436340"/>
                  <a:pt x="1859288" y="433673"/>
                </a:cubicBezTo>
                <a:cubicBezTo>
                  <a:pt x="1867289" y="431005"/>
                  <a:pt x="1869385" y="430435"/>
                  <a:pt x="1872433" y="431291"/>
                </a:cubicBezTo>
                <a:cubicBezTo>
                  <a:pt x="1875386" y="432245"/>
                  <a:pt x="1877481" y="432529"/>
                  <a:pt x="1878720" y="431005"/>
                </a:cubicBezTo>
                <a:cubicBezTo>
                  <a:pt x="1879958" y="429578"/>
                  <a:pt x="1882910" y="428625"/>
                  <a:pt x="1887101" y="428339"/>
                </a:cubicBezTo>
                <a:cubicBezTo>
                  <a:pt x="1891293" y="428053"/>
                  <a:pt x="1886244" y="435863"/>
                  <a:pt x="1884720" y="437673"/>
                </a:cubicBezTo>
                <a:cubicBezTo>
                  <a:pt x="1883196" y="439483"/>
                  <a:pt x="1885578" y="440436"/>
                  <a:pt x="1887673" y="438911"/>
                </a:cubicBezTo>
                <a:cubicBezTo>
                  <a:pt x="1889768" y="437388"/>
                  <a:pt x="1890626" y="435863"/>
                  <a:pt x="1890626" y="430815"/>
                </a:cubicBezTo>
                <a:cubicBezTo>
                  <a:pt x="1890626" y="425671"/>
                  <a:pt x="1903770" y="424815"/>
                  <a:pt x="1911581" y="423291"/>
                </a:cubicBezTo>
                <a:cubicBezTo>
                  <a:pt x="1919391" y="421766"/>
                  <a:pt x="1921772" y="422053"/>
                  <a:pt x="1922344" y="423862"/>
                </a:cubicBezTo>
                <a:cubicBezTo>
                  <a:pt x="1922916" y="425671"/>
                  <a:pt x="1921392" y="425386"/>
                  <a:pt x="1918439" y="425671"/>
                </a:cubicBezTo>
                <a:cubicBezTo>
                  <a:pt x="1915486" y="425958"/>
                  <a:pt x="1913391" y="424815"/>
                  <a:pt x="1911581" y="431102"/>
                </a:cubicBezTo>
                <a:cubicBezTo>
                  <a:pt x="1909866" y="437388"/>
                  <a:pt x="1907390" y="435006"/>
                  <a:pt x="1904437" y="435293"/>
                </a:cubicBezTo>
                <a:cubicBezTo>
                  <a:pt x="1901484" y="435578"/>
                  <a:pt x="1905675" y="439483"/>
                  <a:pt x="1909580" y="439483"/>
                </a:cubicBezTo>
                <a:cubicBezTo>
                  <a:pt x="1913486" y="439483"/>
                  <a:pt x="1915296" y="439198"/>
                  <a:pt x="1917391" y="441008"/>
                </a:cubicBezTo>
                <a:cubicBezTo>
                  <a:pt x="1919487" y="442816"/>
                  <a:pt x="1919772" y="443102"/>
                  <a:pt x="1921010" y="439483"/>
                </a:cubicBezTo>
                <a:cubicBezTo>
                  <a:pt x="1922154" y="435863"/>
                  <a:pt x="1924535" y="436150"/>
                  <a:pt x="1932060" y="434340"/>
                </a:cubicBezTo>
                <a:cubicBezTo>
                  <a:pt x="1939489" y="432529"/>
                  <a:pt x="1943394" y="436435"/>
                  <a:pt x="1949395" y="439102"/>
                </a:cubicBezTo>
                <a:cubicBezTo>
                  <a:pt x="1955396" y="441769"/>
                  <a:pt x="1961682" y="437292"/>
                  <a:pt x="1967112" y="435482"/>
                </a:cubicBezTo>
                <a:cubicBezTo>
                  <a:pt x="1972446" y="433673"/>
                  <a:pt x="1978732" y="433959"/>
                  <a:pt x="1983876" y="433959"/>
                </a:cubicBezTo>
                <a:cubicBezTo>
                  <a:pt x="1989019" y="433959"/>
                  <a:pt x="1987495" y="439674"/>
                  <a:pt x="1985400" y="440531"/>
                </a:cubicBezTo>
                <a:cubicBezTo>
                  <a:pt x="1983304" y="441484"/>
                  <a:pt x="1981875" y="443294"/>
                  <a:pt x="1982447" y="445675"/>
                </a:cubicBezTo>
                <a:cubicBezTo>
                  <a:pt x="1983114" y="448055"/>
                  <a:pt x="1987876" y="446912"/>
                  <a:pt x="1989972" y="443579"/>
                </a:cubicBezTo>
                <a:cubicBezTo>
                  <a:pt x="1992067" y="440340"/>
                  <a:pt x="1996925" y="441769"/>
                  <a:pt x="2001687" y="441198"/>
                </a:cubicBezTo>
                <a:cubicBezTo>
                  <a:pt x="2006450" y="440627"/>
                  <a:pt x="2008831" y="437007"/>
                  <a:pt x="2010641" y="434912"/>
                </a:cubicBezTo>
                <a:cubicBezTo>
                  <a:pt x="2012451" y="432815"/>
                  <a:pt x="2011593" y="431673"/>
                  <a:pt x="2009784" y="431959"/>
                </a:cubicBezTo>
                <a:cubicBezTo>
                  <a:pt x="2007974" y="432245"/>
                  <a:pt x="2007402" y="431387"/>
                  <a:pt x="2007402" y="428053"/>
                </a:cubicBezTo>
                <a:cubicBezTo>
                  <a:pt x="2007402" y="424720"/>
                  <a:pt x="2010355" y="422339"/>
                  <a:pt x="2015784" y="418147"/>
                </a:cubicBezTo>
                <a:cubicBezTo>
                  <a:pt x="2021214" y="413957"/>
                  <a:pt x="2022928" y="419385"/>
                  <a:pt x="2032263" y="421766"/>
                </a:cubicBezTo>
                <a:cubicBezTo>
                  <a:pt x="2041502" y="424147"/>
                  <a:pt x="2052932" y="430721"/>
                  <a:pt x="2057123" y="432815"/>
                </a:cubicBezTo>
                <a:cubicBezTo>
                  <a:pt x="2061314" y="434912"/>
                  <a:pt x="2062838" y="434912"/>
                  <a:pt x="2062552" y="437292"/>
                </a:cubicBezTo>
                <a:cubicBezTo>
                  <a:pt x="2062266" y="439674"/>
                  <a:pt x="2061695" y="440816"/>
                  <a:pt x="2064647" y="440246"/>
                </a:cubicBezTo>
                <a:cubicBezTo>
                  <a:pt x="2067696" y="439579"/>
                  <a:pt x="2073696" y="442913"/>
                  <a:pt x="2073982" y="445007"/>
                </a:cubicBezTo>
                <a:cubicBezTo>
                  <a:pt x="2074268" y="447104"/>
                  <a:pt x="2072839" y="445865"/>
                  <a:pt x="2075792" y="447675"/>
                </a:cubicBezTo>
                <a:cubicBezTo>
                  <a:pt x="2078745" y="449485"/>
                  <a:pt x="2081793" y="449485"/>
                  <a:pt x="2086555" y="455486"/>
                </a:cubicBezTo>
                <a:cubicBezTo>
                  <a:pt x="2091413" y="461486"/>
                  <a:pt x="2092556" y="464533"/>
                  <a:pt x="2091984" y="469583"/>
                </a:cubicBezTo>
                <a:cubicBezTo>
                  <a:pt x="2091413" y="474631"/>
                  <a:pt x="2095604" y="469202"/>
                  <a:pt x="2097985" y="468343"/>
                </a:cubicBezTo>
                <a:cubicBezTo>
                  <a:pt x="2100366" y="467392"/>
                  <a:pt x="2102176" y="467106"/>
                  <a:pt x="2102462" y="464438"/>
                </a:cubicBezTo>
                <a:cubicBezTo>
                  <a:pt x="2102747" y="461772"/>
                  <a:pt x="2106367" y="457581"/>
                  <a:pt x="2110272" y="455770"/>
                </a:cubicBezTo>
                <a:cubicBezTo>
                  <a:pt x="2114178" y="454056"/>
                  <a:pt x="2110558" y="451961"/>
                  <a:pt x="2107891" y="450723"/>
                </a:cubicBezTo>
                <a:cubicBezTo>
                  <a:pt x="2105224" y="449485"/>
                  <a:pt x="2105224" y="440150"/>
                  <a:pt x="2107034" y="439293"/>
                </a:cubicBezTo>
                <a:cubicBezTo>
                  <a:pt x="2108843" y="438436"/>
                  <a:pt x="2108843" y="436340"/>
                  <a:pt x="2107320" y="436340"/>
                </a:cubicBezTo>
                <a:cubicBezTo>
                  <a:pt x="2105796" y="436340"/>
                  <a:pt x="2104367" y="437007"/>
                  <a:pt x="2102843" y="435482"/>
                </a:cubicBezTo>
                <a:cubicBezTo>
                  <a:pt x="2101319" y="433959"/>
                  <a:pt x="2099795" y="433388"/>
                  <a:pt x="2097699" y="433673"/>
                </a:cubicBezTo>
                <a:cubicBezTo>
                  <a:pt x="2095604" y="434054"/>
                  <a:pt x="2093794" y="432529"/>
                  <a:pt x="2096175" y="430721"/>
                </a:cubicBezTo>
                <a:cubicBezTo>
                  <a:pt x="2098557" y="428911"/>
                  <a:pt x="2099128" y="428053"/>
                  <a:pt x="2098557" y="424147"/>
                </a:cubicBezTo>
                <a:cubicBezTo>
                  <a:pt x="2097985" y="420815"/>
                  <a:pt x="2098842" y="419672"/>
                  <a:pt x="2100938" y="421766"/>
                </a:cubicBezTo>
                <a:cubicBezTo>
                  <a:pt x="2102747" y="423576"/>
                  <a:pt x="2103891" y="422339"/>
                  <a:pt x="2103319" y="420242"/>
                </a:cubicBezTo>
                <a:cubicBezTo>
                  <a:pt x="2102652" y="418147"/>
                  <a:pt x="2103891" y="416623"/>
                  <a:pt x="2105986" y="414528"/>
                </a:cubicBezTo>
                <a:cubicBezTo>
                  <a:pt x="2108082" y="412337"/>
                  <a:pt x="2109510" y="406718"/>
                  <a:pt x="2108653" y="405193"/>
                </a:cubicBezTo>
                <a:cubicBezTo>
                  <a:pt x="2107701" y="403765"/>
                  <a:pt x="2107415" y="403765"/>
                  <a:pt x="2111320" y="398621"/>
                </a:cubicBezTo>
                <a:cubicBezTo>
                  <a:pt x="2115225" y="393573"/>
                  <a:pt x="2125703" y="391192"/>
                  <a:pt x="2135609" y="389667"/>
                </a:cubicBezTo>
                <a:cubicBezTo>
                  <a:pt x="2145515" y="388238"/>
                  <a:pt x="2153325" y="376523"/>
                  <a:pt x="2155707" y="372331"/>
                </a:cubicBezTo>
                <a:cubicBezTo>
                  <a:pt x="2158088" y="368140"/>
                  <a:pt x="2166755" y="362425"/>
                  <a:pt x="2170947" y="359759"/>
                </a:cubicBezTo>
                <a:cubicBezTo>
                  <a:pt x="2175138" y="356997"/>
                  <a:pt x="2176662" y="358521"/>
                  <a:pt x="2175138" y="360617"/>
                </a:cubicBezTo>
                <a:cubicBezTo>
                  <a:pt x="2173614" y="362711"/>
                  <a:pt x="2173042" y="363379"/>
                  <a:pt x="2177233" y="364236"/>
                </a:cubicBezTo>
                <a:cubicBezTo>
                  <a:pt x="2181424" y="365093"/>
                  <a:pt x="2201141" y="367856"/>
                  <a:pt x="2207427" y="370713"/>
                </a:cubicBezTo>
                <a:cubicBezTo>
                  <a:pt x="2211333" y="372428"/>
                  <a:pt x="2205522" y="376619"/>
                  <a:pt x="2203141" y="382334"/>
                </a:cubicBezTo>
                <a:cubicBezTo>
                  <a:pt x="2200760" y="388048"/>
                  <a:pt x="2199617" y="389095"/>
                  <a:pt x="2196283" y="393573"/>
                </a:cubicBezTo>
                <a:cubicBezTo>
                  <a:pt x="2192949" y="398049"/>
                  <a:pt x="2193521" y="396907"/>
                  <a:pt x="2189901" y="397764"/>
                </a:cubicBezTo>
                <a:cubicBezTo>
                  <a:pt x="2186282" y="398717"/>
                  <a:pt x="2184186" y="402049"/>
                  <a:pt x="2185425" y="405288"/>
                </a:cubicBezTo>
                <a:cubicBezTo>
                  <a:pt x="2187615" y="411290"/>
                  <a:pt x="2184758" y="415481"/>
                  <a:pt x="2181805" y="421481"/>
                </a:cubicBezTo>
                <a:cubicBezTo>
                  <a:pt x="2178852" y="427481"/>
                  <a:pt x="2175042" y="426243"/>
                  <a:pt x="2173709" y="434054"/>
                </a:cubicBezTo>
                <a:cubicBezTo>
                  <a:pt x="2171709" y="446246"/>
                  <a:pt x="2168660" y="441864"/>
                  <a:pt x="2165041" y="448437"/>
                </a:cubicBezTo>
                <a:cubicBezTo>
                  <a:pt x="2161422" y="455105"/>
                  <a:pt x="2162374" y="458057"/>
                  <a:pt x="2164755" y="461962"/>
                </a:cubicBezTo>
                <a:cubicBezTo>
                  <a:pt x="2167137" y="465868"/>
                  <a:pt x="2170470" y="470630"/>
                  <a:pt x="2164184" y="473011"/>
                </a:cubicBezTo>
                <a:cubicBezTo>
                  <a:pt x="2157897" y="475393"/>
                  <a:pt x="2155516" y="482345"/>
                  <a:pt x="2152468" y="487109"/>
                </a:cubicBezTo>
                <a:cubicBezTo>
                  <a:pt x="2149515" y="491966"/>
                  <a:pt x="2141133" y="492252"/>
                  <a:pt x="2139324" y="494348"/>
                </a:cubicBezTo>
                <a:cubicBezTo>
                  <a:pt x="2137514" y="496443"/>
                  <a:pt x="2137514" y="496157"/>
                  <a:pt x="2134561" y="496443"/>
                </a:cubicBezTo>
                <a:cubicBezTo>
                  <a:pt x="2131608" y="496729"/>
                  <a:pt x="2132466" y="496729"/>
                  <a:pt x="2131608" y="499110"/>
                </a:cubicBezTo>
                <a:cubicBezTo>
                  <a:pt x="2130656" y="501491"/>
                  <a:pt x="2127036" y="500919"/>
                  <a:pt x="2124084" y="503301"/>
                </a:cubicBezTo>
                <a:cubicBezTo>
                  <a:pt x="2121131" y="505682"/>
                  <a:pt x="2118654" y="505967"/>
                  <a:pt x="2115701" y="505682"/>
                </a:cubicBezTo>
                <a:cubicBezTo>
                  <a:pt x="2112749" y="505301"/>
                  <a:pt x="2111796" y="505301"/>
                  <a:pt x="2113606" y="508634"/>
                </a:cubicBezTo>
                <a:cubicBezTo>
                  <a:pt x="2115321" y="511968"/>
                  <a:pt x="2109415" y="512825"/>
                  <a:pt x="2106081" y="514064"/>
                </a:cubicBezTo>
                <a:cubicBezTo>
                  <a:pt x="2102843" y="515302"/>
                  <a:pt x="2099223" y="514064"/>
                  <a:pt x="2097128" y="509302"/>
                </a:cubicBezTo>
                <a:cubicBezTo>
                  <a:pt x="2095032" y="504539"/>
                  <a:pt x="2086936" y="503301"/>
                  <a:pt x="2083031" y="503015"/>
                </a:cubicBezTo>
                <a:cubicBezTo>
                  <a:pt x="2079126" y="502730"/>
                  <a:pt x="2078554" y="503301"/>
                  <a:pt x="2080364" y="504824"/>
                </a:cubicBezTo>
                <a:cubicBezTo>
                  <a:pt x="2082174" y="506349"/>
                  <a:pt x="2083126" y="506349"/>
                  <a:pt x="2085793" y="510540"/>
                </a:cubicBezTo>
                <a:cubicBezTo>
                  <a:pt x="2088460" y="514731"/>
                  <a:pt x="2092365" y="517112"/>
                  <a:pt x="2097795" y="518351"/>
                </a:cubicBezTo>
                <a:cubicBezTo>
                  <a:pt x="2103224" y="519589"/>
                  <a:pt x="2109510" y="518921"/>
                  <a:pt x="2114273" y="520159"/>
                </a:cubicBezTo>
                <a:cubicBezTo>
                  <a:pt x="2119035" y="521303"/>
                  <a:pt x="2122083" y="522541"/>
                  <a:pt x="2124464" y="518351"/>
                </a:cubicBezTo>
                <a:cubicBezTo>
                  <a:pt x="2126846" y="514159"/>
                  <a:pt x="2133132" y="514444"/>
                  <a:pt x="2139133" y="512064"/>
                </a:cubicBezTo>
                <a:cubicBezTo>
                  <a:pt x="2145134" y="509683"/>
                  <a:pt x="2151135" y="506921"/>
                  <a:pt x="2153516" y="503968"/>
                </a:cubicBezTo>
                <a:cubicBezTo>
                  <a:pt x="2155897" y="500919"/>
                  <a:pt x="2157993" y="498824"/>
                  <a:pt x="2161898" y="497967"/>
                </a:cubicBezTo>
                <a:cubicBezTo>
                  <a:pt x="2165708" y="497015"/>
                  <a:pt x="2165708" y="496157"/>
                  <a:pt x="2169042" y="494348"/>
                </a:cubicBezTo>
                <a:cubicBezTo>
                  <a:pt x="2172280" y="492538"/>
                  <a:pt x="2177424" y="484155"/>
                  <a:pt x="2177995" y="478440"/>
                </a:cubicBezTo>
                <a:cubicBezTo>
                  <a:pt x="2178567" y="472821"/>
                  <a:pt x="2178281" y="471869"/>
                  <a:pt x="2180662" y="467392"/>
                </a:cubicBezTo>
                <a:cubicBezTo>
                  <a:pt x="2183043" y="462915"/>
                  <a:pt x="2195616" y="465011"/>
                  <a:pt x="2201331" y="464724"/>
                </a:cubicBezTo>
                <a:cubicBezTo>
                  <a:pt x="2207046" y="464438"/>
                  <a:pt x="2208285" y="463867"/>
                  <a:pt x="2208856" y="466535"/>
                </a:cubicBezTo>
                <a:cubicBezTo>
                  <a:pt x="2209428" y="469297"/>
                  <a:pt x="2209713" y="467487"/>
                  <a:pt x="2213047" y="472249"/>
                </a:cubicBezTo>
                <a:cubicBezTo>
                  <a:pt x="2216285" y="477012"/>
                  <a:pt x="2210666" y="483870"/>
                  <a:pt x="2209142" y="487490"/>
                </a:cubicBezTo>
                <a:cubicBezTo>
                  <a:pt x="2207618" y="491108"/>
                  <a:pt x="2207046" y="490538"/>
                  <a:pt x="2209713" y="493204"/>
                </a:cubicBezTo>
                <a:cubicBezTo>
                  <a:pt x="2212380" y="495872"/>
                  <a:pt x="2217524" y="495300"/>
                  <a:pt x="2221715" y="495300"/>
                </a:cubicBezTo>
                <a:cubicBezTo>
                  <a:pt x="2225906" y="495300"/>
                  <a:pt x="2221429" y="492823"/>
                  <a:pt x="2216952" y="491966"/>
                </a:cubicBezTo>
                <a:cubicBezTo>
                  <a:pt x="2212476" y="491108"/>
                  <a:pt x="2212761" y="489871"/>
                  <a:pt x="2213333" y="485680"/>
                </a:cubicBezTo>
                <a:cubicBezTo>
                  <a:pt x="2213904" y="481488"/>
                  <a:pt x="2214666" y="478440"/>
                  <a:pt x="2218381" y="480251"/>
                </a:cubicBezTo>
                <a:cubicBezTo>
                  <a:pt x="2224763" y="483488"/>
                  <a:pt x="2222858" y="478440"/>
                  <a:pt x="2222572" y="473964"/>
                </a:cubicBezTo>
                <a:cubicBezTo>
                  <a:pt x="2222286" y="469487"/>
                  <a:pt x="2218953" y="463772"/>
                  <a:pt x="2216000" y="463200"/>
                </a:cubicBezTo>
                <a:cubicBezTo>
                  <a:pt x="2212952" y="462629"/>
                  <a:pt x="2211142" y="463487"/>
                  <a:pt x="2208475" y="460820"/>
                </a:cubicBezTo>
                <a:cubicBezTo>
                  <a:pt x="2205808" y="458153"/>
                  <a:pt x="2202189" y="457867"/>
                  <a:pt x="2199522" y="458437"/>
                </a:cubicBezTo>
                <a:cubicBezTo>
                  <a:pt x="2196759" y="459009"/>
                  <a:pt x="2191711" y="457867"/>
                  <a:pt x="2189616" y="456343"/>
                </a:cubicBezTo>
                <a:cubicBezTo>
                  <a:pt x="2187520" y="454914"/>
                  <a:pt x="2183329" y="453961"/>
                  <a:pt x="2180662" y="453390"/>
                </a:cubicBezTo>
                <a:cubicBezTo>
                  <a:pt x="2177900" y="452723"/>
                  <a:pt x="2175804" y="451009"/>
                  <a:pt x="2179424" y="449771"/>
                </a:cubicBezTo>
                <a:cubicBezTo>
                  <a:pt x="2182948" y="448628"/>
                  <a:pt x="2183901" y="444056"/>
                  <a:pt x="2186282" y="441102"/>
                </a:cubicBezTo>
                <a:cubicBezTo>
                  <a:pt x="2188663" y="438055"/>
                  <a:pt x="2188663" y="437197"/>
                  <a:pt x="2189235" y="435388"/>
                </a:cubicBezTo>
                <a:cubicBezTo>
                  <a:pt x="2189806" y="433578"/>
                  <a:pt x="2190473" y="434720"/>
                  <a:pt x="2197902" y="428816"/>
                </a:cubicBezTo>
                <a:cubicBezTo>
                  <a:pt x="2203617" y="424339"/>
                  <a:pt x="2197902" y="410812"/>
                  <a:pt x="2196093" y="408145"/>
                </a:cubicBezTo>
                <a:cubicBezTo>
                  <a:pt x="2194283" y="405478"/>
                  <a:pt x="2202379" y="403003"/>
                  <a:pt x="2205046" y="400335"/>
                </a:cubicBezTo>
                <a:cubicBezTo>
                  <a:pt x="2207713" y="397574"/>
                  <a:pt x="2207999" y="395763"/>
                  <a:pt x="2211618" y="394906"/>
                </a:cubicBezTo>
                <a:cubicBezTo>
                  <a:pt x="2215238" y="394049"/>
                  <a:pt x="2218286" y="391953"/>
                  <a:pt x="2225430" y="388048"/>
                </a:cubicBezTo>
                <a:cubicBezTo>
                  <a:pt x="2232668" y="384143"/>
                  <a:pt x="2232954" y="380905"/>
                  <a:pt x="2235335" y="374333"/>
                </a:cubicBezTo>
                <a:cubicBezTo>
                  <a:pt x="2237717" y="367760"/>
                  <a:pt x="2239812" y="370713"/>
                  <a:pt x="2240098" y="374617"/>
                </a:cubicBezTo>
                <a:cubicBezTo>
                  <a:pt x="2240289" y="377666"/>
                  <a:pt x="2237431" y="384429"/>
                  <a:pt x="2233812" y="388333"/>
                </a:cubicBezTo>
                <a:cubicBezTo>
                  <a:pt x="2230192" y="392240"/>
                  <a:pt x="2228097" y="393383"/>
                  <a:pt x="2229621" y="396715"/>
                </a:cubicBezTo>
                <a:cubicBezTo>
                  <a:pt x="2231145" y="400050"/>
                  <a:pt x="2229335" y="401573"/>
                  <a:pt x="2225144" y="404527"/>
                </a:cubicBezTo>
                <a:cubicBezTo>
                  <a:pt x="2220953" y="407480"/>
                  <a:pt x="2240098" y="411956"/>
                  <a:pt x="2246099" y="413195"/>
                </a:cubicBezTo>
                <a:cubicBezTo>
                  <a:pt x="2252100" y="414433"/>
                  <a:pt x="2253338" y="417385"/>
                  <a:pt x="2257814" y="419194"/>
                </a:cubicBezTo>
                <a:cubicBezTo>
                  <a:pt x="2262291" y="421005"/>
                  <a:pt x="2261148" y="418052"/>
                  <a:pt x="2259339" y="416527"/>
                </a:cubicBezTo>
                <a:cubicBezTo>
                  <a:pt x="2257529" y="415004"/>
                  <a:pt x="2257814" y="414433"/>
                  <a:pt x="2257243" y="412052"/>
                </a:cubicBezTo>
                <a:cubicBezTo>
                  <a:pt x="2256672" y="409670"/>
                  <a:pt x="2256005" y="408813"/>
                  <a:pt x="2253338" y="409099"/>
                </a:cubicBezTo>
                <a:cubicBezTo>
                  <a:pt x="2250576" y="409385"/>
                  <a:pt x="2247623" y="405193"/>
                  <a:pt x="2241908" y="401573"/>
                </a:cubicBezTo>
                <a:cubicBezTo>
                  <a:pt x="2236193" y="397955"/>
                  <a:pt x="2239812" y="396811"/>
                  <a:pt x="2246385" y="393192"/>
                </a:cubicBezTo>
                <a:cubicBezTo>
                  <a:pt x="2252957" y="389572"/>
                  <a:pt x="2254481" y="392620"/>
                  <a:pt x="2257434" y="394716"/>
                </a:cubicBezTo>
                <a:cubicBezTo>
                  <a:pt x="2260482" y="396811"/>
                  <a:pt x="2264958" y="398240"/>
                  <a:pt x="2267625" y="397669"/>
                </a:cubicBezTo>
                <a:cubicBezTo>
                  <a:pt x="2270292" y="397096"/>
                  <a:pt x="2266387" y="392240"/>
                  <a:pt x="2264006" y="391381"/>
                </a:cubicBezTo>
                <a:cubicBezTo>
                  <a:pt x="2261625" y="390430"/>
                  <a:pt x="2260101" y="387763"/>
                  <a:pt x="2262482" y="388048"/>
                </a:cubicBezTo>
                <a:cubicBezTo>
                  <a:pt x="2264863" y="388333"/>
                  <a:pt x="2266673" y="388048"/>
                  <a:pt x="2269054" y="385953"/>
                </a:cubicBezTo>
                <a:cubicBezTo>
                  <a:pt x="2271435" y="383857"/>
                  <a:pt x="2272674" y="385571"/>
                  <a:pt x="2279817" y="386810"/>
                </a:cubicBezTo>
                <a:cubicBezTo>
                  <a:pt x="2286961" y="387952"/>
                  <a:pt x="2290295" y="390335"/>
                  <a:pt x="2290866" y="391573"/>
                </a:cubicBezTo>
                <a:cubicBezTo>
                  <a:pt x="2291533" y="392810"/>
                  <a:pt x="2293914" y="395192"/>
                  <a:pt x="2296296" y="395478"/>
                </a:cubicBezTo>
                <a:cubicBezTo>
                  <a:pt x="2298677" y="395763"/>
                  <a:pt x="2300201" y="395763"/>
                  <a:pt x="2299915" y="397574"/>
                </a:cubicBezTo>
                <a:cubicBezTo>
                  <a:pt x="2299629" y="399383"/>
                  <a:pt x="2298105" y="399383"/>
                  <a:pt x="2300201" y="400240"/>
                </a:cubicBezTo>
                <a:cubicBezTo>
                  <a:pt x="2302296" y="401192"/>
                  <a:pt x="2302868" y="401478"/>
                  <a:pt x="2306487" y="404145"/>
                </a:cubicBezTo>
                <a:cubicBezTo>
                  <a:pt x="2310107" y="406812"/>
                  <a:pt x="2313345" y="406812"/>
                  <a:pt x="2318489" y="406527"/>
                </a:cubicBezTo>
                <a:cubicBezTo>
                  <a:pt x="2323632" y="406241"/>
                  <a:pt x="2324775" y="406241"/>
                  <a:pt x="2322394" y="409860"/>
                </a:cubicBezTo>
                <a:cubicBezTo>
                  <a:pt x="2320013" y="413480"/>
                  <a:pt x="2317632" y="414051"/>
                  <a:pt x="2313726" y="414337"/>
                </a:cubicBezTo>
                <a:cubicBezTo>
                  <a:pt x="2309821" y="414718"/>
                  <a:pt x="2310393" y="415289"/>
                  <a:pt x="2310107" y="417385"/>
                </a:cubicBezTo>
                <a:cubicBezTo>
                  <a:pt x="2309821" y="419481"/>
                  <a:pt x="2304392" y="423100"/>
                  <a:pt x="2303820" y="424910"/>
                </a:cubicBezTo>
                <a:cubicBezTo>
                  <a:pt x="2303249" y="426720"/>
                  <a:pt x="2305630" y="427957"/>
                  <a:pt x="2302010" y="430624"/>
                </a:cubicBezTo>
                <a:cubicBezTo>
                  <a:pt x="2300487" y="431767"/>
                  <a:pt x="2298677" y="431197"/>
                  <a:pt x="2300201" y="433578"/>
                </a:cubicBezTo>
                <a:cubicBezTo>
                  <a:pt x="2301630" y="436054"/>
                  <a:pt x="2302296" y="433578"/>
                  <a:pt x="2304963" y="430624"/>
                </a:cubicBezTo>
                <a:cubicBezTo>
                  <a:pt x="2307630" y="427576"/>
                  <a:pt x="2309154" y="427006"/>
                  <a:pt x="2310012" y="430911"/>
                </a:cubicBezTo>
                <a:cubicBezTo>
                  <a:pt x="2310869" y="434816"/>
                  <a:pt x="2307630" y="438722"/>
                  <a:pt x="2304582" y="440816"/>
                </a:cubicBezTo>
                <a:cubicBezTo>
                  <a:pt x="2301630" y="442913"/>
                  <a:pt x="2301058" y="446150"/>
                  <a:pt x="2303725" y="447675"/>
                </a:cubicBezTo>
                <a:cubicBezTo>
                  <a:pt x="2306392" y="449198"/>
                  <a:pt x="2306678" y="451295"/>
                  <a:pt x="2306392" y="453676"/>
                </a:cubicBezTo>
                <a:cubicBezTo>
                  <a:pt x="2306106" y="456057"/>
                  <a:pt x="2310012" y="457867"/>
                  <a:pt x="2313917" y="459962"/>
                </a:cubicBezTo>
                <a:cubicBezTo>
                  <a:pt x="2317727" y="462058"/>
                  <a:pt x="2317441" y="458819"/>
                  <a:pt x="2314774" y="457010"/>
                </a:cubicBezTo>
                <a:cubicBezTo>
                  <a:pt x="2312107" y="455199"/>
                  <a:pt x="2310012" y="450342"/>
                  <a:pt x="2307630" y="447389"/>
                </a:cubicBezTo>
                <a:cubicBezTo>
                  <a:pt x="2305154" y="444340"/>
                  <a:pt x="2307916" y="440721"/>
                  <a:pt x="2310583" y="441960"/>
                </a:cubicBezTo>
                <a:cubicBezTo>
                  <a:pt x="2313345" y="443102"/>
                  <a:pt x="2313345" y="443770"/>
                  <a:pt x="2316012" y="442245"/>
                </a:cubicBezTo>
                <a:cubicBezTo>
                  <a:pt x="2318679" y="440721"/>
                  <a:pt x="2318393" y="439483"/>
                  <a:pt x="2318393" y="434720"/>
                </a:cubicBezTo>
                <a:cubicBezTo>
                  <a:pt x="2318393" y="429863"/>
                  <a:pt x="2318965" y="428339"/>
                  <a:pt x="2316298" y="425386"/>
                </a:cubicBezTo>
                <a:cubicBezTo>
                  <a:pt x="2313536" y="422434"/>
                  <a:pt x="2323728" y="413099"/>
                  <a:pt x="2327061" y="410718"/>
                </a:cubicBezTo>
                <a:cubicBezTo>
                  <a:pt x="2330300" y="408242"/>
                  <a:pt x="2327347" y="401954"/>
                  <a:pt x="2323442" y="401384"/>
                </a:cubicBezTo>
                <a:cubicBezTo>
                  <a:pt x="2319537" y="400812"/>
                  <a:pt x="2318679" y="399288"/>
                  <a:pt x="2318679" y="395097"/>
                </a:cubicBezTo>
                <a:cubicBezTo>
                  <a:pt x="2318679" y="390905"/>
                  <a:pt x="2313631" y="389954"/>
                  <a:pt x="2310583" y="389095"/>
                </a:cubicBezTo>
                <a:cubicBezTo>
                  <a:pt x="2307535" y="388144"/>
                  <a:pt x="2304582" y="383952"/>
                  <a:pt x="2306678" y="381000"/>
                </a:cubicBezTo>
                <a:cubicBezTo>
                  <a:pt x="2308773" y="377952"/>
                  <a:pt x="2309345" y="377381"/>
                  <a:pt x="2308488" y="373474"/>
                </a:cubicBezTo>
                <a:cubicBezTo>
                  <a:pt x="2307630" y="369569"/>
                  <a:pt x="2309345" y="367189"/>
                  <a:pt x="2314774" y="362997"/>
                </a:cubicBezTo>
                <a:cubicBezTo>
                  <a:pt x="2320108" y="358806"/>
                  <a:pt x="2327633" y="358806"/>
                  <a:pt x="2332110" y="360901"/>
                </a:cubicBezTo>
                <a:cubicBezTo>
                  <a:pt x="2336682" y="362997"/>
                  <a:pt x="2338777" y="363283"/>
                  <a:pt x="2347730" y="363855"/>
                </a:cubicBezTo>
                <a:cubicBezTo>
                  <a:pt x="2356684" y="364426"/>
                  <a:pt x="2366304" y="365284"/>
                  <a:pt x="2370210" y="366807"/>
                </a:cubicBezTo>
                <a:cubicBezTo>
                  <a:pt x="2374020" y="368331"/>
                  <a:pt x="2375829" y="369283"/>
                  <a:pt x="2377353" y="368046"/>
                </a:cubicBezTo>
                <a:cubicBezTo>
                  <a:pt x="2378782" y="366807"/>
                  <a:pt x="2382116" y="364712"/>
                  <a:pt x="2386307" y="364141"/>
                </a:cubicBezTo>
                <a:cubicBezTo>
                  <a:pt x="2390498" y="363568"/>
                  <a:pt x="2393832" y="363568"/>
                  <a:pt x="2394117" y="365378"/>
                </a:cubicBezTo>
                <a:cubicBezTo>
                  <a:pt x="2394403" y="367189"/>
                  <a:pt x="2389355" y="369283"/>
                  <a:pt x="2383640" y="370142"/>
                </a:cubicBezTo>
                <a:cubicBezTo>
                  <a:pt x="2377925" y="371093"/>
                  <a:pt x="2386974" y="372237"/>
                  <a:pt x="2393832" y="371379"/>
                </a:cubicBezTo>
                <a:cubicBezTo>
                  <a:pt x="2400690" y="370427"/>
                  <a:pt x="2399547" y="366235"/>
                  <a:pt x="2400118" y="359378"/>
                </a:cubicBezTo>
                <a:cubicBezTo>
                  <a:pt x="2400690" y="352519"/>
                  <a:pt x="2397737" y="350711"/>
                  <a:pt x="2395927" y="350996"/>
                </a:cubicBezTo>
                <a:cubicBezTo>
                  <a:pt x="2394117" y="351281"/>
                  <a:pt x="2391069" y="350138"/>
                  <a:pt x="2392308" y="348329"/>
                </a:cubicBezTo>
                <a:cubicBezTo>
                  <a:pt x="2393546" y="346615"/>
                  <a:pt x="2398023" y="348043"/>
                  <a:pt x="2400404" y="349567"/>
                </a:cubicBezTo>
                <a:cubicBezTo>
                  <a:pt x="2402785" y="351092"/>
                  <a:pt x="2404023" y="352616"/>
                  <a:pt x="2404881" y="351092"/>
                </a:cubicBezTo>
                <a:cubicBezTo>
                  <a:pt x="2405738" y="349567"/>
                  <a:pt x="2399451" y="346328"/>
                  <a:pt x="2397070" y="344519"/>
                </a:cubicBezTo>
                <a:cubicBezTo>
                  <a:pt x="2394689" y="342710"/>
                  <a:pt x="2398023" y="342138"/>
                  <a:pt x="2400690" y="344234"/>
                </a:cubicBezTo>
                <a:cubicBezTo>
                  <a:pt x="2403452" y="346328"/>
                  <a:pt x="2406119" y="346900"/>
                  <a:pt x="2407929" y="345090"/>
                </a:cubicBezTo>
                <a:cubicBezTo>
                  <a:pt x="2409738" y="343280"/>
                  <a:pt x="2410024" y="342329"/>
                  <a:pt x="2414215" y="341757"/>
                </a:cubicBezTo>
                <a:cubicBezTo>
                  <a:pt x="2418406" y="341186"/>
                  <a:pt x="2415168" y="338803"/>
                  <a:pt x="2411548" y="337565"/>
                </a:cubicBezTo>
                <a:cubicBezTo>
                  <a:pt x="2408024" y="336423"/>
                  <a:pt x="2413644" y="334041"/>
                  <a:pt x="2419073" y="336995"/>
                </a:cubicBezTo>
                <a:cubicBezTo>
                  <a:pt x="2424502" y="340043"/>
                  <a:pt x="2427836" y="337565"/>
                  <a:pt x="2434694" y="334612"/>
                </a:cubicBezTo>
                <a:cubicBezTo>
                  <a:pt x="2441552" y="331564"/>
                  <a:pt x="2445743" y="331564"/>
                  <a:pt x="2447552" y="332803"/>
                </a:cubicBezTo>
                <a:cubicBezTo>
                  <a:pt x="2449362" y="333947"/>
                  <a:pt x="2454982" y="330708"/>
                  <a:pt x="2458316" y="329470"/>
                </a:cubicBezTo>
                <a:cubicBezTo>
                  <a:pt x="2461650" y="328326"/>
                  <a:pt x="2461935" y="327373"/>
                  <a:pt x="2464317" y="328897"/>
                </a:cubicBezTo>
                <a:cubicBezTo>
                  <a:pt x="2466698" y="330327"/>
                  <a:pt x="2469365" y="328517"/>
                  <a:pt x="2469365" y="328517"/>
                </a:cubicBezTo>
                <a:cubicBezTo>
                  <a:pt x="2469365" y="328517"/>
                  <a:pt x="2478033" y="324325"/>
                  <a:pt x="2484605" y="326326"/>
                </a:cubicBezTo>
                <a:cubicBezTo>
                  <a:pt x="2492130" y="328613"/>
                  <a:pt x="2495273" y="324517"/>
                  <a:pt x="2501464" y="326326"/>
                </a:cubicBezTo>
                <a:cubicBezTo>
                  <a:pt x="2507655" y="328135"/>
                  <a:pt x="2507655" y="323660"/>
                  <a:pt x="2500607" y="324136"/>
                </a:cubicBezTo>
                <a:cubicBezTo>
                  <a:pt x="2493558" y="324612"/>
                  <a:pt x="2490034" y="323279"/>
                  <a:pt x="2494416" y="320612"/>
                </a:cubicBezTo>
                <a:cubicBezTo>
                  <a:pt x="2498797" y="317945"/>
                  <a:pt x="2513466" y="321469"/>
                  <a:pt x="2520514" y="320612"/>
                </a:cubicBezTo>
                <a:cubicBezTo>
                  <a:pt x="2527658" y="319753"/>
                  <a:pt x="2535183" y="321945"/>
                  <a:pt x="2529849" y="324612"/>
                </a:cubicBezTo>
                <a:cubicBezTo>
                  <a:pt x="2524515" y="327278"/>
                  <a:pt x="2526324" y="331279"/>
                  <a:pt x="2531182" y="327278"/>
                </a:cubicBezTo>
                <a:cubicBezTo>
                  <a:pt x="2536040" y="323373"/>
                  <a:pt x="2536897" y="324897"/>
                  <a:pt x="2536040" y="326707"/>
                </a:cubicBezTo>
                <a:cubicBezTo>
                  <a:pt x="2535183" y="328517"/>
                  <a:pt x="2537754" y="329184"/>
                  <a:pt x="2539564" y="326992"/>
                </a:cubicBezTo>
                <a:cubicBezTo>
                  <a:pt x="2541374" y="324802"/>
                  <a:pt x="2541469" y="325754"/>
                  <a:pt x="2544422" y="326041"/>
                </a:cubicBezTo>
                <a:cubicBezTo>
                  <a:pt x="2546708" y="326326"/>
                  <a:pt x="2552423" y="323469"/>
                  <a:pt x="2555947" y="320326"/>
                </a:cubicBezTo>
                <a:cubicBezTo>
                  <a:pt x="2559567" y="317183"/>
                  <a:pt x="2571187" y="317658"/>
                  <a:pt x="2571473" y="321182"/>
                </a:cubicBezTo>
                <a:cubicBezTo>
                  <a:pt x="2571949" y="326516"/>
                  <a:pt x="2575569" y="322802"/>
                  <a:pt x="2576807" y="326135"/>
                </a:cubicBezTo>
                <a:cubicBezTo>
                  <a:pt x="2579378" y="333089"/>
                  <a:pt x="2581665" y="327373"/>
                  <a:pt x="2577664" y="321182"/>
                </a:cubicBezTo>
                <a:cubicBezTo>
                  <a:pt x="2573664" y="314992"/>
                  <a:pt x="2568044" y="315754"/>
                  <a:pt x="2570616" y="313182"/>
                </a:cubicBezTo>
                <a:cubicBezTo>
                  <a:pt x="2573949" y="309944"/>
                  <a:pt x="2575283" y="316610"/>
                  <a:pt x="2586141" y="315848"/>
                </a:cubicBezTo>
                <a:cubicBezTo>
                  <a:pt x="2593857" y="315278"/>
                  <a:pt x="2599857" y="321658"/>
                  <a:pt x="2607382" y="322517"/>
                </a:cubicBezTo>
                <a:cubicBezTo>
                  <a:pt x="2614907" y="323373"/>
                  <a:pt x="2611287" y="319659"/>
                  <a:pt x="2604620" y="318801"/>
                </a:cubicBezTo>
                <a:cubicBezTo>
                  <a:pt x="2599476" y="318134"/>
                  <a:pt x="2597190" y="309182"/>
                  <a:pt x="2602905" y="304990"/>
                </a:cubicBezTo>
                <a:cubicBezTo>
                  <a:pt x="2609001" y="300514"/>
                  <a:pt x="2611097" y="300514"/>
                  <a:pt x="2626527" y="292894"/>
                </a:cubicBezTo>
                <a:cubicBezTo>
                  <a:pt x="2632100" y="290131"/>
                  <a:pt x="2638005" y="289155"/>
                  <a:pt x="2642827" y="289191"/>
                </a:cubicBezTo>
                <a:close/>
                <a:moveTo>
                  <a:pt x="2682309" y="283548"/>
                </a:moveTo>
                <a:cubicBezTo>
                  <a:pt x="2685297" y="283441"/>
                  <a:pt x="2688297" y="283893"/>
                  <a:pt x="2687868" y="285465"/>
                </a:cubicBezTo>
                <a:cubicBezTo>
                  <a:pt x="2687868" y="287275"/>
                  <a:pt x="2677677" y="286417"/>
                  <a:pt x="2676819" y="284989"/>
                </a:cubicBezTo>
                <a:cubicBezTo>
                  <a:pt x="2676343" y="284322"/>
                  <a:pt x="2679320" y="283655"/>
                  <a:pt x="2682309" y="283548"/>
                </a:cubicBezTo>
                <a:close/>
                <a:moveTo>
                  <a:pt x="2679010" y="279273"/>
                </a:moveTo>
                <a:cubicBezTo>
                  <a:pt x="2679962" y="281082"/>
                  <a:pt x="2679010" y="280797"/>
                  <a:pt x="2676343" y="281750"/>
                </a:cubicBezTo>
                <a:cubicBezTo>
                  <a:pt x="2673676" y="282607"/>
                  <a:pt x="2669390" y="282797"/>
                  <a:pt x="2672343" y="280988"/>
                </a:cubicBezTo>
                <a:cubicBezTo>
                  <a:pt x="2676343" y="278415"/>
                  <a:pt x="2678439" y="277845"/>
                  <a:pt x="2679010" y="279273"/>
                </a:cubicBezTo>
                <a:close/>
                <a:moveTo>
                  <a:pt x="4627444" y="268890"/>
                </a:moveTo>
                <a:cubicBezTo>
                  <a:pt x="4630111" y="269557"/>
                  <a:pt x="4630492" y="273367"/>
                  <a:pt x="4629254" y="274605"/>
                </a:cubicBezTo>
                <a:cubicBezTo>
                  <a:pt x="4628016" y="275748"/>
                  <a:pt x="4626492" y="276034"/>
                  <a:pt x="4627730" y="277272"/>
                </a:cubicBezTo>
                <a:cubicBezTo>
                  <a:pt x="4628968" y="278415"/>
                  <a:pt x="4624777" y="281749"/>
                  <a:pt x="4624777" y="281749"/>
                </a:cubicBezTo>
                <a:cubicBezTo>
                  <a:pt x="4624777" y="281749"/>
                  <a:pt x="4624777" y="281749"/>
                  <a:pt x="4620967" y="284035"/>
                </a:cubicBezTo>
                <a:cubicBezTo>
                  <a:pt x="4617443" y="286130"/>
                  <a:pt x="4619157" y="287369"/>
                  <a:pt x="4622491" y="285559"/>
                </a:cubicBezTo>
                <a:cubicBezTo>
                  <a:pt x="4625825" y="283749"/>
                  <a:pt x="4631540" y="286797"/>
                  <a:pt x="4632111" y="291560"/>
                </a:cubicBezTo>
                <a:cubicBezTo>
                  <a:pt x="4632778" y="296322"/>
                  <a:pt x="4637541" y="297179"/>
                  <a:pt x="4637255" y="294512"/>
                </a:cubicBezTo>
                <a:cubicBezTo>
                  <a:pt x="4636969" y="291845"/>
                  <a:pt x="4640779" y="291179"/>
                  <a:pt x="4642017" y="294512"/>
                </a:cubicBezTo>
                <a:cubicBezTo>
                  <a:pt x="4643256" y="297751"/>
                  <a:pt x="4645923" y="298132"/>
                  <a:pt x="4647732" y="294798"/>
                </a:cubicBezTo>
                <a:cubicBezTo>
                  <a:pt x="4649542" y="291560"/>
                  <a:pt x="4651352" y="290321"/>
                  <a:pt x="4653162" y="291845"/>
                </a:cubicBezTo>
                <a:cubicBezTo>
                  <a:pt x="4654971" y="293274"/>
                  <a:pt x="4656210" y="295370"/>
                  <a:pt x="4658877" y="300799"/>
                </a:cubicBezTo>
                <a:cubicBezTo>
                  <a:pt x="4661639" y="306133"/>
                  <a:pt x="4669068" y="305847"/>
                  <a:pt x="4668497" y="309752"/>
                </a:cubicBezTo>
                <a:cubicBezTo>
                  <a:pt x="4667925" y="313658"/>
                  <a:pt x="4664306" y="313086"/>
                  <a:pt x="4662210" y="315753"/>
                </a:cubicBezTo>
                <a:cubicBezTo>
                  <a:pt x="4660115" y="318420"/>
                  <a:pt x="4658686" y="318420"/>
                  <a:pt x="4655352" y="317849"/>
                </a:cubicBezTo>
                <a:cubicBezTo>
                  <a:pt x="4652019" y="317182"/>
                  <a:pt x="4648399" y="318706"/>
                  <a:pt x="4650209" y="320516"/>
                </a:cubicBezTo>
                <a:cubicBezTo>
                  <a:pt x="4652019" y="322325"/>
                  <a:pt x="4652304" y="324707"/>
                  <a:pt x="4650780" y="326802"/>
                </a:cubicBezTo>
                <a:cubicBezTo>
                  <a:pt x="4649256" y="328898"/>
                  <a:pt x="4645923" y="332231"/>
                  <a:pt x="4643256" y="328040"/>
                </a:cubicBezTo>
                <a:cubicBezTo>
                  <a:pt x="4640589" y="323849"/>
                  <a:pt x="4632207" y="318420"/>
                  <a:pt x="4626777" y="318420"/>
                </a:cubicBezTo>
                <a:cubicBezTo>
                  <a:pt x="4621348" y="318420"/>
                  <a:pt x="4618110" y="316610"/>
                  <a:pt x="4616871" y="314515"/>
                </a:cubicBezTo>
                <a:cubicBezTo>
                  <a:pt x="4615633" y="312419"/>
                  <a:pt x="4612395" y="311467"/>
                  <a:pt x="4610870" y="312991"/>
                </a:cubicBezTo>
                <a:cubicBezTo>
                  <a:pt x="4609347" y="314420"/>
                  <a:pt x="4606108" y="315372"/>
                  <a:pt x="4604584" y="313848"/>
                </a:cubicBezTo>
                <a:cubicBezTo>
                  <a:pt x="4603060" y="312419"/>
                  <a:pt x="4599155" y="311181"/>
                  <a:pt x="4598583" y="313277"/>
                </a:cubicBezTo>
                <a:cubicBezTo>
                  <a:pt x="4597917" y="315372"/>
                  <a:pt x="4594964" y="315753"/>
                  <a:pt x="4593154" y="312419"/>
                </a:cubicBezTo>
                <a:cubicBezTo>
                  <a:pt x="4591344" y="309181"/>
                  <a:pt x="4589820" y="308895"/>
                  <a:pt x="4585344" y="307657"/>
                </a:cubicBezTo>
                <a:cubicBezTo>
                  <a:pt x="4580772" y="306419"/>
                  <a:pt x="4573628" y="305561"/>
                  <a:pt x="4573628" y="300132"/>
                </a:cubicBezTo>
                <a:cubicBezTo>
                  <a:pt x="4573628" y="294703"/>
                  <a:pt x="4577533" y="298037"/>
                  <a:pt x="4579629" y="296798"/>
                </a:cubicBezTo>
                <a:cubicBezTo>
                  <a:pt x="4581724" y="295560"/>
                  <a:pt x="4584772" y="294703"/>
                  <a:pt x="4587439" y="297370"/>
                </a:cubicBezTo>
                <a:cubicBezTo>
                  <a:pt x="4590106" y="300037"/>
                  <a:pt x="4594297" y="298037"/>
                  <a:pt x="4599441" y="300989"/>
                </a:cubicBezTo>
                <a:cubicBezTo>
                  <a:pt x="4604489" y="304037"/>
                  <a:pt x="4605441" y="300418"/>
                  <a:pt x="4603917" y="299180"/>
                </a:cubicBezTo>
                <a:cubicBezTo>
                  <a:pt x="4602489" y="298037"/>
                  <a:pt x="4602203" y="296227"/>
                  <a:pt x="4603060" y="294703"/>
                </a:cubicBezTo>
                <a:cubicBezTo>
                  <a:pt x="4604870" y="291750"/>
                  <a:pt x="4592868" y="289940"/>
                  <a:pt x="4585725" y="290798"/>
                </a:cubicBezTo>
                <a:cubicBezTo>
                  <a:pt x="4578581" y="291655"/>
                  <a:pt x="4578867" y="285654"/>
                  <a:pt x="4577057" y="281463"/>
                </a:cubicBezTo>
                <a:cubicBezTo>
                  <a:pt x="4575247" y="277272"/>
                  <a:pt x="4579724" y="278225"/>
                  <a:pt x="4583629" y="276415"/>
                </a:cubicBezTo>
                <a:cubicBezTo>
                  <a:pt x="4587534" y="274605"/>
                  <a:pt x="4589344" y="276701"/>
                  <a:pt x="4595345" y="278510"/>
                </a:cubicBezTo>
                <a:cubicBezTo>
                  <a:pt x="4604489" y="281273"/>
                  <a:pt x="4613919" y="275558"/>
                  <a:pt x="4618110" y="272224"/>
                </a:cubicBezTo>
                <a:cubicBezTo>
                  <a:pt x="4622301" y="268890"/>
                  <a:pt x="4624777" y="268319"/>
                  <a:pt x="4627444" y="268890"/>
                </a:cubicBezTo>
                <a:close/>
                <a:moveTo>
                  <a:pt x="2203713" y="268225"/>
                </a:moveTo>
                <a:cubicBezTo>
                  <a:pt x="2206404" y="268796"/>
                  <a:pt x="2208713" y="270082"/>
                  <a:pt x="2209142" y="272320"/>
                </a:cubicBezTo>
                <a:cubicBezTo>
                  <a:pt x="2209999" y="276796"/>
                  <a:pt x="2212475" y="280131"/>
                  <a:pt x="2206475" y="282797"/>
                </a:cubicBezTo>
                <a:cubicBezTo>
                  <a:pt x="2200474" y="285465"/>
                  <a:pt x="2192092" y="288226"/>
                  <a:pt x="2185520" y="288226"/>
                </a:cubicBezTo>
                <a:cubicBezTo>
                  <a:pt x="2178947" y="288226"/>
                  <a:pt x="2163041" y="290036"/>
                  <a:pt x="2157992" y="292132"/>
                </a:cubicBezTo>
                <a:cubicBezTo>
                  <a:pt x="2152849" y="294227"/>
                  <a:pt x="2148658" y="294514"/>
                  <a:pt x="2144181" y="294227"/>
                </a:cubicBezTo>
                <a:cubicBezTo>
                  <a:pt x="2139704" y="293942"/>
                  <a:pt x="2139133" y="293942"/>
                  <a:pt x="2137323" y="292704"/>
                </a:cubicBezTo>
                <a:cubicBezTo>
                  <a:pt x="2135513" y="291466"/>
                  <a:pt x="2134371" y="292704"/>
                  <a:pt x="2132561" y="293561"/>
                </a:cubicBezTo>
                <a:cubicBezTo>
                  <a:pt x="2130751" y="294418"/>
                  <a:pt x="2122369" y="293561"/>
                  <a:pt x="2116940" y="295943"/>
                </a:cubicBezTo>
                <a:cubicBezTo>
                  <a:pt x="2111510" y="298323"/>
                  <a:pt x="2110082" y="299276"/>
                  <a:pt x="2107320" y="297181"/>
                </a:cubicBezTo>
                <a:cubicBezTo>
                  <a:pt x="2104653" y="295085"/>
                  <a:pt x="2102843" y="296608"/>
                  <a:pt x="2101033" y="298038"/>
                </a:cubicBezTo>
                <a:cubicBezTo>
                  <a:pt x="2099223" y="299562"/>
                  <a:pt x="2099223" y="298895"/>
                  <a:pt x="2095985" y="298610"/>
                </a:cubicBezTo>
                <a:cubicBezTo>
                  <a:pt x="2092651" y="298323"/>
                  <a:pt x="2086364" y="299466"/>
                  <a:pt x="2086364" y="301943"/>
                </a:cubicBezTo>
                <a:cubicBezTo>
                  <a:pt x="2086364" y="304325"/>
                  <a:pt x="2090270" y="305563"/>
                  <a:pt x="2083412" y="307658"/>
                </a:cubicBezTo>
                <a:cubicBezTo>
                  <a:pt x="2076554" y="309754"/>
                  <a:pt x="2073506" y="309468"/>
                  <a:pt x="2072649" y="307372"/>
                </a:cubicBezTo>
                <a:cubicBezTo>
                  <a:pt x="2071791" y="305276"/>
                  <a:pt x="2070553" y="305276"/>
                  <a:pt x="2068743" y="306514"/>
                </a:cubicBezTo>
                <a:cubicBezTo>
                  <a:pt x="2066933" y="307754"/>
                  <a:pt x="2063981" y="308325"/>
                  <a:pt x="2061885" y="306514"/>
                </a:cubicBezTo>
                <a:cubicBezTo>
                  <a:pt x="2059790" y="304705"/>
                  <a:pt x="2057694" y="302895"/>
                  <a:pt x="2058551" y="306800"/>
                </a:cubicBezTo>
                <a:cubicBezTo>
                  <a:pt x="2059123" y="309373"/>
                  <a:pt x="2061885" y="310992"/>
                  <a:pt x="2056170" y="314040"/>
                </a:cubicBezTo>
                <a:cubicBezTo>
                  <a:pt x="2050455" y="316993"/>
                  <a:pt x="2046264" y="321565"/>
                  <a:pt x="2045121" y="316707"/>
                </a:cubicBezTo>
                <a:cubicBezTo>
                  <a:pt x="2043883" y="311944"/>
                  <a:pt x="2043597" y="313087"/>
                  <a:pt x="2041216" y="312802"/>
                </a:cubicBezTo>
                <a:cubicBezTo>
                  <a:pt x="2038835" y="312515"/>
                  <a:pt x="2038263" y="313659"/>
                  <a:pt x="2039692" y="315754"/>
                </a:cubicBezTo>
                <a:cubicBezTo>
                  <a:pt x="2041216" y="317850"/>
                  <a:pt x="2041787" y="322040"/>
                  <a:pt x="2039120" y="321754"/>
                </a:cubicBezTo>
                <a:cubicBezTo>
                  <a:pt x="2036454" y="321470"/>
                  <a:pt x="2037311" y="319659"/>
                  <a:pt x="2034644" y="318135"/>
                </a:cubicBezTo>
                <a:cubicBezTo>
                  <a:pt x="2031977" y="316611"/>
                  <a:pt x="2027786" y="316326"/>
                  <a:pt x="2030453" y="318993"/>
                </a:cubicBezTo>
                <a:cubicBezTo>
                  <a:pt x="2033120" y="321660"/>
                  <a:pt x="2035882" y="324708"/>
                  <a:pt x="2033120" y="325565"/>
                </a:cubicBezTo>
                <a:cubicBezTo>
                  <a:pt x="2030453" y="326423"/>
                  <a:pt x="2029595" y="324421"/>
                  <a:pt x="2028643" y="323184"/>
                </a:cubicBezTo>
                <a:cubicBezTo>
                  <a:pt x="2026547" y="320612"/>
                  <a:pt x="2026262" y="322898"/>
                  <a:pt x="2026833" y="325280"/>
                </a:cubicBezTo>
                <a:cubicBezTo>
                  <a:pt x="2027405" y="327660"/>
                  <a:pt x="2027691" y="329471"/>
                  <a:pt x="2024452" y="330041"/>
                </a:cubicBezTo>
                <a:cubicBezTo>
                  <a:pt x="2021118" y="330613"/>
                  <a:pt x="2018737" y="328803"/>
                  <a:pt x="2012165" y="328232"/>
                </a:cubicBezTo>
                <a:cubicBezTo>
                  <a:pt x="2005592" y="327660"/>
                  <a:pt x="2004354" y="326137"/>
                  <a:pt x="2001687" y="324613"/>
                </a:cubicBezTo>
                <a:cubicBezTo>
                  <a:pt x="1999020" y="323089"/>
                  <a:pt x="1996925" y="323756"/>
                  <a:pt x="1994829" y="323375"/>
                </a:cubicBezTo>
                <a:cubicBezTo>
                  <a:pt x="1992734" y="323089"/>
                  <a:pt x="1992162" y="321851"/>
                  <a:pt x="1995401" y="320708"/>
                </a:cubicBezTo>
                <a:cubicBezTo>
                  <a:pt x="1998734" y="319469"/>
                  <a:pt x="2000449" y="318897"/>
                  <a:pt x="2002545" y="319849"/>
                </a:cubicBezTo>
                <a:cubicBezTo>
                  <a:pt x="2004640" y="320708"/>
                  <a:pt x="2007307" y="318706"/>
                  <a:pt x="2002830" y="317564"/>
                </a:cubicBezTo>
                <a:cubicBezTo>
                  <a:pt x="1998354" y="316326"/>
                  <a:pt x="1997782" y="316326"/>
                  <a:pt x="1994162" y="317183"/>
                </a:cubicBezTo>
                <a:cubicBezTo>
                  <a:pt x="1990543" y="318041"/>
                  <a:pt x="1990257" y="317469"/>
                  <a:pt x="1989971" y="315944"/>
                </a:cubicBezTo>
                <a:cubicBezTo>
                  <a:pt x="1989686" y="314420"/>
                  <a:pt x="1988447" y="313563"/>
                  <a:pt x="1994734" y="313850"/>
                </a:cubicBezTo>
                <a:cubicBezTo>
                  <a:pt x="2001020" y="314134"/>
                  <a:pt x="2004926" y="314420"/>
                  <a:pt x="2007593" y="312991"/>
                </a:cubicBezTo>
                <a:cubicBezTo>
                  <a:pt x="2010260" y="311468"/>
                  <a:pt x="2011784" y="310611"/>
                  <a:pt x="2014451" y="312707"/>
                </a:cubicBezTo>
                <a:cubicBezTo>
                  <a:pt x="2017118" y="314802"/>
                  <a:pt x="2021309" y="314802"/>
                  <a:pt x="2017784" y="311849"/>
                </a:cubicBezTo>
                <a:cubicBezTo>
                  <a:pt x="2014165" y="308897"/>
                  <a:pt x="2012355" y="307086"/>
                  <a:pt x="2016260" y="307658"/>
                </a:cubicBezTo>
                <a:cubicBezTo>
                  <a:pt x="2020166" y="308230"/>
                  <a:pt x="2015784" y="303467"/>
                  <a:pt x="2020166" y="305563"/>
                </a:cubicBezTo>
                <a:cubicBezTo>
                  <a:pt x="2026452" y="308515"/>
                  <a:pt x="2025881" y="307086"/>
                  <a:pt x="2024071" y="304705"/>
                </a:cubicBezTo>
                <a:cubicBezTo>
                  <a:pt x="2021404" y="301086"/>
                  <a:pt x="2022833" y="301086"/>
                  <a:pt x="2024928" y="300515"/>
                </a:cubicBezTo>
                <a:cubicBezTo>
                  <a:pt x="2027024" y="299943"/>
                  <a:pt x="2029119" y="300799"/>
                  <a:pt x="2032453" y="301753"/>
                </a:cubicBezTo>
                <a:cubicBezTo>
                  <a:pt x="2035787" y="302610"/>
                  <a:pt x="2039978" y="303847"/>
                  <a:pt x="2038454" y="301466"/>
                </a:cubicBezTo>
                <a:cubicBezTo>
                  <a:pt x="2036930" y="299086"/>
                  <a:pt x="2033977" y="298799"/>
                  <a:pt x="2031215" y="298133"/>
                </a:cubicBezTo>
                <a:cubicBezTo>
                  <a:pt x="2028453" y="297467"/>
                  <a:pt x="2030358" y="295752"/>
                  <a:pt x="2033882" y="296038"/>
                </a:cubicBezTo>
                <a:cubicBezTo>
                  <a:pt x="2037501" y="296324"/>
                  <a:pt x="2040740" y="295466"/>
                  <a:pt x="2036263" y="293942"/>
                </a:cubicBezTo>
                <a:cubicBezTo>
                  <a:pt x="2031786" y="292418"/>
                  <a:pt x="2034453" y="290989"/>
                  <a:pt x="2036834" y="290609"/>
                </a:cubicBezTo>
                <a:cubicBezTo>
                  <a:pt x="2039216" y="290322"/>
                  <a:pt x="2041883" y="291847"/>
                  <a:pt x="2041883" y="291847"/>
                </a:cubicBezTo>
                <a:cubicBezTo>
                  <a:pt x="2041883" y="291847"/>
                  <a:pt x="2049693" y="291561"/>
                  <a:pt x="2051122" y="288798"/>
                </a:cubicBezTo>
                <a:cubicBezTo>
                  <a:pt x="2052646" y="286132"/>
                  <a:pt x="2056551" y="284608"/>
                  <a:pt x="2057980" y="287275"/>
                </a:cubicBezTo>
                <a:cubicBezTo>
                  <a:pt x="2059504" y="289942"/>
                  <a:pt x="2063028" y="292323"/>
                  <a:pt x="2060933" y="288512"/>
                </a:cubicBezTo>
                <a:cubicBezTo>
                  <a:pt x="2058837" y="284608"/>
                  <a:pt x="2060647" y="283751"/>
                  <a:pt x="2063314" y="284036"/>
                </a:cubicBezTo>
                <a:cubicBezTo>
                  <a:pt x="2065981" y="284322"/>
                  <a:pt x="2072267" y="286989"/>
                  <a:pt x="2069600" y="282797"/>
                </a:cubicBezTo>
                <a:cubicBezTo>
                  <a:pt x="2066933" y="278607"/>
                  <a:pt x="2069600" y="279844"/>
                  <a:pt x="2071696" y="280702"/>
                </a:cubicBezTo>
                <a:cubicBezTo>
                  <a:pt x="2073791" y="281559"/>
                  <a:pt x="2074363" y="283369"/>
                  <a:pt x="2078840" y="282797"/>
                </a:cubicBezTo>
                <a:cubicBezTo>
                  <a:pt x="2083412" y="282130"/>
                  <a:pt x="2089127" y="280322"/>
                  <a:pt x="2091794" y="280892"/>
                </a:cubicBezTo>
                <a:cubicBezTo>
                  <a:pt x="2094461" y="281464"/>
                  <a:pt x="2100747" y="282130"/>
                  <a:pt x="2102843" y="277558"/>
                </a:cubicBezTo>
                <a:cubicBezTo>
                  <a:pt x="2104938" y="273083"/>
                  <a:pt x="2107605" y="274891"/>
                  <a:pt x="2106176" y="276987"/>
                </a:cubicBezTo>
                <a:cubicBezTo>
                  <a:pt x="2104653" y="279082"/>
                  <a:pt x="2104938" y="279655"/>
                  <a:pt x="2107700" y="279369"/>
                </a:cubicBezTo>
                <a:cubicBezTo>
                  <a:pt x="2110367" y="279082"/>
                  <a:pt x="2112463" y="279082"/>
                  <a:pt x="2113130" y="276701"/>
                </a:cubicBezTo>
                <a:cubicBezTo>
                  <a:pt x="2113701" y="274320"/>
                  <a:pt x="2114939" y="271272"/>
                  <a:pt x="2120654" y="272225"/>
                </a:cubicBezTo>
                <a:cubicBezTo>
                  <a:pt x="2126370" y="273083"/>
                  <a:pt x="2130560" y="273748"/>
                  <a:pt x="2130560" y="276131"/>
                </a:cubicBezTo>
                <a:cubicBezTo>
                  <a:pt x="2130560" y="278512"/>
                  <a:pt x="2130846" y="279082"/>
                  <a:pt x="2136847" y="277654"/>
                </a:cubicBezTo>
                <a:cubicBezTo>
                  <a:pt x="2142848" y="276131"/>
                  <a:pt x="2146182" y="275559"/>
                  <a:pt x="2148277" y="277369"/>
                </a:cubicBezTo>
                <a:cubicBezTo>
                  <a:pt x="2150372" y="279179"/>
                  <a:pt x="2151230" y="278226"/>
                  <a:pt x="2156087" y="276512"/>
                </a:cubicBezTo>
                <a:cubicBezTo>
                  <a:pt x="2160850" y="274702"/>
                  <a:pt x="2164755" y="274129"/>
                  <a:pt x="2167517" y="274415"/>
                </a:cubicBezTo>
                <a:cubicBezTo>
                  <a:pt x="2170184" y="274702"/>
                  <a:pt x="2174375" y="276226"/>
                  <a:pt x="2177138" y="273177"/>
                </a:cubicBezTo>
                <a:cubicBezTo>
                  <a:pt x="2179805" y="270224"/>
                  <a:pt x="2181614" y="270797"/>
                  <a:pt x="2184948" y="270797"/>
                </a:cubicBezTo>
                <a:cubicBezTo>
                  <a:pt x="2188282" y="270797"/>
                  <a:pt x="2192092" y="269557"/>
                  <a:pt x="2195997" y="268414"/>
                </a:cubicBezTo>
                <a:cubicBezTo>
                  <a:pt x="2197950" y="267795"/>
                  <a:pt x="2201022" y="267653"/>
                  <a:pt x="2203713" y="268225"/>
                </a:cubicBezTo>
                <a:close/>
                <a:moveTo>
                  <a:pt x="4614514" y="268009"/>
                </a:moveTo>
                <a:cubicBezTo>
                  <a:pt x="4614823" y="268748"/>
                  <a:pt x="4614156" y="269938"/>
                  <a:pt x="4612489" y="270700"/>
                </a:cubicBezTo>
                <a:cubicBezTo>
                  <a:pt x="4609156" y="272224"/>
                  <a:pt x="4607632" y="275177"/>
                  <a:pt x="4601059" y="275177"/>
                </a:cubicBezTo>
                <a:cubicBezTo>
                  <a:pt x="4595630" y="275177"/>
                  <a:pt x="4598107" y="272510"/>
                  <a:pt x="4600774" y="272510"/>
                </a:cubicBezTo>
                <a:cubicBezTo>
                  <a:pt x="4603536" y="272510"/>
                  <a:pt x="4606203" y="270129"/>
                  <a:pt x="4610680" y="268033"/>
                </a:cubicBezTo>
                <a:cubicBezTo>
                  <a:pt x="4612918" y="266985"/>
                  <a:pt x="4614204" y="267271"/>
                  <a:pt x="4614514" y="268009"/>
                </a:cubicBezTo>
                <a:close/>
                <a:moveTo>
                  <a:pt x="933935" y="267652"/>
                </a:moveTo>
                <a:cubicBezTo>
                  <a:pt x="938126" y="270319"/>
                  <a:pt x="935746" y="274510"/>
                  <a:pt x="935746" y="277558"/>
                </a:cubicBezTo>
                <a:cubicBezTo>
                  <a:pt x="935746" y="280511"/>
                  <a:pt x="933363" y="283559"/>
                  <a:pt x="931839" y="284130"/>
                </a:cubicBezTo>
                <a:cubicBezTo>
                  <a:pt x="930315" y="284702"/>
                  <a:pt x="928507" y="283273"/>
                  <a:pt x="928887" y="282035"/>
                </a:cubicBezTo>
                <a:cubicBezTo>
                  <a:pt x="929174" y="280797"/>
                  <a:pt x="927077" y="283273"/>
                  <a:pt x="926505" y="286226"/>
                </a:cubicBezTo>
                <a:cubicBezTo>
                  <a:pt x="925934" y="289179"/>
                  <a:pt x="924124" y="291369"/>
                  <a:pt x="923173" y="292798"/>
                </a:cubicBezTo>
                <a:cubicBezTo>
                  <a:pt x="922314" y="294322"/>
                  <a:pt x="922314" y="296132"/>
                  <a:pt x="925553" y="293084"/>
                </a:cubicBezTo>
                <a:cubicBezTo>
                  <a:pt x="928887" y="290131"/>
                  <a:pt x="929458" y="292512"/>
                  <a:pt x="934221" y="291274"/>
                </a:cubicBezTo>
                <a:cubicBezTo>
                  <a:pt x="938983" y="290036"/>
                  <a:pt x="937840" y="289750"/>
                  <a:pt x="936316" y="292512"/>
                </a:cubicBezTo>
                <a:cubicBezTo>
                  <a:pt x="934792" y="295179"/>
                  <a:pt x="934506" y="296989"/>
                  <a:pt x="938126" y="294036"/>
                </a:cubicBezTo>
                <a:cubicBezTo>
                  <a:pt x="941746" y="291084"/>
                  <a:pt x="940793" y="293465"/>
                  <a:pt x="944984" y="288607"/>
                </a:cubicBezTo>
                <a:cubicBezTo>
                  <a:pt x="949175" y="283845"/>
                  <a:pt x="951271" y="283464"/>
                  <a:pt x="953366" y="283464"/>
                </a:cubicBezTo>
                <a:cubicBezTo>
                  <a:pt x="955461" y="283464"/>
                  <a:pt x="955461" y="281654"/>
                  <a:pt x="954890" y="287369"/>
                </a:cubicBezTo>
                <a:cubicBezTo>
                  <a:pt x="954319" y="293084"/>
                  <a:pt x="954034" y="294227"/>
                  <a:pt x="958224" y="290036"/>
                </a:cubicBezTo>
                <a:cubicBezTo>
                  <a:pt x="962415" y="285845"/>
                  <a:pt x="962415" y="284892"/>
                  <a:pt x="965748" y="286131"/>
                </a:cubicBezTo>
                <a:cubicBezTo>
                  <a:pt x="969082" y="287369"/>
                  <a:pt x="969368" y="287940"/>
                  <a:pt x="971749" y="286988"/>
                </a:cubicBezTo>
                <a:cubicBezTo>
                  <a:pt x="974130" y="286131"/>
                  <a:pt x="977464" y="288226"/>
                  <a:pt x="973559" y="292036"/>
                </a:cubicBezTo>
                <a:cubicBezTo>
                  <a:pt x="969655" y="295941"/>
                  <a:pt x="967273" y="301942"/>
                  <a:pt x="972702" y="296227"/>
                </a:cubicBezTo>
                <a:cubicBezTo>
                  <a:pt x="978131" y="290512"/>
                  <a:pt x="978131" y="288131"/>
                  <a:pt x="981369" y="287559"/>
                </a:cubicBezTo>
                <a:cubicBezTo>
                  <a:pt x="984703" y="286988"/>
                  <a:pt x="984322" y="286988"/>
                  <a:pt x="984322" y="290607"/>
                </a:cubicBezTo>
                <a:cubicBezTo>
                  <a:pt x="984322" y="294227"/>
                  <a:pt x="986703" y="292703"/>
                  <a:pt x="990323" y="290607"/>
                </a:cubicBezTo>
                <a:cubicBezTo>
                  <a:pt x="993942" y="288512"/>
                  <a:pt x="996324" y="290322"/>
                  <a:pt x="996324" y="292131"/>
                </a:cubicBezTo>
                <a:cubicBezTo>
                  <a:pt x="996324" y="293941"/>
                  <a:pt x="999657" y="294227"/>
                  <a:pt x="1001086" y="292989"/>
                </a:cubicBezTo>
                <a:cubicBezTo>
                  <a:pt x="1002610" y="291750"/>
                  <a:pt x="1003753" y="287559"/>
                  <a:pt x="1008611" y="288798"/>
                </a:cubicBezTo>
                <a:cubicBezTo>
                  <a:pt x="1013088" y="289083"/>
                  <a:pt x="1016137" y="289369"/>
                  <a:pt x="1014040" y="292989"/>
                </a:cubicBezTo>
                <a:cubicBezTo>
                  <a:pt x="1011945" y="296608"/>
                  <a:pt x="1014326" y="297180"/>
                  <a:pt x="1017374" y="295370"/>
                </a:cubicBezTo>
                <a:cubicBezTo>
                  <a:pt x="1020422" y="293560"/>
                  <a:pt x="1022136" y="294798"/>
                  <a:pt x="1024899" y="295656"/>
                </a:cubicBezTo>
                <a:cubicBezTo>
                  <a:pt x="1027566" y="296513"/>
                  <a:pt x="1025470" y="296513"/>
                  <a:pt x="1022232" y="297465"/>
                </a:cubicBezTo>
                <a:cubicBezTo>
                  <a:pt x="1018898" y="298323"/>
                  <a:pt x="1019279" y="299561"/>
                  <a:pt x="1016802" y="299847"/>
                </a:cubicBezTo>
                <a:cubicBezTo>
                  <a:pt x="1014421" y="300132"/>
                  <a:pt x="1014707" y="301656"/>
                  <a:pt x="1016231" y="302514"/>
                </a:cubicBezTo>
                <a:cubicBezTo>
                  <a:pt x="1017755" y="303371"/>
                  <a:pt x="1018327" y="304323"/>
                  <a:pt x="1013183" y="306133"/>
                </a:cubicBezTo>
                <a:cubicBezTo>
                  <a:pt x="1008135" y="307943"/>
                  <a:pt x="1008706" y="309467"/>
                  <a:pt x="1011373" y="309467"/>
                </a:cubicBezTo>
                <a:cubicBezTo>
                  <a:pt x="1014040" y="309467"/>
                  <a:pt x="1014040" y="310038"/>
                  <a:pt x="1014326" y="315468"/>
                </a:cubicBezTo>
                <a:cubicBezTo>
                  <a:pt x="1014612" y="320897"/>
                  <a:pt x="1015183" y="318135"/>
                  <a:pt x="1010992" y="321468"/>
                </a:cubicBezTo>
                <a:cubicBezTo>
                  <a:pt x="1006801" y="324802"/>
                  <a:pt x="1005563" y="326231"/>
                  <a:pt x="1003182" y="328041"/>
                </a:cubicBezTo>
                <a:cubicBezTo>
                  <a:pt x="1000800" y="329850"/>
                  <a:pt x="1000229" y="330993"/>
                  <a:pt x="998134" y="332517"/>
                </a:cubicBezTo>
                <a:cubicBezTo>
                  <a:pt x="996038" y="334041"/>
                  <a:pt x="991275" y="336137"/>
                  <a:pt x="989752" y="334613"/>
                </a:cubicBezTo>
                <a:cubicBezTo>
                  <a:pt x="988227" y="333089"/>
                  <a:pt x="987656" y="332517"/>
                  <a:pt x="985560" y="334613"/>
                </a:cubicBezTo>
                <a:cubicBezTo>
                  <a:pt x="983465" y="336708"/>
                  <a:pt x="980417" y="336423"/>
                  <a:pt x="977464" y="337947"/>
                </a:cubicBezTo>
                <a:cubicBezTo>
                  <a:pt x="974511" y="339471"/>
                  <a:pt x="970892" y="341280"/>
                  <a:pt x="970225" y="336423"/>
                </a:cubicBezTo>
                <a:cubicBezTo>
                  <a:pt x="969655" y="331660"/>
                  <a:pt x="968701" y="334327"/>
                  <a:pt x="966320" y="335851"/>
                </a:cubicBezTo>
                <a:cubicBezTo>
                  <a:pt x="963939" y="337375"/>
                  <a:pt x="958795" y="337375"/>
                  <a:pt x="955271" y="338232"/>
                </a:cubicBezTo>
                <a:cubicBezTo>
                  <a:pt x="951653" y="339090"/>
                  <a:pt x="948984" y="340328"/>
                  <a:pt x="945936" y="342138"/>
                </a:cubicBezTo>
                <a:cubicBezTo>
                  <a:pt x="942984" y="343947"/>
                  <a:pt x="940507" y="342995"/>
                  <a:pt x="932793" y="342995"/>
                </a:cubicBezTo>
                <a:cubicBezTo>
                  <a:pt x="924981" y="342995"/>
                  <a:pt x="924124" y="340614"/>
                  <a:pt x="924981" y="339090"/>
                </a:cubicBezTo>
                <a:cubicBezTo>
                  <a:pt x="925839" y="337566"/>
                  <a:pt x="923743" y="337851"/>
                  <a:pt x="920791" y="340899"/>
                </a:cubicBezTo>
                <a:cubicBezTo>
                  <a:pt x="917838" y="343852"/>
                  <a:pt x="916600" y="344805"/>
                  <a:pt x="913647" y="345090"/>
                </a:cubicBezTo>
                <a:cubicBezTo>
                  <a:pt x="910694" y="345376"/>
                  <a:pt x="911265" y="346900"/>
                  <a:pt x="907075" y="346614"/>
                </a:cubicBezTo>
                <a:cubicBezTo>
                  <a:pt x="902883" y="346329"/>
                  <a:pt x="904122" y="344805"/>
                  <a:pt x="898692" y="343947"/>
                </a:cubicBezTo>
                <a:cubicBezTo>
                  <a:pt x="893263" y="343090"/>
                  <a:pt x="893549" y="340042"/>
                  <a:pt x="891834" y="337375"/>
                </a:cubicBezTo>
                <a:cubicBezTo>
                  <a:pt x="890025" y="334708"/>
                  <a:pt x="887644" y="334994"/>
                  <a:pt x="888502" y="331660"/>
                </a:cubicBezTo>
                <a:cubicBezTo>
                  <a:pt x="889358" y="328326"/>
                  <a:pt x="884596" y="325659"/>
                  <a:pt x="884596" y="325659"/>
                </a:cubicBezTo>
                <a:cubicBezTo>
                  <a:pt x="884596" y="325659"/>
                  <a:pt x="882500" y="326517"/>
                  <a:pt x="878880" y="325374"/>
                </a:cubicBezTo>
                <a:cubicBezTo>
                  <a:pt x="875261" y="324135"/>
                  <a:pt x="873451" y="322326"/>
                  <a:pt x="870498" y="321183"/>
                </a:cubicBezTo>
                <a:cubicBezTo>
                  <a:pt x="867546" y="319944"/>
                  <a:pt x="866593" y="316134"/>
                  <a:pt x="873832" y="317277"/>
                </a:cubicBezTo>
                <a:cubicBezTo>
                  <a:pt x="880976" y="318517"/>
                  <a:pt x="883452" y="318135"/>
                  <a:pt x="886691" y="315753"/>
                </a:cubicBezTo>
                <a:cubicBezTo>
                  <a:pt x="890025" y="313372"/>
                  <a:pt x="892406" y="310705"/>
                  <a:pt x="888786" y="310705"/>
                </a:cubicBezTo>
                <a:cubicBezTo>
                  <a:pt x="885167" y="310705"/>
                  <a:pt x="885834" y="308895"/>
                  <a:pt x="889644" y="307371"/>
                </a:cubicBezTo>
                <a:cubicBezTo>
                  <a:pt x="893549" y="305847"/>
                  <a:pt x="892596" y="304704"/>
                  <a:pt x="889929" y="303180"/>
                </a:cubicBezTo>
                <a:cubicBezTo>
                  <a:pt x="887358" y="301847"/>
                  <a:pt x="882786" y="301275"/>
                  <a:pt x="882786" y="301275"/>
                </a:cubicBezTo>
                <a:cubicBezTo>
                  <a:pt x="882786" y="301275"/>
                  <a:pt x="878595" y="298323"/>
                  <a:pt x="876213" y="298608"/>
                </a:cubicBezTo>
                <a:cubicBezTo>
                  <a:pt x="873832" y="298894"/>
                  <a:pt x="871451" y="298608"/>
                  <a:pt x="873832" y="295275"/>
                </a:cubicBezTo>
                <a:cubicBezTo>
                  <a:pt x="876213" y="291941"/>
                  <a:pt x="876785" y="292322"/>
                  <a:pt x="878309" y="294703"/>
                </a:cubicBezTo>
                <a:cubicBezTo>
                  <a:pt x="879833" y="297084"/>
                  <a:pt x="885834" y="298608"/>
                  <a:pt x="889358" y="297656"/>
                </a:cubicBezTo>
                <a:cubicBezTo>
                  <a:pt x="892977" y="296799"/>
                  <a:pt x="898026" y="298513"/>
                  <a:pt x="900407" y="299751"/>
                </a:cubicBezTo>
                <a:cubicBezTo>
                  <a:pt x="902788" y="300990"/>
                  <a:pt x="905836" y="301847"/>
                  <a:pt x="908217" y="300037"/>
                </a:cubicBezTo>
                <a:cubicBezTo>
                  <a:pt x="910599" y="298227"/>
                  <a:pt x="910313" y="298227"/>
                  <a:pt x="905836" y="297942"/>
                </a:cubicBezTo>
                <a:cubicBezTo>
                  <a:pt x="901359" y="297656"/>
                  <a:pt x="900693" y="292512"/>
                  <a:pt x="906694" y="293179"/>
                </a:cubicBezTo>
                <a:cubicBezTo>
                  <a:pt x="912694" y="293751"/>
                  <a:pt x="914218" y="294417"/>
                  <a:pt x="910313" y="291084"/>
                </a:cubicBezTo>
                <a:cubicBezTo>
                  <a:pt x="906408" y="287750"/>
                  <a:pt x="904598" y="287178"/>
                  <a:pt x="898883" y="285083"/>
                </a:cubicBezTo>
                <a:cubicBezTo>
                  <a:pt x="893168" y="282987"/>
                  <a:pt x="891358" y="280321"/>
                  <a:pt x="894121" y="278511"/>
                </a:cubicBezTo>
                <a:cubicBezTo>
                  <a:pt x="896787" y="276701"/>
                  <a:pt x="898311" y="275844"/>
                  <a:pt x="898597" y="279082"/>
                </a:cubicBezTo>
                <a:cubicBezTo>
                  <a:pt x="898883" y="282416"/>
                  <a:pt x="900693" y="280606"/>
                  <a:pt x="901931" y="279939"/>
                </a:cubicBezTo>
                <a:cubicBezTo>
                  <a:pt x="903169" y="279368"/>
                  <a:pt x="900693" y="278701"/>
                  <a:pt x="900693" y="275748"/>
                </a:cubicBezTo>
                <a:cubicBezTo>
                  <a:pt x="900693" y="272796"/>
                  <a:pt x="902788" y="271272"/>
                  <a:pt x="905455" y="275463"/>
                </a:cubicBezTo>
                <a:cubicBezTo>
                  <a:pt x="908122" y="279654"/>
                  <a:pt x="909360" y="280225"/>
                  <a:pt x="907836" y="276320"/>
                </a:cubicBezTo>
                <a:cubicBezTo>
                  <a:pt x="906312" y="272415"/>
                  <a:pt x="908694" y="270033"/>
                  <a:pt x="911456" y="275082"/>
                </a:cubicBezTo>
                <a:cubicBezTo>
                  <a:pt x="914123" y="280225"/>
                  <a:pt x="912980" y="278415"/>
                  <a:pt x="913266" y="273843"/>
                </a:cubicBezTo>
                <a:cubicBezTo>
                  <a:pt x="913553" y="269367"/>
                  <a:pt x="917457" y="269652"/>
                  <a:pt x="919839" y="268414"/>
                </a:cubicBezTo>
                <a:cubicBezTo>
                  <a:pt x="922219" y="267176"/>
                  <a:pt x="924029" y="268414"/>
                  <a:pt x="923743" y="271748"/>
                </a:cubicBezTo>
                <a:cubicBezTo>
                  <a:pt x="923457" y="275082"/>
                  <a:pt x="921933" y="277177"/>
                  <a:pt x="920791" y="278987"/>
                </a:cubicBezTo>
                <a:cubicBezTo>
                  <a:pt x="919552" y="280797"/>
                  <a:pt x="919267" y="284416"/>
                  <a:pt x="923457" y="279558"/>
                </a:cubicBezTo>
                <a:cubicBezTo>
                  <a:pt x="927648" y="274796"/>
                  <a:pt x="926791" y="273843"/>
                  <a:pt x="926791" y="272034"/>
                </a:cubicBezTo>
                <a:cubicBezTo>
                  <a:pt x="926791" y="270224"/>
                  <a:pt x="927648" y="271176"/>
                  <a:pt x="929744" y="271176"/>
                </a:cubicBezTo>
                <a:cubicBezTo>
                  <a:pt x="931839" y="271176"/>
                  <a:pt x="931839" y="269938"/>
                  <a:pt x="930315" y="268509"/>
                </a:cubicBezTo>
                <a:cubicBezTo>
                  <a:pt x="928792" y="266985"/>
                  <a:pt x="929744" y="264890"/>
                  <a:pt x="933935" y="267652"/>
                </a:cubicBezTo>
                <a:close/>
                <a:moveTo>
                  <a:pt x="4349980" y="267080"/>
                </a:moveTo>
                <a:cubicBezTo>
                  <a:pt x="4351504" y="263842"/>
                  <a:pt x="4355695" y="264985"/>
                  <a:pt x="4354171" y="268604"/>
                </a:cubicBezTo>
                <a:cubicBezTo>
                  <a:pt x="4352647" y="272224"/>
                  <a:pt x="4351790" y="275462"/>
                  <a:pt x="4349695" y="277844"/>
                </a:cubicBezTo>
                <a:cubicBezTo>
                  <a:pt x="4346742" y="281273"/>
                  <a:pt x="4344551" y="276415"/>
                  <a:pt x="4346361" y="275177"/>
                </a:cubicBezTo>
                <a:cubicBezTo>
                  <a:pt x="4348171" y="273938"/>
                  <a:pt x="4348456" y="270414"/>
                  <a:pt x="4349980" y="267080"/>
                </a:cubicBezTo>
                <a:close/>
                <a:moveTo>
                  <a:pt x="5248379" y="256698"/>
                </a:moveTo>
                <a:cubicBezTo>
                  <a:pt x="5248950" y="258222"/>
                  <a:pt x="5249617" y="259175"/>
                  <a:pt x="5246283" y="262128"/>
                </a:cubicBezTo>
                <a:cubicBezTo>
                  <a:pt x="5243045" y="265176"/>
                  <a:pt x="5243330" y="261556"/>
                  <a:pt x="5243330" y="261556"/>
                </a:cubicBezTo>
                <a:cubicBezTo>
                  <a:pt x="5243330" y="261556"/>
                  <a:pt x="5243902" y="259461"/>
                  <a:pt x="5245712" y="257556"/>
                </a:cubicBezTo>
                <a:cubicBezTo>
                  <a:pt x="5247521" y="255841"/>
                  <a:pt x="5247807" y="255174"/>
                  <a:pt x="5248379" y="256698"/>
                </a:cubicBezTo>
                <a:close/>
                <a:moveTo>
                  <a:pt x="4691547" y="252698"/>
                </a:moveTo>
                <a:cubicBezTo>
                  <a:pt x="4695738" y="251650"/>
                  <a:pt x="4699072" y="254127"/>
                  <a:pt x="4702977" y="255365"/>
                </a:cubicBezTo>
                <a:cubicBezTo>
                  <a:pt x="4706882" y="256603"/>
                  <a:pt x="4707454" y="258127"/>
                  <a:pt x="4707454" y="262604"/>
                </a:cubicBezTo>
                <a:cubicBezTo>
                  <a:pt x="4707454" y="267081"/>
                  <a:pt x="4707454" y="262604"/>
                  <a:pt x="4706406" y="267081"/>
                </a:cubicBezTo>
                <a:cubicBezTo>
                  <a:pt x="4706025" y="268795"/>
                  <a:pt x="4704596" y="269748"/>
                  <a:pt x="4706406" y="270986"/>
                </a:cubicBezTo>
                <a:cubicBezTo>
                  <a:pt x="4706406" y="270986"/>
                  <a:pt x="4708787" y="278797"/>
                  <a:pt x="4706120" y="282416"/>
                </a:cubicBezTo>
                <a:cubicBezTo>
                  <a:pt x="4703453" y="286036"/>
                  <a:pt x="4692404" y="283559"/>
                  <a:pt x="4690880" y="284797"/>
                </a:cubicBezTo>
                <a:cubicBezTo>
                  <a:pt x="4689356" y="286036"/>
                  <a:pt x="4688499" y="286321"/>
                  <a:pt x="4684308" y="286321"/>
                </a:cubicBezTo>
                <a:cubicBezTo>
                  <a:pt x="4680117" y="286321"/>
                  <a:pt x="4680117" y="290512"/>
                  <a:pt x="4683070" y="289941"/>
                </a:cubicBezTo>
                <a:cubicBezTo>
                  <a:pt x="4686022" y="289274"/>
                  <a:pt x="4688785" y="292608"/>
                  <a:pt x="4691166" y="294418"/>
                </a:cubicBezTo>
                <a:cubicBezTo>
                  <a:pt x="4693547" y="296227"/>
                  <a:pt x="4697167" y="298037"/>
                  <a:pt x="4695357" y="300419"/>
                </a:cubicBezTo>
                <a:cubicBezTo>
                  <a:pt x="4693547" y="302800"/>
                  <a:pt x="4688689" y="302514"/>
                  <a:pt x="4686022" y="304609"/>
                </a:cubicBezTo>
                <a:cubicBezTo>
                  <a:pt x="4683355" y="306705"/>
                  <a:pt x="4680688" y="304038"/>
                  <a:pt x="4681260" y="301942"/>
                </a:cubicBezTo>
                <a:cubicBezTo>
                  <a:pt x="4681831" y="299847"/>
                  <a:pt x="4680593" y="300133"/>
                  <a:pt x="4677926" y="298609"/>
                </a:cubicBezTo>
                <a:cubicBezTo>
                  <a:pt x="4675259" y="297180"/>
                  <a:pt x="4673735" y="294418"/>
                  <a:pt x="4667734" y="292608"/>
                </a:cubicBezTo>
                <a:cubicBezTo>
                  <a:pt x="4661734" y="290798"/>
                  <a:pt x="4660495" y="285845"/>
                  <a:pt x="4658114" y="284607"/>
                </a:cubicBezTo>
                <a:cubicBezTo>
                  <a:pt x="4655733" y="283369"/>
                  <a:pt x="4654495" y="282511"/>
                  <a:pt x="4655733" y="281273"/>
                </a:cubicBezTo>
                <a:cubicBezTo>
                  <a:pt x="4656876" y="280130"/>
                  <a:pt x="4658400" y="277082"/>
                  <a:pt x="4654495" y="277082"/>
                </a:cubicBezTo>
                <a:cubicBezTo>
                  <a:pt x="4650685" y="277082"/>
                  <a:pt x="4652399" y="274129"/>
                  <a:pt x="4647637" y="272605"/>
                </a:cubicBezTo>
                <a:cubicBezTo>
                  <a:pt x="4642874" y="271081"/>
                  <a:pt x="4644303" y="267843"/>
                  <a:pt x="4647065" y="268986"/>
                </a:cubicBezTo>
                <a:cubicBezTo>
                  <a:pt x="4649827" y="270129"/>
                  <a:pt x="4650113" y="268414"/>
                  <a:pt x="4648303" y="267176"/>
                </a:cubicBezTo>
                <a:cubicBezTo>
                  <a:pt x="4646494" y="265938"/>
                  <a:pt x="4643446" y="265081"/>
                  <a:pt x="4644684" y="263271"/>
                </a:cubicBezTo>
                <a:cubicBezTo>
                  <a:pt x="4645922" y="261461"/>
                  <a:pt x="4648875" y="262604"/>
                  <a:pt x="4650685" y="261747"/>
                </a:cubicBezTo>
                <a:cubicBezTo>
                  <a:pt x="4652494" y="260890"/>
                  <a:pt x="4654590" y="260509"/>
                  <a:pt x="4656114" y="261747"/>
                </a:cubicBezTo>
                <a:cubicBezTo>
                  <a:pt x="4657638" y="262985"/>
                  <a:pt x="4661829" y="264223"/>
                  <a:pt x="4660590" y="259080"/>
                </a:cubicBezTo>
                <a:cubicBezTo>
                  <a:pt x="4659447" y="253936"/>
                  <a:pt x="4665067" y="255841"/>
                  <a:pt x="4667830" y="255175"/>
                </a:cubicBezTo>
                <a:cubicBezTo>
                  <a:pt x="4670592" y="254508"/>
                  <a:pt x="4674116" y="255746"/>
                  <a:pt x="4677164" y="258127"/>
                </a:cubicBezTo>
                <a:cubicBezTo>
                  <a:pt x="4680117" y="260509"/>
                  <a:pt x="4681641" y="259937"/>
                  <a:pt x="4681641" y="256032"/>
                </a:cubicBezTo>
                <a:cubicBezTo>
                  <a:pt x="4681641" y="252127"/>
                  <a:pt x="4686784" y="253936"/>
                  <a:pt x="4691547" y="252698"/>
                </a:cubicBezTo>
                <a:close/>
                <a:moveTo>
                  <a:pt x="4520192" y="250031"/>
                </a:moveTo>
                <a:cubicBezTo>
                  <a:pt x="4522859" y="248888"/>
                  <a:pt x="4524669" y="253079"/>
                  <a:pt x="4524097" y="256031"/>
                </a:cubicBezTo>
                <a:cubicBezTo>
                  <a:pt x="4523431" y="258984"/>
                  <a:pt x="4518668" y="261080"/>
                  <a:pt x="4516001" y="255460"/>
                </a:cubicBezTo>
                <a:cubicBezTo>
                  <a:pt x="4513334" y="249745"/>
                  <a:pt x="4517525" y="251269"/>
                  <a:pt x="4520192" y="250031"/>
                </a:cubicBezTo>
                <a:close/>
                <a:moveTo>
                  <a:pt x="2639672" y="247936"/>
                </a:moveTo>
                <a:cubicBezTo>
                  <a:pt x="2644148" y="247936"/>
                  <a:pt x="2642910" y="253746"/>
                  <a:pt x="2635100" y="260508"/>
                </a:cubicBezTo>
                <a:cubicBezTo>
                  <a:pt x="2625098" y="269272"/>
                  <a:pt x="2632718" y="267271"/>
                  <a:pt x="2639672" y="259842"/>
                </a:cubicBezTo>
                <a:cubicBezTo>
                  <a:pt x="2645768" y="253364"/>
                  <a:pt x="2653388" y="257461"/>
                  <a:pt x="2653388" y="257461"/>
                </a:cubicBezTo>
                <a:cubicBezTo>
                  <a:pt x="2653388" y="257461"/>
                  <a:pt x="2658245" y="261271"/>
                  <a:pt x="2657960" y="263175"/>
                </a:cubicBezTo>
                <a:cubicBezTo>
                  <a:pt x="2655388" y="273368"/>
                  <a:pt x="2667961" y="265271"/>
                  <a:pt x="2665389" y="272796"/>
                </a:cubicBezTo>
                <a:cubicBezTo>
                  <a:pt x="2662436" y="281274"/>
                  <a:pt x="2657007" y="275939"/>
                  <a:pt x="2654626" y="277178"/>
                </a:cubicBezTo>
                <a:cubicBezTo>
                  <a:pt x="2646911" y="280988"/>
                  <a:pt x="2640815" y="276796"/>
                  <a:pt x="2634147" y="280701"/>
                </a:cubicBezTo>
                <a:cubicBezTo>
                  <a:pt x="2629670" y="283368"/>
                  <a:pt x="2629575" y="280701"/>
                  <a:pt x="2625098" y="278511"/>
                </a:cubicBezTo>
                <a:cubicBezTo>
                  <a:pt x="2620717" y="276320"/>
                  <a:pt x="2611954" y="277368"/>
                  <a:pt x="2603858" y="281369"/>
                </a:cubicBezTo>
                <a:cubicBezTo>
                  <a:pt x="2596047" y="285179"/>
                  <a:pt x="2593571" y="284511"/>
                  <a:pt x="2591190" y="282320"/>
                </a:cubicBezTo>
                <a:cubicBezTo>
                  <a:pt x="2588713" y="280035"/>
                  <a:pt x="2592809" y="276700"/>
                  <a:pt x="2596809" y="274511"/>
                </a:cubicBezTo>
                <a:cubicBezTo>
                  <a:pt x="2600715" y="272320"/>
                  <a:pt x="2606525" y="264795"/>
                  <a:pt x="2608715" y="266985"/>
                </a:cubicBezTo>
                <a:cubicBezTo>
                  <a:pt x="2610906" y="269176"/>
                  <a:pt x="2616050" y="268796"/>
                  <a:pt x="2613383" y="265651"/>
                </a:cubicBezTo>
                <a:cubicBezTo>
                  <a:pt x="2610716" y="262508"/>
                  <a:pt x="2617574" y="257651"/>
                  <a:pt x="2621574" y="254126"/>
                </a:cubicBezTo>
                <a:cubicBezTo>
                  <a:pt x="2625575" y="250603"/>
                  <a:pt x="2627765" y="248411"/>
                  <a:pt x="2629575" y="250603"/>
                </a:cubicBezTo>
                <a:cubicBezTo>
                  <a:pt x="2631290" y="252794"/>
                  <a:pt x="2632623" y="252412"/>
                  <a:pt x="2633957" y="250603"/>
                </a:cubicBezTo>
                <a:cubicBezTo>
                  <a:pt x="2635290" y="248792"/>
                  <a:pt x="2635576" y="247936"/>
                  <a:pt x="2639672" y="247936"/>
                </a:cubicBezTo>
                <a:close/>
                <a:moveTo>
                  <a:pt x="4379032" y="239554"/>
                </a:moveTo>
                <a:cubicBezTo>
                  <a:pt x="4382270" y="238315"/>
                  <a:pt x="4381699" y="242506"/>
                  <a:pt x="4379889" y="244030"/>
                </a:cubicBezTo>
                <a:cubicBezTo>
                  <a:pt x="4378174" y="245554"/>
                  <a:pt x="4377222" y="246697"/>
                  <a:pt x="4372745" y="245554"/>
                </a:cubicBezTo>
                <a:cubicBezTo>
                  <a:pt x="4368078" y="244316"/>
                  <a:pt x="4375698" y="240792"/>
                  <a:pt x="4379032" y="239554"/>
                </a:cubicBezTo>
                <a:close/>
                <a:moveTo>
                  <a:pt x="4523526" y="236219"/>
                </a:moveTo>
                <a:cubicBezTo>
                  <a:pt x="4526765" y="234124"/>
                  <a:pt x="4526193" y="236791"/>
                  <a:pt x="4526193" y="238886"/>
                </a:cubicBezTo>
                <a:cubicBezTo>
                  <a:pt x="4526193" y="241077"/>
                  <a:pt x="4526193" y="238886"/>
                  <a:pt x="4526288" y="241554"/>
                </a:cubicBezTo>
                <a:cubicBezTo>
                  <a:pt x="4526288" y="244316"/>
                  <a:pt x="4525622" y="245554"/>
                  <a:pt x="4520859" y="246126"/>
                </a:cubicBezTo>
                <a:cubicBezTo>
                  <a:pt x="4516001" y="246792"/>
                  <a:pt x="4520192" y="238315"/>
                  <a:pt x="4523526" y="236219"/>
                </a:cubicBezTo>
                <a:close/>
                <a:moveTo>
                  <a:pt x="4434944" y="234600"/>
                </a:moveTo>
                <a:cubicBezTo>
                  <a:pt x="4437420" y="234029"/>
                  <a:pt x="4442183" y="233362"/>
                  <a:pt x="4444278" y="234886"/>
                </a:cubicBezTo>
                <a:cubicBezTo>
                  <a:pt x="4446374" y="236410"/>
                  <a:pt x="4449041" y="240887"/>
                  <a:pt x="4453232" y="240887"/>
                </a:cubicBezTo>
                <a:cubicBezTo>
                  <a:pt x="4457423" y="240887"/>
                  <a:pt x="4459518" y="246221"/>
                  <a:pt x="4461614" y="245363"/>
                </a:cubicBezTo>
                <a:cubicBezTo>
                  <a:pt x="4463805" y="244506"/>
                  <a:pt x="4467710" y="248030"/>
                  <a:pt x="4468281" y="251364"/>
                </a:cubicBezTo>
                <a:cubicBezTo>
                  <a:pt x="4469043" y="255460"/>
                  <a:pt x="4472282" y="256127"/>
                  <a:pt x="4471234" y="251650"/>
                </a:cubicBezTo>
                <a:cubicBezTo>
                  <a:pt x="4470377" y="247745"/>
                  <a:pt x="4474853" y="246506"/>
                  <a:pt x="4476663" y="252221"/>
                </a:cubicBezTo>
                <a:cubicBezTo>
                  <a:pt x="4478092" y="256698"/>
                  <a:pt x="4480568" y="255174"/>
                  <a:pt x="4480568" y="252507"/>
                </a:cubicBezTo>
                <a:cubicBezTo>
                  <a:pt x="4480568" y="249745"/>
                  <a:pt x="4480283" y="246506"/>
                  <a:pt x="4475806" y="244697"/>
                </a:cubicBezTo>
                <a:cubicBezTo>
                  <a:pt x="4471329" y="242887"/>
                  <a:pt x="4475235" y="240125"/>
                  <a:pt x="4477902" y="241363"/>
                </a:cubicBezTo>
                <a:cubicBezTo>
                  <a:pt x="4480664" y="242506"/>
                  <a:pt x="4492570" y="250031"/>
                  <a:pt x="4492760" y="253460"/>
                </a:cubicBezTo>
                <a:cubicBezTo>
                  <a:pt x="4492760" y="256412"/>
                  <a:pt x="4496285" y="259746"/>
                  <a:pt x="4497809" y="260318"/>
                </a:cubicBezTo>
                <a:cubicBezTo>
                  <a:pt x="4499237" y="260889"/>
                  <a:pt x="4499904" y="262699"/>
                  <a:pt x="4498380" y="264794"/>
                </a:cubicBezTo>
                <a:cubicBezTo>
                  <a:pt x="4496856" y="266985"/>
                  <a:pt x="4492951" y="270509"/>
                  <a:pt x="4488474" y="269938"/>
                </a:cubicBezTo>
                <a:cubicBezTo>
                  <a:pt x="4483902" y="269271"/>
                  <a:pt x="4483045" y="268700"/>
                  <a:pt x="4480950" y="270795"/>
                </a:cubicBezTo>
                <a:cubicBezTo>
                  <a:pt x="4478854" y="272891"/>
                  <a:pt x="4475806" y="273748"/>
                  <a:pt x="4475806" y="271652"/>
                </a:cubicBezTo>
                <a:cubicBezTo>
                  <a:pt x="4475806" y="269557"/>
                  <a:pt x="4473996" y="269843"/>
                  <a:pt x="4471615" y="268414"/>
                </a:cubicBezTo>
                <a:cubicBezTo>
                  <a:pt x="4467519" y="265937"/>
                  <a:pt x="4466186" y="266890"/>
                  <a:pt x="4465614" y="269557"/>
                </a:cubicBezTo>
                <a:cubicBezTo>
                  <a:pt x="4464948" y="272224"/>
                  <a:pt x="4461042" y="278225"/>
                  <a:pt x="4458090" y="277939"/>
                </a:cubicBezTo>
                <a:cubicBezTo>
                  <a:pt x="4455042" y="277653"/>
                  <a:pt x="4455423" y="277367"/>
                  <a:pt x="4454184" y="280034"/>
                </a:cubicBezTo>
                <a:cubicBezTo>
                  <a:pt x="4452946" y="282701"/>
                  <a:pt x="4446088" y="286321"/>
                  <a:pt x="4441897" y="288702"/>
                </a:cubicBezTo>
                <a:cubicBezTo>
                  <a:pt x="4437706" y="291179"/>
                  <a:pt x="4431419" y="294703"/>
                  <a:pt x="4420942" y="294131"/>
                </a:cubicBezTo>
                <a:cubicBezTo>
                  <a:pt x="4410369" y="293560"/>
                  <a:pt x="4412465" y="288416"/>
                  <a:pt x="4415799" y="287559"/>
                </a:cubicBezTo>
                <a:cubicBezTo>
                  <a:pt x="4419037" y="286702"/>
                  <a:pt x="4420847" y="285464"/>
                  <a:pt x="4422371" y="282797"/>
                </a:cubicBezTo>
                <a:cubicBezTo>
                  <a:pt x="4423800" y="280034"/>
                  <a:pt x="4426848" y="278606"/>
                  <a:pt x="4429229" y="279177"/>
                </a:cubicBezTo>
                <a:cubicBezTo>
                  <a:pt x="4431610" y="279749"/>
                  <a:pt x="4435515" y="279177"/>
                  <a:pt x="4437897" y="273748"/>
                </a:cubicBezTo>
                <a:cubicBezTo>
                  <a:pt x="4440373" y="268319"/>
                  <a:pt x="4434944" y="269557"/>
                  <a:pt x="4432848" y="271938"/>
                </a:cubicBezTo>
                <a:cubicBezTo>
                  <a:pt x="4430753" y="274319"/>
                  <a:pt x="4424752" y="275748"/>
                  <a:pt x="4422085" y="274891"/>
                </a:cubicBezTo>
                <a:cubicBezTo>
                  <a:pt x="4419323" y="274034"/>
                  <a:pt x="4417894" y="274129"/>
                  <a:pt x="4416370" y="276129"/>
                </a:cubicBezTo>
                <a:cubicBezTo>
                  <a:pt x="4412465" y="281177"/>
                  <a:pt x="4406750" y="277558"/>
                  <a:pt x="4406750" y="274891"/>
                </a:cubicBezTo>
                <a:cubicBezTo>
                  <a:pt x="4406750" y="272224"/>
                  <a:pt x="4402559" y="271938"/>
                  <a:pt x="4402559" y="276986"/>
                </a:cubicBezTo>
                <a:cubicBezTo>
                  <a:pt x="4402559" y="282035"/>
                  <a:pt x="4396844" y="283559"/>
                  <a:pt x="4395034" y="281463"/>
                </a:cubicBezTo>
                <a:cubicBezTo>
                  <a:pt x="4393224" y="279368"/>
                  <a:pt x="4388462" y="279368"/>
                  <a:pt x="4388462" y="281177"/>
                </a:cubicBezTo>
                <a:cubicBezTo>
                  <a:pt x="4388462" y="282987"/>
                  <a:pt x="4382747" y="284511"/>
                  <a:pt x="4382747" y="282987"/>
                </a:cubicBezTo>
                <a:cubicBezTo>
                  <a:pt x="4382747" y="281463"/>
                  <a:pt x="4380080" y="281749"/>
                  <a:pt x="4377984" y="283559"/>
                </a:cubicBezTo>
                <a:cubicBezTo>
                  <a:pt x="4375889" y="285273"/>
                  <a:pt x="4370174" y="285940"/>
                  <a:pt x="4366554" y="280225"/>
                </a:cubicBezTo>
                <a:cubicBezTo>
                  <a:pt x="4363030" y="274510"/>
                  <a:pt x="4370460" y="275177"/>
                  <a:pt x="4371984" y="273938"/>
                </a:cubicBezTo>
                <a:cubicBezTo>
                  <a:pt x="4373508" y="272795"/>
                  <a:pt x="4375889" y="271557"/>
                  <a:pt x="4380651" y="271271"/>
                </a:cubicBezTo>
                <a:cubicBezTo>
                  <a:pt x="4385509" y="270986"/>
                  <a:pt x="4383414" y="268890"/>
                  <a:pt x="4380080" y="268890"/>
                </a:cubicBezTo>
                <a:cubicBezTo>
                  <a:pt x="4376746" y="268890"/>
                  <a:pt x="4376460" y="269176"/>
                  <a:pt x="4371698" y="271271"/>
                </a:cubicBezTo>
                <a:cubicBezTo>
                  <a:pt x="4366840" y="273367"/>
                  <a:pt x="4366554" y="271652"/>
                  <a:pt x="4369888" y="268319"/>
                </a:cubicBezTo>
                <a:cubicBezTo>
                  <a:pt x="4373127" y="264985"/>
                  <a:pt x="4376175" y="268319"/>
                  <a:pt x="4380937" y="266223"/>
                </a:cubicBezTo>
                <a:cubicBezTo>
                  <a:pt x="4385795" y="264128"/>
                  <a:pt x="4381890" y="263270"/>
                  <a:pt x="4380080" y="263842"/>
                </a:cubicBezTo>
                <a:cubicBezTo>
                  <a:pt x="4378270" y="264413"/>
                  <a:pt x="4377413" y="264985"/>
                  <a:pt x="4373508" y="264413"/>
                </a:cubicBezTo>
                <a:cubicBezTo>
                  <a:pt x="4369602" y="263842"/>
                  <a:pt x="4370174" y="258413"/>
                  <a:pt x="4373508" y="258127"/>
                </a:cubicBezTo>
                <a:cubicBezTo>
                  <a:pt x="4376841" y="257841"/>
                  <a:pt x="4379508" y="256698"/>
                  <a:pt x="4374746" y="255460"/>
                </a:cubicBezTo>
                <a:cubicBezTo>
                  <a:pt x="4369983" y="254222"/>
                  <a:pt x="4372365" y="252126"/>
                  <a:pt x="4375032" y="251555"/>
                </a:cubicBezTo>
                <a:cubicBezTo>
                  <a:pt x="4377794" y="250983"/>
                  <a:pt x="4381318" y="249173"/>
                  <a:pt x="4384652" y="251840"/>
                </a:cubicBezTo>
                <a:cubicBezTo>
                  <a:pt x="4388367" y="254888"/>
                  <a:pt x="4394843" y="254507"/>
                  <a:pt x="4398177" y="253650"/>
                </a:cubicBezTo>
                <a:cubicBezTo>
                  <a:pt x="4401511" y="252698"/>
                  <a:pt x="4407226" y="252126"/>
                  <a:pt x="4409893" y="254222"/>
                </a:cubicBezTo>
                <a:cubicBezTo>
                  <a:pt x="4412560" y="256317"/>
                  <a:pt x="4419227" y="258413"/>
                  <a:pt x="4422180" y="261080"/>
                </a:cubicBezTo>
                <a:cubicBezTo>
                  <a:pt x="4426848" y="265271"/>
                  <a:pt x="4430277" y="264604"/>
                  <a:pt x="4432943" y="261651"/>
                </a:cubicBezTo>
                <a:cubicBezTo>
                  <a:pt x="4435610" y="258603"/>
                  <a:pt x="4441611" y="259841"/>
                  <a:pt x="4445802" y="260413"/>
                </a:cubicBezTo>
                <a:cubicBezTo>
                  <a:pt x="4449993" y="260984"/>
                  <a:pt x="4455613" y="262508"/>
                  <a:pt x="4454756" y="259175"/>
                </a:cubicBezTo>
                <a:cubicBezTo>
                  <a:pt x="4453899" y="255841"/>
                  <a:pt x="4450565" y="255841"/>
                  <a:pt x="4442468" y="255841"/>
                </a:cubicBezTo>
                <a:cubicBezTo>
                  <a:pt x="4434372" y="255841"/>
                  <a:pt x="4436753" y="251936"/>
                  <a:pt x="4442754" y="251650"/>
                </a:cubicBezTo>
                <a:cubicBezTo>
                  <a:pt x="4447136" y="251459"/>
                  <a:pt x="4441516" y="248983"/>
                  <a:pt x="4438849" y="249554"/>
                </a:cubicBezTo>
                <a:cubicBezTo>
                  <a:pt x="4436182" y="250126"/>
                  <a:pt x="4435515" y="249745"/>
                  <a:pt x="4430753" y="249173"/>
                </a:cubicBezTo>
                <a:cubicBezTo>
                  <a:pt x="4425990" y="248602"/>
                  <a:pt x="4429324" y="243554"/>
                  <a:pt x="4428086" y="239077"/>
                </a:cubicBezTo>
                <a:cubicBezTo>
                  <a:pt x="4426848" y="234600"/>
                  <a:pt x="4432562" y="235172"/>
                  <a:pt x="4434944" y="234600"/>
                </a:cubicBezTo>
                <a:close/>
                <a:moveTo>
                  <a:pt x="4516287" y="234124"/>
                </a:moveTo>
                <a:cubicBezTo>
                  <a:pt x="4518954" y="233457"/>
                  <a:pt x="4519240" y="237362"/>
                  <a:pt x="4516287" y="238886"/>
                </a:cubicBezTo>
                <a:cubicBezTo>
                  <a:pt x="4514763" y="239839"/>
                  <a:pt x="4510286" y="241077"/>
                  <a:pt x="4509715" y="239553"/>
                </a:cubicBezTo>
                <a:cubicBezTo>
                  <a:pt x="4509048" y="238029"/>
                  <a:pt x="4513620" y="234695"/>
                  <a:pt x="4516287" y="234124"/>
                </a:cubicBezTo>
                <a:close/>
                <a:moveTo>
                  <a:pt x="4802513" y="233839"/>
                </a:moveTo>
                <a:cubicBezTo>
                  <a:pt x="4805442" y="232862"/>
                  <a:pt x="4809038" y="232790"/>
                  <a:pt x="4812324" y="235362"/>
                </a:cubicBezTo>
                <a:cubicBezTo>
                  <a:pt x="4818896" y="240506"/>
                  <a:pt x="4821658" y="242316"/>
                  <a:pt x="4822516" y="244983"/>
                </a:cubicBezTo>
                <a:cubicBezTo>
                  <a:pt x="4823468" y="247650"/>
                  <a:pt x="4832707" y="250698"/>
                  <a:pt x="4836041" y="253650"/>
                </a:cubicBezTo>
                <a:cubicBezTo>
                  <a:pt x="4839375" y="256698"/>
                  <a:pt x="4842899" y="261175"/>
                  <a:pt x="4844423" y="263556"/>
                </a:cubicBezTo>
                <a:cubicBezTo>
                  <a:pt x="4845947" y="266033"/>
                  <a:pt x="4847281" y="265557"/>
                  <a:pt x="4845757" y="266890"/>
                </a:cubicBezTo>
                <a:cubicBezTo>
                  <a:pt x="4843756" y="268700"/>
                  <a:pt x="4846519" y="268128"/>
                  <a:pt x="4844138" y="268700"/>
                </a:cubicBezTo>
                <a:cubicBezTo>
                  <a:pt x="4841756" y="269367"/>
                  <a:pt x="4842042" y="271176"/>
                  <a:pt x="4844423" y="272034"/>
                </a:cubicBezTo>
                <a:cubicBezTo>
                  <a:pt x="4846900" y="272891"/>
                  <a:pt x="4848043" y="274701"/>
                  <a:pt x="4849853" y="272034"/>
                </a:cubicBezTo>
                <a:cubicBezTo>
                  <a:pt x="4851567" y="269271"/>
                  <a:pt x="4851948" y="268700"/>
                  <a:pt x="4850710" y="266604"/>
                </a:cubicBezTo>
                <a:cubicBezTo>
                  <a:pt x="4849567" y="264509"/>
                  <a:pt x="4849281" y="265080"/>
                  <a:pt x="4851948" y="262985"/>
                </a:cubicBezTo>
                <a:cubicBezTo>
                  <a:pt x="4854615" y="260889"/>
                  <a:pt x="4853758" y="259080"/>
                  <a:pt x="4856425" y="259651"/>
                </a:cubicBezTo>
                <a:cubicBezTo>
                  <a:pt x="4859092" y="260223"/>
                  <a:pt x="4863949" y="254793"/>
                  <a:pt x="4866902" y="258413"/>
                </a:cubicBezTo>
                <a:cubicBezTo>
                  <a:pt x="4869855" y="261937"/>
                  <a:pt x="4871093" y="264890"/>
                  <a:pt x="4871665" y="266700"/>
                </a:cubicBezTo>
                <a:cubicBezTo>
                  <a:pt x="4872236" y="268509"/>
                  <a:pt x="4873760" y="268509"/>
                  <a:pt x="4874046" y="265557"/>
                </a:cubicBezTo>
                <a:cubicBezTo>
                  <a:pt x="4874332" y="262604"/>
                  <a:pt x="4874903" y="263175"/>
                  <a:pt x="4876713" y="265557"/>
                </a:cubicBezTo>
                <a:cubicBezTo>
                  <a:pt x="4878523" y="267938"/>
                  <a:pt x="4881190" y="265557"/>
                  <a:pt x="4878809" y="263461"/>
                </a:cubicBezTo>
                <a:cubicBezTo>
                  <a:pt x="4876427" y="261366"/>
                  <a:pt x="4874332" y="260794"/>
                  <a:pt x="4873093" y="258699"/>
                </a:cubicBezTo>
                <a:cubicBezTo>
                  <a:pt x="4871855" y="256603"/>
                  <a:pt x="4868236" y="249745"/>
                  <a:pt x="4873665" y="247650"/>
                </a:cubicBezTo>
                <a:cubicBezTo>
                  <a:pt x="4879094" y="245554"/>
                  <a:pt x="4877570" y="244983"/>
                  <a:pt x="4885952" y="244697"/>
                </a:cubicBezTo>
                <a:cubicBezTo>
                  <a:pt x="4893477" y="244411"/>
                  <a:pt x="4896716" y="243840"/>
                  <a:pt x="4902144" y="242316"/>
                </a:cubicBezTo>
                <a:cubicBezTo>
                  <a:pt x="4907574" y="240792"/>
                  <a:pt x="4909670" y="238125"/>
                  <a:pt x="4915956" y="240506"/>
                </a:cubicBezTo>
                <a:cubicBezTo>
                  <a:pt x="4922243" y="242887"/>
                  <a:pt x="4925862" y="244411"/>
                  <a:pt x="4921385" y="247078"/>
                </a:cubicBezTo>
                <a:cubicBezTo>
                  <a:pt x="4916909" y="249840"/>
                  <a:pt x="4913861" y="249555"/>
                  <a:pt x="4913289" y="252507"/>
                </a:cubicBezTo>
                <a:cubicBezTo>
                  <a:pt x="4912718" y="255555"/>
                  <a:pt x="4913003" y="256413"/>
                  <a:pt x="4915099" y="254317"/>
                </a:cubicBezTo>
                <a:cubicBezTo>
                  <a:pt x="4917194" y="252222"/>
                  <a:pt x="4918147" y="250983"/>
                  <a:pt x="4920528" y="250698"/>
                </a:cubicBezTo>
                <a:cubicBezTo>
                  <a:pt x="4923004" y="250412"/>
                  <a:pt x="4923862" y="249555"/>
                  <a:pt x="4925672" y="248031"/>
                </a:cubicBezTo>
                <a:cubicBezTo>
                  <a:pt x="4927481" y="246507"/>
                  <a:pt x="4933482" y="248602"/>
                  <a:pt x="4933196" y="254031"/>
                </a:cubicBezTo>
                <a:cubicBezTo>
                  <a:pt x="4932911" y="259365"/>
                  <a:pt x="4932911" y="259651"/>
                  <a:pt x="4931672" y="261175"/>
                </a:cubicBezTo>
                <a:cubicBezTo>
                  <a:pt x="4930529" y="262699"/>
                  <a:pt x="4930815" y="267462"/>
                  <a:pt x="4932911" y="264795"/>
                </a:cubicBezTo>
                <a:cubicBezTo>
                  <a:pt x="4935006" y="262128"/>
                  <a:pt x="4935863" y="264223"/>
                  <a:pt x="4937673" y="266604"/>
                </a:cubicBezTo>
                <a:cubicBezTo>
                  <a:pt x="4939483" y="268986"/>
                  <a:pt x="4941864" y="271748"/>
                  <a:pt x="4941864" y="268414"/>
                </a:cubicBezTo>
                <a:cubicBezTo>
                  <a:pt x="4941864" y="265080"/>
                  <a:pt x="4936435" y="264223"/>
                  <a:pt x="4939768" y="258794"/>
                </a:cubicBezTo>
                <a:cubicBezTo>
                  <a:pt x="4943102" y="253460"/>
                  <a:pt x="4952341" y="260318"/>
                  <a:pt x="4953866" y="262413"/>
                </a:cubicBezTo>
                <a:cubicBezTo>
                  <a:pt x="4955294" y="264509"/>
                  <a:pt x="4956818" y="265747"/>
                  <a:pt x="4956532" y="268414"/>
                </a:cubicBezTo>
                <a:cubicBezTo>
                  <a:pt x="4956247" y="271176"/>
                  <a:pt x="4957771" y="270891"/>
                  <a:pt x="4958628" y="267557"/>
                </a:cubicBezTo>
                <a:cubicBezTo>
                  <a:pt x="4959581" y="264318"/>
                  <a:pt x="4959581" y="264890"/>
                  <a:pt x="4961676" y="267271"/>
                </a:cubicBezTo>
                <a:cubicBezTo>
                  <a:pt x="4963772" y="269652"/>
                  <a:pt x="4965201" y="269652"/>
                  <a:pt x="4964343" y="266033"/>
                </a:cubicBezTo>
                <a:cubicBezTo>
                  <a:pt x="4963391" y="262413"/>
                  <a:pt x="4961010" y="261556"/>
                  <a:pt x="4960723" y="259746"/>
                </a:cubicBezTo>
                <a:cubicBezTo>
                  <a:pt x="4960438" y="257937"/>
                  <a:pt x="4958628" y="254889"/>
                  <a:pt x="4964057" y="256127"/>
                </a:cubicBezTo>
                <a:cubicBezTo>
                  <a:pt x="4969391" y="257365"/>
                  <a:pt x="4976916" y="258508"/>
                  <a:pt x="4980821" y="257937"/>
                </a:cubicBezTo>
                <a:cubicBezTo>
                  <a:pt x="4984727" y="257270"/>
                  <a:pt x="4984727" y="256984"/>
                  <a:pt x="4986822" y="258794"/>
                </a:cubicBezTo>
                <a:cubicBezTo>
                  <a:pt x="4988918" y="260604"/>
                  <a:pt x="4991299" y="262128"/>
                  <a:pt x="4988632" y="262699"/>
                </a:cubicBezTo>
                <a:cubicBezTo>
                  <a:pt x="4985965" y="263271"/>
                  <a:pt x="4984155" y="265080"/>
                  <a:pt x="4983869" y="268700"/>
                </a:cubicBezTo>
                <a:cubicBezTo>
                  <a:pt x="4983584" y="272319"/>
                  <a:pt x="4983298" y="276796"/>
                  <a:pt x="4985965" y="274986"/>
                </a:cubicBezTo>
                <a:cubicBezTo>
                  <a:pt x="4988727" y="273177"/>
                  <a:pt x="4989013" y="270129"/>
                  <a:pt x="4991680" y="269557"/>
                </a:cubicBezTo>
                <a:cubicBezTo>
                  <a:pt x="4994442" y="268986"/>
                  <a:pt x="4994442" y="267462"/>
                  <a:pt x="4995013" y="265080"/>
                </a:cubicBezTo>
                <a:cubicBezTo>
                  <a:pt x="4995585" y="262699"/>
                  <a:pt x="5000062" y="262318"/>
                  <a:pt x="4999490" y="267462"/>
                </a:cubicBezTo>
                <a:cubicBezTo>
                  <a:pt x="4998919" y="272510"/>
                  <a:pt x="4999776" y="272796"/>
                  <a:pt x="5001014" y="274320"/>
                </a:cubicBezTo>
                <a:cubicBezTo>
                  <a:pt x="5002157" y="275748"/>
                  <a:pt x="5006920" y="268890"/>
                  <a:pt x="5008158" y="267081"/>
                </a:cubicBezTo>
                <a:cubicBezTo>
                  <a:pt x="5009301" y="265271"/>
                  <a:pt x="5008729" y="262032"/>
                  <a:pt x="5017397" y="262890"/>
                </a:cubicBezTo>
                <a:cubicBezTo>
                  <a:pt x="5026065" y="263842"/>
                  <a:pt x="5026065" y="263461"/>
                  <a:pt x="5027875" y="264699"/>
                </a:cubicBezTo>
                <a:cubicBezTo>
                  <a:pt x="5029684" y="265938"/>
                  <a:pt x="5028732" y="267081"/>
                  <a:pt x="5023970" y="268890"/>
                </a:cubicBezTo>
                <a:cubicBezTo>
                  <a:pt x="5019112" y="270605"/>
                  <a:pt x="5015873" y="276034"/>
                  <a:pt x="5014349" y="277844"/>
                </a:cubicBezTo>
                <a:cubicBezTo>
                  <a:pt x="5012826" y="279654"/>
                  <a:pt x="5011682" y="284130"/>
                  <a:pt x="5016445" y="280511"/>
                </a:cubicBezTo>
                <a:cubicBezTo>
                  <a:pt x="5021302" y="276987"/>
                  <a:pt x="5019779" y="274034"/>
                  <a:pt x="5024255" y="273653"/>
                </a:cubicBezTo>
                <a:cubicBezTo>
                  <a:pt x="5027494" y="273367"/>
                  <a:pt x="5026065" y="274224"/>
                  <a:pt x="5026636" y="276320"/>
                </a:cubicBezTo>
                <a:cubicBezTo>
                  <a:pt x="5027303" y="278415"/>
                  <a:pt x="5028732" y="279082"/>
                  <a:pt x="5029970" y="275748"/>
                </a:cubicBezTo>
                <a:cubicBezTo>
                  <a:pt x="5031113" y="272415"/>
                  <a:pt x="5031113" y="265557"/>
                  <a:pt x="5036828" y="267652"/>
                </a:cubicBezTo>
                <a:cubicBezTo>
                  <a:pt x="5042543" y="269748"/>
                  <a:pt x="5043400" y="269748"/>
                  <a:pt x="5045210" y="270319"/>
                </a:cubicBezTo>
                <a:cubicBezTo>
                  <a:pt x="5047020" y="270891"/>
                  <a:pt x="5048830" y="273272"/>
                  <a:pt x="5050926" y="275367"/>
                </a:cubicBezTo>
                <a:cubicBezTo>
                  <a:pt x="5053021" y="277463"/>
                  <a:pt x="5055116" y="278987"/>
                  <a:pt x="5052163" y="279844"/>
                </a:cubicBezTo>
                <a:cubicBezTo>
                  <a:pt x="5049211" y="280701"/>
                  <a:pt x="5047972" y="280701"/>
                  <a:pt x="5045306" y="282225"/>
                </a:cubicBezTo>
                <a:cubicBezTo>
                  <a:pt x="5042638" y="283749"/>
                  <a:pt x="5036352" y="283464"/>
                  <a:pt x="5033018" y="283464"/>
                </a:cubicBezTo>
                <a:cubicBezTo>
                  <a:pt x="5029780" y="283464"/>
                  <a:pt x="5024065" y="283464"/>
                  <a:pt x="5024065" y="283464"/>
                </a:cubicBezTo>
                <a:cubicBezTo>
                  <a:pt x="5024065" y="283464"/>
                  <a:pt x="5020159" y="282606"/>
                  <a:pt x="5022255" y="284988"/>
                </a:cubicBezTo>
                <a:cubicBezTo>
                  <a:pt x="5024350" y="287369"/>
                  <a:pt x="5028541" y="287369"/>
                  <a:pt x="5034257" y="287083"/>
                </a:cubicBezTo>
                <a:cubicBezTo>
                  <a:pt x="5039972" y="286797"/>
                  <a:pt x="5043591" y="285845"/>
                  <a:pt x="5044448" y="289750"/>
                </a:cubicBezTo>
                <a:cubicBezTo>
                  <a:pt x="5045401" y="293655"/>
                  <a:pt x="5045401" y="293941"/>
                  <a:pt x="5049592" y="289750"/>
                </a:cubicBezTo>
                <a:cubicBezTo>
                  <a:pt x="5053783" y="285559"/>
                  <a:pt x="5062736" y="285845"/>
                  <a:pt x="5067880" y="285845"/>
                </a:cubicBezTo>
                <a:cubicBezTo>
                  <a:pt x="5072928" y="285845"/>
                  <a:pt x="5074738" y="285845"/>
                  <a:pt x="5076262" y="287655"/>
                </a:cubicBezTo>
                <a:cubicBezTo>
                  <a:pt x="5077786" y="289464"/>
                  <a:pt x="5077500" y="289083"/>
                  <a:pt x="5074166" y="290322"/>
                </a:cubicBezTo>
                <a:cubicBezTo>
                  <a:pt x="5070928" y="291465"/>
                  <a:pt x="5070928" y="291179"/>
                  <a:pt x="5069403" y="293274"/>
                </a:cubicBezTo>
                <a:cubicBezTo>
                  <a:pt x="5067880" y="295370"/>
                  <a:pt x="5065785" y="294513"/>
                  <a:pt x="5063117" y="294513"/>
                </a:cubicBezTo>
                <a:cubicBezTo>
                  <a:pt x="5060355" y="294513"/>
                  <a:pt x="5057116" y="293274"/>
                  <a:pt x="5055878" y="292989"/>
                </a:cubicBezTo>
                <a:cubicBezTo>
                  <a:pt x="5054640" y="292703"/>
                  <a:pt x="5051973" y="292131"/>
                  <a:pt x="5054640" y="294798"/>
                </a:cubicBezTo>
                <a:cubicBezTo>
                  <a:pt x="5057307" y="297465"/>
                  <a:pt x="5058164" y="296227"/>
                  <a:pt x="5059402" y="298037"/>
                </a:cubicBezTo>
                <a:cubicBezTo>
                  <a:pt x="5060545" y="299847"/>
                  <a:pt x="5062070" y="298037"/>
                  <a:pt x="5064165" y="297751"/>
                </a:cubicBezTo>
                <a:cubicBezTo>
                  <a:pt x="5066261" y="297465"/>
                  <a:pt x="5068927" y="298704"/>
                  <a:pt x="5064165" y="301656"/>
                </a:cubicBezTo>
                <a:cubicBezTo>
                  <a:pt x="5059402" y="304704"/>
                  <a:pt x="5059688" y="304704"/>
                  <a:pt x="5057307" y="304990"/>
                </a:cubicBezTo>
                <a:cubicBezTo>
                  <a:pt x="5054926" y="305276"/>
                  <a:pt x="5051020" y="307657"/>
                  <a:pt x="5054926" y="307657"/>
                </a:cubicBezTo>
                <a:cubicBezTo>
                  <a:pt x="5058736" y="307657"/>
                  <a:pt x="5063879" y="307657"/>
                  <a:pt x="5065975" y="306133"/>
                </a:cubicBezTo>
                <a:cubicBezTo>
                  <a:pt x="5068070" y="304704"/>
                  <a:pt x="5072261" y="304990"/>
                  <a:pt x="5069880" y="307371"/>
                </a:cubicBezTo>
                <a:cubicBezTo>
                  <a:pt x="5067499" y="309753"/>
                  <a:pt x="5069594" y="309181"/>
                  <a:pt x="5073500" y="307371"/>
                </a:cubicBezTo>
                <a:cubicBezTo>
                  <a:pt x="5077405" y="305562"/>
                  <a:pt x="5081882" y="306705"/>
                  <a:pt x="5084548" y="305181"/>
                </a:cubicBezTo>
                <a:cubicBezTo>
                  <a:pt x="5087311" y="303752"/>
                  <a:pt x="5095979" y="309467"/>
                  <a:pt x="5098074" y="311277"/>
                </a:cubicBezTo>
                <a:cubicBezTo>
                  <a:pt x="5100170" y="312991"/>
                  <a:pt x="5100455" y="312134"/>
                  <a:pt x="5103789" y="312134"/>
                </a:cubicBezTo>
                <a:cubicBezTo>
                  <a:pt x="5107123" y="312134"/>
                  <a:pt x="5109218" y="314229"/>
                  <a:pt x="5109504" y="316896"/>
                </a:cubicBezTo>
                <a:cubicBezTo>
                  <a:pt x="5109790" y="319659"/>
                  <a:pt x="5112457" y="322326"/>
                  <a:pt x="5113981" y="318135"/>
                </a:cubicBezTo>
                <a:cubicBezTo>
                  <a:pt x="5115505" y="313944"/>
                  <a:pt x="5115505" y="312705"/>
                  <a:pt x="5117315" y="316611"/>
                </a:cubicBezTo>
                <a:cubicBezTo>
                  <a:pt x="5119124" y="320516"/>
                  <a:pt x="5116267" y="318230"/>
                  <a:pt x="5119410" y="320611"/>
                </a:cubicBezTo>
                <a:cubicBezTo>
                  <a:pt x="5122839" y="323183"/>
                  <a:pt x="5127126" y="319278"/>
                  <a:pt x="5126268" y="316611"/>
                </a:cubicBezTo>
                <a:cubicBezTo>
                  <a:pt x="5125411" y="313944"/>
                  <a:pt x="5122935" y="311562"/>
                  <a:pt x="5124172" y="309753"/>
                </a:cubicBezTo>
                <a:cubicBezTo>
                  <a:pt x="5125316" y="307943"/>
                  <a:pt x="5125601" y="310419"/>
                  <a:pt x="5127126" y="313086"/>
                </a:cubicBezTo>
                <a:cubicBezTo>
                  <a:pt x="5128649" y="315753"/>
                  <a:pt x="5129507" y="317277"/>
                  <a:pt x="5131316" y="315182"/>
                </a:cubicBezTo>
                <a:cubicBezTo>
                  <a:pt x="5133126" y="313086"/>
                  <a:pt x="5140936" y="313753"/>
                  <a:pt x="5143318" y="316420"/>
                </a:cubicBezTo>
                <a:cubicBezTo>
                  <a:pt x="5145699" y="319182"/>
                  <a:pt x="5143604" y="320706"/>
                  <a:pt x="5146270" y="321564"/>
                </a:cubicBezTo>
                <a:cubicBezTo>
                  <a:pt x="5148938" y="322421"/>
                  <a:pt x="5148652" y="322421"/>
                  <a:pt x="5146270" y="324516"/>
                </a:cubicBezTo>
                <a:cubicBezTo>
                  <a:pt x="5143794" y="326612"/>
                  <a:pt x="5147413" y="326326"/>
                  <a:pt x="5148938" y="328707"/>
                </a:cubicBezTo>
                <a:cubicBezTo>
                  <a:pt x="5150461" y="331089"/>
                  <a:pt x="5150461" y="330231"/>
                  <a:pt x="5152843" y="328136"/>
                </a:cubicBezTo>
                <a:cubicBezTo>
                  <a:pt x="5155224" y="326040"/>
                  <a:pt x="5156748" y="326421"/>
                  <a:pt x="5159129" y="327279"/>
                </a:cubicBezTo>
                <a:cubicBezTo>
                  <a:pt x="5161511" y="328231"/>
                  <a:pt x="5160939" y="328517"/>
                  <a:pt x="5161511" y="325183"/>
                </a:cubicBezTo>
                <a:cubicBezTo>
                  <a:pt x="5162082" y="321849"/>
                  <a:pt x="5161415" y="319373"/>
                  <a:pt x="5165702" y="323659"/>
                </a:cubicBezTo>
                <a:cubicBezTo>
                  <a:pt x="5167511" y="325469"/>
                  <a:pt x="5168368" y="331755"/>
                  <a:pt x="5170178" y="333851"/>
                </a:cubicBezTo>
                <a:cubicBezTo>
                  <a:pt x="5171893" y="335946"/>
                  <a:pt x="5177608" y="333851"/>
                  <a:pt x="5177322" y="330231"/>
                </a:cubicBezTo>
                <a:cubicBezTo>
                  <a:pt x="5177036" y="326707"/>
                  <a:pt x="5176465" y="326707"/>
                  <a:pt x="5178560" y="327564"/>
                </a:cubicBezTo>
                <a:cubicBezTo>
                  <a:pt x="5180656" y="328517"/>
                  <a:pt x="5181799" y="328231"/>
                  <a:pt x="5180941" y="325183"/>
                </a:cubicBezTo>
                <a:cubicBezTo>
                  <a:pt x="5179989" y="322135"/>
                  <a:pt x="5180656" y="321278"/>
                  <a:pt x="5183609" y="323945"/>
                </a:cubicBezTo>
                <a:cubicBezTo>
                  <a:pt x="5186561" y="326707"/>
                  <a:pt x="5189228" y="324612"/>
                  <a:pt x="5192562" y="325469"/>
                </a:cubicBezTo>
                <a:cubicBezTo>
                  <a:pt x="5195800" y="326326"/>
                  <a:pt x="5197325" y="326040"/>
                  <a:pt x="5197039" y="327850"/>
                </a:cubicBezTo>
                <a:cubicBezTo>
                  <a:pt x="5196753" y="329660"/>
                  <a:pt x="5201230" y="335375"/>
                  <a:pt x="5199420" y="335661"/>
                </a:cubicBezTo>
                <a:cubicBezTo>
                  <a:pt x="5197610" y="335946"/>
                  <a:pt x="5192752" y="333565"/>
                  <a:pt x="5194277" y="335661"/>
                </a:cubicBezTo>
                <a:cubicBezTo>
                  <a:pt x="5195705" y="337756"/>
                  <a:pt x="5195800" y="338518"/>
                  <a:pt x="5197325" y="341376"/>
                </a:cubicBezTo>
                <a:cubicBezTo>
                  <a:pt x="5198753" y="344138"/>
                  <a:pt x="5196372" y="341661"/>
                  <a:pt x="5198182" y="344043"/>
                </a:cubicBezTo>
                <a:cubicBezTo>
                  <a:pt x="5199991" y="346519"/>
                  <a:pt x="5199039" y="347948"/>
                  <a:pt x="5200277" y="349472"/>
                </a:cubicBezTo>
                <a:cubicBezTo>
                  <a:pt x="5201516" y="350996"/>
                  <a:pt x="5203326" y="353377"/>
                  <a:pt x="5199420" y="351853"/>
                </a:cubicBezTo>
                <a:cubicBezTo>
                  <a:pt x="5195515" y="350424"/>
                  <a:pt x="5192276" y="349472"/>
                  <a:pt x="5191038" y="348900"/>
                </a:cubicBezTo>
                <a:cubicBezTo>
                  <a:pt x="5189895" y="348234"/>
                  <a:pt x="5186561" y="347376"/>
                  <a:pt x="5190466" y="351567"/>
                </a:cubicBezTo>
                <a:cubicBezTo>
                  <a:pt x="5194277" y="355758"/>
                  <a:pt x="5196753" y="356044"/>
                  <a:pt x="5197610" y="358711"/>
                </a:cubicBezTo>
                <a:cubicBezTo>
                  <a:pt x="5198468" y="361473"/>
                  <a:pt x="5199706" y="362331"/>
                  <a:pt x="5202087" y="363855"/>
                </a:cubicBezTo>
                <a:cubicBezTo>
                  <a:pt x="5204563" y="365379"/>
                  <a:pt x="5204563" y="366617"/>
                  <a:pt x="5203326" y="367474"/>
                </a:cubicBezTo>
                <a:cubicBezTo>
                  <a:pt x="5202087" y="368427"/>
                  <a:pt x="5201516" y="368141"/>
                  <a:pt x="5199706" y="366617"/>
                </a:cubicBezTo>
                <a:cubicBezTo>
                  <a:pt x="5197896" y="365093"/>
                  <a:pt x="5197610" y="366045"/>
                  <a:pt x="5196372" y="366903"/>
                </a:cubicBezTo>
                <a:cubicBezTo>
                  <a:pt x="5195229" y="367760"/>
                  <a:pt x="5184370" y="364807"/>
                  <a:pt x="5183799" y="362712"/>
                </a:cubicBezTo>
                <a:cubicBezTo>
                  <a:pt x="5183227" y="360616"/>
                  <a:pt x="5180561" y="361188"/>
                  <a:pt x="5179036" y="361188"/>
                </a:cubicBezTo>
                <a:cubicBezTo>
                  <a:pt x="5177513" y="361188"/>
                  <a:pt x="5175988" y="358425"/>
                  <a:pt x="5173322" y="357568"/>
                </a:cubicBezTo>
                <a:cubicBezTo>
                  <a:pt x="5170654" y="356616"/>
                  <a:pt x="5167892" y="355092"/>
                  <a:pt x="5167321" y="352139"/>
                </a:cubicBezTo>
                <a:cubicBezTo>
                  <a:pt x="5166749" y="349091"/>
                  <a:pt x="5167321" y="344043"/>
                  <a:pt x="5165226" y="341947"/>
                </a:cubicBezTo>
                <a:cubicBezTo>
                  <a:pt x="5163130" y="339852"/>
                  <a:pt x="5161701" y="339852"/>
                  <a:pt x="5162272" y="343471"/>
                </a:cubicBezTo>
                <a:cubicBezTo>
                  <a:pt x="5162939" y="347091"/>
                  <a:pt x="5164368" y="350710"/>
                  <a:pt x="5161701" y="352806"/>
                </a:cubicBezTo>
                <a:cubicBezTo>
                  <a:pt x="5159034" y="354901"/>
                  <a:pt x="5153033" y="353949"/>
                  <a:pt x="5153033" y="349186"/>
                </a:cubicBezTo>
                <a:cubicBezTo>
                  <a:pt x="5153033" y="344424"/>
                  <a:pt x="5151890" y="342900"/>
                  <a:pt x="5150081" y="347091"/>
                </a:cubicBezTo>
                <a:cubicBezTo>
                  <a:pt x="5148271" y="351282"/>
                  <a:pt x="5144080" y="351282"/>
                  <a:pt x="5140746" y="350424"/>
                </a:cubicBezTo>
                <a:cubicBezTo>
                  <a:pt x="5137412" y="349567"/>
                  <a:pt x="5133221" y="345948"/>
                  <a:pt x="5128459" y="347757"/>
                </a:cubicBezTo>
                <a:cubicBezTo>
                  <a:pt x="5123696" y="349567"/>
                  <a:pt x="5118934" y="347472"/>
                  <a:pt x="5119505" y="349281"/>
                </a:cubicBezTo>
                <a:cubicBezTo>
                  <a:pt x="5120077" y="350996"/>
                  <a:pt x="5120363" y="352234"/>
                  <a:pt x="5124268" y="352234"/>
                </a:cubicBezTo>
                <a:cubicBezTo>
                  <a:pt x="5128173" y="352234"/>
                  <a:pt x="5126649" y="351948"/>
                  <a:pt x="5128459" y="354330"/>
                </a:cubicBezTo>
                <a:cubicBezTo>
                  <a:pt x="5130268" y="356711"/>
                  <a:pt x="5130840" y="356711"/>
                  <a:pt x="5132650" y="358235"/>
                </a:cubicBezTo>
                <a:cubicBezTo>
                  <a:pt x="5134459" y="359759"/>
                  <a:pt x="5134459" y="361854"/>
                  <a:pt x="5131126" y="360045"/>
                </a:cubicBezTo>
                <a:cubicBezTo>
                  <a:pt x="5127887" y="358235"/>
                  <a:pt x="5124554" y="354615"/>
                  <a:pt x="5117981" y="357663"/>
                </a:cubicBezTo>
                <a:cubicBezTo>
                  <a:pt x="5113504" y="359759"/>
                  <a:pt x="5114076" y="362426"/>
                  <a:pt x="5119791" y="359473"/>
                </a:cubicBezTo>
                <a:cubicBezTo>
                  <a:pt x="5125506" y="356520"/>
                  <a:pt x="5127316" y="363093"/>
                  <a:pt x="5131793" y="364902"/>
                </a:cubicBezTo>
                <a:cubicBezTo>
                  <a:pt x="5136365" y="366712"/>
                  <a:pt x="5137507" y="366998"/>
                  <a:pt x="5139317" y="368522"/>
                </a:cubicBezTo>
                <a:cubicBezTo>
                  <a:pt x="5141127" y="370046"/>
                  <a:pt x="5147128" y="371284"/>
                  <a:pt x="5149509" y="369760"/>
                </a:cubicBezTo>
                <a:cubicBezTo>
                  <a:pt x="5151890" y="368236"/>
                  <a:pt x="5154557" y="373094"/>
                  <a:pt x="5158463" y="373665"/>
                </a:cubicBezTo>
                <a:cubicBezTo>
                  <a:pt x="5162368" y="374237"/>
                  <a:pt x="5164177" y="374237"/>
                  <a:pt x="5165987" y="377856"/>
                </a:cubicBezTo>
                <a:cubicBezTo>
                  <a:pt x="5167797" y="381476"/>
                  <a:pt x="5170178" y="381762"/>
                  <a:pt x="5170178" y="377571"/>
                </a:cubicBezTo>
                <a:cubicBezTo>
                  <a:pt x="5170178" y="373380"/>
                  <a:pt x="5170464" y="374618"/>
                  <a:pt x="5174084" y="375189"/>
                </a:cubicBezTo>
                <a:cubicBezTo>
                  <a:pt x="5177703" y="375856"/>
                  <a:pt x="5179227" y="376428"/>
                  <a:pt x="5179513" y="378809"/>
                </a:cubicBezTo>
                <a:cubicBezTo>
                  <a:pt x="5179798" y="381190"/>
                  <a:pt x="5180370" y="381190"/>
                  <a:pt x="5181894" y="378523"/>
                </a:cubicBezTo>
                <a:cubicBezTo>
                  <a:pt x="5183418" y="375856"/>
                  <a:pt x="5190276" y="379761"/>
                  <a:pt x="5189704" y="382428"/>
                </a:cubicBezTo>
                <a:cubicBezTo>
                  <a:pt x="5189038" y="385095"/>
                  <a:pt x="5189038" y="387191"/>
                  <a:pt x="5194181" y="384524"/>
                </a:cubicBezTo>
                <a:cubicBezTo>
                  <a:pt x="5199325" y="381857"/>
                  <a:pt x="5200468" y="384238"/>
                  <a:pt x="5199896" y="386619"/>
                </a:cubicBezTo>
                <a:cubicBezTo>
                  <a:pt x="5199229" y="389096"/>
                  <a:pt x="5198658" y="391477"/>
                  <a:pt x="5204659" y="392049"/>
                </a:cubicBezTo>
                <a:cubicBezTo>
                  <a:pt x="5210659" y="392620"/>
                  <a:pt x="5214565" y="391763"/>
                  <a:pt x="5216375" y="391763"/>
                </a:cubicBezTo>
                <a:cubicBezTo>
                  <a:pt x="5218185" y="391763"/>
                  <a:pt x="5220280" y="392334"/>
                  <a:pt x="5220566" y="394716"/>
                </a:cubicBezTo>
                <a:cubicBezTo>
                  <a:pt x="5220851" y="397097"/>
                  <a:pt x="5223232" y="398049"/>
                  <a:pt x="5227710" y="400716"/>
                </a:cubicBezTo>
                <a:cubicBezTo>
                  <a:pt x="5232186" y="403479"/>
                  <a:pt x="5233329" y="404622"/>
                  <a:pt x="5232757" y="406146"/>
                </a:cubicBezTo>
                <a:cubicBezTo>
                  <a:pt x="5232186" y="407670"/>
                  <a:pt x="5229805" y="407384"/>
                  <a:pt x="5227710" y="405288"/>
                </a:cubicBezTo>
                <a:cubicBezTo>
                  <a:pt x="5225614" y="403193"/>
                  <a:pt x="5223899" y="401478"/>
                  <a:pt x="5224757" y="404431"/>
                </a:cubicBezTo>
                <a:cubicBezTo>
                  <a:pt x="5225709" y="407384"/>
                  <a:pt x="5231995" y="409479"/>
                  <a:pt x="5234948" y="410718"/>
                </a:cubicBezTo>
                <a:cubicBezTo>
                  <a:pt x="5237996" y="411956"/>
                  <a:pt x="5239806" y="412813"/>
                  <a:pt x="5240377" y="414337"/>
                </a:cubicBezTo>
                <a:cubicBezTo>
                  <a:pt x="5240949" y="415766"/>
                  <a:pt x="5240663" y="416718"/>
                  <a:pt x="5236472" y="414909"/>
                </a:cubicBezTo>
                <a:cubicBezTo>
                  <a:pt x="5232281" y="413099"/>
                  <a:pt x="5230757" y="414242"/>
                  <a:pt x="5236472" y="417576"/>
                </a:cubicBezTo>
                <a:cubicBezTo>
                  <a:pt x="5242187" y="420814"/>
                  <a:pt x="5244568" y="422338"/>
                  <a:pt x="5243997" y="424148"/>
                </a:cubicBezTo>
                <a:cubicBezTo>
                  <a:pt x="5243425" y="425958"/>
                  <a:pt x="5240377" y="427101"/>
                  <a:pt x="5237425" y="424434"/>
                </a:cubicBezTo>
                <a:cubicBezTo>
                  <a:pt x="5234472" y="421671"/>
                  <a:pt x="5232662" y="420243"/>
                  <a:pt x="5232662" y="419004"/>
                </a:cubicBezTo>
                <a:cubicBezTo>
                  <a:pt x="5232662" y="417766"/>
                  <a:pt x="5231805" y="416909"/>
                  <a:pt x="5229995" y="419004"/>
                </a:cubicBezTo>
                <a:cubicBezTo>
                  <a:pt x="5228186" y="421100"/>
                  <a:pt x="5224947" y="419862"/>
                  <a:pt x="5223423" y="419290"/>
                </a:cubicBezTo>
                <a:cubicBezTo>
                  <a:pt x="5221899" y="418719"/>
                  <a:pt x="5220470" y="417766"/>
                  <a:pt x="5219232" y="419290"/>
                </a:cubicBezTo>
                <a:cubicBezTo>
                  <a:pt x="5217994" y="420814"/>
                  <a:pt x="5216851" y="419576"/>
                  <a:pt x="5215327" y="418719"/>
                </a:cubicBezTo>
                <a:cubicBezTo>
                  <a:pt x="5213803" y="417766"/>
                  <a:pt x="5212660" y="418719"/>
                  <a:pt x="5211422" y="419576"/>
                </a:cubicBezTo>
                <a:cubicBezTo>
                  <a:pt x="5210279" y="420433"/>
                  <a:pt x="5208754" y="419290"/>
                  <a:pt x="5206373" y="417766"/>
                </a:cubicBezTo>
                <a:cubicBezTo>
                  <a:pt x="5203992" y="416337"/>
                  <a:pt x="5202182" y="416623"/>
                  <a:pt x="5200372" y="417195"/>
                </a:cubicBezTo>
                <a:cubicBezTo>
                  <a:pt x="5198658" y="417766"/>
                  <a:pt x="5195038" y="415385"/>
                  <a:pt x="5193228" y="413289"/>
                </a:cubicBezTo>
                <a:cubicBezTo>
                  <a:pt x="5191514" y="411194"/>
                  <a:pt x="5187228" y="407955"/>
                  <a:pt x="5188466" y="410622"/>
                </a:cubicBezTo>
                <a:cubicBezTo>
                  <a:pt x="5189610" y="413289"/>
                  <a:pt x="5191991" y="416528"/>
                  <a:pt x="5189038" y="415671"/>
                </a:cubicBezTo>
                <a:cubicBezTo>
                  <a:pt x="5186085" y="414813"/>
                  <a:pt x="5183132" y="413575"/>
                  <a:pt x="5180085" y="413289"/>
                </a:cubicBezTo>
                <a:cubicBezTo>
                  <a:pt x="5177036" y="413004"/>
                  <a:pt x="5170178" y="413004"/>
                  <a:pt x="5170178" y="413004"/>
                </a:cubicBezTo>
                <a:cubicBezTo>
                  <a:pt x="5170178" y="413004"/>
                  <a:pt x="5166845" y="413004"/>
                  <a:pt x="5168940" y="415671"/>
                </a:cubicBezTo>
                <a:cubicBezTo>
                  <a:pt x="5171036" y="418433"/>
                  <a:pt x="5173988" y="416909"/>
                  <a:pt x="5177322" y="416909"/>
                </a:cubicBezTo>
                <a:cubicBezTo>
                  <a:pt x="5180656" y="416909"/>
                  <a:pt x="5186085" y="418147"/>
                  <a:pt x="5188752" y="420528"/>
                </a:cubicBezTo>
                <a:cubicBezTo>
                  <a:pt x="5191514" y="423005"/>
                  <a:pt x="5192372" y="422624"/>
                  <a:pt x="5194467" y="421767"/>
                </a:cubicBezTo>
                <a:cubicBezTo>
                  <a:pt x="5196563" y="420814"/>
                  <a:pt x="5201325" y="422624"/>
                  <a:pt x="5204659" y="424434"/>
                </a:cubicBezTo>
                <a:cubicBezTo>
                  <a:pt x="5207993" y="426243"/>
                  <a:pt x="5219327" y="428339"/>
                  <a:pt x="5222947" y="428339"/>
                </a:cubicBezTo>
                <a:cubicBezTo>
                  <a:pt x="5226566" y="428339"/>
                  <a:pt x="5235901" y="432530"/>
                  <a:pt x="5238568" y="434340"/>
                </a:cubicBezTo>
                <a:cubicBezTo>
                  <a:pt x="5241235" y="436149"/>
                  <a:pt x="5241520" y="437292"/>
                  <a:pt x="5239139" y="437007"/>
                </a:cubicBezTo>
                <a:cubicBezTo>
                  <a:pt x="5236758" y="436721"/>
                  <a:pt x="5238854" y="439483"/>
                  <a:pt x="5240949" y="440340"/>
                </a:cubicBezTo>
                <a:cubicBezTo>
                  <a:pt x="5243045" y="441293"/>
                  <a:pt x="5245997" y="443960"/>
                  <a:pt x="5243045" y="443960"/>
                </a:cubicBezTo>
                <a:cubicBezTo>
                  <a:pt x="5239997" y="443960"/>
                  <a:pt x="5235520" y="442722"/>
                  <a:pt x="5233138" y="442722"/>
                </a:cubicBezTo>
                <a:cubicBezTo>
                  <a:pt x="5230757" y="442722"/>
                  <a:pt x="5226852" y="443674"/>
                  <a:pt x="5222661" y="442436"/>
                </a:cubicBezTo>
                <a:cubicBezTo>
                  <a:pt x="5218375" y="441293"/>
                  <a:pt x="5208278" y="442436"/>
                  <a:pt x="5205230" y="443960"/>
                </a:cubicBezTo>
                <a:cubicBezTo>
                  <a:pt x="5202182" y="445389"/>
                  <a:pt x="5197706" y="444531"/>
                  <a:pt x="5195610" y="444817"/>
                </a:cubicBezTo>
                <a:cubicBezTo>
                  <a:pt x="5193515" y="445103"/>
                  <a:pt x="5189323" y="443579"/>
                  <a:pt x="5187800" y="440626"/>
                </a:cubicBezTo>
                <a:cubicBezTo>
                  <a:pt x="5186275" y="437673"/>
                  <a:pt x="5184752" y="435864"/>
                  <a:pt x="5181799" y="437959"/>
                </a:cubicBezTo>
                <a:cubicBezTo>
                  <a:pt x="5178846" y="440055"/>
                  <a:pt x="5179418" y="442436"/>
                  <a:pt x="5175798" y="441579"/>
                </a:cubicBezTo>
                <a:cubicBezTo>
                  <a:pt x="5172274" y="440626"/>
                  <a:pt x="5168940" y="439769"/>
                  <a:pt x="5166559" y="440340"/>
                </a:cubicBezTo>
                <a:cubicBezTo>
                  <a:pt x="5164177" y="441007"/>
                  <a:pt x="5161129" y="439769"/>
                  <a:pt x="5160558" y="437388"/>
                </a:cubicBezTo>
                <a:cubicBezTo>
                  <a:pt x="5159986" y="435006"/>
                  <a:pt x="5159415" y="433482"/>
                  <a:pt x="5155510" y="435292"/>
                </a:cubicBezTo>
                <a:cubicBezTo>
                  <a:pt x="5151604" y="437102"/>
                  <a:pt x="5147128" y="434721"/>
                  <a:pt x="5144747" y="433197"/>
                </a:cubicBezTo>
                <a:cubicBezTo>
                  <a:pt x="5142270" y="431673"/>
                  <a:pt x="5141698" y="431387"/>
                  <a:pt x="5141413" y="426910"/>
                </a:cubicBezTo>
                <a:cubicBezTo>
                  <a:pt x="5141032" y="422433"/>
                  <a:pt x="5141985" y="420624"/>
                  <a:pt x="5138365" y="421195"/>
                </a:cubicBezTo>
                <a:cubicBezTo>
                  <a:pt x="5134745" y="421862"/>
                  <a:pt x="5135126" y="421195"/>
                  <a:pt x="5133888" y="420624"/>
                </a:cubicBezTo>
                <a:cubicBezTo>
                  <a:pt x="5132650" y="420052"/>
                  <a:pt x="5132364" y="419385"/>
                  <a:pt x="5130268" y="423005"/>
                </a:cubicBezTo>
                <a:cubicBezTo>
                  <a:pt x="5128173" y="426624"/>
                  <a:pt x="5127887" y="425100"/>
                  <a:pt x="5126077" y="422148"/>
                </a:cubicBezTo>
                <a:cubicBezTo>
                  <a:pt x="5124268" y="419100"/>
                  <a:pt x="5121315" y="416433"/>
                  <a:pt x="5121315" y="418814"/>
                </a:cubicBezTo>
                <a:cubicBezTo>
                  <a:pt x="5121315" y="421290"/>
                  <a:pt x="5123125" y="422719"/>
                  <a:pt x="5122553" y="424243"/>
                </a:cubicBezTo>
                <a:cubicBezTo>
                  <a:pt x="5121982" y="425672"/>
                  <a:pt x="5122839" y="425672"/>
                  <a:pt x="5118362" y="422719"/>
                </a:cubicBezTo>
                <a:cubicBezTo>
                  <a:pt x="5113886" y="419671"/>
                  <a:pt x="5109409" y="415194"/>
                  <a:pt x="5109409" y="415194"/>
                </a:cubicBezTo>
                <a:cubicBezTo>
                  <a:pt x="5109409" y="415194"/>
                  <a:pt x="5107980" y="413385"/>
                  <a:pt x="5104646" y="414623"/>
                </a:cubicBezTo>
                <a:cubicBezTo>
                  <a:pt x="5101408" y="415766"/>
                  <a:pt x="5099884" y="413385"/>
                  <a:pt x="5098360" y="413385"/>
                </a:cubicBezTo>
                <a:cubicBezTo>
                  <a:pt x="5096931" y="413385"/>
                  <a:pt x="5095979" y="414528"/>
                  <a:pt x="5095979" y="416052"/>
                </a:cubicBezTo>
                <a:cubicBezTo>
                  <a:pt x="5095979" y="417576"/>
                  <a:pt x="5095121" y="419671"/>
                  <a:pt x="5093026" y="415194"/>
                </a:cubicBezTo>
                <a:cubicBezTo>
                  <a:pt x="5090930" y="410718"/>
                  <a:pt x="5089978" y="410432"/>
                  <a:pt x="5089120" y="409194"/>
                </a:cubicBezTo>
                <a:cubicBezTo>
                  <a:pt x="5088263" y="408051"/>
                  <a:pt x="5087025" y="406527"/>
                  <a:pt x="5086168" y="408336"/>
                </a:cubicBezTo>
                <a:cubicBezTo>
                  <a:pt x="5085215" y="410146"/>
                  <a:pt x="5083977" y="410718"/>
                  <a:pt x="5081024" y="408908"/>
                </a:cubicBezTo>
                <a:cubicBezTo>
                  <a:pt x="5078072" y="407098"/>
                  <a:pt x="5075023" y="406527"/>
                  <a:pt x="5074452" y="408622"/>
                </a:cubicBezTo>
                <a:cubicBezTo>
                  <a:pt x="5073881" y="410718"/>
                  <a:pt x="5074452" y="414623"/>
                  <a:pt x="5077500" y="413385"/>
                </a:cubicBezTo>
                <a:cubicBezTo>
                  <a:pt x="5080453" y="412146"/>
                  <a:pt x="5079024" y="411289"/>
                  <a:pt x="5081977" y="413385"/>
                </a:cubicBezTo>
                <a:cubicBezTo>
                  <a:pt x="5084929" y="415480"/>
                  <a:pt x="5082834" y="417861"/>
                  <a:pt x="5078643" y="418433"/>
                </a:cubicBezTo>
                <a:cubicBezTo>
                  <a:pt x="5074452" y="419004"/>
                  <a:pt x="5073309" y="418433"/>
                  <a:pt x="5071785" y="418147"/>
                </a:cubicBezTo>
                <a:cubicBezTo>
                  <a:pt x="5070261" y="417861"/>
                  <a:pt x="5070547" y="418433"/>
                  <a:pt x="5070547" y="420243"/>
                </a:cubicBezTo>
                <a:cubicBezTo>
                  <a:pt x="5070547" y="422052"/>
                  <a:pt x="5069976" y="421767"/>
                  <a:pt x="5066356" y="423576"/>
                </a:cubicBezTo>
                <a:cubicBezTo>
                  <a:pt x="5062736" y="425386"/>
                  <a:pt x="5062736" y="425386"/>
                  <a:pt x="5062450" y="426910"/>
                </a:cubicBezTo>
                <a:cubicBezTo>
                  <a:pt x="5062165" y="428339"/>
                  <a:pt x="5062450" y="428053"/>
                  <a:pt x="5057974" y="427767"/>
                </a:cubicBezTo>
                <a:cubicBezTo>
                  <a:pt x="5053402" y="427482"/>
                  <a:pt x="5051687" y="427767"/>
                  <a:pt x="5050449" y="426910"/>
                </a:cubicBezTo>
                <a:cubicBezTo>
                  <a:pt x="5049211" y="425958"/>
                  <a:pt x="5048354" y="426243"/>
                  <a:pt x="5046544" y="427767"/>
                </a:cubicBezTo>
                <a:cubicBezTo>
                  <a:pt x="5044734" y="429291"/>
                  <a:pt x="5044448" y="429006"/>
                  <a:pt x="5040257" y="425672"/>
                </a:cubicBezTo>
                <a:cubicBezTo>
                  <a:pt x="5036066" y="422433"/>
                  <a:pt x="5034828" y="420909"/>
                  <a:pt x="5032447" y="418528"/>
                </a:cubicBezTo>
                <a:cubicBezTo>
                  <a:pt x="5030066" y="416147"/>
                  <a:pt x="5026732" y="412242"/>
                  <a:pt x="5028541" y="409860"/>
                </a:cubicBezTo>
                <a:cubicBezTo>
                  <a:pt x="5030351" y="407479"/>
                  <a:pt x="5031876" y="408908"/>
                  <a:pt x="5028541" y="406241"/>
                </a:cubicBezTo>
                <a:cubicBezTo>
                  <a:pt x="5025208" y="403574"/>
                  <a:pt x="5025208" y="400526"/>
                  <a:pt x="5030351" y="400526"/>
                </a:cubicBezTo>
                <a:cubicBezTo>
                  <a:pt x="5035495" y="400526"/>
                  <a:pt x="5042638" y="399669"/>
                  <a:pt x="5044448" y="397859"/>
                </a:cubicBezTo>
                <a:cubicBezTo>
                  <a:pt x="5046163" y="396049"/>
                  <a:pt x="5047115" y="396621"/>
                  <a:pt x="5049497" y="397859"/>
                </a:cubicBezTo>
                <a:cubicBezTo>
                  <a:pt x="5051973" y="399097"/>
                  <a:pt x="5054354" y="397573"/>
                  <a:pt x="5054640" y="395192"/>
                </a:cubicBezTo>
                <a:cubicBezTo>
                  <a:pt x="5054926" y="392811"/>
                  <a:pt x="5055593" y="393382"/>
                  <a:pt x="5057974" y="393382"/>
                </a:cubicBezTo>
                <a:cubicBezTo>
                  <a:pt x="5060355" y="393382"/>
                  <a:pt x="5061022" y="392811"/>
                  <a:pt x="5061593" y="390429"/>
                </a:cubicBezTo>
                <a:cubicBezTo>
                  <a:pt x="5062260" y="388048"/>
                  <a:pt x="5063117" y="388334"/>
                  <a:pt x="5064927" y="388334"/>
                </a:cubicBezTo>
                <a:cubicBezTo>
                  <a:pt x="5066737" y="388334"/>
                  <a:pt x="5070356" y="386905"/>
                  <a:pt x="5064927" y="385381"/>
                </a:cubicBezTo>
                <a:cubicBezTo>
                  <a:pt x="5059593" y="383857"/>
                  <a:pt x="5051116" y="380619"/>
                  <a:pt x="5052354" y="375189"/>
                </a:cubicBezTo>
                <a:cubicBezTo>
                  <a:pt x="5053592" y="369760"/>
                  <a:pt x="5054735" y="369760"/>
                  <a:pt x="5054450" y="367379"/>
                </a:cubicBezTo>
                <a:cubicBezTo>
                  <a:pt x="5054164" y="364902"/>
                  <a:pt x="5058355" y="361950"/>
                  <a:pt x="5067022" y="361950"/>
                </a:cubicBezTo>
                <a:cubicBezTo>
                  <a:pt x="5075690" y="361950"/>
                  <a:pt x="5085311" y="363759"/>
                  <a:pt x="5088263" y="368522"/>
                </a:cubicBezTo>
                <a:cubicBezTo>
                  <a:pt x="5091311" y="373284"/>
                  <a:pt x="5091883" y="372427"/>
                  <a:pt x="5093693" y="369093"/>
                </a:cubicBezTo>
                <a:cubicBezTo>
                  <a:pt x="5095502" y="365760"/>
                  <a:pt x="5096074" y="364902"/>
                  <a:pt x="5099407" y="364902"/>
                </a:cubicBezTo>
                <a:cubicBezTo>
                  <a:pt x="5102741" y="364902"/>
                  <a:pt x="5106075" y="362521"/>
                  <a:pt x="5108742" y="362235"/>
                </a:cubicBezTo>
                <a:cubicBezTo>
                  <a:pt x="5111504" y="361950"/>
                  <a:pt x="5110552" y="361092"/>
                  <a:pt x="5110266" y="359568"/>
                </a:cubicBezTo>
                <a:cubicBezTo>
                  <a:pt x="5109980" y="358044"/>
                  <a:pt x="5109695" y="358616"/>
                  <a:pt x="5106361" y="358044"/>
                </a:cubicBezTo>
                <a:cubicBezTo>
                  <a:pt x="5103027" y="357473"/>
                  <a:pt x="5103027" y="358044"/>
                  <a:pt x="5105122" y="355949"/>
                </a:cubicBezTo>
                <a:cubicBezTo>
                  <a:pt x="5107218" y="353853"/>
                  <a:pt x="5107790" y="351758"/>
                  <a:pt x="5103027" y="352996"/>
                </a:cubicBezTo>
                <a:cubicBezTo>
                  <a:pt x="5098265" y="354139"/>
                  <a:pt x="5098551" y="354139"/>
                  <a:pt x="5094073" y="353853"/>
                </a:cubicBezTo>
                <a:cubicBezTo>
                  <a:pt x="5089502" y="353568"/>
                  <a:pt x="5088930" y="353853"/>
                  <a:pt x="5086549" y="354139"/>
                </a:cubicBezTo>
                <a:cubicBezTo>
                  <a:pt x="5084168" y="354520"/>
                  <a:pt x="5083215" y="355663"/>
                  <a:pt x="5080548" y="353282"/>
                </a:cubicBezTo>
                <a:cubicBezTo>
                  <a:pt x="5077881" y="350901"/>
                  <a:pt x="5073976" y="348805"/>
                  <a:pt x="5073976" y="351758"/>
                </a:cubicBezTo>
                <a:cubicBezTo>
                  <a:pt x="5073976" y="354711"/>
                  <a:pt x="5079024" y="358902"/>
                  <a:pt x="5072166" y="358330"/>
                </a:cubicBezTo>
                <a:cubicBezTo>
                  <a:pt x="5065308" y="357759"/>
                  <a:pt x="5062546" y="358997"/>
                  <a:pt x="5059878" y="359568"/>
                </a:cubicBezTo>
                <a:cubicBezTo>
                  <a:pt x="5057212" y="360140"/>
                  <a:pt x="5051497" y="359854"/>
                  <a:pt x="5051211" y="355949"/>
                </a:cubicBezTo>
                <a:cubicBezTo>
                  <a:pt x="5050926" y="352044"/>
                  <a:pt x="5052163" y="350805"/>
                  <a:pt x="5048830" y="348138"/>
                </a:cubicBezTo>
                <a:cubicBezTo>
                  <a:pt x="5045496" y="345471"/>
                  <a:pt x="5049687" y="340042"/>
                  <a:pt x="5053021" y="340042"/>
                </a:cubicBezTo>
                <a:cubicBezTo>
                  <a:pt x="5056354" y="340042"/>
                  <a:pt x="5061403" y="343376"/>
                  <a:pt x="5056926" y="338899"/>
                </a:cubicBezTo>
                <a:cubicBezTo>
                  <a:pt x="5052354" y="334422"/>
                  <a:pt x="5050926" y="335946"/>
                  <a:pt x="5049401" y="335946"/>
                </a:cubicBezTo>
                <a:cubicBezTo>
                  <a:pt x="5047877" y="335946"/>
                  <a:pt x="5046925" y="338042"/>
                  <a:pt x="5046068" y="339852"/>
                </a:cubicBezTo>
                <a:cubicBezTo>
                  <a:pt x="5045210" y="341661"/>
                  <a:pt x="5042543" y="346710"/>
                  <a:pt x="5037400" y="342233"/>
                </a:cubicBezTo>
                <a:cubicBezTo>
                  <a:pt x="5032256" y="337756"/>
                  <a:pt x="5017016" y="324231"/>
                  <a:pt x="5012826" y="325469"/>
                </a:cubicBezTo>
                <a:cubicBezTo>
                  <a:pt x="5008635" y="326612"/>
                  <a:pt x="5006825" y="324802"/>
                  <a:pt x="5006253" y="321849"/>
                </a:cubicBezTo>
                <a:cubicBezTo>
                  <a:pt x="5005682" y="318897"/>
                  <a:pt x="5003301" y="317658"/>
                  <a:pt x="5001205" y="317373"/>
                </a:cubicBezTo>
                <a:cubicBezTo>
                  <a:pt x="4999110" y="317087"/>
                  <a:pt x="4995204" y="318897"/>
                  <a:pt x="4993109" y="318897"/>
                </a:cubicBezTo>
                <a:cubicBezTo>
                  <a:pt x="4991013" y="318897"/>
                  <a:pt x="4991584" y="317087"/>
                  <a:pt x="4991584" y="315563"/>
                </a:cubicBezTo>
                <a:cubicBezTo>
                  <a:pt x="4991584" y="314039"/>
                  <a:pt x="4991299" y="310419"/>
                  <a:pt x="4987393" y="313753"/>
                </a:cubicBezTo>
                <a:cubicBezTo>
                  <a:pt x="4983488" y="317087"/>
                  <a:pt x="4981107" y="317087"/>
                  <a:pt x="4981107" y="319468"/>
                </a:cubicBezTo>
                <a:cubicBezTo>
                  <a:pt x="4981107" y="321849"/>
                  <a:pt x="4978344" y="326040"/>
                  <a:pt x="4975678" y="327279"/>
                </a:cubicBezTo>
                <a:cubicBezTo>
                  <a:pt x="4973011" y="328517"/>
                  <a:pt x="4972725" y="330612"/>
                  <a:pt x="4969391" y="325183"/>
                </a:cubicBezTo>
                <a:cubicBezTo>
                  <a:pt x="4966153" y="319849"/>
                  <a:pt x="4965867" y="319849"/>
                  <a:pt x="4968819" y="318611"/>
                </a:cubicBezTo>
                <a:cubicBezTo>
                  <a:pt x="4971772" y="317468"/>
                  <a:pt x="4975106" y="313563"/>
                  <a:pt x="4971201" y="311753"/>
                </a:cubicBezTo>
                <a:cubicBezTo>
                  <a:pt x="4967296" y="309943"/>
                  <a:pt x="4967582" y="307276"/>
                  <a:pt x="4961866" y="307848"/>
                </a:cubicBezTo>
                <a:cubicBezTo>
                  <a:pt x="4956152" y="308419"/>
                  <a:pt x="4956723" y="307562"/>
                  <a:pt x="4958247" y="305752"/>
                </a:cubicBezTo>
                <a:cubicBezTo>
                  <a:pt x="4959771" y="303942"/>
                  <a:pt x="4957580" y="302704"/>
                  <a:pt x="4954627" y="303942"/>
                </a:cubicBezTo>
                <a:cubicBezTo>
                  <a:pt x="4951675" y="305181"/>
                  <a:pt x="4945102" y="304514"/>
                  <a:pt x="4941769" y="306038"/>
                </a:cubicBezTo>
                <a:cubicBezTo>
                  <a:pt x="4938435" y="307467"/>
                  <a:pt x="4939673" y="310800"/>
                  <a:pt x="4933387" y="306609"/>
                </a:cubicBezTo>
                <a:cubicBezTo>
                  <a:pt x="4927101" y="302323"/>
                  <a:pt x="4922338" y="297275"/>
                  <a:pt x="4922338" y="297275"/>
                </a:cubicBezTo>
                <a:cubicBezTo>
                  <a:pt x="4922338" y="297275"/>
                  <a:pt x="4919575" y="294227"/>
                  <a:pt x="4916909" y="296037"/>
                </a:cubicBezTo>
                <a:cubicBezTo>
                  <a:pt x="4914146" y="297846"/>
                  <a:pt x="4910908" y="297846"/>
                  <a:pt x="4907574" y="296037"/>
                </a:cubicBezTo>
                <a:cubicBezTo>
                  <a:pt x="4904240" y="294227"/>
                  <a:pt x="4902811" y="293084"/>
                  <a:pt x="4901288" y="291560"/>
                </a:cubicBezTo>
                <a:cubicBezTo>
                  <a:pt x="4899763" y="290131"/>
                  <a:pt x="4898335" y="289464"/>
                  <a:pt x="4899192" y="292798"/>
                </a:cubicBezTo>
                <a:cubicBezTo>
                  <a:pt x="4900145" y="296132"/>
                  <a:pt x="4901288" y="296418"/>
                  <a:pt x="4898335" y="296703"/>
                </a:cubicBezTo>
                <a:cubicBezTo>
                  <a:pt x="4895287" y="296989"/>
                  <a:pt x="4898049" y="298513"/>
                  <a:pt x="4902811" y="298799"/>
                </a:cubicBezTo>
                <a:cubicBezTo>
                  <a:pt x="4907574" y="299085"/>
                  <a:pt x="4908241" y="298418"/>
                  <a:pt x="4910908" y="301752"/>
                </a:cubicBezTo>
                <a:cubicBezTo>
                  <a:pt x="4913575" y="304990"/>
                  <a:pt x="4914241" y="307752"/>
                  <a:pt x="4909098" y="308610"/>
                </a:cubicBezTo>
                <a:cubicBezTo>
                  <a:pt x="4903954" y="309467"/>
                  <a:pt x="4903669" y="309181"/>
                  <a:pt x="4901573" y="307371"/>
                </a:cubicBezTo>
                <a:cubicBezTo>
                  <a:pt x="4899478" y="305657"/>
                  <a:pt x="4898620" y="307752"/>
                  <a:pt x="4894429" y="308610"/>
                </a:cubicBezTo>
                <a:cubicBezTo>
                  <a:pt x="4890238" y="309562"/>
                  <a:pt x="4885095" y="310419"/>
                  <a:pt x="4880904" y="307752"/>
                </a:cubicBezTo>
                <a:cubicBezTo>
                  <a:pt x="4876713" y="304990"/>
                  <a:pt x="4875570" y="305657"/>
                  <a:pt x="4874332" y="306228"/>
                </a:cubicBezTo>
                <a:cubicBezTo>
                  <a:pt x="4873093" y="306800"/>
                  <a:pt x="4870998" y="308324"/>
                  <a:pt x="4876427" y="309181"/>
                </a:cubicBezTo>
                <a:cubicBezTo>
                  <a:pt x="4881857" y="310038"/>
                  <a:pt x="4884238" y="312801"/>
                  <a:pt x="4887857" y="313086"/>
                </a:cubicBezTo>
                <a:cubicBezTo>
                  <a:pt x="4891477" y="313372"/>
                  <a:pt x="4895668" y="313086"/>
                  <a:pt x="4893858" y="314610"/>
                </a:cubicBezTo>
                <a:cubicBezTo>
                  <a:pt x="4892048" y="316134"/>
                  <a:pt x="4887000" y="316992"/>
                  <a:pt x="4880999" y="314896"/>
                </a:cubicBezTo>
                <a:cubicBezTo>
                  <a:pt x="4874998" y="312801"/>
                  <a:pt x="4867569" y="307752"/>
                  <a:pt x="4862140" y="308038"/>
                </a:cubicBezTo>
                <a:cubicBezTo>
                  <a:pt x="4856806" y="308324"/>
                  <a:pt x="4857663" y="309848"/>
                  <a:pt x="4861568" y="310134"/>
                </a:cubicBezTo>
                <a:cubicBezTo>
                  <a:pt x="4865473" y="310419"/>
                  <a:pt x="4870903" y="312229"/>
                  <a:pt x="4873570" y="313753"/>
                </a:cubicBezTo>
                <a:cubicBezTo>
                  <a:pt x="4876237" y="315277"/>
                  <a:pt x="4878332" y="316801"/>
                  <a:pt x="4872331" y="317658"/>
                </a:cubicBezTo>
                <a:cubicBezTo>
                  <a:pt x="4866331" y="318516"/>
                  <a:pt x="4867855" y="317944"/>
                  <a:pt x="4863949" y="317658"/>
                </a:cubicBezTo>
                <a:cubicBezTo>
                  <a:pt x="4860044" y="317373"/>
                  <a:pt x="4859473" y="318325"/>
                  <a:pt x="4856139" y="319182"/>
                </a:cubicBezTo>
                <a:cubicBezTo>
                  <a:pt x="4852805" y="320135"/>
                  <a:pt x="4846805" y="323373"/>
                  <a:pt x="4842042" y="320706"/>
                </a:cubicBezTo>
                <a:cubicBezTo>
                  <a:pt x="4837280" y="318039"/>
                  <a:pt x="4837280" y="321659"/>
                  <a:pt x="4833660" y="322516"/>
                </a:cubicBezTo>
                <a:cubicBezTo>
                  <a:pt x="4830040" y="323469"/>
                  <a:pt x="4818325" y="323754"/>
                  <a:pt x="4815658" y="319563"/>
                </a:cubicBezTo>
                <a:cubicBezTo>
                  <a:pt x="4812896" y="315372"/>
                  <a:pt x="4811181" y="319849"/>
                  <a:pt x="4807562" y="318039"/>
                </a:cubicBezTo>
                <a:cubicBezTo>
                  <a:pt x="4803942" y="316325"/>
                  <a:pt x="4802513" y="315944"/>
                  <a:pt x="4805180" y="319278"/>
                </a:cubicBezTo>
                <a:cubicBezTo>
                  <a:pt x="4807847" y="322516"/>
                  <a:pt x="4806323" y="323469"/>
                  <a:pt x="4803942" y="323754"/>
                </a:cubicBezTo>
                <a:cubicBezTo>
                  <a:pt x="4801561" y="324040"/>
                  <a:pt x="4801275" y="325469"/>
                  <a:pt x="4799180" y="326707"/>
                </a:cubicBezTo>
                <a:cubicBezTo>
                  <a:pt x="4797084" y="327850"/>
                  <a:pt x="4796513" y="327279"/>
                  <a:pt x="4794989" y="327183"/>
                </a:cubicBezTo>
                <a:cubicBezTo>
                  <a:pt x="4790321" y="326993"/>
                  <a:pt x="4782130" y="326707"/>
                  <a:pt x="4776700" y="321278"/>
                </a:cubicBezTo>
                <a:cubicBezTo>
                  <a:pt x="4771271" y="315849"/>
                  <a:pt x="4769747" y="315563"/>
                  <a:pt x="4769176" y="313753"/>
                </a:cubicBezTo>
                <a:cubicBezTo>
                  <a:pt x="4768509" y="311943"/>
                  <a:pt x="4762604" y="309276"/>
                  <a:pt x="4769747" y="309562"/>
                </a:cubicBezTo>
                <a:cubicBezTo>
                  <a:pt x="4776891" y="309848"/>
                  <a:pt x="4783463" y="309848"/>
                  <a:pt x="4786797" y="310134"/>
                </a:cubicBezTo>
                <a:cubicBezTo>
                  <a:pt x="4790131" y="310419"/>
                  <a:pt x="4792798" y="310991"/>
                  <a:pt x="4795179" y="308610"/>
                </a:cubicBezTo>
                <a:cubicBezTo>
                  <a:pt x="4797560" y="306228"/>
                  <a:pt x="4798513" y="304704"/>
                  <a:pt x="4793083" y="304419"/>
                </a:cubicBezTo>
                <a:cubicBezTo>
                  <a:pt x="4787654" y="304133"/>
                  <a:pt x="4788321" y="303752"/>
                  <a:pt x="4784987" y="302895"/>
                </a:cubicBezTo>
                <a:cubicBezTo>
                  <a:pt x="4781654" y="302037"/>
                  <a:pt x="4781082" y="301656"/>
                  <a:pt x="4777463" y="302895"/>
                </a:cubicBezTo>
                <a:cubicBezTo>
                  <a:pt x="4773843" y="304133"/>
                  <a:pt x="4768414" y="304990"/>
                  <a:pt x="4766032" y="304990"/>
                </a:cubicBezTo>
                <a:cubicBezTo>
                  <a:pt x="4763556" y="304990"/>
                  <a:pt x="4762889" y="305181"/>
                  <a:pt x="4760603" y="304800"/>
                </a:cubicBezTo>
                <a:cubicBezTo>
                  <a:pt x="4759174" y="305085"/>
                  <a:pt x="4752507" y="306324"/>
                  <a:pt x="4751650" y="302133"/>
                </a:cubicBezTo>
                <a:cubicBezTo>
                  <a:pt x="4751173" y="300037"/>
                  <a:pt x="4750126" y="297370"/>
                  <a:pt x="4746221" y="295846"/>
                </a:cubicBezTo>
                <a:cubicBezTo>
                  <a:pt x="4742315" y="294322"/>
                  <a:pt x="4740220" y="292227"/>
                  <a:pt x="4739648" y="289845"/>
                </a:cubicBezTo>
                <a:cubicBezTo>
                  <a:pt x="4738981" y="287464"/>
                  <a:pt x="4741458" y="283559"/>
                  <a:pt x="4736029" y="282702"/>
                </a:cubicBezTo>
                <a:cubicBezTo>
                  <a:pt x="4730695" y="281844"/>
                  <a:pt x="4732123" y="277653"/>
                  <a:pt x="4733362" y="275844"/>
                </a:cubicBezTo>
                <a:cubicBezTo>
                  <a:pt x="4734505" y="274034"/>
                  <a:pt x="4736696" y="270033"/>
                  <a:pt x="4734886" y="262890"/>
                </a:cubicBezTo>
                <a:cubicBezTo>
                  <a:pt x="4730218" y="244125"/>
                  <a:pt x="4764699" y="241363"/>
                  <a:pt x="4764699" y="241363"/>
                </a:cubicBezTo>
                <a:cubicBezTo>
                  <a:pt x="4764699" y="241363"/>
                  <a:pt x="4767652" y="241554"/>
                  <a:pt x="4770319" y="240315"/>
                </a:cubicBezTo>
                <a:cubicBezTo>
                  <a:pt x="4772986" y="239077"/>
                  <a:pt x="4776605" y="239649"/>
                  <a:pt x="4772700" y="242982"/>
                </a:cubicBezTo>
                <a:cubicBezTo>
                  <a:pt x="4768795" y="246221"/>
                  <a:pt x="4765842" y="248983"/>
                  <a:pt x="4767938" y="257651"/>
                </a:cubicBezTo>
                <a:cubicBezTo>
                  <a:pt x="4770033" y="266414"/>
                  <a:pt x="4771843" y="267557"/>
                  <a:pt x="4775462" y="269367"/>
                </a:cubicBezTo>
                <a:cubicBezTo>
                  <a:pt x="4779082" y="271176"/>
                  <a:pt x="4790416" y="284988"/>
                  <a:pt x="4793750" y="286797"/>
                </a:cubicBezTo>
                <a:cubicBezTo>
                  <a:pt x="4797084" y="288607"/>
                  <a:pt x="4800418" y="290988"/>
                  <a:pt x="4805466" y="290988"/>
                </a:cubicBezTo>
                <a:cubicBezTo>
                  <a:pt x="4810609" y="290988"/>
                  <a:pt x="4812991" y="292512"/>
                  <a:pt x="4812991" y="294608"/>
                </a:cubicBezTo>
                <a:cubicBezTo>
                  <a:pt x="4812991" y="296703"/>
                  <a:pt x="4813276" y="297942"/>
                  <a:pt x="4809371" y="298513"/>
                </a:cubicBezTo>
                <a:cubicBezTo>
                  <a:pt x="4805466" y="299085"/>
                  <a:pt x="4801847" y="302704"/>
                  <a:pt x="4805180" y="302704"/>
                </a:cubicBezTo>
                <a:cubicBezTo>
                  <a:pt x="4808514" y="302704"/>
                  <a:pt x="4816039" y="296132"/>
                  <a:pt x="4818991" y="300894"/>
                </a:cubicBezTo>
                <a:cubicBezTo>
                  <a:pt x="4822039" y="305657"/>
                  <a:pt x="4825945" y="305371"/>
                  <a:pt x="4824135" y="301752"/>
                </a:cubicBezTo>
                <a:cubicBezTo>
                  <a:pt x="4822325" y="298132"/>
                  <a:pt x="4818706" y="295465"/>
                  <a:pt x="4818991" y="293370"/>
                </a:cubicBezTo>
                <a:cubicBezTo>
                  <a:pt x="4819373" y="291274"/>
                  <a:pt x="4818706" y="290703"/>
                  <a:pt x="4816039" y="288893"/>
                </a:cubicBezTo>
                <a:cubicBezTo>
                  <a:pt x="4813372" y="287178"/>
                  <a:pt x="4812514" y="283845"/>
                  <a:pt x="4809181" y="285940"/>
                </a:cubicBezTo>
                <a:cubicBezTo>
                  <a:pt x="4805847" y="288036"/>
                  <a:pt x="4804990" y="288321"/>
                  <a:pt x="4798703" y="284702"/>
                </a:cubicBezTo>
                <a:cubicBezTo>
                  <a:pt x="4792417" y="281178"/>
                  <a:pt x="4791559" y="278415"/>
                  <a:pt x="4792417" y="275748"/>
                </a:cubicBezTo>
                <a:cubicBezTo>
                  <a:pt x="4793369" y="272986"/>
                  <a:pt x="4796608" y="272986"/>
                  <a:pt x="4799941" y="274224"/>
                </a:cubicBezTo>
                <a:cubicBezTo>
                  <a:pt x="4803275" y="275367"/>
                  <a:pt x="4808323" y="275367"/>
                  <a:pt x="4803561" y="272986"/>
                </a:cubicBezTo>
                <a:cubicBezTo>
                  <a:pt x="4798703" y="270605"/>
                  <a:pt x="4794512" y="269081"/>
                  <a:pt x="4791845" y="270605"/>
                </a:cubicBezTo>
                <a:cubicBezTo>
                  <a:pt x="4789178" y="272129"/>
                  <a:pt x="4787368" y="271843"/>
                  <a:pt x="4784701" y="269748"/>
                </a:cubicBezTo>
                <a:cubicBezTo>
                  <a:pt x="4782034" y="267652"/>
                  <a:pt x="4778415" y="266128"/>
                  <a:pt x="4778701" y="264033"/>
                </a:cubicBezTo>
                <a:cubicBezTo>
                  <a:pt x="4778987" y="261937"/>
                  <a:pt x="4779939" y="261651"/>
                  <a:pt x="4784130" y="261651"/>
                </a:cubicBezTo>
                <a:cubicBezTo>
                  <a:pt x="4788321" y="261651"/>
                  <a:pt x="4789464" y="260508"/>
                  <a:pt x="4790702" y="258699"/>
                </a:cubicBezTo>
                <a:cubicBezTo>
                  <a:pt x="4791845" y="256889"/>
                  <a:pt x="4790702" y="253936"/>
                  <a:pt x="4789178" y="252412"/>
                </a:cubicBezTo>
                <a:cubicBezTo>
                  <a:pt x="4787654" y="250888"/>
                  <a:pt x="4782606" y="252698"/>
                  <a:pt x="4780511" y="252698"/>
                </a:cubicBezTo>
                <a:cubicBezTo>
                  <a:pt x="4778415" y="252698"/>
                  <a:pt x="4776320" y="252126"/>
                  <a:pt x="4779272" y="249745"/>
                </a:cubicBezTo>
                <a:cubicBezTo>
                  <a:pt x="4782320" y="247269"/>
                  <a:pt x="4787940" y="249745"/>
                  <a:pt x="4787083" y="246411"/>
                </a:cubicBezTo>
                <a:cubicBezTo>
                  <a:pt x="4786130" y="243173"/>
                  <a:pt x="4788321" y="242506"/>
                  <a:pt x="4791274" y="241935"/>
                </a:cubicBezTo>
                <a:cubicBezTo>
                  <a:pt x="4794322" y="241363"/>
                  <a:pt x="4795465" y="239839"/>
                  <a:pt x="4796703" y="237744"/>
                </a:cubicBezTo>
                <a:cubicBezTo>
                  <a:pt x="4797322" y="236696"/>
                  <a:pt x="4799584" y="234815"/>
                  <a:pt x="4802513" y="233839"/>
                </a:cubicBezTo>
                <a:close/>
                <a:moveTo>
                  <a:pt x="4603822" y="233553"/>
                </a:moveTo>
                <a:cubicBezTo>
                  <a:pt x="4606489" y="232886"/>
                  <a:pt x="4606489" y="235362"/>
                  <a:pt x="4604679" y="236220"/>
                </a:cubicBezTo>
                <a:cubicBezTo>
                  <a:pt x="4604679" y="236220"/>
                  <a:pt x="4604679" y="236220"/>
                  <a:pt x="4603822" y="239553"/>
                </a:cubicBezTo>
                <a:cubicBezTo>
                  <a:pt x="4602869" y="242792"/>
                  <a:pt x="4601345" y="242220"/>
                  <a:pt x="4600488" y="240125"/>
                </a:cubicBezTo>
                <a:cubicBezTo>
                  <a:pt x="4599631" y="238029"/>
                  <a:pt x="4601155" y="234124"/>
                  <a:pt x="4603822" y="233553"/>
                </a:cubicBezTo>
                <a:close/>
                <a:moveTo>
                  <a:pt x="4625444" y="230505"/>
                </a:moveTo>
                <a:cubicBezTo>
                  <a:pt x="4631444" y="229933"/>
                  <a:pt x="4638017" y="232029"/>
                  <a:pt x="4640684" y="233839"/>
                </a:cubicBezTo>
                <a:cubicBezTo>
                  <a:pt x="4643351" y="235648"/>
                  <a:pt x="4646589" y="238030"/>
                  <a:pt x="4650304" y="242221"/>
                </a:cubicBezTo>
                <a:cubicBezTo>
                  <a:pt x="4654971" y="247650"/>
                  <a:pt x="4649066" y="249079"/>
                  <a:pt x="4644303" y="248507"/>
                </a:cubicBezTo>
                <a:cubicBezTo>
                  <a:pt x="4639541" y="247936"/>
                  <a:pt x="4634492" y="250603"/>
                  <a:pt x="4633254" y="247936"/>
                </a:cubicBezTo>
                <a:cubicBezTo>
                  <a:pt x="4632016" y="245173"/>
                  <a:pt x="4630873" y="244602"/>
                  <a:pt x="4629635" y="246697"/>
                </a:cubicBezTo>
                <a:cubicBezTo>
                  <a:pt x="4628397" y="248793"/>
                  <a:pt x="4623634" y="249745"/>
                  <a:pt x="4622110" y="246412"/>
                </a:cubicBezTo>
                <a:cubicBezTo>
                  <a:pt x="4620586" y="243078"/>
                  <a:pt x="4619062" y="241649"/>
                  <a:pt x="4618490" y="244316"/>
                </a:cubicBezTo>
                <a:cubicBezTo>
                  <a:pt x="4617919" y="246983"/>
                  <a:pt x="4615823" y="245269"/>
                  <a:pt x="4615538" y="244030"/>
                </a:cubicBezTo>
                <a:cubicBezTo>
                  <a:pt x="4615252" y="242792"/>
                  <a:pt x="4611061" y="240697"/>
                  <a:pt x="4611632" y="236506"/>
                </a:cubicBezTo>
                <a:cubicBezTo>
                  <a:pt x="4612680" y="228695"/>
                  <a:pt x="4619443" y="231076"/>
                  <a:pt x="4625444" y="230505"/>
                </a:cubicBezTo>
                <a:close/>
                <a:moveTo>
                  <a:pt x="4334550" y="230219"/>
                </a:moveTo>
                <a:cubicBezTo>
                  <a:pt x="4335979" y="230695"/>
                  <a:pt x="4338741" y="230219"/>
                  <a:pt x="4340265" y="230790"/>
                </a:cubicBezTo>
                <a:cubicBezTo>
                  <a:pt x="4341789" y="231457"/>
                  <a:pt x="4349600" y="232886"/>
                  <a:pt x="4351695" y="232314"/>
                </a:cubicBezTo>
                <a:cubicBezTo>
                  <a:pt x="4353791" y="231743"/>
                  <a:pt x="4355029" y="233552"/>
                  <a:pt x="4355029" y="235648"/>
                </a:cubicBezTo>
                <a:cubicBezTo>
                  <a:pt x="4355029" y="237743"/>
                  <a:pt x="4353886" y="240125"/>
                  <a:pt x="4357886" y="240315"/>
                </a:cubicBezTo>
                <a:cubicBezTo>
                  <a:pt x="4361792" y="240982"/>
                  <a:pt x="4359982" y="245744"/>
                  <a:pt x="4357601" y="243935"/>
                </a:cubicBezTo>
                <a:cubicBezTo>
                  <a:pt x="4355220" y="242125"/>
                  <a:pt x="4353695" y="245459"/>
                  <a:pt x="4355505" y="250507"/>
                </a:cubicBezTo>
                <a:cubicBezTo>
                  <a:pt x="4357220" y="255650"/>
                  <a:pt x="4352172" y="253174"/>
                  <a:pt x="4352172" y="258603"/>
                </a:cubicBezTo>
                <a:cubicBezTo>
                  <a:pt x="4352172" y="264032"/>
                  <a:pt x="4342932" y="260984"/>
                  <a:pt x="4341408" y="256508"/>
                </a:cubicBezTo>
                <a:cubicBezTo>
                  <a:pt x="4339884" y="252031"/>
                  <a:pt x="4337503" y="254984"/>
                  <a:pt x="4338075" y="256222"/>
                </a:cubicBezTo>
                <a:cubicBezTo>
                  <a:pt x="4338646" y="257460"/>
                  <a:pt x="4336836" y="259460"/>
                  <a:pt x="4334741" y="258889"/>
                </a:cubicBezTo>
                <a:cubicBezTo>
                  <a:pt x="4332645" y="258317"/>
                  <a:pt x="4331407" y="259556"/>
                  <a:pt x="4333217" y="263175"/>
                </a:cubicBezTo>
                <a:cubicBezTo>
                  <a:pt x="4335027" y="266795"/>
                  <a:pt x="4331978" y="270986"/>
                  <a:pt x="4327216" y="264699"/>
                </a:cubicBezTo>
                <a:cubicBezTo>
                  <a:pt x="4322453" y="258413"/>
                  <a:pt x="4323025" y="265937"/>
                  <a:pt x="4325120" y="268033"/>
                </a:cubicBezTo>
                <a:cubicBezTo>
                  <a:pt x="4327216" y="270128"/>
                  <a:pt x="4330455" y="272224"/>
                  <a:pt x="4325978" y="275558"/>
                </a:cubicBezTo>
                <a:cubicBezTo>
                  <a:pt x="4321501" y="278891"/>
                  <a:pt x="4317310" y="273176"/>
                  <a:pt x="4313976" y="270795"/>
                </a:cubicBezTo>
                <a:cubicBezTo>
                  <a:pt x="4310738" y="268414"/>
                  <a:pt x="4306166" y="269271"/>
                  <a:pt x="4311595" y="273176"/>
                </a:cubicBezTo>
                <a:cubicBezTo>
                  <a:pt x="4315024" y="275748"/>
                  <a:pt x="4313405" y="280987"/>
                  <a:pt x="4310071" y="276510"/>
                </a:cubicBezTo>
                <a:cubicBezTo>
                  <a:pt x="4306737" y="272033"/>
                  <a:pt x="4303499" y="273557"/>
                  <a:pt x="4302261" y="274129"/>
                </a:cubicBezTo>
                <a:cubicBezTo>
                  <a:pt x="4301022" y="274700"/>
                  <a:pt x="4293878" y="278987"/>
                  <a:pt x="4290545" y="275653"/>
                </a:cubicBezTo>
                <a:cubicBezTo>
                  <a:pt x="4287211" y="272319"/>
                  <a:pt x="4284258" y="275939"/>
                  <a:pt x="4279115" y="273557"/>
                </a:cubicBezTo>
                <a:cubicBezTo>
                  <a:pt x="4273971" y="271176"/>
                  <a:pt x="4279686" y="269366"/>
                  <a:pt x="4281782" y="267557"/>
                </a:cubicBezTo>
                <a:cubicBezTo>
                  <a:pt x="4283877" y="265747"/>
                  <a:pt x="4286259" y="265461"/>
                  <a:pt x="4288068" y="265461"/>
                </a:cubicBezTo>
                <a:cubicBezTo>
                  <a:pt x="4289878" y="265461"/>
                  <a:pt x="4291688" y="265461"/>
                  <a:pt x="4292259" y="262794"/>
                </a:cubicBezTo>
                <a:cubicBezTo>
                  <a:pt x="4292926" y="260127"/>
                  <a:pt x="4296165" y="259841"/>
                  <a:pt x="4297689" y="254412"/>
                </a:cubicBezTo>
                <a:cubicBezTo>
                  <a:pt x="4299117" y="249078"/>
                  <a:pt x="4306642" y="248126"/>
                  <a:pt x="4306642" y="245459"/>
                </a:cubicBezTo>
                <a:cubicBezTo>
                  <a:pt x="4306642" y="241268"/>
                  <a:pt x="4324930" y="233743"/>
                  <a:pt x="4328264" y="235838"/>
                </a:cubicBezTo>
                <a:cubicBezTo>
                  <a:pt x="4337027" y="241268"/>
                  <a:pt x="4333979" y="232886"/>
                  <a:pt x="4333979" y="232886"/>
                </a:cubicBezTo>
                <a:cubicBezTo>
                  <a:pt x="4330455" y="232314"/>
                  <a:pt x="4330645" y="228695"/>
                  <a:pt x="4334550" y="230219"/>
                </a:cubicBezTo>
                <a:close/>
                <a:moveTo>
                  <a:pt x="5215232" y="229456"/>
                </a:moveTo>
                <a:cubicBezTo>
                  <a:pt x="5221232" y="230695"/>
                  <a:pt x="5223614" y="230695"/>
                  <a:pt x="5227233" y="230314"/>
                </a:cubicBezTo>
                <a:cubicBezTo>
                  <a:pt x="5230853" y="230028"/>
                  <a:pt x="5229900" y="229075"/>
                  <a:pt x="5232949" y="231171"/>
                </a:cubicBezTo>
                <a:cubicBezTo>
                  <a:pt x="5235901" y="233266"/>
                  <a:pt x="5237140" y="234124"/>
                  <a:pt x="5233520" y="238029"/>
                </a:cubicBezTo>
                <a:cubicBezTo>
                  <a:pt x="5229900" y="241934"/>
                  <a:pt x="5227519" y="246411"/>
                  <a:pt x="5222090" y="247363"/>
                </a:cubicBezTo>
                <a:cubicBezTo>
                  <a:pt x="5216661" y="248221"/>
                  <a:pt x="5213422" y="248602"/>
                  <a:pt x="5215232" y="245839"/>
                </a:cubicBezTo>
                <a:cubicBezTo>
                  <a:pt x="5217041" y="243172"/>
                  <a:pt x="5217613" y="242887"/>
                  <a:pt x="5213994" y="243458"/>
                </a:cubicBezTo>
                <a:cubicBezTo>
                  <a:pt x="5210374" y="244030"/>
                  <a:pt x="5210374" y="244030"/>
                  <a:pt x="5207136" y="245554"/>
                </a:cubicBezTo>
                <a:cubicBezTo>
                  <a:pt x="5203802" y="247078"/>
                  <a:pt x="5201992" y="246792"/>
                  <a:pt x="5202945" y="244696"/>
                </a:cubicBezTo>
                <a:cubicBezTo>
                  <a:pt x="5203802" y="242601"/>
                  <a:pt x="5204469" y="241363"/>
                  <a:pt x="5202088" y="241363"/>
                </a:cubicBezTo>
                <a:cubicBezTo>
                  <a:pt x="5199706" y="241363"/>
                  <a:pt x="5196658" y="241934"/>
                  <a:pt x="5196944" y="239267"/>
                </a:cubicBezTo>
                <a:cubicBezTo>
                  <a:pt x="5197230" y="236695"/>
                  <a:pt x="5195134" y="235171"/>
                  <a:pt x="5195134" y="235171"/>
                </a:cubicBezTo>
                <a:cubicBezTo>
                  <a:pt x="5195134" y="235171"/>
                  <a:pt x="5190658" y="233362"/>
                  <a:pt x="5194277" y="231266"/>
                </a:cubicBezTo>
                <a:cubicBezTo>
                  <a:pt x="5197897" y="229171"/>
                  <a:pt x="5209231" y="228313"/>
                  <a:pt x="5215232" y="229456"/>
                </a:cubicBezTo>
                <a:close/>
                <a:moveTo>
                  <a:pt x="4510001" y="228790"/>
                </a:moveTo>
                <a:cubicBezTo>
                  <a:pt x="4515049" y="227266"/>
                  <a:pt x="4515430" y="231457"/>
                  <a:pt x="4512096" y="233267"/>
                </a:cubicBezTo>
                <a:cubicBezTo>
                  <a:pt x="4508762" y="235077"/>
                  <a:pt x="4509048" y="235363"/>
                  <a:pt x="4505143" y="236220"/>
                </a:cubicBezTo>
                <a:cubicBezTo>
                  <a:pt x="4494666" y="238696"/>
                  <a:pt x="4498285" y="231743"/>
                  <a:pt x="4500381" y="231743"/>
                </a:cubicBezTo>
                <a:cubicBezTo>
                  <a:pt x="4502476" y="231743"/>
                  <a:pt x="4504952" y="230314"/>
                  <a:pt x="4510001" y="228790"/>
                </a:cubicBezTo>
                <a:close/>
                <a:moveTo>
                  <a:pt x="5237996" y="228028"/>
                </a:moveTo>
                <a:cubicBezTo>
                  <a:pt x="5237996" y="228028"/>
                  <a:pt x="5238282" y="225647"/>
                  <a:pt x="5240092" y="228028"/>
                </a:cubicBezTo>
                <a:cubicBezTo>
                  <a:pt x="5241902" y="230410"/>
                  <a:pt x="5241616" y="230981"/>
                  <a:pt x="5243045" y="231934"/>
                </a:cubicBezTo>
                <a:cubicBezTo>
                  <a:pt x="5244568" y="232791"/>
                  <a:pt x="5242187" y="233172"/>
                  <a:pt x="5240663" y="232219"/>
                </a:cubicBezTo>
                <a:cubicBezTo>
                  <a:pt x="5239139" y="231267"/>
                  <a:pt x="5237996" y="228028"/>
                  <a:pt x="5237996" y="228028"/>
                </a:cubicBezTo>
                <a:close/>
                <a:moveTo>
                  <a:pt x="2586808" y="226695"/>
                </a:moveTo>
                <a:cubicBezTo>
                  <a:pt x="2596429" y="224886"/>
                  <a:pt x="2588618" y="233743"/>
                  <a:pt x="2581094" y="237744"/>
                </a:cubicBezTo>
                <a:cubicBezTo>
                  <a:pt x="2572902" y="242126"/>
                  <a:pt x="2583284" y="241173"/>
                  <a:pt x="2585094" y="238506"/>
                </a:cubicBezTo>
                <a:cubicBezTo>
                  <a:pt x="2586808" y="235840"/>
                  <a:pt x="2588999" y="235363"/>
                  <a:pt x="2590809" y="235363"/>
                </a:cubicBezTo>
                <a:cubicBezTo>
                  <a:pt x="2592523" y="235363"/>
                  <a:pt x="2593857" y="235363"/>
                  <a:pt x="2595667" y="233554"/>
                </a:cubicBezTo>
                <a:cubicBezTo>
                  <a:pt x="2597381" y="231839"/>
                  <a:pt x="2601858" y="231839"/>
                  <a:pt x="2606716" y="232695"/>
                </a:cubicBezTo>
                <a:cubicBezTo>
                  <a:pt x="2611573" y="233554"/>
                  <a:pt x="2608049" y="238030"/>
                  <a:pt x="2607192" y="241554"/>
                </a:cubicBezTo>
                <a:cubicBezTo>
                  <a:pt x="2606335" y="245079"/>
                  <a:pt x="2604620" y="248603"/>
                  <a:pt x="2601477" y="248603"/>
                </a:cubicBezTo>
                <a:cubicBezTo>
                  <a:pt x="2598429" y="248603"/>
                  <a:pt x="2595762" y="248603"/>
                  <a:pt x="2600620" y="253460"/>
                </a:cubicBezTo>
                <a:cubicBezTo>
                  <a:pt x="2605477" y="258319"/>
                  <a:pt x="2603287" y="262509"/>
                  <a:pt x="2594428" y="263367"/>
                </a:cubicBezTo>
                <a:cubicBezTo>
                  <a:pt x="2585570" y="264318"/>
                  <a:pt x="2577188" y="264129"/>
                  <a:pt x="2574045" y="261938"/>
                </a:cubicBezTo>
                <a:cubicBezTo>
                  <a:pt x="2570997" y="259747"/>
                  <a:pt x="2568711" y="256222"/>
                  <a:pt x="2561662" y="257080"/>
                </a:cubicBezTo>
                <a:cubicBezTo>
                  <a:pt x="2554614" y="258033"/>
                  <a:pt x="2553280" y="250507"/>
                  <a:pt x="2548423" y="251365"/>
                </a:cubicBezTo>
                <a:cubicBezTo>
                  <a:pt x="2543565" y="252317"/>
                  <a:pt x="2541469" y="248794"/>
                  <a:pt x="2542327" y="245651"/>
                </a:cubicBezTo>
                <a:cubicBezTo>
                  <a:pt x="2543184" y="242602"/>
                  <a:pt x="2541374" y="238697"/>
                  <a:pt x="2535659" y="241364"/>
                </a:cubicBezTo>
                <a:cubicBezTo>
                  <a:pt x="2529944" y="244030"/>
                  <a:pt x="2525848" y="237934"/>
                  <a:pt x="2532516" y="238697"/>
                </a:cubicBezTo>
                <a:cubicBezTo>
                  <a:pt x="2539374" y="239459"/>
                  <a:pt x="2541565" y="233173"/>
                  <a:pt x="2544803" y="234411"/>
                </a:cubicBezTo>
                <a:cubicBezTo>
                  <a:pt x="2547375" y="235363"/>
                  <a:pt x="2551375" y="235744"/>
                  <a:pt x="2549185" y="234411"/>
                </a:cubicBezTo>
                <a:cubicBezTo>
                  <a:pt x="2546994" y="233077"/>
                  <a:pt x="2547946" y="232411"/>
                  <a:pt x="2549756" y="229744"/>
                </a:cubicBezTo>
                <a:cubicBezTo>
                  <a:pt x="2551471" y="227077"/>
                  <a:pt x="2559472" y="227553"/>
                  <a:pt x="2559472" y="227553"/>
                </a:cubicBezTo>
                <a:cubicBezTo>
                  <a:pt x="2559472" y="227553"/>
                  <a:pt x="2575474" y="228981"/>
                  <a:pt x="2586808" y="226695"/>
                </a:cubicBezTo>
                <a:close/>
                <a:moveTo>
                  <a:pt x="2520514" y="223552"/>
                </a:moveTo>
                <a:cubicBezTo>
                  <a:pt x="2525467" y="225743"/>
                  <a:pt x="2530229" y="226029"/>
                  <a:pt x="2536421" y="230886"/>
                </a:cubicBezTo>
                <a:cubicBezTo>
                  <a:pt x="2539373" y="233077"/>
                  <a:pt x="2539659" y="235744"/>
                  <a:pt x="2535468" y="233934"/>
                </a:cubicBezTo>
                <a:cubicBezTo>
                  <a:pt x="2533754" y="233839"/>
                  <a:pt x="2529943" y="233553"/>
                  <a:pt x="2528515" y="234219"/>
                </a:cubicBezTo>
                <a:cubicBezTo>
                  <a:pt x="2523657" y="236505"/>
                  <a:pt x="2521847" y="236887"/>
                  <a:pt x="2520990" y="234695"/>
                </a:cubicBezTo>
                <a:cubicBezTo>
                  <a:pt x="2520038" y="232410"/>
                  <a:pt x="2521847" y="230695"/>
                  <a:pt x="2517847" y="231553"/>
                </a:cubicBezTo>
                <a:cubicBezTo>
                  <a:pt x="2513846" y="232410"/>
                  <a:pt x="2512037" y="231553"/>
                  <a:pt x="2511179" y="226694"/>
                </a:cubicBezTo>
                <a:cubicBezTo>
                  <a:pt x="2510322" y="221742"/>
                  <a:pt x="2515656" y="221360"/>
                  <a:pt x="2520514" y="223552"/>
                </a:cubicBezTo>
                <a:close/>
                <a:moveTo>
                  <a:pt x="4859247" y="223432"/>
                </a:moveTo>
                <a:cubicBezTo>
                  <a:pt x="4861497" y="222860"/>
                  <a:pt x="4863378" y="222694"/>
                  <a:pt x="4864902" y="224027"/>
                </a:cubicBezTo>
                <a:cubicBezTo>
                  <a:pt x="4867855" y="226694"/>
                  <a:pt x="4866712" y="226980"/>
                  <a:pt x="4869094" y="227933"/>
                </a:cubicBezTo>
                <a:cubicBezTo>
                  <a:pt x="4871475" y="228790"/>
                  <a:pt x="4868808" y="231838"/>
                  <a:pt x="4871189" y="233076"/>
                </a:cubicBezTo>
                <a:cubicBezTo>
                  <a:pt x="4873570" y="234314"/>
                  <a:pt x="4877761" y="234314"/>
                  <a:pt x="4880142" y="236410"/>
                </a:cubicBezTo>
                <a:cubicBezTo>
                  <a:pt x="4882523" y="238505"/>
                  <a:pt x="4887286" y="242982"/>
                  <a:pt x="4878904" y="243554"/>
                </a:cubicBezTo>
                <a:cubicBezTo>
                  <a:pt x="4870522" y="244125"/>
                  <a:pt x="4862712" y="245935"/>
                  <a:pt x="4860902" y="247173"/>
                </a:cubicBezTo>
                <a:cubicBezTo>
                  <a:pt x="4859092" y="248411"/>
                  <a:pt x="4849186" y="254317"/>
                  <a:pt x="4842328" y="250793"/>
                </a:cubicBezTo>
                <a:cubicBezTo>
                  <a:pt x="4835470" y="247173"/>
                  <a:pt x="4833375" y="243935"/>
                  <a:pt x="4831184" y="243268"/>
                </a:cubicBezTo>
                <a:cubicBezTo>
                  <a:pt x="4829088" y="242696"/>
                  <a:pt x="4825183" y="240887"/>
                  <a:pt x="4824040" y="238124"/>
                </a:cubicBezTo>
                <a:cubicBezTo>
                  <a:pt x="4822897" y="235457"/>
                  <a:pt x="4822040" y="231552"/>
                  <a:pt x="4822040" y="231552"/>
                </a:cubicBezTo>
                <a:cubicBezTo>
                  <a:pt x="4822040" y="231552"/>
                  <a:pt x="4820230" y="227933"/>
                  <a:pt x="4827088" y="228885"/>
                </a:cubicBezTo>
                <a:cubicBezTo>
                  <a:pt x="4833946" y="229742"/>
                  <a:pt x="4845376" y="225837"/>
                  <a:pt x="4851377" y="225266"/>
                </a:cubicBezTo>
                <a:cubicBezTo>
                  <a:pt x="4854378" y="224980"/>
                  <a:pt x="4856997" y="224004"/>
                  <a:pt x="4859247" y="223432"/>
                </a:cubicBezTo>
                <a:close/>
                <a:moveTo>
                  <a:pt x="4501905" y="223361"/>
                </a:moveTo>
                <a:cubicBezTo>
                  <a:pt x="4504572" y="226028"/>
                  <a:pt x="4501905" y="223361"/>
                  <a:pt x="4504286" y="225170"/>
                </a:cubicBezTo>
                <a:cubicBezTo>
                  <a:pt x="4506763" y="226980"/>
                  <a:pt x="4504953" y="229647"/>
                  <a:pt x="4501619" y="229647"/>
                </a:cubicBezTo>
                <a:cubicBezTo>
                  <a:pt x="4497714" y="229647"/>
                  <a:pt x="4496190" y="229076"/>
                  <a:pt x="4496190" y="225742"/>
                </a:cubicBezTo>
                <a:cubicBezTo>
                  <a:pt x="4496190" y="222503"/>
                  <a:pt x="4499238" y="220694"/>
                  <a:pt x="4501905" y="223361"/>
                </a:cubicBezTo>
                <a:close/>
                <a:moveTo>
                  <a:pt x="4617253" y="222409"/>
                </a:moveTo>
                <a:cubicBezTo>
                  <a:pt x="4618205" y="223647"/>
                  <a:pt x="4617253" y="222409"/>
                  <a:pt x="4619348" y="223647"/>
                </a:cubicBezTo>
                <a:cubicBezTo>
                  <a:pt x="4621444" y="224885"/>
                  <a:pt x="4621729" y="225171"/>
                  <a:pt x="4619920" y="225742"/>
                </a:cubicBezTo>
                <a:cubicBezTo>
                  <a:pt x="4618110" y="226314"/>
                  <a:pt x="4614490" y="227266"/>
                  <a:pt x="4613919" y="223933"/>
                </a:cubicBezTo>
                <a:cubicBezTo>
                  <a:pt x="4613347" y="220599"/>
                  <a:pt x="4616395" y="221170"/>
                  <a:pt x="4617253" y="222409"/>
                </a:cubicBezTo>
                <a:close/>
                <a:moveTo>
                  <a:pt x="1220448" y="215836"/>
                </a:moveTo>
                <a:cubicBezTo>
                  <a:pt x="1222828" y="215264"/>
                  <a:pt x="1225209" y="216407"/>
                  <a:pt x="1222542" y="218503"/>
                </a:cubicBezTo>
                <a:cubicBezTo>
                  <a:pt x="1219970" y="220598"/>
                  <a:pt x="1217208" y="222122"/>
                  <a:pt x="1217208" y="222122"/>
                </a:cubicBezTo>
                <a:cubicBezTo>
                  <a:pt x="1217208" y="222122"/>
                  <a:pt x="1215398" y="220027"/>
                  <a:pt x="1209683" y="220598"/>
                </a:cubicBezTo>
                <a:cubicBezTo>
                  <a:pt x="1203968" y="221170"/>
                  <a:pt x="1205778" y="219360"/>
                  <a:pt x="1209398" y="217645"/>
                </a:cubicBezTo>
                <a:cubicBezTo>
                  <a:pt x="1213017" y="215836"/>
                  <a:pt x="1218065" y="216407"/>
                  <a:pt x="1220448" y="215836"/>
                </a:cubicBezTo>
                <a:close/>
                <a:moveTo>
                  <a:pt x="4352005" y="214514"/>
                </a:moveTo>
                <a:cubicBezTo>
                  <a:pt x="4353243" y="214145"/>
                  <a:pt x="4354886" y="214454"/>
                  <a:pt x="4356838" y="216121"/>
                </a:cubicBezTo>
                <a:cubicBezTo>
                  <a:pt x="4360744" y="219455"/>
                  <a:pt x="4364077" y="220027"/>
                  <a:pt x="4362839" y="223360"/>
                </a:cubicBezTo>
                <a:cubicBezTo>
                  <a:pt x="4361601" y="226599"/>
                  <a:pt x="4357696" y="226885"/>
                  <a:pt x="4353219" y="224218"/>
                </a:cubicBezTo>
                <a:cubicBezTo>
                  <a:pt x="4348742" y="221455"/>
                  <a:pt x="4349028" y="219074"/>
                  <a:pt x="4349599" y="216979"/>
                </a:cubicBezTo>
                <a:cubicBezTo>
                  <a:pt x="4349933" y="215931"/>
                  <a:pt x="4350766" y="214883"/>
                  <a:pt x="4352005" y="214514"/>
                </a:cubicBezTo>
                <a:close/>
                <a:moveTo>
                  <a:pt x="4554078" y="214180"/>
                </a:moveTo>
                <a:cubicBezTo>
                  <a:pt x="4555340" y="213764"/>
                  <a:pt x="4557578" y="214074"/>
                  <a:pt x="4558197" y="214693"/>
                </a:cubicBezTo>
                <a:cubicBezTo>
                  <a:pt x="4559435" y="215931"/>
                  <a:pt x="4564483" y="217169"/>
                  <a:pt x="4567817" y="215931"/>
                </a:cubicBezTo>
                <a:cubicBezTo>
                  <a:pt x="4571055" y="214693"/>
                  <a:pt x="4573437" y="216502"/>
                  <a:pt x="4572579" y="218026"/>
                </a:cubicBezTo>
                <a:cubicBezTo>
                  <a:pt x="4571627" y="219455"/>
                  <a:pt x="4572198" y="221551"/>
                  <a:pt x="4573437" y="220693"/>
                </a:cubicBezTo>
                <a:cubicBezTo>
                  <a:pt x="4574675" y="219741"/>
                  <a:pt x="4577342" y="220693"/>
                  <a:pt x="4578866" y="223075"/>
                </a:cubicBezTo>
                <a:cubicBezTo>
                  <a:pt x="4580390" y="225456"/>
                  <a:pt x="4580104" y="224884"/>
                  <a:pt x="4582200" y="226218"/>
                </a:cubicBezTo>
                <a:cubicBezTo>
                  <a:pt x="4584295" y="227742"/>
                  <a:pt x="4587915" y="228980"/>
                  <a:pt x="4585534" y="233743"/>
                </a:cubicBezTo>
                <a:cubicBezTo>
                  <a:pt x="4583152" y="238600"/>
                  <a:pt x="4584771" y="240220"/>
                  <a:pt x="4589153" y="234981"/>
                </a:cubicBezTo>
                <a:cubicBezTo>
                  <a:pt x="4590677" y="233171"/>
                  <a:pt x="4598488" y="239172"/>
                  <a:pt x="4592772" y="240696"/>
                </a:cubicBezTo>
                <a:cubicBezTo>
                  <a:pt x="4589153" y="241553"/>
                  <a:pt x="4588867" y="244506"/>
                  <a:pt x="4594868" y="243649"/>
                </a:cubicBezTo>
                <a:cubicBezTo>
                  <a:pt x="4598678" y="243077"/>
                  <a:pt x="4599059" y="246601"/>
                  <a:pt x="4597535" y="248125"/>
                </a:cubicBezTo>
                <a:cubicBezTo>
                  <a:pt x="4596106" y="249649"/>
                  <a:pt x="4588010" y="251173"/>
                  <a:pt x="4574199" y="256222"/>
                </a:cubicBezTo>
                <a:cubicBezTo>
                  <a:pt x="4560388" y="261365"/>
                  <a:pt x="4555149" y="247840"/>
                  <a:pt x="4561912" y="243649"/>
                </a:cubicBezTo>
                <a:cubicBezTo>
                  <a:pt x="4567246" y="240315"/>
                  <a:pt x="4558578" y="240315"/>
                  <a:pt x="4555530" y="241363"/>
                </a:cubicBezTo>
                <a:cubicBezTo>
                  <a:pt x="4552482" y="242410"/>
                  <a:pt x="4550481" y="246030"/>
                  <a:pt x="4545719" y="245458"/>
                </a:cubicBezTo>
                <a:cubicBezTo>
                  <a:pt x="4541242" y="244887"/>
                  <a:pt x="4539147" y="247268"/>
                  <a:pt x="4533146" y="249364"/>
                </a:cubicBezTo>
                <a:cubicBezTo>
                  <a:pt x="4527145" y="251459"/>
                  <a:pt x="4531622" y="247935"/>
                  <a:pt x="4531622" y="244315"/>
                </a:cubicBezTo>
                <a:cubicBezTo>
                  <a:pt x="4531622" y="240696"/>
                  <a:pt x="4534861" y="241934"/>
                  <a:pt x="4538766" y="241934"/>
                </a:cubicBezTo>
                <a:cubicBezTo>
                  <a:pt x="4542671" y="241934"/>
                  <a:pt x="4542290" y="238696"/>
                  <a:pt x="4540004" y="239267"/>
                </a:cubicBezTo>
                <a:cubicBezTo>
                  <a:pt x="4536385" y="240124"/>
                  <a:pt x="4527431" y="235933"/>
                  <a:pt x="4528288" y="233266"/>
                </a:cubicBezTo>
                <a:cubicBezTo>
                  <a:pt x="4530193" y="227456"/>
                  <a:pt x="4521145" y="235076"/>
                  <a:pt x="4521716" y="229361"/>
                </a:cubicBezTo>
                <a:cubicBezTo>
                  <a:pt x="4522097" y="225551"/>
                  <a:pt x="4526479" y="226694"/>
                  <a:pt x="4530098" y="228504"/>
                </a:cubicBezTo>
                <a:cubicBezTo>
                  <a:pt x="4533718" y="230314"/>
                  <a:pt x="4542671" y="231838"/>
                  <a:pt x="4546576" y="233933"/>
                </a:cubicBezTo>
                <a:cubicBezTo>
                  <a:pt x="4552005" y="236791"/>
                  <a:pt x="4557721" y="236981"/>
                  <a:pt x="4560102" y="235457"/>
                </a:cubicBezTo>
                <a:cubicBezTo>
                  <a:pt x="4562483" y="233933"/>
                  <a:pt x="4560102" y="232695"/>
                  <a:pt x="4558578" y="233933"/>
                </a:cubicBezTo>
                <a:cubicBezTo>
                  <a:pt x="4557054" y="235076"/>
                  <a:pt x="4550672" y="232409"/>
                  <a:pt x="4544481" y="230314"/>
                </a:cubicBezTo>
                <a:cubicBezTo>
                  <a:pt x="4539052" y="228504"/>
                  <a:pt x="4538480" y="226980"/>
                  <a:pt x="4542385" y="225170"/>
                </a:cubicBezTo>
                <a:cubicBezTo>
                  <a:pt x="4546290" y="223360"/>
                  <a:pt x="4546576" y="221360"/>
                  <a:pt x="4541147" y="223170"/>
                </a:cubicBezTo>
                <a:cubicBezTo>
                  <a:pt x="4532955" y="225932"/>
                  <a:pt x="4535146" y="219836"/>
                  <a:pt x="4540290" y="219265"/>
                </a:cubicBezTo>
                <a:cubicBezTo>
                  <a:pt x="4542766" y="218979"/>
                  <a:pt x="4548672" y="217741"/>
                  <a:pt x="4551339" y="219836"/>
                </a:cubicBezTo>
                <a:cubicBezTo>
                  <a:pt x="4554672" y="222408"/>
                  <a:pt x="4562388" y="222503"/>
                  <a:pt x="4555815" y="218026"/>
                </a:cubicBezTo>
                <a:cubicBezTo>
                  <a:pt x="4552529" y="215740"/>
                  <a:pt x="4552815" y="214597"/>
                  <a:pt x="4554078" y="214180"/>
                </a:cubicBezTo>
                <a:close/>
                <a:moveTo>
                  <a:pt x="4400940" y="209550"/>
                </a:moveTo>
                <a:cubicBezTo>
                  <a:pt x="4402464" y="209836"/>
                  <a:pt x="4404274" y="210121"/>
                  <a:pt x="4408179" y="209550"/>
                </a:cubicBezTo>
                <a:cubicBezTo>
                  <a:pt x="4412084" y="208978"/>
                  <a:pt x="4411417" y="211931"/>
                  <a:pt x="4408084" y="212788"/>
                </a:cubicBezTo>
                <a:cubicBezTo>
                  <a:pt x="4405417" y="214027"/>
                  <a:pt x="4407321" y="215265"/>
                  <a:pt x="4401892" y="215836"/>
                </a:cubicBezTo>
                <a:cubicBezTo>
                  <a:pt x="4397130" y="216408"/>
                  <a:pt x="4400083" y="219456"/>
                  <a:pt x="4406083" y="218218"/>
                </a:cubicBezTo>
                <a:cubicBezTo>
                  <a:pt x="4409893" y="217456"/>
                  <a:pt x="4410560" y="217360"/>
                  <a:pt x="4412084" y="220313"/>
                </a:cubicBezTo>
                <a:cubicBezTo>
                  <a:pt x="4413513" y="223361"/>
                  <a:pt x="4410846" y="228124"/>
                  <a:pt x="4408750" y="228124"/>
                </a:cubicBezTo>
                <a:cubicBezTo>
                  <a:pt x="4406655" y="228124"/>
                  <a:pt x="4403035" y="227552"/>
                  <a:pt x="4400368" y="229648"/>
                </a:cubicBezTo>
                <a:cubicBezTo>
                  <a:pt x="4397606" y="231743"/>
                  <a:pt x="4391701" y="230219"/>
                  <a:pt x="4386557" y="230219"/>
                </a:cubicBezTo>
                <a:cubicBezTo>
                  <a:pt x="4381509" y="230219"/>
                  <a:pt x="4375794" y="230219"/>
                  <a:pt x="4372174" y="225076"/>
                </a:cubicBezTo>
                <a:cubicBezTo>
                  <a:pt x="4368555" y="219932"/>
                  <a:pt x="4374270" y="218218"/>
                  <a:pt x="4380556" y="216979"/>
                </a:cubicBezTo>
                <a:cubicBezTo>
                  <a:pt x="4386843" y="215836"/>
                  <a:pt x="4391034" y="213741"/>
                  <a:pt x="4393701" y="211931"/>
                </a:cubicBezTo>
                <a:cubicBezTo>
                  <a:pt x="4396463" y="210121"/>
                  <a:pt x="4399416" y="209264"/>
                  <a:pt x="4400940" y="209550"/>
                </a:cubicBezTo>
                <a:close/>
                <a:moveTo>
                  <a:pt x="4470330" y="205573"/>
                </a:moveTo>
                <a:cubicBezTo>
                  <a:pt x="4471330" y="205573"/>
                  <a:pt x="4472520" y="206406"/>
                  <a:pt x="4473139" y="207454"/>
                </a:cubicBezTo>
                <a:cubicBezTo>
                  <a:pt x="4474949" y="211931"/>
                  <a:pt x="4478854" y="211359"/>
                  <a:pt x="4480950" y="214122"/>
                </a:cubicBezTo>
                <a:cubicBezTo>
                  <a:pt x="4483045" y="216789"/>
                  <a:pt x="4483426" y="218027"/>
                  <a:pt x="4480093" y="216789"/>
                </a:cubicBezTo>
                <a:cubicBezTo>
                  <a:pt x="4476759" y="215550"/>
                  <a:pt x="4468948" y="213169"/>
                  <a:pt x="4468662" y="208692"/>
                </a:cubicBezTo>
                <a:cubicBezTo>
                  <a:pt x="4468520" y="206406"/>
                  <a:pt x="4469329" y="205573"/>
                  <a:pt x="4470330" y="205573"/>
                </a:cubicBezTo>
                <a:close/>
                <a:moveTo>
                  <a:pt x="5184371" y="204311"/>
                </a:moveTo>
                <a:cubicBezTo>
                  <a:pt x="5188276" y="202215"/>
                  <a:pt x="5189133" y="203453"/>
                  <a:pt x="5189133" y="205168"/>
                </a:cubicBezTo>
                <a:cubicBezTo>
                  <a:pt x="5189133" y="206978"/>
                  <a:pt x="5189419" y="207835"/>
                  <a:pt x="5187895" y="207835"/>
                </a:cubicBezTo>
                <a:cubicBezTo>
                  <a:pt x="5186371" y="207930"/>
                  <a:pt x="5184942" y="208216"/>
                  <a:pt x="5184942" y="208216"/>
                </a:cubicBezTo>
                <a:cubicBezTo>
                  <a:pt x="5184942" y="208216"/>
                  <a:pt x="5180466" y="206406"/>
                  <a:pt x="5184371" y="204311"/>
                </a:cubicBezTo>
                <a:close/>
                <a:moveTo>
                  <a:pt x="1712699" y="200310"/>
                </a:moveTo>
                <a:cubicBezTo>
                  <a:pt x="1713651" y="201834"/>
                  <a:pt x="1708222" y="203644"/>
                  <a:pt x="1708222" y="203644"/>
                </a:cubicBezTo>
                <a:cubicBezTo>
                  <a:pt x="1708222" y="203644"/>
                  <a:pt x="1711842" y="198882"/>
                  <a:pt x="1712699" y="200310"/>
                </a:cubicBezTo>
                <a:close/>
                <a:moveTo>
                  <a:pt x="2573807" y="199394"/>
                </a:moveTo>
                <a:cubicBezTo>
                  <a:pt x="2576212" y="200096"/>
                  <a:pt x="2579522" y="201978"/>
                  <a:pt x="2581188" y="204693"/>
                </a:cubicBezTo>
                <a:cubicBezTo>
                  <a:pt x="2585093" y="210978"/>
                  <a:pt x="2587189" y="210026"/>
                  <a:pt x="2590618" y="210978"/>
                </a:cubicBezTo>
                <a:cubicBezTo>
                  <a:pt x="2596714" y="212598"/>
                  <a:pt x="2594618" y="217266"/>
                  <a:pt x="2591475" y="215932"/>
                </a:cubicBezTo>
                <a:cubicBezTo>
                  <a:pt x="2588332" y="214599"/>
                  <a:pt x="2587475" y="215075"/>
                  <a:pt x="2584808" y="219932"/>
                </a:cubicBezTo>
                <a:cubicBezTo>
                  <a:pt x="2582141" y="224790"/>
                  <a:pt x="2580426" y="222600"/>
                  <a:pt x="2572425" y="223457"/>
                </a:cubicBezTo>
                <a:cubicBezTo>
                  <a:pt x="2564424" y="224313"/>
                  <a:pt x="2549851" y="222123"/>
                  <a:pt x="2544517" y="225648"/>
                </a:cubicBezTo>
                <a:cubicBezTo>
                  <a:pt x="2539278" y="229172"/>
                  <a:pt x="2537468" y="227457"/>
                  <a:pt x="2532611" y="224790"/>
                </a:cubicBezTo>
                <a:cubicBezTo>
                  <a:pt x="2527753" y="222123"/>
                  <a:pt x="2527467" y="218789"/>
                  <a:pt x="2533182" y="220598"/>
                </a:cubicBezTo>
                <a:cubicBezTo>
                  <a:pt x="2539755" y="222600"/>
                  <a:pt x="2532992" y="216789"/>
                  <a:pt x="2528134" y="217266"/>
                </a:cubicBezTo>
                <a:cubicBezTo>
                  <a:pt x="2520133" y="217932"/>
                  <a:pt x="2520990" y="216408"/>
                  <a:pt x="2524133" y="214599"/>
                </a:cubicBezTo>
                <a:cubicBezTo>
                  <a:pt x="2527277" y="212884"/>
                  <a:pt x="2530801" y="212884"/>
                  <a:pt x="2532992" y="213740"/>
                </a:cubicBezTo>
                <a:cubicBezTo>
                  <a:pt x="2535182" y="214599"/>
                  <a:pt x="2544041" y="209360"/>
                  <a:pt x="2541374" y="208883"/>
                </a:cubicBezTo>
                <a:cubicBezTo>
                  <a:pt x="2535849" y="208026"/>
                  <a:pt x="2546708" y="204025"/>
                  <a:pt x="2552423" y="204501"/>
                </a:cubicBezTo>
                <a:cubicBezTo>
                  <a:pt x="2558233" y="204883"/>
                  <a:pt x="2556899" y="204883"/>
                  <a:pt x="2560043" y="204025"/>
                </a:cubicBezTo>
                <a:cubicBezTo>
                  <a:pt x="2563091" y="203072"/>
                  <a:pt x="2575854" y="205168"/>
                  <a:pt x="2571854" y="201168"/>
                </a:cubicBezTo>
                <a:cubicBezTo>
                  <a:pt x="2569901" y="199168"/>
                  <a:pt x="2571402" y="198691"/>
                  <a:pt x="2573807" y="199394"/>
                </a:cubicBezTo>
                <a:close/>
                <a:moveTo>
                  <a:pt x="4510001" y="198405"/>
                </a:moveTo>
                <a:cubicBezTo>
                  <a:pt x="4513335" y="197262"/>
                  <a:pt x="4514859" y="199643"/>
                  <a:pt x="4511525" y="201739"/>
                </a:cubicBezTo>
                <a:cubicBezTo>
                  <a:pt x="4508191" y="203834"/>
                  <a:pt x="4511430" y="201739"/>
                  <a:pt x="4508763" y="203739"/>
                </a:cubicBezTo>
                <a:cubicBezTo>
                  <a:pt x="4507239" y="204977"/>
                  <a:pt x="4499809" y="204406"/>
                  <a:pt x="4500667" y="201072"/>
                </a:cubicBezTo>
                <a:cubicBezTo>
                  <a:pt x="4501619" y="197833"/>
                  <a:pt x="4506667" y="199643"/>
                  <a:pt x="4510001" y="198405"/>
                </a:cubicBezTo>
                <a:close/>
                <a:moveTo>
                  <a:pt x="4790667" y="194989"/>
                </a:moveTo>
                <a:cubicBezTo>
                  <a:pt x="4792464" y="195477"/>
                  <a:pt x="4794036" y="196739"/>
                  <a:pt x="4794322" y="199263"/>
                </a:cubicBezTo>
                <a:cubicBezTo>
                  <a:pt x="4794893" y="204311"/>
                  <a:pt x="4795179" y="206692"/>
                  <a:pt x="4797274" y="204311"/>
                </a:cubicBezTo>
                <a:cubicBezTo>
                  <a:pt x="4799370" y="201930"/>
                  <a:pt x="4801465" y="203740"/>
                  <a:pt x="4802704" y="205835"/>
                </a:cubicBezTo>
                <a:cubicBezTo>
                  <a:pt x="4803942" y="207931"/>
                  <a:pt x="4804895" y="209169"/>
                  <a:pt x="4802132" y="209169"/>
                </a:cubicBezTo>
                <a:cubicBezTo>
                  <a:pt x="4799370" y="209169"/>
                  <a:pt x="4797560" y="209836"/>
                  <a:pt x="4800894" y="212503"/>
                </a:cubicBezTo>
                <a:cubicBezTo>
                  <a:pt x="4804228" y="215170"/>
                  <a:pt x="4806609" y="218503"/>
                  <a:pt x="4802132" y="219075"/>
                </a:cubicBezTo>
                <a:cubicBezTo>
                  <a:pt x="4797655" y="219646"/>
                  <a:pt x="4796131" y="219361"/>
                  <a:pt x="4794036" y="220885"/>
                </a:cubicBezTo>
                <a:cubicBezTo>
                  <a:pt x="4791940" y="222409"/>
                  <a:pt x="4787749" y="222980"/>
                  <a:pt x="4783844" y="222694"/>
                </a:cubicBezTo>
                <a:cubicBezTo>
                  <a:pt x="4780034" y="222409"/>
                  <a:pt x="4778796" y="222694"/>
                  <a:pt x="4776986" y="223933"/>
                </a:cubicBezTo>
                <a:cubicBezTo>
                  <a:pt x="4775176" y="225171"/>
                  <a:pt x="4772509" y="225742"/>
                  <a:pt x="4769176" y="223361"/>
                </a:cubicBezTo>
                <a:cubicBezTo>
                  <a:pt x="4765937" y="220980"/>
                  <a:pt x="4765080" y="220789"/>
                  <a:pt x="4765080" y="220789"/>
                </a:cubicBezTo>
                <a:cubicBezTo>
                  <a:pt x="4759841" y="218408"/>
                  <a:pt x="4759079" y="221266"/>
                  <a:pt x="4762508" y="222885"/>
                </a:cubicBezTo>
                <a:cubicBezTo>
                  <a:pt x="4768318" y="225742"/>
                  <a:pt x="4765080" y="229171"/>
                  <a:pt x="4765080" y="229171"/>
                </a:cubicBezTo>
                <a:cubicBezTo>
                  <a:pt x="4765080" y="229171"/>
                  <a:pt x="4755364" y="229838"/>
                  <a:pt x="4753555" y="228314"/>
                </a:cubicBezTo>
                <a:cubicBezTo>
                  <a:pt x="4751745" y="226790"/>
                  <a:pt x="4749935" y="227647"/>
                  <a:pt x="4749364" y="229171"/>
                </a:cubicBezTo>
                <a:cubicBezTo>
                  <a:pt x="4748697" y="230695"/>
                  <a:pt x="4743649" y="230981"/>
                  <a:pt x="4741553" y="230410"/>
                </a:cubicBezTo>
                <a:cubicBezTo>
                  <a:pt x="4739458" y="229743"/>
                  <a:pt x="4737743" y="228600"/>
                  <a:pt x="4736505" y="230981"/>
                </a:cubicBezTo>
                <a:cubicBezTo>
                  <a:pt x="4735267" y="233362"/>
                  <a:pt x="4728695" y="235458"/>
                  <a:pt x="4727171" y="233648"/>
                </a:cubicBezTo>
                <a:cubicBezTo>
                  <a:pt x="4725742" y="231838"/>
                  <a:pt x="4725456" y="232505"/>
                  <a:pt x="4720027" y="235172"/>
                </a:cubicBezTo>
                <a:cubicBezTo>
                  <a:pt x="4714693" y="237839"/>
                  <a:pt x="4711645" y="233077"/>
                  <a:pt x="4708978" y="229457"/>
                </a:cubicBezTo>
                <a:cubicBezTo>
                  <a:pt x="4706215" y="225838"/>
                  <a:pt x="4705072" y="228219"/>
                  <a:pt x="4705644" y="230029"/>
                </a:cubicBezTo>
                <a:cubicBezTo>
                  <a:pt x="4706311" y="231838"/>
                  <a:pt x="4704215" y="232696"/>
                  <a:pt x="4702977" y="232410"/>
                </a:cubicBezTo>
                <a:cubicBezTo>
                  <a:pt x="4701739" y="232124"/>
                  <a:pt x="4699738" y="232410"/>
                  <a:pt x="4700310" y="234505"/>
                </a:cubicBezTo>
                <a:cubicBezTo>
                  <a:pt x="4700881" y="236601"/>
                  <a:pt x="4698119" y="238696"/>
                  <a:pt x="4695452" y="238982"/>
                </a:cubicBezTo>
                <a:cubicBezTo>
                  <a:pt x="4692690" y="239363"/>
                  <a:pt x="4686118" y="239649"/>
                  <a:pt x="4684022" y="240220"/>
                </a:cubicBezTo>
                <a:cubicBezTo>
                  <a:pt x="4681927" y="240792"/>
                  <a:pt x="4672306" y="239935"/>
                  <a:pt x="4665448" y="238696"/>
                </a:cubicBezTo>
                <a:cubicBezTo>
                  <a:pt x="4658495" y="237553"/>
                  <a:pt x="4658209" y="232791"/>
                  <a:pt x="4660305" y="231553"/>
                </a:cubicBezTo>
                <a:cubicBezTo>
                  <a:pt x="4662400" y="230314"/>
                  <a:pt x="4662972" y="228505"/>
                  <a:pt x="4660876" y="228219"/>
                </a:cubicBezTo>
                <a:cubicBezTo>
                  <a:pt x="4658781" y="227933"/>
                  <a:pt x="4653352" y="225266"/>
                  <a:pt x="4653352" y="221361"/>
                </a:cubicBezTo>
                <a:cubicBezTo>
                  <a:pt x="4653352" y="217456"/>
                  <a:pt x="4650971" y="218027"/>
                  <a:pt x="4650685" y="218027"/>
                </a:cubicBezTo>
                <a:cubicBezTo>
                  <a:pt x="4650399" y="218027"/>
                  <a:pt x="4647065" y="217360"/>
                  <a:pt x="4646208" y="214693"/>
                </a:cubicBezTo>
                <a:cubicBezTo>
                  <a:pt x="4645351" y="212026"/>
                  <a:pt x="4639921" y="211360"/>
                  <a:pt x="4637255" y="212598"/>
                </a:cubicBezTo>
                <a:cubicBezTo>
                  <a:pt x="4634492" y="213836"/>
                  <a:pt x="4631825" y="213836"/>
                  <a:pt x="4627920" y="214408"/>
                </a:cubicBezTo>
                <a:cubicBezTo>
                  <a:pt x="4624015" y="214979"/>
                  <a:pt x="4623443" y="209836"/>
                  <a:pt x="4621062" y="213169"/>
                </a:cubicBezTo>
                <a:cubicBezTo>
                  <a:pt x="4618681" y="216408"/>
                  <a:pt x="4612680" y="214598"/>
                  <a:pt x="4609061" y="215836"/>
                </a:cubicBezTo>
                <a:cubicBezTo>
                  <a:pt x="4605441" y="217075"/>
                  <a:pt x="4604298" y="216503"/>
                  <a:pt x="4604584" y="215265"/>
                </a:cubicBezTo>
                <a:cubicBezTo>
                  <a:pt x="4604870" y="214122"/>
                  <a:pt x="4605536" y="211360"/>
                  <a:pt x="4602203" y="214693"/>
                </a:cubicBezTo>
                <a:cubicBezTo>
                  <a:pt x="4598964" y="218027"/>
                  <a:pt x="4588772" y="214408"/>
                  <a:pt x="4589344" y="212598"/>
                </a:cubicBezTo>
                <a:cubicBezTo>
                  <a:pt x="4590011" y="210788"/>
                  <a:pt x="4588201" y="209264"/>
                  <a:pt x="4582200" y="210502"/>
                </a:cubicBezTo>
                <a:cubicBezTo>
                  <a:pt x="4576295" y="211741"/>
                  <a:pt x="4575628" y="203073"/>
                  <a:pt x="4579247" y="205740"/>
                </a:cubicBezTo>
                <a:cubicBezTo>
                  <a:pt x="4584010" y="209359"/>
                  <a:pt x="4584581" y="204025"/>
                  <a:pt x="4581629" y="202787"/>
                </a:cubicBezTo>
                <a:cubicBezTo>
                  <a:pt x="4578676" y="201644"/>
                  <a:pt x="4582009" y="196882"/>
                  <a:pt x="4589153" y="199834"/>
                </a:cubicBezTo>
                <a:cubicBezTo>
                  <a:pt x="4597440" y="203263"/>
                  <a:pt x="4608680" y="205264"/>
                  <a:pt x="4611346" y="205835"/>
                </a:cubicBezTo>
                <a:cubicBezTo>
                  <a:pt x="4614013" y="206502"/>
                  <a:pt x="4615538" y="203740"/>
                  <a:pt x="4619443" y="207073"/>
                </a:cubicBezTo>
                <a:cubicBezTo>
                  <a:pt x="4623348" y="210312"/>
                  <a:pt x="4624586" y="208216"/>
                  <a:pt x="4625158" y="205549"/>
                </a:cubicBezTo>
                <a:cubicBezTo>
                  <a:pt x="4625824" y="202882"/>
                  <a:pt x="4629349" y="202025"/>
                  <a:pt x="4632682" y="202882"/>
                </a:cubicBezTo>
                <a:cubicBezTo>
                  <a:pt x="4636016" y="203835"/>
                  <a:pt x="4638112" y="203835"/>
                  <a:pt x="4642303" y="200501"/>
                </a:cubicBezTo>
                <a:cubicBezTo>
                  <a:pt x="4646494" y="197167"/>
                  <a:pt x="4651256" y="199834"/>
                  <a:pt x="4651256" y="201358"/>
                </a:cubicBezTo>
                <a:cubicBezTo>
                  <a:pt x="4651256" y="202882"/>
                  <a:pt x="4653352" y="204311"/>
                  <a:pt x="4655162" y="203740"/>
                </a:cubicBezTo>
                <a:cubicBezTo>
                  <a:pt x="4656971" y="203073"/>
                  <a:pt x="4658400" y="202501"/>
                  <a:pt x="4661734" y="202501"/>
                </a:cubicBezTo>
                <a:cubicBezTo>
                  <a:pt x="4665067" y="202501"/>
                  <a:pt x="4668973" y="203930"/>
                  <a:pt x="4667163" y="205168"/>
                </a:cubicBezTo>
                <a:cubicBezTo>
                  <a:pt x="4665353" y="206407"/>
                  <a:pt x="4662020" y="207264"/>
                  <a:pt x="4655162" y="207264"/>
                </a:cubicBezTo>
                <a:cubicBezTo>
                  <a:pt x="4648304" y="207264"/>
                  <a:pt x="4655447" y="212693"/>
                  <a:pt x="4658781" y="210883"/>
                </a:cubicBezTo>
                <a:cubicBezTo>
                  <a:pt x="4662020" y="209169"/>
                  <a:pt x="4668592" y="210312"/>
                  <a:pt x="4663543" y="216027"/>
                </a:cubicBezTo>
                <a:cubicBezTo>
                  <a:pt x="4658400" y="221742"/>
                  <a:pt x="4664972" y="220218"/>
                  <a:pt x="4666211" y="217265"/>
                </a:cubicBezTo>
                <a:cubicBezTo>
                  <a:pt x="4667449" y="214312"/>
                  <a:pt x="4672497" y="214312"/>
                  <a:pt x="4676688" y="214312"/>
                </a:cubicBezTo>
                <a:cubicBezTo>
                  <a:pt x="4680879" y="214312"/>
                  <a:pt x="4682974" y="212122"/>
                  <a:pt x="4685356" y="215170"/>
                </a:cubicBezTo>
                <a:cubicBezTo>
                  <a:pt x="4688689" y="219361"/>
                  <a:pt x="4693166" y="216408"/>
                  <a:pt x="4690499" y="215170"/>
                </a:cubicBezTo>
                <a:cubicBezTo>
                  <a:pt x="4687832" y="214027"/>
                  <a:pt x="4685451" y="211645"/>
                  <a:pt x="4691738" y="211931"/>
                </a:cubicBezTo>
                <a:cubicBezTo>
                  <a:pt x="4697167" y="212217"/>
                  <a:pt x="4700120" y="214027"/>
                  <a:pt x="4701358" y="211931"/>
                </a:cubicBezTo>
                <a:cubicBezTo>
                  <a:pt x="4702596" y="209836"/>
                  <a:pt x="4710406" y="208407"/>
                  <a:pt x="4713073" y="211074"/>
                </a:cubicBezTo>
                <a:cubicBezTo>
                  <a:pt x="4715836" y="213741"/>
                  <a:pt x="4719741" y="211074"/>
                  <a:pt x="4722408" y="211931"/>
                </a:cubicBezTo>
                <a:cubicBezTo>
                  <a:pt x="4725075" y="212788"/>
                  <a:pt x="4725361" y="211360"/>
                  <a:pt x="4725361" y="209836"/>
                </a:cubicBezTo>
                <a:cubicBezTo>
                  <a:pt x="4725361" y="208312"/>
                  <a:pt x="4727171" y="205359"/>
                  <a:pt x="4729838" y="205930"/>
                </a:cubicBezTo>
                <a:cubicBezTo>
                  <a:pt x="4732600" y="206502"/>
                  <a:pt x="4735267" y="204121"/>
                  <a:pt x="4735267" y="202311"/>
                </a:cubicBezTo>
                <a:cubicBezTo>
                  <a:pt x="4735267" y="200501"/>
                  <a:pt x="4738886" y="200215"/>
                  <a:pt x="4740410" y="200215"/>
                </a:cubicBezTo>
                <a:cubicBezTo>
                  <a:pt x="4741934" y="200215"/>
                  <a:pt x="4746411" y="202311"/>
                  <a:pt x="4748792" y="199358"/>
                </a:cubicBezTo>
                <a:cubicBezTo>
                  <a:pt x="4751173" y="196310"/>
                  <a:pt x="4765461" y="195453"/>
                  <a:pt x="4765461" y="195453"/>
                </a:cubicBezTo>
                <a:lnTo>
                  <a:pt x="4764985" y="195643"/>
                </a:lnTo>
                <a:cubicBezTo>
                  <a:pt x="4764985" y="195643"/>
                  <a:pt x="4766509" y="195929"/>
                  <a:pt x="4769462" y="196501"/>
                </a:cubicBezTo>
                <a:cubicBezTo>
                  <a:pt x="4772509" y="197167"/>
                  <a:pt x="4771557" y="198025"/>
                  <a:pt x="4775462" y="195643"/>
                </a:cubicBezTo>
                <a:cubicBezTo>
                  <a:pt x="4779367" y="193262"/>
                  <a:pt x="4779367" y="193834"/>
                  <a:pt x="4781177" y="195358"/>
                </a:cubicBezTo>
                <a:cubicBezTo>
                  <a:pt x="4782987" y="196882"/>
                  <a:pt x="4783273" y="196596"/>
                  <a:pt x="4785654" y="195358"/>
                </a:cubicBezTo>
                <a:cubicBezTo>
                  <a:pt x="4786845" y="194787"/>
                  <a:pt x="4788869" y="194501"/>
                  <a:pt x="4790667" y="194989"/>
                </a:cubicBezTo>
                <a:close/>
                <a:moveTo>
                  <a:pt x="2520133" y="194787"/>
                </a:moveTo>
                <a:cubicBezTo>
                  <a:pt x="2524134" y="196501"/>
                  <a:pt x="2524134" y="196501"/>
                  <a:pt x="2524134" y="198787"/>
                </a:cubicBezTo>
                <a:cubicBezTo>
                  <a:pt x="2524134" y="203834"/>
                  <a:pt x="2520514" y="202310"/>
                  <a:pt x="2514799" y="199644"/>
                </a:cubicBezTo>
                <a:cubicBezTo>
                  <a:pt x="2509084" y="196977"/>
                  <a:pt x="2516133" y="192976"/>
                  <a:pt x="2520133" y="194787"/>
                </a:cubicBezTo>
                <a:close/>
                <a:moveTo>
                  <a:pt x="4402082" y="194310"/>
                </a:moveTo>
                <a:cubicBezTo>
                  <a:pt x="4403892" y="195548"/>
                  <a:pt x="4407131" y="196691"/>
                  <a:pt x="4410750" y="196119"/>
                </a:cubicBezTo>
                <a:cubicBezTo>
                  <a:pt x="4414370" y="195453"/>
                  <a:pt x="4415322" y="196691"/>
                  <a:pt x="4414084" y="198786"/>
                </a:cubicBezTo>
                <a:cubicBezTo>
                  <a:pt x="4412846" y="200882"/>
                  <a:pt x="4414084" y="199358"/>
                  <a:pt x="4413417" y="202596"/>
                </a:cubicBezTo>
                <a:cubicBezTo>
                  <a:pt x="4412846" y="205930"/>
                  <a:pt x="4402939" y="205930"/>
                  <a:pt x="4399034" y="205359"/>
                </a:cubicBezTo>
                <a:cubicBezTo>
                  <a:pt x="4395129" y="204787"/>
                  <a:pt x="4393319" y="207740"/>
                  <a:pt x="4388557" y="206883"/>
                </a:cubicBezTo>
                <a:cubicBezTo>
                  <a:pt x="4383699" y="205930"/>
                  <a:pt x="4379889" y="206502"/>
                  <a:pt x="4376555" y="207740"/>
                </a:cubicBezTo>
                <a:cubicBezTo>
                  <a:pt x="4373317" y="208978"/>
                  <a:pt x="4369983" y="211645"/>
                  <a:pt x="4365506" y="211645"/>
                </a:cubicBezTo>
                <a:cubicBezTo>
                  <a:pt x="4361030" y="211645"/>
                  <a:pt x="4363411" y="207740"/>
                  <a:pt x="4364935" y="207740"/>
                </a:cubicBezTo>
                <a:cubicBezTo>
                  <a:pt x="4366459" y="207740"/>
                  <a:pt x="4369412" y="207168"/>
                  <a:pt x="4372745" y="204787"/>
                </a:cubicBezTo>
                <a:cubicBezTo>
                  <a:pt x="4376079" y="202406"/>
                  <a:pt x="4379889" y="201168"/>
                  <a:pt x="4383223" y="201168"/>
                </a:cubicBezTo>
                <a:cubicBezTo>
                  <a:pt x="4386556" y="201168"/>
                  <a:pt x="4391319" y="199072"/>
                  <a:pt x="4393129" y="196691"/>
                </a:cubicBezTo>
                <a:cubicBezTo>
                  <a:pt x="4394939" y="194310"/>
                  <a:pt x="4400272" y="193071"/>
                  <a:pt x="4402082" y="194310"/>
                </a:cubicBezTo>
                <a:close/>
                <a:moveTo>
                  <a:pt x="2388653" y="193810"/>
                </a:moveTo>
                <a:cubicBezTo>
                  <a:pt x="2390903" y="193882"/>
                  <a:pt x="2392927" y="194406"/>
                  <a:pt x="2392308" y="195454"/>
                </a:cubicBezTo>
                <a:cubicBezTo>
                  <a:pt x="2391165" y="197644"/>
                  <a:pt x="2383068" y="196405"/>
                  <a:pt x="2383640" y="194882"/>
                </a:cubicBezTo>
                <a:cubicBezTo>
                  <a:pt x="2383926" y="194119"/>
                  <a:pt x="2386402" y="193738"/>
                  <a:pt x="2388653" y="193810"/>
                </a:cubicBezTo>
                <a:close/>
                <a:moveTo>
                  <a:pt x="4654114" y="193072"/>
                </a:moveTo>
                <a:cubicBezTo>
                  <a:pt x="4656210" y="195739"/>
                  <a:pt x="4659258" y="196691"/>
                  <a:pt x="4655353" y="198215"/>
                </a:cubicBezTo>
                <a:cubicBezTo>
                  <a:pt x="4653924" y="198787"/>
                  <a:pt x="4650209" y="198215"/>
                  <a:pt x="4649637" y="194881"/>
                </a:cubicBezTo>
                <a:cubicBezTo>
                  <a:pt x="4648971" y="191548"/>
                  <a:pt x="4652019" y="190405"/>
                  <a:pt x="4654114" y="193072"/>
                </a:cubicBezTo>
                <a:close/>
                <a:moveTo>
                  <a:pt x="2147896" y="188881"/>
                </a:moveTo>
                <a:cubicBezTo>
                  <a:pt x="2152373" y="188310"/>
                  <a:pt x="2154754" y="188023"/>
                  <a:pt x="2154754" y="189739"/>
                </a:cubicBezTo>
                <a:cubicBezTo>
                  <a:pt x="2154754" y="191644"/>
                  <a:pt x="2151421" y="193453"/>
                  <a:pt x="2148754" y="192500"/>
                </a:cubicBezTo>
                <a:cubicBezTo>
                  <a:pt x="2146087" y="191644"/>
                  <a:pt x="2143324" y="189547"/>
                  <a:pt x="2147896" y="188881"/>
                </a:cubicBezTo>
                <a:close/>
                <a:moveTo>
                  <a:pt x="4790321" y="185165"/>
                </a:moveTo>
                <a:cubicBezTo>
                  <a:pt x="4795084" y="183641"/>
                  <a:pt x="4791750" y="187832"/>
                  <a:pt x="4786988" y="189928"/>
                </a:cubicBezTo>
                <a:cubicBezTo>
                  <a:pt x="4782225" y="192023"/>
                  <a:pt x="4784606" y="188118"/>
                  <a:pt x="4784606" y="188118"/>
                </a:cubicBezTo>
                <a:cubicBezTo>
                  <a:pt x="4784606" y="188118"/>
                  <a:pt x="4785464" y="186689"/>
                  <a:pt x="4790321" y="185165"/>
                </a:cubicBezTo>
                <a:close/>
                <a:moveTo>
                  <a:pt x="4610680" y="182594"/>
                </a:moveTo>
                <a:cubicBezTo>
                  <a:pt x="4613442" y="182594"/>
                  <a:pt x="4615157" y="185261"/>
                  <a:pt x="4612204" y="187357"/>
                </a:cubicBezTo>
                <a:cubicBezTo>
                  <a:pt x="4609156" y="189452"/>
                  <a:pt x="4608584" y="188309"/>
                  <a:pt x="4608013" y="190404"/>
                </a:cubicBezTo>
                <a:cubicBezTo>
                  <a:pt x="4607442" y="192500"/>
                  <a:pt x="4604393" y="192786"/>
                  <a:pt x="4603536" y="191262"/>
                </a:cubicBezTo>
                <a:cubicBezTo>
                  <a:pt x="4602679" y="189833"/>
                  <a:pt x="4601726" y="189452"/>
                  <a:pt x="4599059" y="190690"/>
                </a:cubicBezTo>
                <a:cubicBezTo>
                  <a:pt x="4596392" y="191928"/>
                  <a:pt x="4589153" y="192500"/>
                  <a:pt x="4580486" y="194024"/>
                </a:cubicBezTo>
                <a:cubicBezTo>
                  <a:pt x="4571723" y="195453"/>
                  <a:pt x="4574485" y="190976"/>
                  <a:pt x="4577152" y="190404"/>
                </a:cubicBezTo>
                <a:cubicBezTo>
                  <a:pt x="4579914" y="189833"/>
                  <a:pt x="4582010" y="190404"/>
                  <a:pt x="4584677" y="188595"/>
                </a:cubicBezTo>
                <a:cubicBezTo>
                  <a:pt x="4587344" y="186785"/>
                  <a:pt x="4598107" y="185261"/>
                  <a:pt x="4601441" y="185833"/>
                </a:cubicBezTo>
                <a:cubicBezTo>
                  <a:pt x="4606203" y="186690"/>
                  <a:pt x="4605917" y="182594"/>
                  <a:pt x="4610680" y="182594"/>
                </a:cubicBezTo>
                <a:close/>
                <a:moveTo>
                  <a:pt x="2123607" y="177261"/>
                </a:moveTo>
                <a:cubicBezTo>
                  <a:pt x="2126274" y="177546"/>
                  <a:pt x="2131704" y="177261"/>
                  <a:pt x="2129322" y="181166"/>
                </a:cubicBezTo>
                <a:cubicBezTo>
                  <a:pt x="2126941" y="185071"/>
                  <a:pt x="2125703" y="184214"/>
                  <a:pt x="2122464" y="183547"/>
                </a:cubicBezTo>
                <a:cubicBezTo>
                  <a:pt x="2119035" y="182976"/>
                  <a:pt x="2116654" y="181738"/>
                  <a:pt x="2116654" y="181738"/>
                </a:cubicBezTo>
                <a:cubicBezTo>
                  <a:pt x="2116654" y="181738"/>
                  <a:pt x="2112463" y="180879"/>
                  <a:pt x="2115797" y="178118"/>
                </a:cubicBezTo>
                <a:cubicBezTo>
                  <a:pt x="2119131" y="175451"/>
                  <a:pt x="2120940" y="176879"/>
                  <a:pt x="2123607" y="177261"/>
                </a:cubicBezTo>
                <a:close/>
                <a:moveTo>
                  <a:pt x="4639065" y="177165"/>
                </a:moveTo>
                <a:cubicBezTo>
                  <a:pt x="4640875" y="179260"/>
                  <a:pt x="4640875" y="181070"/>
                  <a:pt x="4640303" y="183451"/>
                </a:cubicBezTo>
                <a:cubicBezTo>
                  <a:pt x="4639731" y="185928"/>
                  <a:pt x="4640303" y="185261"/>
                  <a:pt x="4639065" y="187642"/>
                </a:cubicBezTo>
                <a:cubicBezTo>
                  <a:pt x="4637922" y="190024"/>
                  <a:pt x="4636112" y="185261"/>
                  <a:pt x="4636112" y="181927"/>
                </a:cubicBezTo>
                <a:cubicBezTo>
                  <a:pt x="4636112" y="178689"/>
                  <a:pt x="4637255" y="175069"/>
                  <a:pt x="4639065" y="177165"/>
                </a:cubicBezTo>
                <a:close/>
                <a:moveTo>
                  <a:pt x="2137038" y="176688"/>
                </a:moveTo>
                <a:cubicBezTo>
                  <a:pt x="2144848" y="177545"/>
                  <a:pt x="2147230" y="177926"/>
                  <a:pt x="2149325" y="179641"/>
                </a:cubicBezTo>
                <a:cubicBezTo>
                  <a:pt x="2151421" y="181452"/>
                  <a:pt x="2154373" y="185071"/>
                  <a:pt x="2150563" y="182976"/>
                </a:cubicBezTo>
                <a:cubicBezTo>
                  <a:pt x="2146658" y="180879"/>
                  <a:pt x="2143039" y="180879"/>
                  <a:pt x="2143039" y="182690"/>
                </a:cubicBezTo>
                <a:cubicBezTo>
                  <a:pt x="2143039" y="184499"/>
                  <a:pt x="2141800" y="184785"/>
                  <a:pt x="2139133" y="185071"/>
                </a:cubicBezTo>
                <a:cubicBezTo>
                  <a:pt x="2136467" y="185357"/>
                  <a:pt x="2132847" y="184118"/>
                  <a:pt x="2131895" y="180593"/>
                </a:cubicBezTo>
                <a:cubicBezTo>
                  <a:pt x="2131037" y="176975"/>
                  <a:pt x="2129227" y="175832"/>
                  <a:pt x="2137038" y="176688"/>
                </a:cubicBezTo>
                <a:close/>
                <a:moveTo>
                  <a:pt x="2058265" y="174592"/>
                </a:moveTo>
                <a:cubicBezTo>
                  <a:pt x="2060075" y="172783"/>
                  <a:pt x="2061599" y="174022"/>
                  <a:pt x="2060932" y="175832"/>
                </a:cubicBezTo>
                <a:cubicBezTo>
                  <a:pt x="2060361" y="177641"/>
                  <a:pt x="2062742" y="182117"/>
                  <a:pt x="2060075" y="181547"/>
                </a:cubicBezTo>
                <a:cubicBezTo>
                  <a:pt x="2057313" y="180879"/>
                  <a:pt x="2052836" y="179355"/>
                  <a:pt x="2052836" y="179355"/>
                </a:cubicBezTo>
                <a:cubicBezTo>
                  <a:pt x="2052836" y="179355"/>
                  <a:pt x="2048360" y="177260"/>
                  <a:pt x="2051979" y="176688"/>
                </a:cubicBezTo>
                <a:cubicBezTo>
                  <a:pt x="2055598" y="176117"/>
                  <a:pt x="2056456" y="176403"/>
                  <a:pt x="2058265" y="174592"/>
                </a:cubicBezTo>
                <a:close/>
                <a:moveTo>
                  <a:pt x="2081602" y="170973"/>
                </a:moveTo>
                <a:cubicBezTo>
                  <a:pt x="2086364" y="171259"/>
                  <a:pt x="2088174" y="171545"/>
                  <a:pt x="2089984" y="172498"/>
                </a:cubicBezTo>
                <a:cubicBezTo>
                  <a:pt x="2091793" y="173355"/>
                  <a:pt x="2093889" y="174592"/>
                  <a:pt x="2090841" y="176688"/>
                </a:cubicBezTo>
                <a:cubicBezTo>
                  <a:pt x="2087888" y="178783"/>
                  <a:pt x="2087507" y="177926"/>
                  <a:pt x="2085126" y="176975"/>
                </a:cubicBezTo>
                <a:cubicBezTo>
                  <a:pt x="2082840" y="176022"/>
                  <a:pt x="2080078" y="174592"/>
                  <a:pt x="2080078" y="174592"/>
                </a:cubicBezTo>
                <a:cubicBezTo>
                  <a:pt x="2080078" y="174592"/>
                  <a:pt x="2076744" y="170687"/>
                  <a:pt x="2081602" y="170973"/>
                </a:cubicBezTo>
                <a:close/>
                <a:moveTo>
                  <a:pt x="4447612" y="170497"/>
                </a:moveTo>
                <a:cubicBezTo>
                  <a:pt x="4452660" y="170212"/>
                  <a:pt x="4462281" y="168688"/>
                  <a:pt x="4464376" y="172021"/>
                </a:cubicBezTo>
                <a:cubicBezTo>
                  <a:pt x="4466567" y="175355"/>
                  <a:pt x="4469519" y="175355"/>
                  <a:pt x="4469519" y="173260"/>
                </a:cubicBezTo>
                <a:cubicBezTo>
                  <a:pt x="4469519" y="171164"/>
                  <a:pt x="4471329" y="170593"/>
                  <a:pt x="4473425" y="170878"/>
                </a:cubicBezTo>
                <a:cubicBezTo>
                  <a:pt x="4475520" y="171164"/>
                  <a:pt x="4480283" y="171450"/>
                  <a:pt x="4484188" y="170878"/>
                </a:cubicBezTo>
                <a:cubicBezTo>
                  <a:pt x="4488093" y="170212"/>
                  <a:pt x="4491046" y="170212"/>
                  <a:pt x="4490474" y="173545"/>
                </a:cubicBezTo>
                <a:cubicBezTo>
                  <a:pt x="4489903" y="176879"/>
                  <a:pt x="4490474" y="177736"/>
                  <a:pt x="4492570" y="175641"/>
                </a:cubicBezTo>
                <a:cubicBezTo>
                  <a:pt x="4494666" y="173545"/>
                  <a:pt x="4499809" y="175641"/>
                  <a:pt x="4504286" y="175641"/>
                </a:cubicBezTo>
                <a:cubicBezTo>
                  <a:pt x="4508762" y="175641"/>
                  <a:pt x="4514763" y="177736"/>
                  <a:pt x="4513239" y="181070"/>
                </a:cubicBezTo>
                <a:cubicBezTo>
                  <a:pt x="4511810" y="184404"/>
                  <a:pt x="4519621" y="183547"/>
                  <a:pt x="4524669" y="184118"/>
                </a:cubicBezTo>
                <a:cubicBezTo>
                  <a:pt x="4529813" y="184690"/>
                  <a:pt x="4532766" y="186499"/>
                  <a:pt x="4534575" y="189166"/>
                </a:cubicBezTo>
                <a:cubicBezTo>
                  <a:pt x="4536385" y="191929"/>
                  <a:pt x="4536099" y="189452"/>
                  <a:pt x="4538099" y="193167"/>
                </a:cubicBezTo>
                <a:cubicBezTo>
                  <a:pt x="4540195" y="197072"/>
                  <a:pt x="4539909" y="196786"/>
                  <a:pt x="4532670" y="197358"/>
                </a:cubicBezTo>
                <a:cubicBezTo>
                  <a:pt x="4525431" y="197929"/>
                  <a:pt x="4520955" y="197358"/>
                  <a:pt x="4517049" y="195262"/>
                </a:cubicBezTo>
                <a:cubicBezTo>
                  <a:pt x="4513144" y="193167"/>
                  <a:pt x="4506572" y="191071"/>
                  <a:pt x="4504476" y="191071"/>
                </a:cubicBezTo>
                <a:cubicBezTo>
                  <a:pt x="4502381" y="191071"/>
                  <a:pt x="4499142" y="191643"/>
                  <a:pt x="4497904" y="189547"/>
                </a:cubicBezTo>
                <a:cubicBezTo>
                  <a:pt x="4496761" y="187452"/>
                  <a:pt x="4486855" y="186880"/>
                  <a:pt x="4485045" y="188976"/>
                </a:cubicBezTo>
                <a:cubicBezTo>
                  <a:pt x="4483235" y="191071"/>
                  <a:pt x="4481521" y="191071"/>
                  <a:pt x="4480283" y="188404"/>
                </a:cubicBezTo>
                <a:cubicBezTo>
                  <a:pt x="4479044" y="185642"/>
                  <a:pt x="4474568" y="186309"/>
                  <a:pt x="4472472" y="188976"/>
                </a:cubicBezTo>
                <a:cubicBezTo>
                  <a:pt x="4470377" y="191643"/>
                  <a:pt x="4467995" y="194596"/>
                  <a:pt x="4459328" y="193738"/>
                </a:cubicBezTo>
                <a:cubicBezTo>
                  <a:pt x="4450660" y="192786"/>
                  <a:pt x="4454184" y="188595"/>
                  <a:pt x="4457518" y="188023"/>
                </a:cubicBezTo>
                <a:cubicBezTo>
                  <a:pt x="4460852" y="187452"/>
                  <a:pt x="4466186" y="188976"/>
                  <a:pt x="4467995" y="185642"/>
                </a:cubicBezTo>
                <a:cubicBezTo>
                  <a:pt x="4469805" y="182404"/>
                  <a:pt x="4465328" y="186309"/>
                  <a:pt x="4464090" y="182975"/>
                </a:cubicBezTo>
                <a:cubicBezTo>
                  <a:pt x="4462852" y="179737"/>
                  <a:pt x="4456851" y="182118"/>
                  <a:pt x="4455994" y="180022"/>
                </a:cubicBezTo>
                <a:cubicBezTo>
                  <a:pt x="4455041" y="177927"/>
                  <a:pt x="4452089" y="177641"/>
                  <a:pt x="4452660" y="180308"/>
                </a:cubicBezTo>
                <a:cubicBezTo>
                  <a:pt x="4453232" y="183070"/>
                  <a:pt x="4450850" y="184213"/>
                  <a:pt x="4448183" y="181546"/>
                </a:cubicBezTo>
                <a:cubicBezTo>
                  <a:pt x="4445516" y="178879"/>
                  <a:pt x="4439516" y="177355"/>
                  <a:pt x="4439516" y="181261"/>
                </a:cubicBezTo>
                <a:cubicBezTo>
                  <a:pt x="4439516" y="185166"/>
                  <a:pt x="4436563" y="183642"/>
                  <a:pt x="4435325" y="182785"/>
                </a:cubicBezTo>
                <a:cubicBezTo>
                  <a:pt x="4434086" y="181832"/>
                  <a:pt x="4436468" y="179737"/>
                  <a:pt x="4429324" y="179165"/>
                </a:cubicBezTo>
                <a:cubicBezTo>
                  <a:pt x="4422180" y="178498"/>
                  <a:pt x="4425133" y="172879"/>
                  <a:pt x="4428467" y="173450"/>
                </a:cubicBezTo>
                <a:cubicBezTo>
                  <a:pt x="4431705" y="174117"/>
                  <a:pt x="4442468" y="170783"/>
                  <a:pt x="4447612" y="170497"/>
                </a:cubicBezTo>
                <a:close/>
                <a:moveTo>
                  <a:pt x="2169994" y="170403"/>
                </a:moveTo>
                <a:cubicBezTo>
                  <a:pt x="2172376" y="173069"/>
                  <a:pt x="2171518" y="172211"/>
                  <a:pt x="2176566" y="172498"/>
                </a:cubicBezTo>
                <a:cubicBezTo>
                  <a:pt x="2181615" y="172783"/>
                  <a:pt x="2184377" y="175832"/>
                  <a:pt x="2187330" y="173735"/>
                </a:cubicBezTo>
                <a:cubicBezTo>
                  <a:pt x="2190282" y="171641"/>
                  <a:pt x="2191235" y="171927"/>
                  <a:pt x="2192378" y="173451"/>
                </a:cubicBezTo>
                <a:cubicBezTo>
                  <a:pt x="2193616" y="174974"/>
                  <a:pt x="2195045" y="176118"/>
                  <a:pt x="2190568" y="179451"/>
                </a:cubicBezTo>
                <a:cubicBezTo>
                  <a:pt x="2186091" y="182784"/>
                  <a:pt x="2183044" y="182784"/>
                  <a:pt x="2179805" y="183928"/>
                </a:cubicBezTo>
                <a:cubicBezTo>
                  <a:pt x="2176471" y="185166"/>
                  <a:pt x="2172947" y="184785"/>
                  <a:pt x="2171137" y="183071"/>
                </a:cubicBezTo>
                <a:cubicBezTo>
                  <a:pt x="2169423" y="181166"/>
                  <a:pt x="2163708" y="181452"/>
                  <a:pt x="2163708" y="181452"/>
                </a:cubicBezTo>
                <a:cubicBezTo>
                  <a:pt x="2163708" y="181452"/>
                  <a:pt x="2159803" y="180879"/>
                  <a:pt x="2161898" y="176688"/>
                </a:cubicBezTo>
                <a:cubicBezTo>
                  <a:pt x="2163994" y="172498"/>
                  <a:pt x="2167613" y="167736"/>
                  <a:pt x="2169994" y="170403"/>
                </a:cubicBezTo>
                <a:close/>
                <a:moveTo>
                  <a:pt x="2051312" y="170402"/>
                </a:moveTo>
                <a:cubicBezTo>
                  <a:pt x="2055218" y="170687"/>
                  <a:pt x="2053693" y="171926"/>
                  <a:pt x="2052169" y="172783"/>
                </a:cubicBezTo>
                <a:cubicBezTo>
                  <a:pt x="2050741" y="173641"/>
                  <a:pt x="2049217" y="174878"/>
                  <a:pt x="2049217" y="174878"/>
                </a:cubicBezTo>
                <a:cubicBezTo>
                  <a:pt x="2049217" y="174878"/>
                  <a:pt x="2047407" y="170117"/>
                  <a:pt x="2051312" y="170402"/>
                </a:cubicBezTo>
                <a:close/>
                <a:moveTo>
                  <a:pt x="2226858" y="169735"/>
                </a:moveTo>
                <a:cubicBezTo>
                  <a:pt x="2229239" y="172117"/>
                  <a:pt x="2227715" y="176879"/>
                  <a:pt x="2225048" y="179641"/>
                </a:cubicBezTo>
                <a:cubicBezTo>
                  <a:pt x="2222381" y="182308"/>
                  <a:pt x="2219905" y="181452"/>
                  <a:pt x="2214285" y="181452"/>
                </a:cubicBezTo>
                <a:cubicBezTo>
                  <a:pt x="2208570" y="181452"/>
                  <a:pt x="2205617" y="180595"/>
                  <a:pt x="2202283" y="180879"/>
                </a:cubicBezTo>
                <a:cubicBezTo>
                  <a:pt x="2198950" y="181166"/>
                  <a:pt x="2200188" y="180022"/>
                  <a:pt x="2200188" y="178213"/>
                </a:cubicBezTo>
                <a:cubicBezTo>
                  <a:pt x="2200188" y="176404"/>
                  <a:pt x="2200474" y="174308"/>
                  <a:pt x="2203141" y="173451"/>
                </a:cubicBezTo>
                <a:cubicBezTo>
                  <a:pt x="2205998" y="172498"/>
                  <a:pt x="2209808" y="173926"/>
                  <a:pt x="2209808" y="173926"/>
                </a:cubicBezTo>
                <a:cubicBezTo>
                  <a:pt x="2209808" y="173926"/>
                  <a:pt x="2215237" y="176307"/>
                  <a:pt x="2217904" y="172403"/>
                </a:cubicBezTo>
                <a:cubicBezTo>
                  <a:pt x="2220571" y="168498"/>
                  <a:pt x="2224477" y="167260"/>
                  <a:pt x="2226858" y="169735"/>
                </a:cubicBezTo>
                <a:close/>
                <a:moveTo>
                  <a:pt x="2126965" y="168664"/>
                </a:moveTo>
                <a:cubicBezTo>
                  <a:pt x="2129513" y="168855"/>
                  <a:pt x="2132132" y="169450"/>
                  <a:pt x="2132275" y="170308"/>
                </a:cubicBezTo>
                <a:cubicBezTo>
                  <a:pt x="2132560" y="172117"/>
                  <a:pt x="2122369" y="170973"/>
                  <a:pt x="2122083" y="169449"/>
                </a:cubicBezTo>
                <a:cubicBezTo>
                  <a:pt x="2121940" y="168687"/>
                  <a:pt x="2124417" y="168473"/>
                  <a:pt x="2126965" y="168664"/>
                </a:cubicBezTo>
                <a:close/>
                <a:moveTo>
                  <a:pt x="2154278" y="168485"/>
                </a:moveTo>
                <a:cubicBezTo>
                  <a:pt x="2156612" y="168782"/>
                  <a:pt x="2158945" y="169449"/>
                  <a:pt x="2158945" y="170020"/>
                </a:cubicBezTo>
                <a:cubicBezTo>
                  <a:pt x="2158945" y="171259"/>
                  <a:pt x="2149610" y="170973"/>
                  <a:pt x="2149610" y="169163"/>
                </a:cubicBezTo>
                <a:cubicBezTo>
                  <a:pt x="2149610" y="168259"/>
                  <a:pt x="2151944" y="168187"/>
                  <a:pt x="2154278" y="168485"/>
                </a:cubicBezTo>
                <a:close/>
                <a:moveTo>
                  <a:pt x="4529004" y="166960"/>
                </a:moveTo>
                <a:cubicBezTo>
                  <a:pt x="4531123" y="167282"/>
                  <a:pt x="4534242" y="168306"/>
                  <a:pt x="4537528" y="168306"/>
                </a:cubicBezTo>
                <a:cubicBezTo>
                  <a:pt x="4544101" y="168306"/>
                  <a:pt x="4552483" y="169544"/>
                  <a:pt x="4554292" y="172211"/>
                </a:cubicBezTo>
                <a:cubicBezTo>
                  <a:pt x="4556102" y="174878"/>
                  <a:pt x="4560007" y="174307"/>
                  <a:pt x="4562103" y="172783"/>
                </a:cubicBezTo>
                <a:cubicBezTo>
                  <a:pt x="4564198" y="171259"/>
                  <a:pt x="4570771" y="170306"/>
                  <a:pt x="4574390" y="169449"/>
                </a:cubicBezTo>
                <a:cubicBezTo>
                  <a:pt x="4578010" y="168592"/>
                  <a:pt x="4579534" y="173068"/>
                  <a:pt x="4577724" y="175450"/>
                </a:cubicBezTo>
                <a:cubicBezTo>
                  <a:pt x="4575914" y="177831"/>
                  <a:pt x="4575628" y="180212"/>
                  <a:pt x="4578962" y="180212"/>
                </a:cubicBezTo>
                <a:cubicBezTo>
                  <a:pt x="4582296" y="180212"/>
                  <a:pt x="4577819" y="183546"/>
                  <a:pt x="4576295" y="185356"/>
                </a:cubicBezTo>
                <a:cubicBezTo>
                  <a:pt x="4573342" y="188975"/>
                  <a:pt x="4567056" y="187737"/>
                  <a:pt x="4565532" y="189261"/>
                </a:cubicBezTo>
                <a:cubicBezTo>
                  <a:pt x="4564198" y="190594"/>
                  <a:pt x="4558960" y="192309"/>
                  <a:pt x="4557150" y="191071"/>
                </a:cubicBezTo>
                <a:cubicBezTo>
                  <a:pt x="4555340" y="189832"/>
                  <a:pt x="4555054" y="189547"/>
                  <a:pt x="4549054" y="189832"/>
                </a:cubicBezTo>
                <a:cubicBezTo>
                  <a:pt x="4540671" y="190213"/>
                  <a:pt x="4544196" y="185356"/>
                  <a:pt x="4547815" y="185927"/>
                </a:cubicBezTo>
                <a:cubicBezTo>
                  <a:pt x="4553149" y="186880"/>
                  <a:pt x="4552578" y="184784"/>
                  <a:pt x="4552292" y="183260"/>
                </a:cubicBezTo>
                <a:cubicBezTo>
                  <a:pt x="4552006" y="181736"/>
                  <a:pt x="4547149" y="179926"/>
                  <a:pt x="4544481" y="181450"/>
                </a:cubicBezTo>
                <a:cubicBezTo>
                  <a:pt x="4541624" y="183070"/>
                  <a:pt x="4539719" y="179355"/>
                  <a:pt x="4533718" y="179355"/>
                </a:cubicBezTo>
                <a:cubicBezTo>
                  <a:pt x="4530099" y="179355"/>
                  <a:pt x="4528003" y="176974"/>
                  <a:pt x="4528003" y="174878"/>
                </a:cubicBezTo>
                <a:cubicBezTo>
                  <a:pt x="4528003" y="172783"/>
                  <a:pt x="4527337" y="173449"/>
                  <a:pt x="4526479" y="169830"/>
                </a:cubicBezTo>
                <a:cubicBezTo>
                  <a:pt x="4525765" y="167020"/>
                  <a:pt x="4526885" y="166639"/>
                  <a:pt x="4529004" y="166960"/>
                </a:cubicBezTo>
                <a:close/>
                <a:moveTo>
                  <a:pt x="5086549" y="166592"/>
                </a:moveTo>
                <a:cubicBezTo>
                  <a:pt x="5090454" y="166592"/>
                  <a:pt x="5094074" y="166020"/>
                  <a:pt x="5091026" y="169259"/>
                </a:cubicBezTo>
                <a:cubicBezTo>
                  <a:pt x="5088073" y="172593"/>
                  <a:pt x="5086549" y="171640"/>
                  <a:pt x="5086549" y="171640"/>
                </a:cubicBezTo>
                <a:lnTo>
                  <a:pt x="5085692" y="169545"/>
                </a:lnTo>
                <a:cubicBezTo>
                  <a:pt x="5085692" y="169545"/>
                  <a:pt x="5082739" y="166592"/>
                  <a:pt x="5086549" y="166592"/>
                </a:cubicBezTo>
                <a:close/>
                <a:moveTo>
                  <a:pt x="2103509" y="166403"/>
                </a:moveTo>
                <a:cubicBezTo>
                  <a:pt x="2105891" y="167069"/>
                  <a:pt x="2103509" y="171259"/>
                  <a:pt x="2101985" y="170022"/>
                </a:cubicBezTo>
                <a:cubicBezTo>
                  <a:pt x="2100461" y="168783"/>
                  <a:pt x="2101128" y="165831"/>
                  <a:pt x="2103509" y="166403"/>
                </a:cubicBezTo>
                <a:close/>
                <a:moveTo>
                  <a:pt x="2188342" y="166318"/>
                </a:moveTo>
                <a:cubicBezTo>
                  <a:pt x="2190140" y="166163"/>
                  <a:pt x="2191045" y="166306"/>
                  <a:pt x="2189711" y="167354"/>
                </a:cubicBezTo>
                <a:cubicBezTo>
                  <a:pt x="2187044" y="169449"/>
                  <a:pt x="2182567" y="170973"/>
                  <a:pt x="2178948" y="170402"/>
                </a:cubicBezTo>
                <a:cubicBezTo>
                  <a:pt x="2175328" y="169830"/>
                  <a:pt x="2172661" y="170687"/>
                  <a:pt x="2172947" y="168592"/>
                </a:cubicBezTo>
                <a:cubicBezTo>
                  <a:pt x="2173233" y="166497"/>
                  <a:pt x="2177138" y="167354"/>
                  <a:pt x="2181615" y="167069"/>
                </a:cubicBezTo>
                <a:cubicBezTo>
                  <a:pt x="2183853" y="166926"/>
                  <a:pt x="2186544" y="166473"/>
                  <a:pt x="2188342" y="166318"/>
                </a:cubicBezTo>
                <a:close/>
                <a:moveTo>
                  <a:pt x="1001848" y="164782"/>
                </a:moveTo>
                <a:cubicBezTo>
                  <a:pt x="1005182" y="164211"/>
                  <a:pt x="1008706" y="165354"/>
                  <a:pt x="1012325" y="166020"/>
                </a:cubicBezTo>
                <a:cubicBezTo>
                  <a:pt x="1015945" y="166592"/>
                  <a:pt x="1019183" y="166878"/>
                  <a:pt x="1021279" y="166306"/>
                </a:cubicBezTo>
                <a:cubicBezTo>
                  <a:pt x="1023374" y="165735"/>
                  <a:pt x="1024613" y="164782"/>
                  <a:pt x="1023946" y="168116"/>
                </a:cubicBezTo>
                <a:cubicBezTo>
                  <a:pt x="1023374" y="171450"/>
                  <a:pt x="1023374" y="171450"/>
                  <a:pt x="1023374" y="171450"/>
                </a:cubicBezTo>
                <a:cubicBezTo>
                  <a:pt x="1023374" y="171450"/>
                  <a:pt x="1022517" y="175926"/>
                  <a:pt x="1018612" y="174117"/>
                </a:cubicBezTo>
                <a:cubicBezTo>
                  <a:pt x="1014707" y="172307"/>
                  <a:pt x="1015278" y="172593"/>
                  <a:pt x="1009658" y="172022"/>
                </a:cubicBezTo>
                <a:cubicBezTo>
                  <a:pt x="1003943" y="171450"/>
                  <a:pt x="1002800" y="170497"/>
                  <a:pt x="1000705" y="169926"/>
                </a:cubicBezTo>
                <a:cubicBezTo>
                  <a:pt x="998609" y="169354"/>
                  <a:pt x="995276" y="169354"/>
                  <a:pt x="992609" y="168687"/>
                </a:cubicBezTo>
                <a:cubicBezTo>
                  <a:pt x="989942" y="168021"/>
                  <a:pt x="987179" y="166306"/>
                  <a:pt x="991370" y="166306"/>
                </a:cubicBezTo>
                <a:cubicBezTo>
                  <a:pt x="995561" y="166306"/>
                  <a:pt x="998514" y="165449"/>
                  <a:pt x="1001848" y="164782"/>
                </a:cubicBezTo>
                <a:close/>
                <a:moveTo>
                  <a:pt x="2111606" y="164115"/>
                </a:moveTo>
                <a:cubicBezTo>
                  <a:pt x="2118845" y="164687"/>
                  <a:pt x="2122083" y="166782"/>
                  <a:pt x="2118178" y="168307"/>
                </a:cubicBezTo>
                <a:cubicBezTo>
                  <a:pt x="2114273" y="169830"/>
                  <a:pt x="2113035" y="168021"/>
                  <a:pt x="2113035" y="168021"/>
                </a:cubicBezTo>
                <a:lnTo>
                  <a:pt x="2110368" y="166497"/>
                </a:lnTo>
                <a:cubicBezTo>
                  <a:pt x="2110368" y="166497"/>
                  <a:pt x="2104367" y="163545"/>
                  <a:pt x="2111606" y="164115"/>
                </a:cubicBezTo>
                <a:close/>
                <a:moveTo>
                  <a:pt x="2155040" y="159353"/>
                </a:moveTo>
                <a:cubicBezTo>
                  <a:pt x="2158659" y="159640"/>
                  <a:pt x="2159517" y="161449"/>
                  <a:pt x="2157707" y="161734"/>
                </a:cubicBezTo>
                <a:cubicBezTo>
                  <a:pt x="2155897" y="161926"/>
                  <a:pt x="2152659" y="162593"/>
                  <a:pt x="2152659" y="162593"/>
                </a:cubicBezTo>
                <a:cubicBezTo>
                  <a:pt x="2152659" y="162593"/>
                  <a:pt x="2148182" y="162306"/>
                  <a:pt x="2148753" y="160210"/>
                </a:cubicBezTo>
                <a:cubicBezTo>
                  <a:pt x="2149325" y="158116"/>
                  <a:pt x="2151420" y="158973"/>
                  <a:pt x="2155040" y="159353"/>
                </a:cubicBezTo>
                <a:close/>
                <a:moveTo>
                  <a:pt x="1790899" y="159258"/>
                </a:moveTo>
                <a:cubicBezTo>
                  <a:pt x="1794518" y="159543"/>
                  <a:pt x="1799281" y="162591"/>
                  <a:pt x="1801662" y="162591"/>
                </a:cubicBezTo>
                <a:cubicBezTo>
                  <a:pt x="1804043" y="162591"/>
                  <a:pt x="1804996" y="163830"/>
                  <a:pt x="1802900" y="164687"/>
                </a:cubicBezTo>
                <a:cubicBezTo>
                  <a:pt x="1800805" y="165544"/>
                  <a:pt x="1796900" y="162591"/>
                  <a:pt x="1793566" y="162591"/>
                </a:cubicBezTo>
                <a:cubicBezTo>
                  <a:pt x="1790327" y="162591"/>
                  <a:pt x="1789089" y="162591"/>
                  <a:pt x="1789089" y="162591"/>
                </a:cubicBezTo>
                <a:cubicBezTo>
                  <a:pt x="1789089" y="162591"/>
                  <a:pt x="1784612" y="162877"/>
                  <a:pt x="1784898" y="161353"/>
                </a:cubicBezTo>
                <a:cubicBezTo>
                  <a:pt x="1785184" y="159829"/>
                  <a:pt x="1787279" y="158972"/>
                  <a:pt x="1790899" y="159258"/>
                </a:cubicBezTo>
                <a:close/>
                <a:moveTo>
                  <a:pt x="2138847" y="159258"/>
                </a:moveTo>
                <a:cubicBezTo>
                  <a:pt x="2138847" y="157734"/>
                  <a:pt x="2139704" y="159544"/>
                  <a:pt x="2143038" y="160781"/>
                </a:cubicBezTo>
                <a:cubicBezTo>
                  <a:pt x="2146372" y="162020"/>
                  <a:pt x="2154087" y="163830"/>
                  <a:pt x="2151420" y="165545"/>
                </a:cubicBezTo>
                <a:cubicBezTo>
                  <a:pt x="2148753" y="167354"/>
                  <a:pt x="2147229" y="167354"/>
                  <a:pt x="2146372" y="165545"/>
                </a:cubicBezTo>
                <a:cubicBezTo>
                  <a:pt x="2145419" y="163734"/>
                  <a:pt x="2141228" y="162592"/>
                  <a:pt x="2141228" y="162592"/>
                </a:cubicBezTo>
                <a:cubicBezTo>
                  <a:pt x="2141228" y="162592"/>
                  <a:pt x="2138847" y="160781"/>
                  <a:pt x="2138847" y="159258"/>
                </a:cubicBezTo>
                <a:close/>
                <a:moveTo>
                  <a:pt x="1700031" y="158972"/>
                </a:moveTo>
                <a:cubicBezTo>
                  <a:pt x="1702793" y="158972"/>
                  <a:pt x="1708222" y="159257"/>
                  <a:pt x="1708222" y="159257"/>
                </a:cubicBezTo>
                <a:cubicBezTo>
                  <a:pt x="1708222" y="159257"/>
                  <a:pt x="1712699" y="161924"/>
                  <a:pt x="1716318" y="159829"/>
                </a:cubicBezTo>
                <a:cubicBezTo>
                  <a:pt x="1719938" y="157733"/>
                  <a:pt x="1720509" y="158305"/>
                  <a:pt x="1721748" y="160400"/>
                </a:cubicBezTo>
                <a:cubicBezTo>
                  <a:pt x="1722986" y="162496"/>
                  <a:pt x="1721748" y="163448"/>
                  <a:pt x="1719366" y="163448"/>
                </a:cubicBezTo>
                <a:cubicBezTo>
                  <a:pt x="1716985" y="163448"/>
                  <a:pt x="1715747" y="164687"/>
                  <a:pt x="1716414" y="167639"/>
                </a:cubicBezTo>
                <a:cubicBezTo>
                  <a:pt x="1716985" y="170592"/>
                  <a:pt x="1717271" y="170973"/>
                  <a:pt x="1720605" y="171544"/>
                </a:cubicBezTo>
                <a:cubicBezTo>
                  <a:pt x="1723938" y="172116"/>
                  <a:pt x="1727463" y="174212"/>
                  <a:pt x="1726605" y="175736"/>
                </a:cubicBezTo>
                <a:cubicBezTo>
                  <a:pt x="1725748" y="177260"/>
                  <a:pt x="1723653" y="176974"/>
                  <a:pt x="1721176" y="176307"/>
                </a:cubicBezTo>
                <a:cubicBezTo>
                  <a:pt x="1718795" y="175736"/>
                  <a:pt x="1716414" y="176593"/>
                  <a:pt x="1714604" y="177831"/>
                </a:cubicBezTo>
                <a:cubicBezTo>
                  <a:pt x="1712794" y="179069"/>
                  <a:pt x="1708603" y="178688"/>
                  <a:pt x="1704984" y="178688"/>
                </a:cubicBezTo>
                <a:cubicBezTo>
                  <a:pt x="1701364" y="178688"/>
                  <a:pt x="1696030" y="179926"/>
                  <a:pt x="1695649" y="178117"/>
                </a:cubicBezTo>
                <a:cubicBezTo>
                  <a:pt x="1695363" y="176307"/>
                  <a:pt x="1697745" y="176021"/>
                  <a:pt x="1699840" y="173926"/>
                </a:cubicBezTo>
                <a:cubicBezTo>
                  <a:pt x="1701935" y="171830"/>
                  <a:pt x="1700126" y="168782"/>
                  <a:pt x="1696506" y="171259"/>
                </a:cubicBezTo>
                <a:cubicBezTo>
                  <a:pt x="1692887" y="173640"/>
                  <a:pt x="1690220" y="173354"/>
                  <a:pt x="1686886" y="172116"/>
                </a:cubicBezTo>
                <a:cubicBezTo>
                  <a:pt x="1683552" y="170878"/>
                  <a:pt x="1683933" y="169449"/>
                  <a:pt x="1687172" y="168211"/>
                </a:cubicBezTo>
                <a:cubicBezTo>
                  <a:pt x="1690506" y="166973"/>
                  <a:pt x="1693744" y="165829"/>
                  <a:pt x="1694316" y="163734"/>
                </a:cubicBezTo>
                <a:cubicBezTo>
                  <a:pt x="1694887" y="161638"/>
                  <a:pt x="1697268" y="158972"/>
                  <a:pt x="1700031" y="158972"/>
                </a:cubicBezTo>
                <a:close/>
                <a:moveTo>
                  <a:pt x="2120274" y="156876"/>
                </a:moveTo>
                <a:cubicBezTo>
                  <a:pt x="2123036" y="158973"/>
                  <a:pt x="2125322" y="161068"/>
                  <a:pt x="2128656" y="161354"/>
                </a:cubicBezTo>
                <a:cubicBezTo>
                  <a:pt x="2131990" y="161639"/>
                  <a:pt x="2133418" y="163734"/>
                  <a:pt x="2135514" y="164973"/>
                </a:cubicBezTo>
                <a:cubicBezTo>
                  <a:pt x="2137609" y="166212"/>
                  <a:pt x="2138848" y="166782"/>
                  <a:pt x="2141800" y="166782"/>
                </a:cubicBezTo>
                <a:cubicBezTo>
                  <a:pt x="2144753" y="166782"/>
                  <a:pt x="2149611" y="169735"/>
                  <a:pt x="2144753" y="170973"/>
                </a:cubicBezTo>
                <a:cubicBezTo>
                  <a:pt x="2139991" y="172211"/>
                  <a:pt x="2135419" y="171830"/>
                  <a:pt x="2133323" y="169163"/>
                </a:cubicBezTo>
                <a:cubicBezTo>
                  <a:pt x="2131228" y="166497"/>
                  <a:pt x="2129989" y="165831"/>
                  <a:pt x="2127894" y="166212"/>
                </a:cubicBezTo>
                <a:cubicBezTo>
                  <a:pt x="2125798" y="166497"/>
                  <a:pt x="2125227" y="166497"/>
                  <a:pt x="2123703" y="164973"/>
                </a:cubicBezTo>
                <a:cubicBezTo>
                  <a:pt x="2122179" y="163448"/>
                  <a:pt x="2120750" y="163164"/>
                  <a:pt x="2119226" y="163164"/>
                </a:cubicBezTo>
                <a:cubicBezTo>
                  <a:pt x="2117893" y="163164"/>
                  <a:pt x="2116083" y="161924"/>
                  <a:pt x="2116654" y="160497"/>
                </a:cubicBezTo>
                <a:cubicBezTo>
                  <a:pt x="2117226" y="158973"/>
                  <a:pt x="2117512" y="154782"/>
                  <a:pt x="2120274" y="156876"/>
                </a:cubicBezTo>
                <a:close/>
                <a:moveTo>
                  <a:pt x="1768706" y="156876"/>
                </a:moveTo>
                <a:cubicBezTo>
                  <a:pt x="1770801" y="156304"/>
                  <a:pt x="1770230" y="161924"/>
                  <a:pt x="1768706" y="161638"/>
                </a:cubicBezTo>
                <a:cubicBezTo>
                  <a:pt x="1767182" y="161353"/>
                  <a:pt x="1766610" y="157447"/>
                  <a:pt x="1768706" y="156876"/>
                </a:cubicBezTo>
                <a:close/>
                <a:moveTo>
                  <a:pt x="2055218" y="155543"/>
                </a:moveTo>
                <a:cubicBezTo>
                  <a:pt x="2059695" y="155829"/>
                  <a:pt x="2063600" y="157068"/>
                  <a:pt x="2068744" y="155829"/>
                </a:cubicBezTo>
                <a:cubicBezTo>
                  <a:pt x="2073792" y="154591"/>
                  <a:pt x="2074458" y="157638"/>
                  <a:pt x="2071125" y="158495"/>
                </a:cubicBezTo>
                <a:cubicBezTo>
                  <a:pt x="2067791" y="159353"/>
                  <a:pt x="2066362" y="160306"/>
                  <a:pt x="2070553" y="160592"/>
                </a:cubicBezTo>
                <a:cubicBezTo>
                  <a:pt x="2074744" y="160877"/>
                  <a:pt x="2076554" y="162116"/>
                  <a:pt x="2073887" y="163926"/>
                </a:cubicBezTo>
                <a:cubicBezTo>
                  <a:pt x="2071220" y="165734"/>
                  <a:pt x="2068458" y="166020"/>
                  <a:pt x="2063695" y="164783"/>
                </a:cubicBezTo>
                <a:cubicBezTo>
                  <a:pt x="2058933" y="163545"/>
                  <a:pt x="2053218" y="162973"/>
                  <a:pt x="2051408" y="164496"/>
                </a:cubicBezTo>
                <a:cubicBezTo>
                  <a:pt x="2049598" y="166020"/>
                  <a:pt x="2046931" y="165734"/>
                  <a:pt x="2044169" y="164496"/>
                </a:cubicBezTo>
                <a:cubicBezTo>
                  <a:pt x="2041502" y="163259"/>
                  <a:pt x="2039692" y="163926"/>
                  <a:pt x="2038168" y="165734"/>
                </a:cubicBezTo>
                <a:cubicBezTo>
                  <a:pt x="2036644" y="167545"/>
                  <a:pt x="2037311" y="167830"/>
                  <a:pt x="2038740" y="168687"/>
                </a:cubicBezTo>
                <a:cubicBezTo>
                  <a:pt x="2040264" y="169544"/>
                  <a:pt x="2038168" y="170497"/>
                  <a:pt x="2035406" y="170497"/>
                </a:cubicBezTo>
                <a:cubicBezTo>
                  <a:pt x="2032644" y="170497"/>
                  <a:pt x="2030262" y="169925"/>
                  <a:pt x="2027881" y="169641"/>
                </a:cubicBezTo>
                <a:cubicBezTo>
                  <a:pt x="2025500" y="169354"/>
                  <a:pt x="2024548" y="169641"/>
                  <a:pt x="2027024" y="167830"/>
                </a:cubicBezTo>
                <a:cubicBezTo>
                  <a:pt x="2029405" y="166020"/>
                  <a:pt x="2027024" y="164878"/>
                  <a:pt x="2024357" y="165449"/>
                </a:cubicBezTo>
                <a:cubicBezTo>
                  <a:pt x="2021690" y="166116"/>
                  <a:pt x="2018928" y="167355"/>
                  <a:pt x="2018928" y="167355"/>
                </a:cubicBezTo>
                <a:cubicBezTo>
                  <a:pt x="2018928" y="167355"/>
                  <a:pt x="2015308" y="167926"/>
                  <a:pt x="2015975" y="165545"/>
                </a:cubicBezTo>
                <a:cubicBezTo>
                  <a:pt x="2016547" y="163164"/>
                  <a:pt x="2019880" y="159258"/>
                  <a:pt x="2022833" y="161639"/>
                </a:cubicBezTo>
                <a:cubicBezTo>
                  <a:pt x="2025881" y="164020"/>
                  <a:pt x="2028548" y="165258"/>
                  <a:pt x="2028262" y="162211"/>
                </a:cubicBezTo>
                <a:cubicBezTo>
                  <a:pt x="2027977" y="159258"/>
                  <a:pt x="2029501" y="160686"/>
                  <a:pt x="2033025" y="160973"/>
                </a:cubicBezTo>
                <a:cubicBezTo>
                  <a:pt x="2036644" y="161259"/>
                  <a:pt x="2045026" y="161830"/>
                  <a:pt x="2050074" y="160686"/>
                </a:cubicBezTo>
                <a:cubicBezTo>
                  <a:pt x="2055123" y="159449"/>
                  <a:pt x="2054551" y="158020"/>
                  <a:pt x="2051884" y="157068"/>
                </a:cubicBezTo>
                <a:cubicBezTo>
                  <a:pt x="2049217" y="156210"/>
                  <a:pt x="2050646" y="155258"/>
                  <a:pt x="2055218" y="155543"/>
                </a:cubicBezTo>
                <a:close/>
                <a:moveTo>
                  <a:pt x="2215238" y="154209"/>
                </a:moveTo>
                <a:cubicBezTo>
                  <a:pt x="2221810" y="154495"/>
                  <a:pt x="2225144" y="155734"/>
                  <a:pt x="2223334" y="157162"/>
                </a:cubicBezTo>
                <a:cubicBezTo>
                  <a:pt x="2221525" y="158592"/>
                  <a:pt x="2216476" y="156592"/>
                  <a:pt x="2216476" y="156592"/>
                </a:cubicBezTo>
                <a:cubicBezTo>
                  <a:pt x="2216476" y="156592"/>
                  <a:pt x="2208666" y="153925"/>
                  <a:pt x="2215238" y="154209"/>
                </a:cubicBezTo>
                <a:close/>
                <a:moveTo>
                  <a:pt x="2144848" y="153638"/>
                </a:moveTo>
                <a:cubicBezTo>
                  <a:pt x="2146086" y="152115"/>
                  <a:pt x="2146943" y="152115"/>
                  <a:pt x="2150563" y="153638"/>
                </a:cubicBezTo>
                <a:cubicBezTo>
                  <a:pt x="2154182" y="155162"/>
                  <a:pt x="2160469" y="156973"/>
                  <a:pt x="2155992" y="156973"/>
                </a:cubicBezTo>
                <a:cubicBezTo>
                  <a:pt x="2151515" y="156973"/>
                  <a:pt x="2147896" y="156687"/>
                  <a:pt x="2146086" y="157829"/>
                </a:cubicBezTo>
                <a:cubicBezTo>
                  <a:pt x="2144276" y="159068"/>
                  <a:pt x="2143133" y="159068"/>
                  <a:pt x="2142181" y="157544"/>
                </a:cubicBezTo>
                <a:cubicBezTo>
                  <a:pt x="2141228" y="156020"/>
                  <a:pt x="2138561" y="156592"/>
                  <a:pt x="2138561" y="156592"/>
                </a:cubicBezTo>
                <a:cubicBezTo>
                  <a:pt x="2138561" y="156592"/>
                  <a:pt x="2134085" y="155734"/>
                  <a:pt x="2136466" y="153925"/>
                </a:cubicBezTo>
                <a:cubicBezTo>
                  <a:pt x="2138847" y="152115"/>
                  <a:pt x="2143705" y="155162"/>
                  <a:pt x="2144848" y="153638"/>
                </a:cubicBezTo>
                <a:close/>
                <a:moveTo>
                  <a:pt x="2027595" y="152113"/>
                </a:moveTo>
                <a:cubicBezTo>
                  <a:pt x="2032643" y="152113"/>
                  <a:pt x="2035977" y="151543"/>
                  <a:pt x="2038073" y="154209"/>
                </a:cubicBezTo>
                <a:cubicBezTo>
                  <a:pt x="2040168" y="156876"/>
                  <a:pt x="2040454" y="160210"/>
                  <a:pt x="2037215" y="157544"/>
                </a:cubicBezTo>
                <a:cubicBezTo>
                  <a:pt x="2033882" y="154876"/>
                  <a:pt x="2031786" y="153066"/>
                  <a:pt x="2028833" y="154876"/>
                </a:cubicBezTo>
                <a:cubicBezTo>
                  <a:pt x="2025881" y="156685"/>
                  <a:pt x="2024357" y="156685"/>
                  <a:pt x="2021309" y="156400"/>
                </a:cubicBezTo>
                <a:cubicBezTo>
                  <a:pt x="2018356" y="156114"/>
                  <a:pt x="2016546" y="156972"/>
                  <a:pt x="2014165" y="158782"/>
                </a:cubicBezTo>
                <a:cubicBezTo>
                  <a:pt x="2011784" y="160495"/>
                  <a:pt x="2009974" y="159544"/>
                  <a:pt x="2007878" y="158115"/>
                </a:cubicBezTo>
                <a:cubicBezTo>
                  <a:pt x="2005783" y="156590"/>
                  <a:pt x="2001306" y="155447"/>
                  <a:pt x="2006640" y="155162"/>
                </a:cubicBezTo>
                <a:cubicBezTo>
                  <a:pt x="2012069" y="154876"/>
                  <a:pt x="2013784" y="154591"/>
                  <a:pt x="2016832" y="153352"/>
                </a:cubicBezTo>
                <a:cubicBezTo>
                  <a:pt x="2019880" y="152113"/>
                  <a:pt x="2022547" y="152113"/>
                  <a:pt x="2027595" y="152113"/>
                </a:cubicBezTo>
                <a:close/>
                <a:moveTo>
                  <a:pt x="1696316" y="151828"/>
                </a:moveTo>
                <a:cubicBezTo>
                  <a:pt x="1701459" y="153923"/>
                  <a:pt x="1704984" y="153637"/>
                  <a:pt x="1707365" y="152685"/>
                </a:cubicBezTo>
                <a:cubicBezTo>
                  <a:pt x="1709746" y="151828"/>
                  <a:pt x="1716033" y="156590"/>
                  <a:pt x="1712127" y="156876"/>
                </a:cubicBezTo>
                <a:cubicBezTo>
                  <a:pt x="1708222" y="157162"/>
                  <a:pt x="1703174" y="154495"/>
                  <a:pt x="1700697" y="155638"/>
                </a:cubicBezTo>
                <a:cubicBezTo>
                  <a:pt x="1698316" y="156876"/>
                  <a:pt x="1695935" y="156590"/>
                  <a:pt x="1695078" y="154780"/>
                </a:cubicBezTo>
                <a:cubicBezTo>
                  <a:pt x="1694220" y="152971"/>
                  <a:pt x="1691172" y="149732"/>
                  <a:pt x="1696316" y="151828"/>
                </a:cubicBezTo>
                <a:close/>
                <a:moveTo>
                  <a:pt x="2155897" y="151162"/>
                </a:moveTo>
                <a:cubicBezTo>
                  <a:pt x="2161041" y="152686"/>
                  <a:pt x="2164565" y="155638"/>
                  <a:pt x="2162755" y="155923"/>
                </a:cubicBezTo>
                <a:cubicBezTo>
                  <a:pt x="2161041" y="156305"/>
                  <a:pt x="2153230" y="152972"/>
                  <a:pt x="2153230" y="152972"/>
                </a:cubicBezTo>
                <a:cubicBezTo>
                  <a:pt x="2153230" y="152972"/>
                  <a:pt x="2150849" y="149638"/>
                  <a:pt x="2155897" y="151162"/>
                </a:cubicBezTo>
                <a:close/>
                <a:moveTo>
                  <a:pt x="2175042" y="146971"/>
                </a:moveTo>
                <a:cubicBezTo>
                  <a:pt x="2177995" y="146971"/>
                  <a:pt x="2179233" y="146971"/>
                  <a:pt x="2177423" y="148494"/>
                </a:cubicBezTo>
                <a:cubicBezTo>
                  <a:pt x="2175709" y="150019"/>
                  <a:pt x="2172089" y="150304"/>
                  <a:pt x="2170280" y="150304"/>
                </a:cubicBezTo>
                <a:cubicBezTo>
                  <a:pt x="2168470" y="150304"/>
                  <a:pt x="2164565" y="151162"/>
                  <a:pt x="2166660" y="148494"/>
                </a:cubicBezTo>
                <a:cubicBezTo>
                  <a:pt x="2168756" y="145827"/>
                  <a:pt x="2172089" y="146971"/>
                  <a:pt x="2175042" y="146971"/>
                </a:cubicBezTo>
                <a:close/>
                <a:moveTo>
                  <a:pt x="4659543" y="143922"/>
                </a:moveTo>
                <a:cubicBezTo>
                  <a:pt x="4660400" y="145161"/>
                  <a:pt x="4654971" y="149066"/>
                  <a:pt x="4654780" y="146018"/>
                </a:cubicBezTo>
                <a:cubicBezTo>
                  <a:pt x="4654590" y="144399"/>
                  <a:pt x="4658686" y="142684"/>
                  <a:pt x="4659543" y="143922"/>
                </a:cubicBezTo>
                <a:close/>
                <a:moveTo>
                  <a:pt x="4503715" y="143636"/>
                </a:moveTo>
                <a:cubicBezTo>
                  <a:pt x="4505810" y="143636"/>
                  <a:pt x="4507906" y="143636"/>
                  <a:pt x="4510001" y="145160"/>
                </a:cubicBezTo>
                <a:cubicBezTo>
                  <a:pt x="4512097" y="146684"/>
                  <a:pt x="4514764" y="147541"/>
                  <a:pt x="4516859" y="147541"/>
                </a:cubicBezTo>
                <a:cubicBezTo>
                  <a:pt x="4519050" y="147541"/>
                  <a:pt x="4519621" y="147827"/>
                  <a:pt x="4522003" y="149065"/>
                </a:cubicBezTo>
                <a:cubicBezTo>
                  <a:pt x="4524384" y="150208"/>
                  <a:pt x="4519621" y="153161"/>
                  <a:pt x="4517526" y="151065"/>
                </a:cubicBezTo>
                <a:cubicBezTo>
                  <a:pt x="4515430" y="148970"/>
                  <a:pt x="4510287" y="148399"/>
                  <a:pt x="4510001" y="149922"/>
                </a:cubicBezTo>
                <a:cubicBezTo>
                  <a:pt x="4509620" y="151446"/>
                  <a:pt x="4507525" y="150494"/>
                  <a:pt x="4506668" y="149637"/>
                </a:cubicBezTo>
                <a:cubicBezTo>
                  <a:pt x="4505810" y="148779"/>
                  <a:pt x="4504286" y="147541"/>
                  <a:pt x="4502191" y="146970"/>
                </a:cubicBezTo>
                <a:cubicBezTo>
                  <a:pt x="4498190" y="145827"/>
                  <a:pt x="4501619" y="143636"/>
                  <a:pt x="4503715" y="143636"/>
                </a:cubicBezTo>
                <a:close/>
                <a:moveTo>
                  <a:pt x="4848423" y="142303"/>
                </a:moveTo>
                <a:cubicBezTo>
                  <a:pt x="4851376" y="142874"/>
                  <a:pt x="4847471" y="145256"/>
                  <a:pt x="4843280" y="145256"/>
                </a:cubicBezTo>
                <a:cubicBezTo>
                  <a:pt x="4839089" y="145256"/>
                  <a:pt x="4842423" y="143160"/>
                  <a:pt x="4842423" y="143160"/>
                </a:cubicBezTo>
                <a:cubicBezTo>
                  <a:pt x="4842423" y="143160"/>
                  <a:pt x="4845376" y="141731"/>
                  <a:pt x="4848423" y="142303"/>
                </a:cubicBezTo>
                <a:close/>
                <a:moveTo>
                  <a:pt x="1085097" y="141160"/>
                </a:moveTo>
                <a:cubicBezTo>
                  <a:pt x="1089573" y="141446"/>
                  <a:pt x="1090431" y="140875"/>
                  <a:pt x="1091669" y="142684"/>
                </a:cubicBezTo>
                <a:cubicBezTo>
                  <a:pt x="1092907" y="144494"/>
                  <a:pt x="1094622" y="146304"/>
                  <a:pt x="1097955" y="148971"/>
                </a:cubicBezTo>
                <a:cubicBezTo>
                  <a:pt x="1101289" y="151638"/>
                  <a:pt x="1099765" y="153162"/>
                  <a:pt x="1097384" y="153162"/>
                </a:cubicBezTo>
                <a:cubicBezTo>
                  <a:pt x="1094907" y="153162"/>
                  <a:pt x="1095574" y="151066"/>
                  <a:pt x="1094050" y="152590"/>
                </a:cubicBezTo>
                <a:cubicBezTo>
                  <a:pt x="1092526" y="154114"/>
                  <a:pt x="1092240" y="154972"/>
                  <a:pt x="1092240" y="154972"/>
                </a:cubicBezTo>
                <a:cubicBezTo>
                  <a:pt x="1092240" y="154972"/>
                  <a:pt x="1087764" y="155924"/>
                  <a:pt x="1086525" y="153924"/>
                </a:cubicBezTo>
                <a:cubicBezTo>
                  <a:pt x="1085382" y="152209"/>
                  <a:pt x="1085668" y="150971"/>
                  <a:pt x="1081763" y="148876"/>
                </a:cubicBezTo>
                <a:cubicBezTo>
                  <a:pt x="1077858" y="146780"/>
                  <a:pt x="1079382" y="146209"/>
                  <a:pt x="1079667" y="144113"/>
                </a:cubicBezTo>
                <a:cubicBezTo>
                  <a:pt x="1079953" y="142018"/>
                  <a:pt x="1080620" y="140875"/>
                  <a:pt x="1085097" y="141160"/>
                </a:cubicBezTo>
                <a:close/>
                <a:moveTo>
                  <a:pt x="4859188" y="138779"/>
                </a:moveTo>
                <a:cubicBezTo>
                  <a:pt x="4862140" y="137826"/>
                  <a:pt x="4861283" y="139922"/>
                  <a:pt x="4857949" y="141160"/>
                </a:cubicBezTo>
                <a:cubicBezTo>
                  <a:pt x="4854616" y="142303"/>
                  <a:pt x="4856140" y="139636"/>
                  <a:pt x="4856140" y="139636"/>
                </a:cubicBezTo>
                <a:cubicBezTo>
                  <a:pt x="4856140" y="139636"/>
                  <a:pt x="4856140" y="139636"/>
                  <a:pt x="4859188" y="138779"/>
                </a:cubicBezTo>
                <a:close/>
                <a:moveTo>
                  <a:pt x="1864956" y="138410"/>
                </a:moveTo>
                <a:cubicBezTo>
                  <a:pt x="1868218" y="138493"/>
                  <a:pt x="1870623" y="138874"/>
                  <a:pt x="1870623" y="139922"/>
                </a:cubicBezTo>
                <a:cubicBezTo>
                  <a:pt x="1870623" y="142017"/>
                  <a:pt x="1866146" y="142303"/>
                  <a:pt x="1864051" y="142589"/>
                </a:cubicBezTo>
                <a:cubicBezTo>
                  <a:pt x="1861955" y="142779"/>
                  <a:pt x="1854145" y="141636"/>
                  <a:pt x="1854145" y="141636"/>
                </a:cubicBezTo>
                <a:cubicBezTo>
                  <a:pt x="1854145" y="141636"/>
                  <a:pt x="1847287" y="138969"/>
                  <a:pt x="1854145" y="138684"/>
                </a:cubicBezTo>
                <a:cubicBezTo>
                  <a:pt x="1857574" y="138541"/>
                  <a:pt x="1861694" y="138327"/>
                  <a:pt x="1864956" y="138410"/>
                </a:cubicBezTo>
                <a:close/>
                <a:moveTo>
                  <a:pt x="1708639" y="138386"/>
                </a:moveTo>
                <a:cubicBezTo>
                  <a:pt x="1710580" y="138684"/>
                  <a:pt x="1712080" y="139494"/>
                  <a:pt x="1710889" y="140970"/>
                </a:cubicBezTo>
                <a:cubicBezTo>
                  <a:pt x="1708508" y="143922"/>
                  <a:pt x="1702507" y="140112"/>
                  <a:pt x="1703745" y="138874"/>
                </a:cubicBezTo>
                <a:cubicBezTo>
                  <a:pt x="1704317" y="138302"/>
                  <a:pt x="1706698" y="138088"/>
                  <a:pt x="1708639" y="138386"/>
                </a:cubicBezTo>
                <a:close/>
                <a:moveTo>
                  <a:pt x="1091955" y="136397"/>
                </a:moveTo>
                <a:cubicBezTo>
                  <a:pt x="1096432" y="136397"/>
                  <a:pt x="1100622" y="138207"/>
                  <a:pt x="1104242" y="140588"/>
                </a:cubicBezTo>
                <a:cubicBezTo>
                  <a:pt x="1107862" y="142969"/>
                  <a:pt x="1109957" y="145351"/>
                  <a:pt x="1106623" y="147446"/>
                </a:cubicBezTo>
                <a:cubicBezTo>
                  <a:pt x="1103289" y="149542"/>
                  <a:pt x="1099765" y="149256"/>
                  <a:pt x="1099384" y="145922"/>
                </a:cubicBezTo>
                <a:cubicBezTo>
                  <a:pt x="1099194" y="142683"/>
                  <a:pt x="1095860" y="141255"/>
                  <a:pt x="1095860" y="141255"/>
                </a:cubicBezTo>
                <a:cubicBezTo>
                  <a:pt x="1095860" y="141255"/>
                  <a:pt x="1093764" y="140017"/>
                  <a:pt x="1090431" y="139731"/>
                </a:cubicBezTo>
                <a:cubicBezTo>
                  <a:pt x="1087097" y="139445"/>
                  <a:pt x="1087478" y="136397"/>
                  <a:pt x="1091955" y="136397"/>
                </a:cubicBezTo>
                <a:close/>
                <a:moveTo>
                  <a:pt x="1087858" y="128015"/>
                </a:moveTo>
                <a:cubicBezTo>
                  <a:pt x="1092621" y="127348"/>
                  <a:pt x="1095288" y="130396"/>
                  <a:pt x="1100431" y="132778"/>
                </a:cubicBezTo>
                <a:cubicBezTo>
                  <a:pt x="1105480" y="135159"/>
                  <a:pt x="1103384" y="135826"/>
                  <a:pt x="1099193" y="134588"/>
                </a:cubicBezTo>
                <a:cubicBezTo>
                  <a:pt x="1095002" y="133444"/>
                  <a:pt x="1091669" y="134016"/>
                  <a:pt x="1091669" y="134016"/>
                </a:cubicBezTo>
                <a:cubicBezTo>
                  <a:pt x="1091669" y="134016"/>
                  <a:pt x="1091669" y="134016"/>
                  <a:pt x="1088525" y="133635"/>
                </a:cubicBezTo>
                <a:cubicBezTo>
                  <a:pt x="1085191" y="133349"/>
                  <a:pt x="1085764" y="133063"/>
                  <a:pt x="1083097" y="130683"/>
                </a:cubicBezTo>
                <a:cubicBezTo>
                  <a:pt x="1080334" y="128302"/>
                  <a:pt x="1083097" y="128587"/>
                  <a:pt x="1087858" y="128015"/>
                </a:cubicBezTo>
                <a:close/>
                <a:moveTo>
                  <a:pt x="1154916" y="123254"/>
                </a:moveTo>
                <a:cubicBezTo>
                  <a:pt x="1161773" y="124110"/>
                  <a:pt x="1168441" y="122683"/>
                  <a:pt x="1164821" y="126587"/>
                </a:cubicBezTo>
                <a:cubicBezTo>
                  <a:pt x="1161202" y="130397"/>
                  <a:pt x="1156153" y="128301"/>
                  <a:pt x="1156153" y="128301"/>
                </a:cubicBezTo>
                <a:cubicBezTo>
                  <a:pt x="1156153" y="128301"/>
                  <a:pt x="1151962" y="128015"/>
                  <a:pt x="1150725" y="125635"/>
                </a:cubicBezTo>
                <a:cubicBezTo>
                  <a:pt x="1149486" y="123254"/>
                  <a:pt x="1148058" y="122301"/>
                  <a:pt x="1154916" y="123254"/>
                </a:cubicBezTo>
                <a:close/>
                <a:moveTo>
                  <a:pt x="1600304" y="121157"/>
                </a:moveTo>
                <a:cubicBezTo>
                  <a:pt x="1602399" y="124491"/>
                  <a:pt x="1602399" y="127730"/>
                  <a:pt x="1603637" y="130111"/>
                </a:cubicBezTo>
                <a:cubicBezTo>
                  <a:pt x="1604876" y="132492"/>
                  <a:pt x="1605161" y="139445"/>
                  <a:pt x="1603923" y="139064"/>
                </a:cubicBezTo>
                <a:cubicBezTo>
                  <a:pt x="1602685" y="138779"/>
                  <a:pt x="1602113" y="137255"/>
                  <a:pt x="1602113" y="135159"/>
                </a:cubicBezTo>
                <a:cubicBezTo>
                  <a:pt x="1602113" y="133064"/>
                  <a:pt x="1601542" y="130968"/>
                  <a:pt x="1600304" y="129730"/>
                </a:cubicBezTo>
                <a:cubicBezTo>
                  <a:pt x="1599161" y="128682"/>
                  <a:pt x="1597637" y="126872"/>
                  <a:pt x="1598208" y="125063"/>
                </a:cubicBezTo>
                <a:cubicBezTo>
                  <a:pt x="1598780" y="123253"/>
                  <a:pt x="1598208" y="117824"/>
                  <a:pt x="1600304" y="121157"/>
                </a:cubicBezTo>
                <a:close/>
                <a:moveTo>
                  <a:pt x="4619634" y="118490"/>
                </a:moveTo>
                <a:cubicBezTo>
                  <a:pt x="4621158" y="120586"/>
                  <a:pt x="4622682" y="122395"/>
                  <a:pt x="4621158" y="123062"/>
                </a:cubicBezTo>
                <a:cubicBezTo>
                  <a:pt x="4619634" y="123634"/>
                  <a:pt x="4617824" y="123634"/>
                  <a:pt x="4615157" y="119728"/>
                </a:cubicBezTo>
                <a:cubicBezTo>
                  <a:pt x="4612490" y="115823"/>
                  <a:pt x="4618110" y="116395"/>
                  <a:pt x="4619634" y="118490"/>
                </a:cubicBezTo>
                <a:close/>
                <a:moveTo>
                  <a:pt x="1174727" y="118204"/>
                </a:moveTo>
                <a:cubicBezTo>
                  <a:pt x="1178631" y="115823"/>
                  <a:pt x="1182823" y="117347"/>
                  <a:pt x="1179203" y="119062"/>
                </a:cubicBezTo>
                <a:cubicBezTo>
                  <a:pt x="1175583" y="120871"/>
                  <a:pt x="1175583" y="120871"/>
                  <a:pt x="1175583" y="120871"/>
                </a:cubicBezTo>
                <a:cubicBezTo>
                  <a:pt x="1175583" y="120871"/>
                  <a:pt x="1170821" y="120587"/>
                  <a:pt x="1174727" y="118204"/>
                </a:cubicBezTo>
                <a:close/>
                <a:moveTo>
                  <a:pt x="1210446" y="115156"/>
                </a:moveTo>
                <a:cubicBezTo>
                  <a:pt x="1212827" y="114871"/>
                  <a:pt x="1214637" y="115442"/>
                  <a:pt x="1213399" y="118776"/>
                </a:cubicBezTo>
                <a:cubicBezTo>
                  <a:pt x="1212160" y="122014"/>
                  <a:pt x="1209493" y="125920"/>
                  <a:pt x="1208541" y="123253"/>
                </a:cubicBezTo>
                <a:cubicBezTo>
                  <a:pt x="1207684" y="120586"/>
                  <a:pt x="1207303" y="120586"/>
                  <a:pt x="1203778" y="120300"/>
                </a:cubicBezTo>
                <a:cubicBezTo>
                  <a:pt x="1200159" y="120014"/>
                  <a:pt x="1200826" y="118490"/>
                  <a:pt x="1202921" y="116395"/>
                </a:cubicBezTo>
                <a:cubicBezTo>
                  <a:pt x="1205017" y="114299"/>
                  <a:pt x="1207970" y="115537"/>
                  <a:pt x="1210446" y="115156"/>
                </a:cubicBezTo>
                <a:close/>
                <a:moveTo>
                  <a:pt x="1731844" y="108680"/>
                </a:moveTo>
                <a:cubicBezTo>
                  <a:pt x="1734511" y="108966"/>
                  <a:pt x="1735178" y="110204"/>
                  <a:pt x="1735178" y="112871"/>
                </a:cubicBezTo>
                <a:cubicBezTo>
                  <a:pt x="1735178" y="115538"/>
                  <a:pt x="1737559" y="119157"/>
                  <a:pt x="1742989" y="118872"/>
                </a:cubicBezTo>
                <a:cubicBezTo>
                  <a:pt x="1748418" y="118586"/>
                  <a:pt x="1749847" y="119729"/>
                  <a:pt x="1749561" y="122491"/>
                </a:cubicBezTo>
                <a:cubicBezTo>
                  <a:pt x="1749275" y="125158"/>
                  <a:pt x="1750132" y="126396"/>
                  <a:pt x="1754038" y="123063"/>
                </a:cubicBezTo>
                <a:cubicBezTo>
                  <a:pt x="1757943" y="119729"/>
                  <a:pt x="1761848" y="115252"/>
                  <a:pt x="1762991" y="116776"/>
                </a:cubicBezTo>
                <a:cubicBezTo>
                  <a:pt x="1764229" y="118300"/>
                  <a:pt x="1763277" y="120396"/>
                  <a:pt x="1762134" y="122205"/>
                </a:cubicBezTo>
                <a:cubicBezTo>
                  <a:pt x="1760896" y="124015"/>
                  <a:pt x="1760610" y="126968"/>
                  <a:pt x="1764515" y="125825"/>
                </a:cubicBezTo>
                <a:cubicBezTo>
                  <a:pt x="1768420" y="124491"/>
                  <a:pt x="1769659" y="122682"/>
                  <a:pt x="1775088" y="122110"/>
                </a:cubicBezTo>
                <a:cubicBezTo>
                  <a:pt x="1780517" y="121539"/>
                  <a:pt x="1784041" y="121539"/>
                  <a:pt x="1786137" y="124491"/>
                </a:cubicBezTo>
                <a:cubicBezTo>
                  <a:pt x="1788232" y="127539"/>
                  <a:pt x="1790042" y="127539"/>
                  <a:pt x="1795757" y="128968"/>
                </a:cubicBezTo>
                <a:cubicBezTo>
                  <a:pt x="1801472" y="130492"/>
                  <a:pt x="1801758" y="132302"/>
                  <a:pt x="1801472" y="134683"/>
                </a:cubicBezTo>
                <a:cubicBezTo>
                  <a:pt x="1801186" y="137064"/>
                  <a:pt x="1797853" y="139731"/>
                  <a:pt x="1793947" y="139446"/>
                </a:cubicBezTo>
                <a:cubicBezTo>
                  <a:pt x="1790042" y="139160"/>
                  <a:pt x="1784327" y="141827"/>
                  <a:pt x="1780422" y="142113"/>
                </a:cubicBezTo>
                <a:cubicBezTo>
                  <a:pt x="1776517" y="142398"/>
                  <a:pt x="1774993" y="142398"/>
                  <a:pt x="1772897" y="144780"/>
                </a:cubicBezTo>
                <a:cubicBezTo>
                  <a:pt x="1770802" y="147161"/>
                  <a:pt x="1767182" y="147732"/>
                  <a:pt x="1763277" y="145637"/>
                </a:cubicBezTo>
                <a:cubicBezTo>
                  <a:pt x="1759372" y="143541"/>
                  <a:pt x="1756990" y="144399"/>
                  <a:pt x="1752799" y="145637"/>
                </a:cubicBezTo>
                <a:cubicBezTo>
                  <a:pt x="1748608" y="146875"/>
                  <a:pt x="1741369" y="141732"/>
                  <a:pt x="1742608" y="139636"/>
                </a:cubicBezTo>
                <a:cubicBezTo>
                  <a:pt x="1743846" y="137541"/>
                  <a:pt x="1742322" y="136969"/>
                  <a:pt x="1739655" y="136969"/>
                </a:cubicBezTo>
                <a:cubicBezTo>
                  <a:pt x="1736988" y="136969"/>
                  <a:pt x="1733654" y="136112"/>
                  <a:pt x="1728892" y="134874"/>
                </a:cubicBezTo>
                <a:cubicBezTo>
                  <a:pt x="1724129" y="133635"/>
                  <a:pt x="1721367" y="133064"/>
                  <a:pt x="1718700" y="130397"/>
                </a:cubicBezTo>
                <a:cubicBezTo>
                  <a:pt x="1716033" y="127730"/>
                  <a:pt x="1715747" y="125920"/>
                  <a:pt x="1718700" y="127444"/>
                </a:cubicBezTo>
                <a:cubicBezTo>
                  <a:pt x="1721748" y="128968"/>
                  <a:pt x="1727082" y="127730"/>
                  <a:pt x="1730701" y="128968"/>
                </a:cubicBezTo>
                <a:cubicBezTo>
                  <a:pt x="1734321" y="130206"/>
                  <a:pt x="1739083" y="130778"/>
                  <a:pt x="1739655" y="128682"/>
                </a:cubicBezTo>
                <a:cubicBezTo>
                  <a:pt x="1740226" y="126587"/>
                  <a:pt x="1732797" y="127444"/>
                  <a:pt x="1729463" y="126587"/>
                </a:cubicBezTo>
                <a:cubicBezTo>
                  <a:pt x="1726129" y="125730"/>
                  <a:pt x="1718986" y="124206"/>
                  <a:pt x="1713842" y="123634"/>
                </a:cubicBezTo>
                <a:cubicBezTo>
                  <a:pt x="1708794" y="123063"/>
                  <a:pt x="1713271" y="119157"/>
                  <a:pt x="1713271" y="119157"/>
                </a:cubicBezTo>
                <a:cubicBezTo>
                  <a:pt x="1713271" y="119157"/>
                  <a:pt x="1717462" y="116490"/>
                  <a:pt x="1713556" y="114395"/>
                </a:cubicBezTo>
                <a:cubicBezTo>
                  <a:pt x="1709651" y="112299"/>
                  <a:pt x="1711747" y="109632"/>
                  <a:pt x="1715652" y="110490"/>
                </a:cubicBezTo>
                <a:cubicBezTo>
                  <a:pt x="1719557" y="111347"/>
                  <a:pt x="1723462" y="111061"/>
                  <a:pt x="1723748" y="115252"/>
                </a:cubicBezTo>
                <a:cubicBezTo>
                  <a:pt x="1724034" y="119443"/>
                  <a:pt x="1726415" y="120681"/>
                  <a:pt x="1726415" y="117633"/>
                </a:cubicBezTo>
                <a:cubicBezTo>
                  <a:pt x="1726415" y="114585"/>
                  <a:pt x="1726129" y="112871"/>
                  <a:pt x="1727653" y="112585"/>
                </a:cubicBezTo>
                <a:cubicBezTo>
                  <a:pt x="1729177" y="112299"/>
                  <a:pt x="1729463" y="115919"/>
                  <a:pt x="1730606" y="114109"/>
                </a:cubicBezTo>
                <a:cubicBezTo>
                  <a:pt x="1731844" y="112299"/>
                  <a:pt x="1729082" y="108394"/>
                  <a:pt x="1731844" y="108680"/>
                </a:cubicBezTo>
                <a:close/>
                <a:moveTo>
                  <a:pt x="1634784" y="108680"/>
                </a:moveTo>
                <a:cubicBezTo>
                  <a:pt x="1638118" y="108965"/>
                  <a:pt x="1640213" y="108394"/>
                  <a:pt x="1640213" y="110489"/>
                </a:cubicBezTo>
                <a:cubicBezTo>
                  <a:pt x="1640213" y="112585"/>
                  <a:pt x="1641452" y="111728"/>
                  <a:pt x="1645262" y="112013"/>
                </a:cubicBezTo>
                <a:cubicBezTo>
                  <a:pt x="1649167" y="112299"/>
                  <a:pt x="1654215" y="111728"/>
                  <a:pt x="1653644" y="113537"/>
                </a:cubicBezTo>
                <a:cubicBezTo>
                  <a:pt x="1653072" y="115347"/>
                  <a:pt x="1648595" y="115347"/>
                  <a:pt x="1644976" y="115347"/>
                </a:cubicBezTo>
                <a:cubicBezTo>
                  <a:pt x="1641356" y="115347"/>
                  <a:pt x="1640785" y="114776"/>
                  <a:pt x="1640785" y="116204"/>
                </a:cubicBezTo>
                <a:cubicBezTo>
                  <a:pt x="1640785" y="117728"/>
                  <a:pt x="1641642" y="118300"/>
                  <a:pt x="1643738" y="118300"/>
                </a:cubicBezTo>
                <a:cubicBezTo>
                  <a:pt x="1645833" y="118300"/>
                  <a:pt x="1647357" y="118871"/>
                  <a:pt x="1647357" y="122205"/>
                </a:cubicBezTo>
                <a:cubicBezTo>
                  <a:pt x="1647357" y="125539"/>
                  <a:pt x="1647929" y="128777"/>
                  <a:pt x="1649738" y="124872"/>
                </a:cubicBezTo>
                <a:cubicBezTo>
                  <a:pt x="1651548" y="120967"/>
                  <a:pt x="1651834" y="117347"/>
                  <a:pt x="1658120" y="116490"/>
                </a:cubicBezTo>
                <a:cubicBezTo>
                  <a:pt x="1664407" y="115633"/>
                  <a:pt x="1666216" y="112585"/>
                  <a:pt x="1668312" y="114966"/>
                </a:cubicBezTo>
                <a:cubicBezTo>
                  <a:pt x="1670408" y="117347"/>
                  <a:pt x="1668312" y="120014"/>
                  <a:pt x="1666788" y="122777"/>
                </a:cubicBezTo>
                <a:cubicBezTo>
                  <a:pt x="1665264" y="125444"/>
                  <a:pt x="1664121" y="127825"/>
                  <a:pt x="1663454" y="131159"/>
                </a:cubicBezTo>
                <a:cubicBezTo>
                  <a:pt x="1662883" y="134492"/>
                  <a:pt x="1661645" y="140112"/>
                  <a:pt x="1664978" y="135064"/>
                </a:cubicBezTo>
                <a:cubicBezTo>
                  <a:pt x="1668312" y="130016"/>
                  <a:pt x="1668598" y="127825"/>
                  <a:pt x="1671265" y="126396"/>
                </a:cubicBezTo>
                <a:cubicBezTo>
                  <a:pt x="1673932" y="124872"/>
                  <a:pt x="1675741" y="117728"/>
                  <a:pt x="1679933" y="116776"/>
                </a:cubicBezTo>
                <a:cubicBezTo>
                  <a:pt x="1684124" y="115919"/>
                  <a:pt x="1684981" y="115919"/>
                  <a:pt x="1687457" y="113156"/>
                </a:cubicBezTo>
                <a:cubicBezTo>
                  <a:pt x="1689839" y="110489"/>
                  <a:pt x="1692601" y="110775"/>
                  <a:pt x="1691077" y="114014"/>
                </a:cubicBezTo>
                <a:cubicBezTo>
                  <a:pt x="1689553" y="117347"/>
                  <a:pt x="1690220" y="118205"/>
                  <a:pt x="1692887" y="117633"/>
                </a:cubicBezTo>
                <a:cubicBezTo>
                  <a:pt x="1695554" y="117062"/>
                  <a:pt x="1699173" y="120014"/>
                  <a:pt x="1693458" y="124205"/>
                </a:cubicBezTo>
                <a:cubicBezTo>
                  <a:pt x="1687743" y="128396"/>
                  <a:pt x="1690124" y="128682"/>
                  <a:pt x="1690124" y="128682"/>
                </a:cubicBezTo>
                <a:cubicBezTo>
                  <a:pt x="1690124" y="128682"/>
                  <a:pt x="1693744" y="127158"/>
                  <a:pt x="1696982" y="123920"/>
                </a:cubicBezTo>
                <a:cubicBezTo>
                  <a:pt x="1700316" y="120586"/>
                  <a:pt x="1701173" y="122110"/>
                  <a:pt x="1701745" y="124491"/>
                </a:cubicBezTo>
                <a:cubicBezTo>
                  <a:pt x="1702316" y="126872"/>
                  <a:pt x="1701745" y="127825"/>
                  <a:pt x="1699649" y="130492"/>
                </a:cubicBezTo>
                <a:cubicBezTo>
                  <a:pt x="1697554" y="133159"/>
                  <a:pt x="1696982" y="132873"/>
                  <a:pt x="1699364" y="136493"/>
                </a:cubicBezTo>
                <a:cubicBezTo>
                  <a:pt x="1701745" y="140112"/>
                  <a:pt x="1702697" y="143732"/>
                  <a:pt x="1704412" y="144875"/>
                </a:cubicBezTo>
                <a:cubicBezTo>
                  <a:pt x="1706222" y="146113"/>
                  <a:pt x="1713365" y="147256"/>
                  <a:pt x="1712794" y="149637"/>
                </a:cubicBezTo>
                <a:cubicBezTo>
                  <a:pt x="1712222" y="152018"/>
                  <a:pt x="1710127" y="150209"/>
                  <a:pt x="1707365" y="149066"/>
                </a:cubicBezTo>
                <a:cubicBezTo>
                  <a:pt x="1704698" y="147827"/>
                  <a:pt x="1698983" y="147542"/>
                  <a:pt x="1695363" y="146970"/>
                </a:cubicBezTo>
                <a:cubicBezTo>
                  <a:pt x="1691744" y="146399"/>
                  <a:pt x="1689077" y="147827"/>
                  <a:pt x="1685457" y="147827"/>
                </a:cubicBezTo>
                <a:cubicBezTo>
                  <a:pt x="1681838" y="147827"/>
                  <a:pt x="1681552" y="149923"/>
                  <a:pt x="1678599" y="152590"/>
                </a:cubicBezTo>
                <a:cubicBezTo>
                  <a:pt x="1675646" y="155257"/>
                  <a:pt x="1674122" y="156781"/>
                  <a:pt x="1671741" y="154685"/>
                </a:cubicBezTo>
                <a:cubicBezTo>
                  <a:pt x="1669360" y="152590"/>
                  <a:pt x="1668407" y="155257"/>
                  <a:pt x="1667264" y="156781"/>
                </a:cubicBezTo>
                <a:cubicBezTo>
                  <a:pt x="1666026" y="158305"/>
                  <a:pt x="1665740" y="160686"/>
                  <a:pt x="1660978" y="163353"/>
                </a:cubicBezTo>
                <a:cubicBezTo>
                  <a:pt x="1656215" y="166020"/>
                  <a:pt x="1655549" y="167544"/>
                  <a:pt x="1651643" y="164591"/>
                </a:cubicBezTo>
                <a:cubicBezTo>
                  <a:pt x="1647738" y="161639"/>
                  <a:pt x="1645643" y="163734"/>
                  <a:pt x="1642976" y="166115"/>
                </a:cubicBezTo>
                <a:cubicBezTo>
                  <a:pt x="1640309" y="168497"/>
                  <a:pt x="1635451" y="173926"/>
                  <a:pt x="1631545" y="176307"/>
                </a:cubicBezTo>
                <a:cubicBezTo>
                  <a:pt x="1627640" y="178688"/>
                  <a:pt x="1625831" y="178974"/>
                  <a:pt x="1623164" y="181355"/>
                </a:cubicBezTo>
                <a:cubicBezTo>
                  <a:pt x="1620497" y="183737"/>
                  <a:pt x="1616877" y="181927"/>
                  <a:pt x="1614496" y="177736"/>
                </a:cubicBezTo>
                <a:cubicBezTo>
                  <a:pt x="1612115" y="173545"/>
                  <a:pt x="1609066" y="172592"/>
                  <a:pt x="1614210" y="171735"/>
                </a:cubicBezTo>
                <a:cubicBezTo>
                  <a:pt x="1619354" y="170878"/>
                  <a:pt x="1621068" y="168401"/>
                  <a:pt x="1617544" y="168782"/>
                </a:cubicBezTo>
                <a:cubicBezTo>
                  <a:pt x="1613924" y="169068"/>
                  <a:pt x="1611543" y="171449"/>
                  <a:pt x="1610019" y="167544"/>
                </a:cubicBezTo>
                <a:cubicBezTo>
                  <a:pt x="1608495" y="163639"/>
                  <a:pt x="1605828" y="157352"/>
                  <a:pt x="1607924" y="155543"/>
                </a:cubicBezTo>
                <a:cubicBezTo>
                  <a:pt x="1610019" y="153733"/>
                  <a:pt x="1612972" y="154971"/>
                  <a:pt x="1617544" y="157638"/>
                </a:cubicBezTo>
                <a:cubicBezTo>
                  <a:pt x="1622020" y="160305"/>
                  <a:pt x="1622687" y="159162"/>
                  <a:pt x="1624402" y="160972"/>
                </a:cubicBezTo>
                <a:cubicBezTo>
                  <a:pt x="1626212" y="162782"/>
                  <a:pt x="1630403" y="162782"/>
                  <a:pt x="1626783" y="160115"/>
                </a:cubicBezTo>
                <a:cubicBezTo>
                  <a:pt x="1623164" y="157448"/>
                  <a:pt x="1622306" y="155352"/>
                  <a:pt x="1625545" y="155638"/>
                </a:cubicBezTo>
                <a:cubicBezTo>
                  <a:pt x="1628879" y="155924"/>
                  <a:pt x="1632689" y="154781"/>
                  <a:pt x="1637832" y="156209"/>
                </a:cubicBezTo>
                <a:cubicBezTo>
                  <a:pt x="1642880" y="157733"/>
                  <a:pt x="1644404" y="158019"/>
                  <a:pt x="1645928" y="155352"/>
                </a:cubicBezTo>
                <a:cubicBezTo>
                  <a:pt x="1647452" y="152685"/>
                  <a:pt x="1645071" y="154114"/>
                  <a:pt x="1642976" y="154781"/>
                </a:cubicBezTo>
                <a:cubicBezTo>
                  <a:pt x="1640880" y="155352"/>
                  <a:pt x="1636118" y="154781"/>
                  <a:pt x="1634308" y="153257"/>
                </a:cubicBezTo>
                <a:cubicBezTo>
                  <a:pt x="1632498" y="151733"/>
                  <a:pt x="1631355" y="151447"/>
                  <a:pt x="1626497" y="151447"/>
                </a:cubicBezTo>
                <a:cubicBezTo>
                  <a:pt x="1621735" y="151447"/>
                  <a:pt x="1616591" y="152018"/>
                  <a:pt x="1614782" y="149637"/>
                </a:cubicBezTo>
                <a:cubicBezTo>
                  <a:pt x="1612972" y="147256"/>
                  <a:pt x="1616877" y="142112"/>
                  <a:pt x="1622306" y="143922"/>
                </a:cubicBezTo>
                <a:cubicBezTo>
                  <a:pt x="1627736" y="145732"/>
                  <a:pt x="1628593" y="148399"/>
                  <a:pt x="1634594" y="146303"/>
                </a:cubicBezTo>
                <a:cubicBezTo>
                  <a:pt x="1640594" y="144208"/>
                  <a:pt x="1646024" y="142970"/>
                  <a:pt x="1650500" y="145732"/>
                </a:cubicBezTo>
                <a:cubicBezTo>
                  <a:pt x="1654977" y="148399"/>
                  <a:pt x="1661930" y="150494"/>
                  <a:pt x="1658597" y="146589"/>
                </a:cubicBezTo>
                <a:cubicBezTo>
                  <a:pt x="1655263" y="142684"/>
                  <a:pt x="1653167" y="145065"/>
                  <a:pt x="1657073" y="142112"/>
                </a:cubicBezTo>
                <a:cubicBezTo>
                  <a:pt x="1659263" y="140398"/>
                  <a:pt x="1660406" y="141541"/>
                  <a:pt x="1659454" y="140017"/>
                </a:cubicBezTo>
                <a:cubicBezTo>
                  <a:pt x="1658597" y="138493"/>
                  <a:pt x="1657358" y="139731"/>
                  <a:pt x="1652882" y="140874"/>
                </a:cubicBezTo>
                <a:cubicBezTo>
                  <a:pt x="1648405" y="142112"/>
                  <a:pt x="1644785" y="141160"/>
                  <a:pt x="1647452" y="138493"/>
                </a:cubicBezTo>
                <a:cubicBezTo>
                  <a:pt x="1650119" y="135826"/>
                  <a:pt x="1652501" y="132778"/>
                  <a:pt x="1648024" y="134302"/>
                </a:cubicBezTo>
                <a:cubicBezTo>
                  <a:pt x="1643547" y="135826"/>
                  <a:pt x="1643833" y="137255"/>
                  <a:pt x="1640785" y="136969"/>
                </a:cubicBezTo>
                <a:cubicBezTo>
                  <a:pt x="1637832" y="136683"/>
                  <a:pt x="1638118" y="138779"/>
                  <a:pt x="1633641" y="139922"/>
                </a:cubicBezTo>
                <a:cubicBezTo>
                  <a:pt x="1629164" y="141160"/>
                  <a:pt x="1621640" y="140779"/>
                  <a:pt x="1619544" y="139064"/>
                </a:cubicBezTo>
                <a:cubicBezTo>
                  <a:pt x="1617449" y="137350"/>
                  <a:pt x="1617449" y="134302"/>
                  <a:pt x="1621068" y="134302"/>
                </a:cubicBezTo>
                <a:cubicBezTo>
                  <a:pt x="1624688" y="134302"/>
                  <a:pt x="1626116" y="132778"/>
                  <a:pt x="1621640" y="131921"/>
                </a:cubicBezTo>
                <a:cubicBezTo>
                  <a:pt x="1617163" y="131063"/>
                  <a:pt x="1615639" y="130682"/>
                  <a:pt x="1615639" y="128015"/>
                </a:cubicBezTo>
                <a:cubicBezTo>
                  <a:pt x="1615639" y="125348"/>
                  <a:pt x="1615353" y="124110"/>
                  <a:pt x="1619544" y="123824"/>
                </a:cubicBezTo>
                <a:cubicBezTo>
                  <a:pt x="1623735" y="123539"/>
                  <a:pt x="1627355" y="119633"/>
                  <a:pt x="1624021" y="118776"/>
                </a:cubicBezTo>
                <a:cubicBezTo>
                  <a:pt x="1620687" y="117919"/>
                  <a:pt x="1620116" y="116681"/>
                  <a:pt x="1618020" y="118205"/>
                </a:cubicBezTo>
                <a:cubicBezTo>
                  <a:pt x="1616210" y="119729"/>
                  <a:pt x="1612305" y="120014"/>
                  <a:pt x="1612305" y="120014"/>
                </a:cubicBezTo>
                <a:cubicBezTo>
                  <a:pt x="1612305" y="120014"/>
                  <a:pt x="1608971" y="117347"/>
                  <a:pt x="1612019" y="114966"/>
                </a:cubicBezTo>
                <a:cubicBezTo>
                  <a:pt x="1614972" y="112585"/>
                  <a:pt x="1619258" y="109537"/>
                  <a:pt x="1621640" y="110489"/>
                </a:cubicBezTo>
                <a:cubicBezTo>
                  <a:pt x="1624021" y="111347"/>
                  <a:pt x="1627069" y="112299"/>
                  <a:pt x="1628498" y="110775"/>
                </a:cubicBezTo>
                <a:cubicBezTo>
                  <a:pt x="1630022" y="109251"/>
                  <a:pt x="1631450" y="108394"/>
                  <a:pt x="1634784" y="108680"/>
                </a:cubicBezTo>
                <a:close/>
                <a:moveTo>
                  <a:pt x="4534147" y="105001"/>
                </a:moveTo>
                <a:cubicBezTo>
                  <a:pt x="4537290" y="104513"/>
                  <a:pt x="4540434" y="104584"/>
                  <a:pt x="4542100" y="105918"/>
                </a:cubicBezTo>
                <a:cubicBezTo>
                  <a:pt x="4545339" y="108585"/>
                  <a:pt x="4549816" y="109823"/>
                  <a:pt x="4555245" y="110109"/>
                </a:cubicBezTo>
                <a:cubicBezTo>
                  <a:pt x="4560579" y="110394"/>
                  <a:pt x="4564198" y="114014"/>
                  <a:pt x="4564198" y="114014"/>
                </a:cubicBezTo>
                <a:cubicBezTo>
                  <a:pt x="4564198" y="114014"/>
                  <a:pt x="4571056" y="123063"/>
                  <a:pt x="4586677" y="121253"/>
                </a:cubicBezTo>
                <a:cubicBezTo>
                  <a:pt x="4602203" y="119443"/>
                  <a:pt x="4604013" y="121539"/>
                  <a:pt x="4606108" y="119443"/>
                </a:cubicBezTo>
                <a:cubicBezTo>
                  <a:pt x="4608204" y="117348"/>
                  <a:pt x="4613062" y="120967"/>
                  <a:pt x="4615729" y="123634"/>
                </a:cubicBezTo>
                <a:cubicBezTo>
                  <a:pt x="4618396" y="126301"/>
                  <a:pt x="4623253" y="124872"/>
                  <a:pt x="4623825" y="123348"/>
                </a:cubicBezTo>
                <a:cubicBezTo>
                  <a:pt x="4624492" y="121920"/>
                  <a:pt x="4627254" y="119919"/>
                  <a:pt x="4629254" y="126682"/>
                </a:cubicBezTo>
                <a:cubicBezTo>
                  <a:pt x="4630111" y="129730"/>
                  <a:pt x="4623920" y="135350"/>
                  <a:pt x="4631350" y="132683"/>
                </a:cubicBezTo>
                <a:cubicBezTo>
                  <a:pt x="4637922" y="130302"/>
                  <a:pt x="4633064" y="127063"/>
                  <a:pt x="4640589" y="129730"/>
                </a:cubicBezTo>
                <a:cubicBezTo>
                  <a:pt x="4648113" y="132397"/>
                  <a:pt x="4652876" y="131540"/>
                  <a:pt x="4656210" y="131826"/>
                </a:cubicBezTo>
                <a:cubicBezTo>
                  <a:pt x="4659448" y="132111"/>
                  <a:pt x="4660687" y="138112"/>
                  <a:pt x="4656496" y="139636"/>
                </a:cubicBezTo>
                <a:cubicBezTo>
                  <a:pt x="4652304" y="141160"/>
                  <a:pt x="4651066" y="141446"/>
                  <a:pt x="4651066" y="142970"/>
                </a:cubicBezTo>
                <a:cubicBezTo>
                  <a:pt x="4651066" y="144494"/>
                  <a:pt x="4650209" y="144208"/>
                  <a:pt x="4648399" y="144208"/>
                </a:cubicBezTo>
                <a:cubicBezTo>
                  <a:pt x="4646685" y="144208"/>
                  <a:pt x="4645256" y="145732"/>
                  <a:pt x="4646018" y="148971"/>
                </a:cubicBezTo>
                <a:cubicBezTo>
                  <a:pt x="4647256" y="154305"/>
                  <a:pt x="4643637" y="156114"/>
                  <a:pt x="4643065" y="151638"/>
                </a:cubicBezTo>
                <a:cubicBezTo>
                  <a:pt x="4642399" y="147161"/>
                  <a:pt x="4635255" y="142684"/>
                  <a:pt x="4637350" y="148685"/>
                </a:cubicBezTo>
                <a:cubicBezTo>
                  <a:pt x="4639446" y="154686"/>
                  <a:pt x="4640684" y="156781"/>
                  <a:pt x="4643351" y="157353"/>
                </a:cubicBezTo>
                <a:cubicBezTo>
                  <a:pt x="4646018" y="157924"/>
                  <a:pt x="4645732" y="161544"/>
                  <a:pt x="4641541" y="160020"/>
                </a:cubicBezTo>
                <a:cubicBezTo>
                  <a:pt x="4637350" y="158496"/>
                  <a:pt x="4632493" y="156400"/>
                  <a:pt x="4631921" y="157924"/>
                </a:cubicBezTo>
                <a:cubicBezTo>
                  <a:pt x="4631350" y="159448"/>
                  <a:pt x="4630969" y="160305"/>
                  <a:pt x="4634302" y="160305"/>
                </a:cubicBezTo>
                <a:cubicBezTo>
                  <a:pt x="4637636" y="160305"/>
                  <a:pt x="4636684" y="163639"/>
                  <a:pt x="4635826" y="166306"/>
                </a:cubicBezTo>
                <a:cubicBezTo>
                  <a:pt x="4634874" y="169068"/>
                  <a:pt x="4631921" y="168402"/>
                  <a:pt x="4628587" y="165449"/>
                </a:cubicBezTo>
                <a:cubicBezTo>
                  <a:pt x="4625349" y="162496"/>
                  <a:pt x="4620872" y="160972"/>
                  <a:pt x="4619348" y="162782"/>
                </a:cubicBezTo>
                <a:cubicBezTo>
                  <a:pt x="4617919" y="164496"/>
                  <a:pt x="4620872" y="166020"/>
                  <a:pt x="4624777" y="165735"/>
                </a:cubicBezTo>
                <a:cubicBezTo>
                  <a:pt x="4628683" y="165449"/>
                  <a:pt x="4629540" y="170878"/>
                  <a:pt x="4624777" y="169354"/>
                </a:cubicBezTo>
                <a:cubicBezTo>
                  <a:pt x="4619920" y="167925"/>
                  <a:pt x="4619348" y="169068"/>
                  <a:pt x="4619348" y="170878"/>
                </a:cubicBezTo>
                <a:cubicBezTo>
                  <a:pt x="4619348" y="172688"/>
                  <a:pt x="4618205" y="173355"/>
                  <a:pt x="4614395" y="171831"/>
                </a:cubicBezTo>
                <a:cubicBezTo>
                  <a:pt x="4610490" y="170307"/>
                  <a:pt x="4603918" y="170592"/>
                  <a:pt x="4598774" y="171831"/>
                </a:cubicBezTo>
                <a:cubicBezTo>
                  <a:pt x="4593726" y="173069"/>
                  <a:pt x="4586487" y="170116"/>
                  <a:pt x="4594583" y="168878"/>
                </a:cubicBezTo>
                <a:cubicBezTo>
                  <a:pt x="4602679" y="167640"/>
                  <a:pt x="4600584" y="165544"/>
                  <a:pt x="4599346" y="164687"/>
                </a:cubicBezTo>
                <a:cubicBezTo>
                  <a:pt x="4598203" y="163830"/>
                  <a:pt x="4592773" y="162306"/>
                  <a:pt x="4590963" y="163830"/>
                </a:cubicBezTo>
                <a:cubicBezTo>
                  <a:pt x="4589154" y="165354"/>
                  <a:pt x="4584391" y="169259"/>
                  <a:pt x="4581058" y="167449"/>
                </a:cubicBezTo>
                <a:cubicBezTo>
                  <a:pt x="4577724" y="165639"/>
                  <a:pt x="4578676" y="165354"/>
                  <a:pt x="4581058" y="164115"/>
                </a:cubicBezTo>
                <a:cubicBezTo>
                  <a:pt x="4583439" y="162877"/>
                  <a:pt x="4583725" y="162306"/>
                  <a:pt x="4578676" y="162020"/>
                </a:cubicBezTo>
                <a:cubicBezTo>
                  <a:pt x="4573914" y="161639"/>
                  <a:pt x="4568485" y="156876"/>
                  <a:pt x="4576009" y="154781"/>
                </a:cubicBezTo>
                <a:cubicBezTo>
                  <a:pt x="4580772" y="153447"/>
                  <a:pt x="4586201" y="151447"/>
                  <a:pt x="4590392" y="151447"/>
                </a:cubicBezTo>
                <a:cubicBezTo>
                  <a:pt x="4594583" y="151447"/>
                  <a:pt x="4601727" y="151447"/>
                  <a:pt x="4603537" y="149352"/>
                </a:cubicBezTo>
                <a:cubicBezTo>
                  <a:pt x="4605251" y="147256"/>
                  <a:pt x="4603537" y="147256"/>
                  <a:pt x="4600203" y="147828"/>
                </a:cubicBezTo>
                <a:cubicBezTo>
                  <a:pt x="4596869" y="148399"/>
                  <a:pt x="4588773" y="148113"/>
                  <a:pt x="4588201" y="145732"/>
                </a:cubicBezTo>
                <a:cubicBezTo>
                  <a:pt x="4587630" y="143351"/>
                  <a:pt x="4585725" y="143541"/>
                  <a:pt x="4583629" y="146875"/>
                </a:cubicBezTo>
                <a:cubicBezTo>
                  <a:pt x="4581534" y="150114"/>
                  <a:pt x="4577438" y="150780"/>
                  <a:pt x="4573819" y="150209"/>
                </a:cubicBezTo>
                <a:cubicBezTo>
                  <a:pt x="4570199" y="149637"/>
                  <a:pt x="4569342" y="149923"/>
                  <a:pt x="4566008" y="152019"/>
                </a:cubicBezTo>
                <a:cubicBezTo>
                  <a:pt x="4562770" y="154114"/>
                  <a:pt x="4559721" y="153162"/>
                  <a:pt x="4561245" y="150780"/>
                </a:cubicBezTo>
                <a:cubicBezTo>
                  <a:pt x="4562674" y="148304"/>
                  <a:pt x="4566865" y="149542"/>
                  <a:pt x="4568104" y="147447"/>
                </a:cubicBezTo>
                <a:cubicBezTo>
                  <a:pt x="4569342" y="145351"/>
                  <a:pt x="4564198" y="145923"/>
                  <a:pt x="4561245" y="147447"/>
                </a:cubicBezTo>
                <a:cubicBezTo>
                  <a:pt x="4558197" y="148971"/>
                  <a:pt x="4552863" y="150399"/>
                  <a:pt x="4551339" y="147732"/>
                </a:cubicBezTo>
                <a:cubicBezTo>
                  <a:pt x="4549816" y="145065"/>
                  <a:pt x="4546196" y="145065"/>
                  <a:pt x="4541434" y="141732"/>
                </a:cubicBezTo>
                <a:cubicBezTo>
                  <a:pt x="4536671" y="138398"/>
                  <a:pt x="4542577" y="139636"/>
                  <a:pt x="4544767" y="139636"/>
                </a:cubicBezTo>
                <a:cubicBezTo>
                  <a:pt x="4546958" y="139636"/>
                  <a:pt x="4553530" y="139636"/>
                  <a:pt x="4556197" y="138112"/>
                </a:cubicBezTo>
                <a:cubicBezTo>
                  <a:pt x="4558864" y="136588"/>
                  <a:pt x="4563627" y="136588"/>
                  <a:pt x="4566961" y="138398"/>
                </a:cubicBezTo>
                <a:cubicBezTo>
                  <a:pt x="4570294" y="140208"/>
                  <a:pt x="4571818" y="138112"/>
                  <a:pt x="4570580" y="136874"/>
                </a:cubicBezTo>
                <a:cubicBezTo>
                  <a:pt x="4569437" y="135636"/>
                  <a:pt x="4568008" y="135636"/>
                  <a:pt x="4568580" y="133540"/>
                </a:cubicBezTo>
                <a:cubicBezTo>
                  <a:pt x="4569246" y="131445"/>
                  <a:pt x="4567913" y="129921"/>
                  <a:pt x="4565246" y="132016"/>
                </a:cubicBezTo>
                <a:cubicBezTo>
                  <a:pt x="4562484" y="134112"/>
                  <a:pt x="4555054" y="136493"/>
                  <a:pt x="4551720" y="135921"/>
                </a:cubicBezTo>
                <a:cubicBezTo>
                  <a:pt x="4548387" y="135350"/>
                  <a:pt x="4539147" y="138017"/>
                  <a:pt x="4535814" y="136207"/>
                </a:cubicBezTo>
                <a:cubicBezTo>
                  <a:pt x="4532480" y="134397"/>
                  <a:pt x="4537624" y="132016"/>
                  <a:pt x="4537624" y="132016"/>
                </a:cubicBezTo>
                <a:cubicBezTo>
                  <a:pt x="4540767" y="131445"/>
                  <a:pt x="4540862" y="127254"/>
                  <a:pt x="4534290" y="129921"/>
                </a:cubicBezTo>
                <a:cubicBezTo>
                  <a:pt x="4527718" y="132588"/>
                  <a:pt x="4530956" y="126015"/>
                  <a:pt x="4533718" y="126015"/>
                </a:cubicBezTo>
                <a:cubicBezTo>
                  <a:pt x="4536480" y="126015"/>
                  <a:pt x="4540957" y="125063"/>
                  <a:pt x="4543624" y="124491"/>
                </a:cubicBezTo>
                <a:cubicBezTo>
                  <a:pt x="4546387" y="123920"/>
                  <a:pt x="4552387" y="123539"/>
                  <a:pt x="4559245" y="124777"/>
                </a:cubicBezTo>
                <a:cubicBezTo>
                  <a:pt x="4566103" y="126015"/>
                  <a:pt x="4561627" y="122110"/>
                  <a:pt x="4559817" y="122110"/>
                </a:cubicBezTo>
                <a:cubicBezTo>
                  <a:pt x="4558007" y="122110"/>
                  <a:pt x="4554959" y="122682"/>
                  <a:pt x="4552292" y="121824"/>
                </a:cubicBezTo>
                <a:cubicBezTo>
                  <a:pt x="4549625" y="120872"/>
                  <a:pt x="4546387" y="121158"/>
                  <a:pt x="4545148" y="120300"/>
                </a:cubicBezTo>
                <a:cubicBezTo>
                  <a:pt x="4543910" y="119443"/>
                  <a:pt x="4543338" y="117919"/>
                  <a:pt x="4539147" y="119443"/>
                </a:cubicBezTo>
                <a:cubicBezTo>
                  <a:pt x="4534956" y="120872"/>
                  <a:pt x="4527146" y="125730"/>
                  <a:pt x="4525622" y="122396"/>
                </a:cubicBezTo>
                <a:cubicBezTo>
                  <a:pt x="4524098" y="119062"/>
                  <a:pt x="4514287" y="127730"/>
                  <a:pt x="4508858" y="122682"/>
                </a:cubicBezTo>
                <a:cubicBezTo>
                  <a:pt x="4503429" y="117538"/>
                  <a:pt x="4511811" y="116967"/>
                  <a:pt x="4515430" y="116967"/>
                </a:cubicBezTo>
                <a:cubicBezTo>
                  <a:pt x="4519050" y="116967"/>
                  <a:pt x="4530766" y="115824"/>
                  <a:pt x="4533433" y="111918"/>
                </a:cubicBezTo>
                <a:cubicBezTo>
                  <a:pt x="4536100" y="108013"/>
                  <a:pt x="4529527" y="110394"/>
                  <a:pt x="4527146" y="111633"/>
                </a:cubicBezTo>
                <a:cubicBezTo>
                  <a:pt x="4525146" y="112585"/>
                  <a:pt x="4522669" y="112585"/>
                  <a:pt x="4519621" y="113061"/>
                </a:cubicBezTo>
                <a:cubicBezTo>
                  <a:pt x="4516669" y="113442"/>
                  <a:pt x="4513144" y="114300"/>
                  <a:pt x="4509144" y="114871"/>
                </a:cubicBezTo>
                <a:cubicBezTo>
                  <a:pt x="4502571" y="115824"/>
                  <a:pt x="4504667" y="110680"/>
                  <a:pt x="4509429" y="111633"/>
                </a:cubicBezTo>
                <a:cubicBezTo>
                  <a:pt x="4511430" y="112014"/>
                  <a:pt x="4522860" y="109251"/>
                  <a:pt x="4526194" y="107442"/>
                </a:cubicBezTo>
                <a:cubicBezTo>
                  <a:pt x="4527861" y="106537"/>
                  <a:pt x="4531004" y="105489"/>
                  <a:pt x="4534147" y="105001"/>
                </a:cubicBezTo>
                <a:close/>
                <a:moveTo>
                  <a:pt x="1238545" y="92107"/>
                </a:moveTo>
                <a:cubicBezTo>
                  <a:pt x="1242736" y="90583"/>
                  <a:pt x="1244832" y="91249"/>
                  <a:pt x="1240927" y="93345"/>
                </a:cubicBezTo>
                <a:cubicBezTo>
                  <a:pt x="1237020" y="95440"/>
                  <a:pt x="1236163" y="98774"/>
                  <a:pt x="1233115" y="100870"/>
                </a:cubicBezTo>
                <a:cubicBezTo>
                  <a:pt x="1230162" y="102870"/>
                  <a:pt x="1227781" y="104394"/>
                  <a:pt x="1227781" y="104394"/>
                </a:cubicBezTo>
                <a:cubicBezTo>
                  <a:pt x="1227781" y="104394"/>
                  <a:pt x="1225400" y="105251"/>
                  <a:pt x="1225972" y="102584"/>
                </a:cubicBezTo>
                <a:cubicBezTo>
                  <a:pt x="1226543" y="99918"/>
                  <a:pt x="1227495" y="102298"/>
                  <a:pt x="1231020" y="99250"/>
                </a:cubicBezTo>
                <a:cubicBezTo>
                  <a:pt x="1234639" y="96298"/>
                  <a:pt x="1234354" y="93535"/>
                  <a:pt x="1238545" y="92107"/>
                </a:cubicBezTo>
                <a:close/>
                <a:moveTo>
                  <a:pt x="4831268" y="24919"/>
                </a:moveTo>
                <a:cubicBezTo>
                  <a:pt x="4834185" y="24859"/>
                  <a:pt x="4836804" y="26002"/>
                  <a:pt x="4836804" y="29146"/>
                </a:cubicBezTo>
                <a:cubicBezTo>
                  <a:pt x="4836804" y="35432"/>
                  <a:pt x="4838328" y="38766"/>
                  <a:pt x="4834708" y="39338"/>
                </a:cubicBezTo>
                <a:cubicBezTo>
                  <a:pt x="4831089" y="39909"/>
                  <a:pt x="4826898" y="41433"/>
                  <a:pt x="4824516" y="42957"/>
                </a:cubicBezTo>
                <a:cubicBezTo>
                  <a:pt x="4822135" y="44481"/>
                  <a:pt x="4817373" y="48672"/>
                  <a:pt x="4813753" y="48386"/>
                </a:cubicBezTo>
                <a:cubicBezTo>
                  <a:pt x="4810134" y="48101"/>
                  <a:pt x="4810134" y="47529"/>
                  <a:pt x="4808038" y="49910"/>
                </a:cubicBezTo>
                <a:cubicBezTo>
                  <a:pt x="4805943" y="52292"/>
                  <a:pt x="4801466" y="53244"/>
                  <a:pt x="4795179" y="54101"/>
                </a:cubicBezTo>
                <a:cubicBezTo>
                  <a:pt x="4788512" y="55054"/>
                  <a:pt x="4783940" y="55721"/>
                  <a:pt x="4781559" y="57149"/>
                </a:cubicBezTo>
                <a:cubicBezTo>
                  <a:pt x="4779177" y="58673"/>
                  <a:pt x="4778511" y="62579"/>
                  <a:pt x="4784892" y="60769"/>
                </a:cubicBezTo>
                <a:cubicBezTo>
                  <a:pt x="4791179" y="58959"/>
                  <a:pt x="4800513" y="55054"/>
                  <a:pt x="4795084" y="60483"/>
                </a:cubicBezTo>
                <a:cubicBezTo>
                  <a:pt x="4789655" y="65912"/>
                  <a:pt x="4791750" y="65531"/>
                  <a:pt x="4797751" y="62864"/>
                </a:cubicBezTo>
                <a:cubicBezTo>
                  <a:pt x="4803752" y="60197"/>
                  <a:pt x="4807943" y="59531"/>
                  <a:pt x="4810610" y="56578"/>
                </a:cubicBezTo>
                <a:cubicBezTo>
                  <a:pt x="4813277" y="53625"/>
                  <a:pt x="4820802" y="51149"/>
                  <a:pt x="4818706" y="56864"/>
                </a:cubicBezTo>
                <a:cubicBezTo>
                  <a:pt x="4816611" y="62579"/>
                  <a:pt x="4816611" y="65817"/>
                  <a:pt x="4813658" y="67913"/>
                </a:cubicBezTo>
                <a:cubicBezTo>
                  <a:pt x="4810610" y="70008"/>
                  <a:pt x="4807943" y="74199"/>
                  <a:pt x="4806419" y="79343"/>
                </a:cubicBezTo>
                <a:cubicBezTo>
                  <a:pt x="4804895" y="84486"/>
                  <a:pt x="4803752" y="85343"/>
                  <a:pt x="4800704" y="82295"/>
                </a:cubicBezTo>
                <a:cubicBezTo>
                  <a:pt x="4797751" y="79343"/>
                  <a:pt x="4794703" y="81057"/>
                  <a:pt x="4797084" y="83534"/>
                </a:cubicBezTo>
                <a:cubicBezTo>
                  <a:pt x="4799466" y="85915"/>
                  <a:pt x="4800418" y="88963"/>
                  <a:pt x="4795275" y="88010"/>
                </a:cubicBezTo>
                <a:cubicBezTo>
                  <a:pt x="4790131" y="87153"/>
                  <a:pt x="4785369" y="87725"/>
                  <a:pt x="4782702" y="89820"/>
                </a:cubicBezTo>
                <a:cubicBezTo>
                  <a:pt x="4780035" y="91916"/>
                  <a:pt x="4779082" y="94011"/>
                  <a:pt x="4784797" y="92201"/>
                </a:cubicBezTo>
                <a:cubicBezTo>
                  <a:pt x="4790512" y="90392"/>
                  <a:pt x="4796227" y="89820"/>
                  <a:pt x="4794132" y="92487"/>
                </a:cubicBezTo>
                <a:cubicBezTo>
                  <a:pt x="4792036" y="95154"/>
                  <a:pt x="4783368" y="105060"/>
                  <a:pt x="4778511" y="103536"/>
                </a:cubicBezTo>
                <a:cubicBezTo>
                  <a:pt x="4773748" y="102012"/>
                  <a:pt x="4769271" y="99821"/>
                  <a:pt x="4765366" y="101917"/>
                </a:cubicBezTo>
                <a:cubicBezTo>
                  <a:pt x="4765366" y="101917"/>
                  <a:pt x="4757079" y="102774"/>
                  <a:pt x="4758603" y="105251"/>
                </a:cubicBezTo>
                <a:cubicBezTo>
                  <a:pt x="4760127" y="107632"/>
                  <a:pt x="4763080" y="104965"/>
                  <a:pt x="4765366" y="104679"/>
                </a:cubicBezTo>
                <a:cubicBezTo>
                  <a:pt x="4765366" y="104679"/>
                  <a:pt x="4774034" y="103346"/>
                  <a:pt x="4774891" y="106965"/>
                </a:cubicBezTo>
                <a:cubicBezTo>
                  <a:pt x="4775749" y="110585"/>
                  <a:pt x="4775177" y="112966"/>
                  <a:pt x="4770414" y="113252"/>
                </a:cubicBezTo>
                <a:cubicBezTo>
                  <a:pt x="4765652" y="113537"/>
                  <a:pt x="4765366" y="113347"/>
                  <a:pt x="4765366" y="113347"/>
                </a:cubicBezTo>
                <a:cubicBezTo>
                  <a:pt x="4765366" y="113347"/>
                  <a:pt x="4763747" y="112490"/>
                  <a:pt x="4761651" y="110966"/>
                </a:cubicBezTo>
                <a:cubicBezTo>
                  <a:pt x="4759556" y="109442"/>
                  <a:pt x="4755079" y="109442"/>
                  <a:pt x="4756603" y="111537"/>
                </a:cubicBezTo>
                <a:cubicBezTo>
                  <a:pt x="4758127" y="113633"/>
                  <a:pt x="4752412" y="114204"/>
                  <a:pt x="4748221" y="113918"/>
                </a:cubicBezTo>
                <a:cubicBezTo>
                  <a:pt x="4744030" y="113633"/>
                  <a:pt x="4737744" y="115442"/>
                  <a:pt x="4737744" y="117538"/>
                </a:cubicBezTo>
                <a:cubicBezTo>
                  <a:pt x="4737744" y="119633"/>
                  <a:pt x="4737744" y="120491"/>
                  <a:pt x="4741077" y="118395"/>
                </a:cubicBezTo>
                <a:cubicBezTo>
                  <a:pt x="4744411" y="116300"/>
                  <a:pt x="4750031" y="117728"/>
                  <a:pt x="4752507" y="118109"/>
                </a:cubicBezTo>
                <a:cubicBezTo>
                  <a:pt x="4756699" y="118681"/>
                  <a:pt x="4758699" y="116204"/>
                  <a:pt x="4760604" y="116014"/>
                </a:cubicBezTo>
                <a:cubicBezTo>
                  <a:pt x="4765557" y="115442"/>
                  <a:pt x="4769938" y="119919"/>
                  <a:pt x="4761175" y="120491"/>
                </a:cubicBezTo>
                <a:cubicBezTo>
                  <a:pt x="4752507" y="121062"/>
                  <a:pt x="4749174" y="119729"/>
                  <a:pt x="4746221" y="122300"/>
                </a:cubicBezTo>
                <a:cubicBezTo>
                  <a:pt x="4749078" y="122300"/>
                  <a:pt x="4742316" y="123729"/>
                  <a:pt x="4741935" y="125539"/>
                </a:cubicBezTo>
                <a:cubicBezTo>
                  <a:pt x="4741554" y="127539"/>
                  <a:pt x="4747364" y="129920"/>
                  <a:pt x="4747745" y="130682"/>
                </a:cubicBezTo>
                <a:cubicBezTo>
                  <a:pt x="4748316" y="132206"/>
                  <a:pt x="4750412" y="134016"/>
                  <a:pt x="4751364" y="129825"/>
                </a:cubicBezTo>
                <a:cubicBezTo>
                  <a:pt x="4752222" y="125634"/>
                  <a:pt x="4765652" y="122015"/>
                  <a:pt x="4765652" y="123824"/>
                </a:cubicBezTo>
                <a:cubicBezTo>
                  <a:pt x="4765652" y="123824"/>
                  <a:pt x="4782702" y="130016"/>
                  <a:pt x="4782987" y="131825"/>
                </a:cubicBezTo>
                <a:cubicBezTo>
                  <a:pt x="4783273" y="133635"/>
                  <a:pt x="4787464" y="135159"/>
                  <a:pt x="4788131" y="138112"/>
                </a:cubicBezTo>
                <a:cubicBezTo>
                  <a:pt x="4788702" y="141065"/>
                  <a:pt x="4787559" y="142303"/>
                  <a:pt x="4781273" y="142303"/>
                </a:cubicBezTo>
                <a:cubicBezTo>
                  <a:pt x="4774986" y="142303"/>
                  <a:pt x="4774986" y="143827"/>
                  <a:pt x="4772605" y="143827"/>
                </a:cubicBezTo>
                <a:cubicBezTo>
                  <a:pt x="4770224" y="143827"/>
                  <a:pt x="4768986" y="145922"/>
                  <a:pt x="4772034" y="147161"/>
                </a:cubicBezTo>
                <a:cubicBezTo>
                  <a:pt x="4775082" y="148399"/>
                  <a:pt x="4774701" y="148970"/>
                  <a:pt x="4774415" y="151637"/>
                </a:cubicBezTo>
                <a:cubicBezTo>
                  <a:pt x="4774129" y="154304"/>
                  <a:pt x="4774129" y="155543"/>
                  <a:pt x="4771081" y="156114"/>
                </a:cubicBezTo>
                <a:cubicBezTo>
                  <a:pt x="4768128" y="156686"/>
                  <a:pt x="4768700" y="156971"/>
                  <a:pt x="4765747" y="157162"/>
                </a:cubicBezTo>
                <a:cubicBezTo>
                  <a:pt x="4765747" y="157162"/>
                  <a:pt x="4760223" y="162210"/>
                  <a:pt x="4751460" y="162210"/>
                </a:cubicBezTo>
                <a:cubicBezTo>
                  <a:pt x="4742792" y="162210"/>
                  <a:pt x="4737934" y="160400"/>
                  <a:pt x="4735839" y="160400"/>
                </a:cubicBezTo>
                <a:cubicBezTo>
                  <a:pt x="4733743" y="160400"/>
                  <a:pt x="4730409" y="158876"/>
                  <a:pt x="4729266" y="157733"/>
                </a:cubicBezTo>
                <a:cubicBezTo>
                  <a:pt x="4728028" y="156495"/>
                  <a:pt x="4724504" y="154781"/>
                  <a:pt x="4726599" y="159543"/>
                </a:cubicBezTo>
                <a:cubicBezTo>
                  <a:pt x="4727457" y="161448"/>
                  <a:pt x="4730219" y="165163"/>
                  <a:pt x="4735267" y="166496"/>
                </a:cubicBezTo>
                <a:cubicBezTo>
                  <a:pt x="4742887" y="168497"/>
                  <a:pt x="4753936" y="167449"/>
                  <a:pt x="4756603" y="165258"/>
                </a:cubicBezTo>
                <a:cubicBezTo>
                  <a:pt x="4759937" y="162401"/>
                  <a:pt x="4765747" y="163163"/>
                  <a:pt x="4765747" y="163163"/>
                </a:cubicBezTo>
                <a:cubicBezTo>
                  <a:pt x="4765747" y="163163"/>
                  <a:pt x="4769271" y="164210"/>
                  <a:pt x="4772605" y="166306"/>
                </a:cubicBezTo>
                <a:cubicBezTo>
                  <a:pt x="4777368" y="169354"/>
                  <a:pt x="4780416" y="168973"/>
                  <a:pt x="4784035" y="166306"/>
                </a:cubicBezTo>
                <a:cubicBezTo>
                  <a:pt x="4787655" y="163639"/>
                  <a:pt x="4794227" y="163925"/>
                  <a:pt x="4793655" y="166306"/>
                </a:cubicBezTo>
                <a:cubicBezTo>
                  <a:pt x="4793084" y="168687"/>
                  <a:pt x="4790036" y="169925"/>
                  <a:pt x="4788226" y="172021"/>
                </a:cubicBezTo>
                <a:cubicBezTo>
                  <a:pt x="4786416" y="174116"/>
                  <a:pt x="4787369" y="177450"/>
                  <a:pt x="4783749" y="176212"/>
                </a:cubicBezTo>
                <a:cubicBezTo>
                  <a:pt x="4780130" y="174974"/>
                  <a:pt x="4780130" y="175640"/>
                  <a:pt x="4779558" y="178022"/>
                </a:cubicBezTo>
                <a:cubicBezTo>
                  <a:pt x="4778987" y="180403"/>
                  <a:pt x="4775939" y="181927"/>
                  <a:pt x="4772986" y="184022"/>
                </a:cubicBezTo>
                <a:cubicBezTo>
                  <a:pt x="4769557" y="186023"/>
                  <a:pt x="4767557" y="188023"/>
                  <a:pt x="4765461" y="187070"/>
                </a:cubicBezTo>
                <a:cubicBezTo>
                  <a:pt x="4765461" y="187070"/>
                  <a:pt x="4763842" y="185261"/>
                  <a:pt x="4757175" y="185546"/>
                </a:cubicBezTo>
                <a:cubicBezTo>
                  <a:pt x="4750602" y="185832"/>
                  <a:pt x="4752698" y="180117"/>
                  <a:pt x="4747269" y="180784"/>
                </a:cubicBezTo>
                <a:cubicBezTo>
                  <a:pt x="4741839" y="181355"/>
                  <a:pt x="4744602" y="180689"/>
                  <a:pt x="4738601" y="179260"/>
                </a:cubicBezTo>
                <a:cubicBezTo>
                  <a:pt x="4732600" y="177736"/>
                  <a:pt x="4736505" y="183832"/>
                  <a:pt x="4741935" y="182879"/>
                </a:cubicBezTo>
                <a:cubicBezTo>
                  <a:pt x="4745840" y="182213"/>
                  <a:pt x="4747650" y="186213"/>
                  <a:pt x="4742792" y="188023"/>
                </a:cubicBezTo>
                <a:cubicBezTo>
                  <a:pt x="4738029" y="189833"/>
                  <a:pt x="4735934" y="183260"/>
                  <a:pt x="4731743" y="182022"/>
                </a:cubicBezTo>
                <a:cubicBezTo>
                  <a:pt x="4727552" y="180784"/>
                  <a:pt x="4726599" y="182879"/>
                  <a:pt x="4730505" y="184403"/>
                </a:cubicBezTo>
                <a:cubicBezTo>
                  <a:pt x="4733076" y="185356"/>
                  <a:pt x="4732600" y="186785"/>
                  <a:pt x="4731076" y="188309"/>
                </a:cubicBezTo>
                <a:cubicBezTo>
                  <a:pt x="4729552" y="189833"/>
                  <a:pt x="4728695" y="188594"/>
                  <a:pt x="4726599" y="186499"/>
                </a:cubicBezTo>
                <a:cubicBezTo>
                  <a:pt x="4724504" y="184403"/>
                  <a:pt x="4725361" y="183165"/>
                  <a:pt x="4719456" y="183832"/>
                </a:cubicBezTo>
                <a:cubicBezTo>
                  <a:pt x="4713455" y="184403"/>
                  <a:pt x="4715836" y="186499"/>
                  <a:pt x="4718599" y="186499"/>
                </a:cubicBezTo>
                <a:cubicBezTo>
                  <a:pt x="4721361" y="186499"/>
                  <a:pt x="4721932" y="187737"/>
                  <a:pt x="4721932" y="189833"/>
                </a:cubicBezTo>
                <a:cubicBezTo>
                  <a:pt x="4721932" y="191928"/>
                  <a:pt x="4723742" y="193166"/>
                  <a:pt x="4718027" y="194309"/>
                </a:cubicBezTo>
                <a:cubicBezTo>
                  <a:pt x="4712312" y="195548"/>
                  <a:pt x="4693167" y="200596"/>
                  <a:pt x="4691071" y="194309"/>
                </a:cubicBezTo>
                <a:cubicBezTo>
                  <a:pt x="4688976" y="188023"/>
                  <a:pt x="4686594" y="191357"/>
                  <a:pt x="4688690" y="194024"/>
                </a:cubicBezTo>
                <a:cubicBezTo>
                  <a:pt x="4690785" y="196691"/>
                  <a:pt x="4689928" y="199072"/>
                  <a:pt x="4686309" y="199739"/>
                </a:cubicBezTo>
                <a:cubicBezTo>
                  <a:pt x="4682689" y="200310"/>
                  <a:pt x="4680594" y="200024"/>
                  <a:pt x="4677355" y="193738"/>
                </a:cubicBezTo>
                <a:cubicBezTo>
                  <a:pt x="4674021" y="187451"/>
                  <a:pt x="4672212" y="193166"/>
                  <a:pt x="4675545" y="196405"/>
                </a:cubicBezTo>
                <a:cubicBezTo>
                  <a:pt x="4678879" y="199739"/>
                  <a:pt x="4678212" y="204501"/>
                  <a:pt x="4671069" y="201167"/>
                </a:cubicBezTo>
                <a:cubicBezTo>
                  <a:pt x="4663925" y="197834"/>
                  <a:pt x="4660591" y="194595"/>
                  <a:pt x="4660020" y="191547"/>
                </a:cubicBezTo>
                <a:cubicBezTo>
                  <a:pt x="4658019" y="181546"/>
                  <a:pt x="4662972" y="186118"/>
                  <a:pt x="4666306" y="183451"/>
                </a:cubicBezTo>
                <a:cubicBezTo>
                  <a:pt x="4669640" y="180784"/>
                  <a:pt x="4674117" y="183737"/>
                  <a:pt x="4676212" y="181927"/>
                </a:cubicBezTo>
                <a:cubicBezTo>
                  <a:pt x="4678689" y="179831"/>
                  <a:pt x="4678593" y="178403"/>
                  <a:pt x="4675355" y="178974"/>
                </a:cubicBezTo>
                <a:cubicBezTo>
                  <a:pt x="4672116" y="179546"/>
                  <a:pt x="4671735" y="175640"/>
                  <a:pt x="4664306" y="174783"/>
                </a:cubicBezTo>
                <a:cubicBezTo>
                  <a:pt x="4656781" y="173926"/>
                  <a:pt x="4659162" y="169735"/>
                  <a:pt x="4661353" y="169735"/>
                </a:cubicBezTo>
                <a:cubicBezTo>
                  <a:pt x="4663449" y="169735"/>
                  <a:pt x="4665544" y="170306"/>
                  <a:pt x="4672116" y="166401"/>
                </a:cubicBezTo>
                <a:cubicBezTo>
                  <a:pt x="4678689" y="162496"/>
                  <a:pt x="4685451" y="167830"/>
                  <a:pt x="4687166" y="170592"/>
                </a:cubicBezTo>
                <a:cubicBezTo>
                  <a:pt x="4690500" y="176021"/>
                  <a:pt x="4696119" y="176021"/>
                  <a:pt x="4696691" y="174497"/>
                </a:cubicBezTo>
                <a:cubicBezTo>
                  <a:pt x="4697262" y="172973"/>
                  <a:pt x="4705359" y="173640"/>
                  <a:pt x="4711359" y="172973"/>
                </a:cubicBezTo>
                <a:cubicBezTo>
                  <a:pt x="4717360" y="172402"/>
                  <a:pt x="4719741" y="170306"/>
                  <a:pt x="4717074" y="166687"/>
                </a:cubicBezTo>
                <a:cubicBezTo>
                  <a:pt x="4714407" y="163067"/>
                  <a:pt x="4711074" y="158019"/>
                  <a:pt x="4712312" y="156209"/>
                </a:cubicBezTo>
                <a:cubicBezTo>
                  <a:pt x="4713550" y="154400"/>
                  <a:pt x="4713836" y="152876"/>
                  <a:pt x="4710216" y="154114"/>
                </a:cubicBezTo>
                <a:cubicBezTo>
                  <a:pt x="4706597" y="155352"/>
                  <a:pt x="4707549" y="158591"/>
                  <a:pt x="4708692" y="159829"/>
                </a:cubicBezTo>
                <a:cubicBezTo>
                  <a:pt x="4709931" y="161067"/>
                  <a:pt x="4713836" y="163734"/>
                  <a:pt x="4711645" y="166973"/>
                </a:cubicBezTo>
                <a:cubicBezTo>
                  <a:pt x="4709550" y="170306"/>
                  <a:pt x="4704787" y="169640"/>
                  <a:pt x="4702311" y="168497"/>
                </a:cubicBezTo>
                <a:cubicBezTo>
                  <a:pt x="4699929" y="167258"/>
                  <a:pt x="4701072" y="165830"/>
                  <a:pt x="4696881" y="168782"/>
                </a:cubicBezTo>
                <a:cubicBezTo>
                  <a:pt x="4692691" y="171735"/>
                  <a:pt x="4690595" y="168211"/>
                  <a:pt x="4691166" y="166687"/>
                </a:cubicBezTo>
                <a:cubicBezTo>
                  <a:pt x="4691738" y="165163"/>
                  <a:pt x="4693833" y="162210"/>
                  <a:pt x="4690595" y="163067"/>
                </a:cubicBezTo>
                <a:cubicBezTo>
                  <a:pt x="4687261" y="163925"/>
                  <a:pt x="4684594" y="159734"/>
                  <a:pt x="4689071" y="157924"/>
                </a:cubicBezTo>
                <a:cubicBezTo>
                  <a:pt x="4693548" y="156114"/>
                  <a:pt x="4692405" y="154019"/>
                  <a:pt x="4688499" y="154590"/>
                </a:cubicBezTo>
                <a:cubicBezTo>
                  <a:pt x="4684594" y="155162"/>
                  <a:pt x="4683070" y="153733"/>
                  <a:pt x="4679832" y="150685"/>
                </a:cubicBezTo>
                <a:cubicBezTo>
                  <a:pt x="4676498" y="147732"/>
                  <a:pt x="4676879" y="151256"/>
                  <a:pt x="4678022" y="152780"/>
                </a:cubicBezTo>
                <a:cubicBezTo>
                  <a:pt x="4679260" y="154304"/>
                  <a:pt x="4681356" y="156686"/>
                  <a:pt x="4678593" y="159638"/>
                </a:cubicBezTo>
                <a:cubicBezTo>
                  <a:pt x="4675926" y="162591"/>
                  <a:pt x="4671354" y="162496"/>
                  <a:pt x="4673545" y="157543"/>
                </a:cubicBezTo>
                <a:cubicBezTo>
                  <a:pt x="4675355" y="153352"/>
                  <a:pt x="4672021" y="154590"/>
                  <a:pt x="4671164" y="156305"/>
                </a:cubicBezTo>
                <a:cubicBezTo>
                  <a:pt x="4670307" y="158114"/>
                  <a:pt x="4669068" y="158400"/>
                  <a:pt x="4666973" y="160781"/>
                </a:cubicBezTo>
                <a:cubicBezTo>
                  <a:pt x="4662210" y="166211"/>
                  <a:pt x="4658019" y="164115"/>
                  <a:pt x="4658019" y="161067"/>
                </a:cubicBezTo>
                <a:cubicBezTo>
                  <a:pt x="4658019" y="158114"/>
                  <a:pt x="4658019" y="158686"/>
                  <a:pt x="4654686" y="158114"/>
                </a:cubicBezTo>
                <a:cubicBezTo>
                  <a:pt x="4651352" y="157543"/>
                  <a:pt x="4653162" y="153352"/>
                  <a:pt x="4655257" y="152685"/>
                </a:cubicBezTo>
                <a:cubicBezTo>
                  <a:pt x="4657353" y="152114"/>
                  <a:pt x="4658115" y="150875"/>
                  <a:pt x="4659448" y="149066"/>
                </a:cubicBezTo>
                <a:cubicBezTo>
                  <a:pt x="4661258" y="146684"/>
                  <a:pt x="4665449" y="146113"/>
                  <a:pt x="4666973" y="146113"/>
                </a:cubicBezTo>
                <a:cubicBezTo>
                  <a:pt x="4668497" y="146113"/>
                  <a:pt x="4674117" y="146970"/>
                  <a:pt x="4676307" y="144875"/>
                </a:cubicBezTo>
                <a:cubicBezTo>
                  <a:pt x="4678403" y="142779"/>
                  <a:pt x="4683451" y="142208"/>
                  <a:pt x="4686213" y="142779"/>
                </a:cubicBezTo>
                <a:cubicBezTo>
                  <a:pt x="4688880" y="143351"/>
                  <a:pt x="4694691" y="143827"/>
                  <a:pt x="4700025" y="144589"/>
                </a:cubicBezTo>
                <a:cubicBezTo>
                  <a:pt x="4706597" y="145446"/>
                  <a:pt x="4706025" y="141255"/>
                  <a:pt x="4701263" y="141922"/>
                </a:cubicBezTo>
                <a:cubicBezTo>
                  <a:pt x="4694119" y="142874"/>
                  <a:pt x="4692309" y="141255"/>
                  <a:pt x="4693452" y="140112"/>
                </a:cubicBezTo>
                <a:cubicBezTo>
                  <a:pt x="4694691" y="138874"/>
                  <a:pt x="4695548" y="138302"/>
                  <a:pt x="4702692" y="138874"/>
                </a:cubicBezTo>
                <a:cubicBezTo>
                  <a:pt x="4709931" y="139445"/>
                  <a:pt x="4709359" y="137350"/>
                  <a:pt x="4706978" y="135921"/>
                </a:cubicBezTo>
                <a:cubicBezTo>
                  <a:pt x="4704597" y="134397"/>
                  <a:pt x="4701453" y="133540"/>
                  <a:pt x="4698786" y="135064"/>
                </a:cubicBezTo>
                <a:cubicBezTo>
                  <a:pt x="4694214" y="137636"/>
                  <a:pt x="4688880" y="137159"/>
                  <a:pt x="4683166" y="139826"/>
                </a:cubicBezTo>
                <a:cubicBezTo>
                  <a:pt x="4677450" y="142493"/>
                  <a:pt x="4668783" y="143732"/>
                  <a:pt x="4666401" y="140398"/>
                </a:cubicBezTo>
                <a:cubicBezTo>
                  <a:pt x="4664020" y="137064"/>
                  <a:pt x="4668211" y="136493"/>
                  <a:pt x="4672402" y="137064"/>
                </a:cubicBezTo>
                <a:cubicBezTo>
                  <a:pt x="4676593" y="137636"/>
                  <a:pt x="4676593" y="133445"/>
                  <a:pt x="4672116" y="133445"/>
                </a:cubicBezTo>
                <a:cubicBezTo>
                  <a:pt x="4667640" y="133445"/>
                  <a:pt x="4654686" y="125348"/>
                  <a:pt x="4648780" y="126587"/>
                </a:cubicBezTo>
                <a:cubicBezTo>
                  <a:pt x="4642779" y="127825"/>
                  <a:pt x="4641922" y="126015"/>
                  <a:pt x="4644303" y="124777"/>
                </a:cubicBezTo>
                <a:cubicBezTo>
                  <a:pt x="4646685" y="123539"/>
                  <a:pt x="4646970" y="122681"/>
                  <a:pt x="4642494" y="123253"/>
                </a:cubicBezTo>
                <a:cubicBezTo>
                  <a:pt x="4638017" y="123824"/>
                  <a:pt x="4634683" y="125634"/>
                  <a:pt x="4629920" y="116966"/>
                </a:cubicBezTo>
                <a:cubicBezTo>
                  <a:pt x="4625158" y="108299"/>
                  <a:pt x="4634397" y="108870"/>
                  <a:pt x="4638303" y="109442"/>
                </a:cubicBezTo>
                <a:cubicBezTo>
                  <a:pt x="4642208" y="110013"/>
                  <a:pt x="4653352" y="112490"/>
                  <a:pt x="4656019" y="110394"/>
                </a:cubicBezTo>
                <a:cubicBezTo>
                  <a:pt x="4658686" y="108299"/>
                  <a:pt x="4664115" y="110680"/>
                  <a:pt x="4667354" y="112490"/>
                </a:cubicBezTo>
                <a:cubicBezTo>
                  <a:pt x="4670687" y="114299"/>
                  <a:pt x="4678403" y="118395"/>
                  <a:pt x="4683261" y="118681"/>
                </a:cubicBezTo>
                <a:cubicBezTo>
                  <a:pt x="4686023" y="118871"/>
                  <a:pt x="4692595" y="118681"/>
                  <a:pt x="4694691" y="120205"/>
                </a:cubicBezTo>
                <a:cubicBezTo>
                  <a:pt x="4696786" y="121729"/>
                  <a:pt x="4698024" y="121443"/>
                  <a:pt x="4698596" y="119348"/>
                </a:cubicBezTo>
                <a:cubicBezTo>
                  <a:pt x="4699167" y="117252"/>
                  <a:pt x="4699167" y="116014"/>
                  <a:pt x="4696500" y="116681"/>
                </a:cubicBezTo>
                <a:cubicBezTo>
                  <a:pt x="4693833" y="117252"/>
                  <a:pt x="4690785" y="117252"/>
                  <a:pt x="4686594" y="115157"/>
                </a:cubicBezTo>
                <a:cubicBezTo>
                  <a:pt x="4682403" y="113061"/>
                  <a:pt x="4686023" y="110966"/>
                  <a:pt x="4677641" y="110394"/>
                </a:cubicBezTo>
                <a:cubicBezTo>
                  <a:pt x="4669259" y="109823"/>
                  <a:pt x="4674593" y="103155"/>
                  <a:pt x="4676784" y="103155"/>
                </a:cubicBezTo>
                <a:cubicBezTo>
                  <a:pt x="4678879" y="103155"/>
                  <a:pt x="4682784" y="101917"/>
                  <a:pt x="4685451" y="99821"/>
                </a:cubicBezTo>
                <a:cubicBezTo>
                  <a:pt x="4688118" y="97726"/>
                  <a:pt x="4695357" y="97726"/>
                  <a:pt x="4697167" y="98297"/>
                </a:cubicBezTo>
                <a:cubicBezTo>
                  <a:pt x="4698977" y="98869"/>
                  <a:pt x="4703739" y="99821"/>
                  <a:pt x="4708216" y="97440"/>
                </a:cubicBezTo>
                <a:cubicBezTo>
                  <a:pt x="4715645" y="93440"/>
                  <a:pt x="4704597" y="96583"/>
                  <a:pt x="4701930" y="94487"/>
                </a:cubicBezTo>
                <a:cubicBezTo>
                  <a:pt x="4699262" y="92392"/>
                  <a:pt x="4708216" y="88487"/>
                  <a:pt x="4711836" y="89058"/>
                </a:cubicBezTo>
                <a:cubicBezTo>
                  <a:pt x="4715455" y="89630"/>
                  <a:pt x="4717551" y="87534"/>
                  <a:pt x="4712693" y="85724"/>
                </a:cubicBezTo>
                <a:cubicBezTo>
                  <a:pt x="4707930" y="83915"/>
                  <a:pt x="4704882" y="87820"/>
                  <a:pt x="4699167" y="89630"/>
                </a:cubicBezTo>
                <a:cubicBezTo>
                  <a:pt x="4691357" y="92106"/>
                  <a:pt x="4694976" y="85439"/>
                  <a:pt x="4697358" y="84486"/>
                </a:cubicBezTo>
                <a:cubicBezTo>
                  <a:pt x="4699739" y="83629"/>
                  <a:pt x="4701834" y="81152"/>
                  <a:pt x="4703073" y="79438"/>
                </a:cubicBezTo>
                <a:cubicBezTo>
                  <a:pt x="4704311" y="77628"/>
                  <a:pt x="4706978" y="75533"/>
                  <a:pt x="4710216" y="75533"/>
                </a:cubicBezTo>
                <a:cubicBezTo>
                  <a:pt x="4713455" y="75533"/>
                  <a:pt x="4716217" y="72580"/>
                  <a:pt x="4710788" y="72866"/>
                </a:cubicBezTo>
                <a:cubicBezTo>
                  <a:pt x="4705359" y="73151"/>
                  <a:pt x="4699739" y="76771"/>
                  <a:pt x="4696405" y="79724"/>
                </a:cubicBezTo>
                <a:cubicBezTo>
                  <a:pt x="4693071" y="82676"/>
                  <a:pt x="4670974" y="92582"/>
                  <a:pt x="4663734" y="93821"/>
                </a:cubicBezTo>
                <a:cubicBezTo>
                  <a:pt x="4656591" y="95059"/>
                  <a:pt x="4647542" y="104012"/>
                  <a:pt x="4643065" y="101631"/>
                </a:cubicBezTo>
                <a:cubicBezTo>
                  <a:pt x="4638588" y="99250"/>
                  <a:pt x="4643351" y="98012"/>
                  <a:pt x="4643065" y="95630"/>
                </a:cubicBezTo>
                <a:cubicBezTo>
                  <a:pt x="4642589" y="92106"/>
                  <a:pt x="4640398" y="92011"/>
                  <a:pt x="4639445" y="93821"/>
                </a:cubicBezTo>
                <a:cubicBezTo>
                  <a:pt x="4638588" y="95630"/>
                  <a:pt x="4633350" y="99250"/>
                  <a:pt x="4633159" y="95916"/>
                </a:cubicBezTo>
                <a:cubicBezTo>
                  <a:pt x="4632874" y="91725"/>
                  <a:pt x="4630683" y="94392"/>
                  <a:pt x="4629920" y="95821"/>
                </a:cubicBezTo>
                <a:cubicBezTo>
                  <a:pt x="4629254" y="97059"/>
                  <a:pt x="4628873" y="98583"/>
                  <a:pt x="4629254" y="100393"/>
                </a:cubicBezTo>
                <a:cubicBezTo>
                  <a:pt x="4631159" y="108489"/>
                  <a:pt x="4622396" y="110585"/>
                  <a:pt x="4618205" y="106679"/>
                </a:cubicBezTo>
                <a:cubicBezTo>
                  <a:pt x="4614014" y="102774"/>
                  <a:pt x="4619729" y="99536"/>
                  <a:pt x="4617919" y="94392"/>
                </a:cubicBezTo>
                <a:cubicBezTo>
                  <a:pt x="4616681" y="90868"/>
                  <a:pt x="4614300" y="90487"/>
                  <a:pt x="4616014" y="93821"/>
                </a:cubicBezTo>
                <a:cubicBezTo>
                  <a:pt x="4615824" y="94678"/>
                  <a:pt x="4615633" y="95630"/>
                  <a:pt x="4615252" y="96488"/>
                </a:cubicBezTo>
                <a:cubicBezTo>
                  <a:pt x="4614014" y="99155"/>
                  <a:pt x="4614014" y="99821"/>
                  <a:pt x="4614681" y="106394"/>
                </a:cubicBezTo>
                <a:cubicBezTo>
                  <a:pt x="4615252" y="112966"/>
                  <a:pt x="4613824" y="114204"/>
                  <a:pt x="4609918" y="113537"/>
                </a:cubicBezTo>
                <a:cubicBezTo>
                  <a:pt x="4606013" y="112966"/>
                  <a:pt x="4606013" y="115919"/>
                  <a:pt x="4597059" y="116871"/>
                </a:cubicBezTo>
                <a:cubicBezTo>
                  <a:pt x="4588106" y="117728"/>
                  <a:pt x="4582962" y="113537"/>
                  <a:pt x="4586296" y="108203"/>
                </a:cubicBezTo>
                <a:cubicBezTo>
                  <a:pt x="4589630" y="102774"/>
                  <a:pt x="4593440" y="102774"/>
                  <a:pt x="4595535" y="102203"/>
                </a:cubicBezTo>
                <a:cubicBezTo>
                  <a:pt x="4597631" y="101631"/>
                  <a:pt x="4601155" y="102584"/>
                  <a:pt x="4604203" y="96773"/>
                </a:cubicBezTo>
                <a:cubicBezTo>
                  <a:pt x="4607156" y="91058"/>
                  <a:pt x="4603917" y="92011"/>
                  <a:pt x="4602679" y="95916"/>
                </a:cubicBezTo>
                <a:cubicBezTo>
                  <a:pt x="4601917" y="98393"/>
                  <a:pt x="4594297" y="100679"/>
                  <a:pt x="4588868" y="101917"/>
                </a:cubicBezTo>
                <a:cubicBezTo>
                  <a:pt x="4583439" y="103155"/>
                  <a:pt x="4581343" y="110585"/>
                  <a:pt x="4574771" y="110013"/>
                </a:cubicBezTo>
                <a:cubicBezTo>
                  <a:pt x="4568199" y="109442"/>
                  <a:pt x="4571437" y="104298"/>
                  <a:pt x="4574199" y="104965"/>
                </a:cubicBezTo>
                <a:cubicBezTo>
                  <a:pt x="4576866" y="105536"/>
                  <a:pt x="4576200" y="97535"/>
                  <a:pt x="4586487" y="96583"/>
                </a:cubicBezTo>
                <a:cubicBezTo>
                  <a:pt x="4598774" y="95345"/>
                  <a:pt x="4593630" y="92106"/>
                  <a:pt x="4583153" y="93916"/>
                </a:cubicBezTo>
                <a:cubicBezTo>
                  <a:pt x="4572009" y="95821"/>
                  <a:pt x="4566960" y="102012"/>
                  <a:pt x="4562769" y="102869"/>
                </a:cubicBezTo>
                <a:cubicBezTo>
                  <a:pt x="4557150" y="104108"/>
                  <a:pt x="4546291" y="101631"/>
                  <a:pt x="4546291" y="98107"/>
                </a:cubicBezTo>
                <a:cubicBezTo>
                  <a:pt x="4546291" y="94487"/>
                  <a:pt x="4555626" y="90296"/>
                  <a:pt x="4558578" y="90011"/>
                </a:cubicBezTo>
                <a:cubicBezTo>
                  <a:pt x="4561531" y="89725"/>
                  <a:pt x="4566389" y="89439"/>
                  <a:pt x="4566960" y="85534"/>
                </a:cubicBezTo>
                <a:cubicBezTo>
                  <a:pt x="4567532" y="81629"/>
                  <a:pt x="4574104" y="81914"/>
                  <a:pt x="4575628" y="82867"/>
                </a:cubicBezTo>
                <a:cubicBezTo>
                  <a:pt x="4577152" y="83724"/>
                  <a:pt x="4580391" y="84296"/>
                  <a:pt x="4585820" y="84867"/>
                </a:cubicBezTo>
                <a:cubicBezTo>
                  <a:pt x="4591249" y="85439"/>
                  <a:pt x="4591535" y="83153"/>
                  <a:pt x="4588773" y="83153"/>
                </a:cubicBezTo>
                <a:cubicBezTo>
                  <a:pt x="4586106" y="83153"/>
                  <a:pt x="4583343" y="82581"/>
                  <a:pt x="4583343" y="80771"/>
                </a:cubicBezTo>
                <a:cubicBezTo>
                  <a:pt x="4583343" y="78962"/>
                  <a:pt x="4586963" y="78104"/>
                  <a:pt x="4590201" y="79533"/>
                </a:cubicBezTo>
                <a:cubicBezTo>
                  <a:pt x="4593535" y="81057"/>
                  <a:pt x="4601631" y="81629"/>
                  <a:pt x="4606965" y="81057"/>
                </a:cubicBezTo>
                <a:cubicBezTo>
                  <a:pt x="4612395" y="80486"/>
                  <a:pt x="4613537" y="76580"/>
                  <a:pt x="4608204" y="77723"/>
                </a:cubicBezTo>
                <a:cubicBezTo>
                  <a:pt x="4602774" y="78962"/>
                  <a:pt x="4600679" y="77723"/>
                  <a:pt x="4600679" y="76485"/>
                </a:cubicBezTo>
                <a:cubicBezTo>
                  <a:pt x="4600679" y="75247"/>
                  <a:pt x="4598012" y="73532"/>
                  <a:pt x="4593154" y="73532"/>
                </a:cubicBezTo>
                <a:cubicBezTo>
                  <a:pt x="4588392" y="73532"/>
                  <a:pt x="4582962" y="72294"/>
                  <a:pt x="4585058" y="70199"/>
                </a:cubicBezTo>
                <a:cubicBezTo>
                  <a:pt x="4587153" y="68103"/>
                  <a:pt x="4591344" y="69341"/>
                  <a:pt x="4593440" y="68675"/>
                </a:cubicBezTo>
                <a:cubicBezTo>
                  <a:pt x="4595535" y="68103"/>
                  <a:pt x="4600965" y="67151"/>
                  <a:pt x="4602108" y="69913"/>
                </a:cubicBezTo>
                <a:cubicBezTo>
                  <a:pt x="4603346" y="72580"/>
                  <a:pt x="4608966" y="72866"/>
                  <a:pt x="4612299" y="72294"/>
                </a:cubicBezTo>
                <a:cubicBezTo>
                  <a:pt x="4615633" y="71723"/>
                  <a:pt x="4626968" y="71437"/>
                  <a:pt x="4628206" y="72580"/>
                </a:cubicBezTo>
                <a:cubicBezTo>
                  <a:pt x="4629444" y="73818"/>
                  <a:pt x="4632397" y="75247"/>
                  <a:pt x="4633635" y="73818"/>
                </a:cubicBezTo>
                <a:cubicBezTo>
                  <a:pt x="4634874" y="72294"/>
                  <a:pt x="4637826" y="71151"/>
                  <a:pt x="4643256" y="72580"/>
                </a:cubicBezTo>
                <a:cubicBezTo>
                  <a:pt x="4648685" y="74104"/>
                  <a:pt x="4653162" y="69913"/>
                  <a:pt x="4645351" y="69913"/>
                </a:cubicBezTo>
                <a:cubicBezTo>
                  <a:pt x="4637541" y="69913"/>
                  <a:pt x="4631826" y="67246"/>
                  <a:pt x="4634588" y="63912"/>
                </a:cubicBezTo>
                <a:cubicBezTo>
                  <a:pt x="4637255" y="60578"/>
                  <a:pt x="4643256" y="64198"/>
                  <a:pt x="4646875" y="64198"/>
                </a:cubicBezTo>
                <a:cubicBezTo>
                  <a:pt x="4650495" y="64198"/>
                  <a:pt x="4662115" y="66579"/>
                  <a:pt x="4659448" y="63341"/>
                </a:cubicBezTo>
                <a:cubicBezTo>
                  <a:pt x="4656781" y="60007"/>
                  <a:pt x="4652304" y="61531"/>
                  <a:pt x="4644208" y="61531"/>
                </a:cubicBezTo>
                <a:cubicBezTo>
                  <a:pt x="4636112" y="61531"/>
                  <a:pt x="4645732" y="55530"/>
                  <a:pt x="4648685" y="57340"/>
                </a:cubicBezTo>
                <a:cubicBezTo>
                  <a:pt x="4650209" y="58197"/>
                  <a:pt x="4652019" y="58864"/>
                  <a:pt x="4652590" y="56102"/>
                </a:cubicBezTo>
                <a:cubicBezTo>
                  <a:pt x="4653162" y="53435"/>
                  <a:pt x="4665449" y="46196"/>
                  <a:pt x="4675355" y="54006"/>
                </a:cubicBezTo>
                <a:cubicBezTo>
                  <a:pt x="4685261" y="61817"/>
                  <a:pt x="4685547" y="54863"/>
                  <a:pt x="4678308" y="51625"/>
                </a:cubicBezTo>
                <a:cubicBezTo>
                  <a:pt x="4671164" y="48291"/>
                  <a:pt x="4673831" y="46577"/>
                  <a:pt x="4677069" y="46577"/>
                </a:cubicBezTo>
                <a:cubicBezTo>
                  <a:pt x="4680403" y="46577"/>
                  <a:pt x="4682499" y="44195"/>
                  <a:pt x="4686975" y="43243"/>
                </a:cubicBezTo>
                <a:cubicBezTo>
                  <a:pt x="4691452" y="42386"/>
                  <a:pt x="4697453" y="42005"/>
                  <a:pt x="4698977" y="42957"/>
                </a:cubicBezTo>
                <a:cubicBezTo>
                  <a:pt x="4700501" y="43814"/>
                  <a:pt x="4705549" y="45624"/>
                  <a:pt x="4710407" y="46291"/>
                </a:cubicBezTo>
                <a:cubicBezTo>
                  <a:pt x="4715169" y="46862"/>
                  <a:pt x="4716979" y="42671"/>
                  <a:pt x="4711645" y="43338"/>
                </a:cubicBezTo>
                <a:cubicBezTo>
                  <a:pt x="4706216" y="43910"/>
                  <a:pt x="4706502" y="41528"/>
                  <a:pt x="4709264" y="39719"/>
                </a:cubicBezTo>
                <a:cubicBezTo>
                  <a:pt x="4711931" y="37909"/>
                  <a:pt x="4730886" y="32194"/>
                  <a:pt x="4731457" y="32861"/>
                </a:cubicBezTo>
                <a:cubicBezTo>
                  <a:pt x="4732029" y="33432"/>
                  <a:pt x="4734791" y="34099"/>
                  <a:pt x="4736601" y="32289"/>
                </a:cubicBezTo>
                <a:cubicBezTo>
                  <a:pt x="4738410" y="30479"/>
                  <a:pt x="4741363" y="30479"/>
                  <a:pt x="4743173" y="30479"/>
                </a:cubicBezTo>
                <a:cubicBezTo>
                  <a:pt x="4744983" y="30479"/>
                  <a:pt x="4755174" y="31432"/>
                  <a:pt x="4759651" y="29622"/>
                </a:cubicBezTo>
                <a:cubicBezTo>
                  <a:pt x="4764128" y="27812"/>
                  <a:pt x="4765842" y="30860"/>
                  <a:pt x="4764128" y="32289"/>
                </a:cubicBezTo>
                <a:cubicBezTo>
                  <a:pt x="4762509" y="33813"/>
                  <a:pt x="4761747" y="34956"/>
                  <a:pt x="4749745" y="37052"/>
                </a:cubicBezTo>
                <a:cubicBezTo>
                  <a:pt x="4737744" y="39147"/>
                  <a:pt x="4741935" y="41528"/>
                  <a:pt x="4746126" y="41528"/>
                </a:cubicBezTo>
                <a:cubicBezTo>
                  <a:pt x="4750317" y="41528"/>
                  <a:pt x="4755746" y="37814"/>
                  <a:pt x="4759651" y="37623"/>
                </a:cubicBezTo>
                <a:cubicBezTo>
                  <a:pt x="4764414" y="37433"/>
                  <a:pt x="4766033" y="36004"/>
                  <a:pt x="4766033" y="36004"/>
                </a:cubicBezTo>
                <a:cubicBezTo>
                  <a:pt x="4766033" y="36004"/>
                  <a:pt x="4771462" y="31241"/>
                  <a:pt x="4774415" y="31813"/>
                </a:cubicBezTo>
                <a:cubicBezTo>
                  <a:pt x="4777368" y="32384"/>
                  <a:pt x="4778320" y="32384"/>
                  <a:pt x="4778320" y="30003"/>
                </a:cubicBezTo>
                <a:cubicBezTo>
                  <a:pt x="4778320" y="27622"/>
                  <a:pt x="4778606" y="26098"/>
                  <a:pt x="4784035" y="27336"/>
                </a:cubicBezTo>
                <a:cubicBezTo>
                  <a:pt x="4789464" y="28574"/>
                  <a:pt x="4810991" y="30956"/>
                  <a:pt x="4814610" y="31527"/>
                </a:cubicBezTo>
                <a:cubicBezTo>
                  <a:pt x="4818230" y="32099"/>
                  <a:pt x="4821468" y="31241"/>
                  <a:pt x="4823945" y="27908"/>
                </a:cubicBezTo>
                <a:cubicBezTo>
                  <a:pt x="4825136" y="26241"/>
                  <a:pt x="4828351" y="24979"/>
                  <a:pt x="4831268" y="24919"/>
                </a:cubicBezTo>
                <a:close/>
                <a:moveTo>
                  <a:pt x="4918588" y="12144"/>
                </a:moveTo>
                <a:cubicBezTo>
                  <a:pt x="4919076" y="11549"/>
                  <a:pt x="4920196" y="11334"/>
                  <a:pt x="4922720" y="12858"/>
                </a:cubicBezTo>
                <a:cubicBezTo>
                  <a:pt x="4927863" y="15811"/>
                  <a:pt x="4931673" y="14097"/>
                  <a:pt x="4933768" y="14097"/>
                </a:cubicBezTo>
                <a:cubicBezTo>
                  <a:pt x="4935864" y="14097"/>
                  <a:pt x="4937674" y="16478"/>
                  <a:pt x="4932245" y="16192"/>
                </a:cubicBezTo>
                <a:cubicBezTo>
                  <a:pt x="4926815" y="15906"/>
                  <a:pt x="4920529" y="19145"/>
                  <a:pt x="4919385" y="16478"/>
                </a:cubicBezTo>
                <a:cubicBezTo>
                  <a:pt x="4918242" y="13716"/>
                  <a:pt x="4918242" y="13716"/>
                  <a:pt x="4918242" y="13716"/>
                </a:cubicBezTo>
                <a:cubicBezTo>
                  <a:pt x="4918242" y="13716"/>
                  <a:pt x="4918100" y="12740"/>
                  <a:pt x="4918588" y="12144"/>
                </a:cubicBezTo>
                <a:close/>
                <a:moveTo>
                  <a:pt x="1403327" y="1428"/>
                </a:moveTo>
                <a:lnTo>
                  <a:pt x="1416185" y="13334"/>
                </a:lnTo>
                <a:cubicBezTo>
                  <a:pt x="1417423" y="14477"/>
                  <a:pt x="1420090" y="16954"/>
                  <a:pt x="1421900" y="17811"/>
                </a:cubicBezTo>
                <a:cubicBezTo>
                  <a:pt x="1423710" y="18764"/>
                  <a:pt x="1425139" y="21145"/>
                  <a:pt x="1430854" y="23526"/>
                </a:cubicBezTo>
                <a:cubicBezTo>
                  <a:pt x="1436569" y="26003"/>
                  <a:pt x="1437426" y="28098"/>
                  <a:pt x="1435045" y="30765"/>
                </a:cubicBezTo>
                <a:cubicBezTo>
                  <a:pt x="1432664" y="33432"/>
                  <a:pt x="1426663" y="33146"/>
                  <a:pt x="1424281" y="32575"/>
                </a:cubicBezTo>
                <a:cubicBezTo>
                  <a:pt x="1421900" y="32003"/>
                  <a:pt x="1416471" y="31432"/>
                  <a:pt x="1411994" y="32003"/>
                </a:cubicBezTo>
                <a:cubicBezTo>
                  <a:pt x="1407518" y="32670"/>
                  <a:pt x="1397040" y="33527"/>
                  <a:pt x="1395230" y="33527"/>
                </a:cubicBezTo>
                <a:cubicBezTo>
                  <a:pt x="1393420" y="33527"/>
                  <a:pt x="1383895" y="33242"/>
                  <a:pt x="1378466" y="32956"/>
                </a:cubicBezTo>
                <a:cubicBezTo>
                  <a:pt x="1373037" y="32575"/>
                  <a:pt x="1372751" y="31146"/>
                  <a:pt x="1370084" y="29622"/>
                </a:cubicBezTo>
                <a:cubicBezTo>
                  <a:pt x="1367322" y="28193"/>
                  <a:pt x="1367989" y="27241"/>
                  <a:pt x="1362560" y="26955"/>
                </a:cubicBezTo>
                <a:cubicBezTo>
                  <a:pt x="1357130" y="26669"/>
                  <a:pt x="1353797" y="26669"/>
                  <a:pt x="1349035" y="25431"/>
                </a:cubicBezTo>
                <a:cubicBezTo>
                  <a:pt x="1344272" y="24193"/>
                  <a:pt x="1343890" y="25717"/>
                  <a:pt x="1345129" y="27812"/>
                </a:cubicBezTo>
                <a:cubicBezTo>
                  <a:pt x="1346272" y="29908"/>
                  <a:pt x="1354654" y="32003"/>
                  <a:pt x="1360369" y="31432"/>
                </a:cubicBezTo>
                <a:cubicBezTo>
                  <a:pt x="1365989" y="30860"/>
                  <a:pt x="1367798" y="37433"/>
                  <a:pt x="1363322" y="39242"/>
                </a:cubicBezTo>
                <a:cubicBezTo>
                  <a:pt x="1358845" y="41052"/>
                  <a:pt x="1349510" y="37718"/>
                  <a:pt x="1345034" y="37147"/>
                </a:cubicBezTo>
                <a:cubicBezTo>
                  <a:pt x="1340461" y="36480"/>
                  <a:pt x="1337794" y="35337"/>
                  <a:pt x="1335699" y="33527"/>
                </a:cubicBezTo>
                <a:cubicBezTo>
                  <a:pt x="1333603" y="31718"/>
                  <a:pt x="1330556" y="29622"/>
                  <a:pt x="1326079" y="29622"/>
                </a:cubicBezTo>
                <a:cubicBezTo>
                  <a:pt x="1321602" y="29622"/>
                  <a:pt x="1319792" y="33146"/>
                  <a:pt x="1316173" y="34385"/>
                </a:cubicBezTo>
                <a:cubicBezTo>
                  <a:pt x="1312553" y="35623"/>
                  <a:pt x="1314363" y="36766"/>
                  <a:pt x="1316173" y="36480"/>
                </a:cubicBezTo>
                <a:cubicBezTo>
                  <a:pt x="1317982" y="36194"/>
                  <a:pt x="1329031" y="35909"/>
                  <a:pt x="1332651" y="36480"/>
                </a:cubicBezTo>
                <a:cubicBezTo>
                  <a:pt x="1336270" y="37052"/>
                  <a:pt x="1341033" y="40957"/>
                  <a:pt x="1340748" y="43052"/>
                </a:cubicBezTo>
                <a:cubicBezTo>
                  <a:pt x="1340461" y="45148"/>
                  <a:pt x="1337223" y="44576"/>
                  <a:pt x="1334461" y="44576"/>
                </a:cubicBezTo>
                <a:cubicBezTo>
                  <a:pt x="1331698" y="44576"/>
                  <a:pt x="1320173" y="44862"/>
                  <a:pt x="1317697" y="45148"/>
                </a:cubicBezTo>
                <a:cubicBezTo>
                  <a:pt x="1315220" y="45434"/>
                  <a:pt x="1302552" y="49720"/>
                  <a:pt x="1302552" y="49720"/>
                </a:cubicBezTo>
                <a:lnTo>
                  <a:pt x="1300552" y="51339"/>
                </a:lnTo>
                <a:cubicBezTo>
                  <a:pt x="1297599" y="53720"/>
                  <a:pt x="1293884" y="54006"/>
                  <a:pt x="1289122" y="58483"/>
                </a:cubicBezTo>
                <a:cubicBezTo>
                  <a:pt x="1284359" y="62960"/>
                  <a:pt x="1283788" y="63341"/>
                  <a:pt x="1278073" y="64198"/>
                </a:cubicBezTo>
                <a:cubicBezTo>
                  <a:pt x="1272358" y="65150"/>
                  <a:pt x="1272643" y="65436"/>
                  <a:pt x="1268452" y="66008"/>
                </a:cubicBezTo>
                <a:cubicBezTo>
                  <a:pt x="1264261" y="66674"/>
                  <a:pt x="1264547" y="65722"/>
                  <a:pt x="1263976" y="63341"/>
                </a:cubicBezTo>
                <a:cubicBezTo>
                  <a:pt x="1263309" y="60959"/>
                  <a:pt x="1261880" y="59435"/>
                  <a:pt x="1258547" y="61816"/>
                </a:cubicBezTo>
                <a:cubicBezTo>
                  <a:pt x="1255213" y="64198"/>
                  <a:pt x="1255213" y="64484"/>
                  <a:pt x="1258832" y="68103"/>
                </a:cubicBezTo>
                <a:cubicBezTo>
                  <a:pt x="1262453" y="71723"/>
                  <a:pt x="1262738" y="72675"/>
                  <a:pt x="1262738" y="75628"/>
                </a:cubicBezTo>
                <a:cubicBezTo>
                  <a:pt x="1262738" y="78581"/>
                  <a:pt x="1260642" y="80676"/>
                  <a:pt x="1258547" y="76485"/>
                </a:cubicBezTo>
                <a:cubicBezTo>
                  <a:pt x="1256451" y="72294"/>
                  <a:pt x="1255213" y="70484"/>
                  <a:pt x="1252260" y="74104"/>
                </a:cubicBezTo>
                <a:cubicBezTo>
                  <a:pt x="1249307" y="77723"/>
                  <a:pt x="1248355" y="75914"/>
                  <a:pt x="1249879" y="78581"/>
                </a:cubicBezTo>
                <a:cubicBezTo>
                  <a:pt x="1251307" y="81248"/>
                  <a:pt x="1251307" y="82486"/>
                  <a:pt x="1256451" y="82771"/>
                </a:cubicBezTo>
                <a:cubicBezTo>
                  <a:pt x="1261499" y="83057"/>
                  <a:pt x="1259404" y="84200"/>
                  <a:pt x="1254641" y="87534"/>
                </a:cubicBezTo>
                <a:cubicBezTo>
                  <a:pt x="1249879" y="90868"/>
                  <a:pt x="1249879" y="91154"/>
                  <a:pt x="1244449" y="87534"/>
                </a:cubicBezTo>
                <a:cubicBezTo>
                  <a:pt x="1239116" y="84010"/>
                  <a:pt x="1240544" y="82486"/>
                  <a:pt x="1237591" y="82771"/>
                </a:cubicBezTo>
                <a:cubicBezTo>
                  <a:pt x="1234543" y="83152"/>
                  <a:pt x="1233305" y="82771"/>
                  <a:pt x="1228257" y="81914"/>
                </a:cubicBezTo>
                <a:cubicBezTo>
                  <a:pt x="1223209" y="80962"/>
                  <a:pt x="1222256" y="80105"/>
                  <a:pt x="1224066" y="82486"/>
                </a:cubicBezTo>
                <a:cubicBezTo>
                  <a:pt x="1225877" y="84867"/>
                  <a:pt x="1222256" y="84296"/>
                  <a:pt x="1219875" y="84296"/>
                </a:cubicBezTo>
                <a:cubicBezTo>
                  <a:pt x="1217494" y="84296"/>
                  <a:pt x="1215684" y="85248"/>
                  <a:pt x="1213875" y="83724"/>
                </a:cubicBezTo>
                <a:cubicBezTo>
                  <a:pt x="1212160" y="82200"/>
                  <a:pt x="1212731" y="79533"/>
                  <a:pt x="1210922" y="81629"/>
                </a:cubicBezTo>
                <a:cubicBezTo>
                  <a:pt x="1209112" y="83724"/>
                  <a:pt x="1209683" y="84296"/>
                  <a:pt x="1204921" y="84296"/>
                </a:cubicBezTo>
                <a:cubicBezTo>
                  <a:pt x="1200158" y="84296"/>
                  <a:pt x="1200444" y="85724"/>
                  <a:pt x="1202920" y="86201"/>
                </a:cubicBezTo>
                <a:cubicBezTo>
                  <a:pt x="1205016" y="86486"/>
                  <a:pt x="1205968" y="86867"/>
                  <a:pt x="1202349" y="89820"/>
                </a:cubicBezTo>
                <a:cubicBezTo>
                  <a:pt x="1198729" y="92868"/>
                  <a:pt x="1206254" y="93154"/>
                  <a:pt x="1209207" y="93440"/>
                </a:cubicBezTo>
                <a:cubicBezTo>
                  <a:pt x="1212255" y="93725"/>
                  <a:pt x="1213398" y="97916"/>
                  <a:pt x="1210445" y="97631"/>
                </a:cubicBezTo>
                <a:cubicBezTo>
                  <a:pt x="1207397" y="97345"/>
                  <a:pt x="1204159" y="98202"/>
                  <a:pt x="1200539" y="95821"/>
                </a:cubicBezTo>
                <a:cubicBezTo>
                  <a:pt x="1196920" y="93440"/>
                  <a:pt x="1195110" y="91916"/>
                  <a:pt x="1195396" y="94297"/>
                </a:cubicBezTo>
                <a:cubicBezTo>
                  <a:pt x="1195681" y="96678"/>
                  <a:pt x="1196920" y="98774"/>
                  <a:pt x="1201682" y="99345"/>
                </a:cubicBezTo>
                <a:cubicBezTo>
                  <a:pt x="1206540" y="99917"/>
                  <a:pt x="1208635" y="100488"/>
                  <a:pt x="1209493" y="103822"/>
                </a:cubicBezTo>
                <a:cubicBezTo>
                  <a:pt x="1210350" y="107156"/>
                  <a:pt x="1208540" y="106203"/>
                  <a:pt x="1205587" y="107441"/>
                </a:cubicBezTo>
                <a:cubicBezTo>
                  <a:pt x="1202539" y="108680"/>
                  <a:pt x="1203492" y="111346"/>
                  <a:pt x="1201969" y="111346"/>
                </a:cubicBezTo>
                <a:cubicBezTo>
                  <a:pt x="1200444" y="111346"/>
                  <a:pt x="1198063" y="112775"/>
                  <a:pt x="1195681" y="114014"/>
                </a:cubicBezTo>
                <a:cubicBezTo>
                  <a:pt x="1193300" y="115252"/>
                  <a:pt x="1191205" y="114014"/>
                  <a:pt x="1187014" y="109251"/>
                </a:cubicBezTo>
                <a:cubicBezTo>
                  <a:pt x="1182823" y="104393"/>
                  <a:pt x="1182823" y="105632"/>
                  <a:pt x="1183108" y="101726"/>
                </a:cubicBezTo>
                <a:cubicBezTo>
                  <a:pt x="1183395" y="97821"/>
                  <a:pt x="1183108" y="98107"/>
                  <a:pt x="1181299" y="100488"/>
                </a:cubicBezTo>
                <a:cubicBezTo>
                  <a:pt x="1179489" y="102869"/>
                  <a:pt x="1180441" y="102869"/>
                  <a:pt x="1181299" y="107346"/>
                </a:cubicBezTo>
                <a:cubicBezTo>
                  <a:pt x="1182156" y="111823"/>
                  <a:pt x="1180441" y="111537"/>
                  <a:pt x="1175012" y="109727"/>
                </a:cubicBezTo>
                <a:cubicBezTo>
                  <a:pt x="1169583" y="107918"/>
                  <a:pt x="1166916" y="112394"/>
                  <a:pt x="1171393" y="112394"/>
                </a:cubicBezTo>
                <a:cubicBezTo>
                  <a:pt x="1175869" y="112394"/>
                  <a:pt x="1177012" y="112966"/>
                  <a:pt x="1172250" y="117443"/>
                </a:cubicBezTo>
                <a:cubicBezTo>
                  <a:pt x="1167392" y="122015"/>
                  <a:pt x="1170154" y="123443"/>
                  <a:pt x="1175203" y="124682"/>
                </a:cubicBezTo>
                <a:cubicBezTo>
                  <a:pt x="1180251" y="125825"/>
                  <a:pt x="1177584" y="129158"/>
                  <a:pt x="1173964" y="129444"/>
                </a:cubicBezTo>
                <a:cubicBezTo>
                  <a:pt x="1170345" y="129730"/>
                  <a:pt x="1169488" y="129158"/>
                  <a:pt x="1168249" y="125253"/>
                </a:cubicBezTo>
                <a:cubicBezTo>
                  <a:pt x="1167106" y="121348"/>
                  <a:pt x="1161677" y="121348"/>
                  <a:pt x="1159010" y="119252"/>
                </a:cubicBezTo>
                <a:cubicBezTo>
                  <a:pt x="1156343" y="117157"/>
                  <a:pt x="1153581" y="116585"/>
                  <a:pt x="1150914" y="119538"/>
                </a:cubicBezTo>
                <a:cubicBezTo>
                  <a:pt x="1148152" y="122491"/>
                  <a:pt x="1145485" y="123729"/>
                  <a:pt x="1141294" y="123729"/>
                </a:cubicBezTo>
                <a:cubicBezTo>
                  <a:pt x="1137103" y="123729"/>
                  <a:pt x="1137674" y="121348"/>
                  <a:pt x="1137674" y="123729"/>
                </a:cubicBezTo>
                <a:cubicBezTo>
                  <a:pt x="1137674" y="126110"/>
                  <a:pt x="1137960" y="127253"/>
                  <a:pt x="1134626" y="130587"/>
                </a:cubicBezTo>
                <a:cubicBezTo>
                  <a:pt x="1131292" y="133826"/>
                  <a:pt x="1136150" y="134778"/>
                  <a:pt x="1138531" y="131444"/>
                </a:cubicBezTo>
                <a:cubicBezTo>
                  <a:pt x="1140913" y="128111"/>
                  <a:pt x="1142722" y="128111"/>
                  <a:pt x="1144818" y="129635"/>
                </a:cubicBezTo>
                <a:cubicBezTo>
                  <a:pt x="1146915" y="131159"/>
                  <a:pt x="1148723" y="133254"/>
                  <a:pt x="1147199" y="133254"/>
                </a:cubicBezTo>
                <a:cubicBezTo>
                  <a:pt x="1145675" y="133254"/>
                  <a:pt x="1143865" y="134492"/>
                  <a:pt x="1140913" y="137445"/>
                </a:cubicBezTo>
                <a:cubicBezTo>
                  <a:pt x="1137865" y="140493"/>
                  <a:pt x="1136055" y="140112"/>
                  <a:pt x="1133102" y="139255"/>
                </a:cubicBezTo>
                <a:cubicBezTo>
                  <a:pt x="1130054" y="138398"/>
                  <a:pt x="1128911" y="135064"/>
                  <a:pt x="1123768" y="137159"/>
                </a:cubicBezTo>
                <a:cubicBezTo>
                  <a:pt x="1118719" y="139255"/>
                  <a:pt x="1115386" y="138398"/>
                  <a:pt x="1110624" y="132683"/>
                </a:cubicBezTo>
                <a:cubicBezTo>
                  <a:pt x="1105765" y="127063"/>
                  <a:pt x="1110624" y="127349"/>
                  <a:pt x="1113576" y="129730"/>
                </a:cubicBezTo>
                <a:cubicBezTo>
                  <a:pt x="1116625" y="132111"/>
                  <a:pt x="1115671" y="132397"/>
                  <a:pt x="1119577" y="132683"/>
                </a:cubicBezTo>
                <a:cubicBezTo>
                  <a:pt x="1123482" y="133064"/>
                  <a:pt x="1120720" y="131540"/>
                  <a:pt x="1115957" y="127634"/>
                </a:cubicBezTo>
                <a:cubicBezTo>
                  <a:pt x="1111195" y="123729"/>
                  <a:pt x="1111195" y="123729"/>
                  <a:pt x="1105480" y="124301"/>
                </a:cubicBezTo>
                <a:cubicBezTo>
                  <a:pt x="1099860" y="124967"/>
                  <a:pt x="1100431" y="126491"/>
                  <a:pt x="1098622" y="121348"/>
                </a:cubicBezTo>
                <a:cubicBezTo>
                  <a:pt x="1096907" y="116204"/>
                  <a:pt x="1095669" y="117443"/>
                  <a:pt x="1095669" y="121634"/>
                </a:cubicBezTo>
                <a:cubicBezTo>
                  <a:pt x="1095669" y="125825"/>
                  <a:pt x="1095288" y="126110"/>
                  <a:pt x="1092335" y="125825"/>
                </a:cubicBezTo>
                <a:cubicBezTo>
                  <a:pt x="1089383" y="125539"/>
                  <a:pt x="1089668" y="125539"/>
                  <a:pt x="1085477" y="125825"/>
                </a:cubicBezTo>
                <a:cubicBezTo>
                  <a:pt x="1081286" y="126110"/>
                  <a:pt x="1080048" y="126396"/>
                  <a:pt x="1077667" y="123729"/>
                </a:cubicBezTo>
                <a:cubicBezTo>
                  <a:pt x="1075285" y="121062"/>
                  <a:pt x="1070809" y="115919"/>
                  <a:pt x="1071666" y="121062"/>
                </a:cubicBezTo>
                <a:cubicBezTo>
                  <a:pt x="1072523" y="126206"/>
                  <a:pt x="1065951" y="124110"/>
                  <a:pt x="1061474" y="124682"/>
                </a:cubicBezTo>
                <a:cubicBezTo>
                  <a:pt x="1056997" y="125253"/>
                  <a:pt x="1062427" y="128206"/>
                  <a:pt x="1068999" y="127634"/>
                </a:cubicBezTo>
                <a:cubicBezTo>
                  <a:pt x="1075571" y="127063"/>
                  <a:pt x="1077381" y="127634"/>
                  <a:pt x="1078905" y="131825"/>
                </a:cubicBezTo>
                <a:cubicBezTo>
                  <a:pt x="1080429" y="136016"/>
                  <a:pt x="1074047" y="133635"/>
                  <a:pt x="1071094" y="133635"/>
                </a:cubicBezTo>
                <a:cubicBezTo>
                  <a:pt x="1068142" y="133635"/>
                  <a:pt x="1066332" y="134302"/>
                  <a:pt x="1062141" y="133064"/>
                </a:cubicBezTo>
                <a:cubicBezTo>
                  <a:pt x="1057950" y="131921"/>
                  <a:pt x="1057093" y="132778"/>
                  <a:pt x="1060045" y="134588"/>
                </a:cubicBezTo>
                <a:cubicBezTo>
                  <a:pt x="1063093" y="136397"/>
                  <a:pt x="1062522" y="137540"/>
                  <a:pt x="1069380" y="137255"/>
                </a:cubicBezTo>
                <a:cubicBezTo>
                  <a:pt x="1076333" y="136969"/>
                  <a:pt x="1071475" y="139350"/>
                  <a:pt x="1072714" y="141446"/>
                </a:cubicBezTo>
                <a:cubicBezTo>
                  <a:pt x="1073952" y="143541"/>
                  <a:pt x="1072714" y="143827"/>
                  <a:pt x="1070047" y="142970"/>
                </a:cubicBezTo>
                <a:cubicBezTo>
                  <a:pt x="1067380" y="142112"/>
                  <a:pt x="1063474" y="139731"/>
                  <a:pt x="1056902" y="146875"/>
                </a:cubicBezTo>
                <a:cubicBezTo>
                  <a:pt x="1050330" y="154019"/>
                  <a:pt x="1058426" y="148589"/>
                  <a:pt x="1064713" y="145637"/>
                </a:cubicBezTo>
                <a:cubicBezTo>
                  <a:pt x="1070999" y="142684"/>
                  <a:pt x="1074904" y="149256"/>
                  <a:pt x="1077857" y="153733"/>
                </a:cubicBezTo>
                <a:cubicBezTo>
                  <a:pt x="1080905" y="158210"/>
                  <a:pt x="1082048" y="161258"/>
                  <a:pt x="1079096" y="162115"/>
                </a:cubicBezTo>
                <a:cubicBezTo>
                  <a:pt x="1076047" y="162972"/>
                  <a:pt x="1075190" y="162972"/>
                  <a:pt x="1077571" y="164782"/>
                </a:cubicBezTo>
                <a:cubicBezTo>
                  <a:pt x="1079953" y="166592"/>
                  <a:pt x="1081762" y="169830"/>
                  <a:pt x="1076333" y="168973"/>
                </a:cubicBezTo>
                <a:cubicBezTo>
                  <a:pt x="1070904" y="168020"/>
                  <a:pt x="1068524" y="171068"/>
                  <a:pt x="1074238" y="171354"/>
                </a:cubicBezTo>
                <a:cubicBezTo>
                  <a:pt x="1079953" y="171640"/>
                  <a:pt x="1074238" y="176117"/>
                  <a:pt x="1070047" y="179450"/>
                </a:cubicBezTo>
                <a:cubicBezTo>
                  <a:pt x="1065856" y="182784"/>
                  <a:pt x="1058617" y="186689"/>
                  <a:pt x="1056235" y="186975"/>
                </a:cubicBezTo>
                <a:cubicBezTo>
                  <a:pt x="1053759" y="187261"/>
                  <a:pt x="1054046" y="188499"/>
                  <a:pt x="1050235" y="189166"/>
                </a:cubicBezTo>
                <a:cubicBezTo>
                  <a:pt x="1046615" y="189261"/>
                  <a:pt x="1044424" y="187547"/>
                  <a:pt x="1041186" y="185737"/>
                </a:cubicBezTo>
                <a:cubicBezTo>
                  <a:pt x="1037566" y="184213"/>
                  <a:pt x="1037852" y="180974"/>
                  <a:pt x="1037566" y="177355"/>
                </a:cubicBezTo>
                <a:cubicBezTo>
                  <a:pt x="1037281" y="173735"/>
                  <a:pt x="1038805" y="171926"/>
                  <a:pt x="1041186" y="167163"/>
                </a:cubicBezTo>
                <a:cubicBezTo>
                  <a:pt x="1043567" y="162401"/>
                  <a:pt x="1043567" y="162115"/>
                  <a:pt x="1041472" y="162115"/>
                </a:cubicBezTo>
                <a:cubicBezTo>
                  <a:pt x="1039376" y="162115"/>
                  <a:pt x="1039376" y="162972"/>
                  <a:pt x="1038805" y="160019"/>
                </a:cubicBezTo>
                <a:cubicBezTo>
                  <a:pt x="1038234" y="157067"/>
                  <a:pt x="1036995" y="155543"/>
                  <a:pt x="1034329" y="153447"/>
                </a:cubicBezTo>
                <a:cubicBezTo>
                  <a:pt x="1031661" y="151352"/>
                  <a:pt x="1030137" y="152018"/>
                  <a:pt x="1029565" y="150494"/>
                </a:cubicBezTo>
                <a:cubicBezTo>
                  <a:pt x="1028994" y="148970"/>
                  <a:pt x="1030137" y="145065"/>
                  <a:pt x="1027756" y="142112"/>
                </a:cubicBezTo>
                <a:cubicBezTo>
                  <a:pt x="1025374" y="139160"/>
                  <a:pt x="1025661" y="140874"/>
                  <a:pt x="1026232" y="146303"/>
                </a:cubicBezTo>
                <a:cubicBezTo>
                  <a:pt x="1026803" y="151637"/>
                  <a:pt x="1024422" y="153161"/>
                  <a:pt x="1028899" y="154971"/>
                </a:cubicBezTo>
                <a:cubicBezTo>
                  <a:pt x="1033375" y="156781"/>
                  <a:pt x="1033756" y="155828"/>
                  <a:pt x="1034614" y="158876"/>
                </a:cubicBezTo>
                <a:cubicBezTo>
                  <a:pt x="1035471" y="161829"/>
                  <a:pt x="1034899" y="162782"/>
                  <a:pt x="1029185" y="163067"/>
                </a:cubicBezTo>
                <a:cubicBezTo>
                  <a:pt x="1023469" y="163448"/>
                  <a:pt x="1016612" y="163067"/>
                  <a:pt x="1013278" y="162210"/>
                </a:cubicBezTo>
                <a:cubicBezTo>
                  <a:pt x="1010039" y="161353"/>
                  <a:pt x="1008801" y="159257"/>
                  <a:pt x="1006705" y="159543"/>
                </a:cubicBezTo>
                <a:cubicBezTo>
                  <a:pt x="1004610" y="159829"/>
                  <a:pt x="1001276" y="157448"/>
                  <a:pt x="998323" y="159543"/>
                </a:cubicBezTo>
                <a:cubicBezTo>
                  <a:pt x="995276" y="161639"/>
                  <a:pt x="993751" y="163162"/>
                  <a:pt x="990799" y="162877"/>
                </a:cubicBezTo>
                <a:cubicBezTo>
                  <a:pt x="987846" y="162591"/>
                  <a:pt x="984512" y="162305"/>
                  <a:pt x="985750" y="166496"/>
                </a:cubicBezTo>
                <a:cubicBezTo>
                  <a:pt x="986893" y="170687"/>
                  <a:pt x="991085" y="170973"/>
                  <a:pt x="996514" y="170973"/>
                </a:cubicBezTo>
                <a:cubicBezTo>
                  <a:pt x="1001943" y="170973"/>
                  <a:pt x="1000419" y="173069"/>
                  <a:pt x="998609" y="173926"/>
                </a:cubicBezTo>
                <a:cubicBezTo>
                  <a:pt x="996799" y="174878"/>
                  <a:pt x="992323" y="172783"/>
                  <a:pt x="984798" y="171259"/>
                </a:cubicBezTo>
                <a:cubicBezTo>
                  <a:pt x="977273" y="169735"/>
                  <a:pt x="977940" y="172116"/>
                  <a:pt x="980607" y="173354"/>
                </a:cubicBezTo>
                <a:cubicBezTo>
                  <a:pt x="983274" y="174497"/>
                  <a:pt x="983274" y="173069"/>
                  <a:pt x="986608" y="175736"/>
                </a:cubicBezTo>
                <a:cubicBezTo>
                  <a:pt x="989846" y="178403"/>
                  <a:pt x="990799" y="175069"/>
                  <a:pt x="995561" y="176307"/>
                </a:cubicBezTo>
                <a:cubicBezTo>
                  <a:pt x="1000324" y="177450"/>
                  <a:pt x="1001562" y="178117"/>
                  <a:pt x="1009658" y="178688"/>
                </a:cubicBezTo>
                <a:cubicBezTo>
                  <a:pt x="1017754" y="179260"/>
                  <a:pt x="1013849" y="181070"/>
                  <a:pt x="1016230" y="181070"/>
                </a:cubicBezTo>
                <a:cubicBezTo>
                  <a:pt x="1018612" y="181070"/>
                  <a:pt x="1020707" y="180403"/>
                  <a:pt x="1023374" y="184022"/>
                </a:cubicBezTo>
                <a:cubicBezTo>
                  <a:pt x="1026137" y="187642"/>
                  <a:pt x="1028803" y="189166"/>
                  <a:pt x="1037185" y="191833"/>
                </a:cubicBezTo>
                <a:cubicBezTo>
                  <a:pt x="1045568" y="194500"/>
                  <a:pt x="1043091" y="195071"/>
                  <a:pt x="1035948" y="196595"/>
                </a:cubicBezTo>
                <a:cubicBezTo>
                  <a:pt x="1028803" y="198024"/>
                  <a:pt x="1027565" y="195643"/>
                  <a:pt x="1024898" y="197453"/>
                </a:cubicBezTo>
                <a:cubicBezTo>
                  <a:pt x="1022231" y="199262"/>
                  <a:pt x="1018041" y="198691"/>
                  <a:pt x="1008706" y="198977"/>
                </a:cubicBezTo>
                <a:cubicBezTo>
                  <a:pt x="999466" y="199358"/>
                  <a:pt x="995847" y="201072"/>
                  <a:pt x="991370" y="200215"/>
                </a:cubicBezTo>
                <a:cubicBezTo>
                  <a:pt x="986798" y="199358"/>
                  <a:pt x="987751" y="198119"/>
                  <a:pt x="986227" y="199643"/>
                </a:cubicBezTo>
                <a:cubicBezTo>
                  <a:pt x="984798" y="201167"/>
                  <a:pt x="985369" y="201453"/>
                  <a:pt x="979369" y="203263"/>
                </a:cubicBezTo>
                <a:cubicBezTo>
                  <a:pt x="973368" y="205073"/>
                  <a:pt x="964986" y="205358"/>
                  <a:pt x="957175" y="205930"/>
                </a:cubicBezTo>
                <a:cubicBezTo>
                  <a:pt x="949365" y="206501"/>
                  <a:pt x="947841" y="208025"/>
                  <a:pt x="945174" y="206787"/>
                </a:cubicBezTo>
                <a:cubicBezTo>
                  <a:pt x="942507" y="205644"/>
                  <a:pt x="943364" y="204977"/>
                  <a:pt x="940412" y="206501"/>
                </a:cubicBezTo>
                <a:cubicBezTo>
                  <a:pt x="937364" y="207930"/>
                  <a:pt x="935839" y="209168"/>
                  <a:pt x="934983" y="207073"/>
                </a:cubicBezTo>
                <a:cubicBezTo>
                  <a:pt x="934030" y="204977"/>
                  <a:pt x="934030" y="204406"/>
                  <a:pt x="931934" y="206787"/>
                </a:cubicBezTo>
                <a:cubicBezTo>
                  <a:pt x="929839" y="209168"/>
                  <a:pt x="922981" y="207073"/>
                  <a:pt x="915742" y="207073"/>
                </a:cubicBezTo>
                <a:cubicBezTo>
                  <a:pt x="908598" y="207073"/>
                  <a:pt x="907074" y="204406"/>
                  <a:pt x="907074" y="204406"/>
                </a:cubicBezTo>
                <a:cubicBezTo>
                  <a:pt x="942221" y="178593"/>
                  <a:pt x="980607" y="150780"/>
                  <a:pt x="1008515" y="132968"/>
                </a:cubicBezTo>
                <a:cubicBezTo>
                  <a:pt x="1039090" y="113442"/>
                  <a:pt x="1071475" y="91630"/>
                  <a:pt x="1108909" y="69437"/>
                </a:cubicBezTo>
                <a:cubicBezTo>
                  <a:pt x="1146342" y="47338"/>
                  <a:pt x="1198825" y="16097"/>
                  <a:pt x="1205683" y="13430"/>
                </a:cubicBezTo>
                <a:lnTo>
                  <a:pt x="1228733" y="1523"/>
                </a:lnTo>
                <a:close/>
                <a:moveTo>
                  <a:pt x="4970535" y="0"/>
                </a:moveTo>
                <a:lnTo>
                  <a:pt x="5006825" y="381"/>
                </a:lnTo>
                <a:lnTo>
                  <a:pt x="5006825" y="381"/>
                </a:lnTo>
                <a:lnTo>
                  <a:pt x="5007778" y="381"/>
                </a:lnTo>
                <a:lnTo>
                  <a:pt x="5212756" y="285"/>
                </a:lnTo>
                <a:cubicBezTo>
                  <a:pt x="5212756" y="285"/>
                  <a:pt x="5307053" y="51911"/>
                  <a:pt x="5336485" y="69723"/>
                </a:cubicBezTo>
                <a:cubicBezTo>
                  <a:pt x="5365917" y="87630"/>
                  <a:pt x="5468216" y="155067"/>
                  <a:pt x="5492695" y="170878"/>
                </a:cubicBezTo>
                <a:cubicBezTo>
                  <a:pt x="5499458" y="175164"/>
                  <a:pt x="5507935" y="180975"/>
                  <a:pt x="5517460" y="187642"/>
                </a:cubicBezTo>
                <a:lnTo>
                  <a:pt x="5517746" y="189071"/>
                </a:lnTo>
                <a:cubicBezTo>
                  <a:pt x="5517746" y="189071"/>
                  <a:pt x="5517079" y="190023"/>
                  <a:pt x="5516508" y="192690"/>
                </a:cubicBezTo>
                <a:cubicBezTo>
                  <a:pt x="5515936" y="195357"/>
                  <a:pt x="5514412" y="193262"/>
                  <a:pt x="5513555" y="195072"/>
                </a:cubicBezTo>
                <a:cubicBezTo>
                  <a:pt x="5512603" y="196881"/>
                  <a:pt x="5512889" y="197168"/>
                  <a:pt x="5509935" y="196881"/>
                </a:cubicBezTo>
                <a:cubicBezTo>
                  <a:pt x="5506983" y="196596"/>
                  <a:pt x="5507554" y="196881"/>
                  <a:pt x="5505745" y="198405"/>
                </a:cubicBezTo>
                <a:cubicBezTo>
                  <a:pt x="5503935" y="199929"/>
                  <a:pt x="5502411" y="199643"/>
                  <a:pt x="5499744" y="197834"/>
                </a:cubicBezTo>
                <a:cubicBezTo>
                  <a:pt x="5496981" y="196024"/>
                  <a:pt x="5489838" y="194310"/>
                  <a:pt x="5485933" y="193071"/>
                </a:cubicBezTo>
                <a:cubicBezTo>
                  <a:pt x="5482027" y="191928"/>
                  <a:pt x="5483742" y="195453"/>
                  <a:pt x="5486790" y="196691"/>
                </a:cubicBezTo>
                <a:cubicBezTo>
                  <a:pt x="5489838" y="197930"/>
                  <a:pt x="5490981" y="198215"/>
                  <a:pt x="5492505" y="200025"/>
                </a:cubicBezTo>
                <a:cubicBezTo>
                  <a:pt x="5493933" y="201834"/>
                  <a:pt x="5491267" y="202406"/>
                  <a:pt x="5497268" y="202120"/>
                </a:cubicBezTo>
                <a:cubicBezTo>
                  <a:pt x="5503268" y="201834"/>
                  <a:pt x="5503554" y="208121"/>
                  <a:pt x="5502697" y="211740"/>
                </a:cubicBezTo>
                <a:cubicBezTo>
                  <a:pt x="5501744" y="215360"/>
                  <a:pt x="5505935" y="220408"/>
                  <a:pt x="5507459" y="224028"/>
                </a:cubicBezTo>
                <a:cubicBezTo>
                  <a:pt x="5508983" y="227552"/>
                  <a:pt x="5510221" y="229362"/>
                  <a:pt x="5512889" y="232981"/>
                </a:cubicBezTo>
                <a:cubicBezTo>
                  <a:pt x="5515555" y="236601"/>
                  <a:pt x="5516222" y="242316"/>
                  <a:pt x="5512889" y="240792"/>
                </a:cubicBezTo>
                <a:cubicBezTo>
                  <a:pt x="5509555" y="239363"/>
                  <a:pt x="5511079" y="241744"/>
                  <a:pt x="5513174" y="245935"/>
                </a:cubicBezTo>
                <a:cubicBezTo>
                  <a:pt x="5515270" y="250126"/>
                  <a:pt x="5512317" y="259365"/>
                  <a:pt x="5510507" y="258794"/>
                </a:cubicBezTo>
                <a:cubicBezTo>
                  <a:pt x="5508698" y="258222"/>
                  <a:pt x="5508983" y="259080"/>
                  <a:pt x="5507459" y="261175"/>
                </a:cubicBezTo>
                <a:cubicBezTo>
                  <a:pt x="5505935" y="263271"/>
                  <a:pt x="5505364" y="263842"/>
                  <a:pt x="5503554" y="262985"/>
                </a:cubicBezTo>
                <a:cubicBezTo>
                  <a:pt x="5501744" y="262032"/>
                  <a:pt x="5499934" y="262318"/>
                  <a:pt x="5499363" y="263842"/>
                </a:cubicBezTo>
                <a:cubicBezTo>
                  <a:pt x="5497363" y="268986"/>
                  <a:pt x="5492219" y="260318"/>
                  <a:pt x="5488314" y="256984"/>
                </a:cubicBezTo>
                <a:cubicBezTo>
                  <a:pt x="5484408" y="253650"/>
                  <a:pt x="5483551" y="257842"/>
                  <a:pt x="5483551" y="257842"/>
                </a:cubicBezTo>
                <a:cubicBezTo>
                  <a:pt x="5483551" y="257842"/>
                  <a:pt x="5486600" y="260032"/>
                  <a:pt x="5489266" y="262985"/>
                </a:cubicBezTo>
                <a:cubicBezTo>
                  <a:pt x="5492029" y="265938"/>
                  <a:pt x="5493172" y="268319"/>
                  <a:pt x="5490791" y="267462"/>
                </a:cubicBezTo>
                <a:cubicBezTo>
                  <a:pt x="5488409" y="266604"/>
                  <a:pt x="5489362" y="268414"/>
                  <a:pt x="5492029" y="270510"/>
                </a:cubicBezTo>
                <a:cubicBezTo>
                  <a:pt x="5494696" y="272605"/>
                  <a:pt x="5495362" y="273843"/>
                  <a:pt x="5494124" y="274701"/>
                </a:cubicBezTo>
                <a:cubicBezTo>
                  <a:pt x="5492886" y="275558"/>
                  <a:pt x="5493172" y="276510"/>
                  <a:pt x="5490791" y="276796"/>
                </a:cubicBezTo>
                <a:cubicBezTo>
                  <a:pt x="5488314" y="277082"/>
                  <a:pt x="5487456" y="276510"/>
                  <a:pt x="5487456" y="278606"/>
                </a:cubicBezTo>
                <a:cubicBezTo>
                  <a:pt x="5487456" y="280701"/>
                  <a:pt x="5487456" y="280701"/>
                  <a:pt x="5485361" y="282797"/>
                </a:cubicBezTo>
                <a:cubicBezTo>
                  <a:pt x="5483265" y="284892"/>
                  <a:pt x="5483647" y="284892"/>
                  <a:pt x="5486600" y="286416"/>
                </a:cubicBezTo>
                <a:cubicBezTo>
                  <a:pt x="5489552" y="287845"/>
                  <a:pt x="5489838" y="287274"/>
                  <a:pt x="5491362" y="291179"/>
                </a:cubicBezTo>
                <a:cubicBezTo>
                  <a:pt x="5492886" y="295084"/>
                  <a:pt x="5488695" y="291465"/>
                  <a:pt x="5485075" y="292989"/>
                </a:cubicBezTo>
                <a:cubicBezTo>
                  <a:pt x="5481456" y="294513"/>
                  <a:pt x="5484408" y="296227"/>
                  <a:pt x="5487743" y="297465"/>
                </a:cubicBezTo>
                <a:cubicBezTo>
                  <a:pt x="5490981" y="298704"/>
                  <a:pt x="5492505" y="299275"/>
                  <a:pt x="5494315" y="301085"/>
                </a:cubicBezTo>
                <a:cubicBezTo>
                  <a:pt x="5496125" y="302799"/>
                  <a:pt x="5498791" y="303752"/>
                  <a:pt x="5502125" y="304610"/>
                </a:cubicBezTo>
                <a:cubicBezTo>
                  <a:pt x="5505459" y="305466"/>
                  <a:pt x="5506030" y="304895"/>
                  <a:pt x="5507269" y="306705"/>
                </a:cubicBezTo>
                <a:cubicBezTo>
                  <a:pt x="5508507" y="308514"/>
                  <a:pt x="5506030" y="308800"/>
                  <a:pt x="5503078" y="307943"/>
                </a:cubicBezTo>
                <a:cubicBezTo>
                  <a:pt x="5500030" y="306990"/>
                  <a:pt x="5499744" y="308514"/>
                  <a:pt x="5499744" y="310896"/>
                </a:cubicBezTo>
                <a:cubicBezTo>
                  <a:pt x="5499744" y="313277"/>
                  <a:pt x="5503649" y="313848"/>
                  <a:pt x="5506316" y="313277"/>
                </a:cubicBezTo>
                <a:cubicBezTo>
                  <a:pt x="5508983" y="312705"/>
                  <a:pt x="5513174" y="312038"/>
                  <a:pt x="5514698" y="313562"/>
                </a:cubicBezTo>
                <a:cubicBezTo>
                  <a:pt x="5516222" y="315087"/>
                  <a:pt x="5518032" y="315372"/>
                  <a:pt x="5518889" y="317182"/>
                </a:cubicBezTo>
                <a:cubicBezTo>
                  <a:pt x="5519746" y="318992"/>
                  <a:pt x="5520699" y="320516"/>
                  <a:pt x="5517079" y="319278"/>
                </a:cubicBezTo>
                <a:cubicBezTo>
                  <a:pt x="5513460" y="318039"/>
                  <a:pt x="5513746" y="318325"/>
                  <a:pt x="5513460" y="320135"/>
                </a:cubicBezTo>
                <a:cubicBezTo>
                  <a:pt x="5513174" y="321945"/>
                  <a:pt x="5515555" y="321659"/>
                  <a:pt x="5518889" y="321373"/>
                </a:cubicBezTo>
                <a:cubicBezTo>
                  <a:pt x="5522223" y="321087"/>
                  <a:pt x="5524318" y="323469"/>
                  <a:pt x="5522223" y="323754"/>
                </a:cubicBezTo>
                <a:cubicBezTo>
                  <a:pt x="5520127" y="324135"/>
                  <a:pt x="5520127" y="323469"/>
                  <a:pt x="5519842" y="324993"/>
                </a:cubicBezTo>
                <a:cubicBezTo>
                  <a:pt x="5519556" y="326517"/>
                  <a:pt x="5520127" y="327088"/>
                  <a:pt x="5517746" y="326803"/>
                </a:cubicBezTo>
                <a:cubicBezTo>
                  <a:pt x="5515365" y="326517"/>
                  <a:pt x="5515365" y="325374"/>
                  <a:pt x="5515936" y="328041"/>
                </a:cubicBezTo>
                <a:cubicBezTo>
                  <a:pt x="5516508" y="330708"/>
                  <a:pt x="5522508" y="334899"/>
                  <a:pt x="5524033" y="336423"/>
                </a:cubicBezTo>
                <a:cubicBezTo>
                  <a:pt x="5525461" y="337947"/>
                  <a:pt x="5527652" y="338233"/>
                  <a:pt x="5530319" y="340328"/>
                </a:cubicBezTo>
                <a:cubicBezTo>
                  <a:pt x="5532986" y="342423"/>
                  <a:pt x="5532700" y="345376"/>
                  <a:pt x="5530890" y="345090"/>
                </a:cubicBezTo>
                <a:cubicBezTo>
                  <a:pt x="5529081" y="344805"/>
                  <a:pt x="5529081" y="345090"/>
                  <a:pt x="5528224" y="346615"/>
                </a:cubicBezTo>
                <a:cubicBezTo>
                  <a:pt x="5527271" y="348138"/>
                  <a:pt x="5527557" y="347853"/>
                  <a:pt x="5526985" y="349948"/>
                </a:cubicBezTo>
                <a:cubicBezTo>
                  <a:pt x="5526414" y="352044"/>
                  <a:pt x="5528795" y="350805"/>
                  <a:pt x="5531176" y="350234"/>
                </a:cubicBezTo>
                <a:cubicBezTo>
                  <a:pt x="5533558" y="349662"/>
                  <a:pt x="5537749" y="352044"/>
                  <a:pt x="5534129" y="353568"/>
                </a:cubicBezTo>
                <a:cubicBezTo>
                  <a:pt x="5530605" y="354996"/>
                  <a:pt x="5534510" y="355377"/>
                  <a:pt x="5537177" y="356235"/>
                </a:cubicBezTo>
                <a:cubicBezTo>
                  <a:pt x="5539844" y="357092"/>
                  <a:pt x="5542607" y="357092"/>
                  <a:pt x="5543464" y="358902"/>
                </a:cubicBezTo>
                <a:cubicBezTo>
                  <a:pt x="5544321" y="360616"/>
                  <a:pt x="5544321" y="360997"/>
                  <a:pt x="5546416" y="361854"/>
                </a:cubicBezTo>
                <a:cubicBezTo>
                  <a:pt x="5548512" y="362712"/>
                  <a:pt x="5553846" y="368998"/>
                  <a:pt x="5553275" y="370522"/>
                </a:cubicBezTo>
                <a:cubicBezTo>
                  <a:pt x="5552703" y="372046"/>
                  <a:pt x="5553560" y="371760"/>
                  <a:pt x="5555084" y="373856"/>
                </a:cubicBezTo>
                <a:cubicBezTo>
                  <a:pt x="5556608" y="375951"/>
                  <a:pt x="5558132" y="375951"/>
                  <a:pt x="5556608" y="377475"/>
                </a:cubicBezTo>
                <a:cubicBezTo>
                  <a:pt x="5555179" y="378904"/>
                  <a:pt x="5553941" y="378904"/>
                  <a:pt x="5556037" y="380428"/>
                </a:cubicBezTo>
                <a:cubicBezTo>
                  <a:pt x="5558132" y="381952"/>
                  <a:pt x="5562609" y="379285"/>
                  <a:pt x="5563180" y="382238"/>
                </a:cubicBezTo>
                <a:cubicBezTo>
                  <a:pt x="5563847" y="385286"/>
                  <a:pt x="5569562" y="385286"/>
                  <a:pt x="5568324" y="387953"/>
                </a:cubicBezTo>
                <a:cubicBezTo>
                  <a:pt x="5567085" y="390620"/>
                  <a:pt x="5568895" y="389477"/>
                  <a:pt x="5570419" y="392144"/>
                </a:cubicBezTo>
                <a:cubicBezTo>
                  <a:pt x="5571943" y="394811"/>
                  <a:pt x="5573468" y="394811"/>
                  <a:pt x="5575849" y="393954"/>
                </a:cubicBezTo>
                <a:cubicBezTo>
                  <a:pt x="5578230" y="393001"/>
                  <a:pt x="5578897" y="393954"/>
                  <a:pt x="5577373" y="396335"/>
                </a:cubicBezTo>
                <a:cubicBezTo>
                  <a:pt x="5575849" y="398716"/>
                  <a:pt x="5570800" y="399383"/>
                  <a:pt x="5567467" y="398145"/>
                </a:cubicBezTo>
                <a:cubicBezTo>
                  <a:pt x="5564133" y="396906"/>
                  <a:pt x="5564133" y="397192"/>
                  <a:pt x="5564133" y="399002"/>
                </a:cubicBezTo>
                <a:cubicBezTo>
                  <a:pt x="5564133" y="400812"/>
                  <a:pt x="5566800" y="401097"/>
                  <a:pt x="5568610" y="401097"/>
                </a:cubicBezTo>
                <a:cubicBezTo>
                  <a:pt x="5570419" y="401097"/>
                  <a:pt x="5572801" y="401097"/>
                  <a:pt x="5576706" y="404050"/>
                </a:cubicBezTo>
                <a:cubicBezTo>
                  <a:pt x="5580611" y="407003"/>
                  <a:pt x="5572515" y="408241"/>
                  <a:pt x="5568895" y="407003"/>
                </a:cubicBezTo>
                <a:cubicBezTo>
                  <a:pt x="5564038" y="405384"/>
                  <a:pt x="5567085" y="407288"/>
                  <a:pt x="5567657" y="409956"/>
                </a:cubicBezTo>
                <a:cubicBezTo>
                  <a:pt x="5568229" y="412718"/>
                  <a:pt x="5569181" y="413861"/>
                  <a:pt x="5563466" y="413575"/>
                </a:cubicBezTo>
                <a:cubicBezTo>
                  <a:pt x="5557751" y="413289"/>
                  <a:pt x="5557751" y="411480"/>
                  <a:pt x="5555941" y="407003"/>
                </a:cubicBezTo>
                <a:cubicBezTo>
                  <a:pt x="5554131" y="402526"/>
                  <a:pt x="5556323" y="398907"/>
                  <a:pt x="5553275" y="400145"/>
                </a:cubicBezTo>
                <a:cubicBezTo>
                  <a:pt x="5550322" y="401383"/>
                  <a:pt x="5554131" y="404336"/>
                  <a:pt x="5553275" y="410337"/>
                </a:cubicBezTo>
                <a:cubicBezTo>
                  <a:pt x="5552417" y="416337"/>
                  <a:pt x="5548798" y="408527"/>
                  <a:pt x="5548798" y="404622"/>
                </a:cubicBezTo>
                <a:cubicBezTo>
                  <a:pt x="5548798" y="400716"/>
                  <a:pt x="5539463" y="401097"/>
                  <a:pt x="5537082" y="404050"/>
                </a:cubicBezTo>
                <a:cubicBezTo>
                  <a:pt x="5534605" y="407003"/>
                  <a:pt x="5534034" y="404336"/>
                  <a:pt x="5535844" y="400431"/>
                </a:cubicBezTo>
                <a:cubicBezTo>
                  <a:pt x="5537653" y="396525"/>
                  <a:pt x="5536129" y="395382"/>
                  <a:pt x="5534034" y="398335"/>
                </a:cubicBezTo>
                <a:cubicBezTo>
                  <a:pt x="5531939" y="401288"/>
                  <a:pt x="5529843" y="397097"/>
                  <a:pt x="5530129" y="394716"/>
                </a:cubicBezTo>
                <a:cubicBezTo>
                  <a:pt x="5530414" y="392334"/>
                  <a:pt x="5528985" y="391096"/>
                  <a:pt x="5527748" y="393192"/>
                </a:cubicBezTo>
                <a:cubicBezTo>
                  <a:pt x="5526604" y="395287"/>
                  <a:pt x="5525652" y="394716"/>
                  <a:pt x="5522985" y="392620"/>
                </a:cubicBezTo>
                <a:cubicBezTo>
                  <a:pt x="5520318" y="390525"/>
                  <a:pt x="5520604" y="392906"/>
                  <a:pt x="5520604" y="395287"/>
                </a:cubicBezTo>
                <a:cubicBezTo>
                  <a:pt x="5520604" y="397668"/>
                  <a:pt x="5518508" y="399097"/>
                  <a:pt x="5516127" y="400335"/>
                </a:cubicBezTo>
                <a:cubicBezTo>
                  <a:pt x="5513650" y="401478"/>
                  <a:pt x="5508031" y="404526"/>
                  <a:pt x="5504697" y="407193"/>
                </a:cubicBezTo>
                <a:cubicBezTo>
                  <a:pt x="5501363" y="409956"/>
                  <a:pt x="5496886" y="407574"/>
                  <a:pt x="5499267" y="404241"/>
                </a:cubicBezTo>
                <a:cubicBezTo>
                  <a:pt x="5501649" y="401002"/>
                  <a:pt x="5497172" y="401859"/>
                  <a:pt x="5494505" y="401859"/>
                </a:cubicBezTo>
                <a:cubicBezTo>
                  <a:pt x="5491838" y="401859"/>
                  <a:pt x="5490600" y="400335"/>
                  <a:pt x="5487647" y="402717"/>
                </a:cubicBezTo>
                <a:cubicBezTo>
                  <a:pt x="5484694" y="405193"/>
                  <a:pt x="5483456" y="399764"/>
                  <a:pt x="5481360" y="399764"/>
                </a:cubicBezTo>
                <a:cubicBezTo>
                  <a:pt x="5479265" y="399764"/>
                  <a:pt x="5477455" y="400621"/>
                  <a:pt x="5479265" y="398526"/>
                </a:cubicBezTo>
                <a:cubicBezTo>
                  <a:pt x="5481075" y="396430"/>
                  <a:pt x="5478408" y="396144"/>
                  <a:pt x="5474789" y="397668"/>
                </a:cubicBezTo>
                <a:cubicBezTo>
                  <a:pt x="5471169" y="399097"/>
                  <a:pt x="5467550" y="394906"/>
                  <a:pt x="5467264" y="391953"/>
                </a:cubicBezTo>
                <a:cubicBezTo>
                  <a:pt x="5466883" y="389001"/>
                  <a:pt x="5465740" y="389001"/>
                  <a:pt x="5462120" y="391953"/>
                </a:cubicBezTo>
                <a:cubicBezTo>
                  <a:pt x="5458501" y="394906"/>
                  <a:pt x="5461263" y="388334"/>
                  <a:pt x="5459739" y="388334"/>
                </a:cubicBezTo>
                <a:cubicBezTo>
                  <a:pt x="5458215" y="388334"/>
                  <a:pt x="5457929" y="388620"/>
                  <a:pt x="5454024" y="386238"/>
                </a:cubicBezTo>
                <a:cubicBezTo>
                  <a:pt x="5450119" y="383762"/>
                  <a:pt x="5448690" y="384429"/>
                  <a:pt x="5445356" y="385000"/>
                </a:cubicBezTo>
                <a:cubicBezTo>
                  <a:pt x="5442023" y="385572"/>
                  <a:pt x="5440879" y="384143"/>
                  <a:pt x="5437832" y="382619"/>
                </a:cubicBezTo>
                <a:cubicBezTo>
                  <a:pt x="5434879" y="381095"/>
                  <a:pt x="5436022" y="379857"/>
                  <a:pt x="5431259" y="377475"/>
                </a:cubicBezTo>
                <a:cubicBezTo>
                  <a:pt x="5426401" y="375095"/>
                  <a:pt x="5427640" y="372713"/>
                  <a:pt x="5427925" y="369379"/>
                </a:cubicBezTo>
                <a:cubicBezTo>
                  <a:pt x="5428211" y="366045"/>
                  <a:pt x="5426115" y="366331"/>
                  <a:pt x="5424592" y="369665"/>
                </a:cubicBezTo>
                <a:cubicBezTo>
                  <a:pt x="5423067" y="372999"/>
                  <a:pt x="5420401" y="371190"/>
                  <a:pt x="5419162" y="367855"/>
                </a:cubicBezTo>
                <a:cubicBezTo>
                  <a:pt x="5417924" y="364617"/>
                  <a:pt x="5414685" y="366713"/>
                  <a:pt x="5408971" y="367284"/>
                </a:cubicBezTo>
                <a:cubicBezTo>
                  <a:pt x="5403256" y="367855"/>
                  <a:pt x="5403256" y="367855"/>
                  <a:pt x="5403256" y="366045"/>
                </a:cubicBezTo>
                <a:cubicBezTo>
                  <a:pt x="5403256" y="364331"/>
                  <a:pt x="5405066" y="364617"/>
                  <a:pt x="5409257" y="363093"/>
                </a:cubicBezTo>
                <a:cubicBezTo>
                  <a:pt x="5413448" y="361664"/>
                  <a:pt x="5413162" y="360997"/>
                  <a:pt x="5411066" y="360426"/>
                </a:cubicBezTo>
                <a:cubicBezTo>
                  <a:pt x="5408971" y="359759"/>
                  <a:pt x="5408685" y="359187"/>
                  <a:pt x="5404780" y="361283"/>
                </a:cubicBezTo>
                <a:cubicBezTo>
                  <a:pt x="5400875" y="363378"/>
                  <a:pt x="5399636" y="363378"/>
                  <a:pt x="5399065" y="361569"/>
                </a:cubicBezTo>
                <a:cubicBezTo>
                  <a:pt x="5398398" y="359759"/>
                  <a:pt x="5397826" y="360997"/>
                  <a:pt x="5393921" y="361283"/>
                </a:cubicBezTo>
                <a:cubicBezTo>
                  <a:pt x="5390016" y="361664"/>
                  <a:pt x="5385539" y="354996"/>
                  <a:pt x="5383444" y="352329"/>
                </a:cubicBezTo>
                <a:cubicBezTo>
                  <a:pt x="5381348" y="349567"/>
                  <a:pt x="5378681" y="338518"/>
                  <a:pt x="5379253" y="336423"/>
                </a:cubicBezTo>
                <a:cubicBezTo>
                  <a:pt x="5379824" y="334327"/>
                  <a:pt x="5379539" y="335851"/>
                  <a:pt x="5384967" y="334613"/>
                </a:cubicBezTo>
                <a:cubicBezTo>
                  <a:pt x="5390301" y="333375"/>
                  <a:pt x="5386492" y="333089"/>
                  <a:pt x="5383444" y="333089"/>
                </a:cubicBezTo>
                <a:cubicBezTo>
                  <a:pt x="5380396" y="333089"/>
                  <a:pt x="5378967" y="331565"/>
                  <a:pt x="5375633" y="330993"/>
                </a:cubicBezTo>
                <a:cubicBezTo>
                  <a:pt x="5372300" y="330327"/>
                  <a:pt x="5368965" y="331279"/>
                  <a:pt x="5364203" y="327660"/>
                </a:cubicBezTo>
                <a:cubicBezTo>
                  <a:pt x="5359440" y="324040"/>
                  <a:pt x="5362108" y="324707"/>
                  <a:pt x="5361250" y="327374"/>
                </a:cubicBezTo>
                <a:cubicBezTo>
                  <a:pt x="5360393" y="330041"/>
                  <a:pt x="5363918" y="331279"/>
                  <a:pt x="5366966" y="332136"/>
                </a:cubicBezTo>
                <a:cubicBezTo>
                  <a:pt x="5369918" y="333089"/>
                  <a:pt x="5370775" y="333375"/>
                  <a:pt x="5372014" y="335470"/>
                </a:cubicBezTo>
                <a:cubicBezTo>
                  <a:pt x="5373156" y="337566"/>
                  <a:pt x="5372014" y="346615"/>
                  <a:pt x="5372585" y="349567"/>
                </a:cubicBezTo>
                <a:cubicBezTo>
                  <a:pt x="5373156" y="352521"/>
                  <a:pt x="5370775" y="352234"/>
                  <a:pt x="5369251" y="349853"/>
                </a:cubicBezTo>
                <a:cubicBezTo>
                  <a:pt x="5367727" y="347472"/>
                  <a:pt x="5365346" y="346519"/>
                  <a:pt x="5361441" y="344138"/>
                </a:cubicBezTo>
                <a:cubicBezTo>
                  <a:pt x="5357535" y="341757"/>
                  <a:pt x="5352773" y="340233"/>
                  <a:pt x="5351535" y="337566"/>
                </a:cubicBezTo>
                <a:cubicBezTo>
                  <a:pt x="5350392" y="334803"/>
                  <a:pt x="5348296" y="334232"/>
                  <a:pt x="5346773" y="333946"/>
                </a:cubicBezTo>
                <a:cubicBezTo>
                  <a:pt x="5345248" y="333660"/>
                  <a:pt x="5344010" y="333660"/>
                  <a:pt x="5343153" y="331279"/>
                </a:cubicBezTo>
                <a:cubicBezTo>
                  <a:pt x="5342200" y="328898"/>
                  <a:pt x="5341629" y="329088"/>
                  <a:pt x="5339819" y="329755"/>
                </a:cubicBezTo>
                <a:cubicBezTo>
                  <a:pt x="5338009" y="330422"/>
                  <a:pt x="5337057" y="328326"/>
                  <a:pt x="5338295" y="326803"/>
                </a:cubicBezTo>
                <a:cubicBezTo>
                  <a:pt x="5339438" y="325278"/>
                  <a:pt x="5339152" y="324707"/>
                  <a:pt x="5339152" y="320516"/>
                </a:cubicBezTo>
                <a:cubicBezTo>
                  <a:pt x="5339152" y="316325"/>
                  <a:pt x="5342772" y="317849"/>
                  <a:pt x="5345439" y="316325"/>
                </a:cubicBezTo>
                <a:cubicBezTo>
                  <a:pt x="5348106" y="314801"/>
                  <a:pt x="5344486" y="314801"/>
                  <a:pt x="5341533" y="314515"/>
                </a:cubicBezTo>
                <a:cubicBezTo>
                  <a:pt x="5338485" y="314134"/>
                  <a:pt x="5336390" y="318420"/>
                  <a:pt x="5336104" y="321373"/>
                </a:cubicBezTo>
                <a:cubicBezTo>
                  <a:pt x="5335819" y="324326"/>
                  <a:pt x="5332199" y="326136"/>
                  <a:pt x="5329818" y="324040"/>
                </a:cubicBezTo>
                <a:cubicBezTo>
                  <a:pt x="5327437" y="321945"/>
                  <a:pt x="5326770" y="321945"/>
                  <a:pt x="5323817" y="322231"/>
                </a:cubicBezTo>
                <a:cubicBezTo>
                  <a:pt x="5320769" y="322611"/>
                  <a:pt x="5319912" y="323754"/>
                  <a:pt x="5318388" y="321373"/>
                </a:cubicBezTo>
                <a:cubicBezTo>
                  <a:pt x="5316864" y="318992"/>
                  <a:pt x="5314483" y="318611"/>
                  <a:pt x="5312101" y="317755"/>
                </a:cubicBezTo>
                <a:cubicBezTo>
                  <a:pt x="5309720" y="316801"/>
                  <a:pt x="5309339" y="316801"/>
                  <a:pt x="5306672" y="315944"/>
                </a:cubicBezTo>
                <a:cubicBezTo>
                  <a:pt x="5303910" y="315087"/>
                  <a:pt x="5303624" y="315372"/>
                  <a:pt x="5305148" y="309372"/>
                </a:cubicBezTo>
                <a:cubicBezTo>
                  <a:pt x="5306577" y="303371"/>
                  <a:pt x="5312578" y="297084"/>
                  <a:pt x="5315911" y="293179"/>
                </a:cubicBezTo>
                <a:cubicBezTo>
                  <a:pt x="5319245" y="289274"/>
                  <a:pt x="5316197" y="290226"/>
                  <a:pt x="5314101" y="291084"/>
                </a:cubicBezTo>
                <a:cubicBezTo>
                  <a:pt x="5312006" y="291941"/>
                  <a:pt x="5308673" y="296799"/>
                  <a:pt x="5304482" y="303942"/>
                </a:cubicBezTo>
                <a:cubicBezTo>
                  <a:pt x="5300291" y="311086"/>
                  <a:pt x="5299052" y="309943"/>
                  <a:pt x="5296671" y="308705"/>
                </a:cubicBezTo>
                <a:cubicBezTo>
                  <a:pt x="5294290" y="307467"/>
                  <a:pt x="5295528" y="306324"/>
                  <a:pt x="5298195" y="305085"/>
                </a:cubicBezTo>
                <a:cubicBezTo>
                  <a:pt x="5300862" y="303942"/>
                  <a:pt x="5297528" y="303276"/>
                  <a:pt x="5294861" y="300609"/>
                </a:cubicBezTo>
                <a:cubicBezTo>
                  <a:pt x="5292099" y="297942"/>
                  <a:pt x="5282574" y="296703"/>
                  <a:pt x="5277430" y="296132"/>
                </a:cubicBezTo>
                <a:cubicBezTo>
                  <a:pt x="5272287" y="295560"/>
                  <a:pt x="5272573" y="288321"/>
                  <a:pt x="5273811" y="285940"/>
                </a:cubicBezTo>
                <a:cubicBezTo>
                  <a:pt x="5274954" y="283559"/>
                  <a:pt x="5277050" y="281749"/>
                  <a:pt x="5280669" y="279082"/>
                </a:cubicBezTo>
                <a:cubicBezTo>
                  <a:pt x="5284289" y="276415"/>
                  <a:pt x="5296290" y="277272"/>
                  <a:pt x="5300481" y="276701"/>
                </a:cubicBezTo>
                <a:cubicBezTo>
                  <a:pt x="5304672" y="276129"/>
                  <a:pt x="5300767" y="274320"/>
                  <a:pt x="5297147" y="274320"/>
                </a:cubicBezTo>
                <a:cubicBezTo>
                  <a:pt x="5293528" y="274320"/>
                  <a:pt x="5292956" y="273748"/>
                  <a:pt x="5295051" y="271367"/>
                </a:cubicBezTo>
                <a:cubicBezTo>
                  <a:pt x="5297147" y="268986"/>
                  <a:pt x="5297147" y="268986"/>
                  <a:pt x="5295337" y="268986"/>
                </a:cubicBezTo>
                <a:cubicBezTo>
                  <a:pt x="5293528" y="268986"/>
                  <a:pt x="5292575" y="268986"/>
                  <a:pt x="5287813" y="272891"/>
                </a:cubicBezTo>
                <a:cubicBezTo>
                  <a:pt x="5283050" y="276796"/>
                  <a:pt x="5283336" y="277082"/>
                  <a:pt x="5280669" y="274415"/>
                </a:cubicBezTo>
                <a:cubicBezTo>
                  <a:pt x="5278002" y="271748"/>
                  <a:pt x="5273430" y="278320"/>
                  <a:pt x="5270477" y="284035"/>
                </a:cubicBezTo>
                <a:cubicBezTo>
                  <a:pt x="5267525" y="289750"/>
                  <a:pt x="5264190" y="284988"/>
                  <a:pt x="5262095" y="281654"/>
                </a:cubicBezTo>
                <a:cubicBezTo>
                  <a:pt x="5259999" y="278415"/>
                  <a:pt x="5261809" y="275653"/>
                  <a:pt x="5264190" y="274796"/>
                </a:cubicBezTo>
                <a:cubicBezTo>
                  <a:pt x="5266667" y="273939"/>
                  <a:pt x="5269334" y="273939"/>
                  <a:pt x="5269334" y="272415"/>
                </a:cubicBezTo>
                <a:cubicBezTo>
                  <a:pt x="5269334" y="270891"/>
                  <a:pt x="5283717" y="266700"/>
                  <a:pt x="5288194" y="266700"/>
                </a:cubicBezTo>
                <a:cubicBezTo>
                  <a:pt x="5292670" y="266700"/>
                  <a:pt x="5293337" y="264890"/>
                  <a:pt x="5289717" y="264033"/>
                </a:cubicBezTo>
                <a:cubicBezTo>
                  <a:pt x="5286098" y="263175"/>
                  <a:pt x="5282764" y="264033"/>
                  <a:pt x="5276192" y="265557"/>
                </a:cubicBezTo>
                <a:cubicBezTo>
                  <a:pt x="5269620" y="267081"/>
                  <a:pt x="5269334" y="265557"/>
                  <a:pt x="5271716" y="263747"/>
                </a:cubicBezTo>
                <a:cubicBezTo>
                  <a:pt x="5274097" y="261937"/>
                  <a:pt x="5272668" y="257746"/>
                  <a:pt x="5273525" y="254412"/>
                </a:cubicBezTo>
                <a:cubicBezTo>
                  <a:pt x="5274382" y="251079"/>
                  <a:pt x="5272859" y="251364"/>
                  <a:pt x="5269906" y="253174"/>
                </a:cubicBezTo>
                <a:cubicBezTo>
                  <a:pt x="5266953" y="254984"/>
                  <a:pt x="5268763" y="255270"/>
                  <a:pt x="5269334" y="257365"/>
                </a:cubicBezTo>
                <a:cubicBezTo>
                  <a:pt x="5269906" y="259461"/>
                  <a:pt x="5270763" y="259461"/>
                  <a:pt x="5268096" y="263080"/>
                </a:cubicBezTo>
                <a:cubicBezTo>
                  <a:pt x="5265429" y="266700"/>
                  <a:pt x="5260381" y="266700"/>
                  <a:pt x="5257047" y="266700"/>
                </a:cubicBezTo>
                <a:cubicBezTo>
                  <a:pt x="5253713" y="266700"/>
                  <a:pt x="5252570" y="269748"/>
                  <a:pt x="5248951" y="270033"/>
                </a:cubicBezTo>
                <a:cubicBezTo>
                  <a:pt x="5245331" y="270319"/>
                  <a:pt x="5247712" y="267081"/>
                  <a:pt x="5251617" y="265557"/>
                </a:cubicBezTo>
                <a:cubicBezTo>
                  <a:pt x="5255523" y="264033"/>
                  <a:pt x="5263905" y="253555"/>
                  <a:pt x="5266286" y="249365"/>
                </a:cubicBezTo>
                <a:cubicBezTo>
                  <a:pt x="5268668" y="245173"/>
                  <a:pt x="5265143" y="247268"/>
                  <a:pt x="5262095" y="248793"/>
                </a:cubicBezTo>
                <a:cubicBezTo>
                  <a:pt x="5259047" y="250221"/>
                  <a:pt x="5258476" y="248793"/>
                  <a:pt x="5256094" y="245459"/>
                </a:cubicBezTo>
                <a:cubicBezTo>
                  <a:pt x="5253713" y="242125"/>
                  <a:pt x="5256951" y="240696"/>
                  <a:pt x="5258190" y="241554"/>
                </a:cubicBezTo>
                <a:cubicBezTo>
                  <a:pt x="5259428" y="242506"/>
                  <a:pt x="5261238" y="243078"/>
                  <a:pt x="5263619" y="243078"/>
                </a:cubicBezTo>
                <a:cubicBezTo>
                  <a:pt x="5266000" y="243078"/>
                  <a:pt x="5262762" y="239458"/>
                  <a:pt x="5257618" y="238601"/>
                </a:cubicBezTo>
                <a:cubicBezTo>
                  <a:pt x="5252570" y="237648"/>
                  <a:pt x="5249236" y="233457"/>
                  <a:pt x="5245331" y="230790"/>
                </a:cubicBezTo>
                <a:cubicBezTo>
                  <a:pt x="5241426" y="228028"/>
                  <a:pt x="5244188" y="226599"/>
                  <a:pt x="5242664" y="225361"/>
                </a:cubicBezTo>
                <a:cubicBezTo>
                  <a:pt x="5241235" y="224218"/>
                  <a:pt x="5241807" y="225361"/>
                  <a:pt x="5239711" y="222409"/>
                </a:cubicBezTo>
                <a:cubicBezTo>
                  <a:pt x="5237616" y="219456"/>
                  <a:pt x="5236664" y="224504"/>
                  <a:pt x="5234568" y="224218"/>
                </a:cubicBezTo>
                <a:cubicBezTo>
                  <a:pt x="5232473" y="223932"/>
                  <a:pt x="5232187" y="223932"/>
                  <a:pt x="5230663" y="226314"/>
                </a:cubicBezTo>
                <a:cubicBezTo>
                  <a:pt x="5229234" y="228695"/>
                  <a:pt x="5221995" y="227552"/>
                  <a:pt x="5217804" y="225742"/>
                </a:cubicBezTo>
                <a:cubicBezTo>
                  <a:pt x="5213613" y="223932"/>
                  <a:pt x="5205231" y="223361"/>
                  <a:pt x="5199516" y="225742"/>
                </a:cubicBezTo>
                <a:cubicBezTo>
                  <a:pt x="5193801" y="228218"/>
                  <a:pt x="5188467" y="228504"/>
                  <a:pt x="5185133" y="224885"/>
                </a:cubicBezTo>
                <a:cubicBezTo>
                  <a:pt x="5181895" y="221361"/>
                  <a:pt x="5187610" y="219837"/>
                  <a:pt x="5190276" y="217741"/>
                </a:cubicBezTo>
                <a:cubicBezTo>
                  <a:pt x="5192944" y="215646"/>
                  <a:pt x="5201040" y="215265"/>
                  <a:pt x="5203707" y="216503"/>
                </a:cubicBezTo>
                <a:cubicBezTo>
                  <a:pt x="5206374" y="217646"/>
                  <a:pt x="5213613" y="217360"/>
                  <a:pt x="5220471" y="217360"/>
                </a:cubicBezTo>
                <a:cubicBezTo>
                  <a:pt x="5227329" y="217360"/>
                  <a:pt x="5229805" y="213836"/>
                  <a:pt x="5228567" y="212312"/>
                </a:cubicBezTo>
                <a:cubicBezTo>
                  <a:pt x="5227329" y="210788"/>
                  <a:pt x="5211136" y="202406"/>
                  <a:pt x="5208183" y="201834"/>
                </a:cubicBezTo>
                <a:cubicBezTo>
                  <a:pt x="5205135" y="201263"/>
                  <a:pt x="5192563" y="196119"/>
                  <a:pt x="5190753" y="197930"/>
                </a:cubicBezTo>
                <a:cubicBezTo>
                  <a:pt x="5188943" y="199739"/>
                  <a:pt x="5183323" y="195834"/>
                  <a:pt x="5177894" y="197358"/>
                </a:cubicBezTo>
                <a:cubicBezTo>
                  <a:pt x="5172465" y="198881"/>
                  <a:pt x="5170941" y="195357"/>
                  <a:pt x="5167702" y="194691"/>
                </a:cubicBezTo>
                <a:cubicBezTo>
                  <a:pt x="5161987" y="193548"/>
                  <a:pt x="5159892" y="191738"/>
                  <a:pt x="5156939" y="189928"/>
                </a:cubicBezTo>
                <a:cubicBezTo>
                  <a:pt x="5153891" y="188118"/>
                  <a:pt x="5155129" y="191738"/>
                  <a:pt x="5157510" y="193833"/>
                </a:cubicBezTo>
                <a:cubicBezTo>
                  <a:pt x="5159987" y="195929"/>
                  <a:pt x="5163226" y="198310"/>
                  <a:pt x="5162940" y="200406"/>
                </a:cubicBezTo>
                <a:cubicBezTo>
                  <a:pt x="5162654" y="202501"/>
                  <a:pt x="5165035" y="203739"/>
                  <a:pt x="5166559" y="205835"/>
                </a:cubicBezTo>
                <a:cubicBezTo>
                  <a:pt x="5167988" y="207930"/>
                  <a:pt x="5165607" y="210026"/>
                  <a:pt x="5163226" y="209740"/>
                </a:cubicBezTo>
                <a:cubicBezTo>
                  <a:pt x="5160844" y="209454"/>
                  <a:pt x="5161987" y="210693"/>
                  <a:pt x="5159035" y="211264"/>
                </a:cubicBezTo>
                <a:cubicBezTo>
                  <a:pt x="5156082" y="211836"/>
                  <a:pt x="5153034" y="210407"/>
                  <a:pt x="5148271" y="209168"/>
                </a:cubicBezTo>
                <a:cubicBezTo>
                  <a:pt x="5143414" y="207930"/>
                  <a:pt x="5142842" y="202501"/>
                  <a:pt x="5144652" y="199834"/>
                </a:cubicBezTo>
                <a:cubicBezTo>
                  <a:pt x="5146366" y="197072"/>
                  <a:pt x="5147319" y="193167"/>
                  <a:pt x="5145509" y="192309"/>
                </a:cubicBezTo>
                <a:cubicBezTo>
                  <a:pt x="5143700" y="191357"/>
                  <a:pt x="5144556" y="194119"/>
                  <a:pt x="5142461" y="197072"/>
                </a:cubicBezTo>
                <a:cubicBezTo>
                  <a:pt x="5140365" y="200025"/>
                  <a:pt x="5139794" y="199167"/>
                  <a:pt x="5140365" y="194976"/>
                </a:cubicBezTo>
                <a:cubicBezTo>
                  <a:pt x="5140937" y="190785"/>
                  <a:pt x="5137413" y="191071"/>
                  <a:pt x="5134365" y="191643"/>
                </a:cubicBezTo>
                <a:cubicBezTo>
                  <a:pt x="5131317" y="192214"/>
                  <a:pt x="5127792" y="184404"/>
                  <a:pt x="5126554" y="181737"/>
                </a:cubicBezTo>
                <a:cubicBezTo>
                  <a:pt x="5125316" y="179070"/>
                  <a:pt x="5121697" y="178117"/>
                  <a:pt x="5117220" y="179355"/>
                </a:cubicBezTo>
                <a:cubicBezTo>
                  <a:pt x="5112743" y="180593"/>
                  <a:pt x="5109695" y="173926"/>
                  <a:pt x="5107028" y="170973"/>
                </a:cubicBezTo>
                <a:cubicBezTo>
                  <a:pt x="5104266" y="168021"/>
                  <a:pt x="5098646" y="169164"/>
                  <a:pt x="5095312" y="166497"/>
                </a:cubicBezTo>
                <a:cubicBezTo>
                  <a:pt x="5091979" y="163830"/>
                  <a:pt x="5080930" y="160210"/>
                  <a:pt x="5077596" y="163544"/>
                </a:cubicBezTo>
                <a:cubicBezTo>
                  <a:pt x="5074262" y="166782"/>
                  <a:pt x="5072834" y="165640"/>
                  <a:pt x="5073405" y="163830"/>
                </a:cubicBezTo>
                <a:cubicBezTo>
                  <a:pt x="5073976" y="162020"/>
                  <a:pt x="5072834" y="162401"/>
                  <a:pt x="5073119" y="159067"/>
                </a:cubicBezTo>
                <a:cubicBezTo>
                  <a:pt x="5073405" y="155733"/>
                  <a:pt x="5068928" y="153352"/>
                  <a:pt x="5065594" y="154876"/>
                </a:cubicBezTo>
                <a:cubicBezTo>
                  <a:pt x="5062260" y="156400"/>
                  <a:pt x="5049402" y="151257"/>
                  <a:pt x="5043687" y="150685"/>
                </a:cubicBezTo>
                <a:cubicBezTo>
                  <a:pt x="5038067" y="150018"/>
                  <a:pt x="5028447" y="146208"/>
                  <a:pt x="5026637" y="142876"/>
                </a:cubicBezTo>
                <a:cubicBezTo>
                  <a:pt x="5024827" y="139541"/>
                  <a:pt x="5009016" y="140779"/>
                  <a:pt x="5005396" y="140779"/>
                </a:cubicBezTo>
                <a:cubicBezTo>
                  <a:pt x="5001777" y="140779"/>
                  <a:pt x="4998539" y="141922"/>
                  <a:pt x="4994919" y="141065"/>
                </a:cubicBezTo>
                <a:cubicBezTo>
                  <a:pt x="4991300" y="140208"/>
                  <a:pt x="4987394" y="142303"/>
                  <a:pt x="4983203" y="140208"/>
                </a:cubicBezTo>
                <a:cubicBezTo>
                  <a:pt x="4979012" y="138112"/>
                  <a:pt x="4976631" y="138112"/>
                  <a:pt x="4974249" y="140493"/>
                </a:cubicBezTo>
                <a:cubicBezTo>
                  <a:pt x="4971868" y="142876"/>
                  <a:pt x="4968249" y="142876"/>
                  <a:pt x="4965296" y="142303"/>
                </a:cubicBezTo>
                <a:cubicBezTo>
                  <a:pt x="4962343" y="141732"/>
                  <a:pt x="4956628" y="145637"/>
                  <a:pt x="4954533" y="145351"/>
                </a:cubicBezTo>
                <a:cubicBezTo>
                  <a:pt x="4952437" y="145065"/>
                  <a:pt x="4952151" y="145351"/>
                  <a:pt x="4950914" y="146876"/>
                </a:cubicBezTo>
                <a:cubicBezTo>
                  <a:pt x="4949675" y="148399"/>
                  <a:pt x="4948246" y="148971"/>
                  <a:pt x="4946723" y="148971"/>
                </a:cubicBezTo>
                <a:cubicBezTo>
                  <a:pt x="4945198" y="148971"/>
                  <a:pt x="4942246" y="148304"/>
                  <a:pt x="4940150" y="149828"/>
                </a:cubicBezTo>
                <a:cubicBezTo>
                  <a:pt x="4938055" y="151257"/>
                  <a:pt x="4937388" y="152495"/>
                  <a:pt x="4934435" y="150685"/>
                </a:cubicBezTo>
                <a:cubicBezTo>
                  <a:pt x="4931482" y="148971"/>
                  <a:pt x="4932340" y="150114"/>
                  <a:pt x="4927577" y="149828"/>
                </a:cubicBezTo>
                <a:cubicBezTo>
                  <a:pt x="4922815" y="149542"/>
                  <a:pt x="4922433" y="150114"/>
                  <a:pt x="4925767" y="153448"/>
                </a:cubicBezTo>
                <a:cubicBezTo>
                  <a:pt x="4929101" y="156686"/>
                  <a:pt x="4925767" y="157924"/>
                  <a:pt x="4923958" y="157924"/>
                </a:cubicBezTo>
                <a:cubicBezTo>
                  <a:pt x="4922148" y="157924"/>
                  <a:pt x="4919481" y="158210"/>
                  <a:pt x="4917385" y="158781"/>
                </a:cubicBezTo>
                <a:cubicBezTo>
                  <a:pt x="4915290" y="159353"/>
                  <a:pt x="4912242" y="160591"/>
                  <a:pt x="4909860" y="159067"/>
                </a:cubicBezTo>
                <a:cubicBezTo>
                  <a:pt x="4907479" y="157543"/>
                  <a:pt x="4906813" y="157257"/>
                  <a:pt x="4904146" y="156972"/>
                </a:cubicBezTo>
                <a:cubicBezTo>
                  <a:pt x="4901384" y="156686"/>
                  <a:pt x="4895097" y="156972"/>
                  <a:pt x="4890334" y="154876"/>
                </a:cubicBezTo>
                <a:cubicBezTo>
                  <a:pt x="4885572" y="152781"/>
                  <a:pt x="4890049" y="151923"/>
                  <a:pt x="4893668" y="149828"/>
                </a:cubicBezTo>
                <a:cubicBezTo>
                  <a:pt x="4897288" y="147732"/>
                  <a:pt x="4892811" y="148304"/>
                  <a:pt x="4888906" y="148018"/>
                </a:cubicBezTo>
                <a:cubicBezTo>
                  <a:pt x="4885000" y="147732"/>
                  <a:pt x="4882905" y="148971"/>
                  <a:pt x="4881381" y="147447"/>
                </a:cubicBezTo>
                <a:cubicBezTo>
                  <a:pt x="4879952" y="146018"/>
                  <a:pt x="4878999" y="147161"/>
                  <a:pt x="4876618" y="148971"/>
                </a:cubicBezTo>
                <a:cubicBezTo>
                  <a:pt x="4874142" y="150780"/>
                  <a:pt x="4870903" y="151638"/>
                  <a:pt x="4867284" y="151638"/>
                </a:cubicBezTo>
                <a:cubicBezTo>
                  <a:pt x="4863664" y="151638"/>
                  <a:pt x="4864522" y="151352"/>
                  <a:pt x="4863950" y="149542"/>
                </a:cubicBezTo>
                <a:cubicBezTo>
                  <a:pt x="4863379" y="147732"/>
                  <a:pt x="4863664" y="147161"/>
                  <a:pt x="4865474" y="145637"/>
                </a:cubicBezTo>
                <a:cubicBezTo>
                  <a:pt x="4867284" y="144113"/>
                  <a:pt x="4866998" y="143827"/>
                  <a:pt x="4867855" y="141160"/>
                </a:cubicBezTo>
                <a:cubicBezTo>
                  <a:pt x="4869189" y="137064"/>
                  <a:pt x="4884048" y="138494"/>
                  <a:pt x="4886429" y="138494"/>
                </a:cubicBezTo>
                <a:cubicBezTo>
                  <a:pt x="4888906" y="138494"/>
                  <a:pt x="4899383" y="138494"/>
                  <a:pt x="4902050" y="136398"/>
                </a:cubicBezTo>
                <a:cubicBezTo>
                  <a:pt x="4904717" y="134302"/>
                  <a:pt x="4901097" y="134874"/>
                  <a:pt x="4898716" y="134302"/>
                </a:cubicBezTo>
                <a:cubicBezTo>
                  <a:pt x="4896335" y="133731"/>
                  <a:pt x="4893001" y="135445"/>
                  <a:pt x="4882810" y="136683"/>
                </a:cubicBezTo>
                <a:cubicBezTo>
                  <a:pt x="4872618" y="137826"/>
                  <a:pt x="4875666" y="133921"/>
                  <a:pt x="4875952" y="133350"/>
                </a:cubicBezTo>
                <a:cubicBezTo>
                  <a:pt x="4876237" y="132778"/>
                  <a:pt x="4886429" y="131540"/>
                  <a:pt x="4892144" y="131540"/>
                </a:cubicBezTo>
                <a:cubicBezTo>
                  <a:pt x="4897859" y="131540"/>
                  <a:pt x="4896335" y="130302"/>
                  <a:pt x="4894525" y="127349"/>
                </a:cubicBezTo>
                <a:cubicBezTo>
                  <a:pt x="4892715" y="124301"/>
                  <a:pt x="4887286" y="125825"/>
                  <a:pt x="4884619" y="127920"/>
                </a:cubicBezTo>
                <a:cubicBezTo>
                  <a:pt x="4881952" y="130016"/>
                  <a:pt x="4866617" y="133350"/>
                  <a:pt x="4863950" y="133350"/>
                </a:cubicBezTo>
                <a:cubicBezTo>
                  <a:pt x="4861283" y="133350"/>
                  <a:pt x="4858616" y="134207"/>
                  <a:pt x="4859188" y="132111"/>
                </a:cubicBezTo>
                <a:cubicBezTo>
                  <a:pt x="4859759" y="130016"/>
                  <a:pt x="4858616" y="130587"/>
                  <a:pt x="4857092" y="130873"/>
                </a:cubicBezTo>
                <a:cubicBezTo>
                  <a:pt x="4855568" y="131159"/>
                  <a:pt x="4855568" y="130873"/>
                  <a:pt x="4853758" y="129063"/>
                </a:cubicBezTo>
                <a:cubicBezTo>
                  <a:pt x="4851949" y="127254"/>
                  <a:pt x="4851091" y="129921"/>
                  <a:pt x="4847472" y="131730"/>
                </a:cubicBezTo>
                <a:cubicBezTo>
                  <a:pt x="4843852" y="133540"/>
                  <a:pt x="4838518" y="135351"/>
                  <a:pt x="4836994" y="133254"/>
                </a:cubicBezTo>
                <a:cubicBezTo>
                  <a:pt x="4835470" y="131159"/>
                  <a:pt x="4834613" y="132397"/>
                  <a:pt x="4830708" y="132683"/>
                </a:cubicBezTo>
                <a:cubicBezTo>
                  <a:pt x="4826898" y="132970"/>
                  <a:pt x="4825660" y="132683"/>
                  <a:pt x="4823564" y="130587"/>
                </a:cubicBezTo>
                <a:cubicBezTo>
                  <a:pt x="4821469" y="128492"/>
                  <a:pt x="4819945" y="127254"/>
                  <a:pt x="4817563" y="127254"/>
                </a:cubicBezTo>
                <a:cubicBezTo>
                  <a:pt x="4815182" y="127254"/>
                  <a:pt x="4814896" y="127540"/>
                  <a:pt x="4810705" y="125730"/>
                </a:cubicBezTo>
                <a:cubicBezTo>
                  <a:pt x="4806419" y="123920"/>
                  <a:pt x="4808229" y="121824"/>
                  <a:pt x="4809467" y="119443"/>
                </a:cubicBezTo>
                <a:cubicBezTo>
                  <a:pt x="4810610" y="117062"/>
                  <a:pt x="4810324" y="114966"/>
                  <a:pt x="4816325" y="114966"/>
                </a:cubicBezTo>
                <a:cubicBezTo>
                  <a:pt x="4822326" y="114966"/>
                  <a:pt x="4828327" y="110680"/>
                  <a:pt x="4834042" y="109823"/>
                </a:cubicBezTo>
                <a:cubicBezTo>
                  <a:pt x="4839756" y="108870"/>
                  <a:pt x="4850520" y="100489"/>
                  <a:pt x="4852615" y="100203"/>
                </a:cubicBezTo>
                <a:cubicBezTo>
                  <a:pt x="4854711" y="99918"/>
                  <a:pt x="4854425" y="96869"/>
                  <a:pt x="4854997" y="94773"/>
                </a:cubicBezTo>
                <a:cubicBezTo>
                  <a:pt x="4855663" y="92678"/>
                  <a:pt x="4855663" y="90296"/>
                  <a:pt x="4854425" y="88773"/>
                </a:cubicBezTo>
                <a:cubicBezTo>
                  <a:pt x="4853854" y="88011"/>
                  <a:pt x="4850234" y="82677"/>
                  <a:pt x="4845376" y="81629"/>
                </a:cubicBezTo>
                <a:cubicBezTo>
                  <a:pt x="4840042" y="80486"/>
                  <a:pt x="4833184" y="83820"/>
                  <a:pt x="4831660" y="83629"/>
                </a:cubicBezTo>
                <a:cubicBezTo>
                  <a:pt x="4828612" y="83248"/>
                  <a:pt x="4827088" y="83248"/>
                  <a:pt x="4822040" y="84487"/>
                </a:cubicBezTo>
                <a:cubicBezTo>
                  <a:pt x="4816992" y="85725"/>
                  <a:pt x="4822040" y="77248"/>
                  <a:pt x="4823850" y="74295"/>
                </a:cubicBezTo>
                <a:cubicBezTo>
                  <a:pt x="4825564" y="71247"/>
                  <a:pt x="4827088" y="66484"/>
                  <a:pt x="4830708" y="66484"/>
                </a:cubicBezTo>
                <a:cubicBezTo>
                  <a:pt x="4834327" y="66484"/>
                  <a:pt x="4833089" y="65913"/>
                  <a:pt x="4834613" y="62294"/>
                </a:cubicBezTo>
                <a:cubicBezTo>
                  <a:pt x="4836137" y="58674"/>
                  <a:pt x="4842138" y="61150"/>
                  <a:pt x="4845091" y="62007"/>
                </a:cubicBezTo>
                <a:cubicBezTo>
                  <a:pt x="4848139" y="62960"/>
                  <a:pt x="4846614" y="60199"/>
                  <a:pt x="4842138" y="57816"/>
                </a:cubicBezTo>
                <a:cubicBezTo>
                  <a:pt x="4837661" y="55435"/>
                  <a:pt x="4837947" y="52960"/>
                  <a:pt x="4840614" y="52101"/>
                </a:cubicBezTo>
                <a:cubicBezTo>
                  <a:pt x="4843281" y="51149"/>
                  <a:pt x="4848996" y="52387"/>
                  <a:pt x="4853472" y="54482"/>
                </a:cubicBezTo>
                <a:cubicBezTo>
                  <a:pt x="4858045" y="56578"/>
                  <a:pt x="4860426" y="57245"/>
                  <a:pt x="4863093" y="55721"/>
                </a:cubicBezTo>
                <a:cubicBezTo>
                  <a:pt x="4865760" y="54292"/>
                  <a:pt x="4863379" y="53625"/>
                  <a:pt x="4860997" y="53055"/>
                </a:cubicBezTo>
                <a:cubicBezTo>
                  <a:pt x="4858616" y="52387"/>
                  <a:pt x="4856806" y="49720"/>
                  <a:pt x="4853472" y="45529"/>
                </a:cubicBezTo>
                <a:cubicBezTo>
                  <a:pt x="4850139" y="41338"/>
                  <a:pt x="4855282" y="36861"/>
                  <a:pt x="4860045" y="37147"/>
                </a:cubicBezTo>
                <a:cubicBezTo>
                  <a:pt x="4864807" y="37433"/>
                  <a:pt x="4872618" y="38671"/>
                  <a:pt x="4872332" y="36576"/>
                </a:cubicBezTo>
                <a:cubicBezTo>
                  <a:pt x="4872046" y="34480"/>
                  <a:pt x="4869951" y="34766"/>
                  <a:pt x="4863664" y="33909"/>
                </a:cubicBezTo>
                <a:cubicBezTo>
                  <a:pt x="4857378" y="32956"/>
                  <a:pt x="4858616" y="32099"/>
                  <a:pt x="4859473" y="30289"/>
                </a:cubicBezTo>
                <a:cubicBezTo>
                  <a:pt x="4860426" y="28575"/>
                  <a:pt x="4863664" y="27622"/>
                  <a:pt x="4867570" y="27336"/>
                </a:cubicBezTo>
                <a:cubicBezTo>
                  <a:pt x="4871475" y="27051"/>
                  <a:pt x="4877761" y="23431"/>
                  <a:pt x="4881095" y="24670"/>
                </a:cubicBezTo>
                <a:cubicBezTo>
                  <a:pt x="4884333" y="25908"/>
                  <a:pt x="4882905" y="26193"/>
                  <a:pt x="4885572" y="22288"/>
                </a:cubicBezTo>
                <a:cubicBezTo>
                  <a:pt x="4888239" y="18383"/>
                  <a:pt x="4890620" y="18954"/>
                  <a:pt x="4895764" y="16001"/>
                </a:cubicBezTo>
                <a:cubicBezTo>
                  <a:pt x="4900907" y="12954"/>
                  <a:pt x="4903574" y="13335"/>
                  <a:pt x="4909860" y="16288"/>
                </a:cubicBezTo>
                <a:cubicBezTo>
                  <a:pt x="4916147" y="19240"/>
                  <a:pt x="4917957" y="22288"/>
                  <a:pt x="4920338" y="23145"/>
                </a:cubicBezTo>
                <a:cubicBezTo>
                  <a:pt x="4922719" y="24003"/>
                  <a:pt x="4923576" y="24003"/>
                  <a:pt x="4926910" y="27336"/>
                </a:cubicBezTo>
                <a:cubicBezTo>
                  <a:pt x="4930149" y="30575"/>
                  <a:pt x="4929292" y="29717"/>
                  <a:pt x="4929863" y="28194"/>
                </a:cubicBezTo>
                <a:cubicBezTo>
                  <a:pt x="4930530" y="26671"/>
                  <a:pt x="4929577" y="25812"/>
                  <a:pt x="4926910" y="21622"/>
                </a:cubicBezTo>
                <a:cubicBezTo>
                  <a:pt x="4924243" y="17430"/>
                  <a:pt x="4932911" y="17716"/>
                  <a:pt x="4941293" y="18002"/>
                </a:cubicBezTo>
                <a:cubicBezTo>
                  <a:pt x="4949675" y="18289"/>
                  <a:pt x="4948151" y="16192"/>
                  <a:pt x="4948151" y="14097"/>
                </a:cubicBezTo>
                <a:cubicBezTo>
                  <a:pt x="4948151" y="12001"/>
                  <a:pt x="4948722" y="12287"/>
                  <a:pt x="4949961" y="12287"/>
                </a:cubicBezTo>
                <a:cubicBezTo>
                  <a:pt x="4951199" y="12287"/>
                  <a:pt x="4955390" y="13430"/>
                  <a:pt x="4957485" y="11050"/>
                </a:cubicBezTo>
                <a:cubicBezTo>
                  <a:pt x="4959581" y="8572"/>
                  <a:pt x="4954247" y="7429"/>
                  <a:pt x="4944627" y="7715"/>
                </a:cubicBezTo>
                <a:cubicBezTo>
                  <a:pt x="4935006" y="8000"/>
                  <a:pt x="4930815" y="190"/>
                  <a:pt x="4930815" y="190"/>
                </a:cubicBezTo>
                <a:lnTo>
                  <a:pt x="4969297" y="381"/>
                </a:lnTo>
                <a:lnTo>
                  <a:pt x="4970649" y="3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-85089"/>
            <a:ext cx="12192000" cy="1422654"/>
          </a:xfrm>
          <a:prstGeom prst="rect">
            <a:avLst/>
          </a:prstGeom>
          <a:gradFill>
            <a:gsLst>
              <a:gs pos="23000">
                <a:schemeClr val="bg1"/>
              </a:gs>
              <a:gs pos="98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0675716" y="6237689"/>
            <a:ext cx="1195132" cy="328285"/>
            <a:chOff x="10675716" y="6237689"/>
            <a:chExt cx="1195132" cy="328285"/>
          </a:xfrm>
        </p:grpSpPr>
        <p:sp>
          <p:nvSpPr>
            <p:cNvPr id="60" name="任意多边形: 形状 59"/>
            <p:cNvSpPr/>
            <p:nvPr userDrawn="1"/>
          </p:nvSpPr>
          <p:spPr>
            <a:xfrm>
              <a:off x="10675716" y="6237689"/>
              <a:ext cx="444771" cy="328285"/>
            </a:xfrm>
            <a:custGeom>
              <a:avLst/>
              <a:gdLst>
                <a:gd name="connsiteX0" fmla="*/ 367919 w 475674"/>
                <a:gd name="connsiteY0" fmla="*/ 351009 h 351094"/>
                <a:gd name="connsiteX1" fmla="*/ 327762 w 475674"/>
                <a:gd name="connsiteY1" fmla="*/ 341291 h 351094"/>
                <a:gd name="connsiteX2" fmla="*/ 294284 w 475674"/>
                <a:gd name="connsiteY2" fmla="*/ 318601 h 351094"/>
                <a:gd name="connsiteX3" fmla="*/ 293899 w 475674"/>
                <a:gd name="connsiteY3" fmla="*/ 318301 h 351094"/>
                <a:gd name="connsiteX4" fmla="*/ 290559 w 475674"/>
                <a:gd name="connsiteY4" fmla="*/ 315476 h 351094"/>
                <a:gd name="connsiteX5" fmla="*/ 290174 w 475674"/>
                <a:gd name="connsiteY5" fmla="*/ 315133 h 351094"/>
                <a:gd name="connsiteX6" fmla="*/ 289874 w 475674"/>
                <a:gd name="connsiteY6" fmla="*/ 314877 h 351094"/>
                <a:gd name="connsiteX7" fmla="*/ 289104 w 475674"/>
                <a:gd name="connsiteY7" fmla="*/ 313763 h 351094"/>
                <a:gd name="connsiteX8" fmla="*/ 289104 w 475674"/>
                <a:gd name="connsiteY8" fmla="*/ 313678 h 351094"/>
                <a:gd name="connsiteX9" fmla="*/ 285679 w 475674"/>
                <a:gd name="connsiteY9" fmla="*/ 303103 h 351094"/>
                <a:gd name="connsiteX10" fmla="*/ 303831 w 475674"/>
                <a:gd name="connsiteY10" fmla="*/ 284951 h 351094"/>
                <a:gd name="connsiteX11" fmla="*/ 314577 w 475674"/>
                <a:gd name="connsiteY11" fmla="*/ 288505 h 351094"/>
                <a:gd name="connsiteX12" fmla="*/ 314833 w 475674"/>
                <a:gd name="connsiteY12" fmla="*/ 288590 h 351094"/>
                <a:gd name="connsiteX13" fmla="*/ 368005 w 475674"/>
                <a:gd name="connsiteY13" fmla="*/ 314448 h 351094"/>
                <a:gd name="connsiteX14" fmla="*/ 439542 w 475674"/>
                <a:gd name="connsiteY14" fmla="*/ 246079 h 351094"/>
                <a:gd name="connsiteX15" fmla="*/ 371130 w 475674"/>
                <a:gd name="connsiteY15" fmla="*/ 177624 h 351094"/>
                <a:gd name="connsiteX16" fmla="*/ 308283 w 475674"/>
                <a:gd name="connsiteY16" fmla="*/ 209047 h 351094"/>
                <a:gd name="connsiteX17" fmla="*/ 307299 w 475674"/>
                <a:gd name="connsiteY17" fmla="*/ 209946 h 351094"/>
                <a:gd name="connsiteX18" fmla="*/ 298651 w 475674"/>
                <a:gd name="connsiteY18" fmla="*/ 217567 h 351094"/>
                <a:gd name="connsiteX19" fmla="*/ 272236 w 475674"/>
                <a:gd name="connsiteY19" fmla="*/ 240342 h 351094"/>
                <a:gd name="connsiteX20" fmla="*/ 197959 w 475674"/>
                <a:gd name="connsiteY20" fmla="*/ 304088 h 351094"/>
                <a:gd name="connsiteX21" fmla="*/ 190296 w 475674"/>
                <a:gd name="connsiteY21" fmla="*/ 310809 h 351094"/>
                <a:gd name="connsiteX22" fmla="*/ 104673 w 475674"/>
                <a:gd name="connsiteY22" fmla="*/ 351095 h 351094"/>
                <a:gd name="connsiteX23" fmla="*/ 32365 w 475674"/>
                <a:gd name="connsiteY23" fmla="*/ 321940 h 351094"/>
                <a:gd name="connsiteX24" fmla="*/ 0 w 475674"/>
                <a:gd name="connsiteY24" fmla="*/ 246764 h 351094"/>
                <a:gd name="connsiteX25" fmla="*/ 34078 w 475674"/>
                <a:gd name="connsiteY25" fmla="*/ 168633 h 351094"/>
                <a:gd name="connsiteX26" fmla="*/ 104416 w 475674"/>
                <a:gd name="connsiteY26" fmla="*/ 141405 h 351094"/>
                <a:gd name="connsiteX27" fmla="*/ 177324 w 475674"/>
                <a:gd name="connsiteY27" fmla="*/ 170646 h 351094"/>
                <a:gd name="connsiteX28" fmla="*/ 177624 w 475674"/>
                <a:gd name="connsiteY28" fmla="*/ 170902 h 351094"/>
                <a:gd name="connsiteX29" fmla="*/ 180192 w 475674"/>
                <a:gd name="connsiteY29" fmla="*/ 173043 h 351094"/>
                <a:gd name="connsiteX30" fmla="*/ 180363 w 475674"/>
                <a:gd name="connsiteY30" fmla="*/ 173171 h 351094"/>
                <a:gd name="connsiteX31" fmla="*/ 180363 w 475674"/>
                <a:gd name="connsiteY31" fmla="*/ 173257 h 351094"/>
                <a:gd name="connsiteX32" fmla="*/ 185330 w 475674"/>
                <a:gd name="connsiteY32" fmla="*/ 185501 h 351094"/>
                <a:gd name="connsiteX33" fmla="*/ 167563 w 475674"/>
                <a:gd name="connsiteY33" fmla="*/ 203225 h 351094"/>
                <a:gd name="connsiteX34" fmla="*/ 156817 w 475674"/>
                <a:gd name="connsiteY34" fmla="*/ 199586 h 351094"/>
                <a:gd name="connsiteX35" fmla="*/ 156732 w 475674"/>
                <a:gd name="connsiteY35" fmla="*/ 199586 h 351094"/>
                <a:gd name="connsiteX36" fmla="*/ 104588 w 475674"/>
                <a:gd name="connsiteY36" fmla="*/ 177752 h 351094"/>
                <a:gd name="connsiteX37" fmla="*/ 36347 w 475674"/>
                <a:gd name="connsiteY37" fmla="*/ 246122 h 351094"/>
                <a:gd name="connsiteX38" fmla="*/ 104588 w 475674"/>
                <a:gd name="connsiteY38" fmla="*/ 314620 h 351094"/>
                <a:gd name="connsiteX39" fmla="*/ 174798 w 475674"/>
                <a:gd name="connsiteY39" fmla="*/ 271423 h 351094"/>
                <a:gd name="connsiteX40" fmla="*/ 188540 w 475674"/>
                <a:gd name="connsiteY40" fmla="*/ 256225 h 351094"/>
                <a:gd name="connsiteX41" fmla="*/ 228526 w 475674"/>
                <a:gd name="connsiteY41" fmla="*/ 214441 h 351094"/>
                <a:gd name="connsiteX42" fmla="*/ 235975 w 475674"/>
                <a:gd name="connsiteY42" fmla="*/ 206693 h 351094"/>
                <a:gd name="connsiteX43" fmla="*/ 287948 w 475674"/>
                <a:gd name="connsiteY43" fmla="*/ 152536 h 351094"/>
                <a:gd name="connsiteX44" fmla="*/ 288034 w 475674"/>
                <a:gd name="connsiteY44" fmla="*/ 152408 h 351094"/>
                <a:gd name="connsiteX45" fmla="*/ 300877 w 475674"/>
                <a:gd name="connsiteY45" fmla="*/ 76975 h 351094"/>
                <a:gd name="connsiteX46" fmla="*/ 237859 w 475674"/>
                <a:gd name="connsiteY46" fmla="*/ 36347 h 351094"/>
                <a:gd name="connsiteX47" fmla="*/ 171373 w 475674"/>
                <a:gd name="connsiteY47" fmla="*/ 92772 h 351094"/>
                <a:gd name="connsiteX48" fmla="*/ 171202 w 475674"/>
                <a:gd name="connsiteY48" fmla="*/ 92900 h 351094"/>
                <a:gd name="connsiteX49" fmla="*/ 153778 w 475674"/>
                <a:gd name="connsiteY49" fmla="*/ 105915 h 351094"/>
                <a:gd name="connsiteX50" fmla="*/ 135583 w 475674"/>
                <a:gd name="connsiteY50" fmla="*/ 87720 h 351094"/>
                <a:gd name="connsiteX51" fmla="*/ 136354 w 475674"/>
                <a:gd name="connsiteY51" fmla="*/ 82497 h 351094"/>
                <a:gd name="connsiteX52" fmla="*/ 136482 w 475674"/>
                <a:gd name="connsiteY52" fmla="*/ 82155 h 351094"/>
                <a:gd name="connsiteX53" fmla="*/ 170474 w 475674"/>
                <a:gd name="connsiteY53" fmla="*/ 25301 h 351094"/>
                <a:gd name="connsiteX54" fmla="*/ 237816 w 475674"/>
                <a:gd name="connsiteY54" fmla="*/ 0 h 351094"/>
                <a:gd name="connsiteX55" fmla="*/ 313677 w 475674"/>
                <a:gd name="connsiteY55" fmla="*/ 31338 h 351094"/>
                <a:gd name="connsiteX56" fmla="*/ 337224 w 475674"/>
                <a:gd name="connsiteY56" fmla="*/ 67856 h 351094"/>
                <a:gd name="connsiteX57" fmla="*/ 343303 w 475674"/>
                <a:gd name="connsiteY57" fmla="*/ 102618 h 351094"/>
                <a:gd name="connsiteX58" fmla="*/ 337609 w 475674"/>
                <a:gd name="connsiteY58" fmla="*/ 139222 h 351094"/>
                <a:gd name="connsiteX59" fmla="*/ 335597 w 475674"/>
                <a:gd name="connsiteY59" fmla="*/ 146286 h 351094"/>
                <a:gd name="connsiteX60" fmla="*/ 343132 w 475674"/>
                <a:gd name="connsiteY60" fmla="*/ 145258 h 351094"/>
                <a:gd name="connsiteX61" fmla="*/ 370916 w 475674"/>
                <a:gd name="connsiteY61" fmla="*/ 141405 h 351094"/>
                <a:gd name="connsiteX62" fmla="*/ 443267 w 475674"/>
                <a:gd name="connsiteY62" fmla="*/ 169746 h 351094"/>
                <a:gd name="connsiteX63" fmla="*/ 466770 w 475674"/>
                <a:gd name="connsiteY63" fmla="*/ 202711 h 351094"/>
                <a:gd name="connsiteX64" fmla="*/ 475675 w 475674"/>
                <a:gd name="connsiteY64" fmla="*/ 246079 h 351094"/>
                <a:gd name="connsiteX65" fmla="*/ 445664 w 475674"/>
                <a:gd name="connsiteY65" fmla="*/ 320142 h 351094"/>
                <a:gd name="connsiteX66" fmla="*/ 367919 w 475674"/>
                <a:gd name="connsiteY66" fmla="*/ 351009 h 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75674" h="351094">
                  <a:moveTo>
                    <a:pt x="367919" y="351009"/>
                  </a:moveTo>
                  <a:cubicBezTo>
                    <a:pt x="354177" y="351009"/>
                    <a:pt x="341077" y="347841"/>
                    <a:pt x="327762" y="341291"/>
                  </a:cubicBezTo>
                  <a:cubicBezTo>
                    <a:pt x="317316" y="336154"/>
                    <a:pt x="306999" y="329175"/>
                    <a:pt x="294284" y="318601"/>
                  </a:cubicBezTo>
                  <a:lnTo>
                    <a:pt x="293899" y="318301"/>
                  </a:lnTo>
                  <a:cubicBezTo>
                    <a:pt x="292700" y="317531"/>
                    <a:pt x="291587" y="316589"/>
                    <a:pt x="290559" y="315476"/>
                  </a:cubicBezTo>
                  <a:lnTo>
                    <a:pt x="290174" y="315133"/>
                  </a:lnTo>
                  <a:cubicBezTo>
                    <a:pt x="290089" y="315005"/>
                    <a:pt x="289960" y="314919"/>
                    <a:pt x="289874" y="314877"/>
                  </a:cubicBezTo>
                  <a:cubicBezTo>
                    <a:pt x="289618" y="314448"/>
                    <a:pt x="289404" y="314149"/>
                    <a:pt x="289104" y="313763"/>
                  </a:cubicBezTo>
                  <a:lnTo>
                    <a:pt x="289104" y="313678"/>
                  </a:lnTo>
                  <a:cubicBezTo>
                    <a:pt x="286835" y="310595"/>
                    <a:pt x="285679" y="306956"/>
                    <a:pt x="285679" y="303103"/>
                  </a:cubicBezTo>
                  <a:cubicBezTo>
                    <a:pt x="285679" y="293128"/>
                    <a:pt x="293813" y="284951"/>
                    <a:pt x="303831" y="284951"/>
                  </a:cubicBezTo>
                  <a:cubicBezTo>
                    <a:pt x="307727" y="284951"/>
                    <a:pt x="311451" y="286150"/>
                    <a:pt x="314577" y="288505"/>
                  </a:cubicBezTo>
                  <a:lnTo>
                    <a:pt x="314833" y="288590"/>
                  </a:lnTo>
                  <a:cubicBezTo>
                    <a:pt x="329817" y="301734"/>
                    <a:pt x="346342" y="314448"/>
                    <a:pt x="368005" y="314448"/>
                  </a:cubicBezTo>
                  <a:cubicBezTo>
                    <a:pt x="414455" y="314448"/>
                    <a:pt x="439542" y="279258"/>
                    <a:pt x="439542" y="246079"/>
                  </a:cubicBezTo>
                  <a:cubicBezTo>
                    <a:pt x="439542" y="213157"/>
                    <a:pt x="413385" y="177624"/>
                    <a:pt x="371130" y="177624"/>
                  </a:cubicBezTo>
                  <a:cubicBezTo>
                    <a:pt x="344073" y="177624"/>
                    <a:pt x="325879" y="193592"/>
                    <a:pt x="308283" y="209047"/>
                  </a:cubicBezTo>
                  <a:lnTo>
                    <a:pt x="307299" y="209946"/>
                  </a:lnTo>
                  <a:cubicBezTo>
                    <a:pt x="304430" y="212429"/>
                    <a:pt x="301519" y="214998"/>
                    <a:pt x="298651" y="217567"/>
                  </a:cubicBezTo>
                  <a:cubicBezTo>
                    <a:pt x="288590" y="226386"/>
                    <a:pt x="279129" y="234734"/>
                    <a:pt x="272236" y="240342"/>
                  </a:cubicBezTo>
                  <a:cubicBezTo>
                    <a:pt x="259693" y="250660"/>
                    <a:pt x="216453" y="288034"/>
                    <a:pt x="197959" y="304088"/>
                  </a:cubicBezTo>
                  <a:cubicBezTo>
                    <a:pt x="195390" y="306314"/>
                    <a:pt x="192779" y="308540"/>
                    <a:pt x="190296" y="310809"/>
                  </a:cubicBezTo>
                  <a:cubicBezTo>
                    <a:pt x="166835" y="331530"/>
                    <a:pt x="144659" y="351095"/>
                    <a:pt x="104673" y="351095"/>
                  </a:cubicBezTo>
                  <a:cubicBezTo>
                    <a:pt x="78344" y="351095"/>
                    <a:pt x="52016" y="340435"/>
                    <a:pt x="32365" y="321940"/>
                  </a:cubicBezTo>
                  <a:cubicBezTo>
                    <a:pt x="11473" y="302247"/>
                    <a:pt x="0" y="275533"/>
                    <a:pt x="0" y="246764"/>
                  </a:cubicBezTo>
                  <a:cubicBezTo>
                    <a:pt x="0" y="207206"/>
                    <a:pt x="18537" y="182419"/>
                    <a:pt x="34078" y="168633"/>
                  </a:cubicBezTo>
                  <a:cubicBezTo>
                    <a:pt x="53557" y="151338"/>
                    <a:pt x="79201" y="141405"/>
                    <a:pt x="104416" y="141405"/>
                  </a:cubicBezTo>
                  <a:cubicBezTo>
                    <a:pt x="135840" y="141405"/>
                    <a:pt x="154934" y="152108"/>
                    <a:pt x="177324" y="170646"/>
                  </a:cubicBezTo>
                  <a:lnTo>
                    <a:pt x="177624" y="170902"/>
                  </a:lnTo>
                  <a:cubicBezTo>
                    <a:pt x="178565" y="171502"/>
                    <a:pt x="179379" y="172230"/>
                    <a:pt x="180192" y="173043"/>
                  </a:cubicBezTo>
                  <a:lnTo>
                    <a:pt x="180363" y="173171"/>
                  </a:lnTo>
                  <a:lnTo>
                    <a:pt x="180363" y="173257"/>
                  </a:lnTo>
                  <a:cubicBezTo>
                    <a:pt x="183574" y="176596"/>
                    <a:pt x="185330" y="180963"/>
                    <a:pt x="185330" y="185501"/>
                  </a:cubicBezTo>
                  <a:cubicBezTo>
                    <a:pt x="185330" y="195262"/>
                    <a:pt x="177367" y="203225"/>
                    <a:pt x="167563" y="203225"/>
                  </a:cubicBezTo>
                  <a:cubicBezTo>
                    <a:pt x="163667" y="203225"/>
                    <a:pt x="159943" y="201983"/>
                    <a:pt x="156817" y="199586"/>
                  </a:cubicBezTo>
                  <a:lnTo>
                    <a:pt x="156732" y="199586"/>
                  </a:lnTo>
                  <a:cubicBezTo>
                    <a:pt x="139950" y="185758"/>
                    <a:pt x="126036" y="177752"/>
                    <a:pt x="104588" y="177752"/>
                  </a:cubicBezTo>
                  <a:cubicBezTo>
                    <a:pt x="71752" y="177752"/>
                    <a:pt x="36347" y="203910"/>
                    <a:pt x="36347" y="246122"/>
                  </a:cubicBezTo>
                  <a:cubicBezTo>
                    <a:pt x="36347" y="283881"/>
                    <a:pt x="66957" y="314620"/>
                    <a:pt x="104588" y="314620"/>
                  </a:cubicBezTo>
                  <a:cubicBezTo>
                    <a:pt x="136311" y="314620"/>
                    <a:pt x="151594" y="297452"/>
                    <a:pt x="174798" y="271423"/>
                  </a:cubicBezTo>
                  <a:cubicBezTo>
                    <a:pt x="179122" y="266585"/>
                    <a:pt x="183574" y="261577"/>
                    <a:pt x="188540" y="256225"/>
                  </a:cubicBezTo>
                  <a:cubicBezTo>
                    <a:pt x="195519" y="248690"/>
                    <a:pt x="216196" y="227285"/>
                    <a:pt x="228526" y="214441"/>
                  </a:cubicBezTo>
                  <a:cubicBezTo>
                    <a:pt x="231608" y="211273"/>
                    <a:pt x="234220" y="208533"/>
                    <a:pt x="235975" y="206693"/>
                  </a:cubicBezTo>
                  <a:cubicBezTo>
                    <a:pt x="275490" y="165594"/>
                    <a:pt x="287777" y="152708"/>
                    <a:pt x="287948" y="152536"/>
                  </a:cubicBezTo>
                  <a:lnTo>
                    <a:pt x="288034" y="152408"/>
                  </a:lnTo>
                  <a:cubicBezTo>
                    <a:pt x="307427" y="130317"/>
                    <a:pt x="312222" y="102062"/>
                    <a:pt x="300877" y="76975"/>
                  </a:cubicBezTo>
                  <a:cubicBezTo>
                    <a:pt x="289703" y="52273"/>
                    <a:pt x="264958" y="36347"/>
                    <a:pt x="237859" y="36347"/>
                  </a:cubicBezTo>
                  <a:cubicBezTo>
                    <a:pt x="199329" y="36347"/>
                    <a:pt x="176510" y="65458"/>
                    <a:pt x="171373" y="92772"/>
                  </a:cubicBezTo>
                  <a:lnTo>
                    <a:pt x="171202" y="92900"/>
                  </a:lnTo>
                  <a:cubicBezTo>
                    <a:pt x="168933" y="100564"/>
                    <a:pt x="161783" y="105915"/>
                    <a:pt x="153778" y="105915"/>
                  </a:cubicBezTo>
                  <a:cubicBezTo>
                    <a:pt x="143760" y="105915"/>
                    <a:pt x="135583" y="97781"/>
                    <a:pt x="135583" y="87720"/>
                  </a:cubicBezTo>
                  <a:cubicBezTo>
                    <a:pt x="135583" y="85965"/>
                    <a:pt x="135840" y="84210"/>
                    <a:pt x="136354" y="82497"/>
                  </a:cubicBezTo>
                  <a:lnTo>
                    <a:pt x="136482" y="82155"/>
                  </a:lnTo>
                  <a:cubicBezTo>
                    <a:pt x="141106" y="59979"/>
                    <a:pt x="152536" y="40842"/>
                    <a:pt x="170474" y="25301"/>
                  </a:cubicBezTo>
                  <a:cubicBezTo>
                    <a:pt x="189782" y="8519"/>
                    <a:pt x="212429" y="0"/>
                    <a:pt x="237816" y="0"/>
                  </a:cubicBezTo>
                  <a:cubicBezTo>
                    <a:pt x="266928" y="0"/>
                    <a:pt x="293171" y="10831"/>
                    <a:pt x="313677" y="31338"/>
                  </a:cubicBezTo>
                  <a:cubicBezTo>
                    <a:pt x="324380" y="42041"/>
                    <a:pt x="332300" y="54370"/>
                    <a:pt x="337224" y="67856"/>
                  </a:cubicBezTo>
                  <a:cubicBezTo>
                    <a:pt x="341162" y="78730"/>
                    <a:pt x="343217" y="90417"/>
                    <a:pt x="343303" y="102618"/>
                  </a:cubicBezTo>
                  <a:cubicBezTo>
                    <a:pt x="343431" y="123639"/>
                    <a:pt x="337695" y="139094"/>
                    <a:pt x="337609" y="139222"/>
                  </a:cubicBezTo>
                  <a:lnTo>
                    <a:pt x="335597" y="146286"/>
                  </a:lnTo>
                  <a:lnTo>
                    <a:pt x="343132" y="145258"/>
                  </a:lnTo>
                  <a:cubicBezTo>
                    <a:pt x="352079" y="142690"/>
                    <a:pt x="361455" y="141405"/>
                    <a:pt x="370916" y="141405"/>
                  </a:cubicBezTo>
                  <a:cubicBezTo>
                    <a:pt x="397502" y="141405"/>
                    <a:pt x="423873" y="151766"/>
                    <a:pt x="443267" y="169746"/>
                  </a:cubicBezTo>
                  <a:cubicBezTo>
                    <a:pt x="453327" y="179122"/>
                    <a:pt x="461248" y="190253"/>
                    <a:pt x="466770" y="202711"/>
                  </a:cubicBezTo>
                  <a:cubicBezTo>
                    <a:pt x="472678" y="216068"/>
                    <a:pt x="475675" y="230624"/>
                    <a:pt x="475675" y="246079"/>
                  </a:cubicBezTo>
                  <a:cubicBezTo>
                    <a:pt x="475675" y="274506"/>
                    <a:pt x="465015" y="300792"/>
                    <a:pt x="445664" y="320142"/>
                  </a:cubicBezTo>
                  <a:cubicBezTo>
                    <a:pt x="425843" y="340050"/>
                    <a:pt x="398230" y="351009"/>
                    <a:pt x="367919" y="35100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61" name="图形 4"/>
            <p:cNvGrpSpPr/>
            <p:nvPr userDrawn="1"/>
          </p:nvGrpSpPr>
          <p:grpSpPr>
            <a:xfrm>
              <a:off x="11181894" y="6239370"/>
              <a:ext cx="687754" cy="218483"/>
              <a:chOff x="10904547" y="6209237"/>
              <a:chExt cx="735538" cy="233663"/>
            </a:xfrm>
            <a:solidFill>
              <a:srgbClr val="A5A7AA"/>
            </a:solidFill>
          </p:grpSpPr>
          <p:sp>
            <p:nvSpPr>
              <p:cNvPr id="90" name="任意多边形: 形状 89"/>
              <p:cNvSpPr/>
              <p:nvPr/>
            </p:nvSpPr>
            <p:spPr>
              <a:xfrm>
                <a:off x="10914051" y="6222037"/>
                <a:ext cx="205193" cy="17424"/>
              </a:xfrm>
              <a:custGeom>
                <a:avLst/>
                <a:gdLst>
                  <a:gd name="connsiteX0" fmla="*/ 8434 w 205193"/>
                  <a:gd name="connsiteY0" fmla="*/ 17424 h 17424"/>
                  <a:gd name="connsiteX1" fmla="*/ 196760 w 205193"/>
                  <a:gd name="connsiteY1" fmla="*/ 17424 h 17424"/>
                  <a:gd name="connsiteX2" fmla="*/ 205194 w 205193"/>
                  <a:gd name="connsiteY2" fmla="*/ 8990 h 17424"/>
                  <a:gd name="connsiteX3" fmla="*/ 205194 w 205193"/>
                  <a:gd name="connsiteY3" fmla="*/ 8434 h 17424"/>
                  <a:gd name="connsiteX4" fmla="*/ 196760 w 205193"/>
                  <a:gd name="connsiteY4" fmla="*/ 0 h 17424"/>
                  <a:gd name="connsiteX5" fmla="*/ 8434 w 205193"/>
                  <a:gd name="connsiteY5" fmla="*/ 0 h 17424"/>
                  <a:gd name="connsiteX6" fmla="*/ 0 w 205193"/>
                  <a:gd name="connsiteY6" fmla="*/ 8434 h 17424"/>
                  <a:gd name="connsiteX7" fmla="*/ 0 w 205193"/>
                  <a:gd name="connsiteY7" fmla="*/ 8990 h 17424"/>
                  <a:gd name="connsiteX8" fmla="*/ 8434 w 205193"/>
                  <a:gd name="connsiteY8" fmla="*/ 17424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193" h="17424">
                    <a:moveTo>
                      <a:pt x="8434" y="17424"/>
                    </a:moveTo>
                    <a:lnTo>
                      <a:pt x="196760" y="17424"/>
                    </a:lnTo>
                    <a:cubicBezTo>
                      <a:pt x="201598" y="17424"/>
                      <a:pt x="205194" y="13828"/>
                      <a:pt x="205194" y="8990"/>
                    </a:cubicBezTo>
                    <a:lnTo>
                      <a:pt x="205194" y="8434"/>
                    </a:lnTo>
                    <a:cubicBezTo>
                      <a:pt x="205194" y="3896"/>
                      <a:pt x="201598" y="0"/>
                      <a:pt x="196760" y="0"/>
                    </a:cubicBezTo>
                    <a:lnTo>
                      <a:pt x="8434" y="0"/>
                    </a:lnTo>
                    <a:cubicBezTo>
                      <a:pt x="3553" y="0"/>
                      <a:pt x="0" y="3896"/>
                      <a:pt x="0" y="8434"/>
                    </a:cubicBezTo>
                    <a:lnTo>
                      <a:pt x="0" y="8990"/>
                    </a:lnTo>
                    <a:cubicBezTo>
                      <a:pt x="0" y="13828"/>
                      <a:pt x="3553" y="17424"/>
                      <a:pt x="8434" y="17424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1" name="任意多边形: 形状 90"/>
              <p:cNvSpPr/>
              <p:nvPr/>
            </p:nvSpPr>
            <p:spPr>
              <a:xfrm>
                <a:off x="10920706" y="6330606"/>
                <a:ext cx="193056" cy="106214"/>
              </a:xfrm>
              <a:custGeom>
                <a:avLst/>
                <a:gdLst>
                  <a:gd name="connsiteX0" fmla="*/ 161293 w 193056"/>
                  <a:gd name="connsiteY0" fmla="*/ 19393 h 106214"/>
                  <a:gd name="connsiteX1" fmla="*/ 175035 w 193056"/>
                  <a:gd name="connsiteY1" fmla="*/ 73849 h 106214"/>
                  <a:gd name="connsiteX2" fmla="*/ 174222 w 193056"/>
                  <a:gd name="connsiteY2" fmla="*/ 84338 h 106214"/>
                  <a:gd name="connsiteX3" fmla="*/ 163947 w 193056"/>
                  <a:gd name="connsiteY3" fmla="*/ 88962 h 106214"/>
                  <a:gd name="connsiteX4" fmla="*/ 45788 w 193056"/>
                  <a:gd name="connsiteY4" fmla="*/ 88962 h 106214"/>
                  <a:gd name="connsiteX5" fmla="*/ 23441 w 193056"/>
                  <a:gd name="connsiteY5" fmla="*/ 88962 h 106214"/>
                  <a:gd name="connsiteX6" fmla="*/ 25539 w 193056"/>
                  <a:gd name="connsiteY6" fmla="*/ 69782 h 106214"/>
                  <a:gd name="connsiteX7" fmla="*/ 49941 w 193056"/>
                  <a:gd name="connsiteY7" fmla="*/ 6036 h 106214"/>
                  <a:gd name="connsiteX8" fmla="*/ 40608 w 193056"/>
                  <a:gd name="connsiteY8" fmla="*/ 1456 h 106214"/>
                  <a:gd name="connsiteX9" fmla="*/ 35257 w 193056"/>
                  <a:gd name="connsiteY9" fmla="*/ 0 h 106214"/>
                  <a:gd name="connsiteX10" fmla="*/ 280 w 193056"/>
                  <a:gd name="connsiteY10" fmla="*/ 95683 h 106214"/>
                  <a:gd name="connsiteX11" fmla="*/ 2035 w 193056"/>
                  <a:gd name="connsiteY11" fmla="*/ 103175 h 106214"/>
                  <a:gd name="connsiteX12" fmla="*/ 8457 w 193056"/>
                  <a:gd name="connsiteY12" fmla="*/ 106215 h 106214"/>
                  <a:gd name="connsiteX13" fmla="*/ 163947 w 193056"/>
                  <a:gd name="connsiteY13" fmla="*/ 106215 h 106214"/>
                  <a:gd name="connsiteX14" fmla="*/ 176234 w 193056"/>
                  <a:gd name="connsiteY14" fmla="*/ 103689 h 106214"/>
                  <a:gd name="connsiteX15" fmla="*/ 191346 w 193056"/>
                  <a:gd name="connsiteY15" fmla="*/ 90332 h 106214"/>
                  <a:gd name="connsiteX16" fmla="*/ 192202 w 193056"/>
                  <a:gd name="connsiteY16" fmla="*/ 73935 h 106214"/>
                  <a:gd name="connsiteX17" fmla="*/ 182570 w 193056"/>
                  <a:gd name="connsiteY17" fmla="*/ 35533 h 106214"/>
                  <a:gd name="connsiteX18" fmla="*/ 161293 w 193056"/>
                  <a:gd name="connsiteY18" fmla="*/ 19393 h 10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3056" h="106214">
                    <a:moveTo>
                      <a:pt x="161293" y="19393"/>
                    </a:moveTo>
                    <a:lnTo>
                      <a:pt x="175035" y="73849"/>
                    </a:lnTo>
                    <a:cubicBezTo>
                      <a:pt x="175035" y="77959"/>
                      <a:pt x="177005" y="81555"/>
                      <a:pt x="174222" y="84338"/>
                    </a:cubicBezTo>
                    <a:cubicBezTo>
                      <a:pt x="171353" y="87164"/>
                      <a:pt x="167800" y="88962"/>
                      <a:pt x="163947" y="88962"/>
                    </a:cubicBezTo>
                    <a:lnTo>
                      <a:pt x="45788" y="88962"/>
                    </a:lnTo>
                    <a:cubicBezTo>
                      <a:pt x="45788" y="88962"/>
                      <a:pt x="30804" y="88962"/>
                      <a:pt x="23441" y="88962"/>
                    </a:cubicBezTo>
                    <a:cubicBezTo>
                      <a:pt x="16591" y="88962"/>
                      <a:pt x="25539" y="69782"/>
                      <a:pt x="25539" y="69782"/>
                    </a:cubicBezTo>
                    <a:lnTo>
                      <a:pt x="49941" y="6036"/>
                    </a:lnTo>
                    <a:cubicBezTo>
                      <a:pt x="46730" y="4752"/>
                      <a:pt x="44119" y="2183"/>
                      <a:pt x="40608" y="1456"/>
                    </a:cubicBezTo>
                    <a:cubicBezTo>
                      <a:pt x="38767" y="1027"/>
                      <a:pt x="36884" y="771"/>
                      <a:pt x="35257" y="0"/>
                    </a:cubicBezTo>
                    <a:lnTo>
                      <a:pt x="280" y="95683"/>
                    </a:lnTo>
                    <a:cubicBezTo>
                      <a:pt x="-448" y="98252"/>
                      <a:pt x="280" y="100820"/>
                      <a:pt x="2035" y="103175"/>
                    </a:cubicBezTo>
                    <a:cubicBezTo>
                      <a:pt x="3576" y="105187"/>
                      <a:pt x="5631" y="106215"/>
                      <a:pt x="8457" y="106215"/>
                    </a:cubicBezTo>
                    <a:lnTo>
                      <a:pt x="163947" y="106215"/>
                    </a:lnTo>
                    <a:cubicBezTo>
                      <a:pt x="168057" y="106215"/>
                      <a:pt x="172424" y="105444"/>
                      <a:pt x="176234" y="103689"/>
                    </a:cubicBezTo>
                    <a:cubicBezTo>
                      <a:pt x="183940" y="100349"/>
                      <a:pt x="188007" y="98038"/>
                      <a:pt x="191346" y="90332"/>
                    </a:cubicBezTo>
                    <a:cubicBezTo>
                      <a:pt x="193358" y="86222"/>
                      <a:pt x="193530" y="79714"/>
                      <a:pt x="192202" y="73935"/>
                    </a:cubicBezTo>
                    <a:lnTo>
                      <a:pt x="182570" y="35533"/>
                    </a:lnTo>
                    <a:cubicBezTo>
                      <a:pt x="177518" y="19864"/>
                      <a:pt x="161293" y="19393"/>
                      <a:pt x="161293" y="19393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>
                <a:off x="10904547" y="6292761"/>
                <a:ext cx="224159" cy="17424"/>
              </a:xfrm>
              <a:custGeom>
                <a:avLst/>
                <a:gdLst>
                  <a:gd name="connsiteX0" fmla="*/ 215725 w 224159"/>
                  <a:gd name="connsiteY0" fmla="*/ 0 h 17424"/>
                  <a:gd name="connsiteX1" fmla="*/ 8434 w 224159"/>
                  <a:gd name="connsiteY1" fmla="*/ 0 h 17424"/>
                  <a:gd name="connsiteX2" fmla="*/ 0 w 224159"/>
                  <a:gd name="connsiteY2" fmla="*/ 8434 h 17424"/>
                  <a:gd name="connsiteX3" fmla="*/ 0 w 224159"/>
                  <a:gd name="connsiteY3" fmla="*/ 8948 h 17424"/>
                  <a:gd name="connsiteX4" fmla="*/ 8434 w 224159"/>
                  <a:gd name="connsiteY4" fmla="*/ 17424 h 17424"/>
                  <a:gd name="connsiteX5" fmla="*/ 215725 w 224159"/>
                  <a:gd name="connsiteY5" fmla="*/ 17424 h 17424"/>
                  <a:gd name="connsiteX6" fmla="*/ 224159 w 224159"/>
                  <a:gd name="connsiteY6" fmla="*/ 8948 h 17424"/>
                  <a:gd name="connsiteX7" fmla="*/ 224159 w 224159"/>
                  <a:gd name="connsiteY7" fmla="*/ 8434 h 17424"/>
                  <a:gd name="connsiteX8" fmla="*/ 215725 w 224159"/>
                  <a:gd name="connsiteY8" fmla="*/ 0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4159" h="17424">
                    <a:moveTo>
                      <a:pt x="215725" y="0"/>
                    </a:moveTo>
                    <a:lnTo>
                      <a:pt x="8434" y="0"/>
                    </a:lnTo>
                    <a:cubicBezTo>
                      <a:pt x="3853" y="0"/>
                      <a:pt x="0" y="3853"/>
                      <a:pt x="0" y="8434"/>
                    </a:cubicBezTo>
                    <a:lnTo>
                      <a:pt x="0" y="8948"/>
                    </a:lnTo>
                    <a:cubicBezTo>
                      <a:pt x="0" y="13528"/>
                      <a:pt x="3853" y="17424"/>
                      <a:pt x="8434" y="17424"/>
                    </a:cubicBezTo>
                    <a:lnTo>
                      <a:pt x="215725" y="17424"/>
                    </a:lnTo>
                    <a:cubicBezTo>
                      <a:pt x="220306" y="17424"/>
                      <a:pt x="224159" y="13528"/>
                      <a:pt x="224159" y="8948"/>
                    </a:cubicBezTo>
                    <a:lnTo>
                      <a:pt x="224159" y="8434"/>
                    </a:lnTo>
                    <a:cubicBezTo>
                      <a:pt x="224159" y="3853"/>
                      <a:pt x="220306" y="0"/>
                      <a:pt x="215725" y="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11159704" y="6213485"/>
                <a:ext cx="120553" cy="118336"/>
              </a:xfrm>
              <a:custGeom>
                <a:avLst/>
                <a:gdLst>
                  <a:gd name="connsiteX0" fmla="*/ 53383 w 120553"/>
                  <a:gd name="connsiteY0" fmla="*/ 89765 h 118336"/>
                  <a:gd name="connsiteX1" fmla="*/ 61859 w 120553"/>
                  <a:gd name="connsiteY1" fmla="*/ 77436 h 118336"/>
                  <a:gd name="connsiteX2" fmla="*/ 104371 w 120553"/>
                  <a:gd name="connsiteY2" fmla="*/ 112755 h 118336"/>
                  <a:gd name="connsiteX3" fmla="*/ 116144 w 120553"/>
                  <a:gd name="connsiteY3" fmla="*/ 112027 h 118336"/>
                  <a:gd name="connsiteX4" fmla="*/ 118499 w 120553"/>
                  <a:gd name="connsiteY4" fmla="*/ 105606 h 118336"/>
                  <a:gd name="connsiteX5" fmla="*/ 115416 w 120553"/>
                  <a:gd name="connsiteY5" fmla="*/ 99698 h 118336"/>
                  <a:gd name="connsiteX6" fmla="*/ 82409 w 120553"/>
                  <a:gd name="connsiteY6" fmla="*/ 71785 h 118336"/>
                  <a:gd name="connsiteX7" fmla="*/ 112077 w 120553"/>
                  <a:gd name="connsiteY7" fmla="*/ 71785 h 118336"/>
                  <a:gd name="connsiteX8" fmla="*/ 120554 w 120553"/>
                  <a:gd name="connsiteY8" fmla="*/ 63308 h 118336"/>
                  <a:gd name="connsiteX9" fmla="*/ 120554 w 120553"/>
                  <a:gd name="connsiteY9" fmla="*/ 62880 h 118336"/>
                  <a:gd name="connsiteX10" fmla="*/ 112077 w 120553"/>
                  <a:gd name="connsiteY10" fmla="*/ 54446 h 118336"/>
                  <a:gd name="connsiteX11" fmla="*/ 69565 w 120553"/>
                  <a:gd name="connsiteY11" fmla="*/ 54446 h 118336"/>
                  <a:gd name="connsiteX12" fmla="*/ 70636 w 120553"/>
                  <a:gd name="connsiteY12" fmla="*/ 41860 h 118336"/>
                  <a:gd name="connsiteX13" fmla="*/ 70850 w 120553"/>
                  <a:gd name="connsiteY13" fmla="*/ 30857 h 118336"/>
                  <a:gd name="connsiteX14" fmla="*/ 109037 w 120553"/>
                  <a:gd name="connsiteY14" fmla="*/ 30857 h 118336"/>
                  <a:gd name="connsiteX15" fmla="*/ 117471 w 120553"/>
                  <a:gd name="connsiteY15" fmla="*/ 22381 h 118336"/>
                  <a:gd name="connsiteX16" fmla="*/ 117471 w 120553"/>
                  <a:gd name="connsiteY16" fmla="*/ 22167 h 118336"/>
                  <a:gd name="connsiteX17" fmla="*/ 109037 w 120553"/>
                  <a:gd name="connsiteY17" fmla="*/ 13690 h 118336"/>
                  <a:gd name="connsiteX18" fmla="*/ 28338 w 120553"/>
                  <a:gd name="connsiteY18" fmla="*/ 13690 h 118336"/>
                  <a:gd name="connsiteX19" fmla="*/ 28809 w 120553"/>
                  <a:gd name="connsiteY19" fmla="*/ 11935 h 118336"/>
                  <a:gd name="connsiteX20" fmla="*/ 28809 w 120553"/>
                  <a:gd name="connsiteY20" fmla="*/ 5256 h 118336"/>
                  <a:gd name="connsiteX21" fmla="*/ 24186 w 120553"/>
                  <a:gd name="connsiteY21" fmla="*/ 632 h 118336"/>
                  <a:gd name="connsiteX22" fmla="*/ 23715 w 120553"/>
                  <a:gd name="connsiteY22" fmla="*/ 632 h 118336"/>
                  <a:gd name="connsiteX23" fmla="*/ 12926 w 120553"/>
                  <a:gd name="connsiteY23" fmla="*/ 5256 h 118336"/>
                  <a:gd name="connsiteX24" fmla="*/ 7275 w 120553"/>
                  <a:gd name="connsiteY24" fmla="*/ 19341 h 118336"/>
                  <a:gd name="connsiteX25" fmla="*/ 15195 w 120553"/>
                  <a:gd name="connsiteY25" fmla="*/ 30857 h 118336"/>
                  <a:gd name="connsiteX26" fmla="*/ 53383 w 120553"/>
                  <a:gd name="connsiteY26" fmla="*/ 30857 h 118336"/>
                  <a:gd name="connsiteX27" fmla="*/ 53383 w 120553"/>
                  <a:gd name="connsiteY27" fmla="*/ 41860 h 118336"/>
                  <a:gd name="connsiteX28" fmla="*/ 52098 w 120553"/>
                  <a:gd name="connsiteY28" fmla="*/ 54446 h 118336"/>
                  <a:gd name="connsiteX29" fmla="*/ 9330 w 120553"/>
                  <a:gd name="connsiteY29" fmla="*/ 54446 h 118336"/>
                  <a:gd name="connsiteX30" fmla="*/ 853 w 120553"/>
                  <a:gd name="connsiteY30" fmla="*/ 62880 h 118336"/>
                  <a:gd name="connsiteX31" fmla="*/ 853 w 120553"/>
                  <a:gd name="connsiteY31" fmla="*/ 63394 h 118336"/>
                  <a:gd name="connsiteX32" fmla="*/ 9330 w 120553"/>
                  <a:gd name="connsiteY32" fmla="*/ 71870 h 118336"/>
                  <a:gd name="connsiteX33" fmla="*/ 44949 w 120553"/>
                  <a:gd name="connsiteY33" fmla="*/ 71870 h 118336"/>
                  <a:gd name="connsiteX34" fmla="*/ 39555 w 120553"/>
                  <a:gd name="connsiteY34" fmla="*/ 79320 h 118336"/>
                  <a:gd name="connsiteX35" fmla="*/ 5477 w 120553"/>
                  <a:gd name="connsiteY35" fmla="*/ 101624 h 118336"/>
                  <a:gd name="connsiteX36" fmla="*/ 383 w 120553"/>
                  <a:gd name="connsiteY36" fmla="*/ 112327 h 118336"/>
                  <a:gd name="connsiteX37" fmla="*/ 639 w 120553"/>
                  <a:gd name="connsiteY37" fmla="*/ 112841 h 118336"/>
                  <a:gd name="connsiteX38" fmla="*/ 5220 w 120553"/>
                  <a:gd name="connsiteY38" fmla="*/ 117721 h 118336"/>
                  <a:gd name="connsiteX39" fmla="*/ 11642 w 120553"/>
                  <a:gd name="connsiteY39" fmla="*/ 117978 h 118336"/>
                  <a:gd name="connsiteX40" fmla="*/ 53383 w 120553"/>
                  <a:gd name="connsiteY40" fmla="*/ 89765 h 11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0553" h="118336">
                    <a:moveTo>
                      <a:pt x="53383" y="89765"/>
                    </a:moveTo>
                    <a:cubicBezTo>
                      <a:pt x="56722" y="85955"/>
                      <a:pt x="59505" y="81845"/>
                      <a:pt x="61859" y="77436"/>
                    </a:cubicBezTo>
                    <a:lnTo>
                      <a:pt x="104371" y="112755"/>
                    </a:lnTo>
                    <a:cubicBezTo>
                      <a:pt x="107967" y="115880"/>
                      <a:pt x="113062" y="115324"/>
                      <a:pt x="116144" y="112027"/>
                    </a:cubicBezTo>
                    <a:cubicBezTo>
                      <a:pt x="117728" y="109972"/>
                      <a:pt x="118755" y="108131"/>
                      <a:pt x="118499" y="105606"/>
                    </a:cubicBezTo>
                    <a:cubicBezTo>
                      <a:pt x="118199" y="103251"/>
                      <a:pt x="117428" y="101539"/>
                      <a:pt x="115416" y="99698"/>
                    </a:cubicBezTo>
                    <a:lnTo>
                      <a:pt x="82409" y="71785"/>
                    </a:lnTo>
                    <a:lnTo>
                      <a:pt x="112077" y="71785"/>
                    </a:lnTo>
                    <a:cubicBezTo>
                      <a:pt x="116957" y="71785"/>
                      <a:pt x="120554" y="67889"/>
                      <a:pt x="120554" y="63308"/>
                    </a:cubicBezTo>
                    <a:lnTo>
                      <a:pt x="120554" y="62880"/>
                    </a:lnTo>
                    <a:cubicBezTo>
                      <a:pt x="120554" y="58256"/>
                      <a:pt x="116957" y="54446"/>
                      <a:pt x="112077" y="54446"/>
                    </a:cubicBezTo>
                    <a:lnTo>
                      <a:pt x="69565" y="54446"/>
                    </a:lnTo>
                    <a:cubicBezTo>
                      <a:pt x="70336" y="50336"/>
                      <a:pt x="70636" y="46226"/>
                      <a:pt x="70636" y="41860"/>
                    </a:cubicBezTo>
                    <a:lnTo>
                      <a:pt x="70850" y="30857"/>
                    </a:lnTo>
                    <a:lnTo>
                      <a:pt x="109037" y="30857"/>
                    </a:lnTo>
                    <a:cubicBezTo>
                      <a:pt x="113618" y="30857"/>
                      <a:pt x="117471" y="27047"/>
                      <a:pt x="117471" y="22381"/>
                    </a:cubicBezTo>
                    <a:lnTo>
                      <a:pt x="117471" y="22167"/>
                    </a:lnTo>
                    <a:cubicBezTo>
                      <a:pt x="117471" y="17543"/>
                      <a:pt x="113618" y="13690"/>
                      <a:pt x="109037" y="13690"/>
                    </a:cubicBezTo>
                    <a:lnTo>
                      <a:pt x="28338" y="13690"/>
                    </a:lnTo>
                    <a:lnTo>
                      <a:pt x="28809" y="11935"/>
                    </a:lnTo>
                    <a:cubicBezTo>
                      <a:pt x="29837" y="9623"/>
                      <a:pt x="29837" y="7311"/>
                      <a:pt x="28809" y="5256"/>
                    </a:cubicBezTo>
                    <a:cubicBezTo>
                      <a:pt x="28039" y="3201"/>
                      <a:pt x="26240" y="1446"/>
                      <a:pt x="24186" y="632"/>
                    </a:cubicBezTo>
                    <a:lnTo>
                      <a:pt x="23715" y="632"/>
                    </a:lnTo>
                    <a:cubicBezTo>
                      <a:pt x="19562" y="-1123"/>
                      <a:pt x="14467" y="889"/>
                      <a:pt x="12926" y="5256"/>
                    </a:cubicBezTo>
                    <a:lnTo>
                      <a:pt x="7275" y="19341"/>
                    </a:lnTo>
                    <a:cubicBezTo>
                      <a:pt x="5220" y="24949"/>
                      <a:pt x="9073" y="30857"/>
                      <a:pt x="15195" y="30857"/>
                    </a:cubicBezTo>
                    <a:lnTo>
                      <a:pt x="53383" y="30857"/>
                    </a:lnTo>
                    <a:lnTo>
                      <a:pt x="53383" y="41860"/>
                    </a:lnTo>
                    <a:cubicBezTo>
                      <a:pt x="53383" y="46226"/>
                      <a:pt x="52826" y="50550"/>
                      <a:pt x="52098" y="54446"/>
                    </a:cubicBezTo>
                    <a:lnTo>
                      <a:pt x="9330" y="54446"/>
                    </a:lnTo>
                    <a:cubicBezTo>
                      <a:pt x="4706" y="54446"/>
                      <a:pt x="853" y="58256"/>
                      <a:pt x="853" y="62880"/>
                    </a:cubicBezTo>
                    <a:lnTo>
                      <a:pt x="853" y="63394"/>
                    </a:lnTo>
                    <a:cubicBezTo>
                      <a:pt x="853" y="68017"/>
                      <a:pt x="4706" y="71870"/>
                      <a:pt x="9330" y="71870"/>
                    </a:cubicBezTo>
                    <a:lnTo>
                      <a:pt x="44949" y="71870"/>
                    </a:lnTo>
                    <a:cubicBezTo>
                      <a:pt x="43365" y="74396"/>
                      <a:pt x="41653" y="76965"/>
                      <a:pt x="39555" y="79320"/>
                    </a:cubicBezTo>
                    <a:cubicBezTo>
                      <a:pt x="31378" y="88267"/>
                      <a:pt x="19819" y="95930"/>
                      <a:pt x="5477" y="101624"/>
                    </a:cubicBezTo>
                    <a:cubicBezTo>
                      <a:pt x="1110" y="103636"/>
                      <a:pt x="-902" y="108003"/>
                      <a:pt x="383" y="112327"/>
                    </a:cubicBezTo>
                    <a:lnTo>
                      <a:pt x="639" y="112841"/>
                    </a:lnTo>
                    <a:cubicBezTo>
                      <a:pt x="1410" y="115153"/>
                      <a:pt x="3165" y="116737"/>
                      <a:pt x="5220" y="117721"/>
                    </a:cubicBezTo>
                    <a:cubicBezTo>
                      <a:pt x="7275" y="118492"/>
                      <a:pt x="9587" y="118492"/>
                      <a:pt x="11642" y="117978"/>
                    </a:cubicBezTo>
                    <a:cubicBezTo>
                      <a:pt x="29794" y="110529"/>
                      <a:pt x="43622" y="101324"/>
                      <a:pt x="53383" y="89765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11291217" y="6218441"/>
                <a:ext cx="96282" cy="110367"/>
              </a:xfrm>
              <a:custGeom>
                <a:avLst/>
                <a:gdLst>
                  <a:gd name="connsiteX0" fmla="*/ 88362 w 96282"/>
                  <a:gd name="connsiteY0" fmla="*/ 8220 h 110367"/>
                  <a:gd name="connsiteX1" fmla="*/ 68883 w 96282"/>
                  <a:gd name="connsiteY1" fmla="*/ 0 h 110367"/>
                  <a:gd name="connsiteX2" fmla="*/ 27142 w 96282"/>
                  <a:gd name="connsiteY2" fmla="*/ 0 h 110367"/>
                  <a:gd name="connsiteX3" fmla="*/ 2055 w 96282"/>
                  <a:gd name="connsiteY3" fmla="*/ 16910 h 110367"/>
                  <a:gd name="connsiteX4" fmla="*/ 0 w 96282"/>
                  <a:gd name="connsiteY4" fmla="*/ 27399 h 110367"/>
                  <a:gd name="connsiteX5" fmla="*/ 0 w 96282"/>
                  <a:gd name="connsiteY5" fmla="*/ 83011 h 110367"/>
                  <a:gd name="connsiteX6" fmla="*/ 27142 w 96282"/>
                  <a:gd name="connsiteY6" fmla="*/ 110367 h 110367"/>
                  <a:gd name="connsiteX7" fmla="*/ 68883 w 96282"/>
                  <a:gd name="connsiteY7" fmla="*/ 110367 h 110367"/>
                  <a:gd name="connsiteX8" fmla="*/ 79415 w 96282"/>
                  <a:gd name="connsiteY8" fmla="*/ 108056 h 110367"/>
                  <a:gd name="connsiteX9" fmla="*/ 96282 w 96282"/>
                  <a:gd name="connsiteY9" fmla="*/ 82968 h 110367"/>
                  <a:gd name="connsiteX10" fmla="*/ 96282 w 96282"/>
                  <a:gd name="connsiteY10" fmla="*/ 27399 h 110367"/>
                  <a:gd name="connsiteX11" fmla="*/ 88362 w 96282"/>
                  <a:gd name="connsiteY11" fmla="*/ 8220 h 110367"/>
                  <a:gd name="connsiteX12" fmla="*/ 79158 w 96282"/>
                  <a:gd name="connsiteY12" fmla="*/ 83054 h 110367"/>
                  <a:gd name="connsiteX13" fmla="*/ 79072 w 96282"/>
                  <a:gd name="connsiteY13" fmla="*/ 101848 h 110367"/>
                  <a:gd name="connsiteX14" fmla="*/ 63617 w 96282"/>
                  <a:gd name="connsiteY14" fmla="*/ 93072 h 110367"/>
                  <a:gd name="connsiteX15" fmla="*/ 27142 w 96282"/>
                  <a:gd name="connsiteY15" fmla="*/ 93072 h 110367"/>
                  <a:gd name="connsiteX16" fmla="*/ 16868 w 96282"/>
                  <a:gd name="connsiteY16" fmla="*/ 83054 h 110367"/>
                  <a:gd name="connsiteX17" fmla="*/ 16868 w 96282"/>
                  <a:gd name="connsiteY17" fmla="*/ 27399 h 110367"/>
                  <a:gd name="connsiteX18" fmla="*/ 19693 w 96282"/>
                  <a:gd name="connsiteY18" fmla="*/ 20250 h 110367"/>
                  <a:gd name="connsiteX19" fmla="*/ 27142 w 96282"/>
                  <a:gd name="connsiteY19" fmla="*/ 17424 h 110367"/>
                  <a:gd name="connsiteX20" fmla="*/ 68883 w 96282"/>
                  <a:gd name="connsiteY20" fmla="*/ 17424 h 110367"/>
                  <a:gd name="connsiteX21" fmla="*/ 76075 w 96282"/>
                  <a:gd name="connsiteY21" fmla="*/ 20250 h 110367"/>
                  <a:gd name="connsiteX22" fmla="*/ 79158 w 96282"/>
                  <a:gd name="connsiteY22" fmla="*/ 27399 h 110367"/>
                  <a:gd name="connsiteX23" fmla="*/ 79158 w 96282"/>
                  <a:gd name="connsiteY23" fmla="*/ 83054 h 11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82" h="110367">
                    <a:moveTo>
                      <a:pt x="88362" y="8220"/>
                    </a:moveTo>
                    <a:cubicBezTo>
                      <a:pt x="83268" y="3125"/>
                      <a:pt x="76332" y="0"/>
                      <a:pt x="68883" y="0"/>
                    </a:cubicBezTo>
                    <a:lnTo>
                      <a:pt x="27142" y="0"/>
                    </a:lnTo>
                    <a:cubicBezTo>
                      <a:pt x="15883" y="0"/>
                      <a:pt x="6379" y="6935"/>
                      <a:pt x="2055" y="16910"/>
                    </a:cubicBezTo>
                    <a:cubicBezTo>
                      <a:pt x="471" y="20250"/>
                      <a:pt x="0" y="23846"/>
                      <a:pt x="0" y="27399"/>
                    </a:cubicBezTo>
                    <a:lnTo>
                      <a:pt x="0" y="83011"/>
                    </a:lnTo>
                    <a:cubicBezTo>
                      <a:pt x="0" y="98123"/>
                      <a:pt x="11987" y="110367"/>
                      <a:pt x="27142" y="110367"/>
                    </a:cubicBezTo>
                    <a:lnTo>
                      <a:pt x="68883" y="110367"/>
                    </a:lnTo>
                    <a:cubicBezTo>
                      <a:pt x="72736" y="110367"/>
                      <a:pt x="76075" y="109640"/>
                      <a:pt x="79415" y="108056"/>
                    </a:cubicBezTo>
                    <a:cubicBezTo>
                      <a:pt x="89647" y="103732"/>
                      <a:pt x="96282" y="94227"/>
                      <a:pt x="96282" y="82968"/>
                    </a:cubicBezTo>
                    <a:lnTo>
                      <a:pt x="96282" y="27399"/>
                    </a:lnTo>
                    <a:cubicBezTo>
                      <a:pt x="96282" y="19993"/>
                      <a:pt x="93457" y="13314"/>
                      <a:pt x="88362" y="8220"/>
                    </a:cubicBezTo>
                    <a:close/>
                    <a:moveTo>
                      <a:pt x="79158" y="83054"/>
                    </a:moveTo>
                    <a:lnTo>
                      <a:pt x="79072" y="101848"/>
                    </a:lnTo>
                    <a:cubicBezTo>
                      <a:pt x="79072" y="101848"/>
                      <a:pt x="70724" y="93072"/>
                      <a:pt x="63617" y="93072"/>
                    </a:cubicBezTo>
                    <a:lnTo>
                      <a:pt x="27142" y="93072"/>
                    </a:lnTo>
                    <a:cubicBezTo>
                      <a:pt x="21277" y="93072"/>
                      <a:pt x="16868" y="88962"/>
                      <a:pt x="16868" y="83054"/>
                    </a:cubicBezTo>
                    <a:lnTo>
                      <a:pt x="16868" y="27399"/>
                    </a:lnTo>
                    <a:cubicBezTo>
                      <a:pt x="16868" y="24616"/>
                      <a:pt x="17895" y="22048"/>
                      <a:pt x="19693" y="20250"/>
                    </a:cubicBezTo>
                    <a:cubicBezTo>
                      <a:pt x="21748" y="18452"/>
                      <a:pt x="24060" y="17424"/>
                      <a:pt x="27142" y="17424"/>
                    </a:cubicBezTo>
                    <a:lnTo>
                      <a:pt x="68883" y="17424"/>
                    </a:lnTo>
                    <a:cubicBezTo>
                      <a:pt x="71923" y="17424"/>
                      <a:pt x="74277" y="18452"/>
                      <a:pt x="76075" y="20250"/>
                    </a:cubicBezTo>
                    <a:cubicBezTo>
                      <a:pt x="78344" y="22048"/>
                      <a:pt x="79158" y="24616"/>
                      <a:pt x="79158" y="27399"/>
                    </a:cubicBezTo>
                    <a:lnTo>
                      <a:pt x="79158" y="83054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11203968" y="6382708"/>
                <a:ext cx="137894" cy="17124"/>
              </a:xfrm>
              <a:custGeom>
                <a:avLst/>
                <a:gdLst>
                  <a:gd name="connsiteX0" fmla="*/ 0 w 137894"/>
                  <a:gd name="connsiteY0" fmla="*/ 0 h 17124"/>
                  <a:gd name="connsiteX1" fmla="*/ 214 w 137894"/>
                  <a:gd name="connsiteY1" fmla="*/ 17124 h 17124"/>
                  <a:gd name="connsiteX2" fmla="*/ 137809 w 137894"/>
                  <a:gd name="connsiteY2" fmla="*/ 17124 h 17124"/>
                  <a:gd name="connsiteX3" fmla="*/ 137895 w 137894"/>
                  <a:gd name="connsiteY3" fmla="*/ 0 h 17124"/>
                  <a:gd name="connsiteX4" fmla="*/ 0 w 137894"/>
                  <a:gd name="connsiteY4" fmla="*/ 0 h 1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894" h="17124">
                    <a:moveTo>
                      <a:pt x="0" y="0"/>
                    </a:moveTo>
                    <a:cubicBezTo>
                      <a:pt x="0" y="43"/>
                      <a:pt x="214" y="17124"/>
                      <a:pt x="214" y="17124"/>
                    </a:cubicBezTo>
                    <a:lnTo>
                      <a:pt x="137809" y="17124"/>
                    </a:lnTo>
                    <a:lnTo>
                      <a:pt x="1378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11173615" y="6340153"/>
                <a:ext cx="198729" cy="102746"/>
              </a:xfrm>
              <a:custGeom>
                <a:avLst/>
                <a:gdLst>
                  <a:gd name="connsiteX0" fmla="*/ 182376 w 198729"/>
                  <a:gd name="connsiteY0" fmla="*/ 2269 h 102746"/>
                  <a:gd name="connsiteX1" fmla="*/ 172101 w 198729"/>
                  <a:gd name="connsiteY1" fmla="*/ 0 h 102746"/>
                  <a:gd name="connsiteX2" fmla="*/ 26885 w 198729"/>
                  <a:gd name="connsiteY2" fmla="*/ 0 h 102746"/>
                  <a:gd name="connsiteX3" fmla="*/ 16654 w 198729"/>
                  <a:gd name="connsiteY3" fmla="*/ 2269 h 102746"/>
                  <a:gd name="connsiteX4" fmla="*/ 0 w 198729"/>
                  <a:gd name="connsiteY4" fmla="*/ 27399 h 102746"/>
                  <a:gd name="connsiteX5" fmla="*/ 0 w 198729"/>
                  <a:gd name="connsiteY5" fmla="*/ 75262 h 102746"/>
                  <a:gd name="connsiteX6" fmla="*/ 16654 w 198729"/>
                  <a:gd name="connsiteY6" fmla="*/ 100692 h 102746"/>
                  <a:gd name="connsiteX7" fmla="*/ 26885 w 198729"/>
                  <a:gd name="connsiteY7" fmla="*/ 102747 h 102746"/>
                  <a:gd name="connsiteX8" fmla="*/ 135968 w 198729"/>
                  <a:gd name="connsiteY8" fmla="*/ 102747 h 102746"/>
                  <a:gd name="connsiteX9" fmla="*/ 166921 w 198729"/>
                  <a:gd name="connsiteY9" fmla="*/ 85580 h 102746"/>
                  <a:gd name="connsiteX10" fmla="*/ 26885 w 198729"/>
                  <a:gd name="connsiteY10" fmla="*/ 85580 h 102746"/>
                  <a:gd name="connsiteX11" fmla="*/ 19993 w 198729"/>
                  <a:gd name="connsiteY11" fmla="*/ 82754 h 102746"/>
                  <a:gd name="connsiteX12" fmla="*/ 17167 w 198729"/>
                  <a:gd name="connsiteY12" fmla="*/ 75262 h 102746"/>
                  <a:gd name="connsiteX13" fmla="*/ 17167 w 198729"/>
                  <a:gd name="connsiteY13" fmla="*/ 27442 h 102746"/>
                  <a:gd name="connsiteX14" fmla="*/ 19993 w 198729"/>
                  <a:gd name="connsiteY14" fmla="*/ 19993 h 102746"/>
                  <a:gd name="connsiteX15" fmla="*/ 26885 w 198729"/>
                  <a:gd name="connsiteY15" fmla="*/ 17167 h 102746"/>
                  <a:gd name="connsiteX16" fmla="*/ 172101 w 198729"/>
                  <a:gd name="connsiteY16" fmla="*/ 17167 h 102746"/>
                  <a:gd name="connsiteX17" fmla="*/ 178994 w 198729"/>
                  <a:gd name="connsiteY17" fmla="*/ 19993 h 102746"/>
                  <a:gd name="connsiteX18" fmla="*/ 181819 w 198729"/>
                  <a:gd name="connsiteY18" fmla="*/ 27442 h 102746"/>
                  <a:gd name="connsiteX19" fmla="*/ 181819 w 198729"/>
                  <a:gd name="connsiteY19" fmla="*/ 75305 h 102746"/>
                  <a:gd name="connsiteX20" fmla="*/ 166621 w 198729"/>
                  <a:gd name="connsiteY20" fmla="*/ 102747 h 102746"/>
                  <a:gd name="connsiteX21" fmla="*/ 198729 w 198729"/>
                  <a:gd name="connsiteY21" fmla="*/ 75305 h 102746"/>
                  <a:gd name="connsiteX22" fmla="*/ 198729 w 198729"/>
                  <a:gd name="connsiteY22" fmla="*/ 27442 h 102746"/>
                  <a:gd name="connsiteX23" fmla="*/ 182376 w 198729"/>
                  <a:gd name="connsiteY23" fmla="*/ 2269 h 10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729" h="102746">
                    <a:moveTo>
                      <a:pt x="182376" y="2269"/>
                    </a:moveTo>
                    <a:cubicBezTo>
                      <a:pt x="179036" y="771"/>
                      <a:pt x="175997" y="0"/>
                      <a:pt x="172101" y="0"/>
                    </a:cubicBezTo>
                    <a:lnTo>
                      <a:pt x="26885" y="0"/>
                    </a:lnTo>
                    <a:cubicBezTo>
                      <a:pt x="23032" y="0"/>
                      <a:pt x="19993" y="771"/>
                      <a:pt x="16654" y="2269"/>
                    </a:cubicBezTo>
                    <a:cubicBezTo>
                      <a:pt x="6636" y="6636"/>
                      <a:pt x="0" y="16354"/>
                      <a:pt x="0" y="27399"/>
                    </a:cubicBezTo>
                    <a:lnTo>
                      <a:pt x="0" y="75262"/>
                    </a:lnTo>
                    <a:cubicBezTo>
                      <a:pt x="0" y="86564"/>
                      <a:pt x="6679" y="96068"/>
                      <a:pt x="16654" y="100692"/>
                    </a:cubicBezTo>
                    <a:cubicBezTo>
                      <a:pt x="19993" y="101934"/>
                      <a:pt x="23032" y="102747"/>
                      <a:pt x="26885" y="102747"/>
                    </a:cubicBezTo>
                    <a:lnTo>
                      <a:pt x="135968" y="102747"/>
                    </a:lnTo>
                    <a:cubicBezTo>
                      <a:pt x="159771" y="102747"/>
                      <a:pt x="166921" y="85580"/>
                      <a:pt x="166921" y="85580"/>
                    </a:cubicBezTo>
                    <a:lnTo>
                      <a:pt x="26885" y="85580"/>
                    </a:lnTo>
                    <a:cubicBezTo>
                      <a:pt x="24317" y="85580"/>
                      <a:pt x="22005" y="84552"/>
                      <a:pt x="19993" y="82754"/>
                    </a:cubicBezTo>
                    <a:cubicBezTo>
                      <a:pt x="18195" y="80913"/>
                      <a:pt x="17167" y="78345"/>
                      <a:pt x="17167" y="75262"/>
                    </a:cubicBezTo>
                    <a:lnTo>
                      <a:pt x="17167" y="27442"/>
                    </a:lnTo>
                    <a:cubicBezTo>
                      <a:pt x="17167" y="24360"/>
                      <a:pt x="18195" y="22048"/>
                      <a:pt x="19993" y="19993"/>
                    </a:cubicBezTo>
                    <a:cubicBezTo>
                      <a:pt x="22005" y="18238"/>
                      <a:pt x="24360" y="17167"/>
                      <a:pt x="26885" y="17167"/>
                    </a:cubicBezTo>
                    <a:lnTo>
                      <a:pt x="172101" y="17167"/>
                    </a:lnTo>
                    <a:cubicBezTo>
                      <a:pt x="174670" y="17167"/>
                      <a:pt x="176981" y="18238"/>
                      <a:pt x="178994" y="19993"/>
                    </a:cubicBezTo>
                    <a:cubicBezTo>
                      <a:pt x="180792" y="22048"/>
                      <a:pt x="181819" y="24360"/>
                      <a:pt x="181819" y="27442"/>
                    </a:cubicBezTo>
                    <a:lnTo>
                      <a:pt x="181819" y="75305"/>
                    </a:lnTo>
                    <a:cubicBezTo>
                      <a:pt x="181819" y="76461"/>
                      <a:pt x="183317" y="93628"/>
                      <a:pt x="166621" y="102747"/>
                    </a:cubicBezTo>
                    <a:cubicBezTo>
                      <a:pt x="169875" y="102576"/>
                      <a:pt x="196846" y="100906"/>
                      <a:pt x="198729" y="75305"/>
                    </a:cubicBezTo>
                    <a:lnTo>
                      <a:pt x="198729" y="27442"/>
                    </a:lnTo>
                    <a:cubicBezTo>
                      <a:pt x="198772" y="16397"/>
                      <a:pt x="192393" y="6679"/>
                      <a:pt x="182376" y="2269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11418348" y="6381894"/>
                <a:ext cx="34186" cy="55644"/>
              </a:xfrm>
              <a:custGeom>
                <a:avLst/>
                <a:gdLst>
                  <a:gd name="connsiteX0" fmla="*/ 33796 w 34186"/>
                  <a:gd name="connsiteY0" fmla="*/ 10660 h 55644"/>
                  <a:gd name="connsiteX1" fmla="*/ 16115 w 34186"/>
                  <a:gd name="connsiteY1" fmla="*/ 51930 h 55644"/>
                  <a:gd name="connsiteX2" fmla="*/ 10464 w 34186"/>
                  <a:gd name="connsiteY2" fmla="*/ 55483 h 55644"/>
                  <a:gd name="connsiteX3" fmla="*/ 3871 w 34186"/>
                  <a:gd name="connsiteY3" fmla="*/ 53942 h 55644"/>
                  <a:gd name="connsiteX4" fmla="*/ 3272 w 34186"/>
                  <a:gd name="connsiteY4" fmla="*/ 53642 h 55644"/>
                  <a:gd name="connsiteX5" fmla="*/ 1217 w 34186"/>
                  <a:gd name="connsiteY5" fmla="*/ 42426 h 55644"/>
                  <a:gd name="connsiteX6" fmla="*/ 10464 w 34186"/>
                  <a:gd name="connsiteY6" fmla="*/ 25216 h 55644"/>
                  <a:gd name="connsiteX7" fmla="*/ 17143 w 34186"/>
                  <a:gd name="connsiteY7" fmla="*/ 6250 h 55644"/>
                  <a:gd name="connsiteX8" fmla="*/ 26861 w 34186"/>
                  <a:gd name="connsiteY8" fmla="*/ 128 h 55644"/>
                  <a:gd name="connsiteX9" fmla="*/ 27417 w 34186"/>
                  <a:gd name="connsiteY9" fmla="*/ 128 h 55644"/>
                  <a:gd name="connsiteX10" fmla="*/ 33026 w 34186"/>
                  <a:gd name="connsiteY10" fmla="*/ 3981 h 55644"/>
                  <a:gd name="connsiteX11" fmla="*/ 33796 w 34186"/>
                  <a:gd name="connsiteY11" fmla="*/ 10660 h 5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86" h="55644">
                    <a:moveTo>
                      <a:pt x="33796" y="10660"/>
                    </a:moveTo>
                    <a:cubicBezTo>
                      <a:pt x="30243" y="25515"/>
                      <a:pt x="24078" y="38787"/>
                      <a:pt x="16115" y="51930"/>
                    </a:cubicBezTo>
                    <a:cubicBezTo>
                      <a:pt x="14831" y="53642"/>
                      <a:pt x="13033" y="55226"/>
                      <a:pt x="10464" y="55483"/>
                    </a:cubicBezTo>
                    <a:cubicBezTo>
                      <a:pt x="8152" y="55997"/>
                      <a:pt x="5841" y="55226"/>
                      <a:pt x="3871" y="53942"/>
                    </a:cubicBezTo>
                    <a:lnTo>
                      <a:pt x="3272" y="53642"/>
                    </a:lnTo>
                    <a:cubicBezTo>
                      <a:pt x="-25" y="51116"/>
                      <a:pt x="-1052" y="46236"/>
                      <a:pt x="1217" y="42426"/>
                    </a:cubicBezTo>
                    <a:cubicBezTo>
                      <a:pt x="4813" y="37032"/>
                      <a:pt x="7896" y="31124"/>
                      <a:pt x="10464" y="25216"/>
                    </a:cubicBezTo>
                    <a:cubicBezTo>
                      <a:pt x="13290" y="19308"/>
                      <a:pt x="15345" y="13186"/>
                      <a:pt x="17143" y="6250"/>
                    </a:cubicBezTo>
                    <a:cubicBezTo>
                      <a:pt x="18170" y="2140"/>
                      <a:pt x="22537" y="-642"/>
                      <a:pt x="26861" y="128"/>
                    </a:cubicBezTo>
                    <a:lnTo>
                      <a:pt x="27417" y="128"/>
                    </a:lnTo>
                    <a:cubicBezTo>
                      <a:pt x="29686" y="642"/>
                      <a:pt x="31485" y="2140"/>
                      <a:pt x="33026" y="3981"/>
                    </a:cubicBezTo>
                    <a:cubicBezTo>
                      <a:pt x="34053" y="6079"/>
                      <a:pt x="34610" y="8348"/>
                      <a:pt x="33796" y="1066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11419351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7 w 103517"/>
                  <a:gd name="connsiteY1" fmla="*/ 14599 h 95254"/>
                  <a:gd name="connsiteX2" fmla="*/ 103517 w 103517"/>
                  <a:gd name="connsiteY2" fmla="*/ 15155 h 95254"/>
                  <a:gd name="connsiteX3" fmla="*/ 95084 w 103517"/>
                  <a:gd name="connsiteY3" fmla="*/ 23589 h 95254"/>
                  <a:gd name="connsiteX4" fmla="*/ 60492 w 103517"/>
                  <a:gd name="connsiteY4" fmla="*/ 23589 h 95254"/>
                  <a:gd name="connsiteX5" fmla="*/ 60492 w 103517"/>
                  <a:gd name="connsiteY5" fmla="*/ 36133 h 95254"/>
                  <a:gd name="connsiteX6" fmla="*/ 92986 w 103517"/>
                  <a:gd name="connsiteY6" fmla="*/ 36133 h 95254"/>
                  <a:gd name="connsiteX7" fmla="*/ 101505 w 103517"/>
                  <a:gd name="connsiteY7" fmla="*/ 44566 h 95254"/>
                  <a:gd name="connsiteX8" fmla="*/ 101505 w 103517"/>
                  <a:gd name="connsiteY8" fmla="*/ 44823 h 95254"/>
                  <a:gd name="connsiteX9" fmla="*/ 92986 w 103517"/>
                  <a:gd name="connsiteY9" fmla="*/ 53257 h 95254"/>
                  <a:gd name="connsiteX10" fmla="*/ 60492 w 103517"/>
                  <a:gd name="connsiteY10" fmla="*/ 53257 h 95254"/>
                  <a:gd name="connsiteX11" fmla="*/ 60492 w 103517"/>
                  <a:gd name="connsiteY11" fmla="*/ 66143 h 95254"/>
                  <a:gd name="connsiteX12" fmla="*/ 95084 w 103517"/>
                  <a:gd name="connsiteY12" fmla="*/ 66143 h 95254"/>
                  <a:gd name="connsiteX13" fmla="*/ 103517 w 103517"/>
                  <a:gd name="connsiteY13" fmla="*/ 74577 h 95254"/>
                  <a:gd name="connsiteX14" fmla="*/ 103517 w 103517"/>
                  <a:gd name="connsiteY14" fmla="*/ 74791 h 95254"/>
                  <a:gd name="connsiteX15" fmla="*/ 95084 w 103517"/>
                  <a:gd name="connsiteY15" fmla="*/ 83268 h 95254"/>
                  <a:gd name="connsiteX16" fmla="*/ 60492 w 103517"/>
                  <a:gd name="connsiteY16" fmla="*/ 83268 h 95254"/>
                  <a:gd name="connsiteX17" fmla="*/ 40628 w 103517"/>
                  <a:gd name="connsiteY17" fmla="*/ 95255 h 95254"/>
                  <a:gd name="connsiteX18" fmla="*/ 43325 w 103517"/>
                  <a:gd name="connsiteY18" fmla="*/ 83268 h 95254"/>
                  <a:gd name="connsiteX19" fmla="*/ 8477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77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88 w 103517"/>
                  <a:gd name="connsiteY25" fmla="*/ 53257 h 95254"/>
                  <a:gd name="connsiteX26" fmla="*/ 2269 w 103517"/>
                  <a:gd name="connsiteY26" fmla="*/ 44823 h 95254"/>
                  <a:gd name="connsiteX27" fmla="*/ 2269 w 103517"/>
                  <a:gd name="connsiteY27" fmla="*/ 44566 h 95254"/>
                  <a:gd name="connsiteX28" fmla="*/ 10788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77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77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93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664" y="6165"/>
                      <a:pt x="103517" y="10275"/>
                      <a:pt x="103517" y="14599"/>
                    </a:cubicBezTo>
                    <a:lnTo>
                      <a:pt x="103517" y="15155"/>
                    </a:lnTo>
                    <a:cubicBezTo>
                      <a:pt x="103517" y="19779"/>
                      <a:pt x="99664" y="23589"/>
                      <a:pt x="95084" y="23589"/>
                    </a:cubicBezTo>
                    <a:lnTo>
                      <a:pt x="60492" y="23589"/>
                    </a:lnTo>
                    <a:lnTo>
                      <a:pt x="60492" y="36133"/>
                    </a:lnTo>
                    <a:lnTo>
                      <a:pt x="92986" y="36133"/>
                    </a:lnTo>
                    <a:cubicBezTo>
                      <a:pt x="97609" y="36133"/>
                      <a:pt x="101505" y="39729"/>
                      <a:pt x="101505" y="44566"/>
                    </a:cubicBezTo>
                    <a:lnTo>
                      <a:pt x="101505" y="44823"/>
                    </a:lnTo>
                    <a:cubicBezTo>
                      <a:pt x="101505" y="49447"/>
                      <a:pt x="97652" y="53257"/>
                      <a:pt x="92986" y="53257"/>
                    </a:cubicBezTo>
                    <a:lnTo>
                      <a:pt x="60492" y="53257"/>
                    </a:lnTo>
                    <a:lnTo>
                      <a:pt x="60492" y="66143"/>
                    </a:lnTo>
                    <a:lnTo>
                      <a:pt x="95084" y="66143"/>
                    </a:lnTo>
                    <a:cubicBezTo>
                      <a:pt x="99664" y="66143"/>
                      <a:pt x="103517" y="69954"/>
                      <a:pt x="103517" y="74577"/>
                    </a:cubicBezTo>
                    <a:lnTo>
                      <a:pt x="103517" y="74791"/>
                    </a:lnTo>
                    <a:cubicBezTo>
                      <a:pt x="103517" y="79458"/>
                      <a:pt x="99664" y="83268"/>
                      <a:pt x="95084" y="83268"/>
                    </a:cubicBezTo>
                    <a:lnTo>
                      <a:pt x="60492" y="83268"/>
                    </a:lnTo>
                    <a:cubicBezTo>
                      <a:pt x="60492" y="83268"/>
                      <a:pt x="54028" y="95255"/>
                      <a:pt x="40628" y="95255"/>
                    </a:cubicBezTo>
                    <a:cubicBezTo>
                      <a:pt x="37117" y="95255"/>
                      <a:pt x="44909" y="88790"/>
                      <a:pt x="43325" y="83268"/>
                    </a:cubicBezTo>
                    <a:lnTo>
                      <a:pt x="8477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10" y="66143"/>
                      <a:pt x="8477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88" y="53257"/>
                    </a:lnTo>
                    <a:cubicBezTo>
                      <a:pt x="6165" y="53257"/>
                      <a:pt x="2269" y="49447"/>
                      <a:pt x="2269" y="44823"/>
                    </a:cubicBezTo>
                    <a:lnTo>
                      <a:pt x="2269" y="44566"/>
                    </a:lnTo>
                    <a:cubicBezTo>
                      <a:pt x="2269" y="39729"/>
                      <a:pt x="6165" y="36133"/>
                      <a:pt x="10788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77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10" y="6165"/>
                      <a:pt x="8477" y="6165"/>
                    </a:cubicBezTo>
                    <a:lnTo>
                      <a:pt x="43539" y="6165"/>
                    </a:lnTo>
                    <a:cubicBezTo>
                      <a:pt x="44566" y="2868"/>
                      <a:pt x="47692" y="0"/>
                      <a:pt x="51716" y="0"/>
                    </a:cubicBezTo>
                    <a:lnTo>
                      <a:pt x="52016" y="0"/>
                    </a:lnTo>
                    <a:cubicBezTo>
                      <a:pt x="55869" y="0"/>
                      <a:pt x="59165" y="2826"/>
                      <a:pt x="60193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11536568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8 w 103517"/>
                  <a:gd name="connsiteY1" fmla="*/ 14599 h 95254"/>
                  <a:gd name="connsiteX2" fmla="*/ 103518 w 103517"/>
                  <a:gd name="connsiteY2" fmla="*/ 15155 h 95254"/>
                  <a:gd name="connsiteX3" fmla="*/ 95084 w 103517"/>
                  <a:gd name="connsiteY3" fmla="*/ 23589 h 95254"/>
                  <a:gd name="connsiteX4" fmla="*/ 60449 w 103517"/>
                  <a:gd name="connsiteY4" fmla="*/ 23589 h 95254"/>
                  <a:gd name="connsiteX5" fmla="*/ 60449 w 103517"/>
                  <a:gd name="connsiteY5" fmla="*/ 36133 h 95254"/>
                  <a:gd name="connsiteX6" fmla="*/ 92986 w 103517"/>
                  <a:gd name="connsiteY6" fmla="*/ 36133 h 95254"/>
                  <a:gd name="connsiteX7" fmla="*/ 101463 w 103517"/>
                  <a:gd name="connsiteY7" fmla="*/ 44566 h 95254"/>
                  <a:gd name="connsiteX8" fmla="*/ 101463 w 103517"/>
                  <a:gd name="connsiteY8" fmla="*/ 44823 h 95254"/>
                  <a:gd name="connsiteX9" fmla="*/ 92986 w 103517"/>
                  <a:gd name="connsiteY9" fmla="*/ 53257 h 95254"/>
                  <a:gd name="connsiteX10" fmla="*/ 60449 w 103517"/>
                  <a:gd name="connsiteY10" fmla="*/ 53257 h 95254"/>
                  <a:gd name="connsiteX11" fmla="*/ 60449 w 103517"/>
                  <a:gd name="connsiteY11" fmla="*/ 66143 h 95254"/>
                  <a:gd name="connsiteX12" fmla="*/ 95084 w 103517"/>
                  <a:gd name="connsiteY12" fmla="*/ 66143 h 95254"/>
                  <a:gd name="connsiteX13" fmla="*/ 103518 w 103517"/>
                  <a:gd name="connsiteY13" fmla="*/ 74577 h 95254"/>
                  <a:gd name="connsiteX14" fmla="*/ 103518 w 103517"/>
                  <a:gd name="connsiteY14" fmla="*/ 74791 h 95254"/>
                  <a:gd name="connsiteX15" fmla="*/ 95084 w 103517"/>
                  <a:gd name="connsiteY15" fmla="*/ 83268 h 95254"/>
                  <a:gd name="connsiteX16" fmla="*/ 60449 w 103517"/>
                  <a:gd name="connsiteY16" fmla="*/ 83268 h 95254"/>
                  <a:gd name="connsiteX17" fmla="*/ 40585 w 103517"/>
                  <a:gd name="connsiteY17" fmla="*/ 95255 h 95254"/>
                  <a:gd name="connsiteX18" fmla="*/ 43325 w 103517"/>
                  <a:gd name="connsiteY18" fmla="*/ 83268 h 95254"/>
                  <a:gd name="connsiteX19" fmla="*/ 8434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34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46 w 103517"/>
                  <a:gd name="connsiteY25" fmla="*/ 53257 h 95254"/>
                  <a:gd name="connsiteX26" fmla="*/ 2312 w 103517"/>
                  <a:gd name="connsiteY26" fmla="*/ 44823 h 95254"/>
                  <a:gd name="connsiteX27" fmla="*/ 2312 w 103517"/>
                  <a:gd name="connsiteY27" fmla="*/ 44566 h 95254"/>
                  <a:gd name="connsiteX28" fmla="*/ 10746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34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34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50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707" y="6165"/>
                      <a:pt x="103518" y="10275"/>
                      <a:pt x="103518" y="14599"/>
                    </a:cubicBezTo>
                    <a:lnTo>
                      <a:pt x="103518" y="15155"/>
                    </a:lnTo>
                    <a:cubicBezTo>
                      <a:pt x="103518" y="19779"/>
                      <a:pt x="99707" y="23589"/>
                      <a:pt x="95084" y="23589"/>
                    </a:cubicBezTo>
                    <a:lnTo>
                      <a:pt x="60449" y="23589"/>
                    </a:lnTo>
                    <a:lnTo>
                      <a:pt x="60449" y="36133"/>
                    </a:lnTo>
                    <a:lnTo>
                      <a:pt x="92986" y="36133"/>
                    </a:lnTo>
                    <a:cubicBezTo>
                      <a:pt x="97652" y="36133"/>
                      <a:pt x="101463" y="39729"/>
                      <a:pt x="101463" y="44566"/>
                    </a:cubicBezTo>
                    <a:lnTo>
                      <a:pt x="101463" y="44823"/>
                    </a:lnTo>
                    <a:cubicBezTo>
                      <a:pt x="101463" y="49447"/>
                      <a:pt x="97652" y="53257"/>
                      <a:pt x="92986" y="53257"/>
                    </a:cubicBezTo>
                    <a:lnTo>
                      <a:pt x="60449" y="53257"/>
                    </a:lnTo>
                    <a:lnTo>
                      <a:pt x="60449" y="66143"/>
                    </a:lnTo>
                    <a:lnTo>
                      <a:pt x="95084" y="66143"/>
                    </a:lnTo>
                    <a:cubicBezTo>
                      <a:pt x="99707" y="66143"/>
                      <a:pt x="103518" y="69954"/>
                      <a:pt x="103518" y="74577"/>
                    </a:cubicBezTo>
                    <a:lnTo>
                      <a:pt x="103518" y="74791"/>
                    </a:lnTo>
                    <a:cubicBezTo>
                      <a:pt x="103518" y="79458"/>
                      <a:pt x="99707" y="83268"/>
                      <a:pt x="95084" y="83268"/>
                    </a:cubicBezTo>
                    <a:lnTo>
                      <a:pt x="60449" y="83268"/>
                    </a:lnTo>
                    <a:cubicBezTo>
                      <a:pt x="60449" y="83268"/>
                      <a:pt x="53985" y="95255"/>
                      <a:pt x="40585" y="95255"/>
                    </a:cubicBezTo>
                    <a:cubicBezTo>
                      <a:pt x="37074" y="95255"/>
                      <a:pt x="44866" y="88790"/>
                      <a:pt x="43325" y="83268"/>
                    </a:cubicBezTo>
                    <a:lnTo>
                      <a:pt x="8434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53" y="66143"/>
                      <a:pt x="8434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46" y="53257"/>
                    </a:lnTo>
                    <a:cubicBezTo>
                      <a:pt x="6122" y="53257"/>
                      <a:pt x="2312" y="49447"/>
                      <a:pt x="2312" y="44823"/>
                    </a:cubicBezTo>
                    <a:lnTo>
                      <a:pt x="2312" y="44566"/>
                    </a:lnTo>
                    <a:cubicBezTo>
                      <a:pt x="2312" y="39729"/>
                      <a:pt x="6122" y="36133"/>
                      <a:pt x="10746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34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53" y="6165"/>
                      <a:pt x="8434" y="6165"/>
                    </a:cubicBezTo>
                    <a:lnTo>
                      <a:pt x="43539" y="6165"/>
                    </a:lnTo>
                    <a:cubicBezTo>
                      <a:pt x="44524" y="2868"/>
                      <a:pt x="47649" y="0"/>
                      <a:pt x="51716" y="0"/>
                    </a:cubicBezTo>
                    <a:lnTo>
                      <a:pt x="52016" y="0"/>
                    </a:lnTo>
                    <a:cubicBezTo>
                      <a:pt x="55826" y="0"/>
                      <a:pt x="59165" y="2826"/>
                      <a:pt x="60150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11425002" y="6306332"/>
                <a:ext cx="213114" cy="70253"/>
              </a:xfrm>
              <a:custGeom>
                <a:avLst/>
                <a:gdLst>
                  <a:gd name="connsiteX0" fmla="*/ 206221 w 213114"/>
                  <a:gd name="connsiteY0" fmla="*/ 6422 h 70253"/>
                  <a:gd name="connsiteX1" fmla="*/ 190339 w 213114"/>
                  <a:gd name="connsiteY1" fmla="*/ 0 h 70253"/>
                  <a:gd name="connsiteX2" fmla="*/ 8434 w 213114"/>
                  <a:gd name="connsiteY2" fmla="*/ 0 h 70253"/>
                  <a:gd name="connsiteX3" fmla="*/ 0 w 213114"/>
                  <a:gd name="connsiteY3" fmla="*/ 8477 h 70253"/>
                  <a:gd name="connsiteX4" fmla="*/ 0 w 213114"/>
                  <a:gd name="connsiteY4" fmla="*/ 8990 h 70253"/>
                  <a:gd name="connsiteX5" fmla="*/ 8434 w 213114"/>
                  <a:gd name="connsiteY5" fmla="*/ 17424 h 70253"/>
                  <a:gd name="connsiteX6" fmla="*/ 190339 w 213114"/>
                  <a:gd name="connsiteY6" fmla="*/ 17424 h 70253"/>
                  <a:gd name="connsiteX7" fmla="*/ 195433 w 213114"/>
                  <a:gd name="connsiteY7" fmla="*/ 22818 h 70253"/>
                  <a:gd name="connsiteX8" fmla="*/ 195433 w 213114"/>
                  <a:gd name="connsiteY8" fmla="*/ 47692 h 70253"/>
                  <a:gd name="connsiteX9" fmla="*/ 190339 w 213114"/>
                  <a:gd name="connsiteY9" fmla="*/ 53129 h 70253"/>
                  <a:gd name="connsiteX10" fmla="*/ 8434 w 213114"/>
                  <a:gd name="connsiteY10" fmla="*/ 53129 h 70253"/>
                  <a:gd name="connsiteX11" fmla="*/ 0 w 213114"/>
                  <a:gd name="connsiteY11" fmla="*/ 61563 h 70253"/>
                  <a:gd name="connsiteX12" fmla="*/ 0 w 213114"/>
                  <a:gd name="connsiteY12" fmla="*/ 62076 h 70253"/>
                  <a:gd name="connsiteX13" fmla="*/ 8434 w 213114"/>
                  <a:gd name="connsiteY13" fmla="*/ 70253 h 70253"/>
                  <a:gd name="connsiteX14" fmla="*/ 190339 w 213114"/>
                  <a:gd name="connsiteY14" fmla="*/ 70253 h 70253"/>
                  <a:gd name="connsiteX15" fmla="*/ 206221 w 213114"/>
                  <a:gd name="connsiteY15" fmla="*/ 63575 h 70253"/>
                  <a:gd name="connsiteX16" fmla="*/ 213114 w 213114"/>
                  <a:gd name="connsiteY16" fmla="*/ 47649 h 70253"/>
                  <a:gd name="connsiteX17" fmla="*/ 213114 w 213114"/>
                  <a:gd name="connsiteY17" fmla="*/ 22776 h 70253"/>
                  <a:gd name="connsiteX18" fmla="*/ 206221 w 213114"/>
                  <a:gd name="connsiteY18" fmla="*/ 6422 h 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114" h="70253">
                    <a:moveTo>
                      <a:pt x="206221" y="6422"/>
                    </a:moveTo>
                    <a:cubicBezTo>
                      <a:pt x="201855" y="2055"/>
                      <a:pt x="196460" y="0"/>
                      <a:pt x="190339" y="0"/>
                    </a:cubicBezTo>
                    <a:lnTo>
                      <a:pt x="8434" y="0"/>
                    </a:lnTo>
                    <a:cubicBezTo>
                      <a:pt x="3810" y="0"/>
                      <a:pt x="0" y="3596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853" y="17424"/>
                      <a:pt x="8434" y="17424"/>
                    </a:cubicBezTo>
                    <a:lnTo>
                      <a:pt x="190339" y="17424"/>
                    </a:lnTo>
                    <a:cubicBezTo>
                      <a:pt x="193378" y="17424"/>
                      <a:pt x="195433" y="19736"/>
                      <a:pt x="195433" y="22818"/>
                    </a:cubicBezTo>
                    <a:lnTo>
                      <a:pt x="195433" y="47692"/>
                    </a:lnTo>
                    <a:cubicBezTo>
                      <a:pt x="195433" y="50817"/>
                      <a:pt x="193378" y="53129"/>
                      <a:pt x="190339" y="53129"/>
                    </a:cubicBezTo>
                    <a:lnTo>
                      <a:pt x="8434" y="53129"/>
                    </a:lnTo>
                    <a:cubicBezTo>
                      <a:pt x="3810" y="53129"/>
                      <a:pt x="0" y="56682"/>
                      <a:pt x="0" y="61563"/>
                    </a:cubicBezTo>
                    <a:lnTo>
                      <a:pt x="0" y="62076"/>
                    </a:lnTo>
                    <a:cubicBezTo>
                      <a:pt x="0" y="66400"/>
                      <a:pt x="3853" y="70253"/>
                      <a:pt x="8434" y="70253"/>
                    </a:cubicBezTo>
                    <a:lnTo>
                      <a:pt x="190339" y="70253"/>
                    </a:lnTo>
                    <a:cubicBezTo>
                      <a:pt x="196460" y="70253"/>
                      <a:pt x="201855" y="67941"/>
                      <a:pt x="206221" y="63575"/>
                    </a:cubicBezTo>
                    <a:cubicBezTo>
                      <a:pt x="210802" y="59465"/>
                      <a:pt x="213114" y="53814"/>
                      <a:pt x="213114" y="47649"/>
                    </a:cubicBezTo>
                    <a:lnTo>
                      <a:pt x="213114" y="22776"/>
                    </a:lnTo>
                    <a:cubicBezTo>
                      <a:pt x="213157" y="16397"/>
                      <a:pt x="210845" y="11259"/>
                      <a:pt x="206221" y="6422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11435405" y="6332961"/>
                <a:ext cx="175911" cy="17466"/>
              </a:xfrm>
              <a:custGeom>
                <a:avLst/>
                <a:gdLst>
                  <a:gd name="connsiteX0" fmla="*/ 175911 w 175911"/>
                  <a:gd name="connsiteY0" fmla="*/ 0 h 17466"/>
                  <a:gd name="connsiteX1" fmla="*/ 8220 w 175911"/>
                  <a:gd name="connsiteY1" fmla="*/ 0 h 17466"/>
                  <a:gd name="connsiteX2" fmla="*/ 0 w 175911"/>
                  <a:gd name="connsiteY2" fmla="*/ 8477 h 17466"/>
                  <a:gd name="connsiteX3" fmla="*/ 0 w 175911"/>
                  <a:gd name="connsiteY3" fmla="*/ 8990 h 17466"/>
                  <a:gd name="connsiteX4" fmla="*/ 8220 w 175911"/>
                  <a:gd name="connsiteY4" fmla="*/ 17467 h 17466"/>
                  <a:gd name="connsiteX5" fmla="*/ 175911 w 175911"/>
                  <a:gd name="connsiteY5" fmla="*/ 17467 h 17466"/>
                  <a:gd name="connsiteX6" fmla="*/ 175911 w 175911"/>
                  <a:gd name="connsiteY6" fmla="*/ 0 h 1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5911" h="17466">
                    <a:moveTo>
                      <a:pt x="175911" y="0"/>
                    </a:moveTo>
                    <a:lnTo>
                      <a:pt x="8220" y="0"/>
                    </a:lnTo>
                    <a:cubicBezTo>
                      <a:pt x="3596" y="0"/>
                      <a:pt x="0" y="4110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596" y="17467"/>
                      <a:pt x="8220" y="17467"/>
                    </a:cubicBezTo>
                    <a:lnTo>
                      <a:pt x="175911" y="17467"/>
                    </a:lnTo>
                    <a:lnTo>
                      <a:pt x="175911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11471067" y="6381937"/>
                <a:ext cx="125693" cy="59165"/>
              </a:xfrm>
              <a:custGeom>
                <a:avLst/>
                <a:gdLst>
                  <a:gd name="connsiteX0" fmla="*/ 27142 w 125693"/>
                  <a:gd name="connsiteY0" fmla="*/ 59122 h 59165"/>
                  <a:gd name="connsiteX1" fmla="*/ 6679 w 125693"/>
                  <a:gd name="connsiteY1" fmla="*/ 50988 h 59165"/>
                  <a:gd name="connsiteX2" fmla="*/ 0 w 125693"/>
                  <a:gd name="connsiteY2" fmla="*/ 31552 h 59165"/>
                  <a:gd name="connsiteX3" fmla="*/ 0 w 125693"/>
                  <a:gd name="connsiteY3" fmla="*/ 8434 h 59165"/>
                  <a:gd name="connsiteX4" fmla="*/ 8477 w 125693"/>
                  <a:gd name="connsiteY4" fmla="*/ 0 h 59165"/>
                  <a:gd name="connsiteX5" fmla="*/ 8990 w 125693"/>
                  <a:gd name="connsiteY5" fmla="*/ 0 h 59165"/>
                  <a:gd name="connsiteX6" fmla="*/ 17424 w 125693"/>
                  <a:gd name="connsiteY6" fmla="*/ 8434 h 59165"/>
                  <a:gd name="connsiteX7" fmla="*/ 17424 w 125693"/>
                  <a:gd name="connsiteY7" fmla="*/ 31552 h 59165"/>
                  <a:gd name="connsiteX8" fmla="*/ 19736 w 125693"/>
                  <a:gd name="connsiteY8" fmla="*/ 39001 h 59165"/>
                  <a:gd name="connsiteX9" fmla="*/ 27142 w 125693"/>
                  <a:gd name="connsiteY9" fmla="*/ 42041 h 59165"/>
                  <a:gd name="connsiteX10" fmla="*/ 117217 w 125693"/>
                  <a:gd name="connsiteY10" fmla="*/ 42041 h 59165"/>
                  <a:gd name="connsiteX11" fmla="*/ 125694 w 125693"/>
                  <a:gd name="connsiteY11" fmla="*/ 50474 h 59165"/>
                  <a:gd name="connsiteX12" fmla="*/ 125694 w 125693"/>
                  <a:gd name="connsiteY12" fmla="*/ 50774 h 59165"/>
                  <a:gd name="connsiteX13" fmla="*/ 117217 w 125693"/>
                  <a:gd name="connsiteY13" fmla="*/ 59165 h 59165"/>
                  <a:gd name="connsiteX14" fmla="*/ 27142 w 125693"/>
                  <a:gd name="connsiteY14" fmla="*/ 59165 h 5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5693" h="59165">
                    <a:moveTo>
                      <a:pt x="27142" y="59122"/>
                    </a:moveTo>
                    <a:cubicBezTo>
                      <a:pt x="17938" y="59122"/>
                      <a:pt x="10746" y="56297"/>
                      <a:pt x="6679" y="50988"/>
                    </a:cubicBezTo>
                    <a:cubicBezTo>
                      <a:pt x="2312" y="45637"/>
                      <a:pt x="0" y="39472"/>
                      <a:pt x="0" y="31552"/>
                    </a:cubicBezTo>
                    <a:lnTo>
                      <a:pt x="0" y="8434"/>
                    </a:lnTo>
                    <a:cubicBezTo>
                      <a:pt x="0" y="3596"/>
                      <a:pt x="3896" y="0"/>
                      <a:pt x="8477" y="0"/>
                    </a:cubicBezTo>
                    <a:lnTo>
                      <a:pt x="8990" y="0"/>
                    </a:lnTo>
                    <a:cubicBezTo>
                      <a:pt x="13614" y="0"/>
                      <a:pt x="17424" y="3596"/>
                      <a:pt x="17424" y="8434"/>
                    </a:cubicBezTo>
                    <a:lnTo>
                      <a:pt x="17424" y="31552"/>
                    </a:lnTo>
                    <a:cubicBezTo>
                      <a:pt x="17424" y="34634"/>
                      <a:pt x="17938" y="36903"/>
                      <a:pt x="19736" y="39001"/>
                    </a:cubicBezTo>
                    <a:cubicBezTo>
                      <a:pt x="21234" y="41056"/>
                      <a:pt x="23846" y="42041"/>
                      <a:pt x="27142" y="42041"/>
                    </a:cubicBezTo>
                    <a:lnTo>
                      <a:pt x="117217" y="42041"/>
                    </a:lnTo>
                    <a:cubicBezTo>
                      <a:pt x="121584" y="42041"/>
                      <a:pt x="125694" y="45637"/>
                      <a:pt x="125694" y="50474"/>
                    </a:cubicBezTo>
                    <a:lnTo>
                      <a:pt x="125694" y="50774"/>
                    </a:lnTo>
                    <a:cubicBezTo>
                      <a:pt x="125694" y="55355"/>
                      <a:pt x="121584" y="59165"/>
                      <a:pt x="117217" y="59165"/>
                    </a:cubicBezTo>
                    <a:lnTo>
                      <a:pt x="27142" y="59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11535155" y="6381937"/>
                <a:ext cx="17167" cy="35362"/>
              </a:xfrm>
              <a:custGeom>
                <a:avLst/>
                <a:gdLst>
                  <a:gd name="connsiteX0" fmla="*/ 17167 w 17167"/>
                  <a:gd name="connsiteY0" fmla="*/ 26928 h 35362"/>
                  <a:gd name="connsiteX1" fmla="*/ 8734 w 17167"/>
                  <a:gd name="connsiteY1" fmla="*/ 35362 h 35362"/>
                  <a:gd name="connsiteX2" fmla="*/ 8477 w 17167"/>
                  <a:gd name="connsiteY2" fmla="*/ 35362 h 35362"/>
                  <a:gd name="connsiteX3" fmla="*/ 0 w 17167"/>
                  <a:gd name="connsiteY3" fmla="*/ 26928 h 35362"/>
                  <a:gd name="connsiteX4" fmla="*/ 0 w 17167"/>
                  <a:gd name="connsiteY4" fmla="*/ 8434 h 35362"/>
                  <a:gd name="connsiteX5" fmla="*/ 8477 w 17167"/>
                  <a:gd name="connsiteY5" fmla="*/ 0 h 35362"/>
                  <a:gd name="connsiteX6" fmla="*/ 8734 w 17167"/>
                  <a:gd name="connsiteY6" fmla="*/ 0 h 35362"/>
                  <a:gd name="connsiteX7" fmla="*/ 17167 w 17167"/>
                  <a:gd name="connsiteY7" fmla="*/ 8434 h 35362"/>
                  <a:gd name="connsiteX8" fmla="*/ 17167 w 17167"/>
                  <a:gd name="connsiteY8" fmla="*/ 26928 h 3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67" h="35362">
                    <a:moveTo>
                      <a:pt x="17167" y="26928"/>
                    </a:moveTo>
                    <a:cubicBezTo>
                      <a:pt x="17167" y="31252"/>
                      <a:pt x="13314" y="35362"/>
                      <a:pt x="8734" y="35362"/>
                    </a:cubicBezTo>
                    <a:lnTo>
                      <a:pt x="8477" y="35362"/>
                    </a:lnTo>
                    <a:cubicBezTo>
                      <a:pt x="3596" y="35362"/>
                      <a:pt x="0" y="31252"/>
                      <a:pt x="0" y="26928"/>
                    </a:cubicBezTo>
                    <a:lnTo>
                      <a:pt x="0" y="8434"/>
                    </a:lnTo>
                    <a:cubicBezTo>
                      <a:pt x="0" y="3596"/>
                      <a:pt x="3596" y="0"/>
                      <a:pt x="8477" y="0"/>
                    </a:cubicBezTo>
                    <a:lnTo>
                      <a:pt x="8734" y="0"/>
                    </a:lnTo>
                    <a:cubicBezTo>
                      <a:pt x="13314" y="0"/>
                      <a:pt x="17167" y="3596"/>
                      <a:pt x="17167" y="8434"/>
                    </a:cubicBezTo>
                    <a:lnTo>
                      <a:pt x="17167" y="26928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10946201" y="6323156"/>
                <a:ext cx="25936" cy="42972"/>
              </a:xfrm>
              <a:custGeom>
                <a:avLst/>
                <a:gdLst>
                  <a:gd name="connsiteX0" fmla="*/ 10746 w 25936"/>
                  <a:gd name="connsiteY0" fmla="*/ 4967 h 42972"/>
                  <a:gd name="connsiteX1" fmla="*/ 20721 w 25936"/>
                  <a:gd name="connsiteY1" fmla="*/ 472 h 42972"/>
                  <a:gd name="connsiteX2" fmla="*/ 20936 w 25936"/>
                  <a:gd name="connsiteY2" fmla="*/ 514 h 42972"/>
                  <a:gd name="connsiteX3" fmla="*/ 25474 w 25936"/>
                  <a:gd name="connsiteY3" fmla="*/ 10532 h 42972"/>
                  <a:gd name="connsiteX4" fmla="*/ 15284 w 25936"/>
                  <a:gd name="connsiteY4" fmla="*/ 37889 h 42972"/>
                  <a:gd name="connsiteX5" fmla="*/ 5309 w 25936"/>
                  <a:gd name="connsiteY5" fmla="*/ 42427 h 42972"/>
                  <a:gd name="connsiteX6" fmla="*/ 5095 w 25936"/>
                  <a:gd name="connsiteY6" fmla="*/ 42341 h 42972"/>
                  <a:gd name="connsiteX7" fmla="*/ 515 w 25936"/>
                  <a:gd name="connsiteY7" fmla="*/ 32366 h 42972"/>
                  <a:gd name="connsiteX8" fmla="*/ 10746 w 25936"/>
                  <a:gd name="connsiteY8" fmla="*/ 4967 h 42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36" h="42972">
                    <a:moveTo>
                      <a:pt x="10746" y="4967"/>
                    </a:moveTo>
                    <a:cubicBezTo>
                      <a:pt x="12159" y="1199"/>
                      <a:pt x="16783" y="-1027"/>
                      <a:pt x="20721" y="472"/>
                    </a:cubicBezTo>
                    <a:lnTo>
                      <a:pt x="20936" y="514"/>
                    </a:lnTo>
                    <a:cubicBezTo>
                      <a:pt x="25131" y="2141"/>
                      <a:pt x="26843" y="6765"/>
                      <a:pt x="25474" y="10532"/>
                    </a:cubicBezTo>
                    <a:lnTo>
                      <a:pt x="15284" y="37889"/>
                    </a:lnTo>
                    <a:cubicBezTo>
                      <a:pt x="13700" y="42041"/>
                      <a:pt x="9505" y="44011"/>
                      <a:pt x="5309" y="42427"/>
                    </a:cubicBezTo>
                    <a:lnTo>
                      <a:pt x="5095" y="42341"/>
                    </a:lnTo>
                    <a:cubicBezTo>
                      <a:pt x="1157" y="40885"/>
                      <a:pt x="-1069" y="36562"/>
                      <a:pt x="515" y="32366"/>
                    </a:cubicBezTo>
                    <a:lnTo>
                      <a:pt x="10746" y="4967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11602904" y="6379644"/>
                <a:ext cx="36248" cy="56807"/>
              </a:xfrm>
              <a:custGeom>
                <a:avLst/>
                <a:gdLst>
                  <a:gd name="connsiteX0" fmla="*/ 35512 w 36248"/>
                  <a:gd name="connsiteY0" fmla="*/ 44805 h 56807"/>
                  <a:gd name="connsiteX1" fmla="*/ 31402 w 36248"/>
                  <a:gd name="connsiteY1" fmla="*/ 55850 h 56807"/>
                  <a:gd name="connsiteX2" fmla="*/ 31146 w 36248"/>
                  <a:gd name="connsiteY2" fmla="*/ 55850 h 56807"/>
                  <a:gd name="connsiteX3" fmla="*/ 19801 w 36248"/>
                  <a:gd name="connsiteY3" fmla="*/ 51954 h 56807"/>
                  <a:gd name="connsiteX4" fmla="*/ 835 w 36248"/>
                  <a:gd name="connsiteY4" fmla="*/ 12054 h 56807"/>
                  <a:gd name="connsiteX5" fmla="*/ 4688 w 36248"/>
                  <a:gd name="connsiteY5" fmla="*/ 752 h 56807"/>
                  <a:gd name="connsiteX6" fmla="*/ 11367 w 36248"/>
                  <a:gd name="connsiteY6" fmla="*/ 238 h 56807"/>
                  <a:gd name="connsiteX7" fmla="*/ 16204 w 36248"/>
                  <a:gd name="connsiteY7" fmla="*/ 4562 h 56807"/>
                  <a:gd name="connsiteX8" fmla="*/ 35512 w 36248"/>
                  <a:gd name="connsiteY8" fmla="*/ 44805 h 5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48" h="56807">
                    <a:moveTo>
                      <a:pt x="35512" y="44805"/>
                    </a:moveTo>
                    <a:cubicBezTo>
                      <a:pt x="37310" y="48914"/>
                      <a:pt x="35769" y="53795"/>
                      <a:pt x="31402" y="55850"/>
                    </a:cubicBezTo>
                    <a:lnTo>
                      <a:pt x="31146" y="55850"/>
                    </a:lnTo>
                    <a:cubicBezTo>
                      <a:pt x="26993" y="58162"/>
                      <a:pt x="21898" y="56064"/>
                      <a:pt x="19801" y="51954"/>
                    </a:cubicBezTo>
                    <a:lnTo>
                      <a:pt x="835" y="12054"/>
                    </a:lnTo>
                    <a:cubicBezTo>
                      <a:pt x="-1177" y="7987"/>
                      <a:pt x="578" y="2807"/>
                      <a:pt x="4688" y="752"/>
                    </a:cubicBezTo>
                    <a:cubicBezTo>
                      <a:pt x="6743" y="24"/>
                      <a:pt x="9055" y="-233"/>
                      <a:pt x="11367" y="238"/>
                    </a:cubicBezTo>
                    <a:cubicBezTo>
                      <a:pt x="13636" y="1009"/>
                      <a:pt x="15220" y="2550"/>
                      <a:pt x="16204" y="4562"/>
                    </a:cubicBezTo>
                    <a:lnTo>
                      <a:pt x="35512" y="4480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62" name="图形 4"/>
            <p:cNvGrpSpPr/>
            <p:nvPr userDrawn="1"/>
          </p:nvGrpSpPr>
          <p:grpSpPr>
            <a:xfrm>
              <a:off x="11180773" y="6490398"/>
              <a:ext cx="690075" cy="74375"/>
              <a:chOff x="10903348" y="6477706"/>
              <a:chExt cx="738021" cy="79543"/>
            </a:xfrm>
            <a:solidFill>
              <a:srgbClr val="A5A7AA"/>
            </a:solidFill>
          </p:grpSpPr>
          <p:grpSp>
            <p:nvGrpSpPr>
              <p:cNvPr id="63" name="图形 4"/>
              <p:cNvGrpSpPr/>
              <p:nvPr/>
            </p:nvGrpSpPr>
            <p:grpSpPr>
              <a:xfrm>
                <a:off x="10903348" y="6477706"/>
                <a:ext cx="60834" cy="79371"/>
                <a:chOff x="10903348" y="6477706"/>
                <a:chExt cx="60834" cy="79371"/>
              </a:xfrm>
              <a:solidFill>
                <a:srgbClr val="A5A7AA"/>
              </a:solidFill>
            </p:grpSpPr>
            <p:sp>
              <p:nvSpPr>
                <p:cNvPr id="88" name="任意多边形: 形状 87"/>
                <p:cNvSpPr/>
                <p:nvPr/>
              </p:nvSpPr>
              <p:spPr>
                <a:xfrm>
                  <a:off x="10903905" y="6478305"/>
                  <a:ext cx="59807" cy="78173"/>
                </a:xfrm>
                <a:custGeom>
                  <a:avLst/>
                  <a:gdLst>
                    <a:gd name="connsiteX0" fmla="*/ 35705 w 59807"/>
                    <a:gd name="connsiteY0" fmla="*/ 7149 h 78173"/>
                    <a:gd name="connsiteX1" fmla="*/ 14684 w 59807"/>
                    <a:gd name="connsiteY1" fmla="*/ 13100 h 78173"/>
                    <a:gd name="connsiteX2" fmla="*/ 8177 w 59807"/>
                    <a:gd name="connsiteY2" fmla="*/ 32066 h 78173"/>
                    <a:gd name="connsiteX3" fmla="*/ 20806 w 59807"/>
                    <a:gd name="connsiteY3" fmla="*/ 59979 h 78173"/>
                    <a:gd name="connsiteX4" fmla="*/ 53386 w 59807"/>
                    <a:gd name="connsiteY4" fmla="*/ 71024 h 78173"/>
                    <a:gd name="connsiteX5" fmla="*/ 58609 w 59807"/>
                    <a:gd name="connsiteY5" fmla="*/ 71837 h 78173"/>
                    <a:gd name="connsiteX6" fmla="*/ 59807 w 59807"/>
                    <a:gd name="connsiteY6" fmla="*/ 74577 h 78173"/>
                    <a:gd name="connsiteX7" fmla="*/ 58480 w 59807"/>
                    <a:gd name="connsiteY7" fmla="*/ 77360 h 78173"/>
                    <a:gd name="connsiteX8" fmla="*/ 54456 w 59807"/>
                    <a:gd name="connsiteY8" fmla="*/ 78173 h 78173"/>
                    <a:gd name="connsiteX9" fmla="*/ 15198 w 59807"/>
                    <a:gd name="connsiteY9" fmla="*/ 65159 h 78173"/>
                    <a:gd name="connsiteX10" fmla="*/ 0 w 59807"/>
                    <a:gd name="connsiteY10" fmla="*/ 32151 h 78173"/>
                    <a:gd name="connsiteX11" fmla="*/ 3082 w 59807"/>
                    <a:gd name="connsiteY11" fmla="*/ 17082 h 78173"/>
                    <a:gd name="connsiteX12" fmla="*/ 11602 w 59807"/>
                    <a:gd name="connsiteY12" fmla="*/ 5951 h 78173"/>
                    <a:gd name="connsiteX13" fmla="*/ 21577 w 59807"/>
                    <a:gd name="connsiteY13" fmla="*/ 1327 h 78173"/>
                    <a:gd name="connsiteX14" fmla="*/ 39943 w 59807"/>
                    <a:gd name="connsiteY14" fmla="*/ 0 h 78173"/>
                    <a:gd name="connsiteX15" fmla="*/ 53642 w 59807"/>
                    <a:gd name="connsiteY15" fmla="*/ 0 h 78173"/>
                    <a:gd name="connsiteX16" fmla="*/ 56939 w 59807"/>
                    <a:gd name="connsiteY16" fmla="*/ 942 h 78173"/>
                    <a:gd name="connsiteX17" fmla="*/ 58095 w 59807"/>
                    <a:gd name="connsiteY17" fmla="*/ 3639 h 78173"/>
                    <a:gd name="connsiteX18" fmla="*/ 56939 w 59807"/>
                    <a:gd name="connsiteY18" fmla="*/ 6250 h 78173"/>
                    <a:gd name="connsiteX19" fmla="*/ 53642 w 59807"/>
                    <a:gd name="connsiteY19" fmla="*/ 7149 h 78173"/>
                    <a:gd name="connsiteX20" fmla="*/ 35705 w 59807"/>
                    <a:gd name="connsiteY20" fmla="*/ 7149 h 7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9807" h="78173">
                      <a:moveTo>
                        <a:pt x="35705" y="7149"/>
                      </a:moveTo>
                      <a:cubicBezTo>
                        <a:pt x="26072" y="7149"/>
                        <a:pt x="19051" y="9162"/>
                        <a:pt x="14684" y="13100"/>
                      </a:cubicBezTo>
                      <a:cubicBezTo>
                        <a:pt x="10360" y="16996"/>
                        <a:pt x="8177" y="23375"/>
                        <a:pt x="8177" y="32066"/>
                      </a:cubicBezTo>
                      <a:cubicBezTo>
                        <a:pt x="8177" y="43325"/>
                        <a:pt x="12372" y="52572"/>
                        <a:pt x="20806" y="59979"/>
                      </a:cubicBezTo>
                      <a:cubicBezTo>
                        <a:pt x="29197" y="67342"/>
                        <a:pt x="40071" y="71024"/>
                        <a:pt x="53386" y="71024"/>
                      </a:cubicBezTo>
                      <a:cubicBezTo>
                        <a:pt x="56083" y="71024"/>
                        <a:pt x="57838" y="71323"/>
                        <a:pt x="58609" y="71837"/>
                      </a:cubicBezTo>
                      <a:cubicBezTo>
                        <a:pt x="59379" y="72351"/>
                        <a:pt x="59807" y="73293"/>
                        <a:pt x="59807" y="74577"/>
                      </a:cubicBezTo>
                      <a:cubicBezTo>
                        <a:pt x="59807" y="75861"/>
                        <a:pt x="59336" y="76761"/>
                        <a:pt x="58480" y="77360"/>
                      </a:cubicBezTo>
                      <a:cubicBezTo>
                        <a:pt x="57624" y="77959"/>
                        <a:pt x="56254" y="78173"/>
                        <a:pt x="54456" y="78173"/>
                      </a:cubicBezTo>
                      <a:cubicBezTo>
                        <a:pt x="38402" y="78173"/>
                        <a:pt x="25301" y="73849"/>
                        <a:pt x="15198" y="65159"/>
                      </a:cubicBezTo>
                      <a:cubicBezTo>
                        <a:pt x="5052" y="56468"/>
                        <a:pt x="0" y="45508"/>
                        <a:pt x="0" y="32151"/>
                      </a:cubicBezTo>
                      <a:cubicBezTo>
                        <a:pt x="0" y="26757"/>
                        <a:pt x="1027" y="21705"/>
                        <a:pt x="3082" y="17082"/>
                      </a:cubicBezTo>
                      <a:cubicBezTo>
                        <a:pt x="5137" y="12415"/>
                        <a:pt x="7963" y="8691"/>
                        <a:pt x="11602" y="5951"/>
                      </a:cubicBezTo>
                      <a:cubicBezTo>
                        <a:pt x="14342" y="3810"/>
                        <a:pt x="17681" y="2269"/>
                        <a:pt x="21577" y="1327"/>
                      </a:cubicBezTo>
                      <a:cubicBezTo>
                        <a:pt x="25473" y="428"/>
                        <a:pt x="31595" y="0"/>
                        <a:pt x="39943" y="0"/>
                      </a:cubicBezTo>
                      <a:lnTo>
                        <a:pt x="53642" y="0"/>
                      </a:lnTo>
                      <a:cubicBezTo>
                        <a:pt x="55098" y="0"/>
                        <a:pt x="56168" y="342"/>
                        <a:pt x="56939" y="942"/>
                      </a:cubicBezTo>
                      <a:cubicBezTo>
                        <a:pt x="57709" y="1627"/>
                        <a:pt x="58095" y="2526"/>
                        <a:pt x="58095" y="3639"/>
                      </a:cubicBezTo>
                      <a:cubicBezTo>
                        <a:pt x="58095" y="4752"/>
                        <a:pt x="57709" y="5608"/>
                        <a:pt x="56939" y="6250"/>
                      </a:cubicBezTo>
                      <a:cubicBezTo>
                        <a:pt x="56125" y="6850"/>
                        <a:pt x="55012" y="7149"/>
                        <a:pt x="53642" y="7149"/>
                      </a:cubicBezTo>
                      <a:lnTo>
                        <a:pt x="35705" y="7149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>
                  <a:off x="10903348" y="6477706"/>
                  <a:ext cx="60834" cy="79371"/>
                </a:xfrm>
                <a:custGeom>
                  <a:avLst/>
                  <a:gdLst>
                    <a:gd name="connsiteX0" fmla="*/ 54970 w 60834"/>
                    <a:gd name="connsiteY0" fmla="*/ 79372 h 79371"/>
                    <a:gd name="connsiteX1" fmla="*/ 15369 w 60834"/>
                    <a:gd name="connsiteY1" fmla="*/ 66229 h 79371"/>
                    <a:gd name="connsiteX2" fmla="*/ 0 w 60834"/>
                    <a:gd name="connsiteY2" fmla="*/ 32793 h 79371"/>
                    <a:gd name="connsiteX3" fmla="*/ 3125 w 60834"/>
                    <a:gd name="connsiteY3" fmla="*/ 17467 h 79371"/>
                    <a:gd name="connsiteX4" fmla="*/ 11816 w 60834"/>
                    <a:gd name="connsiteY4" fmla="*/ 6079 h 79371"/>
                    <a:gd name="connsiteX5" fmla="*/ 22005 w 60834"/>
                    <a:gd name="connsiteY5" fmla="*/ 1370 h 79371"/>
                    <a:gd name="connsiteX6" fmla="*/ 40499 w 60834"/>
                    <a:gd name="connsiteY6" fmla="*/ 0 h 79371"/>
                    <a:gd name="connsiteX7" fmla="*/ 54199 w 60834"/>
                    <a:gd name="connsiteY7" fmla="*/ 0 h 79371"/>
                    <a:gd name="connsiteX8" fmla="*/ 57881 w 60834"/>
                    <a:gd name="connsiteY8" fmla="*/ 1070 h 79371"/>
                    <a:gd name="connsiteX9" fmla="*/ 59251 w 60834"/>
                    <a:gd name="connsiteY9" fmla="*/ 4195 h 79371"/>
                    <a:gd name="connsiteX10" fmla="*/ 57881 w 60834"/>
                    <a:gd name="connsiteY10" fmla="*/ 7235 h 79371"/>
                    <a:gd name="connsiteX11" fmla="*/ 54199 w 60834"/>
                    <a:gd name="connsiteY11" fmla="*/ 8305 h 79371"/>
                    <a:gd name="connsiteX12" fmla="*/ 36261 w 60834"/>
                    <a:gd name="connsiteY12" fmla="*/ 8305 h 79371"/>
                    <a:gd name="connsiteX13" fmla="*/ 15626 w 60834"/>
                    <a:gd name="connsiteY13" fmla="*/ 14128 h 79371"/>
                    <a:gd name="connsiteX14" fmla="*/ 9290 w 60834"/>
                    <a:gd name="connsiteY14" fmla="*/ 32665 h 79371"/>
                    <a:gd name="connsiteX15" fmla="*/ 21705 w 60834"/>
                    <a:gd name="connsiteY15" fmla="*/ 60150 h 79371"/>
                    <a:gd name="connsiteX16" fmla="*/ 53899 w 60834"/>
                    <a:gd name="connsiteY16" fmla="*/ 71024 h 79371"/>
                    <a:gd name="connsiteX17" fmla="*/ 59422 w 60834"/>
                    <a:gd name="connsiteY17" fmla="*/ 71923 h 79371"/>
                    <a:gd name="connsiteX18" fmla="*/ 60835 w 60834"/>
                    <a:gd name="connsiteY18" fmla="*/ 75134 h 79371"/>
                    <a:gd name="connsiteX19" fmla="*/ 59251 w 60834"/>
                    <a:gd name="connsiteY19" fmla="*/ 78387 h 79371"/>
                    <a:gd name="connsiteX20" fmla="*/ 54970 w 60834"/>
                    <a:gd name="connsiteY20" fmla="*/ 79372 h 79371"/>
                    <a:gd name="connsiteX21" fmla="*/ 40499 w 60834"/>
                    <a:gd name="connsiteY21" fmla="*/ 1156 h 79371"/>
                    <a:gd name="connsiteX22" fmla="*/ 22262 w 60834"/>
                    <a:gd name="connsiteY22" fmla="*/ 2483 h 79371"/>
                    <a:gd name="connsiteX23" fmla="*/ 12501 w 60834"/>
                    <a:gd name="connsiteY23" fmla="*/ 6978 h 79371"/>
                    <a:gd name="connsiteX24" fmla="*/ 4153 w 60834"/>
                    <a:gd name="connsiteY24" fmla="*/ 17895 h 79371"/>
                    <a:gd name="connsiteX25" fmla="*/ 1113 w 60834"/>
                    <a:gd name="connsiteY25" fmla="*/ 32751 h 79371"/>
                    <a:gd name="connsiteX26" fmla="*/ 16097 w 60834"/>
                    <a:gd name="connsiteY26" fmla="*/ 65330 h 79371"/>
                    <a:gd name="connsiteX27" fmla="*/ 54970 w 60834"/>
                    <a:gd name="connsiteY27" fmla="*/ 78173 h 79371"/>
                    <a:gd name="connsiteX28" fmla="*/ 58651 w 60834"/>
                    <a:gd name="connsiteY28" fmla="*/ 77446 h 79371"/>
                    <a:gd name="connsiteX29" fmla="*/ 59722 w 60834"/>
                    <a:gd name="connsiteY29" fmla="*/ 75134 h 79371"/>
                    <a:gd name="connsiteX30" fmla="*/ 58780 w 60834"/>
                    <a:gd name="connsiteY30" fmla="*/ 72865 h 79371"/>
                    <a:gd name="connsiteX31" fmla="*/ 53899 w 60834"/>
                    <a:gd name="connsiteY31" fmla="*/ 72137 h 79371"/>
                    <a:gd name="connsiteX32" fmla="*/ 20935 w 60834"/>
                    <a:gd name="connsiteY32" fmla="*/ 60963 h 79371"/>
                    <a:gd name="connsiteX33" fmla="*/ 8134 w 60834"/>
                    <a:gd name="connsiteY33" fmla="*/ 32622 h 79371"/>
                    <a:gd name="connsiteX34" fmla="*/ 14855 w 60834"/>
                    <a:gd name="connsiteY34" fmla="*/ 13229 h 79371"/>
                    <a:gd name="connsiteX35" fmla="*/ 36261 w 60834"/>
                    <a:gd name="connsiteY35" fmla="*/ 7107 h 79371"/>
                    <a:gd name="connsiteX36" fmla="*/ 54199 w 60834"/>
                    <a:gd name="connsiteY36" fmla="*/ 7107 h 79371"/>
                    <a:gd name="connsiteX37" fmla="*/ 57196 w 60834"/>
                    <a:gd name="connsiteY37" fmla="*/ 6293 h 79371"/>
                    <a:gd name="connsiteX38" fmla="*/ 58138 w 60834"/>
                    <a:gd name="connsiteY38" fmla="*/ 4153 h 79371"/>
                    <a:gd name="connsiteX39" fmla="*/ 57153 w 60834"/>
                    <a:gd name="connsiteY39" fmla="*/ 1884 h 79371"/>
                    <a:gd name="connsiteX40" fmla="*/ 54199 w 60834"/>
                    <a:gd name="connsiteY40" fmla="*/ 1070 h 79371"/>
                    <a:gd name="connsiteX41" fmla="*/ 40499 w 60834"/>
                    <a:gd name="connsiteY41" fmla="*/ 1070 h 79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0834" h="79371">
                      <a:moveTo>
                        <a:pt x="54970" y="79372"/>
                      </a:moveTo>
                      <a:cubicBezTo>
                        <a:pt x="38830" y="79372"/>
                        <a:pt x="25515" y="74962"/>
                        <a:pt x="15369" y="66229"/>
                      </a:cubicBezTo>
                      <a:cubicBezTo>
                        <a:pt x="5180" y="57495"/>
                        <a:pt x="0" y="46236"/>
                        <a:pt x="0" y="32793"/>
                      </a:cubicBezTo>
                      <a:cubicBezTo>
                        <a:pt x="0" y="27314"/>
                        <a:pt x="1070" y="22133"/>
                        <a:pt x="3125" y="17467"/>
                      </a:cubicBezTo>
                      <a:cubicBezTo>
                        <a:pt x="5180" y="12758"/>
                        <a:pt x="8134" y="8905"/>
                        <a:pt x="11816" y="6079"/>
                      </a:cubicBezTo>
                      <a:cubicBezTo>
                        <a:pt x="14599" y="3939"/>
                        <a:pt x="18024" y="2355"/>
                        <a:pt x="22005" y="1370"/>
                      </a:cubicBezTo>
                      <a:cubicBezTo>
                        <a:pt x="25901" y="471"/>
                        <a:pt x="32151" y="0"/>
                        <a:pt x="40499" y="0"/>
                      </a:cubicBezTo>
                      <a:lnTo>
                        <a:pt x="54199" y="0"/>
                      </a:lnTo>
                      <a:cubicBezTo>
                        <a:pt x="55740" y="0"/>
                        <a:pt x="56982" y="342"/>
                        <a:pt x="57881" y="1070"/>
                      </a:cubicBezTo>
                      <a:cubicBezTo>
                        <a:pt x="58823" y="1884"/>
                        <a:pt x="59251" y="2911"/>
                        <a:pt x="59251" y="4195"/>
                      </a:cubicBezTo>
                      <a:cubicBezTo>
                        <a:pt x="59251" y="5480"/>
                        <a:pt x="58780" y="6507"/>
                        <a:pt x="57881" y="7235"/>
                      </a:cubicBezTo>
                      <a:cubicBezTo>
                        <a:pt x="56896" y="7963"/>
                        <a:pt x="55655" y="8305"/>
                        <a:pt x="54199" y="8305"/>
                      </a:cubicBezTo>
                      <a:lnTo>
                        <a:pt x="36261" y="8305"/>
                      </a:lnTo>
                      <a:cubicBezTo>
                        <a:pt x="26800" y="8305"/>
                        <a:pt x="19864" y="10275"/>
                        <a:pt x="15626" y="14128"/>
                      </a:cubicBezTo>
                      <a:cubicBezTo>
                        <a:pt x="11431" y="17895"/>
                        <a:pt x="9290" y="24146"/>
                        <a:pt x="9290" y="32665"/>
                      </a:cubicBezTo>
                      <a:cubicBezTo>
                        <a:pt x="9290" y="43796"/>
                        <a:pt x="13357" y="52786"/>
                        <a:pt x="21705" y="60150"/>
                      </a:cubicBezTo>
                      <a:cubicBezTo>
                        <a:pt x="29925" y="67385"/>
                        <a:pt x="40756" y="71024"/>
                        <a:pt x="53899" y="71024"/>
                      </a:cubicBezTo>
                      <a:cubicBezTo>
                        <a:pt x="56725" y="71024"/>
                        <a:pt x="58523" y="71323"/>
                        <a:pt x="59422" y="71923"/>
                      </a:cubicBezTo>
                      <a:cubicBezTo>
                        <a:pt x="60064" y="72351"/>
                        <a:pt x="60835" y="73293"/>
                        <a:pt x="60835" y="75134"/>
                      </a:cubicBezTo>
                      <a:cubicBezTo>
                        <a:pt x="60835" y="76546"/>
                        <a:pt x="60321" y="77660"/>
                        <a:pt x="59251" y="78387"/>
                      </a:cubicBezTo>
                      <a:cubicBezTo>
                        <a:pt x="58394" y="79072"/>
                        <a:pt x="57025" y="79372"/>
                        <a:pt x="54970" y="79372"/>
                      </a:cubicBezTo>
                      <a:close/>
                      <a:moveTo>
                        <a:pt x="40499" y="1156"/>
                      </a:moveTo>
                      <a:cubicBezTo>
                        <a:pt x="32237" y="1156"/>
                        <a:pt x="26072" y="1584"/>
                        <a:pt x="22262" y="2483"/>
                      </a:cubicBezTo>
                      <a:cubicBezTo>
                        <a:pt x="18452" y="3425"/>
                        <a:pt x="15155" y="4923"/>
                        <a:pt x="12501" y="6978"/>
                      </a:cubicBezTo>
                      <a:cubicBezTo>
                        <a:pt x="8948" y="9675"/>
                        <a:pt x="6122" y="13357"/>
                        <a:pt x="4153" y="17895"/>
                      </a:cubicBezTo>
                      <a:cubicBezTo>
                        <a:pt x="2141" y="22433"/>
                        <a:pt x="1113" y="27442"/>
                        <a:pt x="1113" y="32751"/>
                      </a:cubicBezTo>
                      <a:cubicBezTo>
                        <a:pt x="1113" y="46022"/>
                        <a:pt x="5994" y="56682"/>
                        <a:pt x="16097" y="65330"/>
                      </a:cubicBezTo>
                      <a:cubicBezTo>
                        <a:pt x="26029" y="73849"/>
                        <a:pt x="39087" y="78173"/>
                        <a:pt x="54970" y="78173"/>
                      </a:cubicBezTo>
                      <a:cubicBezTo>
                        <a:pt x="56768" y="78173"/>
                        <a:pt x="57966" y="77916"/>
                        <a:pt x="58651" y="77446"/>
                      </a:cubicBezTo>
                      <a:cubicBezTo>
                        <a:pt x="59379" y="76932"/>
                        <a:pt x="59722" y="76204"/>
                        <a:pt x="59722" y="75134"/>
                      </a:cubicBezTo>
                      <a:cubicBezTo>
                        <a:pt x="59722" y="74063"/>
                        <a:pt x="59422" y="73293"/>
                        <a:pt x="58780" y="72865"/>
                      </a:cubicBezTo>
                      <a:cubicBezTo>
                        <a:pt x="58394" y="72608"/>
                        <a:pt x="57239" y="72137"/>
                        <a:pt x="53899" y="72137"/>
                      </a:cubicBezTo>
                      <a:cubicBezTo>
                        <a:pt x="40457" y="72137"/>
                        <a:pt x="29368" y="68370"/>
                        <a:pt x="20935" y="60963"/>
                      </a:cubicBezTo>
                      <a:cubicBezTo>
                        <a:pt x="12458" y="53471"/>
                        <a:pt x="8134" y="43924"/>
                        <a:pt x="8134" y="32622"/>
                      </a:cubicBezTo>
                      <a:cubicBezTo>
                        <a:pt x="8134" y="23760"/>
                        <a:pt x="10403" y="17253"/>
                        <a:pt x="14855" y="13229"/>
                      </a:cubicBezTo>
                      <a:cubicBezTo>
                        <a:pt x="19308" y="9162"/>
                        <a:pt x="26500" y="7107"/>
                        <a:pt x="36261" y="7107"/>
                      </a:cubicBezTo>
                      <a:lnTo>
                        <a:pt x="54199" y="7107"/>
                      </a:lnTo>
                      <a:cubicBezTo>
                        <a:pt x="55440" y="7107"/>
                        <a:pt x="56425" y="6850"/>
                        <a:pt x="57196" y="6293"/>
                      </a:cubicBezTo>
                      <a:cubicBezTo>
                        <a:pt x="57838" y="5780"/>
                        <a:pt x="58138" y="5095"/>
                        <a:pt x="58138" y="4153"/>
                      </a:cubicBezTo>
                      <a:cubicBezTo>
                        <a:pt x="58138" y="3211"/>
                        <a:pt x="57838" y="2440"/>
                        <a:pt x="57153" y="1884"/>
                      </a:cubicBezTo>
                      <a:cubicBezTo>
                        <a:pt x="56468" y="1370"/>
                        <a:pt x="55483" y="1070"/>
                        <a:pt x="54199" y="1070"/>
                      </a:cubicBezTo>
                      <a:lnTo>
                        <a:pt x="40499" y="107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4" name="图形 4"/>
              <p:cNvGrpSpPr/>
              <p:nvPr/>
            </p:nvGrpSpPr>
            <p:grpSpPr>
              <a:xfrm>
                <a:off x="11005067" y="6477749"/>
                <a:ext cx="8305" cy="78772"/>
                <a:chOff x="11005067" y="6477749"/>
                <a:chExt cx="8305" cy="78772"/>
              </a:xfrm>
              <a:solidFill>
                <a:srgbClr val="A5A7AA"/>
              </a:solidFill>
            </p:grpSpPr>
            <p:sp>
              <p:nvSpPr>
                <p:cNvPr id="86" name="任意多边形: 形状 85"/>
                <p:cNvSpPr/>
                <p:nvPr/>
              </p:nvSpPr>
              <p:spPr>
                <a:xfrm>
                  <a:off x="11005667" y="6478305"/>
                  <a:ext cx="7149" cy="77659"/>
                </a:xfrm>
                <a:custGeom>
                  <a:avLst/>
                  <a:gdLst>
                    <a:gd name="connsiteX0" fmla="*/ 7149 w 7149"/>
                    <a:gd name="connsiteY0" fmla="*/ 73250 h 77659"/>
                    <a:gd name="connsiteX1" fmla="*/ 6208 w 7149"/>
                    <a:gd name="connsiteY1" fmla="*/ 76546 h 77659"/>
                    <a:gd name="connsiteX2" fmla="*/ 3553 w 7149"/>
                    <a:gd name="connsiteY2" fmla="*/ 77660 h 77659"/>
                    <a:gd name="connsiteX3" fmla="*/ 899 w 7149"/>
                    <a:gd name="connsiteY3" fmla="*/ 76546 h 77659"/>
                    <a:gd name="connsiteX4" fmla="*/ 0 w 7149"/>
                    <a:gd name="connsiteY4" fmla="*/ 73250 h 77659"/>
                    <a:gd name="connsiteX5" fmla="*/ 0 w 7149"/>
                    <a:gd name="connsiteY5" fmla="*/ 4452 h 77659"/>
                    <a:gd name="connsiteX6" fmla="*/ 899 w 7149"/>
                    <a:gd name="connsiteY6" fmla="*/ 1113 h 77659"/>
                    <a:gd name="connsiteX7" fmla="*/ 3553 w 7149"/>
                    <a:gd name="connsiteY7" fmla="*/ 0 h 77659"/>
                    <a:gd name="connsiteX8" fmla="*/ 6208 w 7149"/>
                    <a:gd name="connsiteY8" fmla="*/ 1156 h 77659"/>
                    <a:gd name="connsiteX9" fmla="*/ 7149 w 7149"/>
                    <a:gd name="connsiteY9" fmla="*/ 4452 h 77659"/>
                    <a:gd name="connsiteX10" fmla="*/ 7149 w 7149"/>
                    <a:gd name="connsiteY10" fmla="*/ 73250 h 77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49" h="77659">
                      <a:moveTo>
                        <a:pt x="7149" y="73250"/>
                      </a:moveTo>
                      <a:cubicBezTo>
                        <a:pt x="7149" y="74663"/>
                        <a:pt x="6850" y="75776"/>
                        <a:pt x="6208" y="76546"/>
                      </a:cubicBezTo>
                      <a:cubicBezTo>
                        <a:pt x="5608" y="77317"/>
                        <a:pt x="4709" y="77660"/>
                        <a:pt x="3553" y="77660"/>
                      </a:cubicBezTo>
                      <a:cubicBezTo>
                        <a:pt x="2397" y="77660"/>
                        <a:pt x="1498" y="77317"/>
                        <a:pt x="899" y="76546"/>
                      </a:cubicBezTo>
                      <a:cubicBezTo>
                        <a:pt x="300" y="75819"/>
                        <a:pt x="0" y="74706"/>
                        <a:pt x="0" y="73250"/>
                      </a:cubicBezTo>
                      <a:lnTo>
                        <a:pt x="0" y="4452"/>
                      </a:lnTo>
                      <a:cubicBezTo>
                        <a:pt x="0" y="2997"/>
                        <a:pt x="300" y="1884"/>
                        <a:pt x="899" y="1113"/>
                      </a:cubicBezTo>
                      <a:cubicBezTo>
                        <a:pt x="1498" y="385"/>
                        <a:pt x="2397" y="0"/>
                        <a:pt x="3553" y="0"/>
                      </a:cubicBezTo>
                      <a:cubicBezTo>
                        <a:pt x="4709" y="0"/>
                        <a:pt x="5608" y="385"/>
                        <a:pt x="6208" y="1156"/>
                      </a:cubicBezTo>
                      <a:cubicBezTo>
                        <a:pt x="6850" y="1927"/>
                        <a:pt x="7149" y="3040"/>
                        <a:pt x="7149" y="4452"/>
                      </a:cubicBezTo>
                      <a:lnTo>
                        <a:pt x="7149" y="7325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11005067" y="6477749"/>
                  <a:ext cx="8305" cy="78772"/>
                </a:xfrm>
                <a:custGeom>
                  <a:avLst/>
                  <a:gdLst>
                    <a:gd name="connsiteX0" fmla="*/ 4153 w 8305"/>
                    <a:gd name="connsiteY0" fmla="*/ 78773 h 78772"/>
                    <a:gd name="connsiteX1" fmla="*/ 1027 w 8305"/>
                    <a:gd name="connsiteY1" fmla="*/ 77446 h 78772"/>
                    <a:gd name="connsiteX2" fmla="*/ 0 w 8305"/>
                    <a:gd name="connsiteY2" fmla="*/ 73764 h 78772"/>
                    <a:gd name="connsiteX3" fmla="*/ 0 w 8305"/>
                    <a:gd name="connsiteY3" fmla="*/ 5009 h 78772"/>
                    <a:gd name="connsiteX4" fmla="*/ 1027 w 8305"/>
                    <a:gd name="connsiteY4" fmla="*/ 1327 h 78772"/>
                    <a:gd name="connsiteX5" fmla="*/ 4153 w 8305"/>
                    <a:gd name="connsiteY5" fmla="*/ 0 h 78772"/>
                    <a:gd name="connsiteX6" fmla="*/ 7235 w 8305"/>
                    <a:gd name="connsiteY6" fmla="*/ 1370 h 78772"/>
                    <a:gd name="connsiteX7" fmla="*/ 8305 w 8305"/>
                    <a:gd name="connsiteY7" fmla="*/ 5009 h 78772"/>
                    <a:gd name="connsiteX8" fmla="*/ 8305 w 8305"/>
                    <a:gd name="connsiteY8" fmla="*/ 73807 h 78772"/>
                    <a:gd name="connsiteX9" fmla="*/ 7192 w 8305"/>
                    <a:gd name="connsiteY9" fmla="*/ 77488 h 78772"/>
                    <a:gd name="connsiteX10" fmla="*/ 4153 w 8305"/>
                    <a:gd name="connsiteY10" fmla="*/ 78773 h 78772"/>
                    <a:gd name="connsiteX11" fmla="*/ 4153 w 8305"/>
                    <a:gd name="connsiteY11" fmla="*/ 1113 h 78772"/>
                    <a:gd name="connsiteX12" fmla="*/ 1927 w 8305"/>
                    <a:gd name="connsiteY12" fmla="*/ 2012 h 78772"/>
                    <a:gd name="connsiteX13" fmla="*/ 1113 w 8305"/>
                    <a:gd name="connsiteY13" fmla="*/ 4966 h 78772"/>
                    <a:gd name="connsiteX14" fmla="*/ 1113 w 8305"/>
                    <a:gd name="connsiteY14" fmla="*/ 73764 h 78772"/>
                    <a:gd name="connsiteX15" fmla="*/ 1884 w 8305"/>
                    <a:gd name="connsiteY15" fmla="*/ 76718 h 78772"/>
                    <a:gd name="connsiteX16" fmla="*/ 4110 w 8305"/>
                    <a:gd name="connsiteY16" fmla="*/ 77617 h 78772"/>
                    <a:gd name="connsiteX17" fmla="*/ 6293 w 8305"/>
                    <a:gd name="connsiteY17" fmla="*/ 76718 h 78772"/>
                    <a:gd name="connsiteX18" fmla="*/ 7107 w 8305"/>
                    <a:gd name="connsiteY18" fmla="*/ 73807 h 78772"/>
                    <a:gd name="connsiteX19" fmla="*/ 7107 w 8305"/>
                    <a:gd name="connsiteY19" fmla="*/ 5009 h 78772"/>
                    <a:gd name="connsiteX20" fmla="*/ 6293 w 8305"/>
                    <a:gd name="connsiteY20" fmla="*/ 2098 h 78772"/>
                    <a:gd name="connsiteX21" fmla="*/ 4153 w 8305"/>
                    <a:gd name="connsiteY21" fmla="*/ 1113 h 78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305" h="78772">
                      <a:moveTo>
                        <a:pt x="4153" y="78773"/>
                      </a:moveTo>
                      <a:cubicBezTo>
                        <a:pt x="2740" y="78773"/>
                        <a:pt x="1755" y="78345"/>
                        <a:pt x="1027" y="77446"/>
                      </a:cubicBezTo>
                      <a:cubicBezTo>
                        <a:pt x="342" y="76632"/>
                        <a:pt x="0" y="75391"/>
                        <a:pt x="0" y="73764"/>
                      </a:cubicBezTo>
                      <a:lnTo>
                        <a:pt x="0" y="5009"/>
                      </a:lnTo>
                      <a:cubicBezTo>
                        <a:pt x="0" y="3425"/>
                        <a:pt x="342" y="2183"/>
                        <a:pt x="1027" y="1327"/>
                      </a:cubicBezTo>
                      <a:cubicBezTo>
                        <a:pt x="1755" y="428"/>
                        <a:pt x="2783" y="0"/>
                        <a:pt x="4153" y="0"/>
                      </a:cubicBezTo>
                      <a:cubicBezTo>
                        <a:pt x="5480" y="0"/>
                        <a:pt x="6550" y="471"/>
                        <a:pt x="7235" y="1370"/>
                      </a:cubicBezTo>
                      <a:cubicBezTo>
                        <a:pt x="7963" y="2226"/>
                        <a:pt x="8305" y="3425"/>
                        <a:pt x="8305" y="5009"/>
                      </a:cubicBezTo>
                      <a:lnTo>
                        <a:pt x="8305" y="73807"/>
                      </a:lnTo>
                      <a:cubicBezTo>
                        <a:pt x="8305" y="75433"/>
                        <a:pt x="7920" y="76632"/>
                        <a:pt x="7192" y="77488"/>
                      </a:cubicBezTo>
                      <a:cubicBezTo>
                        <a:pt x="6550" y="78302"/>
                        <a:pt x="5480" y="78773"/>
                        <a:pt x="4153" y="78773"/>
                      </a:cubicBezTo>
                      <a:close/>
                      <a:moveTo>
                        <a:pt x="4153" y="1113"/>
                      </a:moveTo>
                      <a:cubicBezTo>
                        <a:pt x="3168" y="1113"/>
                        <a:pt x="2440" y="1413"/>
                        <a:pt x="1927" y="2012"/>
                      </a:cubicBezTo>
                      <a:cubicBezTo>
                        <a:pt x="1413" y="2654"/>
                        <a:pt x="1113" y="3682"/>
                        <a:pt x="1113" y="4966"/>
                      </a:cubicBezTo>
                      <a:lnTo>
                        <a:pt x="1113" y="73764"/>
                      </a:lnTo>
                      <a:cubicBezTo>
                        <a:pt x="1113" y="75048"/>
                        <a:pt x="1370" y="76076"/>
                        <a:pt x="1884" y="76718"/>
                      </a:cubicBezTo>
                      <a:cubicBezTo>
                        <a:pt x="2355" y="77317"/>
                        <a:pt x="3082" y="77617"/>
                        <a:pt x="4110" y="77617"/>
                      </a:cubicBezTo>
                      <a:cubicBezTo>
                        <a:pt x="5095" y="77617"/>
                        <a:pt x="5822" y="77317"/>
                        <a:pt x="6293" y="76718"/>
                      </a:cubicBezTo>
                      <a:cubicBezTo>
                        <a:pt x="6850" y="76076"/>
                        <a:pt x="7107" y="75091"/>
                        <a:pt x="7107" y="73807"/>
                      </a:cubicBezTo>
                      <a:lnTo>
                        <a:pt x="7107" y="5009"/>
                      </a:lnTo>
                      <a:cubicBezTo>
                        <a:pt x="7107" y="3725"/>
                        <a:pt x="6850" y="2740"/>
                        <a:pt x="6293" y="2098"/>
                      </a:cubicBezTo>
                      <a:cubicBezTo>
                        <a:pt x="5865" y="1456"/>
                        <a:pt x="5137" y="1113"/>
                        <a:pt x="4153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5" name="图形 4"/>
              <p:cNvGrpSpPr/>
              <p:nvPr/>
            </p:nvGrpSpPr>
            <p:grpSpPr>
              <a:xfrm>
                <a:off x="11056184" y="6496714"/>
                <a:ext cx="54284" cy="60363"/>
                <a:chOff x="11056184" y="6496714"/>
                <a:chExt cx="54284" cy="60363"/>
              </a:xfrm>
              <a:solidFill>
                <a:srgbClr val="A5A7AA"/>
              </a:solidFill>
            </p:grpSpPr>
            <p:sp>
              <p:nvSpPr>
                <p:cNvPr id="84" name="任意多边形: 形状 83"/>
                <p:cNvSpPr/>
                <p:nvPr/>
              </p:nvSpPr>
              <p:spPr>
                <a:xfrm>
                  <a:off x="11056740" y="6497313"/>
                  <a:ext cx="53128" cy="59207"/>
                </a:xfrm>
                <a:custGeom>
                  <a:avLst/>
                  <a:gdLst>
                    <a:gd name="connsiteX0" fmla="*/ 0 w 53128"/>
                    <a:gd name="connsiteY0" fmla="*/ 29754 h 59207"/>
                    <a:gd name="connsiteX1" fmla="*/ 7492 w 53128"/>
                    <a:gd name="connsiteY1" fmla="*/ 8305 h 59207"/>
                    <a:gd name="connsiteX2" fmla="*/ 26629 w 53128"/>
                    <a:gd name="connsiteY2" fmla="*/ 0 h 59207"/>
                    <a:gd name="connsiteX3" fmla="*/ 45680 w 53128"/>
                    <a:gd name="connsiteY3" fmla="*/ 8305 h 59207"/>
                    <a:gd name="connsiteX4" fmla="*/ 53129 w 53128"/>
                    <a:gd name="connsiteY4" fmla="*/ 29754 h 59207"/>
                    <a:gd name="connsiteX5" fmla="*/ 45680 w 53128"/>
                    <a:gd name="connsiteY5" fmla="*/ 50988 h 59207"/>
                    <a:gd name="connsiteX6" fmla="*/ 26586 w 53128"/>
                    <a:gd name="connsiteY6" fmla="*/ 59208 h 59207"/>
                    <a:gd name="connsiteX7" fmla="*/ 7449 w 53128"/>
                    <a:gd name="connsiteY7" fmla="*/ 50945 h 59207"/>
                    <a:gd name="connsiteX8" fmla="*/ 0 w 53128"/>
                    <a:gd name="connsiteY8" fmla="*/ 29754 h 59207"/>
                    <a:gd name="connsiteX9" fmla="*/ 26629 w 53128"/>
                    <a:gd name="connsiteY9" fmla="*/ 6379 h 59207"/>
                    <a:gd name="connsiteX10" fmla="*/ 12715 w 53128"/>
                    <a:gd name="connsiteY10" fmla="*/ 12886 h 59207"/>
                    <a:gd name="connsiteX11" fmla="*/ 7278 w 53128"/>
                    <a:gd name="connsiteY11" fmla="*/ 29625 h 59207"/>
                    <a:gd name="connsiteX12" fmla="*/ 12758 w 53128"/>
                    <a:gd name="connsiteY12" fmla="*/ 46365 h 59207"/>
                    <a:gd name="connsiteX13" fmla="*/ 26543 w 53128"/>
                    <a:gd name="connsiteY13" fmla="*/ 52872 h 59207"/>
                    <a:gd name="connsiteX14" fmla="*/ 40457 w 53128"/>
                    <a:gd name="connsiteY14" fmla="*/ 46365 h 59207"/>
                    <a:gd name="connsiteX15" fmla="*/ 45979 w 53128"/>
                    <a:gd name="connsiteY15" fmla="*/ 29625 h 59207"/>
                    <a:gd name="connsiteX16" fmla="*/ 40499 w 53128"/>
                    <a:gd name="connsiteY16" fmla="*/ 12886 h 59207"/>
                    <a:gd name="connsiteX17" fmla="*/ 26629 w 53128"/>
                    <a:gd name="connsiteY17" fmla="*/ 6379 h 5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128" h="59207">
                      <a:moveTo>
                        <a:pt x="0" y="29754"/>
                      </a:moveTo>
                      <a:cubicBezTo>
                        <a:pt x="0" y="21063"/>
                        <a:pt x="2483" y="13871"/>
                        <a:pt x="7492" y="8305"/>
                      </a:cubicBezTo>
                      <a:cubicBezTo>
                        <a:pt x="12501" y="2783"/>
                        <a:pt x="18880" y="0"/>
                        <a:pt x="26629" y="0"/>
                      </a:cubicBezTo>
                      <a:cubicBezTo>
                        <a:pt x="34377" y="0"/>
                        <a:pt x="40713" y="2783"/>
                        <a:pt x="45680" y="8305"/>
                      </a:cubicBezTo>
                      <a:cubicBezTo>
                        <a:pt x="50646" y="13871"/>
                        <a:pt x="53129" y="21063"/>
                        <a:pt x="53129" y="29754"/>
                      </a:cubicBezTo>
                      <a:cubicBezTo>
                        <a:pt x="53129" y="38359"/>
                        <a:pt x="50688" y="45466"/>
                        <a:pt x="45680" y="50988"/>
                      </a:cubicBezTo>
                      <a:cubicBezTo>
                        <a:pt x="40713" y="56468"/>
                        <a:pt x="34377" y="59208"/>
                        <a:pt x="26586" y="59208"/>
                      </a:cubicBezTo>
                      <a:cubicBezTo>
                        <a:pt x="18794" y="59208"/>
                        <a:pt x="12415" y="56468"/>
                        <a:pt x="7449" y="50945"/>
                      </a:cubicBezTo>
                      <a:cubicBezTo>
                        <a:pt x="2483" y="45380"/>
                        <a:pt x="0" y="38359"/>
                        <a:pt x="0" y="29754"/>
                      </a:cubicBezTo>
                      <a:close/>
                      <a:moveTo>
                        <a:pt x="26629" y="6379"/>
                      </a:moveTo>
                      <a:cubicBezTo>
                        <a:pt x="20935" y="6379"/>
                        <a:pt x="16311" y="8519"/>
                        <a:pt x="12715" y="12886"/>
                      </a:cubicBezTo>
                      <a:cubicBezTo>
                        <a:pt x="9076" y="17167"/>
                        <a:pt x="7278" y="22733"/>
                        <a:pt x="7278" y="29625"/>
                      </a:cubicBezTo>
                      <a:cubicBezTo>
                        <a:pt x="7278" y="36475"/>
                        <a:pt x="9076" y="42083"/>
                        <a:pt x="12758" y="46365"/>
                      </a:cubicBezTo>
                      <a:cubicBezTo>
                        <a:pt x="16397" y="50731"/>
                        <a:pt x="20977" y="52872"/>
                        <a:pt x="26543" y="52872"/>
                      </a:cubicBezTo>
                      <a:cubicBezTo>
                        <a:pt x="32194" y="52872"/>
                        <a:pt x="36860" y="50689"/>
                        <a:pt x="40457" y="46365"/>
                      </a:cubicBezTo>
                      <a:cubicBezTo>
                        <a:pt x="44138" y="41998"/>
                        <a:pt x="45979" y="36475"/>
                        <a:pt x="45979" y="29625"/>
                      </a:cubicBezTo>
                      <a:cubicBezTo>
                        <a:pt x="45979" y="22818"/>
                        <a:pt x="44138" y="17253"/>
                        <a:pt x="40499" y="12886"/>
                      </a:cubicBezTo>
                      <a:cubicBezTo>
                        <a:pt x="36818" y="8562"/>
                        <a:pt x="32194" y="6379"/>
                        <a:pt x="26629" y="637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5" name="任意多边形: 形状 84"/>
                <p:cNvSpPr/>
                <p:nvPr/>
              </p:nvSpPr>
              <p:spPr>
                <a:xfrm>
                  <a:off x="11056184" y="6496714"/>
                  <a:ext cx="54284" cy="60363"/>
                </a:xfrm>
                <a:custGeom>
                  <a:avLst/>
                  <a:gdLst>
                    <a:gd name="connsiteX0" fmla="*/ 27185 w 54284"/>
                    <a:gd name="connsiteY0" fmla="*/ 60364 h 60363"/>
                    <a:gd name="connsiteX1" fmla="*/ 7620 w 54284"/>
                    <a:gd name="connsiteY1" fmla="*/ 51887 h 60363"/>
                    <a:gd name="connsiteX2" fmla="*/ 0 w 54284"/>
                    <a:gd name="connsiteY2" fmla="*/ 30353 h 60363"/>
                    <a:gd name="connsiteX3" fmla="*/ 7620 w 54284"/>
                    <a:gd name="connsiteY3" fmla="*/ 8519 h 60363"/>
                    <a:gd name="connsiteX4" fmla="*/ 27185 w 54284"/>
                    <a:gd name="connsiteY4" fmla="*/ 0 h 60363"/>
                    <a:gd name="connsiteX5" fmla="*/ 46664 w 54284"/>
                    <a:gd name="connsiteY5" fmla="*/ 8519 h 60363"/>
                    <a:gd name="connsiteX6" fmla="*/ 54285 w 54284"/>
                    <a:gd name="connsiteY6" fmla="*/ 30353 h 60363"/>
                    <a:gd name="connsiteX7" fmla="*/ 46707 w 54284"/>
                    <a:gd name="connsiteY7" fmla="*/ 51973 h 60363"/>
                    <a:gd name="connsiteX8" fmla="*/ 27185 w 54284"/>
                    <a:gd name="connsiteY8" fmla="*/ 60364 h 60363"/>
                    <a:gd name="connsiteX9" fmla="*/ 27185 w 54284"/>
                    <a:gd name="connsiteY9" fmla="*/ 1156 h 60363"/>
                    <a:gd name="connsiteX10" fmla="*/ 8477 w 54284"/>
                    <a:gd name="connsiteY10" fmla="*/ 9290 h 60363"/>
                    <a:gd name="connsiteX11" fmla="*/ 1156 w 54284"/>
                    <a:gd name="connsiteY11" fmla="*/ 30353 h 60363"/>
                    <a:gd name="connsiteX12" fmla="*/ 8477 w 54284"/>
                    <a:gd name="connsiteY12" fmla="*/ 51117 h 60363"/>
                    <a:gd name="connsiteX13" fmla="*/ 27185 w 54284"/>
                    <a:gd name="connsiteY13" fmla="*/ 59208 h 60363"/>
                    <a:gd name="connsiteX14" fmla="*/ 45851 w 54284"/>
                    <a:gd name="connsiteY14" fmla="*/ 51202 h 60363"/>
                    <a:gd name="connsiteX15" fmla="*/ 53129 w 54284"/>
                    <a:gd name="connsiteY15" fmla="*/ 30353 h 60363"/>
                    <a:gd name="connsiteX16" fmla="*/ 45808 w 54284"/>
                    <a:gd name="connsiteY16" fmla="*/ 9290 h 60363"/>
                    <a:gd name="connsiteX17" fmla="*/ 27185 w 54284"/>
                    <a:gd name="connsiteY17" fmla="*/ 1156 h 60363"/>
                    <a:gd name="connsiteX18" fmla="*/ 27057 w 54284"/>
                    <a:gd name="connsiteY18" fmla="*/ 54028 h 60363"/>
                    <a:gd name="connsiteX19" fmla="*/ 12843 w 54284"/>
                    <a:gd name="connsiteY19" fmla="*/ 47306 h 60363"/>
                    <a:gd name="connsiteX20" fmla="*/ 7235 w 54284"/>
                    <a:gd name="connsiteY20" fmla="*/ 30182 h 60363"/>
                    <a:gd name="connsiteX21" fmla="*/ 12801 w 54284"/>
                    <a:gd name="connsiteY21" fmla="*/ 13057 h 60363"/>
                    <a:gd name="connsiteX22" fmla="*/ 27142 w 54284"/>
                    <a:gd name="connsiteY22" fmla="*/ 6379 h 60363"/>
                    <a:gd name="connsiteX23" fmla="*/ 41441 w 54284"/>
                    <a:gd name="connsiteY23" fmla="*/ 13100 h 60363"/>
                    <a:gd name="connsiteX24" fmla="*/ 47050 w 54284"/>
                    <a:gd name="connsiteY24" fmla="*/ 30225 h 60363"/>
                    <a:gd name="connsiteX25" fmla="*/ 41356 w 54284"/>
                    <a:gd name="connsiteY25" fmla="*/ 47349 h 60363"/>
                    <a:gd name="connsiteX26" fmla="*/ 27057 w 54284"/>
                    <a:gd name="connsiteY26" fmla="*/ 54028 h 60363"/>
                    <a:gd name="connsiteX27" fmla="*/ 27185 w 54284"/>
                    <a:gd name="connsiteY27" fmla="*/ 7535 h 60363"/>
                    <a:gd name="connsiteX28" fmla="*/ 13700 w 54284"/>
                    <a:gd name="connsiteY28" fmla="*/ 13828 h 60363"/>
                    <a:gd name="connsiteX29" fmla="*/ 8391 w 54284"/>
                    <a:gd name="connsiteY29" fmla="*/ 30225 h 60363"/>
                    <a:gd name="connsiteX30" fmla="*/ 13700 w 54284"/>
                    <a:gd name="connsiteY30" fmla="*/ 46579 h 60363"/>
                    <a:gd name="connsiteX31" fmla="*/ 27057 w 54284"/>
                    <a:gd name="connsiteY31" fmla="*/ 52872 h 60363"/>
                    <a:gd name="connsiteX32" fmla="*/ 40542 w 54284"/>
                    <a:gd name="connsiteY32" fmla="*/ 46579 h 60363"/>
                    <a:gd name="connsiteX33" fmla="*/ 45936 w 54284"/>
                    <a:gd name="connsiteY33" fmla="*/ 30182 h 60363"/>
                    <a:gd name="connsiteX34" fmla="*/ 40585 w 54284"/>
                    <a:gd name="connsiteY34" fmla="*/ 13785 h 60363"/>
                    <a:gd name="connsiteX35" fmla="*/ 27185 w 54284"/>
                    <a:gd name="connsiteY35" fmla="*/ 7535 h 60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4284" h="60363">
                      <a:moveTo>
                        <a:pt x="27185" y="60364"/>
                      </a:moveTo>
                      <a:cubicBezTo>
                        <a:pt x="19265" y="60364"/>
                        <a:pt x="12672" y="57538"/>
                        <a:pt x="7620" y="51887"/>
                      </a:cubicBezTo>
                      <a:cubicBezTo>
                        <a:pt x="2569" y="46279"/>
                        <a:pt x="0" y="39044"/>
                        <a:pt x="0" y="30353"/>
                      </a:cubicBezTo>
                      <a:cubicBezTo>
                        <a:pt x="0" y="21534"/>
                        <a:pt x="2569" y="14171"/>
                        <a:pt x="7620" y="8519"/>
                      </a:cubicBezTo>
                      <a:cubicBezTo>
                        <a:pt x="12758" y="2868"/>
                        <a:pt x="19351" y="0"/>
                        <a:pt x="27185" y="0"/>
                      </a:cubicBezTo>
                      <a:cubicBezTo>
                        <a:pt x="35062" y="0"/>
                        <a:pt x="41612" y="2868"/>
                        <a:pt x="46664" y="8519"/>
                      </a:cubicBezTo>
                      <a:cubicBezTo>
                        <a:pt x="51716" y="14171"/>
                        <a:pt x="54285" y="21534"/>
                        <a:pt x="54285" y="30353"/>
                      </a:cubicBezTo>
                      <a:cubicBezTo>
                        <a:pt x="54285" y="39087"/>
                        <a:pt x="51716" y="46365"/>
                        <a:pt x="46707" y="51973"/>
                      </a:cubicBezTo>
                      <a:cubicBezTo>
                        <a:pt x="41655" y="57538"/>
                        <a:pt x="35062" y="60364"/>
                        <a:pt x="27185" y="60364"/>
                      </a:cubicBezTo>
                      <a:close/>
                      <a:moveTo>
                        <a:pt x="27185" y="1156"/>
                      </a:moveTo>
                      <a:cubicBezTo>
                        <a:pt x="19650" y="1156"/>
                        <a:pt x="13357" y="3896"/>
                        <a:pt x="8477" y="9290"/>
                      </a:cubicBezTo>
                      <a:cubicBezTo>
                        <a:pt x="3596" y="14727"/>
                        <a:pt x="1156" y="21791"/>
                        <a:pt x="1156" y="30353"/>
                      </a:cubicBezTo>
                      <a:cubicBezTo>
                        <a:pt x="1156" y="38744"/>
                        <a:pt x="3639" y="45765"/>
                        <a:pt x="8477" y="51117"/>
                      </a:cubicBezTo>
                      <a:cubicBezTo>
                        <a:pt x="13400" y="56554"/>
                        <a:pt x="19522" y="59208"/>
                        <a:pt x="27185" y="59208"/>
                      </a:cubicBezTo>
                      <a:cubicBezTo>
                        <a:pt x="34763" y="59208"/>
                        <a:pt x="41013" y="56511"/>
                        <a:pt x="45851" y="51202"/>
                      </a:cubicBezTo>
                      <a:cubicBezTo>
                        <a:pt x="50688" y="45808"/>
                        <a:pt x="53129" y="38830"/>
                        <a:pt x="53129" y="30353"/>
                      </a:cubicBezTo>
                      <a:cubicBezTo>
                        <a:pt x="53129" y="21834"/>
                        <a:pt x="50688" y="14727"/>
                        <a:pt x="45808" y="9290"/>
                      </a:cubicBezTo>
                      <a:cubicBezTo>
                        <a:pt x="40970" y="3896"/>
                        <a:pt x="34677" y="1156"/>
                        <a:pt x="27185" y="1156"/>
                      </a:cubicBezTo>
                      <a:close/>
                      <a:moveTo>
                        <a:pt x="27057" y="54028"/>
                      </a:moveTo>
                      <a:cubicBezTo>
                        <a:pt x="21320" y="54028"/>
                        <a:pt x="16525" y="51759"/>
                        <a:pt x="12843" y="47306"/>
                      </a:cubicBezTo>
                      <a:cubicBezTo>
                        <a:pt x="9119" y="42940"/>
                        <a:pt x="7235" y="37203"/>
                        <a:pt x="7235" y="30182"/>
                      </a:cubicBezTo>
                      <a:cubicBezTo>
                        <a:pt x="7235" y="23161"/>
                        <a:pt x="9119" y="17424"/>
                        <a:pt x="12801" y="13057"/>
                      </a:cubicBezTo>
                      <a:cubicBezTo>
                        <a:pt x="16482" y="8605"/>
                        <a:pt x="21320" y="6379"/>
                        <a:pt x="27142" y="6379"/>
                      </a:cubicBezTo>
                      <a:cubicBezTo>
                        <a:pt x="32879" y="6379"/>
                        <a:pt x="37674" y="8648"/>
                        <a:pt x="41441" y="13100"/>
                      </a:cubicBezTo>
                      <a:cubicBezTo>
                        <a:pt x="45166" y="17553"/>
                        <a:pt x="47050" y="23289"/>
                        <a:pt x="47050" y="30225"/>
                      </a:cubicBezTo>
                      <a:cubicBezTo>
                        <a:pt x="47050" y="37160"/>
                        <a:pt x="45123" y="42897"/>
                        <a:pt x="41356" y="47349"/>
                      </a:cubicBezTo>
                      <a:cubicBezTo>
                        <a:pt x="37674" y="51802"/>
                        <a:pt x="32836" y="54028"/>
                        <a:pt x="27057" y="54028"/>
                      </a:cubicBezTo>
                      <a:close/>
                      <a:moveTo>
                        <a:pt x="27185" y="7535"/>
                      </a:moveTo>
                      <a:cubicBezTo>
                        <a:pt x="21620" y="7535"/>
                        <a:pt x="17210" y="9590"/>
                        <a:pt x="13700" y="13828"/>
                      </a:cubicBezTo>
                      <a:cubicBezTo>
                        <a:pt x="10189" y="17981"/>
                        <a:pt x="8391" y="23503"/>
                        <a:pt x="8391" y="30225"/>
                      </a:cubicBezTo>
                      <a:cubicBezTo>
                        <a:pt x="8391" y="36946"/>
                        <a:pt x="10189" y="42426"/>
                        <a:pt x="13700" y="46579"/>
                      </a:cubicBezTo>
                      <a:cubicBezTo>
                        <a:pt x="17210" y="50817"/>
                        <a:pt x="21577" y="52872"/>
                        <a:pt x="27057" y="52872"/>
                      </a:cubicBezTo>
                      <a:cubicBezTo>
                        <a:pt x="32494" y="52872"/>
                        <a:pt x="37032" y="50774"/>
                        <a:pt x="40542" y="46579"/>
                      </a:cubicBezTo>
                      <a:cubicBezTo>
                        <a:pt x="44138" y="42340"/>
                        <a:pt x="45936" y="36860"/>
                        <a:pt x="45936" y="30182"/>
                      </a:cubicBezTo>
                      <a:cubicBezTo>
                        <a:pt x="45936" y="23546"/>
                        <a:pt x="44138" y="18066"/>
                        <a:pt x="40585" y="13785"/>
                      </a:cubicBezTo>
                      <a:cubicBezTo>
                        <a:pt x="37074" y="9675"/>
                        <a:pt x="32537" y="7535"/>
                        <a:pt x="27185" y="7535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6" name="图形 4"/>
              <p:cNvGrpSpPr/>
              <p:nvPr/>
            </p:nvGrpSpPr>
            <p:grpSpPr>
              <a:xfrm>
                <a:off x="11152466" y="6497399"/>
                <a:ext cx="47306" cy="59850"/>
                <a:chOff x="11152466" y="6497399"/>
                <a:chExt cx="47306" cy="59850"/>
              </a:xfrm>
              <a:solidFill>
                <a:srgbClr val="A5A7AA"/>
              </a:solidFill>
            </p:grpSpPr>
            <p:sp>
              <p:nvSpPr>
                <p:cNvPr id="82" name="任意多边形: 形状 81"/>
                <p:cNvSpPr/>
                <p:nvPr/>
              </p:nvSpPr>
              <p:spPr>
                <a:xfrm>
                  <a:off x="11153023" y="6497870"/>
                  <a:ext cx="46107" cy="58779"/>
                </a:xfrm>
                <a:custGeom>
                  <a:avLst/>
                  <a:gdLst>
                    <a:gd name="connsiteX0" fmla="*/ 38915 w 46107"/>
                    <a:gd name="connsiteY0" fmla="*/ 49404 h 58779"/>
                    <a:gd name="connsiteX1" fmla="*/ 30952 w 46107"/>
                    <a:gd name="connsiteY1" fmla="*/ 56468 h 58779"/>
                    <a:gd name="connsiteX2" fmla="*/ 20507 w 46107"/>
                    <a:gd name="connsiteY2" fmla="*/ 58780 h 58779"/>
                    <a:gd name="connsiteX3" fmla="*/ 5266 w 46107"/>
                    <a:gd name="connsiteY3" fmla="*/ 53043 h 58779"/>
                    <a:gd name="connsiteX4" fmla="*/ 0 w 46107"/>
                    <a:gd name="connsiteY4" fmla="*/ 36347 h 58779"/>
                    <a:gd name="connsiteX5" fmla="*/ 0 w 46107"/>
                    <a:gd name="connsiteY5" fmla="*/ 4624 h 58779"/>
                    <a:gd name="connsiteX6" fmla="*/ 942 w 46107"/>
                    <a:gd name="connsiteY6" fmla="*/ 1199 h 58779"/>
                    <a:gd name="connsiteX7" fmla="*/ 3639 w 46107"/>
                    <a:gd name="connsiteY7" fmla="*/ 43 h 58779"/>
                    <a:gd name="connsiteX8" fmla="*/ 6293 w 46107"/>
                    <a:gd name="connsiteY8" fmla="*/ 1199 h 58779"/>
                    <a:gd name="connsiteX9" fmla="*/ 7192 w 46107"/>
                    <a:gd name="connsiteY9" fmla="*/ 4624 h 58779"/>
                    <a:gd name="connsiteX10" fmla="*/ 7192 w 46107"/>
                    <a:gd name="connsiteY10" fmla="*/ 33050 h 58779"/>
                    <a:gd name="connsiteX11" fmla="*/ 10574 w 46107"/>
                    <a:gd name="connsiteY11" fmla="*/ 48034 h 58779"/>
                    <a:gd name="connsiteX12" fmla="*/ 21748 w 46107"/>
                    <a:gd name="connsiteY12" fmla="*/ 52401 h 58779"/>
                    <a:gd name="connsiteX13" fmla="*/ 34720 w 46107"/>
                    <a:gd name="connsiteY13" fmla="*/ 46322 h 58779"/>
                    <a:gd name="connsiteX14" fmla="*/ 38915 w 46107"/>
                    <a:gd name="connsiteY14" fmla="*/ 27656 h 58779"/>
                    <a:gd name="connsiteX15" fmla="*/ 38915 w 46107"/>
                    <a:gd name="connsiteY15" fmla="*/ 4581 h 58779"/>
                    <a:gd name="connsiteX16" fmla="*/ 39900 w 46107"/>
                    <a:gd name="connsiteY16" fmla="*/ 1156 h 58779"/>
                    <a:gd name="connsiteX17" fmla="*/ 42597 w 46107"/>
                    <a:gd name="connsiteY17" fmla="*/ 0 h 58779"/>
                    <a:gd name="connsiteX18" fmla="*/ 45209 w 46107"/>
                    <a:gd name="connsiteY18" fmla="*/ 1156 h 58779"/>
                    <a:gd name="connsiteX19" fmla="*/ 46108 w 46107"/>
                    <a:gd name="connsiteY19" fmla="*/ 4581 h 58779"/>
                    <a:gd name="connsiteX20" fmla="*/ 46108 w 46107"/>
                    <a:gd name="connsiteY20" fmla="*/ 53471 h 58779"/>
                    <a:gd name="connsiteX21" fmla="*/ 45209 w 46107"/>
                    <a:gd name="connsiteY21" fmla="*/ 56896 h 58779"/>
                    <a:gd name="connsiteX22" fmla="*/ 42597 w 46107"/>
                    <a:gd name="connsiteY22" fmla="*/ 58052 h 58779"/>
                    <a:gd name="connsiteX23" fmla="*/ 39900 w 46107"/>
                    <a:gd name="connsiteY23" fmla="*/ 56853 h 58779"/>
                    <a:gd name="connsiteX24" fmla="*/ 38915 w 46107"/>
                    <a:gd name="connsiteY24" fmla="*/ 53471 h 58779"/>
                    <a:gd name="connsiteX25" fmla="*/ 38915 w 46107"/>
                    <a:gd name="connsiteY25" fmla="*/ 49404 h 58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6107" h="58779">
                      <a:moveTo>
                        <a:pt x="38915" y="49404"/>
                      </a:moveTo>
                      <a:cubicBezTo>
                        <a:pt x="36646" y="52615"/>
                        <a:pt x="33949" y="54970"/>
                        <a:pt x="30952" y="56468"/>
                      </a:cubicBezTo>
                      <a:cubicBezTo>
                        <a:pt x="27913" y="58009"/>
                        <a:pt x="24488" y="58780"/>
                        <a:pt x="20507" y="58780"/>
                      </a:cubicBezTo>
                      <a:cubicBezTo>
                        <a:pt x="13871" y="58780"/>
                        <a:pt x="8776" y="56811"/>
                        <a:pt x="5266" y="53043"/>
                      </a:cubicBezTo>
                      <a:cubicBezTo>
                        <a:pt x="1755" y="49190"/>
                        <a:pt x="0" y="43625"/>
                        <a:pt x="0" y="36347"/>
                      </a:cubicBezTo>
                      <a:lnTo>
                        <a:pt x="0" y="4624"/>
                      </a:lnTo>
                      <a:cubicBezTo>
                        <a:pt x="0" y="3125"/>
                        <a:pt x="300" y="2012"/>
                        <a:pt x="942" y="1199"/>
                      </a:cubicBezTo>
                      <a:cubicBezTo>
                        <a:pt x="1584" y="471"/>
                        <a:pt x="2440" y="43"/>
                        <a:pt x="3639" y="43"/>
                      </a:cubicBezTo>
                      <a:cubicBezTo>
                        <a:pt x="4795" y="43"/>
                        <a:pt x="5651" y="471"/>
                        <a:pt x="6293" y="1199"/>
                      </a:cubicBezTo>
                      <a:cubicBezTo>
                        <a:pt x="6893" y="2012"/>
                        <a:pt x="7192" y="3125"/>
                        <a:pt x="7192" y="4624"/>
                      </a:cubicBezTo>
                      <a:lnTo>
                        <a:pt x="7192" y="33050"/>
                      </a:lnTo>
                      <a:cubicBezTo>
                        <a:pt x="7192" y="40114"/>
                        <a:pt x="8348" y="45123"/>
                        <a:pt x="10574" y="48034"/>
                      </a:cubicBezTo>
                      <a:cubicBezTo>
                        <a:pt x="12843" y="50945"/>
                        <a:pt x="16568" y="52401"/>
                        <a:pt x="21748" y="52401"/>
                      </a:cubicBezTo>
                      <a:cubicBezTo>
                        <a:pt x="27570" y="52401"/>
                        <a:pt x="31894" y="50389"/>
                        <a:pt x="34720" y="46322"/>
                      </a:cubicBezTo>
                      <a:cubicBezTo>
                        <a:pt x="37503" y="42255"/>
                        <a:pt x="38915" y="36047"/>
                        <a:pt x="38915" y="27656"/>
                      </a:cubicBezTo>
                      <a:lnTo>
                        <a:pt x="38915" y="4581"/>
                      </a:lnTo>
                      <a:cubicBezTo>
                        <a:pt x="38915" y="3082"/>
                        <a:pt x="39258" y="1969"/>
                        <a:pt x="39900" y="1156"/>
                      </a:cubicBezTo>
                      <a:cubicBezTo>
                        <a:pt x="40585" y="428"/>
                        <a:pt x="41484" y="0"/>
                        <a:pt x="42597" y="0"/>
                      </a:cubicBezTo>
                      <a:cubicBezTo>
                        <a:pt x="43753" y="0"/>
                        <a:pt x="44609" y="428"/>
                        <a:pt x="45209" y="1156"/>
                      </a:cubicBezTo>
                      <a:cubicBezTo>
                        <a:pt x="45808" y="1969"/>
                        <a:pt x="46108" y="3082"/>
                        <a:pt x="46108" y="4581"/>
                      </a:cubicBezTo>
                      <a:lnTo>
                        <a:pt x="46108" y="53471"/>
                      </a:lnTo>
                      <a:cubicBezTo>
                        <a:pt x="46108" y="54927"/>
                        <a:pt x="45808" y="56083"/>
                        <a:pt x="45209" y="56896"/>
                      </a:cubicBezTo>
                      <a:cubicBezTo>
                        <a:pt x="44609" y="57667"/>
                        <a:pt x="43753" y="58052"/>
                        <a:pt x="42597" y="58052"/>
                      </a:cubicBezTo>
                      <a:cubicBezTo>
                        <a:pt x="41484" y="58052"/>
                        <a:pt x="40542" y="57667"/>
                        <a:pt x="39900" y="56853"/>
                      </a:cubicBezTo>
                      <a:cubicBezTo>
                        <a:pt x="39258" y="56083"/>
                        <a:pt x="38915" y="54970"/>
                        <a:pt x="38915" y="53471"/>
                      </a:cubicBezTo>
                      <a:lnTo>
                        <a:pt x="38915" y="49404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3" name="任意多边形: 形状 82"/>
                <p:cNvSpPr/>
                <p:nvPr/>
              </p:nvSpPr>
              <p:spPr>
                <a:xfrm>
                  <a:off x="11152466" y="6497399"/>
                  <a:ext cx="47306" cy="59850"/>
                </a:xfrm>
                <a:custGeom>
                  <a:avLst/>
                  <a:gdLst>
                    <a:gd name="connsiteX0" fmla="*/ 21063 w 47306"/>
                    <a:gd name="connsiteY0" fmla="*/ 59850 h 59850"/>
                    <a:gd name="connsiteX1" fmla="*/ 5394 w 47306"/>
                    <a:gd name="connsiteY1" fmla="*/ 53942 h 59850"/>
                    <a:gd name="connsiteX2" fmla="*/ 0 w 47306"/>
                    <a:gd name="connsiteY2" fmla="*/ 36860 h 59850"/>
                    <a:gd name="connsiteX3" fmla="*/ 0 w 47306"/>
                    <a:gd name="connsiteY3" fmla="*/ 5137 h 59850"/>
                    <a:gd name="connsiteX4" fmla="*/ 1070 w 47306"/>
                    <a:gd name="connsiteY4" fmla="*/ 1370 h 59850"/>
                    <a:gd name="connsiteX5" fmla="*/ 4195 w 47306"/>
                    <a:gd name="connsiteY5" fmla="*/ 0 h 59850"/>
                    <a:gd name="connsiteX6" fmla="*/ 7278 w 47306"/>
                    <a:gd name="connsiteY6" fmla="*/ 1370 h 59850"/>
                    <a:gd name="connsiteX7" fmla="*/ 8305 w 47306"/>
                    <a:gd name="connsiteY7" fmla="*/ 5180 h 59850"/>
                    <a:gd name="connsiteX8" fmla="*/ 8305 w 47306"/>
                    <a:gd name="connsiteY8" fmla="*/ 33607 h 59850"/>
                    <a:gd name="connsiteX9" fmla="*/ 11602 w 47306"/>
                    <a:gd name="connsiteY9" fmla="*/ 48248 h 59850"/>
                    <a:gd name="connsiteX10" fmla="*/ 22347 w 47306"/>
                    <a:gd name="connsiteY10" fmla="*/ 52401 h 59850"/>
                    <a:gd name="connsiteX11" fmla="*/ 34848 w 47306"/>
                    <a:gd name="connsiteY11" fmla="*/ 46579 h 59850"/>
                    <a:gd name="connsiteX12" fmla="*/ 38915 w 47306"/>
                    <a:gd name="connsiteY12" fmla="*/ 28255 h 59850"/>
                    <a:gd name="connsiteX13" fmla="*/ 38915 w 47306"/>
                    <a:gd name="connsiteY13" fmla="*/ 5180 h 59850"/>
                    <a:gd name="connsiteX14" fmla="*/ 40028 w 47306"/>
                    <a:gd name="connsiteY14" fmla="*/ 1413 h 59850"/>
                    <a:gd name="connsiteX15" fmla="*/ 43196 w 47306"/>
                    <a:gd name="connsiteY15" fmla="*/ 43 h 59850"/>
                    <a:gd name="connsiteX16" fmla="*/ 46279 w 47306"/>
                    <a:gd name="connsiteY16" fmla="*/ 1413 h 59850"/>
                    <a:gd name="connsiteX17" fmla="*/ 47306 w 47306"/>
                    <a:gd name="connsiteY17" fmla="*/ 5180 h 59850"/>
                    <a:gd name="connsiteX18" fmla="*/ 47306 w 47306"/>
                    <a:gd name="connsiteY18" fmla="*/ 54071 h 59850"/>
                    <a:gd name="connsiteX19" fmla="*/ 46279 w 47306"/>
                    <a:gd name="connsiteY19" fmla="*/ 57838 h 59850"/>
                    <a:gd name="connsiteX20" fmla="*/ 43196 w 47306"/>
                    <a:gd name="connsiteY20" fmla="*/ 59208 h 59850"/>
                    <a:gd name="connsiteX21" fmla="*/ 40028 w 47306"/>
                    <a:gd name="connsiteY21" fmla="*/ 57795 h 59850"/>
                    <a:gd name="connsiteX22" fmla="*/ 38915 w 47306"/>
                    <a:gd name="connsiteY22" fmla="*/ 54071 h 59850"/>
                    <a:gd name="connsiteX23" fmla="*/ 38915 w 47306"/>
                    <a:gd name="connsiteY23" fmla="*/ 51673 h 59850"/>
                    <a:gd name="connsiteX24" fmla="*/ 31766 w 47306"/>
                    <a:gd name="connsiteY24" fmla="*/ 57538 h 59850"/>
                    <a:gd name="connsiteX25" fmla="*/ 21063 w 47306"/>
                    <a:gd name="connsiteY25" fmla="*/ 59850 h 59850"/>
                    <a:gd name="connsiteX26" fmla="*/ 4195 w 47306"/>
                    <a:gd name="connsiteY26" fmla="*/ 1113 h 59850"/>
                    <a:gd name="connsiteX27" fmla="*/ 1969 w 47306"/>
                    <a:gd name="connsiteY27" fmla="*/ 2055 h 59850"/>
                    <a:gd name="connsiteX28" fmla="*/ 1156 w 47306"/>
                    <a:gd name="connsiteY28" fmla="*/ 5095 h 59850"/>
                    <a:gd name="connsiteX29" fmla="*/ 1156 w 47306"/>
                    <a:gd name="connsiteY29" fmla="*/ 36818 h 59850"/>
                    <a:gd name="connsiteX30" fmla="*/ 6250 w 47306"/>
                    <a:gd name="connsiteY30" fmla="*/ 53129 h 59850"/>
                    <a:gd name="connsiteX31" fmla="*/ 21063 w 47306"/>
                    <a:gd name="connsiteY31" fmla="*/ 58694 h 59850"/>
                    <a:gd name="connsiteX32" fmla="*/ 31252 w 47306"/>
                    <a:gd name="connsiteY32" fmla="*/ 56425 h 59850"/>
                    <a:gd name="connsiteX33" fmla="*/ 39001 w 47306"/>
                    <a:gd name="connsiteY33" fmla="*/ 49533 h 59850"/>
                    <a:gd name="connsiteX34" fmla="*/ 40071 w 47306"/>
                    <a:gd name="connsiteY34" fmla="*/ 48034 h 59850"/>
                    <a:gd name="connsiteX35" fmla="*/ 40071 w 47306"/>
                    <a:gd name="connsiteY35" fmla="*/ 53985 h 59850"/>
                    <a:gd name="connsiteX36" fmla="*/ 40927 w 47306"/>
                    <a:gd name="connsiteY36" fmla="*/ 56982 h 59850"/>
                    <a:gd name="connsiteX37" fmla="*/ 43196 w 47306"/>
                    <a:gd name="connsiteY37" fmla="*/ 57966 h 59850"/>
                    <a:gd name="connsiteX38" fmla="*/ 45337 w 47306"/>
                    <a:gd name="connsiteY38" fmla="*/ 57067 h 59850"/>
                    <a:gd name="connsiteX39" fmla="*/ 46108 w 47306"/>
                    <a:gd name="connsiteY39" fmla="*/ 54028 h 59850"/>
                    <a:gd name="connsiteX40" fmla="*/ 46108 w 47306"/>
                    <a:gd name="connsiteY40" fmla="*/ 5095 h 59850"/>
                    <a:gd name="connsiteX41" fmla="*/ 45337 w 47306"/>
                    <a:gd name="connsiteY41" fmla="*/ 2012 h 59850"/>
                    <a:gd name="connsiteX42" fmla="*/ 43196 w 47306"/>
                    <a:gd name="connsiteY42" fmla="*/ 1113 h 59850"/>
                    <a:gd name="connsiteX43" fmla="*/ 40927 w 47306"/>
                    <a:gd name="connsiteY43" fmla="*/ 2098 h 59850"/>
                    <a:gd name="connsiteX44" fmla="*/ 40114 w 47306"/>
                    <a:gd name="connsiteY44" fmla="*/ 5137 h 59850"/>
                    <a:gd name="connsiteX45" fmla="*/ 40114 w 47306"/>
                    <a:gd name="connsiteY45" fmla="*/ 28213 h 59850"/>
                    <a:gd name="connsiteX46" fmla="*/ 35833 w 47306"/>
                    <a:gd name="connsiteY46" fmla="*/ 47178 h 59850"/>
                    <a:gd name="connsiteX47" fmla="*/ 22390 w 47306"/>
                    <a:gd name="connsiteY47" fmla="*/ 53514 h 59850"/>
                    <a:gd name="connsiteX48" fmla="*/ 10746 w 47306"/>
                    <a:gd name="connsiteY48" fmla="*/ 48933 h 59850"/>
                    <a:gd name="connsiteX49" fmla="*/ 7235 w 47306"/>
                    <a:gd name="connsiteY49" fmla="*/ 33564 h 59850"/>
                    <a:gd name="connsiteX50" fmla="*/ 7235 w 47306"/>
                    <a:gd name="connsiteY50" fmla="*/ 5137 h 59850"/>
                    <a:gd name="connsiteX51" fmla="*/ 6464 w 47306"/>
                    <a:gd name="connsiteY51" fmla="*/ 2055 h 59850"/>
                    <a:gd name="connsiteX52" fmla="*/ 4195 w 47306"/>
                    <a:gd name="connsiteY52" fmla="*/ 1113 h 59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47306" h="59850">
                      <a:moveTo>
                        <a:pt x="21063" y="59850"/>
                      </a:moveTo>
                      <a:cubicBezTo>
                        <a:pt x="14299" y="59850"/>
                        <a:pt x="9033" y="57838"/>
                        <a:pt x="5394" y="53942"/>
                      </a:cubicBezTo>
                      <a:cubicBezTo>
                        <a:pt x="1798" y="50004"/>
                        <a:pt x="0" y="44267"/>
                        <a:pt x="0" y="36860"/>
                      </a:cubicBezTo>
                      <a:lnTo>
                        <a:pt x="0" y="5137"/>
                      </a:lnTo>
                      <a:cubicBezTo>
                        <a:pt x="0" y="3511"/>
                        <a:pt x="342" y="2269"/>
                        <a:pt x="1070" y="1370"/>
                      </a:cubicBezTo>
                      <a:cubicBezTo>
                        <a:pt x="1841" y="428"/>
                        <a:pt x="2911" y="0"/>
                        <a:pt x="4195" y="0"/>
                      </a:cubicBezTo>
                      <a:cubicBezTo>
                        <a:pt x="5480" y="0"/>
                        <a:pt x="6507" y="471"/>
                        <a:pt x="7278" y="1370"/>
                      </a:cubicBezTo>
                      <a:cubicBezTo>
                        <a:pt x="7963" y="2355"/>
                        <a:pt x="8305" y="3553"/>
                        <a:pt x="8305" y="5180"/>
                      </a:cubicBezTo>
                      <a:lnTo>
                        <a:pt x="8305" y="33607"/>
                      </a:lnTo>
                      <a:cubicBezTo>
                        <a:pt x="8305" y="40499"/>
                        <a:pt x="9418" y="45423"/>
                        <a:pt x="11602" y="48248"/>
                      </a:cubicBezTo>
                      <a:cubicBezTo>
                        <a:pt x="13742" y="50988"/>
                        <a:pt x="17381" y="52401"/>
                        <a:pt x="22347" y="52401"/>
                      </a:cubicBezTo>
                      <a:cubicBezTo>
                        <a:pt x="28041" y="52401"/>
                        <a:pt x="32108" y="50474"/>
                        <a:pt x="34848" y="46579"/>
                      </a:cubicBezTo>
                      <a:cubicBezTo>
                        <a:pt x="37545" y="42640"/>
                        <a:pt x="38915" y="36475"/>
                        <a:pt x="38915" y="28255"/>
                      </a:cubicBezTo>
                      <a:lnTo>
                        <a:pt x="38915" y="5180"/>
                      </a:lnTo>
                      <a:cubicBezTo>
                        <a:pt x="38915" y="3553"/>
                        <a:pt x="39258" y="2355"/>
                        <a:pt x="40028" y="1413"/>
                      </a:cubicBezTo>
                      <a:cubicBezTo>
                        <a:pt x="40842" y="514"/>
                        <a:pt x="41912" y="43"/>
                        <a:pt x="43196" y="43"/>
                      </a:cubicBezTo>
                      <a:cubicBezTo>
                        <a:pt x="44481" y="43"/>
                        <a:pt x="45551" y="514"/>
                        <a:pt x="46279" y="1413"/>
                      </a:cubicBezTo>
                      <a:cubicBezTo>
                        <a:pt x="46964" y="2355"/>
                        <a:pt x="47306" y="3596"/>
                        <a:pt x="47306" y="5180"/>
                      </a:cubicBezTo>
                      <a:lnTo>
                        <a:pt x="47306" y="54071"/>
                      </a:lnTo>
                      <a:cubicBezTo>
                        <a:pt x="47306" y="55655"/>
                        <a:pt x="46964" y="56896"/>
                        <a:pt x="46279" y="57838"/>
                      </a:cubicBezTo>
                      <a:cubicBezTo>
                        <a:pt x="45594" y="58737"/>
                        <a:pt x="44524" y="59208"/>
                        <a:pt x="43196" y="59208"/>
                      </a:cubicBezTo>
                      <a:cubicBezTo>
                        <a:pt x="41869" y="59208"/>
                        <a:pt x="40799" y="58737"/>
                        <a:pt x="40028" y="57795"/>
                      </a:cubicBezTo>
                      <a:cubicBezTo>
                        <a:pt x="39301" y="56896"/>
                        <a:pt x="38915" y="55655"/>
                        <a:pt x="38915" y="54071"/>
                      </a:cubicBezTo>
                      <a:lnTo>
                        <a:pt x="38915" y="51673"/>
                      </a:lnTo>
                      <a:cubicBezTo>
                        <a:pt x="36860" y="54242"/>
                        <a:pt x="34463" y="56211"/>
                        <a:pt x="31766" y="57538"/>
                      </a:cubicBezTo>
                      <a:cubicBezTo>
                        <a:pt x="28641" y="59037"/>
                        <a:pt x="25045" y="59850"/>
                        <a:pt x="21063" y="59850"/>
                      </a:cubicBezTo>
                      <a:close/>
                      <a:moveTo>
                        <a:pt x="4195" y="1113"/>
                      </a:moveTo>
                      <a:cubicBezTo>
                        <a:pt x="3254" y="1113"/>
                        <a:pt x="2483" y="1413"/>
                        <a:pt x="1969" y="2055"/>
                      </a:cubicBezTo>
                      <a:cubicBezTo>
                        <a:pt x="1456" y="2740"/>
                        <a:pt x="1156" y="3725"/>
                        <a:pt x="1156" y="5095"/>
                      </a:cubicBezTo>
                      <a:lnTo>
                        <a:pt x="1156" y="36818"/>
                      </a:lnTo>
                      <a:cubicBezTo>
                        <a:pt x="1156" y="43924"/>
                        <a:pt x="2868" y="49404"/>
                        <a:pt x="6250" y="53129"/>
                      </a:cubicBezTo>
                      <a:cubicBezTo>
                        <a:pt x="9633" y="56810"/>
                        <a:pt x="14641" y="58694"/>
                        <a:pt x="21063" y="58694"/>
                      </a:cubicBezTo>
                      <a:cubicBezTo>
                        <a:pt x="24916" y="58694"/>
                        <a:pt x="28255" y="57966"/>
                        <a:pt x="31252" y="56425"/>
                      </a:cubicBezTo>
                      <a:cubicBezTo>
                        <a:pt x="34206" y="54927"/>
                        <a:pt x="36818" y="52615"/>
                        <a:pt x="39001" y="49533"/>
                      </a:cubicBezTo>
                      <a:lnTo>
                        <a:pt x="40071" y="48034"/>
                      </a:lnTo>
                      <a:lnTo>
                        <a:pt x="40071" y="53985"/>
                      </a:lnTo>
                      <a:cubicBezTo>
                        <a:pt x="40071" y="55269"/>
                        <a:pt x="40371" y="56297"/>
                        <a:pt x="40927" y="56982"/>
                      </a:cubicBezTo>
                      <a:cubicBezTo>
                        <a:pt x="41484" y="57624"/>
                        <a:pt x="42212" y="57966"/>
                        <a:pt x="43196" y="57966"/>
                      </a:cubicBezTo>
                      <a:cubicBezTo>
                        <a:pt x="44181" y="57966"/>
                        <a:pt x="44866" y="57667"/>
                        <a:pt x="45337" y="57067"/>
                      </a:cubicBezTo>
                      <a:cubicBezTo>
                        <a:pt x="45851" y="56340"/>
                        <a:pt x="46108" y="55312"/>
                        <a:pt x="46108" y="54028"/>
                      </a:cubicBezTo>
                      <a:lnTo>
                        <a:pt x="46108" y="5095"/>
                      </a:lnTo>
                      <a:cubicBezTo>
                        <a:pt x="46108" y="3767"/>
                        <a:pt x="45851" y="2740"/>
                        <a:pt x="45337" y="2012"/>
                      </a:cubicBezTo>
                      <a:cubicBezTo>
                        <a:pt x="44866" y="1413"/>
                        <a:pt x="44138" y="1113"/>
                        <a:pt x="43196" y="1113"/>
                      </a:cubicBezTo>
                      <a:cubicBezTo>
                        <a:pt x="42255" y="1113"/>
                        <a:pt x="41484" y="1456"/>
                        <a:pt x="40927" y="2098"/>
                      </a:cubicBezTo>
                      <a:cubicBezTo>
                        <a:pt x="40371" y="2783"/>
                        <a:pt x="40114" y="3810"/>
                        <a:pt x="40114" y="5137"/>
                      </a:cubicBezTo>
                      <a:lnTo>
                        <a:pt x="40114" y="28213"/>
                      </a:lnTo>
                      <a:cubicBezTo>
                        <a:pt x="40114" y="36689"/>
                        <a:pt x="38658" y="43068"/>
                        <a:pt x="35833" y="47178"/>
                      </a:cubicBezTo>
                      <a:cubicBezTo>
                        <a:pt x="32922" y="51373"/>
                        <a:pt x="28384" y="53514"/>
                        <a:pt x="22390" y="53514"/>
                      </a:cubicBezTo>
                      <a:cubicBezTo>
                        <a:pt x="17039" y="53514"/>
                        <a:pt x="13143" y="51973"/>
                        <a:pt x="10746" y="48933"/>
                      </a:cubicBezTo>
                      <a:cubicBezTo>
                        <a:pt x="8391" y="45894"/>
                        <a:pt x="7235" y="40713"/>
                        <a:pt x="7235" y="33564"/>
                      </a:cubicBezTo>
                      <a:lnTo>
                        <a:pt x="7235" y="5137"/>
                      </a:lnTo>
                      <a:cubicBezTo>
                        <a:pt x="7235" y="3810"/>
                        <a:pt x="6978" y="2783"/>
                        <a:pt x="6464" y="2055"/>
                      </a:cubicBezTo>
                      <a:cubicBezTo>
                        <a:pt x="5865" y="1413"/>
                        <a:pt x="5137" y="1113"/>
                        <a:pt x="4195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7" name="图形 4"/>
              <p:cNvGrpSpPr/>
              <p:nvPr/>
            </p:nvGrpSpPr>
            <p:grpSpPr>
              <a:xfrm>
                <a:off x="11243140" y="6477706"/>
                <a:ext cx="51715" cy="78515"/>
                <a:chOff x="11243140" y="6477706"/>
                <a:chExt cx="51715" cy="78515"/>
              </a:xfrm>
              <a:solidFill>
                <a:srgbClr val="A5A7AA"/>
              </a:solidFill>
            </p:grpSpPr>
            <p:sp>
              <p:nvSpPr>
                <p:cNvPr id="80" name="任意多边形: 形状 79"/>
                <p:cNvSpPr/>
                <p:nvPr/>
              </p:nvSpPr>
              <p:spPr>
                <a:xfrm>
                  <a:off x="11243697" y="6478305"/>
                  <a:ext cx="50559" cy="77317"/>
                </a:xfrm>
                <a:custGeom>
                  <a:avLst/>
                  <a:gdLst>
                    <a:gd name="connsiteX0" fmla="*/ 43239 w 50559"/>
                    <a:gd name="connsiteY0" fmla="*/ 77317 h 77317"/>
                    <a:gd name="connsiteX1" fmla="*/ 33607 w 50559"/>
                    <a:gd name="connsiteY1" fmla="*/ 77317 h 77317"/>
                    <a:gd name="connsiteX2" fmla="*/ 18751 w 50559"/>
                    <a:gd name="connsiteY2" fmla="*/ 76290 h 77317"/>
                    <a:gd name="connsiteX3" fmla="*/ 10232 w 50559"/>
                    <a:gd name="connsiteY3" fmla="*/ 72779 h 77317"/>
                    <a:gd name="connsiteX4" fmla="*/ 2569 w 50559"/>
                    <a:gd name="connsiteY4" fmla="*/ 63874 h 77317"/>
                    <a:gd name="connsiteX5" fmla="*/ 0 w 50559"/>
                    <a:gd name="connsiteY5" fmla="*/ 51716 h 77317"/>
                    <a:gd name="connsiteX6" fmla="*/ 10446 w 50559"/>
                    <a:gd name="connsiteY6" fmla="*/ 28041 h 77317"/>
                    <a:gd name="connsiteX7" fmla="*/ 39044 w 50559"/>
                    <a:gd name="connsiteY7" fmla="*/ 19308 h 77317"/>
                    <a:gd name="connsiteX8" fmla="*/ 41655 w 50559"/>
                    <a:gd name="connsiteY8" fmla="*/ 19308 h 77317"/>
                    <a:gd name="connsiteX9" fmla="*/ 43368 w 50559"/>
                    <a:gd name="connsiteY9" fmla="*/ 19351 h 77317"/>
                    <a:gd name="connsiteX10" fmla="*/ 43368 w 50559"/>
                    <a:gd name="connsiteY10" fmla="*/ 4452 h 77317"/>
                    <a:gd name="connsiteX11" fmla="*/ 44267 w 50559"/>
                    <a:gd name="connsiteY11" fmla="*/ 1113 h 77317"/>
                    <a:gd name="connsiteX12" fmla="*/ 46878 w 50559"/>
                    <a:gd name="connsiteY12" fmla="*/ 0 h 77317"/>
                    <a:gd name="connsiteX13" fmla="*/ 49661 w 50559"/>
                    <a:gd name="connsiteY13" fmla="*/ 1113 h 77317"/>
                    <a:gd name="connsiteX14" fmla="*/ 50560 w 50559"/>
                    <a:gd name="connsiteY14" fmla="*/ 4452 h 77317"/>
                    <a:gd name="connsiteX15" fmla="*/ 50560 w 50559"/>
                    <a:gd name="connsiteY15" fmla="*/ 72651 h 77317"/>
                    <a:gd name="connsiteX16" fmla="*/ 49019 w 50559"/>
                    <a:gd name="connsiteY16" fmla="*/ 76375 h 77317"/>
                    <a:gd name="connsiteX17" fmla="*/ 43239 w 50559"/>
                    <a:gd name="connsiteY17" fmla="*/ 77317 h 77317"/>
                    <a:gd name="connsiteX18" fmla="*/ 43368 w 50559"/>
                    <a:gd name="connsiteY18" fmla="*/ 26072 h 77317"/>
                    <a:gd name="connsiteX19" fmla="*/ 41955 w 50559"/>
                    <a:gd name="connsiteY19" fmla="*/ 25986 h 77317"/>
                    <a:gd name="connsiteX20" fmla="*/ 37931 w 50559"/>
                    <a:gd name="connsiteY20" fmla="*/ 25858 h 77317"/>
                    <a:gd name="connsiteX21" fmla="*/ 15969 w 50559"/>
                    <a:gd name="connsiteY21" fmla="*/ 32836 h 77317"/>
                    <a:gd name="connsiteX22" fmla="*/ 7834 w 50559"/>
                    <a:gd name="connsiteY22" fmla="*/ 51459 h 77317"/>
                    <a:gd name="connsiteX23" fmla="*/ 12972 w 50559"/>
                    <a:gd name="connsiteY23" fmla="*/ 65587 h 77317"/>
                    <a:gd name="connsiteX24" fmla="*/ 27827 w 50559"/>
                    <a:gd name="connsiteY24" fmla="*/ 70467 h 77317"/>
                    <a:gd name="connsiteX25" fmla="*/ 43368 w 50559"/>
                    <a:gd name="connsiteY25" fmla="*/ 70467 h 77317"/>
                    <a:gd name="connsiteX26" fmla="*/ 43368 w 50559"/>
                    <a:gd name="connsiteY26" fmla="*/ 26072 h 77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0559" h="77317">
                      <a:moveTo>
                        <a:pt x="43239" y="77317"/>
                      </a:moveTo>
                      <a:lnTo>
                        <a:pt x="33607" y="77317"/>
                      </a:lnTo>
                      <a:cubicBezTo>
                        <a:pt x="27142" y="77317"/>
                        <a:pt x="22219" y="76975"/>
                        <a:pt x="18751" y="76290"/>
                      </a:cubicBezTo>
                      <a:cubicBezTo>
                        <a:pt x="15326" y="75605"/>
                        <a:pt x="12458" y="74363"/>
                        <a:pt x="10232" y="72779"/>
                      </a:cubicBezTo>
                      <a:cubicBezTo>
                        <a:pt x="6850" y="70424"/>
                        <a:pt x="4324" y="67428"/>
                        <a:pt x="2569" y="63874"/>
                      </a:cubicBezTo>
                      <a:cubicBezTo>
                        <a:pt x="856" y="60278"/>
                        <a:pt x="0" y="56211"/>
                        <a:pt x="0" y="51716"/>
                      </a:cubicBezTo>
                      <a:cubicBezTo>
                        <a:pt x="0" y="41741"/>
                        <a:pt x="3468" y="33864"/>
                        <a:pt x="10446" y="28041"/>
                      </a:cubicBezTo>
                      <a:cubicBezTo>
                        <a:pt x="17424" y="22219"/>
                        <a:pt x="26928" y="19308"/>
                        <a:pt x="39044" y="19308"/>
                      </a:cubicBezTo>
                      <a:cubicBezTo>
                        <a:pt x="40200" y="19308"/>
                        <a:pt x="41056" y="19308"/>
                        <a:pt x="41655" y="19308"/>
                      </a:cubicBezTo>
                      <a:cubicBezTo>
                        <a:pt x="42255" y="19308"/>
                        <a:pt x="42811" y="19308"/>
                        <a:pt x="43368" y="19351"/>
                      </a:cubicBezTo>
                      <a:lnTo>
                        <a:pt x="43368" y="4452"/>
                      </a:lnTo>
                      <a:cubicBezTo>
                        <a:pt x="43368" y="2997"/>
                        <a:pt x="43667" y="1884"/>
                        <a:pt x="44267" y="1113"/>
                      </a:cubicBezTo>
                      <a:cubicBezTo>
                        <a:pt x="44866" y="385"/>
                        <a:pt x="45722" y="0"/>
                        <a:pt x="46878" y="0"/>
                      </a:cubicBezTo>
                      <a:cubicBezTo>
                        <a:pt x="48163" y="0"/>
                        <a:pt x="49062" y="385"/>
                        <a:pt x="49661" y="1113"/>
                      </a:cubicBezTo>
                      <a:cubicBezTo>
                        <a:pt x="50260" y="1841"/>
                        <a:pt x="50560" y="2954"/>
                        <a:pt x="50560" y="4452"/>
                      </a:cubicBezTo>
                      <a:lnTo>
                        <a:pt x="50560" y="72651"/>
                      </a:lnTo>
                      <a:cubicBezTo>
                        <a:pt x="50560" y="74492"/>
                        <a:pt x="50046" y="75776"/>
                        <a:pt x="49019" y="76375"/>
                      </a:cubicBezTo>
                      <a:cubicBezTo>
                        <a:pt x="47948" y="76975"/>
                        <a:pt x="46065" y="77317"/>
                        <a:pt x="43239" y="77317"/>
                      </a:cubicBezTo>
                      <a:close/>
                      <a:moveTo>
                        <a:pt x="43368" y="26072"/>
                      </a:moveTo>
                      <a:cubicBezTo>
                        <a:pt x="43068" y="26072"/>
                        <a:pt x="42597" y="26072"/>
                        <a:pt x="41955" y="25986"/>
                      </a:cubicBezTo>
                      <a:cubicBezTo>
                        <a:pt x="39943" y="25901"/>
                        <a:pt x="38616" y="25858"/>
                        <a:pt x="37931" y="25858"/>
                      </a:cubicBezTo>
                      <a:cubicBezTo>
                        <a:pt x="28726" y="25858"/>
                        <a:pt x="21448" y="28213"/>
                        <a:pt x="15969" y="32836"/>
                      </a:cubicBezTo>
                      <a:cubicBezTo>
                        <a:pt x="10532" y="37503"/>
                        <a:pt x="7834" y="43753"/>
                        <a:pt x="7834" y="51459"/>
                      </a:cubicBezTo>
                      <a:cubicBezTo>
                        <a:pt x="7834" y="57624"/>
                        <a:pt x="9547" y="62290"/>
                        <a:pt x="12972" y="65587"/>
                      </a:cubicBezTo>
                      <a:cubicBezTo>
                        <a:pt x="16397" y="68840"/>
                        <a:pt x="21363" y="70467"/>
                        <a:pt x="27827" y="70467"/>
                      </a:cubicBezTo>
                      <a:lnTo>
                        <a:pt x="43368" y="70467"/>
                      </a:lnTo>
                      <a:lnTo>
                        <a:pt x="43368" y="2607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1" name="任意多边形: 形状 80"/>
                <p:cNvSpPr/>
                <p:nvPr/>
              </p:nvSpPr>
              <p:spPr>
                <a:xfrm>
                  <a:off x="11243140" y="6477706"/>
                  <a:ext cx="51715" cy="78515"/>
                </a:xfrm>
                <a:custGeom>
                  <a:avLst/>
                  <a:gdLst>
                    <a:gd name="connsiteX0" fmla="*/ 43796 w 51715"/>
                    <a:gd name="connsiteY0" fmla="*/ 78516 h 78515"/>
                    <a:gd name="connsiteX1" fmla="*/ 34163 w 51715"/>
                    <a:gd name="connsiteY1" fmla="*/ 78516 h 78515"/>
                    <a:gd name="connsiteX2" fmla="*/ 19222 w 51715"/>
                    <a:gd name="connsiteY2" fmla="*/ 77446 h 78515"/>
                    <a:gd name="connsiteX3" fmla="*/ 10489 w 51715"/>
                    <a:gd name="connsiteY3" fmla="*/ 73849 h 78515"/>
                    <a:gd name="connsiteX4" fmla="*/ 2654 w 51715"/>
                    <a:gd name="connsiteY4" fmla="*/ 64731 h 78515"/>
                    <a:gd name="connsiteX5" fmla="*/ 0 w 51715"/>
                    <a:gd name="connsiteY5" fmla="*/ 52315 h 78515"/>
                    <a:gd name="connsiteX6" fmla="*/ 10660 w 51715"/>
                    <a:gd name="connsiteY6" fmla="*/ 28170 h 78515"/>
                    <a:gd name="connsiteX7" fmla="*/ 39600 w 51715"/>
                    <a:gd name="connsiteY7" fmla="*/ 19308 h 78515"/>
                    <a:gd name="connsiteX8" fmla="*/ 42212 w 51715"/>
                    <a:gd name="connsiteY8" fmla="*/ 19308 h 78515"/>
                    <a:gd name="connsiteX9" fmla="*/ 43368 w 51715"/>
                    <a:gd name="connsiteY9" fmla="*/ 19308 h 78515"/>
                    <a:gd name="connsiteX10" fmla="*/ 43368 w 51715"/>
                    <a:gd name="connsiteY10" fmla="*/ 5009 h 78515"/>
                    <a:gd name="connsiteX11" fmla="*/ 44395 w 51715"/>
                    <a:gd name="connsiteY11" fmla="*/ 1327 h 78515"/>
                    <a:gd name="connsiteX12" fmla="*/ 47478 w 51715"/>
                    <a:gd name="connsiteY12" fmla="*/ 0 h 78515"/>
                    <a:gd name="connsiteX13" fmla="*/ 50688 w 51715"/>
                    <a:gd name="connsiteY13" fmla="*/ 1327 h 78515"/>
                    <a:gd name="connsiteX14" fmla="*/ 51716 w 51715"/>
                    <a:gd name="connsiteY14" fmla="*/ 5052 h 78515"/>
                    <a:gd name="connsiteX15" fmla="*/ 51716 w 51715"/>
                    <a:gd name="connsiteY15" fmla="*/ 73250 h 78515"/>
                    <a:gd name="connsiteX16" fmla="*/ 49918 w 51715"/>
                    <a:gd name="connsiteY16" fmla="*/ 77488 h 78515"/>
                    <a:gd name="connsiteX17" fmla="*/ 43796 w 51715"/>
                    <a:gd name="connsiteY17" fmla="*/ 78516 h 78515"/>
                    <a:gd name="connsiteX18" fmla="*/ 39600 w 51715"/>
                    <a:gd name="connsiteY18" fmla="*/ 20464 h 78515"/>
                    <a:gd name="connsiteX19" fmla="*/ 11388 w 51715"/>
                    <a:gd name="connsiteY19" fmla="*/ 29069 h 78515"/>
                    <a:gd name="connsiteX20" fmla="*/ 1113 w 51715"/>
                    <a:gd name="connsiteY20" fmla="*/ 52315 h 78515"/>
                    <a:gd name="connsiteX21" fmla="*/ 3639 w 51715"/>
                    <a:gd name="connsiteY21" fmla="*/ 64217 h 78515"/>
                    <a:gd name="connsiteX22" fmla="*/ 11088 w 51715"/>
                    <a:gd name="connsiteY22" fmla="*/ 72908 h 78515"/>
                    <a:gd name="connsiteX23" fmla="*/ 19394 w 51715"/>
                    <a:gd name="connsiteY23" fmla="*/ 76332 h 78515"/>
                    <a:gd name="connsiteX24" fmla="*/ 34121 w 51715"/>
                    <a:gd name="connsiteY24" fmla="*/ 77360 h 78515"/>
                    <a:gd name="connsiteX25" fmla="*/ 43753 w 51715"/>
                    <a:gd name="connsiteY25" fmla="*/ 77360 h 78515"/>
                    <a:gd name="connsiteX26" fmla="*/ 49233 w 51715"/>
                    <a:gd name="connsiteY26" fmla="*/ 76504 h 78515"/>
                    <a:gd name="connsiteX27" fmla="*/ 50474 w 51715"/>
                    <a:gd name="connsiteY27" fmla="*/ 73250 h 78515"/>
                    <a:gd name="connsiteX28" fmla="*/ 50474 w 51715"/>
                    <a:gd name="connsiteY28" fmla="*/ 5052 h 78515"/>
                    <a:gd name="connsiteX29" fmla="*/ 49704 w 51715"/>
                    <a:gd name="connsiteY29" fmla="*/ 2055 h 78515"/>
                    <a:gd name="connsiteX30" fmla="*/ 47392 w 51715"/>
                    <a:gd name="connsiteY30" fmla="*/ 1156 h 78515"/>
                    <a:gd name="connsiteX31" fmla="*/ 45209 w 51715"/>
                    <a:gd name="connsiteY31" fmla="*/ 2055 h 78515"/>
                    <a:gd name="connsiteX32" fmla="*/ 44438 w 51715"/>
                    <a:gd name="connsiteY32" fmla="*/ 5009 h 78515"/>
                    <a:gd name="connsiteX33" fmla="*/ 44438 w 51715"/>
                    <a:gd name="connsiteY33" fmla="*/ 20549 h 78515"/>
                    <a:gd name="connsiteX34" fmla="*/ 43796 w 51715"/>
                    <a:gd name="connsiteY34" fmla="*/ 20507 h 78515"/>
                    <a:gd name="connsiteX35" fmla="*/ 42126 w 51715"/>
                    <a:gd name="connsiteY35" fmla="*/ 20464 h 78515"/>
                    <a:gd name="connsiteX36" fmla="*/ 39600 w 51715"/>
                    <a:gd name="connsiteY36" fmla="*/ 20464 h 78515"/>
                    <a:gd name="connsiteX37" fmla="*/ 44481 w 51715"/>
                    <a:gd name="connsiteY37" fmla="*/ 71666 h 78515"/>
                    <a:gd name="connsiteX38" fmla="*/ 28384 w 51715"/>
                    <a:gd name="connsiteY38" fmla="*/ 71666 h 78515"/>
                    <a:gd name="connsiteX39" fmla="*/ 13143 w 51715"/>
                    <a:gd name="connsiteY39" fmla="*/ 66657 h 78515"/>
                    <a:gd name="connsiteX40" fmla="*/ 7792 w 51715"/>
                    <a:gd name="connsiteY40" fmla="*/ 52101 h 78515"/>
                    <a:gd name="connsiteX41" fmla="*/ 16140 w 51715"/>
                    <a:gd name="connsiteY41" fmla="*/ 33007 h 78515"/>
                    <a:gd name="connsiteX42" fmla="*/ 38444 w 51715"/>
                    <a:gd name="connsiteY42" fmla="*/ 25858 h 78515"/>
                    <a:gd name="connsiteX43" fmla="*/ 42512 w 51715"/>
                    <a:gd name="connsiteY43" fmla="*/ 25986 h 78515"/>
                    <a:gd name="connsiteX44" fmla="*/ 43881 w 51715"/>
                    <a:gd name="connsiteY44" fmla="*/ 26029 h 78515"/>
                    <a:gd name="connsiteX45" fmla="*/ 44438 w 51715"/>
                    <a:gd name="connsiteY45" fmla="*/ 26029 h 78515"/>
                    <a:gd name="connsiteX46" fmla="*/ 44438 w 51715"/>
                    <a:gd name="connsiteY46" fmla="*/ 71666 h 78515"/>
                    <a:gd name="connsiteX47" fmla="*/ 38444 w 51715"/>
                    <a:gd name="connsiteY47" fmla="*/ 27014 h 78515"/>
                    <a:gd name="connsiteX48" fmla="*/ 16868 w 51715"/>
                    <a:gd name="connsiteY48" fmla="*/ 33864 h 78515"/>
                    <a:gd name="connsiteX49" fmla="*/ 8948 w 51715"/>
                    <a:gd name="connsiteY49" fmla="*/ 52058 h 78515"/>
                    <a:gd name="connsiteX50" fmla="*/ 13914 w 51715"/>
                    <a:gd name="connsiteY50" fmla="*/ 65758 h 78515"/>
                    <a:gd name="connsiteX51" fmla="*/ 28384 w 51715"/>
                    <a:gd name="connsiteY51" fmla="*/ 70467 h 78515"/>
                    <a:gd name="connsiteX52" fmla="*/ 43325 w 51715"/>
                    <a:gd name="connsiteY52" fmla="*/ 70467 h 78515"/>
                    <a:gd name="connsiteX53" fmla="*/ 43325 w 51715"/>
                    <a:gd name="connsiteY53" fmla="*/ 27228 h 78515"/>
                    <a:gd name="connsiteX54" fmla="*/ 42426 w 51715"/>
                    <a:gd name="connsiteY54" fmla="*/ 27185 h 78515"/>
                    <a:gd name="connsiteX55" fmla="*/ 38444 w 51715"/>
                    <a:gd name="connsiteY55" fmla="*/ 27014 h 7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51715" h="78515">
                      <a:moveTo>
                        <a:pt x="43796" y="78516"/>
                      </a:moveTo>
                      <a:lnTo>
                        <a:pt x="34163" y="78516"/>
                      </a:lnTo>
                      <a:cubicBezTo>
                        <a:pt x="27742" y="78516"/>
                        <a:pt x="22733" y="78173"/>
                        <a:pt x="19222" y="77446"/>
                      </a:cubicBezTo>
                      <a:cubicBezTo>
                        <a:pt x="15797" y="76761"/>
                        <a:pt x="12886" y="75519"/>
                        <a:pt x="10489" y="73849"/>
                      </a:cubicBezTo>
                      <a:cubicBezTo>
                        <a:pt x="7107" y="71495"/>
                        <a:pt x="4452" y="68412"/>
                        <a:pt x="2654" y="64731"/>
                      </a:cubicBezTo>
                      <a:cubicBezTo>
                        <a:pt x="899" y="61049"/>
                        <a:pt x="0" y="56853"/>
                        <a:pt x="0" y="52315"/>
                      </a:cubicBezTo>
                      <a:cubicBezTo>
                        <a:pt x="0" y="42212"/>
                        <a:pt x="3596" y="34078"/>
                        <a:pt x="10660" y="28170"/>
                      </a:cubicBezTo>
                      <a:cubicBezTo>
                        <a:pt x="17681" y="22305"/>
                        <a:pt x="27442" y="19308"/>
                        <a:pt x="39600" y="19308"/>
                      </a:cubicBezTo>
                      <a:lnTo>
                        <a:pt x="42212" y="19308"/>
                      </a:lnTo>
                      <a:cubicBezTo>
                        <a:pt x="42597" y="19308"/>
                        <a:pt x="42982" y="19308"/>
                        <a:pt x="43368" y="19308"/>
                      </a:cubicBezTo>
                      <a:lnTo>
                        <a:pt x="43368" y="5009"/>
                      </a:lnTo>
                      <a:cubicBezTo>
                        <a:pt x="43368" y="3382"/>
                        <a:pt x="43710" y="2183"/>
                        <a:pt x="44395" y="1327"/>
                      </a:cubicBezTo>
                      <a:cubicBezTo>
                        <a:pt x="45123" y="428"/>
                        <a:pt x="46151" y="0"/>
                        <a:pt x="47478" y="0"/>
                      </a:cubicBezTo>
                      <a:cubicBezTo>
                        <a:pt x="48890" y="0"/>
                        <a:pt x="50003" y="428"/>
                        <a:pt x="50688" y="1327"/>
                      </a:cubicBezTo>
                      <a:cubicBezTo>
                        <a:pt x="51373" y="2183"/>
                        <a:pt x="51716" y="3382"/>
                        <a:pt x="51716" y="5052"/>
                      </a:cubicBezTo>
                      <a:lnTo>
                        <a:pt x="51716" y="73250"/>
                      </a:lnTo>
                      <a:cubicBezTo>
                        <a:pt x="51716" y="75305"/>
                        <a:pt x="51117" y="76761"/>
                        <a:pt x="49918" y="77488"/>
                      </a:cubicBezTo>
                      <a:cubicBezTo>
                        <a:pt x="48676" y="78173"/>
                        <a:pt x="46664" y="78516"/>
                        <a:pt x="43796" y="78516"/>
                      </a:cubicBezTo>
                      <a:close/>
                      <a:moveTo>
                        <a:pt x="39600" y="20464"/>
                      </a:moveTo>
                      <a:cubicBezTo>
                        <a:pt x="27699" y="20464"/>
                        <a:pt x="18195" y="23332"/>
                        <a:pt x="11388" y="29069"/>
                      </a:cubicBezTo>
                      <a:cubicBezTo>
                        <a:pt x="4581" y="34763"/>
                        <a:pt x="1113" y="42554"/>
                        <a:pt x="1113" y="52315"/>
                      </a:cubicBezTo>
                      <a:cubicBezTo>
                        <a:pt x="1113" y="56682"/>
                        <a:pt x="1969" y="60706"/>
                        <a:pt x="3639" y="64217"/>
                      </a:cubicBezTo>
                      <a:cubicBezTo>
                        <a:pt x="5351" y="67727"/>
                        <a:pt x="7877" y="70638"/>
                        <a:pt x="11088" y="72908"/>
                      </a:cubicBezTo>
                      <a:cubicBezTo>
                        <a:pt x="13357" y="74492"/>
                        <a:pt x="16140" y="75647"/>
                        <a:pt x="19394" y="76332"/>
                      </a:cubicBezTo>
                      <a:cubicBezTo>
                        <a:pt x="22818" y="77017"/>
                        <a:pt x="27784" y="77360"/>
                        <a:pt x="34121" y="77360"/>
                      </a:cubicBezTo>
                      <a:lnTo>
                        <a:pt x="43753" y="77360"/>
                      </a:lnTo>
                      <a:cubicBezTo>
                        <a:pt x="47050" y="77360"/>
                        <a:pt x="48548" y="76889"/>
                        <a:pt x="49233" y="76504"/>
                      </a:cubicBezTo>
                      <a:cubicBezTo>
                        <a:pt x="50089" y="75990"/>
                        <a:pt x="50474" y="74920"/>
                        <a:pt x="50474" y="73250"/>
                      </a:cubicBezTo>
                      <a:lnTo>
                        <a:pt x="50474" y="5052"/>
                      </a:lnTo>
                      <a:cubicBezTo>
                        <a:pt x="50474" y="3682"/>
                        <a:pt x="50218" y="2697"/>
                        <a:pt x="49704" y="2055"/>
                      </a:cubicBezTo>
                      <a:cubicBezTo>
                        <a:pt x="49233" y="1456"/>
                        <a:pt x="48462" y="1156"/>
                        <a:pt x="47392" y="1156"/>
                      </a:cubicBezTo>
                      <a:cubicBezTo>
                        <a:pt x="46407" y="1156"/>
                        <a:pt x="45722" y="1456"/>
                        <a:pt x="45209" y="2055"/>
                      </a:cubicBezTo>
                      <a:cubicBezTo>
                        <a:pt x="44695" y="2697"/>
                        <a:pt x="44438" y="3682"/>
                        <a:pt x="44438" y="5009"/>
                      </a:cubicBezTo>
                      <a:lnTo>
                        <a:pt x="44438" y="20549"/>
                      </a:lnTo>
                      <a:lnTo>
                        <a:pt x="43796" y="20507"/>
                      </a:lnTo>
                      <a:cubicBezTo>
                        <a:pt x="43239" y="20464"/>
                        <a:pt x="42726" y="20421"/>
                        <a:pt x="42126" y="20464"/>
                      </a:cubicBezTo>
                      <a:lnTo>
                        <a:pt x="39600" y="20464"/>
                      </a:lnTo>
                      <a:close/>
                      <a:moveTo>
                        <a:pt x="44481" y="71666"/>
                      </a:moveTo>
                      <a:lnTo>
                        <a:pt x="28384" y="71666"/>
                      </a:lnTo>
                      <a:cubicBezTo>
                        <a:pt x="21748" y="71666"/>
                        <a:pt x="16611" y="69954"/>
                        <a:pt x="13143" y="66657"/>
                      </a:cubicBezTo>
                      <a:cubicBezTo>
                        <a:pt x="9590" y="63275"/>
                        <a:pt x="7792" y="58352"/>
                        <a:pt x="7792" y="52101"/>
                      </a:cubicBezTo>
                      <a:cubicBezTo>
                        <a:pt x="7792" y="44224"/>
                        <a:pt x="10617" y="37802"/>
                        <a:pt x="16140" y="33007"/>
                      </a:cubicBezTo>
                      <a:cubicBezTo>
                        <a:pt x="21705" y="28255"/>
                        <a:pt x="29197" y="25858"/>
                        <a:pt x="38444" y="25858"/>
                      </a:cubicBezTo>
                      <a:cubicBezTo>
                        <a:pt x="39172" y="25858"/>
                        <a:pt x="40499" y="25901"/>
                        <a:pt x="42512" y="25986"/>
                      </a:cubicBezTo>
                      <a:cubicBezTo>
                        <a:pt x="43154" y="26029"/>
                        <a:pt x="43625" y="26029"/>
                        <a:pt x="43881" y="26029"/>
                      </a:cubicBezTo>
                      <a:lnTo>
                        <a:pt x="44438" y="26029"/>
                      </a:lnTo>
                      <a:lnTo>
                        <a:pt x="44438" y="71666"/>
                      </a:lnTo>
                      <a:close/>
                      <a:moveTo>
                        <a:pt x="38444" y="27014"/>
                      </a:moveTo>
                      <a:cubicBezTo>
                        <a:pt x="29454" y="27014"/>
                        <a:pt x="22219" y="29326"/>
                        <a:pt x="16868" y="33864"/>
                      </a:cubicBezTo>
                      <a:cubicBezTo>
                        <a:pt x="11602" y="38402"/>
                        <a:pt x="8948" y="44524"/>
                        <a:pt x="8948" y="52058"/>
                      </a:cubicBezTo>
                      <a:cubicBezTo>
                        <a:pt x="8948" y="58095"/>
                        <a:pt x="10574" y="62547"/>
                        <a:pt x="13914" y="65758"/>
                      </a:cubicBezTo>
                      <a:cubicBezTo>
                        <a:pt x="17210" y="68883"/>
                        <a:pt x="22048" y="70467"/>
                        <a:pt x="28384" y="70467"/>
                      </a:cubicBezTo>
                      <a:lnTo>
                        <a:pt x="43325" y="70467"/>
                      </a:lnTo>
                      <a:lnTo>
                        <a:pt x="43325" y="27228"/>
                      </a:lnTo>
                      <a:cubicBezTo>
                        <a:pt x="43068" y="27228"/>
                        <a:pt x="42768" y="27185"/>
                        <a:pt x="42426" y="27185"/>
                      </a:cubicBezTo>
                      <a:cubicBezTo>
                        <a:pt x="40499" y="27057"/>
                        <a:pt x="39172" y="27014"/>
                        <a:pt x="38444" y="27014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8" name="图形 4"/>
              <p:cNvGrpSpPr/>
              <p:nvPr/>
            </p:nvGrpSpPr>
            <p:grpSpPr>
              <a:xfrm>
                <a:off x="11338866" y="6497570"/>
                <a:ext cx="67127" cy="59122"/>
                <a:chOff x="11338866" y="6497570"/>
                <a:chExt cx="67127" cy="59122"/>
              </a:xfrm>
              <a:solidFill>
                <a:srgbClr val="A5A7AA"/>
              </a:solidFill>
            </p:grpSpPr>
            <p:sp>
              <p:nvSpPr>
                <p:cNvPr id="78" name="任意多边形: 形状 77"/>
                <p:cNvSpPr/>
                <p:nvPr/>
              </p:nvSpPr>
              <p:spPr>
                <a:xfrm>
                  <a:off x="11339337" y="6497955"/>
                  <a:ext cx="66100" cy="58052"/>
                </a:xfrm>
                <a:custGeom>
                  <a:avLst/>
                  <a:gdLst>
                    <a:gd name="connsiteX0" fmla="*/ 16311 w 66100"/>
                    <a:gd name="connsiteY0" fmla="*/ 50603 h 58052"/>
                    <a:gd name="connsiteX1" fmla="*/ 23931 w 66100"/>
                    <a:gd name="connsiteY1" fmla="*/ 31124 h 58052"/>
                    <a:gd name="connsiteX2" fmla="*/ 29326 w 66100"/>
                    <a:gd name="connsiteY2" fmla="*/ 7663 h 58052"/>
                    <a:gd name="connsiteX3" fmla="*/ 29497 w 66100"/>
                    <a:gd name="connsiteY3" fmla="*/ 6550 h 58052"/>
                    <a:gd name="connsiteX4" fmla="*/ 33222 w 66100"/>
                    <a:gd name="connsiteY4" fmla="*/ 171 h 58052"/>
                    <a:gd name="connsiteX5" fmla="*/ 36775 w 66100"/>
                    <a:gd name="connsiteY5" fmla="*/ 6036 h 58052"/>
                    <a:gd name="connsiteX6" fmla="*/ 37074 w 66100"/>
                    <a:gd name="connsiteY6" fmla="*/ 7578 h 58052"/>
                    <a:gd name="connsiteX7" fmla="*/ 42340 w 66100"/>
                    <a:gd name="connsiteY7" fmla="*/ 30824 h 58052"/>
                    <a:gd name="connsiteX8" fmla="*/ 50046 w 66100"/>
                    <a:gd name="connsiteY8" fmla="*/ 50560 h 58052"/>
                    <a:gd name="connsiteX9" fmla="*/ 56639 w 66100"/>
                    <a:gd name="connsiteY9" fmla="*/ 33136 h 58052"/>
                    <a:gd name="connsiteX10" fmla="*/ 58865 w 66100"/>
                    <a:gd name="connsiteY10" fmla="*/ 11559 h 58052"/>
                    <a:gd name="connsiteX11" fmla="*/ 58823 w 66100"/>
                    <a:gd name="connsiteY11" fmla="*/ 8605 h 58052"/>
                    <a:gd name="connsiteX12" fmla="*/ 58737 w 66100"/>
                    <a:gd name="connsiteY12" fmla="*/ 6036 h 58052"/>
                    <a:gd name="connsiteX13" fmla="*/ 59550 w 66100"/>
                    <a:gd name="connsiteY13" fmla="*/ 1242 h 58052"/>
                    <a:gd name="connsiteX14" fmla="*/ 62376 w 66100"/>
                    <a:gd name="connsiteY14" fmla="*/ 43 h 58052"/>
                    <a:gd name="connsiteX15" fmla="*/ 65330 w 66100"/>
                    <a:gd name="connsiteY15" fmla="*/ 1926 h 58052"/>
                    <a:gd name="connsiteX16" fmla="*/ 66100 w 66100"/>
                    <a:gd name="connsiteY16" fmla="*/ 9932 h 58052"/>
                    <a:gd name="connsiteX17" fmla="*/ 64046 w 66100"/>
                    <a:gd name="connsiteY17" fmla="*/ 30439 h 58052"/>
                    <a:gd name="connsiteX18" fmla="*/ 58180 w 66100"/>
                    <a:gd name="connsiteY18" fmla="*/ 49233 h 58052"/>
                    <a:gd name="connsiteX19" fmla="*/ 54113 w 66100"/>
                    <a:gd name="connsiteY19" fmla="*/ 56425 h 58052"/>
                    <a:gd name="connsiteX20" fmla="*/ 50346 w 66100"/>
                    <a:gd name="connsiteY20" fmla="*/ 58009 h 58052"/>
                    <a:gd name="connsiteX21" fmla="*/ 41998 w 66100"/>
                    <a:gd name="connsiteY21" fmla="*/ 48676 h 58052"/>
                    <a:gd name="connsiteX22" fmla="*/ 33050 w 66100"/>
                    <a:gd name="connsiteY22" fmla="*/ 18537 h 58052"/>
                    <a:gd name="connsiteX23" fmla="*/ 24274 w 66100"/>
                    <a:gd name="connsiteY23" fmla="*/ 48505 h 58052"/>
                    <a:gd name="connsiteX24" fmla="*/ 15926 w 66100"/>
                    <a:gd name="connsiteY24" fmla="*/ 58052 h 58052"/>
                    <a:gd name="connsiteX25" fmla="*/ 12372 w 66100"/>
                    <a:gd name="connsiteY25" fmla="*/ 56725 h 58052"/>
                    <a:gd name="connsiteX26" fmla="*/ 8948 w 66100"/>
                    <a:gd name="connsiteY26" fmla="*/ 51288 h 58052"/>
                    <a:gd name="connsiteX27" fmla="*/ 2355 w 66100"/>
                    <a:gd name="connsiteY27" fmla="*/ 31723 h 58052"/>
                    <a:gd name="connsiteX28" fmla="*/ 0 w 66100"/>
                    <a:gd name="connsiteY28" fmla="*/ 9889 h 58052"/>
                    <a:gd name="connsiteX29" fmla="*/ 856 w 66100"/>
                    <a:gd name="connsiteY29" fmla="*/ 2012 h 58052"/>
                    <a:gd name="connsiteX30" fmla="*/ 3810 w 66100"/>
                    <a:gd name="connsiteY30" fmla="*/ 0 h 58052"/>
                    <a:gd name="connsiteX31" fmla="*/ 6507 w 66100"/>
                    <a:gd name="connsiteY31" fmla="*/ 1027 h 58052"/>
                    <a:gd name="connsiteX32" fmla="*/ 7364 w 66100"/>
                    <a:gd name="connsiteY32" fmla="*/ 4324 h 58052"/>
                    <a:gd name="connsiteX33" fmla="*/ 7364 w 66100"/>
                    <a:gd name="connsiteY33" fmla="*/ 11516 h 58052"/>
                    <a:gd name="connsiteX34" fmla="*/ 9633 w 66100"/>
                    <a:gd name="connsiteY34" fmla="*/ 33050 h 58052"/>
                    <a:gd name="connsiteX35" fmla="*/ 16311 w 66100"/>
                    <a:gd name="connsiteY35" fmla="*/ 50603 h 5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6100" h="58052">
                      <a:moveTo>
                        <a:pt x="16311" y="50603"/>
                      </a:moveTo>
                      <a:cubicBezTo>
                        <a:pt x="19265" y="44738"/>
                        <a:pt x="21791" y="38273"/>
                        <a:pt x="23931" y="31124"/>
                      </a:cubicBezTo>
                      <a:cubicBezTo>
                        <a:pt x="26072" y="23931"/>
                        <a:pt x="27870" y="16140"/>
                        <a:pt x="29326" y="7663"/>
                      </a:cubicBezTo>
                      <a:cubicBezTo>
                        <a:pt x="29368" y="7406"/>
                        <a:pt x="29411" y="7064"/>
                        <a:pt x="29497" y="6550"/>
                      </a:cubicBezTo>
                      <a:cubicBezTo>
                        <a:pt x="30182" y="2355"/>
                        <a:pt x="31423" y="171"/>
                        <a:pt x="33222" y="171"/>
                      </a:cubicBezTo>
                      <a:cubicBezTo>
                        <a:pt x="34977" y="171"/>
                        <a:pt x="36133" y="2141"/>
                        <a:pt x="36775" y="6036"/>
                      </a:cubicBezTo>
                      <a:cubicBezTo>
                        <a:pt x="36903" y="6721"/>
                        <a:pt x="36989" y="7278"/>
                        <a:pt x="37074" y="7578"/>
                      </a:cubicBezTo>
                      <a:cubicBezTo>
                        <a:pt x="38402" y="15840"/>
                        <a:pt x="40200" y="23589"/>
                        <a:pt x="42340" y="30824"/>
                      </a:cubicBezTo>
                      <a:cubicBezTo>
                        <a:pt x="44524" y="38016"/>
                        <a:pt x="47092" y="44609"/>
                        <a:pt x="50046" y="50560"/>
                      </a:cubicBezTo>
                      <a:cubicBezTo>
                        <a:pt x="52957" y="45508"/>
                        <a:pt x="55184" y="39729"/>
                        <a:pt x="56639" y="33136"/>
                      </a:cubicBezTo>
                      <a:cubicBezTo>
                        <a:pt x="58138" y="26543"/>
                        <a:pt x="58865" y="19351"/>
                        <a:pt x="58865" y="11559"/>
                      </a:cubicBezTo>
                      <a:cubicBezTo>
                        <a:pt x="58865" y="10788"/>
                        <a:pt x="58823" y="9847"/>
                        <a:pt x="58823" y="8605"/>
                      </a:cubicBezTo>
                      <a:cubicBezTo>
                        <a:pt x="58737" y="7364"/>
                        <a:pt x="58737" y="6550"/>
                        <a:pt x="58737" y="6036"/>
                      </a:cubicBezTo>
                      <a:cubicBezTo>
                        <a:pt x="58737" y="3682"/>
                        <a:pt x="58994" y="2055"/>
                        <a:pt x="59550" y="1242"/>
                      </a:cubicBezTo>
                      <a:cubicBezTo>
                        <a:pt x="60107" y="428"/>
                        <a:pt x="61049" y="43"/>
                        <a:pt x="62376" y="43"/>
                      </a:cubicBezTo>
                      <a:cubicBezTo>
                        <a:pt x="63831" y="43"/>
                        <a:pt x="64773" y="642"/>
                        <a:pt x="65330" y="1926"/>
                      </a:cubicBezTo>
                      <a:cubicBezTo>
                        <a:pt x="65844" y="3211"/>
                        <a:pt x="66100" y="5865"/>
                        <a:pt x="66100" y="9932"/>
                      </a:cubicBezTo>
                      <a:cubicBezTo>
                        <a:pt x="66100" y="16696"/>
                        <a:pt x="65415" y="23546"/>
                        <a:pt x="64046" y="30439"/>
                      </a:cubicBezTo>
                      <a:cubicBezTo>
                        <a:pt x="62633" y="37331"/>
                        <a:pt x="60706" y="43625"/>
                        <a:pt x="58180" y="49233"/>
                      </a:cubicBezTo>
                      <a:cubicBezTo>
                        <a:pt x="56511" y="53000"/>
                        <a:pt x="55184" y="55398"/>
                        <a:pt x="54113" y="56425"/>
                      </a:cubicBezTo>
                      <a:cubicBezTo>
                        <a:pt x="53043" y="57495"/>
                        <a:pt x="51802" y="58009"/>
                        <a:pt x="50346" y="58009"/>
                      </a:cubicBezTo>
                      <a:cubicBezTo>
                        <a:pt x="47520" y="58009"/>
                        <a:pt x="44781" y="54884"/>
                        <a:pt x="41998" y="48676"/>
                      </a:cubicBezTo>
                      <a:cubicBezTo>
                        <a:pt x="39258" y="42469"/>
                        <a:pt x="36261" y="32408"/>
                        <a:pt x="33050" y="18537"/>
                      </a:cubicBezTo>
                      <a:cubicBezTo>
                        <a:pt x="29968" y="32194"/>
                        <a:pt x="27057" y="42126"/>
                        <a:pt x="24274" y="48505"/>
                      </a:cubicBezTo>
                      <a:cubicBezTo>
                        <a:pt x="21534" y="54884"/>
                        <a:pt x="18751" y="58052"/>
                        <a:pt x="15926" y="58052"/>
                      </a:cubicBezTo>
                      <a:cubicBezTo>
                        <a:pt x="14556" y="58052"/>
                        <a:pt x="13357" y="57624"/>
                        <a:pt x="12372" y="56725"/>
                      </a:cubicBezTo>
                      <a:cubicBezTo>
                        <a:pt x="11388" y="55869"/>
                        <a:pt x="10232" y="54071"/>
                        <a:pt x="8948" y="51288"/>
                      </a:cubicBezTo>
                      <a:cubicBezTo>
                        <a:pt x="6165" y="45637"/>
                        <a:pt x="3981" y="39087"/>
                        <a:pt x="2355" y="31723"/>
                      </a:cubicBezTo>
                      <a:cubicBezTo>
                        <a:pt x="771" y="24445"/>
                        <a:pt x="0" y="17167"/>
                        <a:pt x="0" y="9889"/>
                      </a:cubicBezTo>
                      <a:cubicBezTo>
                        <a:pt x="0" y="5951"/>
                        <a:pt x="257" y="3339"/>
                        <a:pt x="856" y="2012"/>
                      </a:cubicBezTo>
                      <a:cubicBezTo>
                        <a:pt x="1413" y="642"/>
                        <a:pt x="2397" y="0"/>
                        <a:pt x="3810" y="0"/>
                      </a:cubicBezTo>
                      <a:cubicBezTo>
                        <a:pt x="5052" y="0"/>
                        <a:pt x="5951" y="342"/>
                        <a:pt x="6507" y="1027"/>
                      </a:cubicBezTo>
                      <a:cubicBezTo>
                        <a:pt x="7064" y="1755"/>
                        <a:pt x="7364" y="2868"/>
                        <a:pt x="7364" y="4324"/>
                      </a:cubicBezTo>
                      <a:lnTo>
                        <a:pt x="7364" y="11516"/>
                      </a:lnTo>
                      <a:cubicBezTo>
                        <a:pt x="7364" y="19222"/>
                        <a:pt x="8134" y="26372"/>
                        <a:pt x="9633" y="33050"/>
                      </a:cubicBezTo>
                      <a:cubicBezTo>
                        <a:pt x="11259" y="39729"/>
                        <a:pt x="13443" y="45551"/>
                        <a:pt x="16311" y="5060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9" name="任意多边形: 形状 78"/>
                <p:cNvSpPr/>
                <p:nvPr/>
              </p:nvSpPr>
              <p:spPr>
                <a:xfrm>
                  <a:off x="11338866" y="6497570"/>
                  <a:ext cx="67127" cy="59122"/>
                </a:xfrm>
                <a:custGeom>
                  <a:avLst/>
                  <a:gdLst>
                    <a:gd name="connsiteX0" fmla="*/ 50902 w 67127"/>
                    <a:gd name="connsiteY0" fmla="*/ 59079 h 59122"/>
                    <a:gd name="connsiteX1" fmla="*/ 42041 w 67127"/>
                    <a:gd name="connsiteY1" fmla="*/ 49404 h 59122"/>
                    <a:gd name="connsiteX2" fmla="*/ 33607 w 67127"/>
                    <a:gd name="connsiteY2" fmla="*/ 21577 h 59122"/>
                    <a:gd name="connsiteX3" fmla="*/ 25344 w 67127"/>
                    <a:gd name="connsiteY3" fmla="*/ 49233 h 59122"/>
                    <a:gd name="connsiteX4" fmla="*/ 16482 w 67127"/>
                    <a:gd name="connsiteY4" fmla="*/ 59122 h 59122"/>
                    <a:gd name="connsiteX5" fmla="*/ 12544 w 67127"/>
                    <a:gd name="connsiteY5" fmla="*/ 57667 h 59122"/>
                    <a:gd name="connsiteX6" fmla="*/ 8990 w 67127"/>
                    <a:gd name="connsiteY6" fmla="*/ 52058 h 59122"/>
                    <a:gd name="connsiteX7" fmla="*/ 2355 w 67127"/>
                    <a:gd name="connsiteY7" fmla="*/ 32408 h 59122"/>
                    <a:gd name="connsiteX8" fmla="*/ 0 w 67127"/>
                    <a:gd name="connsiteY8" fmla="*/ 10446 h 59122"/>
                    <a:gd name="connsiteX9" fmla="*/ 899 w 67127"/>
                    <a:gd name="connsiteY9" fmla="*/ 2355 h 59122"/>
                    <a:gd name="connsiteX10" fmla="*/ 4367 w 67127"/>
                    <a:gd name="connsiteY10" fmla="*/ 0 h 59122"/>
                    <a:gd name="connsiteX11" fmla="*/ 7535 w 67127"/>
                    <a:gd name="connsiteY11" fmla="*/ 1242 h 59122"/>
                    <a:gd name="connsiteX12" fmla="*/ 8519 w 67127"/>
                    <a:gd name="connsiteY12" fmla="*/ 4881 h 59122"/>
                    <a:gd name="connsiteX13" fmla="*/ 8519 w 67127"/>
                    <a:gd name="connsiteY13" fmla="*/ 12073 h 59122"/>
                    <a:gd name="connsiteX14" fmla="*/ 10746 w 67127"/>
                    <a:gd name="connsiteY14" fmla="*/ 33478 h 59122"/>
                    <a:gd name="connsiteX15" fmla="*/ 16739 w 67127"/>
                    <a:gd name="connsiteY15" fmla="*/ 49875 h 59122"/>
                    <a:gd name="connsiteX16" fmla="*/ 23846 w 67127"/>
                    <a:gd name="connsiteY16" fmla="*/ 31466 h 59122"/>
                    <a:gd name="connsiteX17" fmla="*/ 29197 w 67127"/>
                    <a:gd name="connsiteY17" fmla="*/ 8091 h 59122"/>
                    <a:gd name="connsiteX18" fmla="*/ 29411 w 67127"/>
                    <a:gd name="connsiteY18" fmla="*/ 6978 h 59122"/>
                    <a:gd name="connsiteX19" fmla="*/ 33692 w 67127"/>
                    <a:gd name="connsiteY19" fmla="*/ 128 h 59122"/>
                    <a:gd name="connsiteX20" fmla="*/ 37802 w 67127"/>
                    <a:gd name="connsiteY20" fmla="*/ 6507 h 59122"/>
                    <a:gd name="connsiteX21" fmla="*/ 37888 w 67127"/>
                    <a:gd name="connsiteY21" fmla="*/ 7021 h 59122"/>
                    <a:gd name="connsiteX22" fmla="*/ 38102 w 67127"/>
                    <a:gd name="connsiteY22" fmla="*/ 8006 h 59122"/>
                    <a:gd name="connsiteX23" fmla="*/ 43368 w 67127"/>
                    <a:gd name="connsiteY23" fmla="*/ 31252 h 59122"/>
                    <a:gd name="connsiteX24" fmla="*/ 50560 w 67127"/>
                    <a:gd name="connsiteY24" fmla="*/ 49918 h 59122"/>
                    <a:gd name="connsiteX25" fmla="*/ 56554 w 67127"/>
                    <a:gd name="connsiteY25" fmla="*/ 33564 h 59122"/>
                    <a:gd name="connsiteX26" fmla="*/ 58780 w 67127"/>
                    <a:gd name="connsiteY26" fmla="*/ 12116 h 59122"/>
                    <a:gd name="connsiteX27" fmla="*/ 58737 w 67127"/>
                    <a:gd name="connsiteY27" fmla="*/ 10874 h 59122"/>
                    <a:gd name="connsiteX28" fmla="*/ 58694 w 67127"/>
                    <a:gd name="connsiteY28" fmla="*/ 9162 h 59122"/>
                    <a:gd name="connsiteX29" fmla="*/ 58609 w 67127"/>
                    <a:gd name="connsiteY29" fmla="*/ 6593 h 59122"/>
                    <a:gd name="connsiteX30" fmla="*/ 59550 w 67127"/>
                    <a:gd name="connsiteY30" fmla="*/ 1498 h 59122"/>
                    <a:gd name="connsiteX31" fmla="*/ 62847 w 67127"/>
                    <a:gd name="connsiteY31" fmla="*/ 86 h 59122"/>
                    <a:gd name="connsiteX32" fmla="*/ 66315 w 67127"/>
                    <a:gd name="connsiteY32" fmla="*/ 2312 h 59122"/>
                    <a:gd name="connsiteX33" fmla="*/ 67128 w 67127"/>
                    <a:gd name="connsiteY33" fmla="*/ 10574 h 59122"/>
                    <a:gd name="connsiteX34" fmla="*/ 65073 w 67127"/>
                    <a:gd name="connsiteY34" fmla="*/ 31209 h 59122"/>
                    <a:gd name="connsiteX35" fmla="*/ 59165 w 67127"/>
                    <a:gd name="connsiteY35" fmla="*/ 50132 h 59122"/>
                    <a:gd name="connsiteX36" fmla="*/ 54970 w 67127"/>
                    <a:gd name="connsiteY36" fmla="*/ 57495 h 59122"/>
                    <a:gd name="connsiteX37" fmla="*/ 50902 w 67127"/>
                    <a:gd name="connsiteY37" fmla="*/ 59079 h 59122"/>
                    <a:gd name="connsiteX38" fmla="*/ 33607 w 67127"/>
                    <a:gd name="connsiteY38" fmla="*/ 16440 h 59122"/>
                    <a:gd name="connsiteX39" fmla="*/ 34163 w 67127"/>
                    <a:gd name="connsiteY39" fmla="*/ 18880 h 59122"/>
                    <a:gd name="connsiteX40" fmla="*/ 43068 w 67127"/>
                    <a:gd name="connsiteY40" fmla="*/ 48933 h 59122"/>
                    <a:gd name="connsiteX41" fmla="*/ 50860 w 67127"/>
                    <a:gd name="connsiteY41" fmla="*/ 57924 h 59122"/>
                    <a:gd name="connsiteX42" fmla="*/ 54199 w 67127"/>
                    <a:gd name="connsiteY42" fmla="*/ 56511 h 59122"/>
                    <a:gd name="connsiteX43" fmla="*/ 58138 w 67127"/>
                    <a:gd name="connsiteY43" fmla="*/ 49490 h 59122"/>
                    <a:gd name="connsiteX44" fmla="*/ 63960 w 67127"/>
                    <a:gd name="connsiteY44" fmla="*/ 30781 h 59122"/>
                    <a:gd name="connsiteX45" fmla="*/ 66015 w 67127"/>
                    <a:gd name="connsiteY45" fmla="*/ 10360 h 59122"/>
                    <a:gd name="connsiteX46" fmla="*/ 65287 w 67127"/>
                    <a:gd name="connsiteY46" fmla="*/ 2569 h 59122"/>
                    <a:gd name="connsiteX47" fmla="*/ 62847 w 67127"/>
                    <a:gd name="connsiteY47" fmla="*/ 1070 h 59122"/>
                    <a:gd name="connsiteX48" fmla="*/ 60492 w 67127"/>
                    <a:gd name="connsiteY48" fmla="*/ 2012 h 59122"/>
                    <a:gd name="connsiteX49" fmla="*/ 59764 w 67127"/>
                    <a:gd name="connsiteY49" fmla="*/ 6465 h 59122"/>
                    <a:gd name="connsiteX50" fmla="*/ 59807 w 67127"/>
                    <a:gd name="connsiteY50" fmla="*/ 8990 h 59122"/>
                    <a:gd name="connsiteX51" fmla="*/ 59850 w 67127"/>
                    <a:gd name="connsiteY51" fmla="*/ 10703 h 59122"/>
                    <a:gd name="connsiteX52" fmla="*/ 59893 w 67127"/>
                    <a:gd name="connsiteY52" fmla="*/ 11987 h 59122"/>
                    <a:gd name="connsiteX53" fmla="*/ 57624 w 67127"/>
                    <a:gd name="connsiteY53" fmla="*/ 33692 h 59122"/>
                    <a:gd name="connsiteX54" fmla="*/ 50945 w 67127"/>
                    <a:gd name="connsiteY54" fmla="*/ 51288 h 59122"/>
                    <a:gd name="connsiteX55" fmla="*/ 50389 w 67127"/>
                    <a:gd name="connsiteY55" fmla="*/ 52230 h 59122"/>
                    <a:gd name="connsiteX56" fmla="*/ 49918 w 67127"/>
                    <a:gd name="connsiteY56" fmla="*/ 51288 h 59122"/>
                    <a:gd name="connsiteX57" fmla="*/ 42169 w 67127"/>
                    <a:gd name="connsiteY57" fmla="*/ 31466 h 59122"/>
                    <a:gd name="connsiteX58" fmla="*/ 36860 w 67127"/>
                    <a:gd name="connsiteY58" fmla="*/ 8134 h 59122"/>
                    <a:gd name="connsiteX59" fmla="*/ 36646 w 67127"/>
                    <a:gd name="connsiteY59" fmla="*/ 7107 h 59122"/>
                    <a:gd name="connsiteX60" fmla="*/ 36561 w 67127"/>
                    <a:gd name="connsiteY60" fmla="*/ 6593 h 59122"/>
                    <a:gd name="connsiteX61" fmla="*/ 33607 w 67127"/>
                    <a:gd name="connsiteY61" fmla="*/ 1199 h 59122"/>
                    <a:gd name="connsiteX62" fmla="*/ 30439 w 67127"/>
                    <a:gd name="connsiteY62" fmla="*/ 7107 h 59122"/>
                    <a:gd name="connsiteX63" fmla="*/ 30268 w 67127"/>
                    <a:gd name="connsiteY63" fmla="*/ 8134 h 59122"/>
                    <a:gd name="connsiteX64" fmla="*/ 24873 w 67127"/>
                    <a:gd name="connsiteY64" fmla="*/ 31723 h 59122"/>
                    <a:gd name="connsiteX65" fmla="*/ 17210 w 67127"/>
                    <a:gd name="connsiteY65" fmla="*/ 51288 h 59122"/>
                    <a:gd name="connsiteX66" fmla="*/ 16739 w 67127"/>
                    <a:gd name="connsiteY66" fmla="*/ 52230 h 59122"/>
                    <a:gd name="connsiteX67" fmla="*/ 16225 w 67127"/>
                    <a:gd name="connsiteY67" fmla="*/ 51288 h 59122"/>
                    <a:gd name="connsiteX68" fmla="*/ 9590 w 67127"/>
                    <a:gd name="connsiteY68" fmla="*/ 33650 h 59122"/>
                    <a:gd name="connsiteX69" fmla="*/ 7321 w 67127"/>
                    <a:gd name="connsiteY69" fmla="*/ 11987 h 59122"/>
                    <a:gd name="connsiteX70" fmla="*/ 7321 w 67127"/>
                    <a:gd name="connsiteY70" fmla="*/ 4795 h 59122"/>
                    <a:gd name="connsiteX71" fmla="*/ 6593 w 67127"/>
                    <a:gd name="connsiteY71" fmla="*/ 1841 h 59122"/>
                    <a:gd name="connsiteX72" fmla="*/ 4324 w 67127"/>
                    <a:gd name="connsiteY72" fmla="*/ 1027 h 59122"/>
                    <a:gd name="connsiteX73" fmla="*/ 1884 w 67127"/>
                    <a:gd name="connsiteY73" fmla="*/ 2697 h 59122"/>
                    <a:gd name="connsiteX74" fmla="*/ 1070 w 67127"/>
                    <a:gd name="connsiteY74" fmla="*/ 10360 h 59122"/>
                    <a:gd name="connsiteX75" fmla="*/ 3425 w 67127"/>
                    <a:gd name="connsiteY75" fmla="*/ 32066 h 59122"/>
                    <a:gd name="connsiteX76" fmla="*/ 9975 w 67127"/>
                    <a:gd name="connsiteY76" fmla="*/ 51502 h 59122"/>
                    <a:gd name="connsiteX77" fmla="*/ 13271 w 67127"/>
                    <a:gd name="connsiteY77" fmla="*/ 56768 h 59122"/>
                    <a:gd name="connsiteX78" fmla="*/ 16440 w 67127"/>
                    <a:gd name="connsiteY78" fmla="*/ 57924 h 59122"/>
                    <a:gd name="connsiteX79" fmla="*/ 24231 w 67127"/>
                    <a:gd name="connsiteY79" fmla="*/ 48719 h 59122"/>
                    <a:gd name="connsiteX80" fmla="*/ 32965 w 67127"/>
                    <a:gd name="connsiteY80" fmla="*/ 18880 h 59122"/>
                    <a:gd name="connsiteX81" fmla="*/ 33607 w 67127"/>
                    <a:gd name="connsiteY81" fmla="*/ 16440 h 5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7127" h="59122">
                      <a:moveTo>
                        <a:pt x="50902" y="59079"/>
                      </a:moveTo>
                      <a:cubicBezTo>
                        <a:pt x="47820" y="59079"/>
                        <a:pt x="44909" y="55911"/>
                        <a:pt x="42041" y="49404"/>
                      </a:cubicBezTo>
                      <a:cubicBezTo>
                        <a:pt x="39429" y="43453"/>
                        <a:pt x="36604" y="34121"/>
                        <a:pt x="33607" y="21577"/>
                      </a:cubicBezTo>
                      <a:cubicBezTo>
                        <a:pt x="30653" y="34163"/>
                        <a:pt x="27956" y="43197"/>
                        <a:pt x="25344" y="49233"/>
                      </a:cubicBezTo>
                      <a:cubicBezTo>
                        <a:pt x="22519" y="55783"/>
                        <a:pt x="19565" y="59122"/>
                        <a:pt x="16482" y="59122"/>
                      </a:cubicBezTo>
                      <a:cubicBezTo>
                        <a:pt x="14898" y="59122"/>
                        <a:pt x="13614" y="58651"/>
                        <a:pt x="12544" y="57667"/>
                      </a:cubicBezTo>
                      <a:cubicBezTo>
                        <a:pt x="11473" y="56682"/>
                        <a:pt x="10275" y="54798"/>
                        <a:pt x="8990" y="52058"/>
                      </a:cubicBezTo>
                      <a:cubicBezTo>
                        <a:pt x="6250" y="46493"/>
                        <a:pt x="4024" y="39857"/>
                        <a:pt x="2355" y="32408"/>
                      </a:cubicBezTo>
                      <a:cubicBezTo>
                        <a:pt x="771" y="25087"/>
                        <a:pt x="0" y="17681"/>
                        <a:pt x="0" y="10446"/>
                      </a:cubicBezTo>
                      <a:cubicBezTo>
                        <a:pt x="0" y="6208"/>
                        <a:pt x="300" y="3725"/>
                        <a:pt x="899" y="2355"/>
                      </a:cubicBezTo>
                      <a:cubicBezTo>
                        <a:pt x="1541" y="813"/>
                        <a:pt x="2697" y="0"/>
                        <a:pt x="4367" y="0"/>
                      </a:cubicBezTo>
                      <a:cubicBezTo>
                        <a:pt x="5822" y="0"/>
                        <a:pt x="6850" y="385"/>
                        <a:pt x="7535" y="1242"/>
                      </a:cubicBezTo>
                      <a:cubicBezTo>
                        <a:pt x="8177" y="2055"/>
                        <a:pt x="8519" y="3296"/>
                        <a:pt x="8519" y="4881"/>
                      </a:cubicBezTo>
                      <a:lnTo>
                        <a:pt x="8519" y="12073"/>
                      </a:lnTo>
                      <a:cubicBezTo>
                        <a:pt x="8519" y="19650"/>
                        <a:pt x="9290" y="26885"/>
                        <a:pt x="10746" y="33478"/>
                      </a:cubicBezTo>
                      <a:cubicBezTo>
                        <a:pt x="12116" y="39515"/>
                        <a:pt x="14128" y="45037"/>
                        <a:pt x="16739" y="49875"/>
                      </a:cubicBezTo>
                      <a:cubicBezTo>
                        <a:pt x="19436" y="44395"/>
                        <a:pt x="21834" y="38230"/>
                        <a:pt x="23846" y="31466"/>
                      </a:cubicBezTo>
                      <a:cubicBezTo>
                        <a:pt x="26029" y="24188"/>
                        <a:pt x="27827" y="16311"/>
                        <a:pt x="29197" y="8091"/>
                      </a:cubicBezTo>
                      <a:cubicBezTo>
                        <a:pt x="29240" y="7792"/>
                        <a:pt x="29283" y="7449"/>
                        <a:pt x="29411" y="6978"/>
                      </a:cubicBezTo>
                      <a:cubicBezTo>
                        <a:pt x="30182" y="2397"/>
                        <a:pt x="31552" y="128"/>
                        <a:pt x="33692" y="128"/>
                      </a:cubicBezTo>
                      <a:cubicBezTo>
                        <a:pt x="35747" y="128"/>
                        <a:pt x="37117" y="2269"/>
                        <a:pt x="37802" y="6507"/>
                      </a:cubicBezTo>
                      <a:lnTo>
                        <a:pt x="37888" y="7021"/>
                      </a:lnTo>
                      <a:cubicBezTo>
                        <a:pt x="37974" y="7449"/>
                        <a:pt x="38016" y="7749"/>
                        <a:pt x="38102" y="8006"/>
                      </a:cubicBezTo>
                      <a:cubicBezTo>
                        <a:pt x="39429" y="16097"/>
                        <a:pt x="41184" y="23931"/>
                        <a:pt x="43368" y="31252"/>
                      </a:cubicBezTo>
                      <a:cubicBezTo>
                        <a:pt x="45466" y="38145"/>
                        <a:pt x="47906" y="44438"/>
                        <a:pt x="50560" y="49918"/>
                      </a:cubicBezTo>
                      <a:cubicBezTo>
                        <a:pt x="53214" y="45080"/>
                        <a:pt x="55226" y="39600"/>
                        <a:pt x="56554" y="33564"/>
                      </a:cubicBezTo>
                      <a:cubicBezTo>
                        <a:pt x="58052" y="27057"/>
                        <a:pt x="58780" y="19864"/>
                        <a:pt x="58780" y="12116"/>
                      </a:cubicBezTo>
                      <a:cubicBezTo>
                        <a:pt x="58780" y="11773"/>
                        <a:pt x="58780" y="11345"/>
                        <a:pt x="58737" y="10874"/>
                      </a:cubicBezTo>
                      <a:cubicBezTo>
                        <a:pt x="58737" y="10360"/>
                        <a:pt x="58694" y="9804"/>
                        <a:pt x="58694" y="9162"/>
                      </a:cubicBezTo>
                      <a:cubicBezTo>
                        <a:pt x="58609" y="7920"/>
                        <a:pt x="58609" y="7107"/>
                        <a:pt x="58609" y="6593"/>
                      </a:cubicBezTo>
                      <a:cubicBezTo>
                        <a:pt x="58609" y="4067"/>
                        <a:pt x="58908" y="2355"/>
                        <a:pt x="59550" y="1498"/>
                      </a:cubicBezTo>
                      <a:cubicBezTo>
                        <a:pt x="60235" y="557"/>
                        <a:pt x="61306" y="86"/>
                        <a:pt x="62847" y="86"/>
                      </a:cubicBezTo>
                      <a:cubicBezTo>
                        <a:pt x="64516" y="86"/>
                        <a:pt x="65715" y="813"/>
                        <a:pt x="66315" y="2312"/>
                      </a:cubicBezTo>
                      <a:cubicBezTo>
                        <a:pt x="66871" y="3682"/>
                        <a:pt x="67128" y="6379"/>
                        <a:pt x="67128" y="10574"/>
                      </a:cubicBezTo>
                      <a:cubicBezTo>
                        <a:pt x="67128" y="17424"/>
                        <a:pt x="66443" y="24360"/>
                        <a:pt x="65073" y="31209"/>
                      </a:cubicBezTo>
                      <a:cubicBezTo>
                        <a:pt x="63660" y="38145"/>
                        <a:pt x="61691" y="44524"/>
                        <a:pt x="59165" y="50132"/>
                      </a:cubicBezTo>
                      <a:cubicBezTo>
                        <a:pt x="57453" y="54028"/>
                        <a:pt x="56083" y="56425"/>
                        <a:pt x="54970" y="57495"/>
                      </a:cubicBezTo>
                      <a:cubicBezTo>
                        <a:pt x="53899" y="58480"/>
                        <a:pt x="52487" y="59079"/>
                        <a:pt x="50902" y="59079"/>
                      </a:cubicBezTo>
                      <a:close/>
                      <a:moveTo>
                        <a:pt x="33607" y="16440"/>
                      </a:moveTo>
                      <a:lnTo>
                        <a:pt x="34163" y="18880"/>
                      </a:lnTo>
                      <a:cubicBezTo>
                        <a:pt x="37331" y="32579"/>
                        <a:pt x="40328" y="42683"/>
                        <a:pt x="43068" y="48933"/>
                      </a:cubicBezTo>
                      <a:cubicBezTo>
                        <a:pt x="45722" y="54927"/>
                        <a:pt x="48334" y="57924"/>
                        <a:pt x="50860" y="57924"/>
                      </a:cubicBezTo>
                      <a:cubicBezTo>
                        <a:pt x="52144" y="57924"/>
                        <a:pt x="53257" y="57453"/>
                        <a:pt x="54199" y="56511"/>
                      </a:cubicBezTo>
                      <a:cubicBezTo>
                        <a:pt x="55184" y="55526"/>
                        <a:pt x="56511" y="53172"/>
                        <a:pt x="58138" y="49490"/>
                      </a:cubicBezTo>
                      <a:cubicBezTo>
                        <a:pt x="60621" y="43924"/>
                        <a:pt x="62590" y="37631"/>
                        <a:pt x="63960" y="30781"/>
                      </a:cubicBezTo>
                      <a:cubicBezTo>
                        <a:pt x="65330" y="24017"/>
                        <a:pt x="66015" y="17124"/>
                        <a:pt x="66015" y="10360"/>
                      </a:cubicBezTo>
                      <a:cubicBezTo>
                        <a:pt x="66015" y="5437"/>
                        <a:pt x="65630" y="3382"/>
                        <a:pt x="65287" y="2569"/>
                      </a:cubicBezTo>
                      <a:cubicBezTo>
                        <a:pt x="64859" y="1541"/>
                        <a:pt x="64088" y="1070"/>
                        <a:pt x="62847" y="1070"/>
                      </a:cubicBezTo>
                      <a:cubicBezTo>
                        <a:pt x="61691" y="1070"/>
                        <a:pt x="60963" y="1370"/>
                        <a:pt x="60492" y="2012"/>
                      </a:cubicBezTo>
                      <a:cubicBezTo>
                        <a:pt x="60150" y="2483"/>
                        <a:pt x="59764" y="3639"/>
                        <a:pt x="59764" y="6465"/>
                      </a:cubicBezTo>
                      <a:cubicBezTo>
                        <a:pt x="59764" y="6935"/>
                        <a:pt x="59764" y="7749"/>
                        <a:pt x="59807" y="8990"/>
                      </a:cubicBezTo>
                      <a:cubicBezTo>
                        <a:pt x="59807" y="9633"/>
                        <a:pt x="59850" y="10232"/>
                        <a:pt x="59850" y="10703"/>
                      </a:cubicBezTo>
                      <a:cubicBezTo>
                        <a:pt x="59850" y="11174"/>
                        <a:pt x="59893" y="11602"/>
                        <a:pt x="59893" y="11987"/>
                      </a:cubicBezTo>
                      <a:cubicBezTo>
                        <a:pt x="59893" y="19822"/>
                        <a:pt x="59122" y="27100"/>
                        <a:pt x="57624" y="33692"/>
                      </a:cubicBezTo>
                      <a:cubicBezTo>
                        <a:pt x="56168" y="40243"/>
                        <a:pt x="53942" y="46151"/>
                        <a:pt x="50945" y="51288"/>
                      </a:cubicBezTo>
                      <a:lnTo>
                        <a:pt x="50389" y="52230"/>
                      </a:lnTo>
                      <a:lnTo>
                        <a:pt x="49918" y="51288"/>
                      </a:lnTo>
                      <a:cubicBezTo>
                        <a:pt x="47007" y="45508"/>
                        <a:pt x="44395" y="38830"/>
                        <a:pt x="42169" y="31466"/>
                      </a:cubicBezTo>
                      <a:cubicBezTo>
                        <a:pt x="39986" y="24103"/>
                        <a:pt x="38188" y="16225"/>
                        <a:pt x="36860" y="8134"/>
                      </a:cubicBezTo>
                      <a:cubicBezTo>
                        <a:pt x="36818" y="7920"/>
                        <a:pt x="36732" y="7578"/>
                        <a:pt x="36646" y="7107"/>
                      </a:cubicBezTo>
                      <a:lnTo>
                        <a:pt x="36561" y="6593"/>
                      </a:lnTo>
                      <a:cubicBezTo>
                        <a:pt x="36175" y="4110"/>
                        <a:pt x="35319" y="1199"/>
                        <a:pt x="33607" y="1199"/>
                      </a:cubicBezTo>
                      <a:cubicBezTo>
                        <a:pt x="31809" y="1199"/>
                        <a:pt x="30910" y="4410"/>
                        <a:pt x="30439" y="7107"/>
                      </a:cubicBezTo>
                      <a:cubicBezTo>
                        <a:pt x="30353" y="7578"/>
                        <a:pt x="30310" y="7920"/>
                        <a:pt x="30268" y="8134"/>
                      </a:cubicBezTo>
                      <a:cubicBezTo>
                        <a:pt x="28855" y="16482"/>
                        <a:pt x="27057" y="24402"/>
                        <a:pt x="24873" y="31723"/>
                      </a:cubicBezTo>
                      <a:cubicBezTo>
                        <a:pt x="22690" y="38958"/>
                        <a:pt x="20121" y="45551"/>
                        <a:pt x="17210" y="51288"/>
                      </a:cubicBezTo>
                      <a:lnTo>
                        <a:pt x="16739" y="52230"/>
                      </a:lnTo>
                      <a:lnTo>
                        <a:pt x="16225" y="51288"/>
                      </a:lnTo>
                      <a:cubicBezTo>
                        <a:pt x="13314" y="46151"/>
                        <a:pt x="11088" y="40200"/>
                        <a:pt x="9590" y="33650"/>
                      </a:cubicBezTo>
                      <a:cubicBezTo>
                        <a:pt x="8091" y="26971"/>
                        <a:pt x="7321" y="19693"/>
                        <a:pt x="7321" y="11987"/>
                      </a:cubicBezTo>
                      <a:lnTo>
                        <a:pt x="7321" y="4795"/>
                      </a:lnTo>
                      <a:cubicBezTo>
                        <a:pt x="7321" y="3468"/>
                        <a:pt x="7064" y="2440"/>
                        <a:pt x="6593" y="1841"/>
                      </a:cubicBezTo>
                      <a:cubicBezTo>
                        <a:pt x="6165" y="1284"/>
                        <a:pt x="5394" y="1027"/>
                        <a:pt x="4324" y="1027"/>
                      </a:cubicBezTo>
                      <a:cubicBezTo>
                        <a:pt x="3125" y="1027"/>
                        <a:pt x="2355" y="1541"/>
                        <a:pt x="1884" y="2697"/>
                      </a:cubicBezTo>
                      <a:cubicBezTo>
                        <a:pt x="1327" y="3939"/>
                        <a:pt x="1070" y="6336"/>
                        <a:pt x="1070" y="10360"/>
                      </a:cubicBezTo>
                      <a:cubicBezTo>
                        <a:pt x="1070" y="17510"/>
                        <a:pt x="1884" y="24831"/>
                        <a:pt x="3425" y="32066"/>
                      </a:cubicBezTo>
                      <a:cubicBezTo>
                        <a:pt x="5052" y="39429"/>
                        <a:pt x="7235" y="45979"/>
                        <a:pt x="9975" y="51502"/>
                      </a:cubicBezTo>
                      <a:cubicBezTo>
                        <a:pt x="11473" y="54756"/>
                        <a:pt x="12586" y="56168"/>
                        <a:pt x="13271" y="56768"/>
                      </a:cubicBezTo>
                      <a:cubicBezTo>
                        <a:pt x="14128" y="57538"/>
                        <a:pt x="15155" y="57924"/>
                        <a:pt x="16440" y="57924"/>
                      </a:cubicBezTo>
                      <a:cubicBezTo>
                        <a:pt x="18965" y="57924"/>
                        <a:pt x="21663" y="54756"/>
                        <a:pt x="24231" y="48719"/>
                      </a:cubicBezTo>
                      <a:cubicBezTo>
                        <a:pt x="26971" y="42383"/>
                        <a:pt x="29839" y="32622"/>
                        <a:pt x="32965" y="18880"/>
                      </a:cubicBezTo>
                      <a:lnTo>
                        <a:pt x="33607" y="1644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9" name="图形 4"/>
              <p:cNvGrpSpPr/>
              <p:nvPr/>
            </p:nvGrpSpPr>
            <p:grpSpPr>
              <a:xfrm>
                <a:off x="11450989" y="6483828"/>
                <a:ext cx="8219" cy="72693"/>
                <a:chOff x="11450989" y="6483828"/>
                <a:chExt cx="8219" cy="72693"/>
              </a:xfrm>
              <a:solidFill>
                <a:srgbClr val="A5A7AA"/>
              </a:solidFill>
            </p:grpSpPr>
            <p:sp>
              <p:nvSpPr>
                <p:cNvPr id="76" name="任意多边形: 形状 75"/>
                <p:cNvSpPr/>
                <p:nvPr/>
              </p:nvSpPr>
              <p:spPr>
                <a:xfrm>
                  <a:off x="11451502" y="6484470"/>
                  <a:ext cx="7106" cy="71494"/>
                </a:xfrm>
                <a:custGeom>
                  <a:avLst/>
                  <a:gdLst>
                    <a:gd name="connsiteX0" fmla="*/ 7107 w 7106"/>
                    <a:gd name="connsiteY0" fmla="*/ 5009 h 71494"/>
                    <a:gd name="connsiteX1" fmla="*/ 6250 w 7106"/>
                    <a:gd name="connsiteY1" fmla="*/ 8905 h 71494"/>
                    <a:gd name="connsiteX2" fmla="*/ 3553 w 7106"/>
                    <a:gd name="connsiteY2" fmla="*/ 10103 h 71494"/>
                    <a:gd name="connsiteX3" fmla="*/ 899 w 7106"/>
                    <a:gd name="connsiteY3" fmla="*/ 8819 h 71494"/>
                    <a:gd name="connsiteX4" fmla="*/ 0 w 7106"/>
                    <a:gd name="connsiteY4" fmla="*/ 5009 h 71494"/>
                    <a:gd name="connsiteX5" fmla="*/ 856 w 7106"/>
                    <a:gd name="connsiteY5" fmla="*/ 1156 h 71494"/>
                    <a:gd name="connsiteX6" fmla="*/ 3553 w 7106"/>
                    <a:gd name="connsiteY6" fmla="*/ 0 h 71494"/>
                    <a:gd name="connsiteX7" fmla="*/ 6208 w 7106"/>
                    <a:gd name="connsiteY7" fmla="*/ 1242 h 71494"/>
                    <a:gd name="connsiteX8" fmla="*/ 7107 w 7106"/>
                    <a:gd name="connsiteY8" fmla="*/ 5009 h 71494"/>
                    <a:gd name="connsiteX9" fmla="*/ 43 w 7106"/>
                    <a:gd name="connsiteY9" fmla="*/ 18366 h 71494"/>
                    <a:gd name="connsiteX10" fmla="*/ 942 w 7106"/>
                    <a:gd name="connsiteY10" fmla="*/ 15027 h 71494"/>
                    <a:gd name="connsiteX11" fmla="*/ 3553 w 7106"/>
                    <a:gd name="connsiteY11" fmla="*/ 13956 h 71494"/>
                    <a:gd name="connsiteX12" fmla="*/ 6208 w 7106"/>
                    <a:gd name="connsiteY12" fmla="*/ 15027 h 71494"/>
                    <a:gd name="connsiteX13" fmla="*/ 7107 w 7106"/>
                    <a:gd name="connsiteY13" fmla="*/ 18366 h 71494"/>
                    <a:gd name="connsiteX14" fmla="*/ 7107 w 7106"/>
                    <a:gd name="connsiteY14" fmla="*/ 67085 h 71494"/>
                    <a:gd name="connsiteX15" fmla="*/ 6208 w 7106"/>
                    <a:gd name="connsiteY15" fmla="*/ 70382 h 71494"/>
                    <a:gd name="connsiteX16" fmla="*/ 3553 w 7106"/>
                    <a:gd name="connsiteY16" fmla="*/ 71495 h 71494"/>
                    <a:gd name="connsiteX17" fmla="*/ 942 w 7106"/>
                    <a:gd name="connsiteY17" fmla="*/ 70382 h 71494"/>
                    <a:gd name="connsiteX18" fmla="*/ 43 w 7106"/>
                    <a:gd name="connsiteY18" fmla="*/ 67085 h 71494"/>
                    <a:gd name="connsiteX19" fmla="*/ 43 w 7106"/>
                    <a:gd name="connsiteY19" fmla="*/ 18366 h 71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106" h="71494">
                      <a:moveTo>
                        <a:pt x="7107" y="5009"/>
                      </a:moveTo>
                      <a:cubicBezTo>
                        <a:pt x="7107" y="6807"/>
                        <a:pt x="6807" y="8091"/>
                        <a:pt x="6250" y="8905"/>
                      </a:cubicBezTo>
                      <a:cubicBezTo>
                        <a:pt x="5694" y="9718"/>
                        <a:pt x="4795" y="10103"/>
                        <a:pt x="3553" y="10103"/>
                      </a:cubicBezTo>
                      <a:cubicBezTo>
                        <a:pt x="2397" y="10103"/>
                        <a:pt x="1498" y="9718"/>
                        <a:pt x="899" y="8819"/>
                      </a:cubicBezTo>
                      <a:cubicBezTo>
                        <a:pt x="300" y="8006"/>
                        <a:pt x="0" y="6721"/>
                        <a:pt x="0" y="5009"/>
                      </a:cubicBezTo>
                      <a:cubicBezTo>
                        <a:pt x="0" y="3211"/>
                        <a:pt x="300" y="1927"/>
                        <a:pt x="856" y="1156"/>
                      </a:cubicBezTo>
                      <a:cubicBezTo>
                        <a:pt x="1413" y="385"/>
                        <a:pt x="2355" y="0"/>
                        <a:pt x="3553" y="0"/>
                      </a:cubicBezTo>
                      <a:cubicBezTo>
                        <a:pt x="4752" y="0"/>
                        <a:pt x="5651" y="428"/>
                        <a:pt x="6208" y="1242"/>
                      </a:cubicBezTo>
                      <a:cubicBezTo>
                        <a:pt x="6807" y="2098"/>
                        <a:pt x="7107" y="3339"/>
                        <a:pt x="7107" y="5009"/>
                      </a:cubicBezTo>
                      <a:close/>
                      <a:moveTo>
                        <a:pt x="43" y="18366"/>
                      </a:moveTo>
                      <a:cubicBezTo>
                        <a:pt x="43" y="16910"/>
                        <a:pt x="342" y="15755"/>
                        <a:pt x="942" y="15027"/>
                      </a:cubicBezTo>
                      <a:cubicBezTo>
                        <a:pt x="1541" y="14299"/>
                        <a:pt x="2440" y="13956"/>
                        <a:pt x="3553" y="13956"/>
                      </a:cubicBezTo>
                      <a:cubicBezTo>
                        <a:pt x="4709" y="13956"/>
                        <a:pt x="5608" y="14342"/>
                        <a:pt x="6208" y="15027"/>
                      </a:cubicBezTo>
                      <a:cubicBezTo>
                        <a:pt x="6764" y="15797"/>
                        <a:pt x="7107" y="16910"/>
                        <a:pt x="7107" y="18366"/>
                      </a:cubicBezTo>
                      <a:lnTo>
                        <a:pt x="7107" y="67085"/>
                      </a:lnTo>
                      <a:cubicBezTo>
                        <a:pt x="7107" y="68541"/>
                        <a:pt x="6807" y="69654"/>
                        <a:pt x="6208" y="70382"/>
                      </a:cubicBezTo>
                      <a:cubicBezTo>
                        <a:pt x="5608" y="71152"/>
                        <a:pt x="4709" y="71495"/>
                        <a:pt x="3553" y="71495"/>
                      </a:cubicBezTo>
                      <a:cubicBezTo>
                        <a:pt x="2440" y="71495"/>
                        <a:pt x="1541" y="71152"/>
                        <a:pt x="942" y="70382"/>
                      </a:cubicBezTo>
                      <a:cubicBezTo>
                        <a:pt x="342" y="69654"/>
                        <a:pt x="43" y="68541"/>
                        <a:pt x="43" y="67085"/>
                      </a:cubicBezTo>
                      <a:lnTo>
                        <a:pt x="43" y="1836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7" name="任意多边形: 形状 76"/>
                <p:cNvSpPr/>
                <p:nvPr/>
              </p:nvSpPr>
              <p:spPr>
                <a:xfrm>
                  <a:off x="11450989" y="6483828"/>
                  <a:ext cx="8219" cy="72693"/>
                </a:xfrm>
                <a:custGeom>
                  <a:avLst/>
                  <a:gdLst>
                    <a:gd name="connsiteX0" fmla="*/ 4110 w 8219"/>
                    <a:gd name="connsiteY0" fmla="*/ 72693 h 72693"/>
                    <a:gd name="connsiteX1" fmla="*/ 1027 w 8219"/>
                    <a:gd name="connsiteY1" fmla="*/ 71366 h 72693"/>
                    <a:gd name="connsiteX2" fmla="*/ 0 w 8219"/>
                    <a:gd name="connsiteY2" fmla="*/ 67685 h 72693"/>
                    <a:gd name="connsiteX3" fmla="*/ 0 w 8219"/>
                    <a:gd name="connsiteY3" fmla="*/ 19008 h 72693"/>
                    <a:gd name="connsiteX4" fmla="*/ 1027 w 8219"/>
                    <a:gd name="connsiteY4" fmla="*/ 15284 h 72693"/>
                    <a:gd name="connsiteX5" fmla="*/ 4110 w 8219"/>
                    <a:gd name="connsiteY5" fmla="*/ 13999 h 72693"/>
                    <a:gd name="connsiteX6" fmla="*/ 7192 w 8219"/>
                    <a:gd name="connsiteY6" fmla="*/ 15284 h 72693"/>
                    <a:gd name="connsiteX7" fmla="*/ 8220 w 8219"/>
                    <a:gd name="connsiteY7" fmla="*/ 19008 h 72693"/>
                    <a:gd name="connsiteX8" fmla="*/ 8220 w 8219"/>
                    <a:gd name="connsiteY8" fmla="*/ 67727 h 72693"/>
                    <a:gd name="connsiteX9" fmla="*/ 7235 w 8219"/>
                    <a:gd name="connsiteY9" fmla="*/ 71409 h 72693"/>
                    <a:gd name="connsiteX10" fmla="*/ 4110 w 8219"/>
                    <a:gd name="connsiteY10" fmla="*/ 72693 h 72693"/>
                    <a:gd name="connsiteX11" fmla="*/ 4110 w 8219"/>
                    <a:gd name="connsiteY11" fmla="*/ 15112 h 72693"/>
                    <a:gd name="connsiteX12" fmla="*/ 1926 w 8219"/>
                    <a:gd name="connsiteY12" fmla="*/ 16011 h 72693"/>
                    <a:gd name="connsiteX13" fmla="*/ 1156 w 8219"/>
                    <a:gd name="connsiteY13" fmla="*/ 19008 h 72693"/>
                    <a:gd name="connsiteX14" fmla="*/ 1156 w 8219"/>
                    <a:gd name="connsiteY14" fmla="*/ 67727 h 72693"/>
                    <a:gd name="connsiteX15" fmla="*/ 1926 w 8219"/>
                    <a:gd name="connsiteY15" fmla="*/ 70681 h 72693"/>
                    <a:gd name="connsiteX16" fmla="*/ 4110 w 8219"/>
                    <a:gd name="connsiteY16" fmla="*/ 71580 h 72693"/>
                    <a:gd name="connsiteX17" fmla="*/ 6293 w 8219"/>
                    <a:gd name="connsiteY17" fmla="*/ 70681 h 72693"/>
                    <a:gd name="connsiteX18" fmla="*/ 7064 w 8219"/>
                    <a:gd name="connsiteY18" fmla="*/ 67727 h 72693"/>
                    <a:gd name="connsiteX19" fmla="*/ 7064 w 8219"/>
                    <a:gd name="connsiteY19" fmla="*/ 19008 h 72693"/>
                    <a:gd name="connsiteX20" fmla="*/ 6293 w 8219"/>
                    <a:gd name="connsiteY20" fmla="*/ 16011 h 72693"/>
                    <a:gd name="connsiteX21" fmla="*/ 4110 w 8219"/>
                    <a:gd name="connsiteY21" fmla="*/ 15112 h 72693"/>
                    <a:gd name="connsiteX22" fmla="*/ 4110 w 8219"/>
                    <a:gd name="connsiteY22" fmla="*/ 11302 h 72693"/>
                    <a:gd name="connsiteX23" fmla="*/ 985 w 8219"/>
                    <a:gd name="connsiteY23" fmla="*/ 9761 h 72693"/>
                    <a:gd name="connsiteX24" fmla="*/ 0 w 8219"/>
                    <a:gd name="connsiteY24" fmla="*/ 5608 h 72693"/>
                    <a:gd name="connsiteX25" fmla="*/ 942 w 8219"/>
                    <a:gd name="connsiteY25" fmla="*/ 1413 h 72693"/>
                    <a:gd name="connsiteX26" fmla="*/ 4110 w 8219"/>
                    <a:gd name="connsiteY26" fmla="*/ 0 h 72693"/>
                    <a:gd name="connsiteX27" fmla="*/ 7235 w 8219"/>
                    <a:gd name="connsiteY27" fmla="*/ 1456 h 72693"/>
                    <a:gd name="connsiteX28" fmla="*/ 8220 w 8219"/>
                    <a:gd name="connsiteY28" fmla="*/ 5565 h 72693"/>
                    <a:gd name="connsiteX29" fmla="*/ 7278 w 8219"/>
                    <a:gd name="connsiteY29" fmla="*/ 9761 h 72693"/>
                    <a:gd name="connsiteX30" fmla="*/ 4110 w 8219"/>
                    <a:gd name="connsiteY30" fmla="*/ 11302 h 72693"/>
                    <a:gd name="connsiteX31" fmla="*/ 4110 w 8219"/>
                    <a:gd name="connsiteY31" fmla="*/ 1199 h 72693"/>
                    <a:gd name="connsiteX32" fmla="*/ 1884 w 8219"/>
                    <a:gd name="connsiteY32" fmla="*/ 2141 h 72693"/>
                    <a:gd name="connsiteX33" fmla="*/ 1156 w 8219"/>
                    <a:gd name="connsiteY33" fmla="*/ 5651 h 72693"/>
                    <a:gd name="connsiteX34" fmla="*/ 1926 w 8219"/>
                    <a:gd name="connsiteY34" fmla="*/ 9119 h 72693"/>
                    <a:gd name="connsiteX35" fmla="*/ 4110 w 8219"/>
                    <a:gd name="connsiteY35" fmla="*/ 10146 h 72693"/>
                    <a:gd name="connsiteX36" fmla="*/ 6336 w 8219"/>
                    <a:gd name="connsiteY36" fmla="*/ 9162 h 72693"/>
                    <a:gd name="connsiteX37" fmla="*/ 7064 w 8219"/>
                    <a:gd name="connsiteY37" fmla="*/ 5608 h 72693"/>
                    <a:gd name="connsiteX38" fmla="*/ 6293 w 8219"/>
                    <a:gd name="connsiteY38" fmla="*/ 2183 h 72693"/>
                    <a:gd name="connsiteX39" fmla="*/ 4110 w 8219"/>
                    <a:gd name="connsiteY39" fmla="*/ 1199 h 72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8219" h="72693">
                      <a:moveTo>
                        <a:pt x="4110" y="72693"/>
                      </a:moveTo>
                      <a:cubicBezTo>
                        <a:pt x="2783" y="72693"/>
                        <a:pt x="1712" y="72265"/>
                        <a:pt x="1027" y="71366"/>
                      </a:cubicBezTo>
                      <a:cubicBezTo>
                        <a:pt x="342" y="70553"/>
                        <a:pt x="0" y="69311"/>
                        <a:pt x="0" y="67685"/>
                      </a:cubicBezTo>
                      <a:lnTo>
                        <a:pt x="0" y="19008"/>
                      </a:lnTo>
                      <a:cubicBezTo>
                        <a:pt x="0" y="17424"/>
                        <a:pt x="342" y="16140"/>
                        <a:pt x="1027" y="15284"/>
                      </a:cubicBezTo>
                      <a:cubicBezTo>
                        <a:pt x="1755" y="14427"/>
                        <a:pt x="2826" y="13999"/>
                        <a:pt x="4110" y="13999"/>
                      </a:cubicBezTo>
                      <a:cubicBezTo>
                        <a:pt x="5437" y="13999"/>
                        <a:pt x="6465" y="14427"/>
                        <a:pt x="7192" y="15284"/>
                      </a:cubicBezTo>
                      <a:cubicBezTo>
                        <a:pt x="7877" y="16183"/>
                        <a:pt x="8220" y="17467"/>
                        <a:pt x="8220" y="19008"/>
                      </a:cubicBezTo>
                      <a:lnTo>
                        <a:pt x="8220" y="67727"/>
                      </a:lnTo>
                      <a:cubicBezTo>
                        <a:pt x="8220" y="69311"/>
                        <a:pt x="7877" y="70553"/>
                        <a:pt x="7235" y="71409"/>
                      </a:cubicBezTo>
                      <a:cubicBezTo>
                        <a:pt x="6507" y="72265"/>
                        <a:pt x="5480" y="72693"/>
                        <a:pt x="4110" y="72693"/>
                      </a:cubicBezTo>
                      <a:close/>
                      <a:moveTo>
                        <a:pt x="4110" y="15112"/>
                      </a:moveTo>
                      <a:cubicBezTo>
                        <a:pt x="3168" y="15112"/>
                        <a:pt x="2440" y="15412"/>
                        <a:pt x="1926" y="16011"/>
                      </a:cubicBezTo>
                      <a:cubicBezTo>
                        <a:pt x="1413" y="16654"/>
                        <a:pt x="1156" y="17638"/>
                        <a:pt x="1156" y="19008"/>
                      </a:cubicBezTo>
                      <a:lnTo>
                        <a:pt x="1156" y="67727"/>
                      </a:lnTo>
                      <a:cubicBezTo>
                        <a:pt x="1156" y="69055"/>
                        <a:pt x="1413" y="70039"/>
                        <a:pt x="1926" y="70681"/>
                      </a:cubicBezTo>
                      <a:cubicBezTo>
                        <a:pt x="2397" y="71281"/>
                        <a:pt x="3125" y="71580"/>
                        <a:pt x="4110" y="71580"/>
                      </a:cubicBezTo>
                      <a:cubicBezTo>
                        <a:pt x="5137" y="71580"/>
                        <a:pt x="5822" y="71281"/>
                        <a:pt x="6293" y="70681"/>
                      </a:cubicBezTo>
                      <a:cubicBezTo>
                        <a:pt x="6807" y="70039"/>
                        <a:pt x="7064" y="69012"/>
                        <a:pt x="7064" y="67727"/>
                      </a:cubicBezTo>
                      <a:lnTo>
                        <a:pt x="7064" y="19008"/>
                      </a:lnTo>
                      <a:cubicBezTo>
                        <a:pt x="7064" y="17724"/>
                        <a:pt x="6807" y="16654"/>
                        <a:pt x="6293" y="16011"/>
                      </a:cubicBezTo>
                      <a:cubicBezTo>
                        <a:pt x="5822" y="15412"/>
                        <a:pt x="5095" y="15112"/>
                        <a:pt x="4110" y="15112"/>
                      </a:cubicBezTo>
                      <a:close/>
                      <a:moveTo>
                        <a:pt x="4110" y="11302"/>
                      </a:moveTo>
                      <a:cubicBezTo>
                        <a:pt x="2740" y="11302"/>
                        <a:pt x="1670" y="10788"/>
                        <a:pt x="985" y="9761"/>
                      </a:cubicBezTo>
                      <a:cubicBezTo>
                        <a:pt x="342" y="8862"/>
                        <a:pt x="0" y="7492"/>
                        <a:pt x="0" y="5608"/>
                      </a:cubicBezTo>
                      <a:cubicBezTo>
                        <a:pt x="0" y="3682"/>
                        <a:pt x="300" y="2312"/>
                        <a:pt x="942" y="1413"/>
                      </a:cubicBezTo>
                      <a:cubicBezTo>
                        <a:pt x="1627" y="514"/>
                        <a:pt x="2697" y="0"/>
                        <a:pt x="4110" y="0"/>
                      </a:cubicBezTo>
                      <a:cubicBezTo>
                        <a:pt x="5480" y="0"/>
                        <a:pt x="6550" y="514"/>
                        <a:pt x="7235" y="1456"/>
                      </a:cubicBezTo>
                      <a:cubicBezTo>
                        <a:pt x="7877" y="2397"/>
                        <a:pt x="8220" y="3810"/>
                        <a:pt x="8220" y="5565"/>
                      </a:cubicBezTo>
                      <a:cubicBezTo>
                        <a:pt x="8220" y="7449"/>
                        <a:pt x="7920" y="8862"/>
                        <a:pt x="7278" y="9761"/>
                      </a:cubicBezTo>
                      <a:cubicBezTo>
                        <a:pt x="6593" y="10831"/>
                        <a:pt x="5523" y="11302"/>
                        <a:pt x="4110" y="11302"/>
                      </a:cubicBezTo>
                      <a:close/>
                      <a:moveTo>
                        <a:pt x="4110" y="1199"/>
                      </a:moveTo>
                      <a:cubicBezTo>
                        <a:pt x="3082" y="1199"/>
                        <a:pt x="2355" y="1498"/>
                        <a:pt x="1884" y="2141"/>
                      </a:cubicBezTo>
                      <a:cubicBezTo>
                        <a:pt x="1413" y="2826"/>
                        <a:pt x="1156" y="3981"/>
                        <a:pt x="1156" y="5651"/>
                      </a:cubicBezTo>
                      <a:cubicBezTo>
                        <a:pt x="1156" y="7235"/>
                        <a:pt x="1413" y="8434"/>
                        <a:pt x="1926" y="9119"/>
                      </a:cubicBezTo>
                      <a:cubicBezTo>
                        <a:pt x="2397" y="9847"/>
                        <a:pt x="3125" y="10146"/>
                        <a:pt x="4110" y="10146"/>
                      </a:cubicBezTo>
                      <a:cubicBezTo>
                        <a:pt x="5137" y="10146"/>
                        <a:pt x="5908" y="9804"/>
                        <a:pt x="6336" y="9162"/>
                      </a:cubicBezTo>
                      <a:cubicBezTo>
                        <a:pt x="6807" y="8434"/>
                        <a:pt x="7064" y="7235"/>
                        <a:pt x="7064" y="5608"/>
                      </a:cubicBezTo>
                      <a:cubicBezTo>
                        <a:pt x="7064" y="4067"/>
                        <a:pt x="6807" y="2911"/>
                        <a:pt x="6293" y="2183"/>
                      </a:cubicBezTo>
                      <a:cubicBezTo>
                        <a:pt x="5822" y="1541"/>
                        <a:pt x="5095" y="1199"/>
                        <a:pt x="4110" y="119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0" name="图形 4"/>
              <p:cNvGrpSpPr/>
              <p:nvPr/>
            </p:nvGrpSpPr>
            <p:grpSpPr>
              <a:xfrm>
                <a:off x="11499665" y="6497827"/>
                <a:ext cx="50131" cy="58394"/>
                <a:chOff x="11499665" y="6497827"/>
                <a:chExt cx="50131" cy="58394"/>
              </a:xfrm>
              <a:solidFill>
                <a:srgbClr val="A5A7AA"/>
              </a:solidFill>
            </p:grpSpPr>
            <p:sp>
              <p:nvSpPr>
                <p:cNvPr id="74" name="任意多边形: 形状 73"/>
                <p:cNvSpPr/>
                <p:nvPr/>
              </p:nvSpPr>
              <p:spPr>
                <a:xfrm>
                  <a:off x="11500221" y="6498341"/>
                  <a:ext cx="48847" cy="57281"/>
                </a:xfrm>
                <a:custGeom>
                  <a:avLst/>
                  <a:gdLst>
                    <a:gd name="connsiteX0" fmla="*/ 4452 w 48847"/>
                    <a:gd name="connsiteY0" fmla="*/ 57281 h 57281"/>
                    <a:gd name="connsiteX1" fmla="*/ 1113 w 48847"/>
                    <a:gd name="connsiteY1" fmla="*/ 56382 h 57281"/>
                    <a:gd name="connsiteX2" fmla="*/ 0 w 48847"/>
                    <a:gd name="connsiteY2" fmla="*/ 53899 h 57281"/>
                    <a:gd name="connsiteX3" fmla="*/ 1113 w 48847"/>
                    <a:gd name="connsiteY3" fmla="*/ 51459 h 57281"/>
                    <a:gd name="connsiteX4" fmla="*/ 4538 w 48847"/>
                    <a:gd name="connsiteY4" fmla="*/ 50689 h 57281"/>
                    <a:gd name="connsiteX5" fmla="*/ 24445 w 48847"/>
                    <a:gd name="connsiteY5" fmla="*/ 50689 h 57281"/>
                    <a:gd name="connsiteX6" fmla="*/ 37802 w 48847"/>
                    <a:gd name="connsiteY6" fmla="*/ 47649 h 57281"/>
                    <a:gd name="connsiteX7" fmla="*/ 41698 w 48847"/>
                    <a:gd name="connsiteY7" fmla="*/ 37802 h 57281"/>
                    <a:gd name="connsiteX8" fmla="*/ 39258 w 48847"/>
                    <a:gd name="connsiteY8" fmla="*/ 30524 h 57281"/>
                    <a:gd name="connsiteX9" fmla="*/ 31595 w 48847"/>
                    <a:gd name="connsiteY9" fmla="*/ 26843 h 57281"/>
                    <a:gd name="connsiteX10" fmla="*/ 14085 w 48847"/>
                    <a:gd name="connsiteY10" fmla="*/ 23332 h 57281"/>
                    <a:gd name="connsiteX11" fmla="*/ 3939 w 48847"/>
                    <a:gd name="connsiteY11" fmla="*/ 19351 h 57281"/>
                    <a:gd name="connsiteX12" fmla="*/ 1284 w 48847"/>
                    <a:gd name="connsiteY12" fmla="*/ 12330 h 57281"/>
                    <a:gd name="connsiteX13" fmla="*/ 6122 w 48847"/>
                    <a:gd name="connsiteY13" fmla="*/ 3168 h 57281"/>
                    <a:gd name="connsiteX14" fmla="*/ 19950 w 48847"/>
                    <a:gd name="connsiteY14" fmla="*/ 0 h 57281"/>
                    <a:gd name="connsiteX15" fmla="*/ 39301 w 48847"/>
                    <a:gd name="connsiteY15" fmla="*/ 0 h 57281"/>
                    <a:gd name="connsiteX16" fmla="*/ 42683 w 48847"/>
                    <a:gd name="connsiteY16" fmla="*/ 856 h 57281"/>
                    <a:gd name="connsiteX17" fmla="*/ 43839 w 48847"/>
                    <a:gd name="connsiteY17" fmla="*/ 3339 h 57281"/>
                    <a:gd name="connsiteX18" fmla="*/ 42640 w 48847"/>
                    <a:gd name="connsiteY18" fmla="*/ 5737 h 57281"/>
                    <a:gd name="connsiteX19" fmla="*/ 39172 w 48847"/>
                    <a:gd name="connsiteY19" fmla="*/ 6550 h 57281"/>
                    <a:gd name="connsiteX20" fmla="*/ 17339 w 48847"/>
                    <a:gd name="connsiteY20" fmla="*/ 6550 h 57281"/>
                    <a:gd name="connsiteX21" fmla="*/ 10960 w 48847"/>
                    <a:gd name="connsiteY21" fmla="*/ 7620 h 57281"/>
                    <a:gd name="connsiteX22" fmla="*/ 9162 w 48847"/>
                    <a:gd name="connsiteY22" fmla="*/ 11345 h 57281"/>
                    <a:gd name="connsiteX23" fmla="*/ 10275 w 48847"/>
                    <a:gd name="connsiteY23" fmla="*/ 14641 h 57281"/>
                    <a:gd name="connsiteX24" fmla="*/ 13956 w 48847"/>
                    <a:gd name="connsiteY24" fmla="*/ 16354 h 57281"/>
                    <a:gd name="connsiteX25" fmla="*/ 32108 w 48847"/>
                    <a:gd name="connsiteY25" fmla="*/ 19950 h 57281"/>
                    <a:gd name="connsiteX26" fmla="*/ 44695 w 48847"/>
                    <a:gd name="connsiteY26" fmla="*/ 26029 h 57281"/>
                    <a:gd name="connsiteX27" fmla="*/ 48848 w 48847"/>
                    <a:gd name="connsiteY27" fmla="*/ 37417 h 57281"/>
                    <a:gd name="connsiteX28" fmla="*/ 42340 w 48847"/>
                    <a:gd name="connsiteY28" fmla="*/ 52273 h 57281"/>
                    <a:gd name="connsiteX29" fmla="*/ 22519 w 48847"/>
                    <a:gd name="connsiteY29" fmla="*/ 57196 h 57281"/>
                    <a:gd name="connsiteX30" fmla="*/ 4452 w 48847"/>
                    <a:gd name="connsiteY30" fmla="*/ 57196 h 5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8847" h="57281">
                      <a:moveTo>
                        <a:pt x="4452" y="57281"/>
                      </a:moveTo>
                      <a:cubicBezTo>
                        <a:pt x="2997" y="57281"/>
                        <a:pt x="1884" y="56982"/>
                        <a:pt x="1113" y="56382"/>
                      </a:cubicBezTo>
                      <a:cubicBezTo>
                        <a:pt x="385" y="55826"/>
                        <a:pt x="0" y="54970"/>
                        <a:pt x="0" y="53899"/>
                      </a:cubicBezTo>
                      <a:cubicBezTo>
                        <a:pt x="0" y="52786"/>
                        <a:pt x="385" y="51973"/>
                        <a:pt x="1113" y="51459"/>
                      </a:cubicBezTo>
                      <a:cubicBezTo>
                        <a:pt x="1884" y="50945"/>
                        <a:pt x="2997" y="50689"/>
                        <a:pt x="4538" y="50689"/>
                      </a:cubicBezTo>
                      <a:lnTo>
                        <a:pt x="24445" y="50689"/>
                      </a:lnTo>
                      <a:cubicBezTo>
                        <a:pt x="30738" y="50689"/>
                        <a:pt x="35191" y="49661"/>
                        <a:pt x="37802" y="47649"/>
                      </a:cubicBezTo>
                      <a:cubicBezTo>
                        <a:pt x="40414" y="45680"/>
                        <a:pt x="41698" y="42383"/>
                        <a:pt x="41698" y="37802"/>
                      </a:cubicBezTo>
                      <a:cubicBezTo>
                        <a:pt x="41698" y="34763"/>
                        <a:pt x="40885" y="32322"/>
                        <a:pt x="39258" y="30524"/>
                      </a:cubicBezTo>
                      <a:cubicBezTo>
                        <a:pt x="37588" y="28726"/>
                        <a:pt x="35020" y="27485"/>
                        <a:pt x="31595" y="26843"/>
                      </a:cubicBezTo>
                      <a:lnTo>
                        <a:pt x="14085" y="23332"/>
                      </a:lnTo>
                      <a:cubicBezTo>
                        <a:pt x="9119" y="22305"/>
                        <a:pt x="5737" y="21020"/>
                        <a:pt x="3939" y="19351"/>
                      </a:cubicBezTo>
                      <a:cubicBezTo>
                        <a:pt x="2183" y="17724"/>
                        <a:pt x="1284" y="15369"/>
                        <a:pt x="1284" y="12330"/>
                      </a:cubicBezTo>
                      <a:cubicBezTo>
                        <a:pt x="1284" y="8391"/>
                        <a:pt x="2911" y="5309"/>
                        <a:pt x="6122" y="3168"/>
                      </a:cubicBezTo>
                      <a:cubicBezTo>
                        <a:pt x="9376" y="1027"/>
                        <a:pt x="13956" y="0"/>
                        <a:pt x="19950" y="0"/>
                      </a:cubicBezTo>
                      <a:lnTo>
                        <a:pt x="39301" y="0"/>
                      </a:lnTo>
                      <a:cubicBezTo>
                        <a:pt x="40756" y="0"/>
                        <a:pt x="41912" y="257"/>
                        <a:pt x="42683" y="856"/>
                      </a:cubicBezTo>
                      <a:cubicBezTo>
                        <a:pt x="43453" y="1498"/>
                        <a:pt x="43839" y="2312"/>
                        <a:pt x="43839" y="3339"/>
                      </a:cubicBezTo>
                      <a:cubicBezTo>
                        <a:pt x="43839" y="4410"/>
                        <a:pt x="43453" y="5180"/>
                        <a:pt x="42640" y="5737"/>
                      </a:cubicBezTo>
                      <a:cubicBezTo>
                        <a:pt x="41869" y="6293"/>
                        <a:pt x="40713" y="6550"/>
                        <a:pt x="39172" y="6550"/>
                      </a:cubicBezTo>
                      <a:lnTo>
                        <a:pt x="17339" y="6550"/>
                      </a:lnTo>
                      <a:cubicBezTo>
                        <a:pt x="14256" y="6550"/>
                        <a:pt x="12116" y="6935"/>
                        <a:pt x="10960" y="7620"/>
                      </a:cubicBezTo>
                      <a:cubicBezTo>
                        <a:pt x="9761" y="8348"/>
                        <a:pt x="9162" y="9590"/>
                        <a:pt x="9162" y="11345"/>
                      </a:cubicBezTo>
                      <a:cubicBezTo>
                        <a:pt x="9162" y="12758"/>
                        <a:pt x="9547" y="13828"/>
                        <a:pt x="10275" y="14641"/>
                      </a:cubicBezTo>
                      <a:cubicBezTo>
                        <a:pt x="11003" y="15412"/>
                        <a:pt x="12244" y="15969"/>
                        <a:pt x="13956" y="16354"/>
                      </a:cubicBezTo>
                      <a:lnTo>
                        <a:pt x="32108" y="19950"/>
                      </a:lnTo>
                      <a:cubicBezTo>
                        <a:pt x="37759" y="21106"/>
                        <a:pt x="41955" y="23118"/>
                        <a:pt x="44695" y="26029"/>
                      </a:cubicBezTo>
                      <a:cubicBezTo>
                        <a:pt x="47478" y="28940"/>
                        <a:pt x="48848" y="32708"/>
                        <a:pt x="48848" y="37417"/>
                      </a:cubicBezTo>
                      <a:cubicBezTo>
                        <a:pt x="48848" y="44053"/>
                        <a:pt x="46664" y="49019"/>
                        <a:pt x="42340" y="52273"/>
                      </a:cubicBezTo>
                      <a:cubicBezTo>
                        <a:pt x="38016" y="55569"/>
                        <a:pt x="31423" y="57196"/>
                        <a:pt x="22519" y="57196"/>
                      </a:cubicBezTo>
                      <a:lnTo>
                        <a:pt x="4452" y="5719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5" name="任意多边形: 形状 74"/>
                <p:cNvSpPr/>
                <p:nvPr/>
              </p:nvSpPr>
              <p:spPr>
                <a:xfrm>
                  <a:off x="11499665" y="6497827"/>
                  <a:ext cx="50131" cy="58394"/>
                </a:xfrm>
                <a:custGeom>
                  <a:avLst/>
                  <a:gdLst>
                    <a:gd name="connsiteX0" fmla="*/ 23161 w 50131"/>
                    <a:gd name="connsiteY0" fmla="*/ 58395 h 58394"/>
                    <a:gd name="connsiteX1" fmla="*/ 5009 w 50131"/>
                    <a:gd name="connsiteY1" fmla="*/ 58395 h 58394"/>
                    <a:gd name="connsiteX2" fmla="*/ 1327 w 50131"/>
                    <a:gd name="connsiteY2" fmla="*/ 57367 h 58394"/>
                    <a:gd name="connsiteX3" fmla="*/ 0 w 50131"/>
                    <a:gd name="connsiteY3" fmla="*/ 54456 h 58394"/>
                    <a:gd name="connsiteX4" fmla="*/ 1327 w 50131"/>
                    <a:gd name="connsiteY4" fmla="*/ 51545 h 58394"/>
                    <a:gd name="connsiteX5" fmla="*/ 5095 w 50131"/>
                    <a:gd name="connsiteY5" fmla="*/ 50646 h 58394"/>
                    <a:gd name="connsiteX6" fmla="*/ 25002 w 50131"/>
                    <a:gd name="connsiteY6" fmla="*/ 50646 h 58394"/>
                    <a:gd name="connsiteX7" fmla="*/ 38016 w 50131"/>
                    <a:gd name="connsiteY7" fmla="*/ 47735 h 58394"/>
                    <a:gd name="connsiteX8" fmla="*/ 41698 w 50131"/>
                    <a:gd name="connsiteY8" fmla="*/ 38359 h 58394"/>
                    <a:gd name="connsiteX9" fmla="*/ 39386 w 50131"/>
                    <a:gd name="connsiteY9" fmla="*/ 31509 h 58394"/>
                    <a:gd name="connsiteX10" fmla="*/ 32066 w 50131"/>
                    <a:gd name="connsiteY10" fmla="*/ 27999 h 58394"/>
                    <a:gd name="connsiteX11" fmla="*/ 14556 w 50131"/>
                    <a:gd name="connsiteY11" fmla="*/ 24488 h 58394"/>
                    <a:gd name="connsiteX12" fmla="*/ 4153 w 50131"/>
                    <a:gd name="connsiteY12" fmla="*/ 20378 h 58394"/>
                    <a:gd name="connsiteX13" fmla="*/ 1327 w 50131"/>
                    <a:gd name="connsiteY13" fmla="*/ 12929 h 58394"/>
                    <a:gd name="connsiteX14" fmla="*/ 6422 w 50131"/>
                    <a:gd name="connsiteY14" fmla="*/ 3254 h 58394"/>
                    <a:gd name="connsiteX15" fmla="*/ 20549 w 50131"/>
                    <a:gd name="connsiteY15" fmla="*/ 0 h 58394"/>
                    <a:gd name="connsiteX16" fmla="*/ 39900 w 50131"/>
                    <a:gd name="connsiteY16" fmla="*/ 0 h 58394"/>
                    <a:gd name="connsiteX17" fmla="*/ 43667 w 50131"/>
                    <a:gd name="connsiteY17" fmla="*/ 985 h 58394"/>
                    <a:gd name="connsiteX18" fmla="*/ 45080 w 50131"/>
                    <a:gd name="connsiteY18" fmla="*/ 3939 h 58394"/>
                    <a:gd name="connsiteX19" fmla="*/ 43625 w 50131"/>
                    <a:gd name="connsiteY19" fmla="*/ 6807 h 58394"/>
                    <a:gd name="connsiteX20" fmla="*/ 39814 w 50131"/>
                    <a:gd name="connsiteY20" fmla="*/ 7749 h 58394"/>
                    <a:gd name="connsiteX21" fmla="*/ 17981 w 50131"/>
                    <a:gd name="connsiteY21" fmla="*/ 7749 h 58394"/>
                    <a:gd name="connsiteX22" fmla="*/ 11902 w 50131"/>
                    <a:gd name="connsiteY22" fmla="*/ 8733 h 58394"/>
                    <a:gd name="connsiteX23" fmla="*/ 10403 w 50131"/>
                    <a:gd name="connsiteY23" fmla="*/ 11944 h 58394"/>
                    <a:gd name="connsiteX24" fmla="*/ 11388 w 50131"/>
                    <a:gd name="connsiteY24" fmla="*/ 14855 h 58394"/>
                    <a:gd name="connsiteX25" fmla="*/ 14770 w 50131"/>
                    <a:gd name="connsiteY25" fmla="*/ 16397 h 58394"/>
                    <a:gd name="connsiteX26" fmla="*/ 32922 w 50131"/>
                    <a:gd name="connsiteY26" fmla="*/ 19993 h 58394"/>
                    <a:gd name="connsiteX27" fmla="*/ 45808 w 50131"/>
                    <a:gd name="connsiteY27" fmla="*/ 26243 h 58394"/>
                    <a:gd name="connsiteX28" fmla="*/ 50132 w 50131"/>
                    <a:gd name="connsiteY28" fmla="*/ 38016 h 58394"/>
                    <a:gd name="connsiteX29" fmla="*/ 43368 w 50131"/>
                    <a:gd name="connsiteY29" fmla="*/ 53343 h 58394"/>
                    <a:gd name="connsiteX30" fmla="*/ 23161 w 50131"/>
                    <a:gd name="connsiteY30" fmla="*/ 58395 h 58394"/>
                    <a:gd name="connsiteX31" fmla="*/ 5137 w 50131"/>
                    <a:gd name="connsiteY31" fmla="*/ 51802 h 58394"/>
                    <a:gd name="connsiteX32" fmla="*/ 2012 w 50131"/>
                    <a:gd name="connsiteY32" fmla="*/ 52487 h 58394"/>
                    <a:gd name="connsiteX33" fmla="*/ 1156 w 50131"/>
                    <a:gd name="connsiteY33" fmla="*/ 54456 h 58394"/>
                    <a:gd name="connsiteX34" fmla="*/ 2055 w 50131"/>
                    <a:gd name="connsiteY34" fmla="*/ 56468 h 58394"/>
                    <a:gd name="connsiteX35" fmla="*/ 5052 w 50131"/>
                    <a:gd name="connsiteY35" fmla="*/ 57239 h 58394"/>
                    <a:gd name="connsiteX36" fmla="*/ 23204 w 50131"/>
                    <a:gd name="connsiteY36" fmla="*/ 57239 h 58394"/>
                    <a:gd name="connsiteX37" fmla="*/ 42683 w 50131"/>
                    <a:gd name="connsiteY37" fmla="*/ 52444 h 58394"/>
                    <a:gd name="connsiteX38" fmla="*/ 48976 w 50131"/>
                    <a:gd name="connsiteY38" fmla="*/ 38016 h 58394"/>
                    <a:gd name="connsiteX39" fmla="*/ 44952 w 50131"/>
                    <a:gd name="connsiteY39" fmla="*/ 27014 h 58394"/>
                    <a:gd name="connsiteX40" fmla="*/ 32665 w 50131"/>
                    <a:gd name="connsiteY40" fmla="*/ 21106 h 58394"/>
                    <a:gd name="connsiteX41" fmla="*/ 14513 w 50131"/>
                    <a:gd name="connsiteY41" fmla="*/ 17510 h 58394"/>
                    <a:gd name="connsiteX42" fmla="*/ 10532 w 50131"/>
                    <a:gd name="connsiteY42" fmla="*/ 15626 h 58394"/>
                    <a:gd name="connsiteX43" fmla="*/ 9247 w 50131"/>
                    <a:gd name="connsiteY43" fmla="*/ 11944 h 58394"/>
                    <a:gd name="connsiteX44" fmla="*/ 11302 w 50131"/>
                    <a:gd name="connsiteY44" fmla="*/ 7749 h 58394"/>
                    <a:gd name="connsiteX45" fmla="*/ 17981 w 50131"/>
                    <a:gd name="connsiteY45" fmla="*/ 6593 h 58394"/>
                    <a:gd name="connsiteX46" fmla="*/ 39814 w 50131"/>
                    <a:gd name="connsiteY46" fmla="*/ 6593 h 58394"/>
                    <a:gd name="connsiteX47" fmla="*/ 42940 w 50131"/>
                    <a:gd name="connsiteY47" fmla="*/ 5865 h 58394"/>
                    <a:gd name="connsiteX48" fmla="*/ 43924 w 50131"/>
                    <a:gd name="connsiteY48" fmla="*/ 3939 h 58394"/>
                    <a:gd name="connsiteX49" fmla="*/ 42940 w 50131"/>
                    <a:gd name="connsiteY49" fmla="*/ 1884 h 58394"/>
                    <a:gd name="connsiteX50" fmla="*/ 39900 w 50131"/>
                    <a:gd name="connsiteY50" fmla="*/ 1156 h 58394"/>
                    <a:gd name="connsiteX51" fmla="*/ 20549 w 50131"/>
                    <a:gd name="connsiteY51" fmla="*/ 1156 h 58394"/>
                    <a:gd name="connsiteX52" fmla="*/ 7064 w 50131"/>
                    <a:gd name="connsiteY52" fmla="*/ 4238 h 58394"/>
                    <a:gd name="connsiteX53" fmla="*/ 2483 w 50131"/>
                    <a:gd name="connsiteY53" fmla="*/ 12929 h 58394"/>
                    <a:gd name="connsiteX54" fmla="*/ 4966 w 50131"/>
                    <a:gd name="connsiteY54" fmla="*/ 19522 h 58394"/>
                    <a:gd name="connsiteX55" fmla="*/ 14813 w 50131"/>
                    <a:gd name="connsiteY55" fmla="*/ 23375 h 58394"/>
                    <a:gd name="connsiteX56" fmla="*/ 32323 w 50131"/>
                    <a:gd name="connsiteY56" fmla="*/ 26885 h 58394"/>
                    <a:gd name="connsiteX57" fmla="*/ 40285 w 50131"/>
                    <a:gd name="connsiteY57" fmla="*/ 30738 h 58394"/>
                    <a:gd name="connsiteX58" fmla="*/ 42897 w 50131"/>
                    <a:gd name="connsiteY58" fmla="*/ 38402 h 58394"/>
                    <a:gd name="connsiteX59" fmla="*/ 38744 w 50131"/>
                    <a:gd name="connsiteY59" fmla="*/ 48676 h 58394"/>
                    <a:gd name="connsiteX60" fmla="*/ 25002 w 50131"/>
                    <a:gd name="connsiteY60" fmla="*/ 51802 h 58394"/>
                    <a:gd name="connsiteX61" fmla="*/ 5137 w 50131"/>
                    <a:gd name="connsiteY61" fmla="*/ 51802 h 5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0131" h="58394">
                      <a:moveTo>
                        <a:pt x="23161" y="58395"/>
                      </a:moveTo>
                      <a:lnTo>
                        <a:pt x="5009" y="58395"/>
                      </a:lnTo>
                      <a:cubicBezTo>
                        <a:pt x="3425" y="58395"/>
                        <a:pt x="2226" y="58052"/>
                        <a:pt x="1327" y="57367"/>
                      </a:cubicBezTo>
                      <a:cubicBezTo>
                        <a:pt x="471" y="56682"/>
                        <a:pt x="0" y="55655"/>
                        <a:pt x="0" y="54456"/>
                      </a:cubicBezTo>
                      <a:cubicBezTo>
                        <a:pt x="0" y="53214"/>
                        <a:pt x="471" y="52187"/>
                        <a:pt x="1327" y="51545"/>
                      </a:cubicBezTo>
                      <a:cubicBezTo>
                        <a:pt x="2226" y="50945"/>
                        <a:pt x="3468" y="50646"/>
                        <a:pt x="5095" y="50646"/>
                      </a:cubicBezTo>
                      <a:lnTo>
                        <a:pt x="25002" y="50646"/>
                      </a:lnTo>
                      <a:cubicBezTo>
                        <a:pt x="31124" y="50646"/>
                        <a:pt x="35490" y="49661"/>
                        <a:pt x="38016" y="47735"/>
                      </a:cubicBezTo>
                      <a:cubicBezTo>
                        <a:pt x="40457" y="45894"/>
                        <a:pt x="41698" y="42726"/>
                        <a:pt x="41698" y="38359"/>
                      </a:cubicBezTo>
                      <a:cubicBezTo>
                        <a:pt x="41698" y="35448"/>
                        <a:pt x="40927" y="33136"/>
                        <a:pt x="39386" y="31509"/>
                      </a:cubicBezTo>
                      <a:cubicBezTo>
                        <a:pt x="37802" y="29797"/>
                        <a:pt x="35362" y="28641"/>
                        <a:pt x="32066" y="27999"/>
                      </a:cubicBezTo>
                      <a:lnTo>
                        <a:pt x="14556" y="24488"/>
                      </a:lnTo>
                      <a:cubicBezTo>
                        <a:pt x="9461" y="23461"/>
                        <a:pt x="6036" y="22091"/>
                        <a:pt x="4153" y="20378"/>
                      </a:cubicBezTo>
                      <a:cubicBezTo>
                        <a:pt x="2269" y="18623"/>
                        <a:pt x="1327" y="16140"/>
                        <a:pt x="1327" y="12929"/>
                      </a:cubicBezTo>
                      <a:cubicBezTo>
                        <a:pt x="1327" y="8776"/>
                        <a:pt x="3040" y="5523"/>
                        <a:pt x="6422" y="3254"/>
                      </a:cubicBezTo>
                      <a:cubicBezTo>
                        <a:pt x="9761" y="1070"/>
                        <a:pt x="14427" y="0"/>
                        <a:pt x="20549" y="0"/>
                      </a:cubicBezTo>
                      <a:lnTo>
                        <a:pt x="39900" y="0"/>
                      </a:lnTo>
                      <a:cubicBezTo>
                        <a:pt x="41570" y="0"/>
                        <a:pt x="42768" y="342"/>
                        <a:pt x="43667" y="985"/>
                      </a:cubicBezTo>
                      <a:cubicBezTo>
                        <a:pt x="44609" y="1755"/>
                        <a:pt x="45080" y="2740"/>
                        <a:pt x="45080" y="3939"/>
                      </a:cubicBezTo>
                      <a:cubicBezTo>
                        <a:pt x="45080" y="5180"/>
                        <a:pt x="44566" y="6165"/>
                        <a:pt x="43625" y="6807"/>
                      </a:cubicBezTo>
                      <a:cubicBezTo>
                        <a:pt x="42768" y="7406"/>
                        <a:pt x="41484" y="7749"/>
                        <a:pt x="39814" y="7749"/>
                      </a:cubicBezTo>
                      <a:lnTo>
                        <a:pt x="17981" y="7749"/>
                      </a:lnTo>
                      <a:cubicBezTo>
                        <a:pt x="14342" y="7749"/>
                        <a:pt x="12672" y="8305"/>
                        <a:pt x="11902" y="8733"/>
                      </a:cubicBezTo>
                      <a:cubicBezTo>
                        <a:pt x="10874" y="9376"/>
                        <a:pt x="10403" y="10403"/>
                        <a:pt x="10403" y="11944"/>
                      </a:cubicBezTo>
                      <a:cubicBezTo>
                        <a:pt x="10403" y="13186"/>
                        <a:pt x="10703" y="14128"/>
                        <a:pt x="11388" y="14855"/>
                      </a:cubicBezTo>
                      <a:cubicBezTo>
                        <a:pt x="12030" y="15540"/>
                        <a:pt x="13186" y="16054"/>
                        <a:pt x="14770" y="16397"/>
                      </a:cubicBezTo>
                      <a:lnTo>
                        <a:pt x="32922" y="19993"/>
                      </a:lnTo>
                      <a:cubicBezTo>
                        <a:pt x="38658" y="21149"/>
                        <a:pt x="42982" y="23246"/>
                        <a:pt x="45808" y="26243"/>
                      </a:cubicBezTo>
                      <a:cubicBezTo>
                        <a:pt x="48676" y="29240"/>
                        <a:pt x="50132" y="33179"/>
                        <a:pt x="50132" y="38016"/>
                      </a:cubicBezTo>
                      <a:cubicBezTo>
                        <a:pt x="50132" y="44823"/>
                        <a:pt x="47863" y="49961"/>
                        <a:pt x="43368" y="53343"/>
                      </a:cubicBezTo>
                      <a:cubicBezTo>
                        <a:pt x="38873" y="56725"/>
                        <a:pt x="32280" y="58395"/>
                        <a:pt x="23161" y="58395"/>
                      </a:cubicBezTo>
                      <a:close/>
                      <a:moveTo>
                        <a:pt x="5137" y="51802"/>
                      </a:moveTo>
                      <a:cubicBezTo>
                        <a:pt x="3725" y="51802"/>
                        <a:pt x="2697" y="52016"/>
                        <a:pt x="2012" y="52487"/>
                      </a:cubicBezTo>
                      <a:cubicBezTo>
                        <a:pt x="1456" y="52915"/>
                        <a:pt x="1156" y="53557"/>
                        <a:pt x="1156" y="54456"/>
                      </a:cubicBezTo>
                      <a:cubicBezTo>
                        <a:pt x="1156" y="55312"/>
                        <a:pt x="1456" y="55997"/>
                        <a:pt x="2055" y="56468"/>
                      </a:cubicBezTo>
                      <a:cubicBezTo>
                        <a:pt x="2740" y="56982"/>
                        <a:pt x="3682" y="57239"/>
                        <a:pt x="5052" y="57239"/>
                      </a:cubicBezTo>
                      <a:lnTo>
                        <a:pt x="23204" y="57239"/>
                      </a:lnTo>
                      <a:cubicBezTo>
                        <a:pt x="31894" y="57239"/>
                        <a:pt x="38444" y="55612"/>
                        <a:pt x="42683" y="52444"/>
                      </a:cubicBezTo>
                      <a:cubicBezTo>
                        <a:pt x="46835" y="49276"/>
                        <a:pt x="48976" y="44438"/>
                        <a:pt x="48976" y="38016"/>
                      </a:cubicBezTo>
                      <a:cubicBezTo>
                        <a:pt x="48976" y="33478"/>
                        <a:pt x="47606" y="29797"/>
                        <a:pt x="44952" y="27014"/>
                      </a:cubicBezTo>
                      <a:cubicBezTo>
                        <a:pt x="42297" y="24188"/>
                        <a:pt x="38188" y="22219"/>
                        <a:pt x="32665" y="21106"/>
                      </a:cubicBezTo>
                      <a:lnTo>
                        <a:pt x="14513" y="17510"/>
                      </a:lnTo>
                      <a:cubicBezTo>
                        <a:pt x="12715" y="17124"/>
                        <a:pt x="11345" y="16482"/>
                        <a:pt x="10532" y="15626"/>
                      </a:cubicBezTo>
                      <a:cubicBezTo>
                        <a:pt x="9675" y="14641"/>
                        <a:pt x="9247" y="13443"/>
                        <a:pt x="9247" y="11944"/>
                      </a:cubicBezTo>
                      <a:cubicBezTo>
                        <a:pt x="9247" y="10018"/>
                        <a:pt x="9932" y="8605"/>
                        <a:pt x="11302" y="7749"/>
                      </a:cubicBezTo>
                      <a:cubicBezTo>
                        <a:pt x="12586" y="6978"/>
                        <a:pt x="14855" y="6593"/>
                        <a:pt x="17981" y="6593"/>
                      </a:cubicBezTo>
                      <a:lnTo>
                        <a:pt x="39814" y="6593"/>
                      </a:lnTo>
                      <a:cubicBezTo>
                        <a:pt x="41184" y="6593"/>
                        <a:pt x="42297" y="6336"/>
                        <a:pt x="42940" y="5865"/>
                      </a:cubicBezTo>
                      <a:cubicBezTo>
                        <a:pt x="43582" y="5394"/>
                        <a:pt x="43924" y="4795"/>
                        <a:pt x="43924" y="3939"/>
                      </a:cubicBezTo>
                      <a:cubicBezTo>
                        <a:pt x="43924" y="3082"/>
                        <a:pt x="43625" y="2440"/>
                        <a:pt x="42940" y="1884"/>
                      </a:cubicBezTo>
                      <a:cubicBezTo>
                        <a:pt x="42297" y="1370"/>
                        <a:pt x="41313" y="1156"/>
                        <a:pt x="39900" y="1156"/>
                      </a:cubicBezTo>
                      <a:lnTo>
                        <a:pt x="20549" y="1156"/>
                      </a:lnTo>
                      <a:cubicBezTo>
                        <a:pt x="14684" y="1156"/>
                        <a:pt x="10146" y="2183"/>
                        <a:pt x="7064" y="4238"/>
                      </a:cubicBezTo>
                      <a:cubicBezTo>
                        <a:pt x="4024" y="6250"/>
                        <a:pt x="2483" y="9204"/>
                        <a:pt x="2483" y="12929"/>
                      </a:cubicBezTo>
                      <a:cubicBezTo>
                        <a:pt x="2483" y="15797"/>
                        <a:pt x="3297" y="17981"/>
                        <a:pt x="4966" y="19522"/>
                      </a:cubicBezTo>
                      <a:cubicBezTo>
                        <a:pt x="6679" y="21106"/>
                        <a:pt x="9975" y="22390"/>
                        <a:pt x="14813" y="23375"/>
                      </a:cubicBezTo>
                      <a:lnTo>
                        <a:pt x="32323" y="26885"/>
                      </a:lnTo>
                      <a:cubicBezTo>
                        <a:pt x="35833" y="27570"/>
                        <a:pt x="38530" y="28855"/>
                        <a:pt x="40285" y="30738"/>
                      </a:cubicBezTo>
                      <a:cubicBezTo>
                        <a:pt x="42041" y="32622"/>
                        <a:pt x="42897" y="35191"/>
                        <a:pt x="42897" y="38402"/>
                      </a:cubicBezTo>
                      <a:cubicBezTo>
                        <a:pt x="42897" y="43154"/>
                        <a:pt x="41484" y="46621"/>
                        <a:pt x="38744" y="48676"/>
                      </a:cubicBezTo>
                      <a:cubicBezTo>
                        <a:pt x="36004" y="50774"/>
                        <a:pt x="31381" y="51802"/>
                        <a:pt x="25002" y="51802"/>
                      </a:cubicBezTo>
                      <a:lnTo>
                        <a:pt x="5137" y="5180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1" name="图形 4"/>
              <p:cNvGrpSpPr/>
              <p:nvPr/>
            </p:nvGrpSpPr>
            <p:grpSpPr>
              <a:xfrm>
                <a:off x="11587941" y="6496671"/>
                <a:ext cx="53428" cy="59550"/>
                <a:chOff x="11587941" y="6496671"/>
                <a:chExt cx="53428" cy="59550"/>
              </a:xfrm>
              <a:solidFill>
                <a:srgbClr val="A5A7AA"/>
              </a:solidFill>
            </p:grpSpPr>
            <p:sp>
              <p:nvSpPr>
                <p:cNvPr id="72" name="任意多边形: 形状 71"/>
                <p:cNvSpPr/>
                <p:nvPr/>
              </p:nvSpPr>
              <p:spPr>
                <a:xfrm>
                  <a:off x="11588455" y="6497270"/>
                  <a:ext cx="52272" cy="58351"/>
                </a:xfrm>
                <a:custGeom>
                  <a:avLst/>
                  <a:gdLst>
                    <a:gd name="connsiteX0" fmla="*/ 46536 w 52272"/>
                    <a:gd name="connsiteY0" fmla="*/ 51844 h 58351"/>
                    <a:gd name="connsiteX1" fmla="*/ 49918 w 52272"/>
                    <a:gd name="connsiteY1" fmla="*/ 52658 h 58351"/>
                    <a:gd name="connsiteX2" fmla="*/ 51074 w 52272"/>
                    <a:gd name="connsiteY2" fmla="*/ 55055 h 58351"/>
                    <a:gd name="connsiteX3" fmla="*/ 49961 w 52272"/>
                    <a:gd name="connsiteY3" fmla="*/ 57538 h 58351"/>
                    <a:gd name="connsiteX4" fmla="*/ 46536 w 52272"/>
                    <a:gd name="connsiteY4" fmla="*/ 58352 h 58351"/>
                    <a:gd name="connsiteX5" fmla="*/ 35191 w 52272"/>
                    <a:gd name="connsiteY5" fmla="*/ 58352 h 58351"/>
                    <a:gd name="connsiteX6" fmla="*/ 21149 w 52272"/>
                    <a:gd name="connsiteY6" fmla="*/ 57196 h 58351"/>
                    <a:gd name="connsiteX7" fmla="*/ 11730 w 52272"/>
                    <a:gd name="connsiteY7" fmla="*/ 53343 h 58351"/>
                    <a:gd name="connsiteX8" fmla="*/ 3125 w 52272"/>
                    <a:gd name="connsiteY8" fmla="*/ 43325 h 58351"/>
                    <a:gd name="connsiteX9" fmla="*/ 0 w 52272"/>
                    <a:gd name="connsiteY9" fmla="*/ 29069 h 58351"/>
                    <a:gd name="connsiteX10" fmla="*/ 7663 w 52272"/>
                    <a:gd name="connsiteY10" fmla="*/ 8263 h 58351"/>
                    <a:gd name="connsiteX11" fmla="*/ 27099 w 52272"/>
                    <a:gd name="connsiteY11" fmla="*/ 0 h 58351"/>
                    <a:gd name="connsiteX12" fmla="*/ 44994 w 52272"/>
                    <a:gd name="connsiteY12" fmla="*/ 6935 h 58351"/>
                    <a:gd name="connsiteX13" fmla="*/ 52272 w 52272"/>
                    <a:gd name="connsiteY13" fmla="*/ 23589 h 58351"/>
                    <a:gd name="connsiteX14" fmla="*/ 52272 w 52272"/>
                    <a:gd name="connsiteY14" fmla="*/ 25772 h 58351"/>
                    <a:gd name="connsiteX15" fmla="*/ 51373 w 52272"/>
                    <a:gd name="connsiteY15" fmla="*/ 27999 h 58351"/>
                    <a:gd name="connsiteX16" fmla="*/ 48805 w 52272"/>
                    <a:gd name="connsiteY16" fmla="*/ 28769 h 58351"/>
                    <a:gd name="connsiteX17" fmla="*/ 7834 w 52272"/>
                    <a:gd name="connsiteY17" fmla="*/ 28769 h 58351"/>
                    <a:gd name="connsiteX18" fmla="*/ 7834 w 52272"/>
                    <a:gd name="connsiteY18" fmla="*/ 29069 h 58351"/>
                    <a:gd name="connsiteX19" fmla="*/ 13914 w 52272"/>
                    <a:gd name="connsiteY19" fmla="*/ 46621 h 58351"/>
                    <a:gd name="connsiteX20" fmla="*/ 34549 w 52272"/>
                    <a:gd name="connsiteY20" fmla="*/ 51844 h 58351"/>
                    <a:gd name="connsiteX21" fmla="*/ 46536 w 52272"/>
                    <a:gd name="connsiteY21" fmla="*/ 51844 h 58351"/>
                    <a:gd name="connsiteX22" fmla="*/ 8519 w 52272"/>
                    <a:gd name="connsiteY22" fmla="*/ 22647 h 58351"/>
                    <a:gd name="connsiteX23" fmla="*/ 44780 w 52272"/>
                    <a:gd name="connsiteY23" fmla="*/ 22647 h 58351"/>
                    <a:gd name="connsiteX24" fmla="*/ 39557 w 52272"/>
                    <a:gd name="connsiteY24" fmla="*/ 10532 h 58351"/>
                    <a:gd name="connsiteX25" fmla="*/ 26629 w 52272"/>
                    <a:gd name="connsiteY25" fmla="*/ 5994 h 58351"/>
                    <a:gd name="connsiteX26" fmla="*/ 13871 w 52272"/>
                    <a:gd name="connsiteY26" fmla="*/ 10532 h 58351"/>
                    <a:gd name="connsiteX27" fmla="*/ 8519 w 52272"/>
                    <a:gd name="connsiteY27" fmla="*/ 22647 h 5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2272" h="58351">
                      <a:moveTo>
                        <a:pt x="46536" y="51844"/>
                      </a:moveTo>
                      <a:cubicBezTo>
                        <a:pt x="48034" y="51844"/>
                        <a:pt x="49147" y="52144"/>
                        <a:pt x="49918" y="52658"/>
                      </a:cubicBezTo>
                      <a:cubicBezTo>
                        <a:pt x="50688" y="53214"/>
                        <a:pt x="51074" y="54028"/>
                        <a:pt x="51074" y="55055"/>
                      </a:cubicBezTo>
                      <a:cubicBezTo>
                        <a:pt x="51074" y="56126"/>
                        <a:pt x="50688" y="56939"/>
                        <a:pt x="49961" y="57538"/>
                      </a:cubicBezTo>
                      <a:cubicBezTo>
                        <a:pt x="49190" y="58138"/>
                        <a:pt x="48034" y="58352"/>
                        <a:pt x="46536" y="58352"/>
                      </a:cubicBezTo>
                      <a:lnTo>
                        <a:pt x="35191" y="58352"/>
                      </a:lnTo>
                      <a:cubicBezTo>
                        <a:pt x="29411" y="58352"/>
                        <a:pt x="24702" y="57966"/>
                        <a:pt x="21149" y="57196"/>
                      </a:cubicBezTo>
                      <a:cubicBezTo>
                        <a:pt x="17595" y="56425"/>
                        <a:pt x="14470" y="55141"/>
                        <a:pt x="11730" y="53343"/>
                      </a:cubicBezTo>
                      <a:cubicBezTo>
                        <a:pt x="8134" y="50988"/>
                        <a:pt x="5266" y="47606"/>
                        <a:pt x="3125" y="43325"/>
                      </a:cubicBezTo>
                      <a:cubicBezTo>
                        <a:pt x="1027" y="38958"/>
                        <a:pt x="0" y="34249"/>
                        <a:pt x="0" y="29069"/>
                      </a:cubicBezTo>
                      <a:cubicBezTo>
                        <a:pt x="0" y="20678"/>
                        <a:pt x="2569" y="13742"/>
                        <a:pt x="7663" y="8263"/>
                      </a:cubicBezTo>
                      <a:cubicBezTo>
                        <a:pt x="12758" y="2783"/>
                        <a:pt x="19265" y="0"/>
                        <a:pt x="27099" y="0"/>
                      </a:cubicBezTo>
                      <a:cubicBezTo>
                        <a:pt x="34121" y="0"/>
                        <a:pt x="40071" y="2312"/>
                        <a:pt x="44994" y="6935"/>
                      </a:cubicBezTo>
                      <a:cubicBezTo>
                        <a:pt x="49875" y="11559"/>
                        <a:pt x="52272" y="17124"/>
                        <a:pt x="52272" y="23589"/>
                      </a:cubicBezTo>
                      <a:lnTo>
                        <a:pt x="52272" y="25772"/>
                      </a:lnTo>
                      <a:cubicBezTo>
                        <a:pt x="52272" y="26757"/>
                        <a:pt x="51973" y="27485"/>
                        <a:pt x="51373" y="27999"/>
                      </a:cubicBezTo>
                      <a:cubicBezTo>
                        <a:pt x="50817" y="28512"/>
                        <a:pt x="49918" y="28769"/>
                        <a:pt x="48805" y="28769"/>
                      </a:cubicBezTo>
                      <a:lnTo>
                        <a:pt x="7834" y="28769"/>
                      </a:lnTo>
                      <a:lnTo>
                        <a:pt x="7834" y="29069"/>
                      </a:lnTo>
                      <a:cubicBezTo>
                        <a:pt x="7834" y="37246"/>
                        <a:pt x="9847" y="43111"/>
                        <a:pt x="13914" y="46621"/>
                      </a:cubicBezTo>
                      <a:cubicBezTo>
                        <a:pt x="17938" y="50132"/>
                        <a:pt x="24830" y="51844"/>
                        <a:pt x="34549" y="51844"/>
                      </a:cubicBezTo>
                      <a:lnTo>
                        <a:pt x="46536" y="51844"/>
                      </a:lnTo>
                      <a:close/>
                      <a:moveTo>
                        <a:pt x="8519" y="22647"/>
                      </a:moveTo>
                      <a:lnTo>
                        <a:pt x="44780" y="22647"/>
                      </a:lnTo>
                      <a:cubicBezTo>
                        <a:pt x="44566" y="17553"/>
                        <a:pt x="42811" y="13486"/>
                        <a:pt x="39557" y="10532"/>
                      </a:cubicBezTo>
                      <a:cubicBezTo>
                        <a:pt x="36304" y="7535"/>
                        <a:pt x="31980" y="5994"/>
                        <a:pt x="26629" y="5994"/>
                      </a:cubicBezTo>
                      <a:cubicBezTo>
                        <a:pt x="21406" y="5994"/>
                        <a:pt x="17167" y="7535"/>
                        <a:pt x="13871" y="10532"/>
                      </a:cubicBezTo>
                      <a:cubicBezTo>
                        <a:pt x="10617" y="13443"/>
                        <a:pt x="8819" y="17553"/>
                        <a:pt x="8519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11587941" y="6496671"/>
                  <a:ext cx="53428" cy="59550"/>
                </a:xfrm>
                <a:custGeom>
                  <a:avLst/>
                  <a:gdLst>
                    <a:gd name="connsiteX0" fmla="*/ 47050 w 53428"/>
                    <a:gd name="connsiteY0" fmla="*/ 59550 h 59550"/>
                    <a:gd name="connsiteX1" fmla="*/ 35705 w 53428"/>
                    <a:gd name="connsiteY1" fmla="*/ 59550 h 59550"/>
                    <a:gd name="connsiteX2" fmla="*/ 21534 w 53428"/>
                    <a:gd name="connsiteY2" fmla="*/ 58352 h 59550"/>
                    <a:gd name="connsiteX3" fmla="*/ 11944 w 53428"/>
                    <a:gd name="connsiteY3" fmla="*/ 54413 h 59550"/>
                    <a:gd name="connsiteX4" fmla="*/ 3168 w 53428"/>
                    <a:gd name="connsiteY4" fmla="*/ 44181 h 59550"/>
                    <a:gd name="connsiteX5" fmla="*/ 0 w 53428"/>
                    <a:gd name="connsiteY5" fmla="*/ 29668 h 59550"/>
                    <a:gd name="connsiteX6" fmla="*/ 7792 w 53428"/>
                    <a:gd name="connsiteY6" fmla="*/ 8434 h 59550"/>
                    <a:gd name="connsiteX7" fmla="*/ 27656 w 53428"/>
                    <a:gd name="connsiteY7" fmla="*/ 0 h 59550"/>
                    <a:gd name="connsiteX8" fmla="*/ 45936 w 53428"/>
                    <a:gd name="connsiteY8" fmla="*/ 7064 h 59550"/>
                    <a:gd name="connsiteX9" fmla="*/ 53428 w 53428"/>
                    <a:gd name="connsiteY9" fmla="*/ 24146 h 59550"/>
                    <a:gd name="connsiteX10" fmla="*/ 53428 w 53428"/>
                    <a:gd name="connsiteY10" fmla="*/ 26329 h 59550"/>
                    <a:gd name="connsiteX11" fmla="*/ 52358 w 53428"/>
                    <a:gd name="connsiteY11" fmla="*/ 28983 h 59550"/>
                    <a:gd name="connsiteX12" fmla="*/ 49404 w 53428"/>
                    <a:gd name="connsiteY12" fmla="*/ 29925 h 59550"/>
                    <a:gd name="connsiteX13" fmla="*/ 9033 w 53428"/>
                    <a:gd name="connsiteY13" fmla="*/ 29925 h 59550"/>
                    <a:gd name="connsiteX14" fmla="*/ 14941 w 53428"/>
                    <a:gd name="connsiteY14" fmla="*/ 46750 h 59550"/>
                    <a:gd name="connsiteX15" fmla="*/ 35191 w 53428"/>
                    <a:gd name="connsiteY15" fmla="*/ 51844 h 59550"/>
                    <a:gd name="connsiteX16" fmla="*/ 47135 w 53428"/>
                    <a:gd name="connsiteY16" fmla="*/ 51844 h 59550"/>
                    <a:gd name="connsiteX17" fmla="*/ 50860 w 53428"/>
                    <a:gd name="connsiteY17" fmla="*/ 52786 h 59550"/>
                    <a:gd name="connsiteX18" fmla="*/ 52273 w 53428"/>
                    <a:gd name="connsiteY18" fmla="*/ 55655 h 59550"/>
                    <a:gd name="connsiteX19" fmla="*/ 50945 w 53428"/>
                    <a:gd name="connsiteY19" fmla="*/ 58566 h 59550"/>
                    <a:gd name="connsiteX20" fmla="*/ 47050 w 53428"/>
                    <a:gd name="connsiteY20" fmla="*/ 59550 h 59550"/>
                    <a:gd name="connsiteX21" fmla="*/ 27613 w 53428"/>
                    <a:gd name="connsiteY21" fmla="*/ 1199 h 59550"/>
                    <a:gd name="connsiteX22" fmla="*/ 8605 w 53428"/>
                    <a:gd name="connsiteY22" fmla="*/ 9247 h 59550"/>
                    <a:gd name="connsiteX23" fmla="*/ 1113 w 53428"/>
                    <a:gd name="connsiteY23" fmla="*/ 29668 h 59550"/>
                    <a:gd name="connsiteX24" fmla="*/ 4196 w 53428"/>
                    <a:gd name="connsiteY24" fmla="*/ 43667 h 59550"/>
                    <a:gd name="connsiteX25" fmla="*/ 12586 w 53428"/>
                    <a:gd name="connsiteY25" fmla="*/ 53428 h 59550"/>
                    <a:gd name="connsiteX26" fmla="*/ 21791 w 53428"/>
                    <a:gd name="connsiteY26" fmla="*/ 57196 h 59550"/>
                    <a:gd name="connsiteX27" fmla="*/ 35705 w 53428"/>
                    <a:gd name="connsiteY27" fmla="*/ 58352 h 59550"/>
                    <a:gd name="connsiteX28" fmla="*/ 47050 w 53428"/>
                    <a:gd name="connsiteY28" fmla="*/ 58352 h 59550"/>
                    <a:gd name="connsiteX29" fmla="*/ 50132 w 53428"/>
                    <a:gd name="connsiteY29" fmla="*/ 57624 h 59550"/>
                    <a:gd name="connsiteX30" fmla="*/ 51031 w 53428"/>
                    <a:gd name="connsiteY30" fmla="*/ 55612 h 59550"/>
                    <a:gd name="connsiteX31" fmla="*/ 50089 w 53428"/>
                    <a:gd name="connsiteY31" fmla="*/ 53685 h 59550"/>
                    <a:gd name="connsiteX32" fmla="*/ 47007 w 53428"/>
                    <a:gd name="connsiteY32" fmla="*/ 52957 h 59550"/>
                    <a:gd name="connsiteX33" fmla="*/ 35062 w 53428"/>
                    <a:gd name="connsiteY33" fmla="*/ 52957 h 59550"/>
                    <a:gd name="connsiteX34" fmla="*/ 14042 w 53428"/>
                    <a:gd name="connsiteY34" fmla="*/ 47563 h 59550"/>
                    <a:gd name="connsiteX35" fmla="*/ 7749 w 53428"/>
                    <a:gd name="connsiteY35" fmla="*/ 29583 h 59550"/>
                    <a:gd name="connsiteX36" fmla="*/ 7749 w 53428"/>
                    <a:gd name="connsiteY36" fmla="*/ 28684 h 59550"/>
                    <a:gd name="connsiteX37" fmla="*/ 49276 w 53428"/>
                    <a:gd name="connsiteY37" fmla="*/ 28684 h 59550"/>
                    <a:gd name="connsiteX38" fmla="*/ 51459 w 53428"/>
                    <a:gd name="connsiteY38" fmla="*/ 28041 h 59550"/>
                    <a:gd name="connsiteX39" fmla="*/ 52144 w 53428"/>
                    <a:gd name="connsiteY39" fmla="*/ 26243 h 59550"/>
                    <a:gd name="connsiteX40" fmla="*/ 52144 w 53428"/>
                    <a:gd name="connsiteY40" fmla="*/ 24060 h 59550"/>
                    <a:gd name="connsiteX41" fmla="*/ 45037 w 53428"/>
                    <a:gd name="connsiteY41" fmla="*/ 7834 h 59550"/>
                    <a:gd name="connsiteX42" fmla="*/ 27613 w 53428"/>
                    <a:gd name="connsiteY42" fmla="*/ 1199 h 59550"/>
                    <a:gd name="connsiteX43" fmla="*/ 45894 w 53428"/>
                    <a:gd name="connsiteY43" fmla="*/ 23803 h 59550"/>
                    <a:gd name="connsiteX44" fmla="*/ 8434 w 53428"/>
                    <a:gd name="connsiteY44" fmla="*/ 23803 h 59550"/>
                    <a:gd name="connsiteX45" fmla="*/ 8477 w 53428"/>
                    <a:gd name="connsiteY45" fmla="*/ 23204 h 59550"/>
                    <a:gd name="connsiteX46" fmla="*/ 14042 w 53428"/>
                    <a:gd name="connsiteY46" fmla="*/ 10703 h 59550"/>
                    <a:gd name="connsiteX47" fmla="*/ 27185 w 53428"/>
                    <a:gd name="connsiteY47" fmla="*/ 6036 h 59550"/>
                    <a:gd name="connsiteX48" fmla="*/ 40499 w 53428"/>
                    <a:gd name="connsiteY48" fmla="*/ 10703 h 59550"/>
                    <a:gd name="connsiteX49" fmla="*/ 45894 w 53428"/>
                    <a:gd name="connsiteY49" fmla="*/ 23246 h 59550"/>
                    <a:gd name="connsiteX50" fmla="*/ 45894 w 53428"/>
                    <a:gd name="connsiteY50" fmla="*/ 23803 h 59550"/>
                    <a:gd name="connsiteX51" fmla="*/ 9675 w 53428"/>
                    <a:gd name="connsiteY51" fmla="*/ 22647 h 59550"/>
                    <a:gd name="connsiteX52" fmla="*/ 44695 w 53428"/>
                    <a:gd name="connsiteY52" fmla="*/ 22647 h 59550"/>
                    <a:gd name="connsiteX53" fmla="*/ 39686 w 53428"/>
                    <a:gd name="connsiteY53" fmla="*/ 11516 h 59550"/>
                    <a:gd name="connsiteX54" fmla="*/ 27142 w 53428"/>
                    <a:gd name="connsiteY54" fmla="*/ 7149 h 59550"/>
                    <a:gd name="connsiteX55" fmla="*/ 14770 w 53428"/>
                    <a:gd name="connsiteY55" fmla="*/ 11516 h 59550"/>
                    <a:gd name="connsiteX56" fmla="*/ 9675 w 53428"/>
                    <a:gd name="connsiteY56" fmla="*/ 22647 h 5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53428" h="59550">
                      <a:moveTo>
                        <a:pt x="47050" y="59550"/>
                      </a:moveTo>
                      <a:lnTo>
                        <a:pt x="35705" y="59550"/>
                      </a:lnTo>
                      <a:cubicBezTo>
                        <a:pt x="29711" y="59550"/>
                        <a:pt x="25087" y="59165"/>
                        <a:pt x="21534" y="58352"/>
                      </a:cubicBezTo>
                      <a:cubicBezTo>
                        <a:pt x="17895" y="57581"/>
                        <a:pt x="14770" y="56297"/>
                        <a:pt x="11944" y="54413"/>
                      </a:cubicBezTo>
                      <a:cubicBezTo>
                        <a:pt x="8263" y="52016"/>
                        <a:pt x="5309" y="48591"/>
                        <a:pt x="3168" y="44181"/>
                      </a:cubicBezTo>
                      <a:cubicBezTo>
                        <a:pt x="1028" y="39729"/>
                        <a:pt x="0" y="34977"/>
                        <a:pt x="0" y="29668"/>
                      </a:cubicBezTo>
                      <a:cubicBezTo>
                        <a:pt x="0" y="21149"/>
                        <a:pt x="2612" y="13999"/>
                        <a:pt x="7792" y="8434"/>
                      </a:cubicBezTo>
                      <a:cubicBezTo>
                        <a:pt x="12972" y="2826"/>
                        <a:pt x="19650" y="0"/>
                        <a:pt x="27656" y="0"/>
                      </a:cubicBezTo>
                      <a:cubicBezTo>
                        <a:pt x="34763" y="0"/>
                        <a:pt x="40928" y="2397"/>
                        <a:pt x="45936" y="7064"/>
                      </a:cubicBezTo>
                      <a:cubicBezTo>
                        <a:pt x="50903" y="11773"/>
                        <a:pt x="53428" y="17510"/>
                        <a:pt x="53428" y="24146"/>
                      </a:cubicBezTo>
                      <a:lnTo>
                        <a:pt x="53428" y="26329"/>
                      </a:lnTo>
                      <a:cubicBezTo>
                        <a:pt x="53428" y="27485"/>
                        <a:pt x="53086" y="28384"/>
                        <a:pt x="52358" y="28983"/>
                      </a:cubicBezTo>
                      <a:cubicBezTo>
                        <a:pt x="51673" y="29583"/>
                        <a:pt x="50689" y="29925"/>
                        <a:pt x="49404" y="29925"/>
                      </a:cubicBezTo>
                      <a:lnTo>
                        <a:pt x="9033" y="29925"/>
                      </a:lnTo>
                      <a:cubicBezTo>
                        <a:pt x="9076" y="37759"/>
                        <a:pt x="11045" y="43411"/>
                        <a:pt x="14941" y="46750"/>
                      </a:cubicBezTo>
                      <a:cubicBezTo>
                        <a:pt x="18837" y="50132"/>
                        <a:pt x="25687" y="51844"/>
                        <a:pt x="35191" y="51844"/>
                      </a:cubicBezTo>
                      <a:lnTo>
                        <a:pt x="47135" y="51844"/>
                      </a:lnTo>
                      <a:cubicBezTo>
                        <a:pt x="48719" y="51844"/>
                        <a:pt x="50004" y="52144"/>
                        <a:pt x="50860" y="52786"/>
                      </a:cubicBezTo>
                      <a:cubicBezTo>
                        <a:pt x="51802" y="53428"/>
                        <a:pt x="52273" y="54413"/>
                        <a:pt x="52273" y="55655"/>
                      </a:cubicBezTo>
                      <a:cubicBezTo>
                        <a:pt x="52273" y="56896"/>
                        <a:pt x="51802" y="57881"/>
                        <a:pt x="50945" y="58566"/>
                      </a:cubicBezTo>
                      <a:cubicBezTo>
                        <a:pt x="50004" y="59251"/>
                        <a:pt x="48805" y="59550"/>
                        <a:pt x="47050" y="59550"/>
                      </a:cubicBezTo>
                      <a:close/>
                      <a:moveTo>
                        <a:pt x="27613" y="1199"/>
                      </a:moveTo>
                      <a:cubicBezTo>
                        <a:pt x="19950" y="1199"/>
                        <a:pt x="13571" y="3896"/>
                        <a:pt x="8605" y="9247"/>
                      </a:cubicBezTo>
                      <a:cubicBezTo>
                        <a:pt x="3639" y="14599"/>
                        <a:pt x="1113" y="21448"/>
                        <a:pt x="1113" y="29668"/>
                      </a:cubicBezTo>
                      <a:cubicBezTo>
                        <a:pt x="1113" y="34806"/>
                        <a:pt x="2141" y="39386"/>
                        <a:pt x="4196" y="43667"/>
                      </a:cubicBezTo>
                      <a:cubicBezTo>
                        <a:pt x="6251" y="47863"/>
                        <a:pt x="9076" y="51159"/>
                        <a:pt x="12586" y="53428"/>
                      </a:cubicBezTo>
                      <a:cubicBezTo>
                        <a:pt x="15284" y="55184"/>
                        <a:pt x="18280" y="56425"/>
                        <a:pt x="21791" y="57196"/>
                      </a:cubicBezTo>
                      <a:cubicBezTo>
                        <a:pt x="25216" y="57966"/>
                        <a:pt x="29882" y="58352"/>
                        <a:pt x="35705" y="58352"/>
                      </a:cubicBezTo>
                      <a:lnTo>
                        <a:pt x="47050" y="58352"/>
                      </a:lnTo>
                      <a:cubicBezTo>
                        <a:pt x="48505" y="58352"/>
                        <a:pt x="49490" y="58138"/>
                        <a:pt x="50132" y="57624"/>
                      </a:cubicBezTo>
                      <a:cubicBezTo>
                        <a:pt x="50731" y="57153"/>
                        <a:pt x="51031" y="56511"/>
                        <a:pt x="51031" y="55612"/>
                      </a:cubicBezTo>
                      <a:cubicBezTo>
                        <a:pt x="51031" y="54756"/>
                        <a:pt x="50731" y="54156"/>
                        <a:pt x="50089" y="53685"/>
                      </a:cubicBezTo>
                      <a:cubicBezTo>
                        <a:pt x="49404" y="53214"/>
                        <a:pt x="48377" y="52957"/>
                        <a:pt x="47007" y="52957"/>
                      </a:cubicBezTo>
                      <a:lnTo>
                        <a:pt x="35062" y="52957"/>
                      </a:lnTo>
                      <a:cubicBezTo>
                        <a:pt x="25259" y="52957"/>
                        <a:pt x="18195" y="51159"/>
                        <a:pt x="14042" y="47563"/>
                      </a:cubicBezTo>
                      <a:cubicBezTo>
                        <a:pt x="9890" y="43967"/>
                        <a:pt x="7749" y="37931"/>
                        <a:pt x="7749" y="29583"/>
                      </a:cubicBezTo>
                      <a:lnTo>
                        <a:pt x="7749" y="28684"/>
                      </a:lnTo>
                      <a:lnTo>
                        <a:pt x="49276" y="28684"/>
                      </a:lnTo>
                      <a:cubicBezTo>
                        <a:pt x="50260" y="28684"/>
                        <a:pt x="50988" y="28469"/>
                        <a:pt x="51459" y="28041"/>
                      </a:cubicBezTo>
                      <a:cubicBezTo>
                        <a:pt x="51930" y="27613"/>
                        <a:pt x="52144" y="27057"/>
                        <a:pt x="52144" y="26243"/>
                      </a:cubicBezTo>
                      <a:lnTo>
                        <a:pt x="52144" y="24060"/>
                      </a:lnTo>
                      <a:cubicBezTo>
                        <a:pt x="52144" y="17767"/>
                        <a:pt x="49747" y="12330"/>
                        <a:pt x="45037" y="7834"/>
                      </a:cubicBezTo>
                      <a:cubicBezTo>
                        <a:pt x="40328" y="3468"/>
                        <a:pt x="34420" y="1199"/>
                        <a:pt x="27613" y="1199"/>
                      </a:cubicBezTo>
                      <a:close/>
                      <a:moveTo>
                        <a:pt x="45894" y="23803"/>
                      </a:moveTo>
                      <a:lnTo>
                        <a:pt x="8434" y="23803"/>
                      </a:lnTo>
                      <a:lnTo>
                        <a:pt x="8477" y="23204"/>
                      </a:lnTo>
                      <a:cubicBezTo>
                        <a:pt x="8776" y="17938"/>
                        <a:pt x="10660" y="13742"/>
                        <a:pt x="14042" y="10703"/>
                      </a:cubicBezTo>
                      <a:cubicBezTo>
                        <a:pt x="17424" y="7620"/>
                        <a:pt x="21834" y="6036"/>
                        <a:pt x="27185" y="6036"/>
                      </a:cubicBezTo>
                      <a:cubicBezTo>
                        <a:pt x="32622" y="6036"/>
                        <a:pt x="37117" y="7620"/>
                        <a:pt x="40499" y="10703"/>
                      </a:cubicBezTo>
                      <a:cubicBezTo>
                        <a:pt x="43881" y="13785"/>
                        <a:pt x="45680" y="17981"/>
                        <a:pt x="45894" y="23246"/>
                      </a:cubicBezTo>
                      <a:lnTo>
                        <a:pt x="45894" y="23803"/>
                      </a:lnTo>
                      <a:close/>
                      <a:moveTo>
                        <a:pt x="9675" y="22647"/>
                      </a:moveTo>
                      <a:lnTo>
                        <a:pt x="44695" y="22647"/>
                      </a:lnTo>
                      <a:cubicBezTo>
                        <a:pt x="44395" y="18024"/>
                        <a:pt x="42726" y="14256"/>
                        <a:pt x="39686" y="11516"/>
                      </a:cubicBezTo>
                      <a:cubicBezTo>
                        <a:pt x="36518" y="8605"/>
                        <a:pt x="32323" y="7149"/>
                        <a:pt x="27142" y="7149"/>
                      </a:cubicBezTo>
                      <a:cubicBezTo>
                        <a:pt x="22133" y="7149"/>
                        <a:pt x="17938" y="8605"/>
                        <a:pt x="14770" y="11516"/>
                      </a:cubicBezTo>
                      <a:cubicBezTo>
                        <a:pt x="11773" y="14256"/>
                        <a:pt x="10061" y="17981"/>
                        <a:pt x="9675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58" name="矩形 57"/>
          <p:cNvSpPr/>
          <p:nvPr/>
        </p:nvSpPr>
        <p:spPr>
          <a:xfrm>
            <a:off x="0" y="6355843"/>
            <a:ext cx="10528295" cy="91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2" name="标题 1"/>
          <p:cNvSpPr>
            <a:spLocks noGrp="1"/>
          </p:cNvSpPr>
          <p:nvPr>
            <p:ph type="title" hasCustomPrompt="1"/>
          </p:nvPr>
        </p:nvSpPr>
        <p:spPr>
          <a:xfrm>
            <a:off x="1530350" y="536325"/>
            <a:ext cx="10057647" cy="4801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>
              <a:defRPr lang="zh-CN" altLang="en-US" sz="2800" b="1" dirty="0">
                <a:solidFill>
                  <a:schemeClr val="accent1"/>
                </a:solidFill>
                <a:latin typeface="+mj-ea"/>
                <a:ea typeface="+mj-ea"/>
                <a:cs typeface="微软雅黑" panose="020B0502040204020203" charset="-122"/>
              </a:defRPr>
            </a:lvl1pPr>
          </a:lstStyle>
          <a:p>
            <a:pPr marL="0" lvl="0"/>
            <a:r>
              <a:rPr kumimoji="1" lang="zh-CN" altLang="en-US" dirty="0"/>
              <a:t>章节标题在此进行填写</a:t>
            </a:r>
            <a:endParaRPr kumimoji="1" lang="zh-CN" altLang="en-US" dirty="0"/>
          </a:p>
        </p:txBody>
      </p:sp>
      <p:pic>
        <p:nvPicPr>
          <p:cNvPr id="57" name="图片 56" descr="/private/var/folders/b_/jzwlz4nx6pb50wc9_8142y340000gn/T/com.kingsoft.wpsoffice.mac/picturecompress_20230308130327/output_1.pngoutput_1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405467" cy="15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页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形状&#10;&#10;描述已自动生成"/>
          <p:cNvPicPr>
            <a:picLocks noChangeAspect="1"/>
          </p:cNvPicPr>
          <p:nvPr userDrawn="1"/>
        </p:nvPicPr>
        <p:blipFill rotWithShape="1">
          <a:blip r:embed="rId2"/>
          <a:srcRect r="88385" b="78611"/>
          <a:stretch>
            <a:fillRect/>
          </a:stretch>
        </p:blipFill>
        <p:spPr>
          <a:xfrm>
            <a:off x="0" y="0"/>
            <a:ext cx="1416050" cy="146685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10675716" y="6227766"/>
            <a:ext cx="1195132" cy="328285"/>
            <a:chOff x="10675716" y="6237689"/>
            <a:chExt cx="1195132" cy="328285"/>
          </a:xfrm>
        </p:grpSpPr>
        <p:sp>
          <p:nvSpPr>
            <p:cNvPr id="60" name="任意多边形: 形状 59"/>
            <p:cNvSpPr/>
            <p:nvPr userDrawn="1"/>
          </p:nvSpPr>
          <p:spPr>
            <a:xfrm>
              <a:off x="10675716" y="6237689"/>
              <a:ext cx="444771" cy="328285"/>
            </a:xfrm>
            <a:custGeom>
              <a:avLst/>
              <a:gdLst>
                <a:gd name="connsiteX0" fmla="*/ 367919 w 475674"/>
                <a:gd name="connsiteY0" fmla="*/ 351009 h 351094"/>
                <a:gd name="connsiteX1" fmla="*/ 327762 w 475674"/>
                <a:gd name="connsiteY1" fmla="*/ 341291 h 351094"/>
                <a:gd name="connsiteX2" fmla="*/ 294284 w 475674"/>
                <a:gd name="connsiteY2" fmla="*/ 318601 h 351094"/>
                <a:gd name="connsiteX3" fmla="*/ 293899 w 475674"/>
                <a:gd name="connsiteY3" fmla="*/ 318301 h 351094"/>
                <a:gd name="connsiteX4" fmla="*/ 290559 w 475674"/>
                <a:gd name="connsiteY4" fmla="*/ 315476 h 351094"/>
                <a:gd name="connsiteX5" fmla="*/ 290174 w 475674"/>
                <a:gd name="connsiteY5" fmla="*/ 315133 h 351094"/>
                <a:gd name="connsiteX6" fmla="*/ 289874 w 475674"/>
                <a:gd name="connsiteY6" fmla="*/ 314877 h 351094"/>
                <a:gd name="connsiteX7" fmla="*/ 289104 w 475674"/>
                <a:gd name="connsiteY7" fmla="*/ 313763 h 351094"/>
                <a:gd name="connsiteX8" fmla="*/ 289104 w 475674"/>
                <a:gd name="connsiteY8" fmla="*/ 313678 h 351094"/>
                <a:gd name="connsiteX9" fmla="*/ 285679 w 475674"/>
                <a:gd name="connsiteY9" fmla="*/ 303103 h 351094"/>
                <a:gd name="connsiteX10" fmla="*/ 303831 w 475674"/>
                <a:gd name="connsiteY10" fmla="*/ 284951 h 351094"/>
                <a:gd name="connsiteX11" fmla="*/ 314577 w 475674"/>
                <a:gd name="connsiteY11" fmla="*/ 288505 h 351094"/>
                <a:gd name="connsiteX12" fmla="*/ 314833 w 475674"/>
                <a:gd name="connsiteY12" fmla="*/ 288590 h 351094"/>
                <a:gd name="connsiteX13" fmla="*/ 368005 w 475674"/>
                <a:gd name="connsiteY13" fmla="*/ 314448 h 351094"/>
                <a:gd name="connsiteX14" fmla="*/ 439542 w 475674"/>
                <a:gd name="connsiteY14" fmla="*/ 246079 h 351094"/>
                <a:gd name="connsiteX15" fmla="*/ 371130 w 475674"/>
                <a:gd name="connsiteY15" fmla="*/ 177624 h 351094"/>
                <a:gd name="connsiteX16" fmla="*/ 308283 w 475674"/>
                <a:gd name="connsiteY16" fmla="*/ 209047 h 351094"/>
                <a:gd name="connsiteX17" fmla="*/ 307299 w 475674"/>
                <a:gd name="connsiteY17" fmla="*/ 209946 h 351094"/>
                <a:gd name="connsiteX18" fmla="*/ 298651 w 475674"/>
                <a:gd name="connsiteY18" fmla="*/ 217567 h 351094"/>
                <a:gd name="connsiteX19" fmla="*/ 272236 w 475674"/>
                <a:gd name="connsiteY19" fmla="*/ 240342 h 351094"/>
                <a:gd name="connsiteX20" fmla="*/ 197959 w 475674"/>
                <a:gd name="connsiteY20" fmla="*/ 304088 h 351094"/>
                <a:gd name="connsiteX21" fmla="*/ 190296 w 475674"/>
                <a:gd name="connsiteY21" fmla="*/ 310809 h 351094"/>
                <a:gd name="connsiteX22" fmla="*/ 104673 w 475674"/>
                <a:gd name="connsiteY22" fmla="*/ 351095 h 351094"/>
                <a:gd name="connsiteX23" fmla="*/ 32365 w 475674"/>
                <a:gd name="connsiteY23" fmla="*/ 321940 h 351094"/>
                <a:gd name="connsiteX24" fmla="*/ 0 w 475674"/>
                <a:gd name="connsiteY24" fmla="*/ 246764 h 351094"/>
                <a:gd name="connsiteX25" fmla="*/ 34078 w 475674"/>
                <a:gd name="connsiteY25" fmla="*/ 168633 h 351094"/>
                <a:gd name="connsiteX26" fmla="*/ 104416 w 475674"/>
                <a:gd name="connsiteY26" fmla="*/ 141405 h 351094"/>
                <a:gd name="connsiteX27" fmla="*/ 177324 w 475674"/>
                <a:gd name="connsiteY27" fmla="*/ 170646 h 351094"/>
                <a:gd name="connsiteX28" fmla="*/ 177624 w 475674"/>
                <a:gd name="connsiteY28" fmla="*/ 170902 h 351094"/>
                <a:gd name="connsiteX29" fmla="*/ 180192 w 475674"/>
                <a:gd name="connsiteY29" fmla="*/ 173043 h 351094"/>
                <a:gd name="connsiteX30" fmla="*/ 180363 w 475674"/>
                <a:gd name="connsiteY30" fmla="*/ 173171 h 351094"/>
                <a:gd name="connsiteX31" fmla="*/ 180363 w 475674"/>
                <a:gd name="connsiteY31" fmla="*/ 173257 h 351094"/>
                <a:gd name="connsiteX32" fmla="*/ 185330 w 475674"/>
                <a:gd name="connsiteY32" fmla="*/ 185501 h 351094"/>
                <a:gd name="connsiteX33" fmla="*/ 167563 w 475674"/>
                <a:gd name="connsiteY33" fmla="*/ 203225 h 351094"/>
                <a:gd name="connsiteX34" fmla="*/ 156817 w 475674"/>
                <a:gd name="connsiteY34" fmla="*/ 199586 h 351094"/>
                <a:gd name="connsiteX35" fmla="*/ 156732 w 475674"/>
                <a:gd name="connsiteY35" fmla="*/ 199586 h 351094"/>
                <a:gd name="connsiteX36" fmla="*/ 104588 w 475674"/>
                <a:gd name="connsiteY36" fmla="*/ 177752 h 351094"/>
                <a:gd name="connsiteX37" fmla="*/ 36347 w 475674"/>
                <a:gd name="connsiteY37" fmla="*/ 246122 h 351094"/>
                <a:gd name="connsiteX38" fmla="*/ 104588 w 475674"/>
                <a:gd name="connsiteY38" fmla="*/ 314620 h 351094"/>
                <a:gd name="connsiteX39" fmla="*/ 174798 w 475674"/>
                <a:gd name="connsiteY39" fmla="*/ 271423 h 351094"/>
                <a:gd name="connsiteX40" fmla="*/ 188540 w 475674"/>
                <a:gd name="connsiteY40" fmla="*/ 256225 h 351094"/>
                <a:gd name="connsiteX41" fmla="*/ 228526 w 475674"/>
                <a:gd name="connsiteY41" fmla="*/ 214441 h 351094"/>
                <a:gd name="connsiteX42" fmla="*/ 235975 w 475674"/>
                <a:gd name="connsiteY42" fmla="*/ 206693 h 351094"/>
                <a:gd name="connsiteX43" fmla="*/ 287948 w 475674"/>
                <a:gd name="connsiteY43" fmla="*/ 152536 h 351094"/>
                <a:gd name="connsiteX44" fmla="*/ 288034 w 475674"/>
                <a:gd name="connsiteY44" fmla="*/ 152408 h 351094"/>
                <a:gd name="connsiteX45" fmla="*/ 300877 w 475674"/>
                <a:gd name="connsiteY45" fmla="*/ 76975 h 351094"/>
                <a:gd name="connsiteX46" fmla="*/ 237859 w 475674"/>
                <a:gd name="connsiteY46" fmla="*/ 36347 h 351094"/>
                <a:gd name="connsiteX47" fmla="*/ 171373 w 475674"/>
                <a:gd name="connsiteY47" fmla="*/ 92772 h 351094"/>
                <a:gd name="connsiteX48" fmla="*/ 171202 w 475674"/>
                <a:gd name="connsiteY48" fmla="*/ 92900 h 351094"/>
                <a:gd name="connsiteX49" fmla="*/ 153778 w 475674"/>
                <a:gd name="connsiteY49" fmla="*/ 105915 h 351094"/>
                <a:gd name="connsiteX50" fmla="*/ 135583 w 475674"/>
                <a:gd name="connsiteY50" fmla="*/ 87720 h 351094"/>
                <a:gd name="connsiteX51" fmla="*/ 136354 w 475674"/>
                <a:gd name="connsiteY51" fmla="*/ 82497 h 351094"/>
                <a:gd name="connsiteX52" fmla="*/ 136482 w 475674"/>
                <a:gd name="connsiteY52" fmla="*/ 82155 h 351094"/>
                <a:gd name="connsiteX53" fmla="*/ 170474 w 475674"/>
                <a:gd name="connsiteY53" fmla="*/ 25301 h 351094"/>
                <a:gd name="connsiteX54" fmla="*/ 237816 w 475674"/>
                <a:gd name="connsiteY54" fmla="*/ 0 h 351094"/>
                <a:gd name="connsiteX55" fmla="*/ 313677 w 475674"/>
                <a:gd name="connsiteY55" fmla="*/ 31338 h 351094"/>
                <a:gd name="connsiteX56" fmla="*/ 337224 w 475674"/>
                <a:gd name="connsiteY56" fmla="*/ 67856 h 351094"/>
                <a:gd name="connsiteX57" fmla="*/ 343303 w 475674"/>
                <a:gd name="connsiteY57" fmla="*/ 102618 h 351094"/>
                <a:gd name="connsiteX58" fmla="*/ 337609 w 475674"/>
                <a:gd name="connsiteY58" fmla="*/ 139222 h 351094"/>
                <a:gd name="connsiteX59" fmla="*/ 335597 w 475674"/>
                <a:gd name="connsiteY59" fmla="*/ 146286 h 351094"/>
                <a:gd name="connsiteX60" fmla="*/ 343132 w 475674"/>
                <a:gd name="connsiteY60" fmla="*/ 145258 h 351094"/>
                <a:gd name="connsiteX61" fmla="*/ 370916 w 475674"/>
                <a:gd name="connsiteY61" fmla="*/ 141405 h 351094"/>
                <a:gd name="connsiteX62" fmla="*/ 443267 w 475674"/>
                <a:gd name="connsiteY62" fmla="*/ 169746 h 351094"/>
                <a:gd name="connsiteX63" fmla="*/ 466770 w 475674"/>
                <a:gd name="connsiteY63" fmla="*/ 202711 h 351094"/>
                <a:gd name="connsiteX64" fmla="*/ 475675 w 475674"/>
                <a:gd name="connsiteY64" fmla="*/ 246079 h 351094"/>
                <a:gd name="connsiteX65" fmla="*/ 445664 w 475674"/>
                <a:gd name="connsiteY65" fmla="*/ 320142 h 351094"/>
                <a:gd name="connsiteX66" fmla="*/ 367919 w 475674"/>
                <a:gd name="connsiteY66" fmla="*/ 351009 h 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75674" h="351094">
                  <a:moveTo>
                    <a:pt x="367919" y="351009"/>
                  </a:moveTo>
                  <a:cubicBezTo>
                    <a:pt x="354177" y="351009"/>
                    <a:pt x="341077" y="347841"/>
                    <a:pt x="327762" y="341291"/>
                  </a:cubicBezTo>
                  <a:cubicBezTo>
                    <a:pt x="317316" y="336154"/>
                    <a:pt x="306999" y="329175"/>
                    <a:pt x="294284" y="318601"/>
                  </a:cubicBezTo>
                  <a:lnTo>
                    <a:pt x="293899" y="318301"/>
                  </a:lnTo>
                  <a:cubicBezTo>
                    <a:pt x="292700" y="317531"/>
                    <a:pt x="291587" y="316589"/>
                    <a:pt x="290559" y="315476"/>
                  </a:cubicBezTo>
                  <a:lnTo>
                    <a:pt x="290174" y="315133"/>
                  </a:lnTo>
                  <a:cubicBezTo>
                    <a:pt x="290089" y="315005"/>
                    <a:pt x="289960" y="314919"/>
                    <a:pt x="289874" y="314877"/>
                  </a:cubicBezTo>
                  <a:cubicBezTo>
                    <a:pt x="289618" y="314448"/>
                    <a:pt x="289404" y="314149"/>
                    <a:pt x="289104" y="313763"/>
                  </a:cubicBezTo>
                  <a:lnTo>
                    <a:pt x="289104" y="313678"/>
                  </a:lnTo>
                  <a:cubicBezTo>
                    <a:pt x="286835" y="310595"/>
                    <a:pt x="285679" y="306956"/>
                    <a:pt x="285679" y="303103"/>
                  </a:cubicBezTo>
                  <a:cubicBezTo>
                    <a:pt x="285679" y="293128"/>
                    <a:pt x="293813" y="284951"/>
                    <a:pt x="303831" y="284951"/>
                  </a:cubicBezTo>
                  <a:cubicBezTo>
                    <a:pt x="307727" y="284951"/>
                    <a:pt x="311451" y="286150"/>
                    <a:pt x="314577" y="288505"/>
                  </a:cubicBezTo>
                  <a:lnTo>
                    <a:pt x="314833" y="288590"/>
                  </a:lnTo>
                  <a:cubicBezTo>
                    <a:pt x="329817" y="301734"/>
                    <a:pt x="346342" y="314448"/>
                    <a:pt x="368005" y="314448"/>
                  </a:cubicBezTo>
                  <a:cubicBezTo>
                    <a:pt x="414455" y="314448"/>
                    <a:pt x="439542" y="279258"/>
                    <a:pt x="439542" y="246079"/>
                  </a:cubicBezTo>
                  <a:cubicBezTo>
                    <a:pt x="439542" y="213157"/>
                    <a:pt x="413385" y="177624"/>
                    <a:pt x="371130" y="177624"/>
                  </a:cubicBezTo>
                  <a:cubicBezTo>
                    <a:pt x="344073" y="177624"/>
                    <a:pt x="325879" y="193592"/>
                    <a:pt x="308283" y="209047"/>
                  </a:cubicBezTo>
                  <a:lnTo>
                    <a:pt x="307299" y="209946"/>
                  </a:lnTo>
                  <a:cubicBezTo>
                    <a:pt x="304430" y="212429"/>
                    <a:pt x="301519" y="214998"/>
                    <a:pt x="298651" y="217567"/>
                  </a:cubicBezTo>
                  <a:cubicBezTo>
                    <a:pt x="288590" y="226386"/>
                    <a:pt x="279129" y="234734"/>
                    <a:pt x="272236" y="240342"/>
                  </a:cubicBezTo>
                  <a:cubicBezTo>
                    <a:pt x="259693" y="250660"/>
                    <a:pt x="216453" y="288034"/>
                    <a:pt x="197959" y="304088"/>
                  </a:cubicBezTo>
                  <a:cubicBezTo>
                    <a:pt x="195390" y="306314"/>
                    <a:pt x="192779" y="308540"/>
                    <a:pt x="190296" y="310809"/>
                  </a:cubicBezTo>
                  <a:cubicBezTo>
                    <a:pt x="166835" y="331530"/>
                    <a:pt x="144659" y="351095"/>
                    <a:pt x="104673" y="351095"/>
                  </a:cubicBezTo>
                  <a:cubicBezTo>
                    <a:pt x="78344" y="351095"/>
                    <a:pt x="52016" y="340435"/>
                    <a:pt x="32365" y="321940"/>
                  </a:cubicBezTo>
                  <a:cubicBezTo>
                    <a:pt x="11473" y="302247"/>
                    <a:pt x="0" y="275533"/>
                    <a:pt x="0" y="246764"/>
                  </a:cubicBezTo>
                  <a:cubicBezTo>
                    <a:pt x="0" y="207206"/>
                    <a:pt x="18537" y="182419"/>
                    <a:pt x="34078" y="168633"/>
                  </a:cubicBezTo>
                  <a:cubicBezTo>
                    <a:pt x="53557" y="151338"/>
                    <a:pt x="79201" y="141405"/>
                    <a:pt x="104416" y="141405"/>
                  </a:cubicBezTo>
                  <a:cubicBezTo>
                    <a:pt x="135840" y="141405"/>
                    <a:pt x="154934" y="152108"/>
                    <a:pt x="177324" y="170646"/>
                  </a:cubicBezTo>
                  <a:lnTo>
                    <a:pt x="177624" y="170902"/>
                  </a:lnTo>
                  <a:cubicBezTo>
                    <a:pt x="178565" y="171502"/>
                    <a:pt x="179379" y="172230"/>
                    <a:pt x="180192" y="173043"/>
                  </a:cubicBezTo>
                  <a:lnTo>
                    <a:pt x="180363" y="173171"/>
                  </a:lnTo>
                  <a:lnTo>
                    <a:pt x="180363" y="173257"/>
                  </a:lnTo>
                  <a:cubicBezTo>
                    <a:pt x="183574" y="176596"/>
                    <a:pt x="185330" y="180963"/>
                    <a:pt x="185330" y="185501"/>
                  </a:cubicBezTo>
                  <a:cubicBezTo>
                    <a:pt x="185330" y="195262"/>
                    <a:pt x="177367" y="203225"/>
                    <a:pt x="167563" y="203225"/>
                  </a:cubicBezTo>
                  <a:cubicBezTo>
                    <a:pt x="163667" y="203225"/>
                    <a:pt x="159943" y="201983"/>
                    <a:pt x="156817" y="199586"/>
                  </a:cubicBezTo>
                  <a:lnTo>
                    <a:pt x="156732" y="199586"/>
                  </a:lnTo>
                  <a:cubicBezTo>
                    <a:pt x="139950" y="185758"/>
                    <a:pt x="126036" y="177752"/>
                    <a:pt x="104588" y="177752"/>
                  </a:cubicBezTo>
                  <a:cubicBezTo>
                    <a:pt x="71752" y="177752"/>
                    <a:pt x="36347" y="203910"/>
                    <a:pt x="36347" y="246122"/>
                  </a:cubicBezTo>
                  <a:cubicBezTo>
                    <a:pt x="36347" y="283881"/>
                    <a:pt x="66957" y="314620"/>
                    <a:pt x="104588" y="314620"/>
                  </a:cubicBezTo>
                  <a:cubicBezTo>
                    <a:pt x="136311" y="314620"/>
                    <a:pt x="151594" y="297452"/>
                    <a:pt x="174798" y="271423"/>
                  </a:cubicBezTo>
                  <a:cubicBezTo>
                    <a:pt x="179122" y="266585"/>
                    <a:pt x="183574" y="261577"/>
                    <a:pt x="188540" y="256225"/>
                  </a:cubicBezTo>
                  <a:cubicBezTo>
                    <a:pt x="195519" y="248690"/>
                    <a:pt x="216196" y="227285"/>
                    <a:pt x="228526" y="214441"/>
                  </a:cubicBezTo>
                  <a:cubicBezTo>
                    <a:pt x="231608" y="211273"/>
                    <a:pt x="234220" y="208533"/>
                    <a:pt x="235975" y="206693"/>
                  </a:cubicBezTo>
                  <a:cubicBezTo>
                    <a:pt x="275490" y="165594"/>
                    <a:pt x="287777" y="152708"/>
                    <a:pt x="287948" y="152536"/>
                  </a:cubicBezTo>
                  <a:lnTo>
                    <a:pt x="288034" y="152408"/>
                  </a:lnTo>
                  <a:cubicBezTo>
                    <a:pt x="307427" y="130317"/>
                    <a:pt x="312222" y="102062"/>
                    <a:pt x="300877" y="76975"/>
                  </a:cubicBezTo>
                  <a:cubicBezTo>
                    <a:pt x="289703" y="52273"/>
                    <a:pt x="264958" y="36347"/>
                    <a:pt x="237859" y="36347"/>
                  </a:cubicBezTo>
                  <a:cubicBezTo>
                    <a:pt x="199329" y="36347"/>
                    <a:pt x="176510" y="65458"/>
                    <a:pt x="171373" y="92772"/>
                  </a:cubicBezTo>
                  <a:lnTo>
                    <a:pt x="171202" y="92900"/>
                  </a:lnTo>
                  <a:cubicBezTo>
                    <a:pt x="168933" y="100564"/>
                    <a:pt x="161783" y="105915"/>
                    <a:pt x="153778" y="105915"/>
                  </a:cubicBezTo>
                  <a:cubicBezTo>
                    <a:pt x="143760" y="105915"/>
                    <a:pt x="135583" y="97781"/>
                    <a:pt x="135583" y="87720"/>
                  </a:cubicBezTo>
                  <a:cubicBezTo>
                    <a:pt x="135583" y="85965"/>
                    <a:pt x="135840" y="84210"/>
                    <a:pt x="136354" y="82497"/>
                  </a:cubicBezTo>
                  <a:lnTo>
                    <a:pt x="136482" y="82155"/>
                  </a:lnTo>
                  <a:cubicBezTo>
                    <a:pt x="141106" y="59979"/>
                    <a:pt x="152536" y="40842"/>
                    <a:pt x="170474" y="25301"/>
                  </a:cubicBezTo>
                  <a:cubicBezTo>
                    <a:pt x="189782" y="8519"/>
                    <a:pt x="212429" y="0"/>
                    <a:pt x="237816" y="0"/>
                  </a:cubicBezTo>
                  <a:cubicBezTo>
                    <a:pt x="266928" y="0"/>
                    <a:pt x="293171" y="10831"/>
                    <a:pt x="313677" y="31338"/>
                  </a:cubicBezTo>
                  <a:cubicBezTo>
                    <a:pt x="324380" y="42041"/>
                    <a:pt x="332300" y="54370"/>
                    <a:pt x="337224" y="67856"/>
                  </a:cubicBezTo>
                  <a:cubicBezTo>
                    <a:pt x="341162" y="78730"/>
                    <a:pt x="343217" y="90417"/>
                    <a:pt x="343303" y="102618"/>
                  </a:cubicBezTo>
                  <a:cubicBezTo>
                    <a:pt x="343431" y="123639"/>
                    <a:pt x="337695" y="139094"/>
                    <a:pt x="337609" y="139222"/>
                  </a:cubicBezTo>
                  <a:lnTo>
                    <a:pt x="335597" y="146286"/>
                  </a:lnTo>
                  <a:lnTo>
                    <a:pt x="343132" y="145258"/>
                  </a:lnTo>
                  <a:cubicBezTo>
                    <a:pt x="352079" y="142690"/>
                    <a:pt x="361455" y="141405"/>
                    <a:pt x="370916" y="141405"/>
                  </a:cubicBezTo>
                  <a:cubicBezTo>
                    <a:pt x="397502" y="141405"/>
                    <a:pt x="423873" y="151766"/>
                    <a:pt x="443267" y="169746"/>
                  </a:cubicBezTo>
                  <a:cubicBezTo>
                    <a:pt x="453327" y="179122"/>
                    <a:pt x="461248" y="190253"/>
                    <a:pt x="466770" y="202711"/>
                  </a:cubicBezTo>
                  <a:cubicBezTo>
                    <a:pt x="472678" y="216068"/>
                    <a:pt x="475675" y="230624"/>
                    <a:pt x="475675" y="246079"/>
                  </a:cubicBezTo>
                  <a:cubicBezTo>
                    <a:pt x="475675" y="274506"/>
                    <a:pt x="465015" y="300792"/>
                    <a:pt x="445664" y="320142"/>
                  </a:cubicBezTo>
                  <a:cubicBezTo>
                    <a:pt x="425843" y="340050"/>
                    <a:pt x="398230" y="351009"/>
                    <a:pt x="367919" y="35100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61" name="图形 4"/>
            <p:cNvGrpSpPr/>
            <p:nvPr userDrawn="1"/>
          </p:nvGrpSpPr>
          <p:grpSpPr>
            <a:xfrm>
              <a:off x="11181894" y="6239370"/>
              <a:ext cx="687754" cy="218483"/>
              <a:chOff x="10904547" y="6209237"/>
              <a:chExt cx="735538" cy="233663"/>
            </a:xfrm>
            <a:solidFill>
              <a:srgbClr val="A5A7AA"/>
            </a:solidFill>
          </p:grpSpPr>
          <p:sp>
            <p:nvSpPr>
              <p:cNvPr id="90" name="任意多边形: 形状 89"/>
              <p:cNvSpPr/>
              <p:nvPr/>
            </p:nvSpPr>
            <p:spPr>
              <a:xfrm>
                <a:off x="10914051" y="6222037"/>
                <a:ext cx="205193" cy="17424"/>
              </a:xfrm>
              <a:custGeom>
                <a:avLst/>
                <a:gdLst>
                  <a:gd name="connsiteX0" fmla="*/ 8434 w 205193"/>
                  <a:gd name="connsiteY0" fmla="*/ 17424 h 17424"/>
                  <a:gd name="connsiteX1" fmla="*/ 196760 w 205193"/>
                  <a:gd name="connsiteY1" fmla="*/ 17424 h 17424"/>
                  <a:gd name="connsiteX2" fmla="*/ 205194 w 205193"/>
                  <a:gd name="connsiteY2" fmla="*/ 8990 h 17424"/>
                  <a:gd name="connsiteX3" fmla="*/ 205194 w 205193"/>
                  <a:gd name="connsiteY3" fmla="*/ 8434 h 17424"/>
                  <a:gd name="connsiteX4" fmla="*/ 196760 w 205193"/>
                  <a:gd name="connsiteY4" fmla="*/ 0 h 17424"/>
                  <a:gd name="connsiteX5" fmla="*/ 8434 w 205193"/>
                  <a:gd name="connsiteY5" fmla="*/ 0 h 17424"/>
                  <a:gd name="connsiteX6" fmla="*/ 0 w 205193"/>
                  <a:gd name="connsiteY6" fmla="*/ 8434 h 17424"/>
                  <a:gd name="connsiteX7" fmla="*/ 0 w 205193"/>
                  <a:gd name="connsiteY7" fmla="*/ 8990 h 17424"/>
                  <a:gd name="connsiteX8" fmla="*/ 8434 w 205193"/>
                  <a:gd name="connsiteY8" fmla="*/ 17424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193" h="17424">
                    <a:moveTo>
                      <a:pt x="8434" y="17424"/>
                    </a:moveTo>
                    <a:lnTo>
                      <a:pt x="196760" y="17424"/>
                    </a:lnTo>
                    <a:cubicBezTo>
                      <a:pt x="201598" y="17424"/>
                      <a:pt x="205194" y="13828"/>
                      <a:pt x="205194" y="8990"/>
                    </a:cubicBezTo>
                    <a:lnTo>
                      <a:pt x="205194" y="8434"/>
                    </a:lnTo>
                    <a:cubicBezTo>
                      <a:pt x="205194" y="3896"/>
                      <a:pt x="201598" y="0"/>
                      <a:pt x="196760" y="0"/>
                    </a:cubicBezTo>
                    <a:lnTo>
                      <a:pt x="8434" y="0"/>
                    </a:lnTo>
                    <a:cubicBezTo>
                      <a:pt x="3553" y="0"/>
                      <a:pt x="0" y="3896"/>
                      <a:pt x="0" y="8434"/>
                    </a:cubicBezTo>
                    <a:lnTo>
                      <a:pt x="0" y="8990"/>
                    </a:lnTo>
                    <a:cubicBezTo>
                      <a:pt x="0" y="13828"/>
                      <a:pt x="3553" y="17424"/>
                      <a:pt x="8434" y="17424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1" name="任意多边形: 形状 90"/>
              <p:cNvSpPr/>
              <p:nvPr/>
            </p:nvSpPr>
            <p:spPr>
              <a:xfrm>
                <a:off x="10920706" y="6330606"/>
                <a:ext cx="193056" cy="106214"/>
              </a:xfrm>
              <a:custGeom>
                <a:avLst/>
                <a:gdLst>
                  <a:gd name="connsiteX0" fmla="*/ 161293 w 193056"/>
                  <a:gd name="connsiteY0" fmla="*/ 19393 h 106214"/>
                  <a:gd name="connsiteX1" fmla="*/ 175035 w 193056"/>
                  <a:gd name="connsiteY1" fmla="*/ 73849 h 106214"/>
                  <a:gd name="connsiteX2" fmla="*/ 174222 w 193056"/>
                  <a:gd name="connsiteY2" fmla="*/ 84338 h 106214"/>
                  <a:gd name="connsiteX3" fmla="*/ 163947 w 193056"/>
                  <a:gd name="connsiteY3" fmla="*/ 88962 h 106214"/>
                  <a:gd name="connsiteX4" fmla="*/ 45788 w 193056"/>
                  <a:gd name="connsiteY4" fmla="*/ 88962 h 106214"/>
                  <a:gd name="connsiteX5" fmla="*/ 23441 w 193056"/>
                  <a:gd name="connsiteY5" fmla="*/ 88962 h 106214"/>
                  <a:gd name="connsiteX6" fmla="*/ 25539 w 193056"/>
                  <a:gd name="connsiteY6" fmla="*/ 69782 h 106214"/>
                  <a:gd name="connsiteX7" fmla="*/ 49941 w 193056"/>
                  <a:gd name="connsiteY7" fmla="*/ 6036 h 106214"/>
                  <a:gd name="connsiteX8" fmla="*/ 40608 w 193056"/>
                  <a:gd name="connsiteY8" fmla="*/ 1456 h 106214"/>
                  <a:gd name="connsiteX9" fmla="*/ 35257 w 193056"/>
                  <a:gd name="connsiteY9" fmla="*/ 0 h 106214"/>
                  <a:gd name="connsiteX10" fmla="*/ 280 w 193056"/>
                  <a:gd name="connsiteY10" fmla="*/ 95683 h 106214"/>
                  <a:gd name="connsiteX11" fmla="*/ 2035 w 193056"/>
                  <a:gd name="connsiteY11" fmla="*/ 103175 h 106214"/>
                  <a:gd name="connsiteX12" fmla="*/ 8457 w 193056"/>
                  <a:gd name="connsiteY12" fmla="*/ 106215 h 106214"/>
                  <a:gd name="connsiteX13" fmla="*/ 163947 w 193056"/>
                  <a:gd name="connsiteY13" fmla="*/ 106215 h 106214"/>
                  <a:gd name="connsiteX14" fmla="*/ 176234 w 193056"/>
                  <a:gd name="connsiteY14" fmla="*/ 103689 h 106214"/>
                  <a:gd name="connsiteX15" fmla="*/ 191346 w 193056"/>
                  <a:gd name="connsiteY15" fmla="*/ 90332 h 106214"/>
                  <a:gd name="connsiteX16" fmla="*/ 192202 w 193056"/>
                  <a:gd name="connsiteY16" fmla="*/ 73935 h 106214"/>
                  <a:gd name="connsiteX17" fmla="*/ 182570 w 193056"/>
                  <a:gd name="connsiteY17" fmla="*/ 35533 h 106214"/>
                  <a:gd name="connsiteX18" fmla="*/ 161293 w 193056"/>
                  <a:gd name="connsiteY18" fmla="*/ 19393 h 10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3056" h="106214">
                    <a:moveTo>
                      <a:pt x="161293" y="19393"/>
                    </a:moveTo>
                    <a:lnTo>
                      <a:pt x="175035" y="73849"/>
                    </a:lnTo>
                    <a:cubicBezTo>
                      <a:pt x="175035" y="77959"/>
                      <a:pt x="177005" y="81555"/>
                      <a:pt x="174222" y="84338"/>
                    </a:cubicBezTo>
                    <a:cubicBezTo>
                      <a:pt x="171353" y="87164"/>
                      <a:pt x="167800" y="88962"/>
                      <a:pt x="163947" y="88962"/>
                    </a:cubicBezTo>
                    <a:lnTo>
                      <a:pt x="45788" y="88962"/>
                    </a:lnTo>
                    <a:cubicBezTo>
                      <a:pt x="45788" y="88962"/>
                      <a:pt x="30804" y="88962"/>
                      <a:pt x="23441" y="88962"/>
                    </a:cubicBezTo>
                    <a:cubicBezTo>
                      <a:pt x="16591" y="88962"/>
                      <a:pt x="25539" y="69782"/>
                      <a:pt x="25539" y="69782"/>
                    </a:cubicBezTo>
                    <a:lnTo>
                      <a:pt x="49941" y="6036"/>
                    </a:lnTo>
                    <a:cubicBezTo>
                      <a:pt x="46730" y="4752"/>
                      <a:pt x="44119" y="2183"/>
                      <a:pt x="40608" y="1456"/>
                    </a:cubicBezTo>
                    <a:cubicBezTo>
                      <a:pt x="38767" y="1027"/>
                      <a:pt x="36884" y="771"/>
                      <a:pt x="35257" y="0"/>
                    </a:cubicBezTo>
                    <a:lnTo>
                      <a:pt x="280" y="95683"/>
                    </a:lnTo>
                    <a:cubicBezTo>
                      <a:pt x="-448" y="98252"/>
                      <a:pt x="280" y="100820"/>
                      <a:pt x="2035" y="103175"/>
                    </a:cubicBezTo>
                    <a:cubicBezTo>
                      <a:pt x="3576" y="105187"/>
                      <a:pt x="5631" y="106215"/>
                      <a:pt x="8457" y="106215"/>
                    </a:cubicBezTo>
                    <a:lnTo>
                      <a:pt x="163947" y="106215"/>
                    </a:lnTo>
                    <a:cubicBezTo>
                      <a:pt x="168057" y="106215"/>
                      <a:pt x="172424" y="105444"/>
                      <a:pt x="176234" y="103689"/>
                    </a:cubicBezTo>
                    <a:cubicBezTo>
                      <a:pt x="183940" y="100349"/>
                      <a:pt x="188007" y="98038"/>
                      <a:pt x="191346" y="90332"/>
                    </a:cubicBezTo>
                    <a:cubicBezTo>
                      <a:pt x="193358" y="86222"/>
                      <a:pt x="193530" y="79714"/>
                      <a:pt x="192202" y="73935"/>
                    </a:cubicBezTo>
                    <a:lnTo>
                      <a:pt x="182570" y="35533"/>
                    </a:lnTo>
                    <a:cubicBezTo>
                      <a:pt x="177518" y="19864"/>
                      <a:pt x="161293" y="19393"/>
                      <a:pt x="161293" y="19393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>
                <a:off x="10904547" y="6292761"/>
                <a:ext cx="224159" cy="17424"/>
              </a:xfrm>
              <a:custGeom>
                <a:avLst/>
                <a:gdLst>
                  <a:gd name="connsiteX0" fmla="*/ 215725 w 224159"/>
                  <a:gd name="connsiteY0" fmla="*/ 0 h 17424"/>
                  <a:gd name="connsiteX1" fmla="*/ 8434 w 224159"/>
                  <a:gd name="connsiteY1" fmla="*/ 0 h 17424"/>
                  <a:gd name="connsiteX2" fmla="*/ 0 w 224159"/>
                  <a:gd name="connsiteY2" fmla="*/ 8434 h 17424"/>
                  <a:gd name="connsiteX3" fmla="*/ 0 w 224159"/>
                  <a:gd name="connsiteY3" fmla="*/ 8948 h 17424"/>
                  <a:gd name="connsiteX4" fmla="*/ 8434 w 224159"/>
                  <a:gd name="connsiteY4" fmla="*/ 17424 h 17424"/>
                  <a:gd name="connsiteX5" fmla="*/ 215725 w 224159"/>
                  <a:gd name="connsiteY5" fmla="*/ 17424 h 17424"/>
                  <a:gd name="connsiteX6" fmla="*/ 224159 w 224159"/>
                  <a:gd name="connsiteY6" fmla="*/ 8948 h 17424"/>
                  <a:gd name="connsiteX7" fmla="*/ 224159 w 224159"/>
                  <a:gd name="connsiteY7" fmla="*/ 8434 h 17424"/>
                  <a:gd name="connsiteX8" fmla="*/ 215725 w 224159"/>
                  <a:gd name="connsiteY8" fmla="*/ 0 h 17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4159" h="17424">
                    <a:moveTo>
                      <a:pt x="215725" y="0"/>
                    </a:moveTo>
                    <a:lnTo>
                      <a:pt x="8434" y="0"/>
                    </a:lnTo>
                    <a:cubicBezTo>
                      <a:pt x="3853" y="0"/>
                      <a:pt x="0" y="3853"/>
                      <a:pt x="0" y="8434"/>
                    </a:cubicBezTo>
                    <a:lnTo>
                      <a:pt x="0" y="8948"/>
                    </a:lnTo>
                    <a:cubicBezTo>
                      <a:pt x="0" y="13528"/>
                      <a:pt x="3853" y="17424"/>
                      <a:pt x="8434" y="17424"/>
                    </a:cubicBezTo>
                    <a:lnTo>
                      <a:pt x="215725" y="17424"/>
                    </a:lnTo>
                    <a:cubicBezTo>
                      <a:pt x="220306" y="17424"/>
                      <a:pt x="224159" y="13528"/>
                      <a:pt x="224159" y="8948"/>
                    </a:cubicBezTo>
                    <a:lnTo>
                      <a:pt x="224159" y="8434"/>
                    </a:lnTo>
                    <a:cubicBezTo>
                      <a:pt x="224159" y="3853"/>
                      <a:pt x="220306" y="0"/>
                      <a:pt x="215725" y="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11159704" y="6213485"/>
                <a:ext cx="120553" cy="118336"/>
              </a:xfrm>
              <a:custGeom>
                <a:avLst/>
                <a:gdLst>
                  <a:gd name="connsiteX0" fmla="*/ 53383 w 120553"/>
                  <a:gd name="connsiteY0" fmla="*/ 89765 h 118336"/>
                  <a:gd name="connsiteX1" fmla="*/ 61859 w 120553"/>
                  <a:gd name="connsiteY1" fmla="*/ 77436 h 118336"/>
                  <a:gd name="connsiteX2" fmla="*/ 104371 w 120553"/>
                  <a:gd name="connsiteY2" fmla="*/ 112755 h 118336"/>
                  <a:gd name="connsiteX3" fmla="*/ 116144 w 120553"/>
                  <a:gd name="connsiteY3" fmla="*/ 112027 h 118336"/>
                  <a:gd name="connsiteX4" fmla="*/ 118499 w 120553"/>
                  <a:gd name="connsiteY4" fmla="*/ 105606 h 118336"/>
                  <a:gd name="connsiteX5" fmla="*/ 115416 w 120553"/>
                  <a:gd name="connsiteY5" fmla="*/ 99698 h 118336"/>
                  <a:gd name="connsiteX6" fmla="*/ 82409 w 120553"/>
                  <a:gd name="connsiteY6" fmla="*/ 71785 h 118336"/>
                  <a:gd name="connsiteX7" fmla="*/ 112077 w 120553"/>
                  <a:gd name="connsiteY7" fmla="*/ 71785 h 118336"/>
                  <a:gd name="connsiteX8" fmla="*/ 120554 w 120553"/>
                  <a:gd name="connsiteY8" fmla="*/ 63308 h 118336"/>
                  <a:gd name="connsiteX9" fmla="*/ 120554 w 120553"/>
                  <a:gd name="connsiteY9" fmla="*/ 62880 h 118336"/>
                  <a:gd name="connsiteX10" fmla="*/ 112077 w 120553"/>
                  <a:gd name="connsiteY10" fmla="*/ 54446 h 118336"/>
                  <a:gd name="connsiteX11" fmla="*/ 69565 w 120553"/>
                  <a:gd name="connsiteY11" fmla="*/ 54446 h 118336"/>
                  <a:gd name="connsiteX12" fmla="*/ 70636 w 120553"/>
                  <a:gd name="connsiteY12" fmla="*/ 41860 h 118336"/>
                  <a:gd name="connsiteX13" fmla="*/ 70850 w 120553"/>
                  <a:gd name="connsiteY13" fmla="*/ 30857 h 118336"/>
                  <a:gd name="connsiteX14" fmla="*/ 109037 w 120553"/>
                  <a:gd name="connsiteY14" fmla="*/ 30857 h 118336"/>
                  <a:gd name="connsiteX15" fmla="*/ 117471 w 120553"/>
                  <a:gd name="connsiteY15" fmla="*/ 22381 h 118336"/>
                  <a:gd name="connsiteX16" fmla="*/ 117471 w 120553"/>
                  <a:gd name="connsiteY16" fmla="*/ 22167 h 118336"/>
                  <a:gd name="connsiteX17" fmla="*/ 109037 w 120553"/>
                  <a:gd name="connsiteY17" fmla="*/ 13690 h 118336"/>
                  <a:gd name="connsiteX18" fmla="*/ 28338 w 120553"/>
                  <a:gd name="connsiteY18" fmla="*/ 13690 h 118336"/>
                  <a:gd name="connsiteX19" fmla="*/ 28809 w 120553"/>
                  <a:gd name="connsiteY19" fmla="*/ 11935 h 118336"/>
                  <a:gd name="connsiteX20" fmla="*/ 28809 w 120553"/>
                  <a:gd name="connsiteY20" fmla="*/ 5256 h 118336"/>
                  <a:gd name="connsiteX21" fmla="*/ 24186 w 120553"/>
                  <a:gd name="connsiteY21" fmla="*/ 632 h 118336"/>
                  <a:gd name="connsiteX22" fmla="*/ 23715 w 120553"/>
                  <a:gd name="connsiteY22" fmla="*/ 632 h 118336"/>
                  <a:gd name="connsiteX23" fmla="*/ 12926 w 120553"/>
                  <a:gd name="connsiteY23" fmla="*/ 5256 h 118336"/>
                  <a:gd name="connsiteX24" fmla="*/ 7275 w 120553"/>
                  <a:gd name="connsiteY24" fmla="*/ 19341 h 118336"/>
                  <a:gd name="connsiteX25" fmla="*/ 15195 w 120553"/>
                  <a:gd name="connsiteY25" fmla="*/ 30857 h 118336"/>
                  <a:gd name="connsiteX26" fmla="*/ 53383 w 120553"/>
                  <a:gd name="connsiteY26" fmla="*/ 30857 h 118336"/>
                  <a:gd name="connsiteX27" fmla="*/ 53383 w 120553"/>
                  <a:gd name="connsiteY27" fmla="*/ 41860 h 118336"/>
                  <a:gd name="connsiteX28" fmla="*/ 52098 w 120553"/>
                  <a:gd name="connsiteY28" fmla="*/ 54446 h 118336"/>
                  <a:gd name="connsiteX29" fmla="*/ 9330 w 120553"/>
                  <a:gd name="connsiteY29" fmla="*/ 54446 h 118336"/>
                  <a:gd name="connsiteX30" fmla="*/ 853 w 120553"/>
                  <a:gd name="connsiteY30" fmla="*/ 62880 h 118336"/>
                  <a:gd name="connsiteX31" fmla="*/ 853 w 120553"/>
                  <a:gd name="connsiteY31" fmla="*/ 63394 h 118336"/>
                  <a:gd name="connsiteX32" fmla="*/ 9330 w 120553"/>
                  <a:gd name="connsiteY32" fmla="*/ 71870 h 118336"/>
                  <a:gd name="connsiteX33" fmla="*/ 44949 w 120553"/>
                  <a:gd name="connsiteY33" fmla="*/ 71870 h 118336"/>
                  <a:gd name="connsiteX34" fmla="*/ 39555 w 120553"/>
                  <a:gd name="connsiteY34" fmla="*/ 79320 h 118336"/>
                  <a:gd name="connsiteX35" fmla="*/ 5477 w 120553"/>
                  <a:gd name="connsiteY35" fmla="*/ 101624 h 118336"/>
                  <a:gd name="connsiteX36" fmla="*/ 383 w 120553"/>
                  <a:gd name="connsiteY36" fmla="*/ 112327 h 118336"/>
                  <a:gd name="connsiteX37" fmla="*/ 639 w 120553"/>
                  <a:gd name="connsiteY37" fmla="*/ 112841 h 118336"/>
                  <a:gd name="connsiteX38" fmla="*/ 5220 w 120553"/>
                  <a:gd name="connsiteY38" fmla="*/ 117721 h 118336"/>
                  <a:gd name="connsiteX39" fmla="*/ 11642 w 120553"/>
                  <a:gd name="connsiteY39" fmla="*/ 117978 h 118336"/>
                  <a:gd name="connsiteX40" fmla="*/ 53383 w 120553"/>
                  <a:gd name="connsiteY40" fmla="*/ 89765 h 11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0553" h="118336">
                    <a:moveTo>
                      <a:pt x="53383" y="89765"/>
                    </a:moveTo>
                    <a:cubicBezTo>
                      <a:pt x="56722" y="85955"/>
                      <a:pt x="59505" y="81845"/>
                      <a:pt x="61859" y="77436"/>
                    </a:cubicBezTo>
                    <a:lnTo>
                      <a:pt x="104371" y="112755"/>
                    </a:lnTo>
                    <a:cubicBezTo>
                      <a:pt x="107967" y="115880"/>
                      <a:pt x="113062" y="115324"/>
                      <a:pt x="116144" y="112027"/>
                    </a:cubicBezTo>
                    <a:cubicBezTo>
                      <a:pt x="117728" y="109972"/>
                      <a:pt x="118755" y="108131"/>
                      <a:pt x="118499" y="105606"/>
                    </a:cubicBezTo>
                    <a:cubicBezTo>
                      <a:pt x="118199" y="103251"/>
                      <a:pt x="117428" y="101539"/>
                      <a:pt x="115416" y="99698"/>
                    </a:cubicBezTo>
                    <a:lnTo>
                      <a:pt x="82409" y="71785"/>
                    </a:lnTo>
                    <a:lnTo>
                      <a:pt x="112077" y="71785"/>
                    </a:lnTo>
                    <a:cubicBezTo>
                      <a:pt x="116957" y="71785"/>
                      <a:pt x="120554" y="67889"/>
                      <a:pt x="120554" y="63308"/>
                    </a:cubicBezTo>
                    <a:lnTo>
                      <a:pt x="120554" y="62880"/>
                    </a:lnTo>
                    <a:cubicBezTo>
                      <a:pt x="120554" y="58256"/>
                      <a:pt x="116957" y="54446"/>
                      <a:pt x="112077" y="54446"/>
                    </a:cubicBezTo>
                    <a:lnTo>
                      <a:pt x="69565" y="54446"/>
                    </a:lnTo>
                    <a:cubicBezTo>
                      <a:pt x="70336" y="50336"/>
                      <a:pt x="70636" y="46226"/>
                      <a:pt x="70636" y="41860"/>
                    </a:cubicBezTo>
                    <a:lnTo>
                      <a:pt x="70850" y="30857"/>
                    </a:lnTo>
                    <a:lnTo>
                      <a:pt x="109037" y="30857"/>
                    </a:lnTo>
                    <a:cubicBezTo>
                      <a:pt x="113618" y="30857"/>
                      <a:pt x="117471" y="27047"/>
                      <a:pt x="117471" y="22381"/>
                    </a:cubicBezTo>
                    <a:lnTo>
                      <a:pt x="117471" y="22167"/>
                    </a:lnTo>
                    <a:cubicBezTo>
                      <a:pt x="117471" y="17543"/>
                      <a:pt x="113618" y="13690"/>
                      <a:pt x="109037" y="13690"/>
                    </a:cubicBezTo>
                    <a:lnTo>
                      <a:pt x="28338" y="13690"/>
                    </a:lnTo>
                    <a:lnTo>
                      <a:pt x="28809" y="11935"/>
                    </a:lnTo>
                    <a:cubicBezTo>
                      <a:pt x="29837" y="9623"/>
                      <a:pt x="29837" y="7311"/>
                      <a:pt x="28809" y="5256"/>
                    </a:cubicBezTo>
                    <a:cubicBezTo>
                      <a:pt x="28039" y="3201"/>
                      <a:pt x="26240" y="1446"/>
                      <a:pt x="24186" y="632"/>
                    </a:cubicBezTo>
                    <a:lnTo>
                      <a:pt x="23715" y="632"/>
                    </a:lnTo>
                    <a:cubicBezTo>
                      <a:pt x="19562" y="-1123"/>
                      <a:pt x="14467" y="889"/>
                      <a:pt x="12926" y="5256"/>
                    </a:cubicBezTo>
                    <a:lnTo>
                      <a:pt x="7275" y="19341"/>
                    </a:lnTo>
                    <a:cubicBezTo>
                      <a:pt x="5220" y="24949"/>
                      <a:pt x="9073" y="30857"/>
                      <a:pt x="15195" y="30857"/>
                    </a:cubicBezTo>
                    <a:lnTo>
                      <a:pt x="53383" y="30857"/>
                    </a:lnTo>
                    <a:lnTo>
                      <a:pt x="53383" y="41860"/>
                    </a:lnTo>
                    <a:cubicBezTo>
                      <a:pt x="53383" y="46226"/>
                      <a:pt x="52826" y="50550"/>
                      <a:pt x="52098" y="54446"/>
                    </a:cubicBezTo>
                    <a:lnTo>
                      <a:pt x="9330" y="54446"/>
                    </a:lnTo>
                    <a:cubicBezTo>
                      <a:pt x="4706" y="54446"/>
                      <a:pt x="853" y="58256"/>
                      <a:pt x="853" y="62880"/>
                    </a:cubicBezTo>
                    <a:lnTo>
                      <a:pt x="853" y="63394"/>
                    </a:lnTo>
                    <a:cubicBezTo>
                      <a:pt x="853" y="68017"/>
                      <a:pt x="4706" y="71870"/>
                      <a:pt x="9330" y="71870"/>
                    </a:cubicBezTo>
                    <a:lnTo>
                      <a:pt x="44949" y="71870"/>
                    </a:lnTo>
                    <a:cubicBezTo>
                      <a:pt x="43365" y="74396"/>
                      <a:pt x="41653" y="76965"/>
                      <a:pt x="39555" y="79320"/>
                    </a:cubicBezTo>
                    <a:cubicBezTo>
                      <a:pt x="31378" y="88267"/>
                      <a:pt x="19819" y="95930"/>
                      <a:pt x="5477" y="101624"/>
                    </a:cubicBezTo>
                    <a:cubicBezTo>
                      <a:pt x="1110" y="103636"/>
                      <a:pt x="-902" y="108003"/>
                      <a:pt x="383" y="112327"/>
                    </a:cubicBezTo>
                    <a:lnTo>
                      <a:pt x="639" y="112841"/>
                    </a:lnTo>
                    <a:cubicBezTo>
                      <a:pt x="1410" y="115153"/>
                      <a:pt x="3165" y="116737"/>
                      <a:pt x="5220" y="117721"/>
                    </a:cubicBezTo>
                    <a:cubicBezTo>
                      <a:pt x="7275" y="118492"/>
                      <a:pt x="9587" y="118492"/>
                      <a:pt x="11642" y="117978"/>
                    </a:cubicBezTo>
                    <a:cubicBezTo>
                      <a:pt x="29794" y="110529"/>
                      <a:pt x="43622" y="101324"/>
                      <a:pt x="53383" y="89765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11291217" y="6218441"/>
                <a:ext cx="96282" cy="110367"/>
              </a:xfrm>
              <a:custGeom>
                <a:avLst/>
                <a:gdLst>
                  <a:gd name="connsiteX0" fmla="*/ 88362 w 96282"/>
                  <a:gd name="connsiteY0" fmla="*/ 8220 h 110367"/>
                  <a:gd name="connsiteX1" fmla="*/ 68883 w 96282"/>
                  <a:gd name="connsiteY1" fmla="*/ 0 h 110367"/>
                  <a:gd name="connsiteX2" fmla="*/ 27142 w 96282"/>
                  <a:gd name="connsiteY2" fmla="*/ 0 h 110367"/>
                  <a:gd name="connsiteX3" fmla="*/ 2055 w 96282"/>
                  <a:gd name="connsiteY3" fmla="*/ 16910 h 110367"/>
                  <a:gd name="connsiteX4" fmla="*/ 0 w 96282"/>
                  <a:gd name="connsiteY4" fmla="*/ 27399 h 110367"/>
                  <a:gd name="connsiteX5" fmla="*/ 0 w 96282"/>
                  <a:gd name="connsiteY5" fmla="*/ 83011 h 110367"/>
                  <a:gd name="connsiteX6" fmla="*/ 27142 w 96282"/>
                  <a:gd name="connsiteY6" fmla="*/ 110367 h 110367"/>
                  <a:gd name="connsiteX7" fmla="*/ 68883 w 96282"/>
                  <a:gd name="connsiteY7" fmla="*/ 110367 h 110367"/>
                  <a:gd name="connsiteX8" fmla="*/ 79415 w 96282"/>
                  <a:gd name="connsiteY8" fmla="*/ 108056 h 110367"/>
                  <a:gd name="connsiteX9" fmla="*/ 96282 w 96282"/>
                  <a:gd name="connsiteY9" fmla="*/ 82968 h 110367"/>
                  <a:gd name="connsiteX10" fmla="*/ 96282 w 96282"/>
                  <a:gd name="connsiteY10" fmla="*/ 27399 h 110367"/>
                  <a:gd name="connsiteX11" fmla="*/ 88362 w 96282"/>
                  <a:gd name="connsiteY11" fmla="*/ 8220 h 110367"/>
                  <a:gd name="connsiteX12" fmla="*/ 79158 w 96282"/>
                  <a:gd name="connsiteY12" fmla="*/ 83054 h 110367"/>
                  <a:gd name="connsiteX13" fmla="*/ 79072 w 96282"/>
                  <a:gd name="connsiteY13" fmla="*/ 101848 h 110367"/>
                  <a:gd name="connsiteX14" fmla="*/ 63617 w 96282"/>
                  <a:gd name="connsiteY14" fmla="*/ 93072 h 110367"/>
                  <a:gd name="connsiteX15" fmla="*/ 27142 w 96282"/>
                  <a:gd name="connsiteY15" fmla="*/ 93072 h 110367"/>
                  <a:gd name="connsiteX16" fmla="*/ 16868 w 96282"/>
                  <a:gd name="connsiteY16" fmla="*/ 83054 h 110367"/>
                  <a:gd name="connsiteX17" fmla="*/ 16868 w 96282"/>
                  <a:gd name="connsiteY17" fmla="*/ 27399 h 110367"/>
                  <a:gd name="connsiteX18" fmla="*/ 19693 w 96282"/>
                  <a:gd name="connsiteY18" fmla="*/ 20250 h 110367"/>
                  <a:gd name="connsiteX19" fmla="*/ 27142 w 96282"/>
                  <a:gd name="connsiteY19" fmla="*/ 17424 h 110367"/>
                  <a:gd name="connsiteX20" fmla="*/ 68883 w 96282"/>
                  <a:gd name="connsiteY20" fmla="*/ 17424 h 110367"/>
                  <a:gd name="connsiteX21" fmla="*/ 76075 w 96282"/>
                  <a:gd name="connsiteY21" fmla="*/ 20250 h 110367"/>
                  <a:gd name="connsiteX22" fmla="*/ 79158 w 96282"/>
                  <a:gd name="connsiteY22" fmla="*/ 27399 h 110367"/>
                  <a:gd name="connsiteX23" fmla="*/ 79158 w 96282"/>
                  <a:gd name="connsiteY23" fmla="*/ 83054 h 11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6282" h="110367">
                    <a:moveTo>
                      <a:pt x="88362" y="8220"/>
                    </a:moveTo>
                    <a:cubicBezTo>
                      <a:pt x="83268" y="3125"/>
                      <a:pt x="76332" y="0"/>
                      <a:pt x="68883" y="0"/>
                    </a:cubicBezTo>
                    <a:lnTo>
                      <a:pt x="27142" y="0"/>
                    </a:lnTo>
                    <a:cubicBezTo>
                      <a:pt x="15883" y="0"/>
                      <a:pt x="6379" y="6935"/>
                      <a:pt x="2055" y="16910"/>
                    </a:cubicBezTo>
                    <a:cubicBezTo>
                      <a:pt x="471" y="20250"/>
                      <a:pt x="0" y="23846"/>
                      <a:pt x="0" y="27399"/>
                    </a:cubicBezTo>
                    <a:lnTo>
                      <a:pt x="0" y="83011"/>
                    </a:lnTo>
                    <a:cubicBezTo>
                      <a:pt x="0" y="98123"/>
                      <a:pt x="11987" y="110367"/>
                      <a:pt x="27142" y="110367"/>
                    </a:cubicBezTo>
                    <a:lnTo>
                      <a:pt x="68883" y="110367"/>
                    </a:lnTo>
                    <a:cubicBezTo>
                      <a:pt x="72736" y="110367"/>
                      <a:pt x="76075" y="109640"/>
                      <a:pt x="79415" y="108056"/>
                    </a:cubicBezTo>
                    <a:cubicBezTo>
                      <a:pt x="89647" y="103732"/>
                      <a:pt x="96282" y="94227"/>
                      <a:pt x="96282" y="82968"/>
                    </a:cubicBezTo>
                    <a:lnTo>
                      <a:pt x="96282" y="27399"/>
                    </a:lnTo>
                    <a:cubicBezTo>
                      <a:pt x="96282" y="19993"/>
                      <a:pt x="93457" y="13314"/>
                      <a:pt x="88362" y="8220"/>
                    </a:cubicBezTo>
                    <a:close/>
                    <a:moveTo>
                      <a:pt x="79158" y="83054"/>
                    </a:moveTo>
                    <a:lnTo>
                      <a:pt x="79072" y="101848"/>
                    </a:lnTo>
                    <a:cubicBezTo>
                      <a:pt x="79072" y="101848"/>
                      <a:pt x="70724" y="93072"/>
                      <a:pt x="63617" y="93072"/>
                    </a:cubicBezTo>
                    <a:lnTo>
                      <a:pt x="27142" y="93072"/>
                    </a:lnTo>
                    <a:cubicBezTo>
                      <a:pt x="21277" y="93072"/>
                      <a:pt x="16868" y="88962"/>
                      <a:pt x="16868" y="83054"/>
                    </a:cubicBezTo>
                    <a:lnTo>
                      <a:pt x="16868" y="27399"/>
                    </a:lnTo>
                    <a:cubicBezTo>
                      <a:pt x="16868" y="24616"/>
                      <a:pt x="17895" y="22048"/>
                      <a:pt x="19693" y="20250"/>
                    </a:cubicBezTo>
                    <a:cubicBezTo>
                      <a:pt x="21748" y="18452"/>
                      <a:pt x="24060" y="17424"/>
                      <a:pt x="27142" y="17424"/>
                    </a:cubicBezTo>
                    <a:lnTo>
                      <a:pt x="68883" y="17424"/>
                    </a:lnTo>
                    <a:cubicBezTo>
                      <a:pt x="71923" y="17424"/>
                      <a:pt x="74277" y="18452"/>
                      <a:pt x="76075" y="20250"/>
                    </a:cubicBezTo>
                    <a:cubicBezTo>
                      <a:pt x="78344" y="22048"/>
                      <a:pt x="79158" y="24616"/>
                      <a:pt x="79158" y="27399"/>
                    </a:cubicBezTo>
                    <a:lnTo>
                      <a:pt x="79158" y="83054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11203968" y="6382708"/>
                <a:ext cx="137894" cy="17124"/>
              </a:xfrm>
              <a:custGeom>
                <a:avLst/>
                <a:gdLst>
                  <a:gd name="connsiteX0" fmla="*/ 0 w 137894"/>
                  <a:gd name="connsiteY0" fmla="*/ 0 h 17124"/>
                  <a:gd name="connsiteX1" fmla="*/ 214 w 137894"/>
                  <a:gd name="connsiteY1" fmla="*/ 17124 h 17124"/>
                  <a:gd name="connsiteX2" fmla="*/ 137809 w 137894"/>
                  <a:gd name="connsiteY2" fmla="*/ 17124 h 17124"/>
                  <a:gd name="connsiteX3" fmla="*/ 137895 w 137894"/>
                  <a:gd name="connsiteY3" fmla="*/ 0 h 17124"/>
                  <a:gd name="connsiteX4" fmla="*/ 0 w 137894"/>
                  <a:gd name="connsiteY4" fmla="*/ 0 h 1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894" h="17124">
                    <a:moveTo>
                      <a:pt x="0" y="0"/>
                    </a:moveTo>
                    <a:cubicBezTo>
                      <a:pt x="0" y="43"/>
                      <a:pt x="214" y="17124"/>
                      <a:pt x="214" y="17124"/>
                    </a:cubicBezTo>
                    <a:lnTo>
                      <a:pt x="137809" y="17124"/>
                    </a:lnTo>
                    <a:lnTo>
                      <a:pt x="1378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11173615" y="6340153"/>
                <a:ext cx="198729" cy="102746"/>
              </a:xfrm>
              <a:custGeom>
                <a:avLst/>
                <a:gdLst>
                  <a:gd name="connsiteX0" fmla="*/ 182376 w 198729"/>
                  <a:gd name="connsiteY0" fmla="*/ 2269 h 102746"/>
                  <a:gd name="connsiteX1" fmla="*/ 172101 w 198729"/>
                  <a:gd name="connsiteY1" fmla="*/ 0 h 102746"/>
                  <a:gd name="connsiteX2" fmla="*/ 26885 w 198729"/>
                  <a:gd name="connsiteY2" fmla="*/ 0 h 102746"/>
                  <a:gd name="connsiteX3" fmla="*/ 16654 w 198729"/>
                  <a:gd name="connsiteY3" fmla="*/ 2269 h 102746"/>
                  <a:gd name="connsiteX4" fmla="*/ 0 w 198729"/>
                  <a:gd name="connsiteY4" fmla="*/ 27399 h 102746"/>
                  <a:gd name="connsiteX5" fmla="*/ 0 w 198729"/>
                  <a:gd name="connsiteY5" fmla="*/ 75262 h 102746"/>
                  <a:gd name="connsiteX6" fmla="*/ 16654 w 198729"/>
                  <a:gd name="connsiteY6" fmla="*/ 100692 h 102746"/>
                  <a:gd name="connsiteX7" fmla="*/ 26885 w 198729"/>
                  <a:gd name="connsiteY7" fmla="*/ 102747 h 102746"/>
                  <a:gd name="connsiteX8" fmla="*/ 135968 w 198729"/>
                  <a:gd name="connsiteY8" fmla="*/ 102747 h 102746"/>
                  <a:gd name="connsiteX9" fmla="*/ 166921 w 198729"/>
                  <a:gd name="connsiteY9" fmla="*/ 85580 h 102746"/>
                  <a:gd name="connsiteX10" fmla="*/ 26885 w 198729"/>
                  <a:gd name="connsiteY10" fmla="*/ 85580 h 102746"/>
                  <a:gd name="connsiteX11" fmla="*/ 19993 w 198729"/>
                  <a:gd name="connsiteY11" fmla="*/ 82754 h 102746"/>
                  <a:gd name="connsiteX12" fmla="*/ 17167 w 198729"/>
                  <a:gd name="connsiteY12" fmla="*/ 75262 h 102746"/>
                  <a:gd name="connsiteX13" fmla="*/ 17167 w 198729"/>
                  <a:gd name="connsiteY13" fmla="*/ 27442 h 102746"/>
                  <a:gd name="connsiteX14" fmla="*/ 19993 w 198729"/>
                  <a:gd name="connsiteY14" fmla="*/ 19993 h 102746"/>
                  <a:gd name="connsiteX15" fmla="*/ 26885 w 198729"/>
                  <a:gd name="connsiteY15" fmla="*/ 17167 h 102746"/>
                  <a:gd name="connsiteX16" fmla="*/ 172101 w 198729"/>
                  <a:gd name="connsiteY16" fmla="*/ 17167 h 102746"/>
                  <a:gd name="connsiteX17" fmla="*/ 178994 w 198729"/>
                  <a:gd name="connsiteY17" fmla="*/ 19993 h 102746"/>
                  <a:gd name="connsiteX18" fmla="*/ 181819 w 198729"/>
                  <a:gd name="connsiteY18" fmla="*/ 27442 h 102746"/>
                  <a:gd name="connsiteX19" fmla="*/ 181819 w 198729"/>
                  <a:gd name="connsiteY19" fmla="*/ 75305 h 102746"/>
                  <a:gd name="connsiteX20" fmla="*/ 166621 w 198729"/>
                  <a:gd name="connsiteY20" fmla="*/ 102747 h 102746"/>
                  <a:gd name="connsiteX21" fmla="*/ 198729 w 198729"/>
                  <a:gd name="connsiteY21" fmla="*/ 75305 h 102746"/>
                  <a:gd name="connsiteX22" fmla="*/ 198729 w 198729"/>
                  <a:gd name="connsiteY22" fmla="*/ 27442 h 102746"/>
                  <a:gd name="connsiteX23" fmla="*/ 182376 w 198729"/>
                  <a:gd name="connsiteY23" fmla="*/ 2269 h 10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8729" h="102746">
                    <a:moveTo>
                      <a:pt x="182376" y="2269"/>
                    </a:moveTo>
                    <a:cubicBezTo>
                      <a:pt x="179036" y="771"/>
                      <a:pt x="175997" y="0"/>
                      <a:pt x="172101" y="0"/>
                    </a:cubicBezTo>
                    <a:lnTo>
                      <a:pt x="26885" y="0"/>
                    </a:lnTo>
                    <a:cubicBezTo>
                      <a:pt x="23032" y="0"/>
                      <a:pt x="19993" y="771"/>
                      <a:pt x="16654" y="2269"/>
                    </a:cubicBezTo>
                    <a:cubicBezTo>
                      <a:pt x="6636" y="6636"/>
                      <a:pt x="0" y="16354"/>
                      <a:pt x="0" y="27399"/>
                    </a:cubicBezTo>
                    <a:lnTo>
                      <a:pt x="0" y="75262"/>
                    </a:lnTo>
                    <a:cubicBezTo>
                      <a:pt x="0" y="86564"/>
                      <a:pt x="6679" y="96068"/>
                      <a:pt x="16654" y="100692"/>
                    </a:cubicBezTo>
                    <a:cubicBezTo>
                      <a:pt x="19993" y="101934"/>
                      <a:pt x="23032" y="102747"/>
                      <a:pt x="26885" y="102747"/>
                    </a:cubicBezTo>
                    <a:lnTo>
                      <a:pt x="135968" y="102747"/>
                    </a:lnTo>
                    <a:cubicBezTo>
                      <a:pt x="159771" y="102747"/>
                      <a:pt x="166921" y="85580"/>
                      <a:pt x="166921" y="85580"/>
                    </a:cubicBezTo>
                    <a:lnTo>
                      <a:pt x="26885" y="85580"/>
                    </a:lnTo>
                    <a:cubicBezTo>
                      <a:pt x="24317" y="85580"/>
                      <a:pt x="22005" y="84552"/>
                      <a:pt x="19993" y="82754"/>
                    </a:cubicBezTo>
                    <a:cubicBezTo>
                      <a:pt x="18195" y="80913"/>
                      <a:pt x="17167" y="78345"/>
                      <a:pt x="17167" y="75262"/>
                    </a:cubicBezTo>
                    <a:lnTo>
                      <a:pt x="17167" y="27442"/>
                    </a:lnTo>
                    <a:cubicBezTo>
                      <a:pt x="17167" y="24360"/>
                      <a:pt x="18195" y="22048"/>
                      <a:pt x="19993" y="19993"/>
                    </a:cubicBezTo>
                    <a:cubicBezTo>
                      <a:pt x="22005" y="18238"/>
                      <a:pt x="24360" y="17167"/>
                      <a:pt x="26885" y="17167"/>
                    </a:cubicBezTo>
                    <a:lnTo>
                      <a:pt x="172101" y="17167"/>
                    </a:lnTo>
                    <a:cubicBezTo>
                      <a:pt x="174670" y="17167"/>
                      <a:pt x="176981" y="18238"/>
                      <a:pt x="178994" y="19993"/>
                    </a:cubicBezTo>
                    <a:cubicBezTo>
                      <a:pt x="180792" y="22048"/>
                      <a:pt x="181819" y="24360"/>
                      <a:pt x="181819" y="27442"/>
                    </a:cubicBezTo>
                    <a:lnTo>
                      <a:pt x="181819" y="75305"/>
                    </a:lnTo>
                    <a:cubicBezTo>
                      <a:pt x="181819" y="76461"/>
                      <a:pt x="183317" y="93628"/>
                      <a:pt x="166621" y="102747"/>
                    </a:cubicBezTo>
                    <a:cubicBezTo>
                      <a:pt x="169875" y="102576"/>
                      <a:pt x="196846" y="100906"/>
                      <a:pt x="198729" y="75305"/>
                    </a:cubicBezTo>
                    <a:lnTo>
                      <a:pt x="198729" y="27442"/>
                    </a:lnTo>
                    <a:cubicBezTo>
                      <a:pt x="198772" y="16397"/>
                      <a:pt x="192393" y="6679"/>
                      <a:pt x="182376" y="2269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11418348" y="6381894"/>
                <a:ext cx="34186" cy="55644"/>
              </a:xfrm>
              <a:custGeom>
                <a:avLst/>
                <a:gdLst>
                  <a:gd name="connsiteX0" fmla="*/ 33796 w 34186"/>
                  <a:gd name="connsiteY0" fmla="*/ 10660 h 55644"/>
                  <a:gd name="connsiteX1" fmla="*/ 16115 w 34186"/>
                  <a:gd name="connsiteY1" fmla="*/ 51930 h 55644"/>
                  <a:gd name="connsiteX2" fmla="*/ 10464 w 34186"/>
                  <a:gd name="connsiteY2" fmla="*/ 55483 h 55644"/>
                  <a:gd name="connsiteX3" fmla="*/ 3871 w 34186"/>
                  <a:gd name="connsiteY3" fmla="*/ 53942 h 55644"/>
                  <a:gd name="connsiteX4" fmla="*/ 3272 w 34186"/>
                  <a:gd name="connsiteY4" fmla="*/ 53642 h 55644"/>
                  <a:gd name="connsiteX5" fmla="*/ 1217 w 34186"/>
                  <a:gd name="connsiteY5" fmla="*/ 42426 h 55644"/>
                  <a:gd name="connsiteX6" fmla="*/ 10464 w 34186"/>
                  <a:gd name="connsiteY6" fmla="*/ 25216 h 55644"/>
                  <a:gd name="connsiteX7" fmla="*/ 17143 w 34186"/>
                  <a:gd name="connsiteY7" fmla="*/ 6250 h 55644"/>
                  <a:gd name="connsiteX8" fmla="*/ 26861 w 34186"/>
                  <a:gd name="connsiteY8" fmla="*/ 128 h 55644"/>
                  <a:gd name="connsiteX9" fmla="*/ 27417 w 34186"/>
                  <a:gd name="connsiteY9" fmla="*/ 128 h 55644"/>
                  <a:gd name="connsiteX10" fmla="*/ 33026 w 34186"/>
                  <a:gd name="connsiteY10" fmla="*/ 3981 h 55644"/>
                  <a:gd name="connsiteX11" fmla="*/ 33796 w 34186"/>
                  <a:gd name="connsiteY11" fmla="*/ 10660 h 55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86" h="55644">
                    <a:moveTo>
                      <a:pt x="33796" y="10660"/>
                    </a:moveTo>
                    <a:cubicBezTo>
                      <a:pt x="30243" y="25515"/>
                      <a:pt x="24078" y="38787"/>
                      <a:pt x="16115" y="51930"/>
                    </a:cubicBezTo>
                    <a:cubicBezTo>
                      <a:pt x="14831" y="53642"/>
                      <a:pt x="13033" y="55226"/>
                      <a:pt x="10464" y="55483"/>
                    </a:cubicBezTo>
                    <a:cubicBezTo>
                      <a:pt x="8152" y="55997"/>
                      <a:pt x="5841" y="55226"/>
                      <a:pt x="3871" y="53942"/>
                    </a:cubicBezTo>
                    <a:lnTo>
                      <a:pt x="3272" y="53642"/>
                    </a:lnTo>
                    <a:cubicBezTo>
                      <a:pt x="-25" y="51116"/>
                      <a:pt x="-1052" y="46236"/>
                      <a:pt x="1217" y="42426"/>
                    </a:cubicBezTo>
                    <a:cubicBezTo>
                      <a:pt x="4813" y="37032"/>
                      <a:pt x="7896" y="31124"/>
                      <a:pt x="10464" y="25216"/>
                    </a:cubicBezTo>
                    <a:cubicBezTo>
                      <a:pt x="13290" y="19308"/>
                      <a:pt x="15345" y="13186"/>
                      <a:pt x="17143" y="6250"/>
                    </a:cubicBezTo>
                    <a:cubicBezTo>
                      <a:pt x="18170" y="2140"/>
                      <a:pt x="22537" y="-642"/>
                      <a:pt x="26861" y="128"/>
                    </a:cubicBezTo>
                    <a:lnTo>
                      <a:pt x="27417" y="128"/>
                    </a:lnTo>
                    <a:cubicBezTo>
                      <a:pt x="29686" y="642"/>
                      <a:pt x="31485" y="2140"/>
                      <a:pt x="33026" y="3981"/>
                    </a:cubicBezTo>
                    <a:cubicBezTo>
                      <a:pt x="34053" y="6079"/>
                      <a:pt x="34610" y="8348"/>
                      <a:pt x="33796" y="10660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11419351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7 w 103517"/>
                  <a:gd name="connsiteY1" fmla="*/ 14599 h 95254"/>
                  <a:gd name="connsiteX2" fmla="*/ 103517 w 103517"/>
                  <a:gd name="connsiteY2" fmla="*/ 15155 h 95254"/>
                  <a:gd name="connsiteX3" fmla="*/ 95084 w 103517"/>
                  <a:gd name="connsiteY3" fmla="*/ 23589 h 95254"/>
                  <a:gd name="connsiteX4" fmla="*/ 60492 w 103517"/>
                  <a:gd name="connsiteY4" fmla="*/ 23589 h 95254"/>
                  <a:gd name="connsiteX5" fmla="*/ 60492 w 103517"/>
                  <a:gd name="connsiteY5" fmla="*/ 36133 h 95254"/>
                  <a:gd name="connsiteX6" fmla="*/ 92986 w 103517"/>
                  <a:gd name="connsiteY6" fmla="*/ 36133 h 95254"/>
                  <a:gd name="connsiteX7" fmla="*/ 101505 w 103517"/>
                  <a:gd name="connsiteY7" fmla="*/ 44566 h 95254"/>
                  <a:gd name="connsiteX8" fmla="*/ 101505 w 103517"/>
                  <a:gd name="connsiteY8" fmla="*/ 44823 h 95254"/>
                  <a:gd name="connsiteX9" fmla="*/ 92986 w 103517"/>
                  <a:gd name="connsiteY9" fmla="*/ 53257 h 95254"/>
                  <a:gd name="connsiteX10" fmla="*/ 60492 w 103517"/>
                  <a:gd name="connsiteY10" fmla="*/ 53257 h 95254"/>
                  <a:gd name="connsiteX11" fmla="*/ 60492 w 103517"/>
                  <a:gd name="connsiteY11" fmla="*/ 66143 h 95254"/>
                  <a:gd name="connsiteX12" fmla="*/ 95084 w 103517"/>
                  <a:gd name="connsiteY12" fmla="*/ 66143 h 95254"/>
                  <a:gd name="connsiteX13" fmla="*/ 103517 w 103517"/>
                  <a:gd name="connsiteY13" fmla="*/ 74577 h 95254"/>
                  <a:gd name="connsiteX14" fmla="*/ 103517 w 103517"/>
                  <a:gd name="connsiteY14" fmla="*/ 74791 h 95254"/>
                  <a:gd name="connsiteX15" fmla="*/ 95084 w 103517"/>
                  <a:gd name="connsiteY15" fmla="*/ 83268 h 95254"/>
                  <a:gd name="connsiteX16" fmla="*/ 60492 w 103517"/>
                  <a:gd name="connsiteY16" fmla="*/ 83268 h 95254"/>
                  <a:gd name="connsiteX17" fmla="*/ 40628 w 103517"/>
                  <a:gd name="connsiteY17" fmla="*/ 95255 h 95254"/>
                  <a:gd name="connsiteX18" fmla="*/ 43325 w 103517"/>
                  <a:gd name="connsiteY18" fmla="*/ 83268 h 95254"/>
                  <a:gd name="connsiteX19" fmla="*/ 8477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77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88 w 103517"/>
                  <a:gd name="connsiteY25" fmla="*/ 53257 h 95254"/>
                  <a:gd name="connsiteX26" fmla="*/ 2269 w 103517"/>
                  <a:gd name="connsiteY26" fmla="*/ 44823 h 95254"/>
                  <a:gd name="connsiteX27" fmla="*/ 2269 w 103517"/>
                  <a:gd name="connsiteY27" fmla="*/ 44566 h 95254"/>
                  <a:gd name="connsiteX28" fmla="*/ 10788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77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77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93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664" y="6165"/>
                      <a:pt x="103517" y="10275"/>
                      <a:pt x="103517" y="14599"/>
                    </a:cubicBezTo>
                    <a:lnTo>
                      <a:pt x="103517" y="15155"/>
                    </a:lnTo>
                    <a:cubicBezTo>
                      <a:pt x="103517" y="19779"/>
                      <a:pt x="99664" y="23589"/>
                      <a:pt x="95084" y="23589"/>
                    </a:cubicBezTo>
                    <a:lnTo>
                      <a:pt x="60492" y="23589"/>
                    </a:lnTo>
                    <a:lnTo>
                      <a:pt x="60492" y="36133"/>
                    </a:lnTo>
                    <a:lnTo>
                      <a:pt x="92986" y="36133"/>
                    </a:lnTo>
                    <a:cubicBezTo>
                      <a:pt x="97609" y="36133"/>
                      <a:pt x="101505" y="39729"/>
                      <a:pt x="101505" y="44566"/>
                    </a:cubicBezTo>
                    <a:lnTo>
                      <a:pt x="101505" y="44823"/>
                    </a:lnTo>
                    <a:cubicBezTo>
                      <a:pt x="101505" y="49447"/>
                      <a:pt x="97652" y="53257"/>
                      <a:pt x="92986" y="53257"/>
                    </a:cubicBezTo>
                    <a:lnTo>
                      <a:pt x="60492" y="53257"/>
                    </a:lnTo>
                    <a:lnTo>
                      <a:pt x="60492" y="66143"/>
                    </a:lnTo>
                    <a:lnTo>
                      <a:pt x="95084" y="66143"/>
                    </a:lnTo>
                    <a:cubicBezTo>
                      <a:pt x="99664" y="66143"/>
                      <a:pt x="103517" y="69954"/>
                      <a:pt x="103517" y="74577"/>
                    </a:cubicBezTo>
                    <a:lnTo>
                      <a:pt x="103517" y="74791"/>
                    </a:lnTo>
                    <a:cubicBezTo>
                      <a:pt x="103517" y="79458"/>
                      <a:pt x="99664" y="83268"/>
                      <a:pt x="95084" y="83268"/>
                    </a:cubicBezTo>
                    <a:lnTo>
                      <a:pt x="60492" y="83268"/>
                    </a:lnTo>
                    <a:cubicBezTo>
                      <a:pt x="60492" y="83268"/>
                      <a:pt x="54028" y="95255"/>
                      <a:pt x="40628" y="95255"/>
                    </a:cubicBezTo>
                    <a:cubicBezTo>
                      <a:pt x="37117" y="95255"/>
                      <a:pt x="44909" y="88790"/>
                      <a:pt x="43325" y="83268"/>
                    </a:cubicBezTo>
                    <a:lnTo>
                      <a:pt x="8477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10" y="66143"/>
                      <a:pt x="8477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88" y="53257"/>
                    </a:lnTo>
                    <a:cubicBezTo>
                      <a:pt x="6165" y="53257"/>
                      <a:pt x="2269" y="49447"/>
                      <a:pt x="2269" y="44823"/>
                    </a:cubicBezTo>
                    <a:lnTo>
                      <a:pt x="2269" y="44566"/>
                    </a:lnTo>
                    <a:cubicBezTo>
                      <a:pt x="2269" y="39729"/>
                      <a:pt x="6165" y="36133"/>
                      <a:pt x="10788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77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10" y="6165"/>
                      <a:pt x="8477" y="6165"/>
                    </a:cubicBezTo>
                    <a:lnTo>
                      <a:pt x="43539" y="6165"/>
                    </a:lnTo>
                    <a:cubicBezTo>
                      <a:pt x="44566" y="2868"/>
                      <a:pt x="47692" y="0"/>
                      <a:pt x="51716" y="0"/>
                    </a:cubicBezTo>
                    <a:lnTo>
                      <a:pt x="52016" y="0"/>
                    </a:lnTo>
                    <a:cubicBezTo>
                      <a:pt x="55869" y="0"/>
                      <a:pt x="59165" y="2826"/>
                      <a:pt x="60193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11536568" y="6209237"/>
                <a:ext cx="103517" cy="95254"/>
              </a:xfrm>
              <a:custGeom>
                <a:avLst/>
                <a:gdLst>
                  <a:gd name="connsiteX0" fmla="*/ 95084 w 103517"/>
                  <a:gd name="connsiteY0" fmla="*/ 6165 h 95254"/>
                  <a:gd name="connsiteX1" fmla="*/ 103518 w 103517"/>
                  <a:gd name="connsiteY1" fmla="*/ 14599 h 95254"/>
                  <a:gd name="connsiteX2" fmla="*/ 103518 w 103517"/>
                  <a:gd name="connsiteY2" fmla="*/ 15155 h 95254"/>
                  <a:gd name="connsiteX3" fmla="*/ 95084 w 103517"/>
                  <a:gd name="connsiteY3" fmla="*/ 23589 h 95254"/>
                  <a:gd name="connsiteX4" fmla="*/ 60449 w 103517"/>
                  <a:gd name="connsiteY4" fmla="*/ 23589 h 95254"/>
                  <a:gd name="connsiteX5" fmla="*/ 60449 w 103517"/>
                  <a:gd name="connsiteY5" fmla="*/ 36133 h 95254"/>
                  <a:gd name="connsiteX6" fmla="*/ 92986 w 103517"/>
                  <a:gd name="connsiteY6" fmla="*/ 36133 h 95254"/>
                  <a:gd name="connsiteX7" fmla="*/ 101463 w 103517"/>
                  <a:gd name="connsiteY7" fmla="*/ 44566 h 95254"/>
                  <a:gd name="connsiteX8" fmla="*/ 101463 w 103517"/>
                  <a:gd name="connsiteY8" fmla="*/ 44823 h 95254"/>
                  <a:gd name="connsiteX9" fmla="*/ 92986 w 103517"/>
                  <a:gd name="connsiteY9" fmla="*/ 53257 h 95254"/>
                  <a:gd name="connsiteX10" fmla="*/ 60449 w 103517"/>
                  <a:gd name="connsiteY10" fmla="*/ 53257 h 95254"/>
                  <a:gd name="connsiteX11" fmla="*/ 60449 w 103517"/>
                  <a:gd name="connsiteY11" fmla="*/ 66143 h 95254"/>
                  <a:gd name="connsiteX12" fmla="*/ 95084 w 103517"/>
                  <a:gd name="connsiteY12" fmla="*/ 66143 h 95254"/>
                  <a:gd name="connsiteX13" fmla="*/ 103518 w 103517"/>
                  <a:gd name="connsiteY13" fmla="*/ 74577 h 95254"/>
                  <a:gd name="connsiteX14" fmla="*/ 103518 w 103517"/>
                  <a:gd name="connsiteY14" fmla="*/ 74791 h 95254"/>
                  <a:gd name="connsiteX15" fmla="*/ 95084 w 103517"/>
                  <a:gd name="connsiteY15" fmla="*/ 83268 h 95254"/>
                  <a:gd name="connsiteX16" fmla="*/ 60449 w 103517"/>
                  <a:gd name="connsiteY16" fmla="*/ 83268 h 95254"/>
                  <a:gd name="connsiteX17" fmla="*/ 40585 w 103517"/>
                  <a:gd name="connsiteY17" fmla="*/ 95255 h 95254"/>
                  <a:gd name="connsiteX18" fmla="*/ 43325 w 103517"/>
                  <a:gd name="connsiteY18" fmla="*/ 83268 h 95254"/>
                  <a:gd name="connsiteX19" fmla="*/ 8434 w 103517"/>
                  <a:gd name="connsiteY19" fmla="*/ 83268 h 95254"/>
                  <a:gd name="connsiteX20" fmla="*/ 0 w 103517"/>
                  <a:gd name="connsiteY20" fmla="*/ 74791 h 95254"/>
                  <a:gd name="connsiteX21" fmla="*/ 0 w 103517"/>
                  <a:gd name="connsiteY21" fmla="*/ 74577 h 95254"/>
                  <a:gd name="connsiteX22" fmla="*/ 8434 w 103517"/>
                  <a:gd name="connsiteY22" fmla="*/ 66143 h 95254"/>
                  <a:gd name="connsiteX23" fmla="*/ 43325 w 103517"/>
                  <a:gd name="connsiteY23" fmla="*/ 66143 h 95254"/>
                  <a:gd name="connsiteX24" fmla="*/ 43325 w 103517"/>
                  <a:gd name="connsiteY24" fmla="*/ 53257 h 95254"/>
                  <a:gd name="connsiteX25" fmla="*/ 10746 w 103517"/>
                  <a:gd name="connsiteY25" fmla="*/ 53257 h 95254"/>
                  <a:gd name="connsiteX26" fmla="*/ 2312 w 103517"/>
                  <a:gd name="connsiteY26" fmla="*/ 44823 h 95254"/>
                  <a:gd name="connsiteX27" fmla="*/ 2312 w 103517"/>
                  <a:gd name="connsiteY27" fmla="*/ 44566 h 95254"/>
                  <a:gd name="connsiteX28" fmla="*/ 10746 w 103517"/>
                  <a:gd name="connsiteY28" fmla="*/ 36133 h 95254"/>
                  <a:gd name="connsiteX29" fmla="*/ 43325 w 103517"/>
                  <a:gd name="connsiteY29" fmla="*/ 36133 h 95254"/>
                  <a:gd name="connsiteX30" fmla="*/ 43325 w 103517"/>
                  <a:gd name="connsiteY30" fmla="*/ 23589 h 95254"/>
                  <a:gd name="connsiteX31" fmla="*/ 8434 w 103517"/>
                  <a:gd name="connsiteY31" fmla="*/ 23589 h 95254"/>
                  <a:gd name="connsiteX32" fmla="*/ 0 w 103517"/>
                  <a:gd name="connsiteY32" fmla="*/ 15155 h 95254"/>
                  <a:gd name="connsiteX33" fmla="*/ 0 w 103517"/>
                  <a:gd name="connsiteY33" fmla="*/ 14599 h 95254"/>
                  <a:gd name="connsiteX34" fmla="*/ 8434 w 103517"/>
                  <a:gd name="connsiteY34" fmla="*/ 6165 h 95254"/>
                  <a:gd name="connsiteX35" fmla="*/ 43539 w 103517"/>
                  <a:gd name="connsiteY35" fmla="*/ 6165 h 95254"/>
                  <a:gd name="connsiteX36" fmla="*/ 51716 w 103517"/>
                  <a:gd name="connsiteY36" fmla="*/ 0 h 95254"/>
                  <a:gd name="connsiteX37" fmla="*/ 52016 w 103517"/>
                  <a:gd name="connsiteY37" fmla="*/ 0 h 95254"/>
                  <a:gd name="connsiteX38" fmla="*/ 60150 w 103517"/>
                  <a:gd name="connsiteY38" fmla="*/ 6165 h 95254"/>
                  <a:gd name="connsiteX39" fmla="*/ 95084 w 103517"/>
                  <a:gd name="connsiteY39" fmla="*/ 6165 h 9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3517" h="95254">
                    <a:moveTo>
                      <a:pt x="95084" y="6165"/>
                    </a:moveTo>
                    <a:cubicBezTo>
                      <a:pt x="99707" y="6165"/>
                      <a:pt x="103518" y="10275"/>
                      <a:pt x="103518" y="14599"/>
                    </a:cubicBezTo>
                    <a:lnTo>
                      <a:pt x="103518" y="15155"/>
                    </a:lnTo>
                    <a:cubicBezTo>
                      <a:pt x="103518" y="19779"/>
                      <a:pt x="99707" y="23589"/>
                      <a:pt x="95084" y="23589"/>
                    </a:cubicBezTo>
                    <a:lnTo>
                      <a:pt x="60449" y="23589"/>
                    </a:lnTo>
                    <a:lnTo>
                      <a:pt x="60449" y="36133"/>
                    </a:lnTo>
                    <a:lnTo>
                      <a:pt x="92986" y="36133"/>
                    </a:lnTo>
                    <a:cubicBezTo>
                      <a:pt x="97652" y="36133"/>
                      <a:pt x="101463" y="39729"/>
                      <a:pt x="101463" y="44566"/>
                    </a:cubicBezTo>
                    <a:lnTo>
                      <a:pt x="101463" y="44823"/>
                    </a:lnTo>
                    <a:cubicBezTo>
                      <a:pt x="101463" y="49447"/>
                      <a:pt x="97652" y="53257"/>
                      <a:pt x="92986" y="53257"/>
                    </a:cubicBezTo>
                    <a:lnTo>
                      <a:pt x="60449" y="53257"/>
                    </a:lnTo>
                    <a:lnTo>
                      <a:pt x="60449" y="66143"/>
                    </a:lnTo>
                    <a:lnTo>
                      <a:pt x="95084" y="66143"/>
                    </a:lnTo>
                    <a:cubicBezTo>
                      <a:pt x="99707" y="66143"/>
                      <a:pt x="103518" y="69954"/>
                      <a:pt x="103518" y="74577"/>
                    </a:cubicBezTo>
                    <a:lnTo>
                      <a:pt x="103518" y="74791"/>
                    </a:lnTo>
                    <a:cubicBezTo>
                      <a:pt x="103518" y="79458"/>
                      <a:pt x="99707" y="83268"/>
                      <a:pt x="95084" y="83268"/>
                    </a:cubicBezTo>
                    <a:lnTo>
                      <a:pt x="60449" y="83268"/>
                    </a:lnTo>
                    <a:cubicBezTo>
                      <a:pt x="60449" y="83268"/>
                      <a:pt x="53985" y="95255"/>
                      <a:pt x="40585" y="95255"/>
                    </a:cubicBezTo>
                    <a:cubicBezTo>
                      <a:pt x="37074" y="95255"/>
                      <a:pt x="44866" y="88790"/>
                      <a:pt x="43325" y="83268"/>
                    </a:cubicBezTo>
                    <a:lnTo>
                      <a:pt x="8434" y="83268"/>
                    </a:lnTo>
                    <a:cubicBezTo>
                      <a:pt x="3853" y="83268"/>
                      <a:pt x="0" y="79458"/>
                      <a:pt x="0" y="74791"/>
                    </a:cubicBezTo>
                    <a:lnTo>
                      <a:pt x="0" y="74577"/>
                    </a:lnTo>
                    <a:cubicBezTo>
                      <a:pt x="0" y="69996"/>
                      <a:pt x="3853" y="66143"/>
                      <a:pt x="8434" y="66143"/>
                    </a:cubicBezTo>
                    <a:lnTo>
                      <a:pt x="43325" y="66143"/>
                    </a:lnTo>
                    <a:lnTo>
                      <a:pt x="43325" y="53257"/>
                    </a:lnTo>
                    <a:lnTo>
                      <a:pt x="10746" y="53257"/>
                    </a:lnTo>
                    <a:cubicBezTo>
                      <a:pt x="6122" y="53257"/>
                      <a:pt x="2312" y="49447"/>
                      <a:pt x="2312" y="44823"/>
                    </a:cubicBezTo>
                    <a:lnTo>
                      <a:pt x="2312" y="44566"/>
                    </a:lnTo>
                    <a:cubicBezTo>
                      <a:pt x="2312" y="39729"/>
                      <a:pt x="6122" y="36133"/>
                      <a:pt x="10746" y="36133"/>
                    </a:cubicBezTo>
                    <a:lnTo>
                      <a:pt x="43325" y="36133"/>
                    </a:lnTo>
                    <a:lnTo>
                      <a:pt x="43325" y="23589"/>
                    </a:lnTo>
                    <a:lnTo>
                      <a:pt x="8434" y="23589"/>
                    </a:lnTo>
                    <a:cubicBezTo>
                      <a:pt x="3853" y="23589"/>
                      <a:pt x="0" y="19779"/>
                      <a:pt x="0" y="15155"/>
                    </a:cubicBezTo>
                    <a:lnTo>
                      <a:pt x="0" y="14599"/>
                    </a:lnTo>
                    <a:cubicBezTo>
                      <a:pt x="0" y="10275"/>
                      <a:pt x="3853" y="6165"/>
                      <a:pt x="8434" y="6165"/>
                    </a:cubicBezTo>
                    <a:lnTo>
                      <a:pt x="43539" y="6165"/>
                    </a:lnTo>
                    <a:cubicBezTo>
                      <a:pt x="44524" y="2868"/>
                      <a:pt x="47649" y="0"/>
                      <a:pt x="51716" y="0"/>
                    </a:cubicBezTo>
                    <a:lnTo>
                      <a:pt x="52016" y="0"/>
                    </a:lnTo>
                    <a:cubicBezTo>
                      <a:pt x="55826" y="0"/>
                      <a:pt x="59165" y="2826"/>
                      <a:pt x="60150" y="6165"/>
                    </a:cubicBezTo>
                    <a:lnTo>
                      <a:pt x="95084" y="6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11425002" y="6306332"/>
                <a:ext cx="213114" cy="70253"/>
              </a:xfrm>
              <a:custGeom>
                <a:avLst/>
                <a:gdLst>
                  <a:gd name="connsiteX0" fmla="*/ 206221 w 213114"/>
                  <a:gd name="connsiteY0" fmla="*/ 6422 h 70253"/>
                  <a:gd name="connsiteX1" fmla="*/ 190339 w 213114"/>
                  <a:gd name="connsiteY1" fmla="*/ 0 h 70253"/>
                  <a:gd name="connsiteX2" fmla="*/ 8434 w 213114"/>
                  <a:gd name="connsiteY2" fmla="*/ 0 h 70253"/>
                  <a:gd name="connsiteX3" fmla="*/ 0 w 213114"/>
                  <a:gd name="connsiteY3" fmla="*/ 8477 h 70253"/>
                  <a:gd name="connsiteX4" fmla="*/ 0 w 213114"/>
                  <a:gd name="connsiteY4" fmla="*/ 8990 h 70253"/>
                  <a:gd name="connsiteX5" fmla="*/ 8434 w 213114"/>
                  <a:gd name="connsiteY5" fmla="*/ 17424 h 70253"/>
                  <a:gd name="connsiteX6" fmla="*/ 190339 w 213114"/>
                  <a:gd name="connsiteY6" fmla="*/ 17424 h 70253"/>
                  <a:gd name="connsiteX7" fmla="*/ 195433 w 213114"/>
                  <a:gd name="connsiteY7" fmla="*/ 22818 h 70253"/>
                  <a:gd name="connsiteX8" fmla="*/ 195433 w 213114"/>
                  <a:gd name="connsiteY8" fmla="*/ 47692 h 70253"/>
                  <a:gd name="connsiteX9" fmla="*/ 190339 w 213114"/>
                  <a:gd name="connsiteY9" fmla="*/ 53129 h 70253"/>
                  <a:gd name="connsiteX10" fmla="*/ 8434 w 213114"/>
                  <a:gd name="connsiteY10" fmla="*/ 53129 h 70253"/>
                  <a:gd name="connsiteX11" fmla="*/ 0 w 213114"/>
                  <a:gd name="connsiteY11" fmla="*/ 61563 h 70253"/>
                  <a:gd name="connsiteX12" fmla="*/ 0 w 213114"/>
                  <a:gd name="connsiteY12" fmla="*/ 62076 h 70253"/>
                  <a:gd name="connsiteX13" fmla="*/ 8434 w 213114"/>
                  <a:gd name="connsiteY13" fmla="*/ 70253 h 70253"/>
                  <a:gd name="connsiteX14" fmla="*/ 190339 w 213114"/>
                  <a:gd name="connsiteY14" fmla="*/ 70253 h 70253"/>
                  <a:gd name="connsiteX15" fmla="*/ 206221 w 213114"/>
                  <a:gd name="connsiteY15" fmla="*/ 63575 h 70253"/>
                  <a:gd name="connsiteX16" fmla="*/ 213114 w 213114"/>
                  <a:gd name="connsiteY16" fmla="*/ 47649 h 70253"/>
                  <a:gd name="connsiteX17" fmla="*/ 213114 w 213114"/>
                  <a:gd name="connsiteY17" fmla="*/ 22776 h 70253"/>
                  <a:gd name="connsiteX18" fmla="*/ 206221 w 213114"/>
                  <a:gd name="connsiteY18" fmla="*/ 6422 h 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114" h="70253">
                    <a:moveTo>
                      <a:pt x="206221" y="6422"/>
                    </a:moveTo>
                    <a:cubicBezTo>
                      <a:pt x="201855" y="2055"/>
                      <a:pt x="196460" y="0"/>
                      <a:pt x="190339" y="0"/>
                    </a:cubicBezTo>
                    <a:lnTo>
                      <a:pt x="8434" y="0"/>
                    </a:lnTo>
                    <a:cubicBezTo>
                      <a:pt x="3810" y="0"/>
                      <a:pt x="0" y="3596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853" y="17424"/>
                      <a:pt x="8434" y="17424"/>
                    </a:cubicBezTo>
                    <a:lnTo>
                      <a:pt x="190339" y="17424"/>
                    </a:lnTo>
                    <a:cubicBezTo>
                      <a:pt x="193378" y="17424"/>
                      <a:pt x="195433" y="19736"/>
                      <a:pt x="195433" y="22818"/>
                    </a:cubicBezTo>
                    <a:lnTo>
                      <a:pt x="195433" y="47692"/>
                    </a:lnTo>
                    <a:cubicBezTo>
                      <a:pt x="195433" y="50817"/>
                      <a:pt x="193378" y="53129"/>
                      <a:pt x="190339" y="53129"/>
                    </a:cubicBezTo>
                    <a:lnTo>
                      <a:pt x="8434" y="53129"/>
                    </a:lnTo>
                    <a:cubicBezTo>
                      <a:pt x="3810" y="53129"/>
                      <a:pt x="0" y="56682"/>
                      <a:pt x="0" y="61563"/>
                    </a:cubicBezTo>
                    <a:lnTo>
                      <a:pt x="0" y="62076"/>
                    </a:lnTo>
                    <a:cubicBezTo>
                      <a:pt x="0" y="66400"/>
                      <a:pt x="3853" y="70253"/>
                      <a:pt x="8434" y="70253"/>
                    </a:cubicBezTo>
                    <a:lnTo>
                      <a:pt x="190339" y="70253"/>
                    </a:lnTo>
                    <a:cubicBezTo>
                      <a:pt x="196460" y="70253"/>
                      <a:pt x="201855" y="67941"/>
                      <a:pt x="206221" y="63575"/>
                    </a:cubicBezTo>
                    <a:cubicBezTo>
                      <a:pt x="210802" y="59465"/>
                      <a:pt x="213114" y="53814"/>
                      <a:pt x="213114" y="47649"/>
                    </a:cubicBezTo>
                    <a:lnTo>
                      <a:pt x="213114" y="22776"/>
                    </a:lnTo>
                    <a:cubicBezTo>
                      <a:pt x="213157" y="16397"/>
                      <a:pt x="210845" y="11259"/>
                      <a:pt x="206221" y="6422"/>
                    </a:cubicBez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11435405" y="6332961"/>
                <a:ext cx="175911" cy="17466"/>
              </a:xfrm>
              <a:custGeom>
                <a:avLst/>
                <a:gdLst>
                  <a:gd name="connsiteX0" fmla="*/ 175911 w 175911"/>
                  <a:gd name="connsiteY0" fmla="*/ 0 h 17466"/>
                  <a:gd name="connsiteX1" fmla="*/ 8220 w 175911"/>
                  <a:gd name="connsiteY1" fmla="*/ 0 h 17466"/>
                  <a:gd name="connsiteX2" fmla="*/ 0 w 175911"/>
                  <a:gd name="connsiteY2" fmla="*/ 8477 h 17466"/>
                  <a:gd name="connsiteX3" fmla="*/ 0 w 175911"/>
                  <a:gd name="connsiteY3" fmla="*/ 8990 h 17466"/>
                  <a:gd name="connsiteX4" fmla="*/ 8220 w 175911"/>
                  <a:gd name="connsiteY4" fmla="*/ 17467 h 17466"/>
                  <a:gd name="connsiteX5" fmla="*/ 175911 w 175911"/>
                  <a:gd name="connsiteY5" fmla="*/ 17467 h 17466"/>
                  <a:gd name="connsiteX6" fmla="*/ 175911 w 175911"/>
                  <a:gd name="connsiteY6" fmla="*/ 0 h 1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5911" h="17466">
                    <a:moveTo>
                      <a:pt x="175911" y="0"/>
                    </a:moveTo>
                    <a:lnTo>
                      <a:pt x="8220" y="0"/>
                    </a:lnTo>
                    <a:cubicBezTo>
                      <a:pt x="3596" y="0"/>
                      <a:pt x="0" y="4110"/>
                      <a:pt x="0" y="8477"/>
                    </a:cubicBezTo>
                    <a:lnTo>
                      <a:pt x="0" y="8990"/>
                    </a:lnTo>
                    <a:cubicBezTo>
                      <a:pt x="0" y="13571"/>
                      <a:pt x="3596" y="17467"/>
                      <a:pt x="8220" y="17467"/>
                    </a:cubicBezTo>
                    <a:lnTo>
                      <a:pt x="175911" y="17467"/>
                    </a:lnTo>
                    <a:lnTo>
                      <a:pt x="175911" y="0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11471067" y="6381937"/>
                <a:ext cx="125693" cy="59165"/>
              </a:xfrm>
              <a:custGeom>
                <a:avLst/>
                <a:gdLst>
                  <a:gd name="connsiteX0" fmla="*/ 27142 w 125693"/>
                  <a:gd name="connsiteY0" fmla="*/ 59122 h 59165"/>
                  <a:gd name="connsiteX1" fmla="*/ 6679 w 125693"/>
                  <a:gd name="connsiteY1" fmla="*/ 50988 h 59165"/>
                  <a:gd name="connsiteX2" fmla="*/ 0 w 125693"/>
                  <a:gd name="connsiteY2" fmla="*/ 31552 h 59165"/>
                  <a:gd name="connsiteX3" fmla="*/ 0 w 125693"/>
                  <a:gd name="connsiteY3" fmla="*/ 8434 h 59165"/>
                  <a:gd name="connsiteX4" fmla="*/ 8477 w 125693"/>
                  <a:gd name="connsiteY4" fmla="*/ 0 h 59165"/>
                  <a:gd name="connsiteX5" fmla="*/ 8990 w 125693"/>
                  <a:gd name="connsiteY5" fmla="*/ 0 h 59165"/>
                  <a:gd name="connsiteX6" fmla="*/ 17424 w 125693"/>
                  <a:gd name="connsiteY6" fmla="*/ 8434 h 59165"/>
                  <a:gd name="connsiteX7" fmla="*/ 17424 w 125693"/>
                  <a:gd name="connsiteY7" fmla="*/ 31552 h 59165"/>
                  <a:gd name="connsiteX8" fmla="*/ 19736 w 125693"/>
                  <a:gd name="connsiteY8" fmla="*/ 39001 h 59165"/>
                  <a:gd name="connsiteX9" fmla="*/ 27142 w 125693"/>
                  <a:gd name="connsiteY9" fmla="*/ 42041 h 59165"/>
                  <a:gd name="connsiteX10" fmla="*/ 117217 w 125693"/>
                  <a:gd name="connsiteY10" fmla="*/ 42041 h 59165"/>
                  <a:gd name="connsiteX11" fmla="*/ 125694 w 125693"/>
                  <a:gd name="connsiteY11" fmla="*/ 50474 h 59165"/>
                  <a:gd name="connsiteX12" fmla="*/ 125694 w 125693"/>
                  <a:gd name="connsiteY12" fmla="*/ 50774 h 59165"/>
                  <a:gd name="connsiteX13" fmla="*/ 117217 w 125693"/>
                  <a:gd name="connsiteY13" fmla="*/ 59165 h 59165"/>
                  <a:gd name="connsiteX14" fmla="*/ 27142 w 125693"/>
                  <a:gd name="connsiteY14" fmla="*/ 59165 h 5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5693" h="59165">
                    <a:moveTo>
                      <a:pt x="27142" y="59122"/>
                    </a:moveTo>
                    <a:cubicBezTo>
                      <a:pt x="17938" y="59122"/>
                      <a:pt x="10746" y="56297"/>
                      <a:pt x="6679" y="50988"/>
                    </a:cubicBezTo>
                    <a:cubicBezTo>
                      <a:pt x="2312" y="45637"/>
                      <a:pt x="0" y="39472"/>
                      <a:pt x="0" y="31552"/>
                    </a:cubicBezTo>
                    <a:lnTo>
                      <a:pt x="0" y="8434"/>
                    </a:lnTo>
                    <a:cubicBezTo>
                      <a:pt x="0" y="3596"/>
                      <a:pt x="3896" y="0"/>
                      <a:pt x="8477" y="0"/>
                    </a:cubicBezTo>
                    <a:lnTo>
                      <a:pt x="8990" y="0"/>
                    </a:lnTo>
                    <a:cubicBezTo>
                      <a:pt x="13614" y="0"/>
                      <a:pt x="17424" y="3596"/>
                      <a:pt x="17424" y="8434"/>
                    </a:cubicBezTo>
                    <a:lnTo>
                      <a:pt x="17424" y="31552"/>
                    </a:lnTo>
                    <a:cubicBezTo>
                      <a:pt x="17424" y="34634"/>
                      <a:pt x="17938" y="36903"/>
                      <a:pt x="19736" y="39001"/>
                    </a:cubicBezTo>
                    <a:cubicBezTo>
                      <a:pt x="21234" y="41056"/>
                      <a:pt x="23846" y="42041"/>
                      <a:pt x="27142" y="42041"/>
                    </a:cubicBezTo>
                    <a:lnTo>
                      <a:pt x="117217" y="42041"/>
                    </a:lnTo>
                    <a:cubicBezTo>
                      <a:pt x="121584" y="42041"/>
                      <a:pt x="125694" y="45637"/>
                      <a:pt x="125694" y="50474"/>
                    </a:cubicBezTo>
                    <a:lnTo>
                      <a:pt x="125694" y="50774"/>
                    </a:lnTo>
                    <a:cubicBezTo>
                      <a:pt x="125694" y="55355"/>
                      <a:pt x="121584" y="59165"/>
                      <a:pt x="117217" y="59165"/>
                    </a:cubicBezTo>
                    <a:lnTo>
                      <a:pt x="27142" y="5916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11535155" y="6381937"/>
                <a:ext cx="17167" cy="35362"/>
              </a:xfrm>
              <a:custGeom>
                <a:avLst/>
                <a:gdLst>
                  <a:gd name="connsiteX0" fmla="*/ 17167 w 17167"/>
                  <a:gd name="connsiteY0" fmla="*/ 26928 h 35362"/>
                  <a:gd name="connsiteX1" fmla="*/ 8734 w 17167"/>
                  <a:gd name="connsiteY1" fmla="*/ 35362 h 35362"/>
                  <a:gd name="connsiteX2" fmla="*/ 8477 w 17167"/>
                  <a:gd name="connsiteY2" fmla="*/ 35362 h 35362"/>
                  <a:gd name="connsiteX3" fmla="*/ 0 w 17167"/>
                  <a:gd name="connsiteY3" fmla="*/ 26928 h 35362"/>
                  <a:gd name="connsiteX4" fmla="*/ 0 w 17167"/>
                  <a:gd name="connsiteY4" fmla="*/ 8434 h 35362"/>
                  <a:gd name="connsiteX5" fmla="*/ 8477 w 17167"/>
                  <a:gd name="connsiteY5" fmla="*/ 0 h 35362"/>
                  <a:gd name="connsiteX6" fmla="*/ 8734 w 17167"/>
                  <a:gd name="connsiteY6" fmla="*/ 0 h 35362"/>
                  <a:gd name="connsiteX7" fmla="*/ 17167 w 17167"/>
                  <a:gd name="connsiteY7" fmla="*/ 8434 h 35362"/>
                  <a:gd name="connsiteX8" fmla="*/ 17167 w 17167"/>
                  <a:gd name="connsiteY8" fmla="*/ 26928 h 3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67" h="35362">
                    <a:moveTo>
                      <a:pt x="17167" y="26928"/>
                    </a:moveTo>
                    <a:cubicBezTo>
                      <a:pt x="17167" y="31252"/>
                      <a:pt x="13314" y="35362"/>
                      <a:pt x="8734" y="35362"/>
                    </a:cubicBezTo>
                    <a:lnTo>
                      <a:pt x="8477" y="35362"/>
                    </a:lnTo>
                    <a:cubicBezTo>
                      <a:pt x="3596" y="35362"/>
                      <a:pt x="0" y="31252"/>
                      <a:pt x="0" y="26928"/>
                    </a:cubicBezTo>
                    <a:lnTo>
                      <a:pt x="0" y="8434"/>
                    </a:lnTo>
                    <a:cubicBezTo>
                      <a:pt x="0" y="3596"/>
                      <a:pt x="3596" y="0"/>
                      <a:pt x="8477" y="0"/>
                    </a:cubicBezTo>
                    <a:lnTo>
                      <a:pt x="8734" y="0"/>
                    </a:lnTo>
                    <a:cubicBezTo>
                      <a:pt x="13314" y="0"/>
                      <a:pt x="17167" y="3596"/>
                      <a:pt x="17167" y="8434"/>
                    </a:cubicBezTo>
                    <a:lnTo>
                      <a:pt x="17167" y="26928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10946201" y="6323156"/>
                <a:ext cx="25936" cy="42972"/>
              </a:xfrm>
              <a:custGeom>
                <a:avLst/>
                <a:gdLst>
                  <a:gd name="connsiteX0" fmla="*/ 10746 w 25936"/>
                  <a:gd name="connsiteY0" fmla="*/ 4967 h 42972"/>
                  <a:gd name="connsiteX1" fmla="*/ 20721 w 25936"/>
                  <a:gd name="connsiteY1" fmla="*/ 472 h 42972"/>
                  <a:gd name="connsiteX2" fmla="*/ 20936 w 25936"/>
                  <a:gd name="connsiteY2" fmla="*/ 514 h 42972"/>
                  <a:gd name="connsiteX3" fmla="*/ 25474 w 25936"/>
                  <a:gd name="connsiteY3" fmla="*/ 10532 h 42972"/>
                  <a:gd name="connsiteX4" fmla="*/ 15284 w 25936"/>
                  <a:gd name="connsiteY4" fmla="*/ 37889 h 42972"/>
                  <a:gd name="connsiteX5" fmla="*/ 5309 w 25936"/>
                  <a:gd name="connsiteY5" fmla="*/ 42427 h 42972"/>
                  <a:gd name="connsiteX6" fmla="*/ 5095 w 25936"/>
                  <a:gd name="connsiteY6" fmla="*/ 42341 h 42972"/>
                  <a:gd name="connsiteX7" fmla="*/ 515 w 25936"/>
                  <a:gd name="connsiteY7" fmla="*/ 32366 h 42972"/>
                  <a:gd name="connsiteX8" fmla="*/ 10746 w 25936"/>
                  <a:gd name="connsiteY8" fmla="*/ 4967 h 42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36" h="42972">
                    <a:moveTo>
                      <a:pt x="10746" y="4967"/>
                    </a:moveTo>
                    <a:cubicBezTo>
                      <a:pt x="12159" y="1199"/>
                      <a:pt x="16783" y="-1027"/>
                      <a:pt x="20721" y="472"/>
                    </a:cubicBezTo>
                    <a:lnTo>
                      <a:pt x="20936" y="514"/>
                    </a:lnTo>
                    <a:cubicBezTo>
                      <a:pt x="25131" y="2141"/>
                      <a:pt x="26843" y="6765"/>
                      <a:pt x="25474" y="10532"/>
                    </a:cubicBezTo>
                    <a:lnTo>
                      <a:pt x="15284" y="37889"/>
                    </a:lnTo>
                    <a:cubicBezTo>
                      <a:pt x="13700" y="42041"/>
                      <a:pt x="9505" y="44011"/>
                      <a:pt x="5309" y="42427"/>
                    </a:cubicBezTo>
                    <a:lnTo>
                      <a:pt x="5095" y="42341"/>
                    </a:lnTo>
                    <a:cubicBezTo>
                      <a:pt x="1157" y="40885"/>
                      <a:pt x="-1069" y="36562"/>
                      <a:pt x="515" y="32366"/>
                    </a:cubicBezTo>
                    <a:lnTo>
                      <a:pt x="10746" y="4967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11602904" y="6379644"/>
                <a:ext cx="36248" cy="56807"/>
              </a:xfrm>
              <a:custGeom>
                <a:avLst/>
                <a:gdLst>
                  <a:gd name="connsiteX0" fmla="*/ 35512 w 36248"/>
                  <a:gd name="connsiteY0" fmla="*/ 44805 h 56807"/>
                  <a:gd name="connsiteX1" fmla="*/ 31402 w 36248"/>
                  <a:gd name="connsiteY1" fmla="*/ 55850 h 56807"/>
                  <a:gd name="connsiteX2" fmla="*/ 31146 w 36248"/>
                  <a:gd name="connsiteY2" fmla="*/ 55850 h 56807"/>
                  <a:gd name="connsiteX3" fmla="*/ 19801 w 36248"/>
                  <a:gd name="connsiteY3" fmla="*/ 51954 h 56807"/>
                  <a:gd name="connsiteX4" fmla="*/ 835 w 36248"/>
                  <a:gd name="connsiteY4" fmla="*/ 12054 h 56807"/>
                  <a:gd name="connsiteX5" fmla="*/ 4688 w 36248"/>
                  <a:gd name="connsiteY5" fmla="*/ 752 h 56807"/>
                  <a:gd name="connsiteX6" fmla="*/ 11367 w 36248"/>
                  <a:gd name="connsiteY6" fmla="*/ 238 h 56807"/>
                  <a:gd name="connsiteX7" fmla="*/ 16204 w 36248"/>
                  <a:gd name="connsiteY7" fmla="*/ 4562 h 56807"/>
                  <a:gd name="connsiteX8" fmla="*/ 35512 w 36248"/>
                  <a:gd name="connsiteY8" fmla="*/ 44805 h 5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48" h="56807">
                    <a:moveTo>
                      <a:pt x="35512" y="44805"/>
                    </a:moveTo>
                    <a:cubicBezTo>
                      <a:pt x="37310" y="48914"/>
                      <a:pt x="35769" y="53795"/>
                      <a:pt x="31402" y="55850"/>
                    </a:cubicBezTo>
                    <a:lnTo>
                      <a:pt x="31146" y="55850"/>
                    </a:lnTo>
                    <a:cubicBezTo>
                      <a:pt x="26993" y="58162"/>
                      <a:pt x="21898" y="56064"/>
                      <a:pt x="19801" y="51954"/>
                    </a:cubicBezTo>
                    <a:lnTo>
                      <a:pt x="835" y="12054"/>
                    </a:lnTo>
                    <a:cubicBezTo>
                      <a:pt x="-1177" y="7987"/>
                      <a:pt x="578" y="2807"/>
                      <a:pt x="4688" y="752"/>
                    </a:cubicBezTo>
                    <a:cubicBezTo>
                      <a:pt x="6743" y="24"/>
                      <a:pt x="9055" y="-233"/>
                      <a:pt x="11367" y="238"/>
                    </a:cubicBezTo>
                    <a:cubicBezTo>
                      <a:pt x="13636" y="1009"/>
                      <a:pt x="15220" y="2550"/>
                      <a:pt x="16204" y="4562"/>
                    </a:cubicBezTo>
                    <a:lnTo>
                      <a:pt x="35512" y="44805"/>
                    </a:lnTo>
                    <a:close/>
                  </a:path>
                </a:pathLst>
              </a:custGeom>
              <a:solidFill>
                <a:srgbClr val="A5A7AA"/>
              </a:solidFill>
              <a:ln w="42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62" name="图形 4"/>
            <p:cNvGrpSpPr/>
            <p:nvPr userDrawn="1"/>
          </p:nvGrpSpPr>
          <p:grpSpPr>
            <a:xfrm>
              <a:off x="11180773" y="6490398"/>
              <a:ext cx="690075" cy="74375"/>
              <a:chOff x="10903348" y="6477706"/>
              <a:chExt cx="738021" cy="79543"/>
            </a:xfrm>
            <a:solidFill>
              <a:srgbClr val="A5A7AA"/>
            </a:solidFill>
          </p:grpSpPr>
          <p:grpSp>
            <p:nvGrpSpPr>
              <p:cNvPr id="63" name="图形 4"/>
              <p:cNvGrpSpPr/>
              <p:nvPr/>
            </p:nvGrpSpPr>
            <p:grpSpPr>
              <a:xfrm>
                <a:off x="10903348" y="6477706"/>
                <a:ext cx="60834" cy="79371"/>
                <a:chOff x="10903348" y="6477706"/>
                <a:chExt cx="60834" cy="79371"/>
              </a:xfrm>
              <a:solidFill>
                <a:srgbClr val="A5A7AA"/>
              </a:solidFill>
            </p:grpSpPr>
            <p:sp>
              <p:nvSpPr>
                <p:cNvPr id="88" name="任意多边形: 形状 87"/>
                <p:cNvSpPr/>
                <p:nvPr/>
              </p:nvSpPr>
              <p:spPr>
                <a:xfrm>
                  <a:off x="10903905" y="6478305"/>
                  <a:ext cx="59807" cy="78173"/>
                </a:xfrm>
                <a:custGeom>
                  <a:avLst/>
                  <a:gdLst>
                    <a:gd name="connsiteX0" fmla="*/ 35705 w 59807"/>
                    <a:gd name="connsiteY0" fmla="*/ 7149 h 78173"/>
                    <a:gd name="connsiteX1" fmla="*/ 14684 w 59807"/>
                    <a:gd name="connsiteY1" fmla="*/ 13100 h 78173"/>
                    <a:gd name="connsiteX2" fmla="*/ 8177 w 59807"/>
                    <a:gd name="connsiteY2" fmla="*/ 32066 h 78173"/>
                    <a:gd name="connsiteX3" fmla="*/ 20806 w 59807"/>
                    <a:gd name="connsiteY3" fmla="*/ 59979 h 78173"/>
                    <a:gd name="connsiteX4" fmla="*/ 53386 w 59807"/>
                    <a:gd name="connsiteY4" fmla="*/ 71024 h 78173"/>
                    <a:gd name="connsiteX5" fmla="*/ 58609 w 59807"/>
                    <a:gd name="connsiteY5" fmla="*/ 71837 h 78173"/>
                    <a:gd name="connsiteX6" fmla="*/ 59807 w 59807"/>
                    <a:gd name="connsiteY6" fmla="*/ 74577 h 78173"/>
                    <a:gd name="connsiteX7" fmla="*/ 58480 w 59807"/>
                    <a:gd name="connsiteY7" fmla="*/ 77360 h 78173"/>
                    <a:gd name="connsiteX8" fmla="*/ 54456 w 59807"/>
                    <a:gd name="connsiteY8" fmla="*/ 78173 h 78173"/>
                    <a:gd name="connsiteX9" fmla="*/ 15198 w 59807"/>
                    <a:gd name="connsiteY9" fmla="*/ 65159 h 78173"/>
                    <a:gd name="connsiteX10" fmla="*/ 0 w 59807"/>
                    <a:gd name="connsiteY10" fmla="*/ 32151 h 78173"/>
                    <a:gd name="connsiteX11" fmla="*/ 3082 w 59807"/>
                    <a:gd name="connsiteY11" fmla="*/ 17082 h 78173"/>
                    <a:gd name="connsiteX12" fmla="*/ 11602 w 59807"/>
                    <a:gd name="connsiteY12" fmla="*/ 5951 h 78173"/>
                    <a:gd name="connsiteX13" fmla="*/ 21577 w 59807"/>
                    <a:gd name="connsiteY13" fmla="*/ 1327 h 78173"/>
                    <a:gd name="connsiteX14" fmla="*/ 39943 w 59807"/>
                    <a:gd name="connsiteY14" fmla="*/ 0 h 78173"/>
                    <a:gd name="connsiteX15" fmla="*/ 53642 w 59807"/>
                    <a:gd name="connsiteY15" fmla="*/ 0 h 78173"/>
                    <a:gd name="connsiteX16" fmla="*/ 56939 w 59807"/>
                    <a:gd name="connsiteY16" fmla="*/ 942 h 78173"/>
                    <a:gd name="connsiteX17" fmla="*/ 58095 w 59807"/>
                    <a:gd name="connsiteY17" fmla="*/ 3639 h 78173"/>
                    <a:gd name="connsiteX18" fmla="*/ 56939 w 59807"/>
                    <a:gd name="connsiteY18" fmla="*/ 6250 h 78173"/>
                    <a:gd name="connsiteX19" fmla="*/ 53642 w 59807"/>
                    <a:gd name="connsiteY19" fmla="*/ 7149 h 78173"/>
                    <a:gd name="connsiteX20" fmla="*/ 35705 w 59807"/>
                    <a:gd name="connsiteY20" fmla="*/ 7149 h 7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9807" h="78173">
                      <a:moveTo>
                        <a:pt x="35705" y="7149"/>
                      </a:moveTo>
                      <a:cubicBezTo>
                        <a:pt x="26072" y="7149"/>
                        <a:pt x="19051" y="9162"/>
                        <a:pt x="14684" y="13100"/>
                      </a:cubicBezTo>
                      <a:cubicBezTo>
                        <a:pt x="10360" y="16996"/>
                        <a:pt x="8177" y="23375"/>
                        <a:pt x="8177" y="32066"/>
                      </a:cubicBezTo>
                      <a:cubicBezTo>
                        <a:pt x="8177" y="43325"/>
                        <a:pt x="12372" y="52572"/>
                        <a:pt x="20806" y="59979"/>
                      </a:cubicBezTo>
                      <a:cubicBezTo>
                        <a:pt x="29197" y="67342"/>
                        <a:pt x="40071" y="71024"/>
                        <a:pt x="53386" y="71024"/>
                      </a:cubicBezTo>
                      <a:cubicBezTo>
                        <a:pt x="56083" y="71024"/>
                        <a:pt x="57838" y="71323"/>
                        <a:pt x="58609" y="71837"/>
                      </a:cubicBezTo>
                      <a:cubicBezTo>
                        <a:pt x="59379" y="72351"/>
                        <a:pt x="59807" y="73293"/>
                        <a:pt x="59807" y="74577"/>
                      </a:cubicBezTo>
                      <a:cubicBezTo>
                        <a:pt x="59807" y="75861"/>
                        <a:pt x="59336" y="76761"/>
                        <a:pt x="58480" y="77360"/>
                      </a:cubicBezTo>
                      <a:cubicBezTo>
                        <a:pt x="57624" y="77959"/>
                        <a:pt x="56254" y="78173"/>
                        <a:pt x="54456" y="78173"/>
                      </a:cubicBezTo>
                      <a:cubicBezTo>
                        <a:pt x="38402" y="78173"/>
                        <a:pt x="25301" y="73849"/>
                        <a:pt x="15198" y="65159"/>
                      </a:cubicBezTo>
                      <a:cubicBezTo>
                        <a:pt x="5052" y="56468"/>
                        <a:pt x="0" y="45508"/>
                        <a:pt x="0" y="32151"/>
                      </a:cubicBezTo>
                      <a:cubicBezTo>
                        <a:pt x="0" y="26757"/>
                        <a:pt x="1027" y="21705"/>
                        <a:pt x="3082" y="17082"/>
                      </a:cubicBezTo>
                      <a:cubicBezTo>
                        <a:pt x="5137" y="12415"/>
                        <a:pt x="7963" y="8691"/>
                        <a:pt x="11602" y="5951"/>
                      </a:cubicBezTo>
                      <a:cubicBezTo>
                        <a:pt x="14342" y="3810"/>
                        <a:pt x="17681" y="2269"/>
                        <a:pt x="21577" y="1327"/>
                      </a:cubicBezTo>
                      <a:cubicBezTo>
                        <a:pt x="25473" y="428"/>
                        <a:pt x="31595" y="0"/>
                        <a:pt x="39943" y="0"/>
                      </a:cubicBezTo>
                      <a:lnTo>
                        <a:pt x="53642" y="0"/>
                      </a:lnTo>
                      <a:cubicBezTo>
                        <a:pt x="55098" y="0"/>
                        <a:pt x="56168" y="342"/>
                        <a:pt x="56939" y="942"/>
                      </a:cubicBezTo>
                      <a:cubicBezTo>
                        <a:pt x="57709" y="1627"/>
                        <a:pt x="58095" y="2526"/>
                        <a:pt x="58095" y="3639"/>
                      </a:cubicBezTo>
                      <a:cubicBezTo>
                        <a:pt x="58095" y="4752"/>
                        <a:pt x="57709" y="5608"/>
                        <a:pt x="56939" y="6250"/>
                      </a:cubicBezTo>
                      <a:cubicBezTo>
                        <a:pt x="56125" y="6850"/>
                        <a:pt x="55012" y="7149"/>
                        <a:pt x="53642" y="7149"/>
                      </a:cubicBezTo>
                      <a:lnTo>
                        <a:pt x="35705" y="7149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>
                  <a:off x="10903348" y="6477706"/>
                  <a:ext cx="60834" cy="79371"/>
                </a:xfrm>
                <a:custGeom>
                  <a:avLst/>
                  <a:gdLst>
                    <a:gd name="connsiteX0" fmla="*/ 54970 w 60834"/>
                    <a:gd name="connsiteY0" fmla="*/ 79372 h 79371"/>
                    <a:gd name="connsiteX1" fmla="*/ 15369 w 60834"/>
                    <a:gd name="connsiteY1" fmla="*/ 66229 h 79371"/>
                    <a:gd name="connsiteX2" fmla="*/ 0 w 60834"/>
                    <a:gd name="connsiteY2" fmla="*/ 32793 h 79371"/>
                    <a:gd name="connsiteX3" fmla="*/ 3125 w 60834"/>
                    <a:gd name="connsiteY3" fmla="*/ 17467 h 79371"/>
                    <a:gd name="connsiteX4" fmla="*/ 11816 w 60834"/>
                    <a:gd name="connsiteY4" fmla="*/ 6079 h 79371"/>
                    <a:gd name="connsiteX5" fmla="*/ 22005 w 60834"/>
                    <a:gd name="connsiteY5" fmla="*/ 1370 h 79371"/>
                    <a:gd name="connsiteX6" fmla="*/ 40499 w 60834"/>
                    <a:gd name="connsiteY6" fmla="*/ 0 h 79371"/>
                    <a:gd name="connsiteX7" fmla="*/ 54199 w 60834"/>
                    <a:gd name="connsiteY7" fmla="*/ 0 h 79371"/>
                    <a:gd name="connsiteX8" fmla="*/ 57881 w 60834"/>
                    <a:gd name="connsiteY8" fmla="*/ 1070 h 79371"/>
                    <a:gd name="connsiteX9" fmla="*/ 59251 w 60834"/>
                    <a:gd name="connsiteY9" fmla="*/ 4195 h 79371"/>
                    <a:gd name="connsiteX10" fmla="*/ 57881 w 60834"/>
                    <a:gd name="connsiteY10" fmla="*/ 7235 h 79371"/>
                    <a:gd name="connsiteX11" fmla="*/ 54199 w 60834"/>
                    <a:gd name="connsiteY11" fmla="*/ 8305 h 79371"/>
                    <a:gd name="connsiteX12" fmla="*/ 36261 w 60834"/>
                    <a:gd name="connsiteY12" fmla="*/ 8305 h 79371"/>
                    <a:gd name="connsiteX13" fmla="*/ 15626 w 60834"/>
                    <a:gd name="connsiteY13" fmla="*/ 14128 h 79371"/>
                    <a:gd name="connsiteX14" fmla="*/ 9290 w 60834"/>
                    <a:gd name="connsiteY14" fmla="*/ 32665 h 79371"/>
                    <a:gd name="connsiteX15" fmla="*/ 21705 w 60834"/>
                    <a:gd name="connsiteY15" fmla="*/ 60150 h 79371"/>
                    <a:gd name="connsiteX16" fmla="*/ 53899 w 60834"/>
                    <a:gd name="connsiteY16" fmla="*/ 71024 h 79371"/>
                    <a:gd name="connsiteX17" fmla="*/ 59422 w 60834"/>
                    <a:gd name="connsiteY17" fmla="*/ 71923 h 79371"/>
                    <a:gd name="connsiteX18" fmla="*/ 60835 w 60834"/>
                    <a:gd name="connsiteY18" fmla="*/ 75134 h 79371"/>
                    <a:gd name="connsiteX19" fmla="*/ 59251 w 60834"/>
                    <a:gd name="connsiteY19" fmla="*/ 78387 h 79371"/>
                    <a:gd name="connsiteX20" fmla="*/ 54970 w 60834"/>
                    <a:gd name="connsiteY20" fmla="*/ 79372 h 79371"/>
                    <a:gd name="connsiteX21" fmla="*/ 40499 w 60834"/>
                    <a:gd name="connsiteY21" fmla="*/ 1156 h 79371"/>
                    <a:gd name="connsiteX22" fmla="*/ 22262 w 60834"/>
                    <a:gd name="connsiteY22" fmla="*/ 2483 h 79371"/>
                    <a:gd name="connsiteX23" fmla="*/ 12501 w 60834"/>
                    <a:gd name="connsiteY23" fmla="*/ 6978 h 79371"/>
                    <a:gd name="connsiteX24" fmla="*/ 4153 w 60834"/>
                    <a:gd name="connsiteY24" fmla="*/ 17895 h 79371"/>
                    <a:gd name="connsiteX25" fmla="*/ 1113 w 60834"/>
                    <a:gd name="connsiteY25" fmla="*/ 32751 h 79371"/>
                    <a:gd name="connsiteX26" fmla="*/ 16097 w 60834"/>
                    <a:gd name="connsiteY26" fmla="*/ 65330 h 79371"/>
                    <a:gd name="connsiteX27" fmla="*/ 54970 w 60834"/>
                    <a:gd name="connsiteY27" fmla="*/ 78173 h 79371"/>
                    <a:gd name="connsiteX28" fmla="*/ 58651 w 60834"/>
                    <a:gd name="connsiteY28" fmla="*/ 77446 h 79371"/>
                    <a:gd name="connsiteX29" fmla="*/ 59722 w 60834"/>
                    <a:gd name="connsiteY29" fmla="*/ 75134 h 79371"/>
                    <a:gd name="connsiteX30" fmla="*/ 58780 w 60834"/>
                    <a:gd name="connsiteY30" fmla="*/ 72865 h 79371"/>
                    <a:gd name="connsiteX31" fmla="*/ 53899 w 60834"/>
                    <a:gd name="connsiteY31" fmla="*/ 72137 h 79371"/>
                    <a:gd name="connsiteX32" fmla="*/ 20935 w 60834"/>
                    <a:gd name="connsiteY32" fmla="*/ 60963 h 79371"/>
                    <a:gd name="connsiteX33" fmla="*/ 8134 w 60834"/>
                    <a:gd name="connsiteY33" fmla="*/ 32622 h 79371"/>
                    <a:gd name="connsiteX34" fmla="*/ 14855 w 60834"/>
                    <a:gd name="connsiteY34" fmla="*/ 13229 h 79371"/>
                    <a:gd name="connsiteX35" fmla="*/ 36261 w 60834"/>
                    <a:gd name="connsiteY35" fmla="*/ 7107 h 79371"/>
                    <a:gd name="connsiteX36" fmla="*/ 54199 w 60834"/>
                    <a:gd name="connsiteY36" fmla="*/ 7107 h 79371"/>
                    <a:gd name="connsiteX37" fmla="*/ 57196 w 60834"/>
                    <a:gd name="connsiteY37" fmla="*/ 6293 h 79371"/>
                    <a:gd name="connsiteX38" fmla="*/ 58138 w 60834"/>
                    <a:gd name="connsiteY38" fmla="*/ 4153 h 79371"/>
                    <a:gd name="connsiteX39" fmla="*/ 57153 w 60834"/>
                    <a:gd name="connsiteY39" fmla="*/ 1884 h 79371"/>
                    <a:gd name="connsiteX40" fmla="*/ 54199 w 60834"/>
                    <a:gd name="connsiteY40" fmla="*/ 1070 h 79371"/>
                    <a:gd name="connsiteX41" fmla="*/ 40499 w 60834"/>
                    <a:gd name="connsiteY41" fmla="*/ 1070 h 79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60834" h="79371">
                      <a:moveTo>
                        <a:pt x="54970" y="79372"/>
                      </a:moveTo>
                      <a:cubicBezTo>
                        <a:pt x="38830" y="79372"/>
                        <a:pt x="25515" y="74962"/>
                        <a:pt x="15369" y="66229"/>
                      </a:cubicBezTo>
                      <a:cubicBezTo>
                        <a:pt x="5180" y="57495"/>
                        <a:pt x="0" y="46236"/>
                        <a:pt x="0" y="32793"/>
                      </a:cubicBezTo>
                      <a:cubicBezTo>
                        <a:pt x="0" y="27314"/>
                        <a:pt x="1070" y="22133"/>
                        <a:pt x="3125" y="17467"/>
                      </a:cubicBezTo>
                      <a:cubicBezTo>
                        <a:pt x="5180" y="12758"/>
                        <a:pt x="8134" y="8905"/>
                        <a:pt x="11816" y="6079"/>
                      </a:cubicBezTo>
                      <a:cubicBezTo>
                        <a:pt x="14599" y="3939"/>
                        <a:pt x="18024" y="2355"/>
                        <a:pt x="22005" y="1370"/>
                      </a:cubicBezTo>
                      <a:cubicBezTo>
                        <a:pt x="25901" y="471"/>
                        <a:pt x="32151" y="0"/>
                        <a:pt x="40499" y="0"/>
                      </a:cubicBezTo>
                      <a:lnTo>
                        <a:pt x="54199" y="0"/>
                      </a:lnTo>
                      <a:cubicBezTo>
                        <a:pt x="55740" y="0"/>
                        <a:pt x="56982" y="342"/>
                        <a:pt x="57881" y="1070"/>
                      </a:cubicBezTo>
                      <a:cubicBezTo>
                        <a:pt x="58823" y="1884"/>
                        <a:pt x="59251" y="2911"/>
                        <a:pt x="59251" y="4195"/>
                      </a:cubicBezTo>
                      <a:cubicBezTo>
                        <a:pt x="59251" y="5480"/>
                        <a:pt x="58780" y="6507"/>
                        <a:pt x="57881" y="7235"/>
                      </a:cubicBezTo>
                      <a:cubicBezTo>
                        <a:pt x="56896" y="7963"/>
                        <a:pt x="55655" y="8305"/>
                        <a:pt x="54199" y="8305"/>
                      </a:cubicBezTo>
                      <a:lnTo>
                        <a:pt x="36261" y="8305"/>
                      </a:lnTo>
                      <a:cubicBezTo>
                        <a:pt x="26800" y="8305"/>
                        <a:pt x="19864" y="10275"/>
                        <a:pt x="15626" y="14128"/>
                      </a:cubicBezTo>
                      <a:cubicBezTo>
                        <a:pt x="11431" y="17895"/>
                        <a:pt x="9290" y="24146"/>
                        <a:pt x="9290" y="32665"/>
                      </a:cubicBezTo>
                      <a:cubicBezTo>
                        <a:pt x="9290" y="43796"/>
                        <a:pt x="13357" y="52786"/>
                        <a:pt x="21705" y="60150"/>
                      </a:cubicBezTo>
                      <a:cubicBezTo>
                        <a:pt x="29925" y="67385"/>
                        <a:pt x="40756" y="71024"/>
                        <a:pt x="53899" y="71024"/>
                      </a:cubicBezTo>
                      <a:cubicBezTo>
                        <a:pt x="56725" y="71024"/>
                        <a:pt x="58523" y="71323"/>
                        <a:pt x="59422" y="71923"/>
                      </a:cubicBezTo>
                      <a:cubicBezTo>
                        <a:pt x="60064" y="72351"/>
                        <a:pt x="60835" y="73293"/>
                        <a:pt x="60835" y="75134"/>
                      </a:cubicBezTo>
                      <a:cubicBezTo>
                        <a:pt x="60835" y="76546"/>
                        <a:pt x="60321" y="77660"/>
                        <a:pt x="59251" y="78387"/>
                      </a:cubicBezTo>
                      <a:cubicBezTo>
                        <a:pt x="58394" y="79072"/>
                        <a:pt x="57025" y="79372"/>
                        <a:pt x="54970" y="79372"/>
                      </a:cubicBezTo>
                      <a:close/>
                      <a:moveTo>
                        <a:pt x="40499" y="1156"/>
                      </a:moveTo>
                      <a:cubicBezTo>
                        <a:pt x="32237" y="1156"/>
                        <a:pt x="26072" y="1584"/>
                        <a:pt x="22262" y="2483"/>
                      </a:cubicBezTo>
                      <a:cubicBezTo>
                        <a:pt x="18452" y="3425"/>
                        <a:pt x="15155" y="4923"/>
                        <a:pt x="12501" y="6978"/>
                      </a:cubicBezTo>
                      <a:cubicBezTo>
                        <a:pt x="8948" y="9675"/>
                        <a:pt x="6122" y="13357"/>
                        <a:pt x="4153" y="17895"/>
                      </a:cubicBezTo>
                      <a:cubicBezTo>
                        <a:pt x="2141" y="22433"/>
                        <a:pt x="1113" y="27442"/>
                        <a:pt x="1113" y="32751"/>
                      </a:cubicBezTo>
                      <a:cubicBezTo>
                        <a:pt x="1113" y="46022"/>
                        <a:pt x="5994" y="56682"/>
                        <a:pt x="16097" y="65330"/>
                      </a:cubicBezTo>
                      <a:cubicBezTo>
                        <a:pt x="26029" y="73849"/>
                        <a:pt x="39087" y="78173"/>
                        <a:pt x="54970" y="78173"/>
                      </a:cubicBezTo>
                      <a:cubicBezTo>
                        <a:pt x="56768" y="78173"/>
                        <a:pt x="57966" y="77916"/>
                        <a:pt x="58651" y="77446"/>
                      </a:cubicBezTo>
                      <a:cubicBezTo>
                        <a:pt x="59379" y="76932"/>
                        <a:pt x="59722" y="76204"/>
                        <a:pt x="59722" y="75134"/>
                      </a:cubicBezTo>
                      <a:cubicBezTo>
                        <a:pt x="59722" y="74063"/>
                        <a:pt x="59422" y="73293"/>
                        <a:pt x="58780" y="72865"/>
                      </a:cubicBezTo>
                      <a:cubicBezTo>
                        <a:pt x="58394" y="72608"/>
                        <a:pt x="57239" y="72137"/>
                        <a:pt x="53899" y="72137"/>
                      </a:cubicBezTo>
                      <a:cubicBezTo>
                        <a:pt x="40457" y="72137"/>
                        <a:pt x="29368" y="68370"/>
                        <a:pt x="20935" y="60963"/>
                      </a:cubicBezTo>
                      <a:cubicBezTo>
                        <a:pt x="12458" y="53471"/>
                        <a:pt x="8134" y="43924"/>
                        <a:pt x="8134" y="32622"/>
                      </a:cubicBezTo>
                      <a:cubicBezTo>
                        <a:pt x="8134" y="23760"/>
                        <a:pt x="10403" y="17253"/>
                        <a:pt x="14855" y="13229"/>
                      </a:cubicBezTo>
                      <a:cubicBezTo>
                        <a:pt x="19308" y="9162"/>
                        <a:pt x="26500" y="7107"/>
                        <a:pt x="36261" y="7107"/>
                      </a:cubicBezTo>
                      <a:lnTo>
                        <a:pt x="54199" y="7107"/>
                      </a:lnTo>
                      <a:cubicBezTo>
                        <a:pt x="55440" y="7107"/>
                        <a:pt x="56425" y="6850"/>
                        <a:pt x="57196" y="6293"/>
                      </a:cubicBezTo>
                      <a:cubicBezTo>
                        <a:pt x="57838" y="5780"/>
                        <a:pt x="58138" y="5095"/>
                        <a:pt x="58138" y="4153"/>
                      </a:cubicBezTo>
                      <a:cubicBezTo>
                        <a:pt x="58138" y="3211"/>
                        <a:pt x="57838" y="2440"/>
                        <a:pt x="57153" y="1884"/>
                      </a:cubicBezTo>
                      <a:cubicBezTo>
                        <a:pt x="56468" y="1370"/>
                        <a:pt x="55483" y="1070"/>
                        <a:pt x="54199" y="1070"/>
                      </a:cubicBezTo>
                      <a:lnTo>
                        <a:pt x="40499" y="107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4" name="图形 4"/>
              <p:cNvGrpSpPr/>
              <p:nvPr/>
            </p:nvGrpSpPr>
            <p:grpSpPr>
              <a:xfrm>
                <a:off x="11005067" y="6477749"/>
                <a:ext cx="8305" cy="78772"/>
                <a:chOff x="11005067" y="6477749"/>
                <a:chExt cx="8305" cy="78772"/>
              </a:xfrm>
              <a:solidFill>
                <a:srgbClr val="A5A7AA"/>
              </a:solidFill>
            </p:grpSpPr>
            <p:sp>
              <p:nvSpPr>
                <p:cNvPr id="86" name="任意多边形: 形状 85"/>
                <p:cNvSpPr/>
                <p:nvPr/>
              </p:nvSpPr>
              <p:spPr>
                <a:xfrm>
                  <a:off x="11005667" y="6478305"/>
                  <a:ext cx="7149" cy="77659"/>
                </a:xfrm>
                <a:custGeom>
                  <a:avLst/>
                  <a:gdLst>
                    <a:gd name="connsiteX0" fmla="*/ 7149 w 7149"/>
                    <a:gd name="connsiteY0" fmla="*/ 73250 h 77659"/>
                    <a:gd name="connsiteX1" fmla="*/ 6208 w 7149"/>
                    <a:gd name="connsiteY1" fmla="*/ 76546 h 77659"/>
                    <a:gd name="connsiteX2" fmla="*/ 3553 w 7149"/>
                    <a:gd name="connsiteY2" fmla="*/ 77660 h 77659"/>
                    <a:gd name="connsiteX3" fmla="*/ 899 w 7149"/>
                    <a:gd name="connsiteY3" fmla="*/ 76546 h 77659"/>
                    <a:gd name="connsiteX4" fmla="*/ 0 w 7149"/>
                    <a:gd name="connsiteY4" fmla="*/ 73250 h 77659"/>
                    <a:gd name="connsiteX5" fmla="*/ 0 w 7149"/>
                    <a:gd name="connsiteY5" fmla="*/ 4452 h 77659"/>
                    <a:gd name="connsiteX6" fmla="*/ 899 w 7149"/>
                    <a:gd name="connsiteY6" fmla="*/ 1113 h 77659"/>
                    <a:gd name="connsiteX7" fmla="*/ 3553 w 7149"/>
                    <a:gd name="connsiteY7" fmla="*/ 0 h 77659"/>
                    <a:gd name="connsiteX8" fmla="*/ 6208 w 7149"/>
                    <a:gd name="connsiteY8" fmla="*/ 1156 h 77659"/>
                    <a:gd name="connsiteX9" fmla="*/ 7149 w 7149"/>
                    <a:gd name="connsiteY9" fmla="*/ 4452 h 77659"/>
                    <a:gd name="connsiteX10" fmla="*/ 7149 w 7149"/>
                    <a:gd name="connsiteY10" fmla="*/ 73250 h 77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49" h="77659">
                      <a:moveTo>
                        <a:pt x="7149" y="73250"/>
                      </a:moveTo>
                      <a:cubicBezTo>
                        <a:pt x="7149" y="74663"/>
                        <a:pt x="6850" y="75776"/>
                        <a:pt x="6208" y="76546"/>
                      </a:cubicBezTo>
                      <a:cubicBezTo>
                        <a:pt x="5608" y="77317"/>
                        <a:pt x="4709" y="77660"/>
                        <a:pt x="3553" y="77660"/>
                      </a:cubicBezTo>
                      <a:cubicBezTo>
                        <a:pt x="2397" y="77660"/>
                        <a:pt x="1498" y="77317"/>
                        <a:pt x="899" y="76546"/>
                      </a:cubicBezTo>
                      <a:cubicBezTo>
                        <a:pt x="300" y="75819"/>
                        <a:pt x="0" y="74706"/>
                        <a:pt x="0" y="73250"/>
                      </a:cubicBezTo>
                      <a:lnTo>
                        <a:pt x="0" y="4452"/>
                      </a:lnTo>
                      <a:cubicBezTo>
                        <a:pt x="0" y="2997"/>
                        <a:pt x="300" y="1884"/>
                        <a:pt x="899" y="1113"/>
                      </a:cubicBezTo>
                      <a:cubicBezTo>
                        <a:pt x="1498" y="385"/>
                        <a:pt x="2397" y="0"/>
                        <a:pt x="3553" y="0"/>
                      </a:cubicBezTo>
                      <a:cubicBezTo>
                        <a:pt x="4709" y="0"/>
                        <a:pt x="5608" y="385"/>
                        <a:pt x="6208" y="1156"/>
                      </a:cubicBezTo>
                      <a:cubicBezTo>
                        <a:pt x="6850" y="1927"/>
                        <a:pt x="7149" y="3040"/>
                        <a:pt x="7149" y="4452"/>
                      </a:cubicBezTo>
                      <a:lnTo>
                        <a:pt x="7149" y="7325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11005067" y="6477749"/>
                  <a:ext cx="8305" cy="78772"/>
                </a:xfrm>
                <a:custGeom>
                  <a:avLst/>
                  <a:gdLst>
                    <a:gd name="connsiteX0" fmla="*/ 4153 w 8305"/>
                    <a:gd name="connsiteY0" fmla="*/ 78773 h 78772"/>
                    <a:gd name="connsiteX1" fmla="*/ 1027 w 8305"/>
                    <a:gd name="connsiteY1" fmla="*/ 77446 h 78772"/>
                    <a:gd name="connsiteX2" fmla="*/ 0 w 8305"/>
                    <a:gd name="connsiteY2" fmla="*/ 73764 h 78772"/>
                    <a:gd name="connsiteX3" fmla="*/ 0 w 8305"/>
                    <a:gd name="connsiteY3" fmla="*/ 5009 h 78772"/>
                    <a:gd name="connsiteX4" fmla="*/ 1027 w 8305"/>
                    <a:gd name="connsiteY4" fmla="*/ 1327 h 78772"/>
                    <a:gd name="connsiteX5" fmla="*/ 4153 w 8305"/>
                    <a:gd name="connsiteY5" fmla="*/ 0 h 78772"/>
                    <a:gd name="connsiteX6" fmla="*/ 7235 w 8305"/>
                    <a:gd name="connsiteY6" fmla="*/ 1370 h 78772"/>
                    <a:gd name="connsiteX7" fmla="*/ 8305 w 8305"/>
                    <a:gd name="connsiteY7" fmla="*/ 5009 h 78772"/>
                    <a:gd name="connsiteX8" fmla="*/ 8305 w 8305"/>
                    <a:gd name="connsiteY8" fmla="*/ 73807 h 78772"/>
                    <a:gd name="connsiteX9" fmla="*/ 7192 w 8305"/>
                    <a:gd name="connsiteY9" fmla="*/ 77488 h 78772"/>
                    <a:gd name="connsiteX10" fmla="*/ 4153 w 8305"/>
                    <a:gd name="connsiteY10" fmla="*/ 78773 h 78772"/>
                    <a:gd name="connsiteX11" fmla="*/ 4153 w 8305"/>
                    <a:gd name="connsiteY11" fmla="*/ 1113 h 78772"/>
                    <a:gd name="connsiteX12" fmla="*/ 1927 w 8305"/>
                    <a:gd name="connsiteY12" fmla="*/ 2012 h 78772"/>
                    <a:gd name="connsiteX13" fmla="*/ 1113 w 8305"/>
                    <a:gd name="connsiteY13" fmla="*/ 4966 h 78772"/>
                    <a:gd name="connsiteX14" fmla="*/ 1113 w 8305"/>
                    <a:gd name="connsiteY14" fmla="*/ 73764 h 78772"/>
                    <a:gd name="connsiteX15" fmla="*/ 1884 w 8305"/>
                    <a:gd name="connsiteY15" fmla="*/ 76718 h 78772"/>
                    <a:gd name="connsiteX16" fmla="*/ 4110 w 8305"/>
                    <a:gd name="connsiteY16" fmla="*/ 77617 h 78772"/>
                    <a:gd name="connsiteX17" fmla="*/ 6293 w 8305"/>
                    <a:gd name="connsiteY17" fmla="*/ 76718 h 78772"/>
                    <a:gd name="connsiteX18" fmla="*/ 7107 w 8305"/>
                    <a:gd name="connsiteY18" fmla="*/ 73807 h 78772"/>
                    <a:gd name="connsiteX19" fmla="*/ 7107 w 8305"/>
                    <a:gd name="connsiteY19" fmla="*/ 5009 h 78772"/>
                    <a:gd name="connsiteX20" fmla="*/ 6293 w 8305"/>
                    <a:gd name="connsiteY20" fmla="*/ 2098 h 78772"/>
                    <a:gd name="connsiteX21" fmla="*/ 4153 w 8305"/>
                    <a:gd name="connsiteY21" fmla="*/ 1113 h 78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305" h="78772">
                      <a:moveTo>
                        <a:pt x="4153" y="78773"/>
                      </a:moveTo>
                      <a:cubicBezTo>
                        <a:pt x="2740" y="78773"/>
                        <a:pt x="1755" y="78345"/>
                        <a:pt x="1027" y="77446"/>
                      </a:cubicBezTo>
                      <a:cubicBezTo>
                        <a:pt x="342" y="76632"/>
                        <a:pt x="0" y="75391"/>
                        <a:pt x="0" y="73764"/>
                      </a:cubicBezTo>
                      <a:lnTo>
                        <a:pt x="0" y="5009"/>
                      </a:lnTo>
                      <a:cubicBezTo>
                        <a:pt x="0" y="3425"/>
                        <a:pt x="342" y="2183"/>
                        <a:pt x="1027" y="1327"/>
                      </a:cubicBezTo>
                      <a:cubicBezTo>
                        <a:pt x="1755" y="428"/>
                        <a:pt x="2783" y="0"/>
                        <a:pt x="4153" y="0"/>
                      </a:cubicBezTo>
                      <a:cubicBezTo>
                        <a:pt x="5480" y="0"/>
                        <a:pt x="6550" y="471"/>
                        <a:pt x="7235" y="1370"/>
                      </a:cubicBezTo>
                      <a:cubicBezTo>
                        <a:pt x="7963" y="2226"/>
                        <a:pt x="8305" y="3425"/>
                        <a:pt x="8305" y="5009"/>
                      </a:cubicBezTo>
                      <a:lnTo>
                        <a:pt x="8305" y="73807"/>
                      </a:lnTo>
                      <a:cubicBezTo>
                        <a:pt x="8305" y="75433"/>
                        <a:pt x="7920" y="76632"/>
                        <a:pt x="7192" y="77488"/>
                      </a:cubicBezTo>
                      <a:cubicBezTo>
                        <a:pt x="6550" y="78302"/>
                        <a:pt x="5480" y="78773"/>
                        <a:pt x="4153" y="78773"/>
                      </a:cubicBezTo>
                      <a:close/>
                      <a:moveTo>
                        <a:pt x="4153" y="1113"/>
                      </a:moveTo>
                      <a:cubicBezTo>
                        <a:pt x="3168" y="1113"/>
                        <a:pt x="2440" y="1413"/>
                        <a:pt x="1927" y="2012"/>
                      </a:cubicBezTo>
                      <a:cubicBezTo>
                        <a:pt x="1413" y="2654"/>
                        <a:pt x="1113" y="3682"/>
                        <a:pt x="1113" y="4966"/>
                      </a:cubicBezTo>
                      <a:lnTo>
                        <a:pt x="1113" y="73764"/>
                      </a:lnTo>
                      <a:cubicBezTo>
                        <a:pt x="1113" y="75048"/>
                        <a:pt x="1370" y="76076"/>
                        <a:pt x="1884" y="76718"/>
                      </a:cubicBezTo>
                      <a:cubicBezTo>
                        <a:pt x="2355" y="77317"/>
                        <a:pt x="3082" y="77617"/>
                        <a:pt x="4110" y="77617"/>
                      </a:cubicBezTo>
                      <a:cubicBezTo>
                        <a:pt x="5095" y="77617"/>
                        <a:pt x="5822" y="77317"/>
                        <a:pt x="6293" y="76718"/>
                      </a:cubicBezTo>
                      <a:cubicBezTo>
                        <a:pt x="6850" y="76076"/>
                        <a:pt x="7107" y="75091"/>
                        <a:pt x="7107" y="73807"/>
                      </a:cubicBezTo>
                      <a:lnTo>
                        <a:pt x="7107" y="5009"/>
                      </a:lnTo>
                      <a:cubicBezTo>
                        <a:pt x="7107" y="3725"/>
                        <a:pt x="6850" y="2740"/>
                        <a:pt x="6293" y="2098"/>
                      </a:cubicBezTo>
                      <a:cubicBezTo>
                        <a:pt x="5865" y="1456"/>
                        <a:pt x="5137" y="1113"/>
                        <a:pt x="4153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5" name="图形 4"/>
              <p:cNvGrpSpPr/>
              <p:nvPr/>
            </p:nvGrpSpPr>
            <p:grpSpPr>
              <a:xfrm>
                <a:off x="11056184" y="6496714"/>
                <a:ext cx="54284" cy="60363"/>
                <a:chOff x="11056184" y="6496714"/>
                <a:chExt cx="54284" cy="60363"/>
              </a:xfrm>
              <a:solidFill>
                <a:srgbClr val="A5A7AA"/>
              </a:solidFill>
            </p:grpSpPr>
            <p:sp>
              <p:nvSpPr>
                <p:cNvPr id="84" name="任意多边形: 形状 83"/>
                <p:cNvSpPr/>
                <p:nvPr/>
              </p:nvSpPr>
              <p:spPr>
                <a:xfrm>
                  <a:off x="11056740" y="6497313"/>
                  <a:ext cx="53128" cy="59207"/>
                </a:xfrm>
                <a:custGeom>
                  <a:avLst/>
                  <a:gdLst>
                    <a:gd name="connsiteX0" fmla="*/ 0 w 53128"/>
                    <a:gd name="connsiteY0" fmla="*/ 29754 h 59207"/>
                    <a:gd name="connsiteX1" fmla="*/ 7492 w 53128"/>
                    <a:gd name="connsiteY1" fmla="*/ 8305 h 59207"/>
                    <a:gd name="connsiteX2" fmla="*/ 26629 w 53128"/>
                    <a:gd name="connsiteY2" fmla="*/ 0 h 59207"/>
                    <a:gd name="connsiteX3" fmla="*/ 45680 w 53128"/>
                    <a:gd name="connsiteY3" fmla="*/ 8305 h 59207"/>
                    <a:gd name="connsiteX4" fmla="*/ 53129 w 53128"/>
                    <a:gd name="connsiteY4" fmla="*/ 29754 h 59207"/>
                    <a:gd name="connsiteX5" fmla="*/ 45680 w 53128"/>
                    <a:gd name="connsiteY5" fmla="*/ 50988 h 59207"/>
                    <a:gd name="connsiteX6" fmla="*/ 26586 w 53128"/>
                    <a:gd name="connsiteY6" fmla="*/ 59208 h 59207"/>
                    <a:gd name="connsiteX7" fmla="*/ 7449 w 53128"/>
                    <a:gd name="connsiteY7" fmla="*/ 50945 h 59207"/>
                    <a:gd name="connsiteX8" fmla="*/ 0 w 53128"/>
                    <a:gd name="connsiteY8" fmla="*/ 29754 h 59207"/>
                    <a:gd name="connsiteX9" fmla="*/ 26629 w 53128"/>
                    <a:gd name="connsiteY9" fmla="*/ 6379 h 59207"/>
                    <a:gd name="connsiteX10" fmla="*/ 12715 w 53128"/>
                    <a:gd name="connsiteY10" fmla="*/ 12886 h 59207"/>
                    <a:gd name="connsiteX11" fmla="*/ 7278 w 53128"/>
                    <a:gd name="connsiteY11" fmla="*/ 29625 h 59207"/>
                    <a:gd name="connsiteX12" fmla="*/ 12758 w 53128"/>
                    <a:gd name="connsiteY12" fmla="*/ 46365 h 59207"/>
                    <a:gd name="connsiteX13" fmla="*/ 26543 w 53128"/>
                    <a:gd name="connsiteY13" fmla="*/ 52872 h 59207"/>
                    <a:gd name="connsiteX14" fmla="*/ 40457 w 53128"/>
                    <a:gd name="connsiteY14" fmla="*/ 46365 h 59207"/>
                    <a:gd name="connsiteX15" fmla="*/ 45979 w 53128"/>
                    <a:gd name="connsiteY15" fmla="*/ 29625 h 59207"/>
                    <a:gd name="connsiteX16" fmla="*/ 40499 w 53128"/>
                    <a:gd name="connsiteY16" fmla="*/ 12886 h 59207"/>
                    <a:gd name="connsiteX17" fmla="*/ 26629 w 53128"/>
                    <a:gd name="connsiteY17" fmla="*/ 6379 h 5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128" h="59207">
                      <a:moveTo>
                        <a:pt x="0" y="29754"/>
                      </a:moveTo>
                      <a:cubicBezTo>
                        <a:pt x="0" y="21063"/>
                        <a:pt x="2483" y="13871"/>
                        <a:pt x="7492" y="8305"/>
                      </a:cubicBezTo>
                      <a:cubicBezTo>
                        <a:pt x="12501" y="2783"/>
                        <a:pt x="18880" y="0"/>
                        <a:pt x="26629" y="0"/>
                      </a:cubicBezTo>
                      <a:cubicBezTo>
                        <a:pt x="34377" y="0"/>
                        <a:pt x="40713" y="2783"/>
                        <a:pt x="45680" y="8305"/>
                      </a:cubicBezTo>
                      <a:cubicBezTo>
                        <a:pt x="50646" y="13871"/>
                        <a:pt x="53129" y="21063"/>
                        <a:pt x="53129" y="29754"/>
                      </a:cubicBezTo>
                      <a:cubicBezTo>
                        <a:pt x="53129" y="38359"/>
                        <a:pt x="50688" y="45466"/>
                        <a:pt x="45680" y="50988"/>
                      </a:cubicBezTo>
                      <a:cubicBezTo>
                        <a:pt x="40713" y="56468"/>
                        <a:pt x="34377" y="59208"/>
                        <a:pt x="26586" y="59208"/>
                      </a:cubicBezTo>
                      <a:cubicBezTo>
                        <a:pt x="18794" y="59208"/>
                        <a:pt x="12415" y="56468"/>
                        <a:pt x="7449" y="50945"/>
                      </a:cubicBezTo>
                      <a:cubicBezTo>
                        <a:pt x="2483" y="45380"/>
                        <a:pt x="0" y="38359"/>
                        <a:pt x="0" y="29754"/>
                      </a:cubicBezTo>
                      <a:close/>
                      <a:moveTo>
                        <a:pt x="26629" y="6379"/>
                      </a:moveTo>
                      <a:cubicBezTo>
                        <a:pt x="20935" y="6379"/>
                        <a:pt x="16311" y="8519"/>
                        <a:pt x="12715" y="12886"/>
                      </a:cubicBezTo>
                      <a:cubicBezTo>
                        <a:pt x="9076" y="17167"/>
                        <a:pt x="7278" y="22733"/>
                        <a:pt x="7278" y="29625"/>
                      </a:cubicBezTo>
                      <a:cubicBezTo>
                        <a:pt x="7278" y="36475"/>
                        <a:pt x="9076" y="42083"/>
                        <a:pt x="12758" y="46365"/>
                      </a:cubicBezTo>
                      <a:cubicBezTo>
                        <a:pt x="16397" y="50731"/>
                        <a:pt x="20977" y="52872"/>
                        <a:pt x="26543" y="52872"/>
                      </a:cubicBezTo>
                      <a:cubicBezTo>
                        <a:pt x="32194" y="52872"/>
                        <a:pt x="36860" y="50689"/>
                        <a:pt x="40457" y="46365"/>
                      </a:cubicBezTo>
                      <a:cubicBezTo>
                        <a:pt x="44138" y="41998"/>
                        <a:pt x="45979" y="36475"/>
                        <a:pt x="45979" y="29625"/>
                      </a:cubicBezTo>
                      <a:cubicBezTo>
                        <a:pt x="45979" y="22818"/>
                        <a:pt x="44138" y="17253"/>
                        <a:pt x="40499" y="12886"/>
                      </a:cubicBezTo>
                      <a:cubicBezTo>
                        <a:pt x="36818" y="8562"/>
                        <a:pt x="32194" y="6379"/>
                        <a:pt x="26629" y="637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5" name="任意多边形: 形状 84"/>
                <p:cNvSpPr/>
                <p:nvPr/>
              </p:nvSpPr>
              <p:spPr>
                <a:xfrm>
                  <a:off x="11056184" y="6496714"/>
                  <a:ext cx="54284" cy="60363"/>
                </a:xfrm>
                <a:custGeom>
                  <a:avLst/>
                  <a:gdLst>
                    <a:gd name="connsiteX0" fmla="*/ 27185 w 54284"/>
                    <a:gd name="connsiteY0" fmla="*/ 60364 h 60363"/>
                    <a:gd name="connsiteX1" fmla="*/ 7620 w 54284"/>
                    <a:gd name="connsiteY1" fmla="*/ 51887 h 60363"/>
                    <a:gd name="connsiteX2" fmla="*/ 0 w 54284"/>
                    <a:gd name="connsiteY2" fmla="*/ 30353 h 60363"/>
                    <a:gd name="connsiteX3" fmla="*/ 7620 w 54284"/>
                    <a:gd name="connsiteY3" fmla="*/ 8519 h 60363"/>
                    <a:gd name="connsiteX4" fmla="*/ 27185 w 54284"/>
                    <a:gd name="connsiteY4" fmla="*/ 0 h 60363"/>
                    <a:gd name="connsiteX5" fmla="*/ 46664 w 54284"/>
                    <a:gd name="connsiteY5" fmla="*/ 8519 h 60363"/>
                    <a:gd name="connsiteX6" fmla="*/ 54285 w 54284"/>
                    <a:gd name="connsiteY6" fmla="*/ 30353 h 60363"/>
                    <a:gd name="connsiteX7" fmla="*/ 46707 w 54284"/>
                    <a:gd name="connsiteY7" fmla="*/ 51973 h 60363"/>
                    <a:gd name="connsiteX8" fmla="*/ 27185 w 54284"/>
                    <a:gd name="connsiteY8" fmla="*/ 60364 h 60363"/>
                    <a:gd name="connsiteX9" fmla="*/ 27185 w 54284"/>
                    <a:gd name="connsiteY9" fmla="*/ 1156 h 60363"/>
                    <a:gd name="connsiteX10" fmla="*/ 8477 w 54284"/>
                    <a:gd name="connsiteY10" fmla="*/ 9290 h 60363"/>
                    <a:gd name="connsiteX11" fmla="*/ 1156 w 54284"/>
                    <a:gd name="connsiteY11" fmla="*/ 30353 h 60363"/>
                    <a:gd name="connsiteX12" fmla="*/ 8477 w 54284"/>
                    <a:gd name="connsiteY12" fmla="*/ 51117 h 60363"/>
                    <a:gd name="connsiteX13" fmla="*/ 27185 w 54284"/>
                    <a:gd name="connsiteY13" fmla="*/ 59208 h 60363"/>
                    <a:gd name="connsiteX14" fmla="*/ 45851 w 54284"/>
                    <a:gd name="connsiteY14" fmla="*/ 51202 h 60363"/>
                    <a:gd name="connsiteX15" fmla="*/ 53129 w 54284"/>
                    <a:gd name="connsiteY15" fmla="*/ 30353 h 60363"/>
                    <a:gd name="connsiteX16" fmla="*/ 45808 w 54284"/>
                    <a:gd name="connsiteY16" fmla="*/ 9290 h 60363"/>
                    <a:gd name="connsiteX17" fmla="*/ 27185 w 54284"/>
                    <a:gd name="connsiteY17" fmla="*/ 1156 h 60363"/>
                    <a:gd name="connsiteX18" fmla="*/ 27057 w 54284"/>
                    <a:gd name="connsiteY18" fmla="*/ 54028 h 60363"/>
                    <a:gd name="connsiteX19" fmla="*/ 12843 w 54284"/>
                    <a:gd name="connsiteY19" fmla="*/ 47306 h 60363"/>
                    <a:gd name="connsiteX20" fmla="*/ 7235 w 54284"/>
                    <a:gd name="connsiteY20" fmla="*/ 30182 h 60363"/>
                    <a:gd name="connsiteX21" fmla="*/ 12801 w 54284"/>
                    <a:gd name="connsiteY21" fmla="*/ 13057 h 60363"/>
                    <a:gd name="connsiteX22" fmla="*/ 27142 w 54284"/>
                    <a:gd name="connsiteY22" fmla="*/ 6379 h 60363"/>
                    <a:gd name="connsiteX23" fmla="*/ 41441 w 54284"/>
                    <a:gd name="connsiteY23" fmla="*/ 13100 h 60363"/>
                    <a:gd name="connsiteX24" fmla="*/ 47050 w 54284"/>
                    <a:gd name="connsiteY24" fmla="*/ 30225 h 60363"/>
                    <a:gd name="connsiteX25" fmla="*/ 41356 w 54284"/>
                    <a:gd name="connsiteY25" fmla="*/ 47349 h 60363"/>
                    <a:gd name="connsiteX26" fmla="*/ 27057 w 54284"/>
                    <a:gd name="connsiteY26" fmla="*/ 54028 h 60363"/>
                    <a:gd name="connsiteX27" fmla="*/ 27185 w 54284"/>
                    <a:gd name="connsiteY27" fmla="*/ 7535 h 60363"/>
                    <a:gd name="connsiteX28" fmla="*/ 13700 w 54284"/>
                    <a:gd name="connsiteY28" fmla="*/ 13828 h 60363"/>
                    <a:gd name="connsiteX29" fmla="*/ 8391 w 54284"/>
                    <a:gd name="connsiteY29" fmla="*/ 30225 h 60363"/>
                    <a:gd name="connsiteX30" fmla="*/ 13700 w 54284"/>
                    <a:gd name="connsiteY30" fmla="*/ 46579 h 60363"/>
                    <a:gd name="connsiteX31" fmla="*/ 27057 w 54284"/>
                    <a:gd name="connsiteY31" fmla="*/ 52872 h 60363"/>
                    <a:gd name="connsiteX32" fmla="*/ 40542 w 54284"/>
                    <a:gd name="connsiteY32" fmla="*/ 46579 h 60363"/>
                    <a:gd name="connsiteX33" fmla="*/ 45936 w 54284"/>
                    <a:gd name="connsiteY33" fmla="*/ 30182 h 60363"/>
                    <a:gd name="connsiteX34" fmla="*/ 40585 w 54284"/>
                    <a:gd name="connsiteY34" fmla="*/ 13785 h 60363"/>
                    <a:gd name="connsiteX35" fmla="*/ 27185 w 54284"/>
                    <a:gd name="connsiteY35" fmla="*/ 7535 h 60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4284" h="60363">
                      <a:moveTo>
                        <a:pt x="27185" y="60364"/>
                      </a:moveTo>
                      <a:cubicBezTo>
                        <a:pt x="19265" y="60364"/>
                        <a:pt x="12672" y="57538"/>
                        <a:pt x="7620" y="51887"/>
                      </a:cubicBezTo>
                      <a:cubicBezTo>
                        <a:pt x="2569" y="46279"/>
                        <a:pt x="0" y="39044"/>
                        <a:pt x="0" y="30353"/>
                      </a:cubicBezTo>
                      <a:cubicBezTo>
                        <a:pt x="0" y="21534"/>
                        <a:pt x="2569" y="14171"/>
                        <a:pt x="7620" y="8519"/>
                      </a:cubicBezTo>
                      <a:cubicBezTo>
                        <a:pt x="12758" y="2868"/>
                        <a:pt x="19351" y="0"/>
                        <a:pt x="27185" y="0"/>
                      </a:cubicBezTo>
                      <a:cubicBezTo>
                        <a:pt x="35062" y="0"/>
                        <a:pt x="41612" y="2868"/>
                        <a:pt x="46664" y="8519"/>
                      </a:cubicBezTo>
                      <a:cubicBezTo>
                        <a:pt x="51716" y="14171"/>
                        <a:pt x="54285" y="21534"/>
                        <a:pt x="54285" y="30353"/>
                      </a:cubicBezTo>
                      <a:cubicBezTo>
                        <a:pt x="54285" y="39087"/>
                        <a:pt x="51716" y="46365"/>
                        <a:pt x="46707" y="51973"/>
                      </a:cubicBezTo>
                      <a:cubicBezTo>
                        <a:pt x="41655" y="57538"/>
                        <a:pt x="35062" y="60364"/>
                        <a:pt x="27185" y="60364"/>
                      </a:cubicBezTo>
                      <a:close/>
                      <a:moveTo>
                        <a:pt x="27185" y="1156"/>
                      </a:moveTo>
                      <a:cubicBezTo>
                        <a:pt x="19650" y="1156"/>
                        <a:pt x="13357" y="3896"/>
                        <a:pt x="8477" y="9290"/>
                      </a:cubicBezTo>
                      <a:cubicBezTo>
                        <a:pt x="3596" y="14727"/>
                        <a:pt x="1156" y="21791"/>
                        <a:pt x="1156" y="30353"/>
                      </a:cubicBezTo>
                      <a:cubicBezTo>
                        <a:pt x="1156" y="38744"/>
                        <a:pt x="3639" y="45765"/>
                        <a:pt x="8477" y="51117"/>
                      </a:cubicBezTo>
                      <a:cubicBezTo>
                        <a:pt x="13400" y="56554"/>
                        <a:pt x="19522" y="59208"/>
                        <a:pt x="27185" y="59208"/>
                      </a:cubicBezTo>
                      <a:cubicBezTo>
                        <a:pt x="34763" y="59208"/>
                        <a:pt x="41013" y="56511"/>
                        <a:pt x="45851" y="51202"/>
                      </a:cubicBezTo>
                      <a:cubicBezTo>
                        <a:pt x="50688" y="45808"/>
                        <a:pt x="53129" y="38830"/>
                        <a:pt x="53129" y="30353"/>
                      </a:cubicBezTo>
                      <a:cubicBezTo>
                        <a:pt x="53129" y="21834"/>
                        <a:pt x="50688" y="14727"/>
                        <a:pt x="45808" y="9290"/>
                      </a:cubicBezTo>
                      <a:cubicBezTo>
                        <a:pt x="40970" y="3896"/>
                        <a:pt x="34677" y="1156"/>
                        <a:pt x="27185" y="1156"/>
                      </a:cubicBezTo>
                      <a:close/>
                      <a:moveTo>
                        <a:pt x="27057" y="54028"/>
                      </a:moveTo>
                      <a:cubicBezTo>
                        <a:pt x="21320" y="54028"/>
                        <a:pt x="16525" y="51759"/>
                        <a:pt x="12843" y="47306"/>
                      </a:cubicBezTo>
                      <a:cubicBezTo>
                        <a:pt x="9119" y="42940"/>
                        <a:pt x="7235" y="37203"/>
                        <a:pt x="7235" y="30182"/>
                      </a:cubicBezTo>
                      <a:cubicBezTo>
                        <a:pt x="7235" y="23161"/>
                        <a:pt x="9119" y="17424"/>
                        <a:pt x="12801" y="13057"/>
                      </a:cubicBezTo>
                      <a:cubicBezTo>
                        <a:pt x="16482" y="8605"/>
                        <a:pt x="21320" y="6379"/>
                        <a:pt x="27142" y="6379"/>
                      </a:cubicBezTo>
                      <a:cubicBezTo>
                        <a:pt x="32879" y="6379"/>
                        <a:pt x="37674" y="8648"/>
                        <a:pt x="41441" y="13100"/>
                      </a:cubicBezTo>
                      <a:cubicBezTo>
                        <a:pt x="45166" y="17553"/>
                        <a:pt x="47050" y="23289"/>
                        <a:pt x="47050" y="30225"/>
                      </a:cubicBezTo>
                      <a:cubicBezTo>
                        <a:pt x="47050" y="37160"/>
                        <a:pt x="45123" y="42897"/>
                        <a:pt x="41356" y="47349"/>
                      </a:cubicBezTo>
                      <a:cubicBezTo>
                        <a:pt x="37674" y="51802"/>
                        <a:pt x="32836" y="54028"/>
                        <a:pt x="27057" y="54028"/>
                      </a:cubicBezTo>
                      <a:close/>
                      <a:moveTo>
                        <a:pt x="27185" y="7535"/>
                      </a:moveTo>
                      <a:cubicBezTo>
                        <a:pt x="21620" y="7535"/>
                        <a:pt x="17210" y="9590"/>
                        <a:pt x="13700" y="13828"/>
                      </a:cubicBezTo>
                      <a:cubicBezTo>
                        <a:pt x="10189" y="17981"/>
                        <a:pt x="8391" y="23503"/>
                        <a:pt x="8391" y="30225"/>
                      </a:cubicBezTo>
                      <a:cubicBezTo>
                        <a:pt x="8391" y="36946"/>
                        <a:pt x="10189" y="42426"/>
                        <a:pt x="13700" y="46579"/>
                      </a:cubicBezTo>
                      <a:cubicBezTo>
                        <a:pt x="17210" y="50817"/>
                        <a:pt x="21577" y="52872"/>
                        <a:pt x="27057" y="52872"/>
                      </a:cubicBezTo>
                      <a:cubicBezTo>
                        <a:pt x="32494" y="52872"/>
                        <a:pt x="37032" y="50774"/>
                        <a:pt x="40542" y="46579"/>
                      </a:cubicBezTo>
                      <a:cubicBezTo>
                        <a:pt x="44138" y="42340"/>
                        <a:pt x="45936" y="36860"/>
                        <a:pt x="45936" y="30182"/>
                      </a:cubicBezTo>
                      <a:cubicBezTo>
                        <a:pt x="45936" y="23546"/>
                        <a:pt x="44138" y="18066"/>
                        <a:pt x="40585" y="13785"/>
                      </a:cubicBezTo>
                      <a:cubicBezTo>
                        <a:pt x="37074" y="9675"/>
                        <a:pt x="32537" y="7535"/>
                        <a:pt x="27185" y="7535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6" name="图形 4"/>
              <p:cNvGrpSpPr/>
              <p:nvPr/>
            </p:nvGrpSpPr>
            <p:grpSpPr>
              <a:xfrm>
                <a:off x="11152466" y="6497399"/>
                <a:ext cx="47306" cy="59850"/>
                <a:chOff x="11152466" y="6497399"/>
                <a:chExt cx="47306" cy="59850"/>
              </a:xfrm>
              <a:solidFill>
                <a:srgbClr val="A5A7AA"/>
              </a:solidFill>
            </p:grpSpPr>
            <p:sp>
              <p:nvSpPr>
                <p:cNvPr id="82" name="任意多边形: 形状 81"/>
                <p:cNvSpPr/>
                <p:nvPr/>
              </p:nvSpPr>
              <p:spPr>
                <a:xfrm>
                  <a:off x="11153023" y="6497870"/>
                  <a:ext cx="46107" cy="58779"/>
                </a:xfrm>
                <a:custGeom>
                  <a:avLst/>
                  <a:gdLst>
                    <a:gd name="connsiteX0" fmla="*/ 38915 w 46107"/>
                    <a:gd name="connsiteY0" fmla="*/ 49404 h 58779"/>
                    <a:gd name="connsiteX1" fmla="*/ 30952 w 46107"/>
                    <a:gd name="connsiteY1" fmla="*/ 56468 h 58779"/>
                    <a:gd name="connsiteX2" fmla="*/ 20507 w 46107"/>
                    <a:gd name="connsiteY2" fmla="*/ 58780 h 58779"/>
                    <a:gd name="connsiteX3" fmla="*/ 5266 w 46107"/>
                    <a:gd name="connsiteY3" fmla="*/ 53043 h 58779"/>
                    <a:gd name="connsiteX4" fmla="*/ 0 w 46107"/>
                    <a:gd name="connsiteY4" fmla="*/ 36347 h 58779"/>
                    <a:gd name="connsiteX5" fmla="*/ 0 w 46107"/>
                    <a:gd name="connsiteY5" fmla="*/ 4624 h 58779"/>
                    <a:gd name="connsiteX6" fmla="*/ 942 w 46107"/>
                    <a:gd name="connsiteY6" fmla="*/ 1199 h 58779"/>
                    <a:gd name="connsiteX7" fmla="*/ 3639 w 46107"/>
                    <a:gd name="connsiteY7" fmla="*/ 43 h 58779"/>
                    <a:gd name="connsiteX8" fmla="*/ 6293 w 46107"/>
                    <a:gd name="connsiteY8" fmla="*/ 1199 h 58779"/>
                    <a:gd name="connsiteX9" fmla="*/ 7192 w 46107"/>
                    <a:gd name="connsiteY9" fmla="*/ 4624 h 58779"/>
                    <a:gd name="connsiteX10" fmla="*/ 7192 w 46107"/>
                    <a:gd name="connsiteY10" fmla="*/ 33050 h 58779"/>
                    <a:gd name="connsiteX11" fmla="*/ 10574 w 46107"/>
                    <a:gd name="connsiteY11" fmla="*/ 48034 h 58779"/>
                    <a:gd name="connsiteX12" fmla="*/ 21748 w 46107"/>
                    <a:gd name="connsiteY12" fmla="*/ 52401 h 58779"/>
                    <a:gd name="connsiteX13" fmla="*/ 34720 w 46107"/>
                    <a:gd name="connsiteY13" fmla="*/ 46322 h 58779"/>
                    <a:gd name="connsiteX14" fmla="*/ 38915 w 46107"/>
                    <a:gd name="connsiteY14" fmla="*/ 27656 h 58779"/>
                    <a:gd name="connsiteX15" fmla="*/ 38915 w 46107"/>
                    <a:gd name="connsiteY15" fmla="*/ 4581 h 58779"/>
                    <a:gd name="connsiteX16" fmla="*/ 39900 w 46107"/>
                    <a:gd name="connsiteY16" fmla="*/ 1156 h 58779"/>
                    <a:gd name="connsiteX17" fmla="*/ 42597 w 46107"/>
                    <a:gd name="connsiteY17" fmla="*/ 0 h 58779"/>
                    <a:gd name="connsiteX18" fmla="*/ 45209 w 46107"/>
                    <a:gd name="connsiteY18" fmla="*/ 1156 h 58779"/>
                    <a:gd name="connsiteX19" fmla="*/ 46108 w 46107"/>
                    <a:gd name="connsiteY19" fmla="*/ 4581 h 58779"/>
                    <a:gd name="connsiteX20" fmla="*/ 46108 w 46107"/>
                    <a:gd name="connsiteY20" fmla="*/ 53471 h 58779"/>
                    <a:gd name="connsiteX21" fmla="*/ 45209 w 46107"/>
                    <a:gd name="connsiteY21" fmla="*/ 56896 h 58779"/>
                    <a:gd name="connsiteX22" fmla="*/ 42597 w 46107"/>
                    <a:gd name="connsiteY22" fmla="*/ 58052 h 58779"/>
                    <a:gd name="connsiteX23" fmla="*/ 39900 w 46107"/>
                    <a:gd name="connsiteY23" fmla="*/ 56853 h 58779"/>
                    <a:gd name="connsiteX24" fmla="*/ 38915 w 46107"/>
                    <a:gd name="connsiteY24" fmla="*/ 53471 h 58779"/>
                    <a:gd name="connsiteX25" fmla="*/ 38915 w 46107"/>
                    <a:gd name="connsiteY25" fmla="*/ 49404 h 58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6107" h="58779">
                      <a:moveTo>
                        <a:pt x="38915" y="49404"/>
                      </a:moveTo>
                      <a:cubicBezTo>
                        <a:pt x="36646" y="52615"/>
                        <a:pt x="33949" y="54970"/>
                        <a:pt x="30952" y="56468"/>
                      </a:cubicBezTo>
                      <a:cubicBezTo>
                        <a:pt x="27913" y="58009"/>
                        <a:pt x="24488" y="58780"/>
                        <a:pt x="20507" y="58780"/>
                      </a:cubicBezTo>
                      <a:cubicBezTo>
                        <a:pt x="13871" y="58780"/>
                        <a:pt x="8776" y="56811"/>
                        <a:pt x="5266" y="53043"/>
                      </a:cubicBezTo>
                      <a:cubicBezTo>
                        <a:pt x="1755" y="49190"/>
                        <a:pt x="0" y="43625"/>
                        <a:pt x="0" y="36347"/>
                      </a:cubicBezTo>
                      <a:lnTo>
                        <a:pt x="0" y="4624"/>
                      </a:lnTo>
                      <a:cubicBezTo>
                        <a:pt x="0" y="3125"/>
                        <a:pt x="300" y="2012"/>
                        <a:pt x="942" y="1199"/>
                      </a:cubicBezTo>
                      <a:cubicBezTo>
                        <a:pt x="1584" y="471"/>
                        <a:pt x="2440" y="43"/>
                        <a:pt x="3639" y="43"/>
                      </a:cubicBezTo>
                      <a:cubicBezTo>
                        <a:pt x="4795" y="43"/>
                        <a:pt x="5651" y="471"/>
                        <a:pt x="6293" y="1199"/>
                      </a:cubicBezTo>
                      <a:cubicBezTo>
                        <a:pt x="6893" y="2012"/>
                        <a:pt x="7192" y="3125"/>
                        <a:pt x="7192" y="4624"/>
                      </a:cubicBezTo>
                      <a:lnTo>
                        <a:pt x="7192" y="33050"/>
                      </a:lnTo>
                      <a:cubicBezTo>
                        <a:pt x="7192" y="40114"/>
                        <a:pt x="8348" y="45123"/>
                        <a:pt x="10574" y="48034"/>
                      </a:cubicBezTo>
                      <a:cubicBezTo>
                        <a:pt x="12843" y="50945"/>
                        <a:pt x="16568" y="52401"/>
                        <a:pt x="21748" y="52401"/>
                      </a:cubicBezTo>
                      <a:cubicBezTo>
                        <a:pt x="27570" y="52401"/>
                        <a:pt x="31894" y="50389"/>
                        <a:pt x="34720" y="46322"/>
                      </a:cubicBezTo>
                      <a:cubicBezTo>
                        <a:pt x="37503" y="42255"/>
                        <a:pt x="38915" y="36047"/>
                        <a:pt x="38915" y="27656"/>
                      </a:cubicBezTo>
                      <a:lnTo>
                        <a:pt x="38915" y="4581"/>
                      </a:lnTo>
                      <a:cubicBezTo>
                        <a:pt x="38915" y="3082"/>
                        <a:pt x="39258" y="1969"/>
                        <a:pt x="39900" y="1156"/>
                      </a:cubicBezTo>
                      <a:cubicBezTo>
                        <a:pt x="40585" y="428"/>
                        <a:pt x="41484" y="0"/>
                        <a:pt x="42597" y="0"/>
                      </a:cubicBezTo>
                      <a:cubicBezTo>
                        <a:pt x="43753" y="0"/>
                        <a:pt x="44609" y="428"/>
                        <a:pt x="45209" y="1156"/>
                      </a:cubicBezTo>
                      <a:cubicBezTo>
                        <a:pt x="45808" y="1969"/>
                        <a:pt x="46108" y="3082"/>
                        <a:pt x="46108" y="4581"/>
                      </a:cubicBezTo>
                      <a:lnTo>
                        <a:pt x="46108" y="53471"/>
                      </a:lnTo>
                      <a:cubicBezTo>
                        <a:pt x="46108" y="54927"/>
                        <a:pt x="45808" y="56083"/>
                        <a:pt x="45209" y="56896"/>
                      </a:cubicBezTo>
                      <a:cubicBezTo>
                        <a:pt x="44609" y="57667"/>
                        <a:pt x="43753" y="58052"/>
                        <a:pt x="42597" y="58052"/>
                      </a:cubicBezTo>
                      <a:cubicBezTo>
                        <a:pt x="41484" y="58052"/>
                        <a:pt x="40542" y="57667"/>
                        <a:pt x="39900" y="56853"/>
                      </a:cubicBezTo>
                      <a:cubicBezTo>
                        <a:pt x="39258" y="56083"/>
                        <a:pt x="38915" y="54970"/>
                        <a:pt x="38915" y="53471"/>
                      </a:cubicBezTo>
                      <a:lnTo>
                        <a:pt x="38915" y="49404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3" name="任意多边形: 形状 82"/>
                <p:cNvSpPr/>
                <p:nvPr/>
              </p:nvSpPr>
              <p:spPr>
                <a:xfrm>
                  <a:off x="11152466" y="6497399"/>
                  <a:ext cx="47306" cy="59850"/>
                </a:xfrm>
                <a:custGeom>
                  <a:avLst/>
                  <a:gdLst>
                    <a:gd name="connsiteX0" fmla="*/ 21063 w 47306"/>
                    <a:gd name="connsiteY0" fmla="*/ 59850 h 59850"/>
                    <a:gd name="connsiteX1" fmla="*/ 5394 w 47306"/>
                    <a:gd name="connsiteY1" fmla="*/ 53942 h 59850"/>
                    <a:gd name="connsiteX2" fmla="*/ 0 w 47306"/>
                    <a:gd name="connsiteY2" fmla="*/ 36860 h 59850"/>
                    <a:gd name="connsiteX3" fmla="*/ 0 w 47306"/>
                    <a:gd name="connsiteY3" fmla="*/ 5137 h 59850"/>
                    <a:gd name="connsiteX4" fmla="*/ 1070 w 47306"/>
                    <a:gd name="connsiteY4" fmla="*/ 1370 h 59850"/>
                    <a:gd name="connsiteX5" fmla="*/ 4195 w 47306"/>
                    <a:gd name="connsiteY5" fmla="*/ 0 h 59850"/>
                    <a:gd name="connsiteX6" fmla="*/ 7278 w 47306"/>
                    <a:gd name="connsiteY6" fmla="*/ 1370 h 59850"/>
                    <a:gd name="connsiteX7" fmla="*/ 8305 w 47306"/>
                    <a:gd name="connsiteY7" fmla="*/ 5180 h 59850"/>
                    <a:gd name="connsiteX8" fmla="*/ 8305 w 47306"/>
                    <a:gd name="connsiteY8" fmla="*/ 33607 h 59850"/>
                    <a:gd name="connsiteX9" fmla="*/ 11602 w 47306"/>
                    <a:gd name="connsiteY9" fmla="*/ 48248 h 59850"/>
                    <a:gd name="connsiteX10" fmla="*/ 22347 w 47306"/>
                    <a:gd name="connsiteY10" fmla="*/ 52401 h 59850"/>
                    <a:gd name="connsiteX11" fmla="*/ 34848 w 47306"/>
                    <a:gd name="connsiteY11" fmla="*/ 46579 h 59850"/>
                    <a:gd name="connsiteX12" fmla="*/ 38915 w 47306"/>
                    <a:gd name="connsiteY12" fmla="*/ 28255 h 59850"/>
                    <a:gd name="connsiteX13" fmla="*/ 38915 w 47306"/>
                    <a:gd name="connsiteY13" fmla="*/ 5180 h 59850"/>
                    <a:gd name="connsiteX14" fmla="*/ 40028 w 47306"/>
                    <a:gd name="connsiteY14" fmla="*/ 1413 h 59850"/>
                    <a:gd name="connsiteX15" fmla="*/ 43196 w 47306"/>
                    <a:gd name="connsiteY15" fmla="*/ 43 h 59850"/>
                    <a:gd name="connsiteX16" fmla="*/ 46279 w 47306"/>
                    <a:gd name="connsiteY16" fmla="*/ 1413 h 59850"/>
                    <a:gd name="connsiteX17" fmla="*/ 47306 w 47306"/>
                    <a:gd name="connsiteY17" fmla="*/ 5180 h 59850"/>
                    <a:gd name="connsiteX18" fmla="*/ 47306 w 47306"/>
                    <a:gd name="connsiteY18" fmla="*/ 54071 h 59850"/>
                    <a:gd name="connsiteX19" fmla="*/ 46279 w 47306"/>
                    <a:gd name="connsiteY19" fmla="*/ 57838 h 59850"/>
                    <a:gd name="connsiteX20" fmla="*/ 43196 w 47306"/>
                    <a:gd name="connsiteY20" fmla="*/ 59208 h 59850"/>
                    <a:gd name="connsiteX21" fmla="*/ 40028 w 47306"/>
                    <a:gd name="connsiteY21" fmla="*/ 57795 h 59850"/>
                    <a:gd name="connsiteX22" fmla="*/ 38915 w 47306"/>
                    <a:gd name="connsiteY22" fmla="*/ 54071 h 59850"/>
                    <a:gd name="connsiteX23" fmla="*/ 38915 w 47306"/>
                    <a:gd name="connsiteY23" fmla="*/ 51673 h 59850"/>
                    <a:gd name="connsiteX24" fmla="*/ 31766 w 47306"/>
                    <a:gd name="connsiteY24" fmla="*/ 57538 h 59850"/>
                    <a:gd name="connsiteX25" fmla="*/ 21063 w 47306"/>
                    <a:gd name="connsiteY25" fmla="*/ 59850 h 59850"/>
                    <a:gd name="connsiteX26" fmla="*/ 4195 w 47306"/>
                    <a:gd name="connsiteY26" fmla="*/ 1113 h 59850"/>
                    <a:gd name="connsiteX27" fmla="*/ 1969 w 47306"/>
                    <a:gd name="connsiteY27" fmla="*/ 2055 h 59850"/>
                    <a:gd name="connsiteX28" fmla="*/ 1156 w 47306"/>
                    <a:gd name="connsiteY28" fmla="*/ 5095 h 59850"/>
                    <a:gd name="connsiteX29" fmla="*/ 1156 w 47306"/>
                    <a:gd name="connsiteY29" fmla="*/ 36818 h 59850"/>
                    <a:gd name="connsiteX30" fmla="*/ 6250 w 47306"/>
                    <a:gd name="connsiteY30" fmla="*/ 53129 h 59850"/>
                    <a:gd name="connsiteX31" fmla="*/ 21063 w 47306"/>
                    <a:gd name="connsiteY31" fmla="*/ 58694 h 59850"/>
                    <a:gd name="connsiteX32" fmla="*/ 31252 w 47306"/>
                    <a:gd name="connsiteY32" fmla="*/ 56425 h 59850"/>
                    <a:gd name="connsiteX33" fmla="*/ 39001 w 47306"/>
                    <a:gd name="connsiteY33" fmla="*/ 49533 h 59850"/>
                    <a:gd name="connsiteX34" fmla="*/ 40071 w 47306"/>
                    <a:gd name="connsiteY34" fmla="*/ 48034 h 59850"/>
                    <a:gd name="connsiteX35" fmla="*/ 40071 w 47306"/>
                    <a:gd name="connsiteY35" fmla="*/ 53985 h 59850"/>
                    <a:gd name="connsiteX36" fmla="*/ 40927 w 47306"/>
                    <a:gd name="connsiteY36" fmla="*/ 56982 h 59850"/>
                    <a:gd name="connsiteX37" fmla="*/ 43196 w 47306"/>
                    <a:gd name="connsiteY37" fmla="*/ 57966 h 59850"/>
                    <a:gd name="connsiteX38" fmla="*/ 45337 w 47306"/>
                    <a:gd name="connsiteY38" fmla="*/ 57067 h 59850"/>
                    <a:gd name="connsiteX39" fmla="*/ 46108 w 47306"/>
                    <a:gd name="connsiteY39" fmla="*/ 54028 h 59850"/>
                    <a:gd name="connsiteX40" fmla="*/ 46108 w 47306"/>
                    <a:gd name="connsiteY40" fmla="*/ 5095 h 59850"/>
                    <a:gd name="connsiteX41" fmla="*/ 45337 w 47306"/>
                    <a:gd name="connsiteY41" fmla="*/ 2012 h 59850"/>
                    <a:gd name="connsiteX42" fmla="*/ 43196 w 47306"/>
                    <a:gd name="connsiteY42" fmla="*/ 1113 h 59850"/>
                    <a:gd name="connsiteX43" fmla="*/ 40927 w 47306"/>
                    <a:gd name="connsiteY43" fmla="*/ 2098 h 59850"/>
                    <a:gd name="connsiteX44" fmla="*/ 40114 w 47306"/>
                    <a:gd name="connsiteY44" fmla="*/ 5137 h 59850"/>
                    <a:gd name="connsiteX45" fmla="*/ 40114 w 47306"/>
                    <a:gd name="connsiteY45" fmla="*/ 28213 h 59850"/>
                    <a:gd name="connsiteX46" fmla="*/ 35833 w 47306"/>
                    <a:gd name="connsiteY46" fmla="*/ 47178 h 59850"/>
                    <a:gd name="connsiteX47" fmla="*/ 22390 w 47306"/>
                    <a:gd name="connsiteY47" fmla="*/ 53514 h 59850"/>
                    <a:gd name="connsiteX48" fmla="*/ 10746 w 47306"/>
                    <a:gd name="connsiteY48" fmla="*/ 48933 h 59850"/>
                    <a:gd name="connsiteX49" fmla="*/ 7235 w 47306"/>
                    <a:gd name="connsiteY49" fmla="*/ 33564 h 59850"/>
                    <a:gd name="connsiteX50" fmla="*/ 7235 w 47306"/>
                    <a:gd name="connsiteY50" fmla="*/ 5137 h 59850"/>
                    <a:gd name="connsiteX51" fmla="*/ 6464 w 47306"/>
                    <a:gd name="connsiteY51" fmla="*/ 2055 h 59850"/>
                    <a:gd name="connsiteX52" fmla="*/ 4195 w 47306"/>
                    <a:gd name="connsiteY52" fmla="*/ 1113 h 59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47306" h="59850">
                      <a:moveTo>
                        <a:pt x="21063" y="59850"/>
                      </a:moveTo>
                      <a:cubicBezTo>
                        <a:pt x="14299" y="59850"/>
                        <a:pt x="9033" y="57838"/>
                        <a:pt x="5394" y="53942"/>
                      </a:cubicBezTo>
                      <a:cubicBezTo>
                        <a:pt x="1798" y="50004"/>
                        <a:pt x="0" y="44267"/>
                        <a:pt x="0" y="36860"/>
                      </a:cubicBezTo>
                      <a:lnTo>
                        <a:pt x="0" y="5137"/>
                      </a:lnTo>
                      <a:cubicBezTo>
                        <a:pt x="0" y="3511"/>
                        <a:pt x="342" y="2269"/>
                        <a:pt x="1070" y="1370"/>
                      </a:cubicBezTo>
                      <a:cubicBezTo>
                        <a:pt x="1841" y="428"/>
                        <a:pt x="2911" y="0"/>
                        <a:pt x="4195" y="0"/>
                      </a:cubicBezTo>
                      <a:cubicBezTo>
                        <a:pt x="5480" y="0"/>
                        <a:pt x="6507" y="471"/>
                        <a:pt x="7278" y="1370"/>
                      </a:cubicBezTo>
                      <a:cubicBezTo>
                        <a:pt x="7963" y="2355"/>
                        <a:pt x="8305" y="3553"/>
                        <a:pt x="8305" y="5180"/>
                      </a:cubicBezTo>
                      <a:lnTo>
                        <a:pt x="8305" y="33607"/>
                      </a:lnTo>
                      <a:cubicBezTo>
                        <a:pt x="8305" y="40499"/>
                        <a:pt x="9418" y="45423"/>
                        <a:pt x="11602" y="48248"/>
                      </a:cubicBezTo>
                      <a:cubicBezTo>
                        <a:pt x="13742" y="50988"/>
                        <a:pt x="17381" y="52401"/>
                        <a:pt x="22347" y="52401"/>
                      </a:cubicBezTo>
                      <a:cubicBezTo>
                        <a:pt x="28041" y="52401"/>
                        <a:pt x="32108" y="50474"/>
                        <a:pt x="34848" y="46579"/>
                      </a:cubicBezTo>
                      <a:cubicBezTo>
                        <a:pt x="37545" y="42640"/>
                        <a:pt x="38915" y="36475"/>
                        <a:pt x="38915" y="28255"/>
                      </a:cubicBezTo>
                      <a:lnTo>
                        <a:pt x="38915" y="5180"/>
                      </a:lnTo>
                      <a:cubicBezTo>
                        <a:pt x="38915" y="3553"/>
                        <a:pt x="39258" y="2355"/>
                        <a:pt x="40028" y="1413"/>
                      </a:cubicBezTo>
                      <a:cubicBezTo>
                        <a:pt x="40842" y="514"/>
                        <a:pt x="41912" y="43"/>
                        <a:pt x="43196" y="43"/>
                      </a:cubicBezTo>
                      <a:cubicBezTo>
                        <a:pt x="44481" y="43"/>
                        <a:pt x="45551" y="514"/>
                        <a:pt x="46279" y="1413"/>
                      </a:cubicBezTo>
                      <a:cubicBezTo>
                        <a:pt x="46964" y="2355"/>
                        <a:pt x="47306" y="3596"/>
                        <a:pt x="47306" y="5180"/>
                      </a:cubicBezTo>
                      <a:lnTo>
                        <a:pt x="47306" y="54071"/>
                      </a:lnTo>
                      <a:cubicBezTo>
                        <a:pt x="47306" y="55655"/>
                        <a:pt x="46964" y="56896"/>
                        <a:pt x="46279" y="57838"/>
                      </a:cubicBezTo>
                      <a:cubicBezTo>
                        <a:pt x="45594" y="58737"/>
                        <a:pt x="44524" y="59208"/>
                        <a:pt x="43196" y="59208"/>
                      </a:cubicBezTo>
                      <a:cubicBezTo>
                        <a:pt x="41869" y="59208"/>
                        <a:pt x="40799" y="58737"/>
                        <a:pt x="40028" y="57795"/>
                      </a:cubicBezTo>
                      <a:cubicBezTo>
                        <a:pt x="39301" y="56896"/>
                        <a:pt x="38915" y="55655"/>
                        <a:pt x="38915" y="54071"/>
                      </a:cubicBezTo>
                      <a:lnTo>
                        <a:pt x="38915" y="51673"/>
                      </a:lnTo>
                      <a:cubicBezTo>
                        <a:pt x="36860" y="54242"/>
                        <a:pt x="34463" y="56211"/>
                        <a:pt x="31766" y="57538"/>
                      </a:cubicBezTo>
                      <a:cubicBezTo>
                        <a:pt x="28641" y="59037"/>
                        <a:pt x="25045" y="59850"/>
                        <a:pt x="21063" y="59850"/>
                      </a:cubicBezTo>
                      <a:close/>
                      <a:moveTo>
                        <a:pt x="4195" y="1113"/>
                      </a:moveTo>
                      <a:cubicBezTo>
                        <a:pt x="3254" y="1113"/>
                        <a:pt x="2483" y="1413"/>
                        <a:pt x="1969" y="2055"/>
                      </a:cubicBezTo>
                      <a:cubicBezTo>
                        <a:pt x="1456" y="2740"/>
                        <a:pt x="1156" y="3725"/>
                        <a:pt x="1156" y="5095"/>
                      </a:cubicBezTo>
                      <a:lnTo>
                        <a:pt x="1156" y="36818"/>
                      </a:lnTo>
                      <a:cubicBezTo>
                        <a:pt x="1156" y="43924"/>
                        <a:pt x="2868" y="49404"/>
                        <a:pt x="6250" y="53129"/>
                      </a:cubicBezTo>
                      <a:cubicBezTo>
                        <a:pt x="9633" y="56810"/>
                        <a:pt x="14641" y="58694"/>
                        <a:pt x="21063" y="58694"/>
                      </a:cubicBezTo>
                      <a:cubicBezTo>
                        <a:pt x="24916" y="58694"/>
                        <a:pt x="28255" y="57966"/>
                        <a:pt x="31252" y="56425"/>
                      </a:cubicBezTo>
                      <a:cubicBezTo>
                        <a:pt x="34206" y="54927"/>
                        <a:pt x="36818" y="52615"/>
                        <a:pt x="39001" y="49533"/>
                      </a:cubicBezTo>
                      <a:lnTo>
                        <a:pt x="40071" y="48034"/>
                      </a:lnTo>
                      <a:lnTo>
                        <a:pt x="40071" y="53985"/>
                      </a:lnTo>
                      <a:cubicBezTo>
                        <a:pt x="40071" y="55269"/>
                        <a:pt x="40371" y="56297"/>
                        <a:pt x="40927" y="56982"/>
                      </a:cubicBezTo>
                      <a:cubicBezTo>
                        <a:pt x="41484" y="57624"/>
                        <a:pt x="42212" y="57966"/>
                        <a:pt x="43196" y="57966"/>
                      </a:cubicBezTo>
                      <a:cubicBezTo>
                        <a:pt x="44181" y="57966"/>
                        <a:pt x="44866" y="57667"/>
                        <a:pt x="45337" y="57067"/>
                      </a:cubicBezTo>
                      <a:cubicBezTo>
                        <a:pt x="45851" y="56340"/>
                        <a:pt x="46108" y="55312"/>
                        <a:pt x="46108" y="54028"/>
                      </a:cubicBezTo>
                      <a:lnTo>
                        <a:pt x="46108" y="5095"/>
                      </a:lnTo>
                      <a:cubicBezTo>
                        <a:pt x="46108" y="3767"/>
                        <a:pt x="45851" y="2740"/>
                        <a:pt x="45337" y="2012"/>
                      </a:cubicBezTo>
                      <a:cubicBezTo>
                        <a:pt x="44866" y="1413"/>
                        <a:pt x="44138" y="1113"/>
                        <a:pt x="43196" y="1113"/>
                      </a:cubicBezTo>
                      <a:cubicBezTo>
                        <a:pt x="42255" y="1113"/>
                        <a:pt x="41484" y="1456"/>
                        <a:pt x="40927" y="2098"/>
                      </a:cubicBezTo>
                      <a:cubicBezTo>
                        <a:pt x="40371" y="2783"/>
                        <a:pt x="40114" y="3810"/>
                        <a:pt x="40114" y="5137"/>
                      </a:cubicBezTo>
                      <a:lnTo>
                        <a:pt x="40114" y="28213"/>
                      </a:lnTo>
                      <a:cubicBezTo>
                        <a:pt x="40114" y="36689"/>
                        <a:pt x="38658" y="43068"/>
                        <a:pt x="35833" y="47178"/>
                      </a:cubicBezTo>
                      <a:cubicBezTo>
                        <a:pt x="32922" y="51373"/>
                        <a:pt x="28384" y="53514"/>
                        <a:pt x="22390" y="53514"/>
                      </a:cubicBezTo>
                      <a:cubicBezTo>
                        <a:pt x="17039" y="53514"/>
                        <a:pt x="13143" y="51973"/>
                        <a:pt x="10746" y="48933"/>
                      </a:cubicBezTo>
                      <a:cubicBezTo>
                        <a:pt x="8391" y="45894"/>
                        <a:pt x="7235" y="40713"/>
                        <a:pt x="7235" y="33564"/>
                      </a:cubicBezTo>
                      <a:lnTo>
                        <a:pt x="7235" y="5137"/>
                      </a:lnTo>
                      <a:cubicBezTo>
                        <a:pt x="7235" y="3810"/>
                        <a:pt x="6978" y="2783"/>
                        <a:pt x="6464" y="2055"/>
                      </a:cubicBezTo>
                      <a:cubicBezTo>
                        <a:pt x="5865" y="1413"/>
                        <a:pt x="5137" y="1113"/>
                        <a:pt x="4195" y="111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7" name="图形 4"/>
              <p:cNvGrpSpPr/>
              <p:nvPr/>
            </p:nvGrpSpPr>
            <p:grpSpPr>
              <a:xfrm>
                <a:off x="11243140" y="6477706"/>
                <a:ext cx="51715" cy="78515"/>
                <a:chOff x="11243140" y="6477706"/>
                <a:chExt cx="51715" cy="78515"/>
              </a:xfrm>
              <a:solidFill>
                <a:srgbClr val="A5A7AA"/>
              </a:solidFill>
            </p:grpSpPr>
            <p:sp>
              <p:nvSpPr>
                <p:cNvPr id="80" name="任意多边形: 形状 79"/>
                <p:cNvSpPr/>
                <p:nvPr/>
              </p:nvSpPr>
              <p:spPr>
                <a:xfrm>
                  <a:off x="11243697" y="6478305"/>
                  <a:ext cx="50559" cy="77317"/>
                </a:xfrm>
                <a:custGeom>
                  <a:avLst/>
                  <a:gdLst>
                    <a:gd name="connsiteX0" fmla="*/ 43239 w 50559"/>
                    <a:gd name="connsiteY0" fmla="*/ 77317 h 77317"/>
                    <a:gd name="connsiteX1" fmla="*/ 33607 w 50559"/>
                    <a:gd name="connsiteY1" fmla="*/ 77317 h 77317"/>
                    <a:gd name="connsiteX2" fmla="*/ 18751 w 50559"/>
                    <a:gd name="connsiteY2" fmla="*/ 76290 h 77317"/>
                    <a:gd name="connsiteX3" fmla="*/ 10232 w 50559"/>
                    <a:gd name="connsiteY3" fmla="*/ 72779 h 77317"/>
                    <a:gd name="connsiteX4" fmla="*/ 2569 w 50559"/>
                    <a:gd name="connsiteY4" fmla="*/ 63874 h 77317"/>
                    <a:gd name="connsiteX5" fmla="*/ 0 w 50559"/>
                    <a:gd name="connsiteY5" fmla="*/ 51716 h 77317"/>
                    <a:gd name="connsiteX6" fmla="*/ 10446 w 50559"/>
                    <a:gd name="connsiteY6" fmla="*/ 28041 h 77317"/>
                    <a:gd name="connsiteX7" fmla="*/ 39044 w 50559"/>
                    <a:gd name="connsiteY7" fmla="*/ 19308 h 77317"/>
                    <a:gd name="connsiteX8" fmla="*/ 41655 w 50559"/>
                    <a:gd name="connsiteY8" fmla="*/ 19308 h 77317"/>
                    <a:gd name="connsiteX9" fmla="*/ 43368 w 50559"/>
                    <a:gd name="connsiteY9" fmla="*/ 19351 h 77317"/>
                    <a:gd name="connsiteX10" fmla="*/ 43368 w 50559"/>
                    <a:gd name="connsiteY10" fmla="*/ 4452 h 77317"/>
                    <a:gd name="connsiteX11" fmla="*/ 44267 w 50559"/>
                    <a:gd name="connsiteY11" fmla="*/ 1113 h 77317"/>
                    <a:gd name="connsiteX12" fmla="*/ 46878 w 50559"/>
                    <a:gd name="connsiteY12" fmla="*/ 0 h 77317"/>
                    <a:gd name="connsiteX13" fmla="*/ 49661 w 50559"/>
                    <a:gd name="connsiteY13" fmla="*/ 1113 h 77317"/>
                    <a:gd name="connsiteX14" fmla="*/ 50560 w 50559"/>
                    <a:gd name="connsiteY14" fmla="*/ 4452 h 77317"/>
                    <a:gd name="connsiteX15" fmla="*/ 50560 w 50559"/>
                    <a:gd name="connsiteY15" fmla="*/ 72651 h 77317"/>
                    <a:gd name="connsiteX16" fmla="*/ 49019 w 50559"/>
                    <a:gd name="connsiteY16" fmla="*/ 76375 h 77317"/>
                    <a:gd name="connsiteX17" fmla="*/ 43239 w 50559"/>
                    <a:gd name="connsiteY17" fmla="*/ 77317 h 77317"/>
                    <a:gd name="connsiteX18" fmla="*/ 43368 w 50559"/>
                    <a:gd name="connsiteY18" fmla="*/ 26072 h 77317"/>
                    <a:gd name="connsiteX19" fmla="*/ 41955 w 50559"/>
                    <a:gd name="connsiteY19" fmla="*/ 25986 h 77317"/>
                    <a:gd name="connsiteX20" fmla="*/ 37931 w 50559"/>
                    <a:gd name="connsiteY20" fmla="*/ 25858 h 77317"/>
                    <a:gd name="connsiteX21" fmla="*/ 15969 w 50559"/>
                    <a:gd name="connsiteY21" fmla="*/ 32836 h 77317"/>
                    <a:gd name="connsiteX22" fmla="*/ 7834 w 50559"/>
                    <a:gd name="connsiteY22" fmla="*/ 51459 h 77317"/>
                    <a:gd name="connsiteX23" fmla="*/ 12972 w 50559"/>
                    <a:gd name="connsiteY23" fmla="*/ 65587 h 77317"/>
                    <a:gd name="connsiteX24" fmla="*/ 27827 w 50559"/>
                    <a:gd name="connsiteY24" fmla="*/ 70467 h 77317"/>
                    <a:gd name="connsiteX25" fmla="*/ 43368 w 50559"/>
                    <a:gd name="connsiteY25" fmla="*/ 70467 h 77317"/>
                    <a:gd name="connsiteX26" fmla="*/ 43368 w 50559"/>
                    <a:gd name="connsiteY26" fmla="*/ 26072 h 77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0559" h="77317">
                      <a:moveTo>
                        <a:pt x="43239" y="77317"/>
                      </a:moveTo>
                      <a:lnTo>
                        <a:pt x="33607" y="77317"/>
                      </a:lnTo>
                      <a:cubicBezTo>
                        <a:pt x="27142" y="77317"/>
                        <a:pt x="22219" y="76975"/>
                        <a:pt x="18751" y="76290"/>
                      </a:cubicBezTo>
                      <a:cubicBezTo>
                        <a:pt x="15326" y="75605"/>
                        <a:pt x="12458" y="74363"/>
                        <a:pt x="10232" y="72779"/>
                      </a:cubicBezTo>
                      <a:cubicBezTo>
                        <a:pt x="6850" y="70424"/>
                        <a:pt x="4324" y="67428"/>
                        <a:pt x="2569" y="63874"/>
                      </a:cubicBezTo>
                      <a:cubicBezTo>
                        <a:pt x="856" y="60278"/>
                        <a:pt x="0" y="56211"/>
                        <a:pt x="0" y="51716"/>
                      </a:cubicBezTo>
                      <a:cubicBezTo>
                        <a:pt x="0" y="41741"/>
                        <a:pt x="3468" y="33864"/>
                        <a:pt x="10446" y="28041"/>
                      </a:cubicBezTo>
                      <a:cubicBezTo>
                        <a:pt x="17424" y="22219"/>
                        <a:pt x="26928" y="19308"/>
                        <a:pt x="39044" y="19308"/>
                      </a:cubicBezTo>
                      <a:cubicBezTo>
                        <a:pt x="40200" y="19308"/>
                        <a:pt x="41056" y="19308"/>
                        <a:pt x="41655" y="19308"/>
                      </a:cubicBezTo>
                      <a:cubicBezTo>
                        <a:pt x="42255" y="19308"/>
                        <a:pt x="42811" y="19308"/>
                        <a:pt x="43368" y="19351"/>
                      </a:cubicBezTo>
                      <a:lnTo>
                        <a:pt x="43368" y="4452"/>
                      </a:lnTo>
                      <a:cubicBezTo>
                        <a:pt x="43368" y="2997"/>
                        <a:pt x="43667" y="1884"/>
                        <a:pt x="44267" y="1113"/>
                      </a:cubicBezTo>
                      <a:cubicBezTo>
                        <a:pt x="44866" y="385"/>
                        <a:pt x="45722" y="0"/>
                        <a:pt x="46878" y="0"/>
                      </a:cubicBezTo>
                      <a:cubicBezTo>
                        <a:pt x="48163" y="0"/>
                        <a:pt x="49062" y="385"/>
                        <a:pt x="49661" y="1113"/>
                      </a:cubicBezTo>
                      <a:cubicBezTo>
                        <a:pt x="50260" y="1841"/>
                        <a:pt x="50560" y="2954"/>
                        <a:pt x="50560" y="4452"/>
                      </a:cubicBezTo>
                      <a:lnTo>
                        <a:pt x="50560" y="72651"/>
                      </a:lnTo>
                      <a:cubicBezTo>
                        <a:pt x="50560" y="74492"/>
                        <a:pt x="50046" y="75776"/>
                        <a:pt x="49019" y="76375"/>
                      </a:cubicBezTo>
                      <a:cubicBezTo>
                        <a:pt x="47948" y="76975"/>
                        <a:pt x="46065" y="77317"/>
                        <a:pt x="43239" y="77317"/>
                      </a:cubicBezTo>
                      <a:close/>
                      <a:moveTo>
                        <a:pt x="43368" y="26072"/>
                      </a:moveTo>
                      <a:cubicBezTo>
                        <a:pt x="43068" y="26072"/>
                        <a:pt x="42597" y="26072"/>
                        <a:pt x="41955" y="25986"/>
                      </a:cubicBezTo>
                      <a:cubicBezTo>
                        <a:pt x="39943" y="25901"/>
                        <a:pt x="38616" y="25858"/>
                        <a:pt x="37931" y="25858"/>
                      </a:cubicBezTo>
                      <a:cubicBezTo>
                        <a:pt x="28726" y="25858"/>
                        <a:pt x="21448" y="28213"/>
                        <a:pt x="15969" y="32836"/>
                      </a:cubicBezTo>
                      <a:cubicBezTo>
                        <a:pt x="10532" y="37503"/>
                        <a:pt x="7834" y="43753"/>
                        <a:pt x="7834" y="51459"/>
                      </a:cubicBezTo>
                      <a:cubicBezTo>
                        <a:pt x="7834" y="57624"/>
                        <a:pt x="9547" y="62290"/>
                        <a:pt x="12972" y="65587"/>
                      </a:cubicBezTo>
                      <a:cubicBezTo>
                        <a:pt x="16397" y="68840"/>
                        <a:pt x="21363" y="70467"/>
                        <a:pt x="27827" y="70467"/>
                      </a:cubicBezTo>
                      <a:lnTo>
                        <a:pt x="43368" y="70467"/>
                      </a:lnTo>
                      <a:lnTo>
                        <a:pt x="43368" y="2607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81" name="任意多边形: 形状 80"/>
                <p:cNvSpPr/>
                <p:nvPr/>
              </p:nvSpPr>
              <p:spPr>
                <a:xfrm>
                  <a:off x="11243140" y="6477706"/>
                  <a:ext cx="51715" cy="78515"/>
                </a:xfrm>
                <a:custGeom>
                  <a:avLst/>
                  <a:gdLst>
                    <a:gd name="connsiteX0" fmla="*/ 43796 w 51715"/>
                    <a:gd name="connsiteY0" fmla="*/ 78516 h 78515"/>
                    <a:gd name="connsiteX1" fmla="*/ 34163 w 51715"/>
                    <a:gd name="connsiteY1" fmla="*/ 78516 h 78515"/>
                    <a:gd name="connsiteX2" fmla="*/ 19222 w 51715"/>
                    <a:gd name="connsiteY2" fmla="*/ 77446 h 78515"/>
                    <a:gd name="connsiteX3" fmla="*/ 10489 w 51715"/>
                    <a:gd name="connsiteY3" fmla="*/ 73849 h 78515"/>
                    <a:gd name="connsiteX4" fmla="*/ 2654 w 51715"/>
                    <a:gd name="connsiteY4" fmla="*/ 64731 h 78515"/>
                    <a:gd name="connsiteX5" fmla="*/ 0 w 51715"/>
                    <a:gd name="connsiteY5" fmla="*/ 52315 h 78515"/>
                    <a:gd name="connsiteX6" fmla="*/ 10660 w 51715"/>
                    <a:gd name="connsiteY6" fmla="*/ 28170 h 78515"/>
                    <a:gd name="connsiteX7" fmla="*/ 39600 w 51715"/>
                    <a:gd name="connsiteY7" fmla="*/ 19308 h 78515"/>
                    <a:gd name="connsiteX8" fmla="*/ 42212 w 51715"/>
                    <a:gd name="connsiteY8" fmla="*/ 19308 h 78515"/>
                    <a:gd name="connsiteX9" fmla="*/ 43368 w 51715"/>
                    <a:gd name="connsiteY9" fmla="*/ 19308 h 78515"/>
                    <a:gd name="connsiteX10" fmla="*/ 43368 w 51715"/>
                    <a:gd name="connsiteY10" fmla="*/ 5009 h 78515"/>
                    <a:gd name="connsiteX11" fmla="*/ 44395 w 51715"/>
                    <a:gd name="connsiteY11" fmla="*/ 1327 h 78515"/>
                    <a:gd name="connsiteX12" fmla="*/ 47478 w 51715"/>
                    <a:gd name="connsiteY12" fmla="*/ 0 h 78515"/>
                    <a:gd name="connsiteX13" fmla="*/ 50688 w 51715"/>
                    <a:gd name="connsiteY13" fmla="*/ 1327 h 78515"/>
                    <a:gd name="connsiteX14" fmla="*/ 51716 w 51715"/>
                    <a:gd name="connsiteY14" fmla="*/ 5052 h 78515"/>
                    <a:gd name="connsiteX15" fmla="*/ 51716 w 51715"/>
                    <a:gd name="connsiteY15" fmla="*/ 73250 h 78515"/>
                    <a:gd name="connsiteX16" fmla="*/ 49918 w 51715"/>
                    <a:gd name="connsiteY16" fmla="*/ 77488 h 78515"/>
                    <a:gd name="connsiteX17" fmla="*/ 43796 w 51715"/>
                    <a:gd name="connsiteY17" fmla="*/ 78516 h 78515"/>
                    <a:gd name="connsiteX18" fmla="*/ 39600 w 51715"/>
                    <a:gd name="connsiteY18" fmla="*/ 20464 h 78515"/>
                    <a:gd name="connsiteX19" fmla="*/ 11388 w 51715"/>
                    <a:gd name="connsiteY19" fmla="*/ 29069 h 78515"/>
                    <a:gd name="connsiteX20" fmla="*/ 1113 w 51715"/>
                    <a:gd name="connsiteY20" fmla="*/ 52315 h 78515"/>
                    <a:gd name="connsiteX21" fmla="*/ 3639 w 51715"/>
                    <a:gd name="connsiteY21" fmla="*/ 64217 h 78515"/>
                    <a:gd name="connsiteX22" fmla="*/ 11088 w 51715"/>
                    <a:gd name="connsiteY22" fmla="*/ 72908 h 78515"/>
                    <a:gd name="connsiteX23" fmla="*/ 19394 w 51715"/>
                    <a:gd name="connsiteY23" fmla="*/ 76332 h 78515"/>
                    <a:gd name="connsiteX24" fmla="*/ 34121 w 51715"/>
                    <a:gd name="connsiteY24" fmla="*/ 77360 h 78515"/>
                    <a:gd name="connsiteX25" fmla="*/ 43753 w 51715"/>
                    <a:gd name="connsiteY25" fmla="*/ 77360 h 78515"/>
                    <a:gd name="connsiteX26" fmla="*/ 49233 w 51715"/>
                    <a:gd name="connsiteY26" fmla="*/ 76504 h 78515"/>
                    <a:gd name="connsiteX27" fmla="*/ 50474 w 51715"/>
                    <a:gd name="connsiteY27" fmla="*/ 73250 h 78515"/>
                    <a:gd name="connsiteX28" fmla="*/ 50474 w 51715"/>
                    <a:gd name="connsiteY28" fmla="*/ 5052 h 78515"/>
                    <a:gd name="connsiteX29" fmla="*/ 49704 w 51715"/>
                    <a:gd name="connsiteY29" fmla="*/ 2055 h 78515"/>
                    <a:gd name="connsiteX30" fmla="*/ 47392 w 51715"/>
                    <a:gd name="connsiteY30" fmla="*/ 1156 h 78515"/>
                    <a:gd name="connsiteX31" fmla="*/ 45209 w 51715"/>
                    <a:gd name="connsiteY31" fmla="*/ 2055 h 78515"/>
                    <a:gd name="connsiteX32" fmla="*/ 44438 w 51715"/>
                    <a:gd name="connsiteY32" fmla="*/ 5009 h 78515"/>
                    <a:gd name="connsiteX33" fmla="*/ 44438 w 51715"/>
                    <a:gd name="connsiteY33" fmla="*/ 20549 h 78515"/>
                    <a:gd name="connsiteX34" fmla="*/ 43796 w 51715"/>
                    <a:gd name="connsiteY34" fmla="*/ 20507 h 78515"/>
                    <a:gd name="connsiteX35" fmla="*/ 42126 w 51715"/>
                    <a:gd name="connsiteY35" fmla="*/ 20464 h 78515"/>
                    <a:gd name="connsiteX36" fmla="*/ 39600 w 51715"/>
                    <a:gd name="connsiteY36" fmla="*/ 20464 h 78515"/>
                    <a:gd name="connsiteX37" fmla="*/ 44481 w 51715"/>
                    <a:gd name="connsiteY37" fmla="*/ 71666 h 78515"/>
                    <a:gd name="connsiteX38" fmla="*/ 28384 w 51715"/>
                    <a:gd name="connsiteY38" fmla="*/ 71666 h 78515"/>
                    <a:gd name="connsiteX39" fmla="*/ 13143 w 51715"/>
                    <a:gd name="connsiteY39" fmla="*/ 66657 h 78515"/>
                    <a:gd name="connsiteX40" fmla="*/ 7792 w 51715"/>
                    <a:gd name="connsiteY40" fmla="*/ 52101 h 78515"/>
                    <a:gd name="connsiteX41" fmla="*/ 16140 w 51715"/>
                    <a:gd name="connsiteY41" fmla="*/ 33007 h 78515"/>
                    <a:gd name="connsiteX42" fmla="*/ 38444 w 51715"/>
                    <a:gd name="connsiteY42" fmla="*/ 25858 h 78515"/>
                    <a:gd name="connsiteX43" fmla="*/ 42512 w 51715"/>
                    <a:gd name="connsiteY43" fmla="*/ 25986 h 78515"/>
                    <a:gd name="connsiteX44" fmla="*/ 43881 w 51715"/>
                    <a:gd name="connsiteY44" fmla="*/ 26029 h 78515"/>
                    <a:gd name="connsiteX45" fmla="*/ 44438 w 51715"/>
                    <a:gd name="connsiteY45" fmla="*/ 26029 h 78515"/>
                    <a:gd name="connsiteX46" fmla="*/ 44438 w 51715"/>
                    <a:gd name="connsiteY46" fmla="*/ 71666 h 78515"/>
                    <a:gd name="connsiteX47" fmla="*/ 38444 w 51715"/>
                    <a:gd name="connsiteY47" fmla="*/ 27014 h 78515"/>
                    <a:gd name="connsiteX48" fmla="*/ 16868 w 51715"/>
                    <a:gd name="connsiteY48" fmla="*/ 33864 h 78515"/>
                    <a:gd name="connsiteX49" fmla="*/ 8948 w 51715"/>
                    <a:gd name="connsiteY49" fmla="*/ 52058 h 78515"/>
                    <a:gd name="connsiteX50" fmla="*/ 13914 w 51715"/>
                    <a:gd name="connsiteY50" fmla="*/ 65758 h 78515"/>
                    <a:gd name="connsiteX51" fmla="*/ 28384 w 51715"/>
                    <a:gd name="connsiteY51" fmla="*/ 70467 h 78515"/>
                    <a:gd name="connsiteX52" fmla="*/ 43325 w 51715"/>
                    <a:gd name="connsiteY52" fmla="*/ 70467 h 78515"/>
                    <a:gd name="connsiteX53" fmla="*/ 43325 w 51715"/>
                    <a:gd name="connsiteY53" fmla="*/ 27228 h 78515"/>
                    <a:gd name="connsiteX54" fmla="*/ 42426 w 51715"/>
                    <a:gd name="connsiteY54" fmla="*/ 27185 h 78515"/>
                    <a:gd name="connsiteX55" fmla="*/ 38444 w 51715"/>
                    <a:gd name="connsiteY55" fmla="*/ 27014 h 7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51715" h="78515">
                      <a:moveTo>
                        <a:pt x="43796" y="78516"/>
                      </a:moveTo>
                      <a:lnTo>
                        <a:pt x="34163" y="78516"/>
                      </a:lnTo>
                      <a:cubicBezTo>
                        <a:pt x="27742" y="78516"/>
                        <a:pt x="22733" y="78173"/>
                        <a:pt x="19222" y="77446"/>
                      </a:cubicBezTo>
                      <a:cubicBezTo>
                        <a:pt x="15797" y="76761"/>
                        <a:pt x="12886" y="75519"/>
                        <a:pt x="10489" y="73849"/>
                      </a:cubicBezTo>
                      <a:cubicBezTo>
                        <a:pt x="7107" y="71495"/>
                        <a:pt x="4452" y="68412"/>
                        <a:pt x="2654" y="64731"/>
                      </a:cubicBezTo>
                      <a:cubicBezTo>
                        <a:pt x="899" y="61049"/>
                        <a:pt x="0" y="56853"/>
                        <a:pt x="0" y="52315"/>
                      </a:cubicBezTo>
                      <a:cubicBezTo>
                        <a:pt x="0" y="42212"/>
                        <a:pt x="3596" y="34078"/>
                        <a:pt x="10660" y="28170"/>
                      </a:cubicBezTo>
                      <a:cubicBezTo>
                        <a:pt x="17681" y="22305"/>
                        <a:pt x="27442" y="19308"/>
                        <a:pt x="39600" y="19308"/>
                      </a:cubicBezTo>
                      <a:lnTo>
                        <a:pt x="42212" y="19308"/>
                      </a:lnTo>
                      <a:cubicBezTo>
                        <a:pt x="42597" y="19308"/>
                        <a:pt x="42982" y="19308"/>
                        <a:pt x="43368" y="19308"/>
                      </a:cubicBezTo>
                      <a:lnTo>
                        <a:pt x="43368" y="5009"/>
                      </a:lnTo>
                      <a:cubicBezTo>
                        <a:pt x="43368" y="3382"/>
                        <a:pt x="43710" y="2183"/>
                        <a:pt x="44395" y="1327"/>
                      </a:cubicBezTo>
                      <a:cubicBezTo>
                        <a:pt x="45123" y="428"/>
                        <a:pt x="46151" y="0"/>
                        <a:pt x="47478" y="0"/>
                      </a:cubicBezTo>
                      <a:cubicBezTo>
                        <a:pt x="48890" y="0"/>
                        <a:pt x="50003" y="428"/>
                        <a:pt x="50688" y="1327"/>
                      </a:cubicBezTo>
                      <a:cubicBezTo>
                        <a:pt x="51373" y="2183"/>
                        <a:pt x="51716" y="3382"/>
                        <a:pt x="51716" y="5052"/>
                      </a:cubicBezTo>
                      <a:lnTo>
                        <a:pt x="51716" y="73250"/>
                      </a:lnTo>
                      <a:cubicBezTo>
                        <a:pt x="51716" y="75305"/>
                        <a:pt x="51117" y="76761"/>
                        <a:pt x="49918" y="77488"/>
                      </a:cubicBezTo>
                      <a:cubicBezTo>
                        <a:pt x="48676" y="78173"/>
                        <a:pt x="46664" y="78516"/>
                        <a:pt x="43796" y="78516"/>
                      </a:cubicBezTo>
                      <a:close/>
                      <a:moveTo>
                        <a:pt x="39600" y="20464"/>
                      </a:moveTo>
                      <a:cubicBezTo>
                        <a:pt x="27699" y="20464"/>
                        <a:pt x="18195" y="23332"/>
                        <a:pt x="11388" y="29069"/>
                      </a:cubicBezTo>
                      <a:cubicBezTo>
                        <a:pt x="4581" y="34763"/>
                        <a:pt x="1113" y="42554"/>
                        <a:pt x="1113" y="52315"/>
                      </a:cubicBezTo>
                      <a:cubicBezTo>
                        <a:pt x="1113" y="56682"/>
                        <a:pt x="1969" y="60706"/>
                        <a:pt x="3639" y="64217"/>
                      </a:cubicBezTo>
                      <a:cubicBezTo>
                        <a:pt x="5351" y="67727"/>
                        <a:pt x="7877" y="70638"/>
                        <a:pt x="11088" y="72908"/>
                      </a:cubicBezTo>
                      <a:cubicBezTo>
                        <a:pt x="13357" y="74492"/>
                        <a:pt x="16140" y="75647"/>
                        <a:pt x="19394" y="76332"/>
                      </a:cubicBezTo>
                      <a:cubicBezTo>
                        <a:pt x="22818" y="77017"/>
                        <a:pt x="27784" y="77360"/>
                        <a:pt x="34121" y="77360"/>
                      </a:cubicBezTo>
                      <a:lnTo>
                        <a:pt x="43753" y="77360"/>
                      </a:lnTo>
                      <a:cubicBezTo>
                        <a:pt x="47050" y="77360"/>
                        <a:pt x="48548" y="76889"/>
                        <a:pt x="49233" y="76504"/>
                      </a:cubicBezTo>
                      <a:cubicBezTo>
                        <a:pt x="50089" y="75990"/>
                        <a:pt x="50474" y="74920"/>
                        <a:pt x="50474" y="73250"/>
                      </a:cubicBezTo>
                      <a:lnTo>
                        <a:pt x="50474" y="5052"/>
                      </a:lnTo>
                      <a:cubicBezTo>
                        <a:pt x="50474" y="3682"/>
                        <a:pt x="50218" y="2697"/>
                        <a:pt x="49704" y="2055"/>
                      </a:cubicBezTo>
                      <a:cubicBezTo>
                        <a:pt x="49233" y="1456"/>
                        <a:pt x="48462" y="1156"/>
                        <a:pt x="47392" y="1156"/>
                      </a:cubicBezTo>
                      <a:cubicBezTo>
                        <a:pt x="46407" y="1156"/>
                        <a:pt x="45722" y="1456"/>
                        <a:pt x="45209" y="2055"/>
                      </a:cubicBezTo>
                      <a:cubicBezTo>
                        <a:pt x="44695" y="2697"/>
                        <a:pt x="44438" y="3682"/>
                        <a:pt x="44438" y="5009"/>
                      </a:cubicBezTo>
                      <a:lnTo>
                        <a:pt x="44438" y="20549"/>
                      </a:lnTo>
                      <a:lnTo>
                        <a:pt x="43796" y="20507"/>
                      </a:lnTo>
                      <a:cubicBezTo>
                        <a:pt x="43239" y="20464"/>
                        <a:pt x="42726" y="20421"/>
                        <a:pt x="42126" y="20464"/>
                      </a:cubicBezTo>
                      <a:lnTo>
                        <a:pt x="39600" y="20464"/>
                      </a:lnTo>
                      <a:close/>
                      <a:moveTo>
                        <a:pt x="44481" y="71666"/>
                      </a:moveTo>
                      <a:lnTo>
                        <a:pt x="28384" y="71666"/>
                      </a:lnTo>
                      <a:cubicBezTo>
                        <a:pt x="21748" y="71666"/>
                        <a:pt x="16611" y="69954"/>
                        <a:pt x="13143" y="66657"/>
                      </a:cubicBezTo>
                      <a:cubicBezTo>
                        <a:pt x="9590" y="63275"/>
                        <a:pt x="7792" y="58352"/>
                        <a:pt x="7792" y="52101"/>
                      </a:cubicBezTo>
                      <a:cubicBezTo>
                        <a:pt x="7792" y="44224"/>
                        <a:pt x="10617" y="37802"/>
                        <a:pt x="16140" y="33007"/>
                      </a:cubicBezTo>
                      <a:cubicBezTo>
                        <a:pt x="21705" y="28255"/>
                        <a:pt x="29197" y="25858"/>
                        <a:pt x="38444" y="25858"/>
                      </a:cubicBezTo>
                      <a:cubicBezTo>
                        <a:pt x="39172" y="25858"/>
                        <a:pt x="40499" y="25901"/>
                        <a:pt x="42512" y="25986"/>
                      </a:cubicBezTo>
                      <a:cubicBezTo>
                        <a:pt x="43154" y="26029"/>
                        <a:pt x="43625" y="26029"/>
                        <a:pt x="43881" y="26029"/>
                      </a:cubicBezTo>
                      <a:lnTo>
                        <a:pt x="44438" y="26029"/>
                      </a:lnTo>
                      <a:lnTo>
                        <a:pt x="44438" y="71666"/>
                      </a:lnTo>
                      <a:close/>
                      <a:moveTo>
                        <a:pt x="38444" y="27014"/>
                      </a:moveTo>
                      <a:cubicBezTo>
                        <a:pt x="29454" y="27014"/>
                        <a:pt x="22219" y="29326"/>
                        <a:pt x="16868" y="33864"/>
                      </a:cubicBezTo>
                      <a:cubicBezTo>
                        <a:pt x="11602" y="38402"/>
                        <a:pt x="8948" y="44524"/>
                        <a:pt x="8948" y="52058"/>
                      </a:cubicBezTo>
                      <a:cubicBezTo>
                        <a:pt x="8948" y="58095"/>
                        <a:pt x="10574" y="62547"/>
                        <a:pt x="13914" y="65758"/>
                      </a:cubicBezTo>
                      <a:cubicBezTo>
                        <a:pt x="17210" y="68883"/>
                        <a:pt x="22048" y="70467"/>
                        <a:pt x="28384" y="70467"/>
                      </a:cubicBezTo>
                      <a:lnTo>
                        <a:pt x="43325" y="70467"/>
                      </a:lnTo>
                      <a:lnTo>
                        <a:pt x="43325" y="27228"/>
                      </a:lnTo>
                      <a:cubicBezTo>
                        <a:pt x="43068" y="27228"/>
                        <a:pt x="42768" y="27185"/>
                        <a:pt x="42426" y="27185"/>
                      </a:cubicBezTo>
                      <a:cubicBezTo>
                        <a:pt x="40499" y="27057"/>
                        <a:pt x="39172" y="27014"/>
                        <a:pt x="38444" y="27014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8" name="图形 4"/>
              <p:cNvGrpSpPr/>
              <p:nvPr/>
            </p:nvGrpSpPr>
            <p:grpSpPr>
              <a:xfrm>
                <a:off x="11338866" y="6497570"/>
                <a:ext cx="67127" cy="59122"/>
                <a:chOff x="11338866" y="6497570"/>
                <a:chExt cx="67127" cy="59122"/>
              </a:xfrm>
              <a:solidFill>
                <a:srgbClr val="A5A7AA"/>
              </a:solidFill>
            </p:grpSpPr>
            <p:sp>
              <p:nvSpPr>
                <p:cNvPr id="78" name="任意多边形: 形状 77"/>
                <p:cNvSpPr/>
                <p:nvPr/>
              </p:nvSpPr>
              <p:spPr>
                <a:xfrm>
                  <a:off x="11339337" y="6497955"/>
                  <a:ext cx="66100" cy="58052"/>
                </a:xfrm>
                <a:custGeom>
                  <a:avLst/>
                  <a:gdLst>
                    <a:gd name="connsiteX0" fmla="*/ 16311 w 66100"/>
                    <a:gd name="connsiteY0" fmla="*/ 50603 h 58052"/>
                    <a:gd name="connsiteX1" fmla="*/ 23931 w 66100"/>
                    <a:gd name="connsiteY1" fmla="*/ 31124 h 58052"/>
                    <a:gd name="connsiteX2" fmla="*/ 29326 w 66100"/>
                    <a:gd name="connsiteY2" fmla="*/ 7663 h 58052"/>
                    <a:gd name="connsiteX3" fmla="*/ 29497 w 66100"/>
                    <a:gd name="connsiteY3" fmla="*/ 6550 h 58052"/>
                    <a:gd name="connsiteX4" fmla="*/ 33222 w 66100"/>
                    <a:gd name="connsiteY4" fmla="*/ 171 h 58052"/>
                    <a:gd name="connsiteX5" fmla="*/ 36775 w 66100"/>
                    <a:gd name="connsiteY5" fmla="*/ 6036 h 58052"/>
                    <a:gd name="connsiteX6" fmla="*/ 37074 w 66100"/>
                    <a:gd name="connsiteY6" fmla="*/ 7578 h 58052"/>
                    <a:gd name="connsiteX7" fmla="*/ 42340 w 66100"/>
                    <a:gd name="connsiteY7" fmla="*/ 30824 h 58052"/>
                    <a:gd name="connsiteX8" fmla="*/ 50046 w 66100"/>
                    <a:gd name="connsiteY8" fmla="*/ 50560 h 58052"/>
                    <a:gd name="connsiteX9" fmla="*/ 56639 w 66100"/>
                    <a:gd name="connsiteY9" fmla="*/ 33136 h 58052"/>
                    <a:gd name="connsiteX10" fmla="*/ 58865 w 66100"/>
                    <a:gd name="connsiteY10" fmla="*/ 11559 h 58052"/>
                    <a:gd name="connsiteX11" fmla="*/ 58823 w 66100"/>
                    <a:gd name="connsiteY11" fmla="*/ 8605 h 58052"/>
                    <a:gd name="connsiteX12" fmla="*/ 58737 w 66100"/>
                    <a:gd name="connsiteY12" fmla="*/ 6036 h 58052"/>
                    <a:gd name="connsiteX13" fmla="*/ 59550 w 66100"/>
                    <a:gd name="connsiteY13" fmla="*/ 1242 h 58052"/>
                    <a:gd name="connsiteX14" fmla="*/ 62376 w 66100"/>
                    <a:gd name="connsiteY14" fmla="*/ 43 h 58052"/>
                    <a:gd name="connsiteX15" fmla="*/ 65330 w 66100"/>
                    <a:gd name="connsiteY15" fmla="*/ 1926 h 58052"/>
                    <a:gd name="connsiteX16" fmla="*/ 66100 w 66100"/>
                    <a:gd name="connsiteY16" fmla="*/ 9932 h 58052"/>
                    <a:gd name="connsiteX17" fmla="*/ 64046 w 66100"/>
                    <a:gd name="connsiteY17" fmla="*/ 30439 h 58052"/>
                    <a:gd name="connsiteX18" fmla="*/ 58180 w 66100"/>
                    <a:gd name="connsiteY18" fmla="*/ 49233 h 58052"/>
                    <a:gd name="connsiteX19" fmla="*/ 54113 w 66100"/>
                    <a:gd name="connsiteY19" fmla="*/ 56425 h 58052"/>
                    <a:gd name="connsiteX20" fmla="*/ 50346 w 66100"/>
                    <a:gd name="connsiteY20" fmla="*/ 58009 h 58052"/>
                    <a:gd name="connsiteX21" fmla="*/ 41998 w 66100"/>
                    <a:gd name="connsiteY21" fmla="*/ 48676 h 58052"/>
                    <a:gd name="connsiteX22" fmla="*/ 33050 w 66100"/>
                    <a:gd name="connsiteY22" fmla="*/ 18537 h 58052"/>
                    <a:gd name="connsiteX23" fmla="*/ 24274 w 66100"/>
                    <a:gd name="connsiteY23" fmla="*/ 48505 h 58052"/>
                    <a:gd name="connsiteX24" fmla="*/ 15926 w 66100"/>
                    <a:gd name="connsiteY24" fmla="*/ 58052 h 58052"/>
                    <a:gd name="connsiteX25" fmla="*/ 12372 w 66100"/>
                    <a:gd name="connsiteY25" fmla="*/ 56725 h 58052"/>
                    <a:gd name="connsiteX26" fmla="*/ 8948 w 66100"/>
                    <a:gd name="connsiteY26" fmla="*/ 51288 h 58052"/>
                    <a:gd name="connsiteX27" fmla="*/ 2355 w 66100"/>
                    <a:gd name="connsiteY27" fmla="*/ 31723 h 58052"/>
                    <a:gd name="connsiteX28" fmla="*/ 0 w 66100"/>
                    <a:gd name="connsiteY28" fmla="*/ 9889 h 58052"/>
                    <a:gd name="connsiteX29" fmla="*/ 856 w 66100"/>
                    <a:gd name="connsiteY29" fmla="*/ 2012 h 58052"/>
                    <a:gd name="connsiteX30" fmla="*/ 3810 w 66100"/>
                    <a:gd name="connsiteY30" fmla="*/ 0 h 58052"/>
                    <a:gd name="connsiteX31" fmla="*/ 6507 w 66100"/>
                    <a:gd name="connsiteY31" fmla="*/ 1027 h 58052"/>
                    <a:gd name="connsiteX32" fmla="*/ 7364 w 66100"/>
                    <a:gd name="connsiteY32" fmla="*/ 4324 h 58052"/>
                    <a:gd name="connsiteX33" fmla="*/ 7364 w 66100"/>
                    <a:gd name="connsiteY33" fmla="*/ 11516 h 58052"/>
                    <a:gd name="connsiteX34" fmla="*/ 9633 w 66100"/>
                    <a:gd name="connsiteY34" fmla="*/ 33050 h 58052"/>
                    <a:gd name="connsiteX35" fmla="*/ 16311 w 66100"/>
                    <a:gd name="connsiteY35" fmla="*/ 50603 h 5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6100" h="58052">
                      <a:moveTo>
                        <a:pt x="16311" y="50603"/>
                      </a:moveTo>
                      <a:cubicBezTo>
                        <a:pt x="19265" y="44738"/>
                        <a:pt x="21791" y="38273"/>
                        <a:pt x="23931" y="31124"/>
                      </a:cubicBezTo>
                      <a:cubicBezTo>
                        <a:pt x="26072" y="23931"/>
                        <a:pt x="27870" y="16140"/>
                        <a:pt x="29326" y="7663"/>
                      </a:cubicBezTo>
                      <a:cubicBezTo>
                        <a:pt x="29368" y="7406"/>
                        <a:pt x="29411" y="7064"/>
                        <a:pt x="29497" y="6550"/>
                      </a:cubicBezTo>
                      <a:cubicBezTo>
                        <a:pt x="30182" y="2355"/>
                        <a:pt x="31423" y="171"/>
                        <a:pt x="33222" y="171"/>
                      </a:cubicBezTo>
                      <a:cubicBezTo>
                        <a:pt x="34977" y="171"/>
                        <a:pt x="36133" y="2141"/>
                        <a:pt x="36775" y="6036"/>
                      </a:cubicBezTo>
                      <a:cubicBezTo>
                        <a:pt x="36903" y="6721"/>
                        <a:pt x="36989" y="7278"/>
                        <a:pt x="37074" y="7578"/>
                      </a:cubicBezTo>
                      <a:cubicBezTo>
                        <a:pt x="38402" y="15840"/>
                        <a:pt x="40200" y="23589"/>
                        <a:pt x="42340" y="30824"/>
                      </a:cubicBezTo>
                      <a:cubicBezTo>
                        <a:pt x="44524" y="38016"/>
                        <a:pt x="47092" y="44609"/>
                        <a:pt x="50046" y="50560"/>
                      </a:cubicBezTo>
                      <a:cubicBezTo>
                        <a:pt x="52957" y="45508"/>
                        <a:pt x="55184" y="39729"/>
                        <a:pt x="56639" y="33136"/>
                      </a:cubicBezTo>
                      <a:cubicBezTo>
                        <a:pt x="58138" y="26543"/>
                        <a:pt x="58865" y="19351"/>
                        <a:pt x="58865" y="11559"/>
                      </a:cubicBezTo>
                      <a:cubicBezTo>
                        <a:pt x="58865" y="10788"/>
                        <a:pt x="58823" y="9847"/>
                        <a:pt x="58823" y="8605"/>
                      </a:cubicBezTo>
                      <a:cubicBezTo>
                        <a:pt x="58737" y="7364"/>
                        <a:pt x="58737" y="6550"/>
                        <a:pt x="58737" y="6036"/>
                      </a:cubicBezTo>
                      <a:cubicBezTo>
                        <a:pt x="58737" y="3682"/>
                        <a:pt x="58994" y="2055"/>
                        <a:pt x="59550" y="1242"/>
                      </a:cubicBezTo>
                      <a:cubicBezTo>
                        <a:pt x="60107" y="428"/>
                        <a:pt x="61049" y="43"/>
                        <a:pt x="62376" y="43"/>
                      </a:cubicBezTo>
                      <a:cubicBezTo>
                        <a:pt x="63831" y="43"/>
                        <a:pt x="64773" y="642"/>
                        <a:pt x="65330" y="1926"/>
                      </a:cubicBezTo>
                      <a:cubicBezTo>
                        <a:pt x="65844" y="3211"/>
                        <a:pt x="66100" y="5865"/>
                        <a:pt x="66100" y="9932"/>
                      </a:cubicBezTo>
                      <a:cubicBezTo>
                        <a:pt x="66100" y="16696"/>
                        <a:pt x="65415" y="23546"/>
                        <a:pt x="64046" y="30439"/>
                      </a:cubicBezTo>
                      <a:cubicBezTo>
                        <a:pt x="62633" y="37331"/>
                        <a:pt x="60706" y="43625"/>
                        <a:pt x="58180" y="49233"/>
                      </a:cubicBezTo>
                      <a:cubicBezTo>
                        <a:pt x="56511" y="53000"/>
                        <a:pt x="55184" y="55398"/>
                        <a:pt x="54113" y="56425"/>
                      </a:cubicBezTo>
                      <a:cubicBezTo>
                        <a:pt x="53043" y="57495"/>
                        <a:pt x="51802" y="58009"/>
                        <a:pt x="50346" y="58009"/>
                      </a:cubicBezTo>
                      <a:cubicBezTo>
                        <a:pt x="47520" y="58009"/>
                        <a:pt x="44781" y="54884"/>
                        <a:pt x="41998" y="48676"/>
                      </a:cubicBezTo>
                      <a:cubicBezTo>
                        <a:pt x="39258" y="42469"/>
                        <a:pt x="36261" y="32408"/>
                        <a:pt x="33050" y="18537"/>
                      </a:cubicBezTo>
                      <a:cubicBezTo>
                        <a:pt x="29968" y="32194"/>
                        <a:pt x="27057" y="42126"/>
                        <a:pt x="24274" y="48505"/>
                      </a:cubicBezTo>
                      <a:cubicBezTo>
                        <a:pt x="21534" y="54884"/>
                        <a:pt x="18751" y="58052"/>
                        <a:pt x="15926" y="58052"/>
                      </a:cubicBezTo>
                      <a:cubicBezTo>
                        <a:pt x="14556" y="58052"/>
                        <a:pt x="13357" y="57624"/>
                        <a:pt x="12372" y="56725"/>
                      </a:cubicBezTo>
                      <a:cubicBezTo>
                        <a:pt x="11388" y="55869"/>
                        <a:pt x="10232" y="54071"/>
                        <a:pt x="8948" y="51288"/>
                      </a:cubicBezTo>
                      <a:cubicBezTo>
                        <a:pt x="6165" y="45637"/>
                        <a:pt x="3981" y="39087"/>
                        <a:pt x="2355" y="31723"/>
                      </a:cubicBezTo>
                      <a:cubicBezTo>
                        <a:pt x="771" y="24445"/>
                        <a:pt x="0" y="17167"/>
                        <a:pt x="0" y="9889"/>
                      </a:cubicBezTo>
                      <a:cubicBezTo>
                        <a:pt x="0" y="5951"/>
                        <a:pt x="257" y="3339"/>
                        <a:pt x="856" y="2012"/>
                      </a:cubicBezTo>
                      <a:cubicBezTo>
                        <a:pt x="1413" y="642"/>
                        <a:pt x="2397" y="0"/>
                        <a:pt x="3810" y="0"/>
                      </a:cubicBezTo>
                      <a:cubicBezTo>
                        <a:pt x="5052" y="0"/>
                        <a:pt x="5951" y="342"/>
                        <a:pt x="6507" y="1027"/>
                      </a:cubicBezTo>
                      <a:cubicBezTo>
                        <a:pt x="7064" y="1755"/>
                        <a:pt x="7364" y="2868"/>
                        <a:pt x="7364" y="4324"/>
                      </a:cubicBezTo>
                      <a:lnTo>
                        <a:pt x="7364" y="11516"/>
                      </a:lnTo>
                      <a:cubicBezTo>
                        <a:pt x="7364" y="19222"/>
                        <a:pt x="8134" y="26372"/>
                        <a:pt x="9633" y="33050"/>
                      </a:cubicBezTo>
                      <a:cubicBezTo>
                        <a:pt x="11259" y="39729"/>
                        <a:pt x="13443" y="45551"/>
                        <a:pt x="16311" y="50603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9" name="任意多边形: 形状 78"/>
                <p:cNvSpPr/>
                <p:nvPr/>
              </p:nvSpPr>
              <p:spPr>
                <a:xfrm>
                  <a:off x="11338866" y="6497570"/>
                  <a:ext cx="67127" cy="59122"/>
                </a:xfrm>
                <a:custGeom>
                  <a:avLst/>
                  <a:gdLst>
                    <a:gd name="connsiteX0" fmla="*/ 50902 w 67127"/>
                    <a:gd name="connsiteY0" fmla="*/ 59079 h 59122"/>
                    <a:gd name="connsiteX1" fmla="*/ 42041 w 67127"/>
                    <a:gd name="connsiteY1" fmla="*/ 49404 h 59122"/>
                    <a:gd name="connsiteX2" fmla="*/ 33607 w 67127"/>
                    <a:gd name="connsiteY2" fmla="*/ 21577 h 59122"/>
                    <a:gd name="connsiteX3" fmla="*/ 25344 w 67127"/>
                    <a:gd name="connsiteY3" fmla="*/ 49233 h 59122"/>
                    <a:gd name="connsiteX4" fmla="*/ 16482 w 67127"/>
                    <a:gd name="connsiteY4" fmla="*/ 59122 h 59122"/>
                    <a:gd name="connsiteX5" fmla="*/ 12544 w 67127"/>
                    <a:gd name="connsiteY5" fmla="*/ 57667 h 59122"/>
                    <a:gd name="connsiteX6" fmla="*/ 8990 w 67127"/>
                    <a:gd name="connsiteY6" fmla="*/ 52058 h 59122"/>
                    <a:gd name="connsiteX7" fmla="*/ 2355 w 67127"/>
                    <a:gd name="connsiteY7" fmla="*/ 32408 h 59122"/>
                    <a:gd name="connsiteX8" fmla="*/ 0 w 67127"/>
                    <a:gd name="connsiteY8" fmla="*/ 10446 h 59122"/>
                    <a:gd name="connsiteX9" fmla="*/ 899 w 67127"/>
                    <a:gd name="connsiteY9" fmla="*/ 2355 h 59122"/>
                    <a:gd name="connsiteX10" fmla="*/ 4367 w 67127"/>
                    <a:gd name="connsiteY10" fmla="*/ 0 h 59122"/>
                    <a:gd name="connsiteX11" fmla="*/ 7535 w 67127"/>
                    <a:gd name="connsiteY11" fmla="*/ 1242 h 59122"/>
                    <a:gd name="connsiteX12" fmla="*/ 8519 w 67127"/>
                    <a:gd name="connsiteY12" fmla="*/ 4881 h 59122"/>
                    <a:gd name="connsiteX13" fmla="*/ 8519 w 67127"/>
                    <a:gd name="connsiteY13" fmla="*/ 12073 h 59122"/>
                    <a:gd name="connsiteX14" fmla="*/ 10746 w 67127"/>
                    <a:gd name="connsiteY14" fmla="*/ 33478 h 59122"/>
                    <a:gd name="connsiteX15" fmla="*/ 16739 w 67127"/>
                    <a:gd name="connsiteY15" fmla="*/ 49875 h 59122"/>
                    <a:gd name="connsiteX16" fmla="*/ 23846 w 67127"/>
                    <a:gd name="connsiteY16" fmla="*/ 31466 h 59122"/>
                    <a:gd name="connsiteX17" fmla="*/ 29197 w 67127"/>
                    <a:gd name="connsiteY17" fmla="*/ 8091 h 59122"/>
                    <a:gd name="connsiteX18" fmla="*/ 29411 w 67127"/>
                    <a:gd name="connsiteY18" fmla="*/ 6978 h 59122"/>
                    <a:gd name="connsiteX19" fmla="*/ 33692 w 67127"/>
                    <a:gd name="connsiteY19" fmla="*/ 128 h 59122"/>
                    <a:gd name="connsiteX20" fmla="*/ 37802 w 67127"/>
                    <a:gd name="connsiteY20" fmla="*/ 6507 h 59122"/>
                    <a:gd name="connsiteX21" fmla="*/ 37888 w 67127"/>
                    <a:gd name="connsiteY21" fmla="*/ 7021 h 59122"/>
                    <a:gd name="connsiteX22" fmla="*/ 38102 w 67127"/>
                    <a:gd name="connsiteY22" fmla="*/ 8006 h 59122"/>
                    <a:gd name="connsiteX23" fmla="*/ 43368 w 67127"/>
                    <a:gd name="connsiteY23" fmla="*/ 31252 h 59122"/>
                    <a:gd name="connsiteX24" fmla="*/ 50560 w 67127"/>
                    <a:gd name="connsiteY24" fmla="*/ 49918 h 59122"/>
                    <a:gd name="connsiteX25" fmla="*/ 56554 w 67127"/>
                    <a:gd name="connsiteY25" fmla="*/ 33564 h 59122"/>
                    <a:gd name="connsiteX26" fmla="*/ 58780 w 67127"/>
                    <a:gd name="connsiteY26" fmla="*/ 12116 h 59122"/>
                    <a:gd name="connsiteX27" fmla="*/ 58737 w 67127"/>
                    <a:gd name="connsiteY27" fmla="*/ 10874 h 59122"/>
                    <a:gd name="connsiteX28" fmla="*/ 58694 w 67127"/>
                    <a:gd name="connsiteY28" fmla="*/ 9162 h 59122"/>
                    <a:gd name="connsiteX29" fmla="*/ 58609 w 67127"/>
                    <a:gd name="connsiteY29" fmla="*/ 6593 h 59122"/>
                    <a:gd name="connsiteX30" fmla="*/ 59550 w 67127"/>
                    <a:gd name="connsiteY30" fmla="*/ 1498 h 59122"/>
                    <a:gd name="connsiteX31" fmla="*/ 62847 w 67127"/>
                    <a:gd name="connsiteY31" fmla="*/ 86 h 59122"/>
                    <a:gd name="connsiteX32" fmla="*/ 66315 w 67127"/>
                    <a:gd name="connsiteY32" fmla="*/ 2312 h 59122"/>
                    <a:gd name="connsiteX33" fmla="*/ 67128 w 67127"/>
                    <a:gd name="connsiteY33" fmla="*/ 10574 h 59122"/>
                    <a:gd name="connsiteX34" fmla="*/ 65073 w 67127"/>
                    <a:gd name="connsiteY34" fmla="*/ 31209 h 59122"/>
                    <a:gd name="connsiteX35" fmla="*/ 59165 w 67127"/>
                    <a:gd name="connsiteY35" fmla="*/ 50132 h 59122"/>
                    <a:gd name="connsiteX36" fmla="*/ 54970 w 67127"/>
                    <a:gd name="connsiteY36" fmla="*/ 57495 h 59122"/>
                    <a:gd name="connsiteX37" fmla="*/ 50902 w 67127"/>
                    <a:gd name="connsiteY37" fmla="*/ 59079 h 59122"/>
                    <a:gd name="connsiteX38" fmla="*/ 33607 w 67127"/>
                    <a:gd name="connsiteY38" fmla="*/ 16440 h 59122"/>
                    <a:gd name="connsiteX39" fmla="*/ 34163 w 67127"/>
                    <a:gd name="connsiteY39" fmla="*/ 18880 h 59122"/>
                    <a:gd name="connsiteX40" fmla="*/ 43068 w 67127"/>
                    <a:gd name="connsiteY40" fmla="*/ 48933 h 59122"/>
                    <a:gd name="connsiteX41" fmla="*/ 50860 w 67127"/>
                    <a:gd name="connsiteY41" fmla="*/ 57924 h 59122"/>
                    <a:gd name="connsiteX42" fmla="*/ 54199 w 67127"/>
                    <a:gd name="connsiteY42" fmla="*/ 56511 h 59122"/>
                    <a:gd name="connsiteX43" fmla="*/ 58138 w 67127"/>
                    <a:gd name="connsiteY43" fmla="*/ 49490 h 59122"/>
                    <a:gd name="connsiteX44" fmla="*/ 63960 w 67127"/>
                    <a:gd name="connsiteY44" fmla="*/ 30781 h 59122"/>
                    <a:gd name="connsiteX45" fmla="*/ 66015 w 67127"/>
                    <a:gd name="connsiteY45" fmla="*/ 10360 h 59122"/>
                    <a:gd name="connsiteX46" fmla="*/ 65287 w 67127"/>
                    <a:gd name="connsiteY46" fmla="*/ 2569 h 59122"/>
                    <a:gd name="connsiteX47" fmla="*/ 62847 w 67127"/>
                    <a:gd name="connsiteY47" fmla="*/ 1070 h 59122"/>
                    <a:gd name="connsiteX48" fmla="*/ 60492 w 67127"/>
                    <a:gd name="connsiteY48" fmla="*/ 2012 h 59122"/>
                    <a:gd name="connsiteX49" fmla="*/ 59764 w 67127"/>
                    <a:gd name="connsiteY49" fmla="*/ 6465 h 59122"/>
                    <a:gd name="connsiteX50" fmla="*/ 59807 w 67127"/>
                    <a:gd name="connsiteY50" fmla="*/ 8990 h 59122"/>
                    <a:gd name="connsiteX51" fmla="*/ 59850 w 67127"/>
                    <a:gd name="connsiteY51" fmla="*/ 10703 h 59122"/>
                    <a:gd name="connsiteX52" fmla="*/ 59893 w 67127"/>
                    <a:gd name="connsiteY52" fmla="*/ 11987 h 59122"/>
                    <a:gd name="connsiteX53" fmla="*/ 57624 w 67127"/>
                    <a:gd name="connsiteY53" fmla="*/ 33692 h 59122"/>
                    <a:gd name="connsiteX54" fmla="*/ 50945 w 67127"/>
                    <a:gd name="connsiteY54" fmla="*/ 51288 h 59122"/>
                    <a:gd name="connsiteX55" fmla="*/ 50389 w 67127"/>
                    <a:gd name="connsiteY55" fmla="*/ 52230 h 59122"/>
                    <a:gd name="connsiteX56" fmla="*/ 49918 w 67127"/>
                    <a:gd name="connsiteY56" fmla="*/ 51288 h 59122"/>
                    <a:gd name="connsiteX57" fmla="*/ 42169 w 67127"/>
                    <a:gd name="connsiteY57" fmla="*/ 31466 h 59122"/>
                    <a:gd name="connsiteX58" fmla="*/ 36860 w 67127"/>
                    <a:gd name="connsiteY58" fmla="*/ 8134 h 59122"/>
                    <a:gd name="connsiteX59" fmla="*/ 36646 w 67127"/>
                    <a:gd name="connsiteY59" fmla="*/ 7107 h 59122"/>
                    <a:gd name="connsiteX60" fmla="*/ 36561 w 67127"/>
                    <a:gd name="connsiteY60" fmla="*/ 6593 h 59122"/>
                    <a:gd name="connsiteX61" fmla="*/ 33607 w 67127"/>
                    <a:gd name="connsiteY61" fmla="*/ 1199 h 59122"/>
                    <a:gd name="connsiteX62" fmla="*/ 30439 w 67127"/>
                    <a:gd name="connsiteY62" fmla="*/ 7107 h 59122"/>
                    <a:gd name="connsiteX63" fmla="*/ 30268 w 67127"/>
                    <a:gd name="connsiteY63" fmla="*/ 8134 h 59122"/>
                    <a:gd name="connsiteX64" fmla="*/ 24873 w 67127"/>
                    <a:gd name="connsiteY64" fmla="*/ 31723 h 59122"/>
                    <a:gd name="connsiteX65" fmla="*/ 17210 w 67127"/>
                    <a:gd name="connsiteY65" fmla="*/ 51288 h 59122"/>
                    <a:gd name="connsiteX66" fmla="*/ 16739 w 67127"/>
                    <a:gd name="connsiteY66" fmla="*/ 52230 h 59122"/>
                    <a:gd name="connsiteX67" fmla="*/ 16225 w 67127"/>
                    <a:gd name="connsiteY67" fmla="*/ 51288 h 59122"/>
                    <a:gd name="connsiteX68" fmla="*/ 9590 w 67127"/>
                    <a:gd name="connsiteY68" fmla="*/ 33650 h 59122"/>
                    <a:gd name="connsiteX69" fmla="*/ 7321 w 67127"/>
                    <a:gd name="connsiteY69" fmla="*/ 11987 h 59122"/>
                    <a:gd name="connsiteX70" fmla="*/ 7321 w 67127"/>
                    <a:gd name="connsiteY70" fmla="*/ 4795 h 59122"/>
                    <a:gd name="connsiteX71" fmla="*/ 6593 w 67127"/>
                    <a:gd name="connsiteY71" fmla="*/ 1841 h 59122"/>
                    <a:gd name="connsiteX72" fmla="*/ 4324 w 67127"/>
                    <a:gd name="connsiteY72" fmla="*/ 1027 h 59122"/>
                    <a:gd name="connsiteX73" fmla="*/ 1884 w 67127"/>
                    <a:gd name="connsiteY73" fmla="*/ 2697 h 59122"/>
                    <a:gd name="connsiteX74" fmla="*/ 1070 w 67127"/>
                    <a:gd name="connsiteY74" fmla="*/ 10360 h 59122"/>
                    <a:gd name="connsiteX75" fmla="*/ 3425 w 67127"/>
                    <a:gd name="connsiteY75" fmla="*/ 32066 h 59122"/>
                    <a:gd name="connsiteX76" fmla="*/ 9975 w 67127"/>
                    <a:gd name="connsiteY76" fmla="*/ 51502 h 59122"/>
                    <a:gd name="connsiteX77" fmla="*/ 13271 w 67127"/>
                    <a:gd name="connsiteY77" fmla="*/ 56768 h 59122"/>
                    <a:gd name="connsiteX78" fmla="*/ 16440 w 67127"/>
                    <a:gd name="connsiteY78" fmla="*/ 57924 h 59122"/>
                    <a:gd name="connsiteX79" fmla="*/ 24231 w 67127"/>
                    <a:gd name="connsiteY79" fmla="*/ 48719 h 59122"/>
                    <a:gd name="connsiteX80" fmla="*/ 32965 w 67127"/>
                    <a:gd name="connsiteY80" fmla="*/ 18880 h 59122"/>
                    <a:gd name="connsiteX81" fmla="*/ 33607 w 67127"/>
                    <a:gd name="connsiteY81" fmla="*/ 16440 h 5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</a:cxnLst>
                  <a:rect l="l" t="t" r="r" b="b"/>
                  <a:pathLst>
                    <a:path w="67127" h="59122">
                      <a:moveTo>
                        <a:pt x="50902" y="59079"/>
                      </a:moveTo>
                      <a:cubicBezTo>
                        <a:pt x="47820" y="59079"/>
                        <a:pt x="44909" y="55911"/>
                        <a:pt x="42041" y="49404"/>
                      </a:cubicBezTo>
                      <a:cubicBezTo>
                        <a:pt x="39429" y="43453"/>
                        <a:pt x="36604" y="34121"/>
                        <a:pt x="33607" y="21577"/>
                      </a:cubicBezTo>
                      <a:cubicBezTo>
                        <a:pt x="30653" y="34163"/>
                        <a:pt x="27956" y="43197"/>
                        <a:pt x="25344" y="49233"/>
                      </a:cubicBezTo>
                      <a:cubicBezTo>
                        <a:pt x="22519" y="55783"/>
                        <a:pt x="19565" y="59122"/>
                        <a:pt x="16482" y="59122"/>
                      </a:cubicBezTo>
                      <a:cubicBezTo>
                        <a:pt x="14898" y="59122"/>
                        <a:pt x="13614" y="58651"/>
                        <a:pt x="12544" y="57667"/>
                      </a:cubicBezTo>
                      <a:cubicBezTo>
                        <a:pt x="11473" y="56682"/>
                        <a:pt x="10275" y="54798"/>
                        <a:pt x="8990" y="52058"/>
                      </a:cubicBezTo>
                      <a:cubicBezTo>
                        <a:pt x="6250" y="46493"/>
                        <a:pt x="4024" y="39857"/>
                        <a:pt x="2355" y="32408"/>
                      </a:cubicBezTo>
                      <a:cubicBezTo>
                        <a:pt x="771" y="25087"/>
                        <a:pt x="0" y="17681"/>
                        <a:pt x="0" y="10446"/>
                      </a:cubicBezTo>
                      <a:cubicBezTo>
                        <a:pt x="0" y="6208"/>
                        <a:pt x="300" y="3725"/>
                        <a:pt x="899" y="2355"/>
                      </a:cubicBezTo>
                      <a:cubicBezTo>
                        <a:pt x="1541" y="813"/>
                        <a:pt x="2697" y="0"/>
                        <a:pt x="4367" y="0"/>
                      </a:cubicBezTo>
                      <a:cubicBezTo>
                        <a:pt x="5822" y="0"/>
                        <a:pt x="6850" y="385"/>
                        <a:pt x="7535" y="1242"/>
                      </a:cubicBezTo>
                      <a:cubicBezTo>
                        <a:pt x="8177" y="2055"/>
                        <a:pt x="8519" y="3296"/>
                        <a:pt x="8519" y="4881"/>
                      </a:cubicBezTo>
                      <a:lnTo>
                        <a:pt x="8519" y="12073"/>
                      </a:lnTo>
                      <a:cubicBezTo>
                        <a:pt x="8519" y="19650"/>
                        <a:pt x="9290" y="26885"/>
                        <a:pt x="10746" y="33478"/>
                      </a:cubicBezTo>
                      <a:cubicBezTo>
                        <a:pt x="12116" y="39515"/>
                        <a:pt x="14128" y="45037"/>
                        <a:pt x="16739" y="49875"/>
                      </a:cubicBezTo>
                      <a:cubicBezTo>
                        <a:pt x="19436" y="44395"/>
                        <a:pt x="21834" y="38230"/>
                        <a:pt x="23846" y="31466"/>
                      </a:cubicBezTo>
                      <a:cubicBezTo>
                        <a:pt x="26029" y="24188"/>
                        <a:pt x="27827" y="16311"/>
                        <a:pt x="29197" y="8091"/>
                      </a:cubicBezTo>
                      <a:cubicBezTo>
                        <a:pt x="29240" y="7792"/>
                        <a:pt x="29283" y="7449"/>
                        <a:pt x="29411" y="6978"/>
                      </a:cubicBezTo>
                      <a:cubicBezTo>
                        <a:pt x="30182" y="2397"/>
                        <a:pt x="31552" y="128"/>
                        <a:pt x="33692" y="128"/>
                      </a:cubicBezTo>
                      <a:cubicBezTo>
                        <a:pt x="35747" y="128"/>
                        <a:pt x="37117" y="2269"/>
                        <a:pt x="37802" y="6507"/>
                      </a:cubicBezTo>
                      <a:lnTo>
                        <a:pt x="37888" y="7021"/>
                      </a:lnTo>
                      <a:cubicBezTo>
                        <a:pt x="37974" y="7449"/>
                        <a:pt x="38016" y="7749"/>
                        <a:pt x="38102" y="8006"/>
                      </a:cubicBezTo>
                      <a:cubicBezTo>
                        <a:pt x="39429" y="16097"/>
                        <a:pt x="41184" y="23931"/>
                        <a:pt x="43368" y="31252"/>
                      </a:cubicBezTo>
                      <a:cubicBezTo>
                        <a:pt x="45466" y="38145"/>
                        <a:pt x="47906" y="44438"/>
                        <a:pt x="50560" y="49918"/>
                      </a:cubicBezTo>
                      <a:cubicBezTo>
                        <a:pt x="53214" y="45080"/>
                        <a:pt x="55226" y="39600"/>
                        <a:pt x="56554" y="33564"/>
                      </a:cubicBezTo>
                      <a:cubicBezTo>
                        <a:pt x="58052" y="27057"/>
                        <a:pt x="58780" y="19864"/>
                        <a:pt x="58780" y="12116"/>
                      </a:cubicBezTo>
                      <a:cubicBezTo>
                        <a:pt x="58780" y="11773"/>
                        <a:pt x="58780" y="11345"/>
                        <a:pt x="58737" y="10874"/>
                      </a:cubicBezTo>
                      <a:cubicBezTo>
                        <a:pt x="58737" y="10360"/>
                        <a:pt x="58694" y="9804"/>
                        <a:pt x="58694" y="9162"/>
                      </a:cubicBezTo>
                      <a:cubicBezTo>
                        <a:pt x="58609" y="7920"/>
                        <a:pt x="58609" y="7107"/>
                        <a:pt x="58609" y="6593"/>
                      </a:cubicBezTo>
                      <a:cubicBezTo>
                        <a:pt x="58609" y="4067"/>
                        <a:pt x="58908" y="2355"/>
                        <a:pt x="59550" y="1498"/>
                      </a:cubicBezTo>
                      <a:cubicBezTo>
                        <a:pt x="60235" y="557"/>
                        <a:pt x="61306" y="86"/>
                        <a:pt x="62847" y="86"/>
                      </a:cubicBezTo>
                      <a:cubicBezTo>
                        <a:pt x="64516" y="86"/>
                        <a:pt x="65715" y="813"/>
                        <a:pt x="66315" y="2312"/>
                      </a:cubicBezTo>
                      <a:cubicBezTo>
                        <a:pt x="66871" y="3682"/>
                        <a:pt x="67128" y="6379"/>
                        <a:pt x="67128" y="10574"/>
                      </a:cubicBezTo>
                      <a:cubicBezTo>
                        <a:pt x="67128" y="17424"/>
                        <a:pt x="66443" y="24360"/>
                        <a:pt x="65073" y="31209"/>
                      </a:cubicBezTo>
                      <a:cubicBezTo>
                        <a:pt x="63660" y="38145"/>
                        <a:pt x="61691" y="44524"/>
                        <a:pt x="59165" y="50132"/>
                      </a:cubicBezTo>
                      <a:cubicBezTo>
                        <a:pt x="57453" y="54028"/>
                        <a:pt x="56083" y="56425"/>
                        <a:pt x="54970" y="57495"/>
                      </a:cubicBezTo>
                      <a:cubicBezTo>
                        <a:pt x="53899" y="58480"/>
                        <a:pt x="52487" y="59079"/>
                        <a:pt x="50902" y="59079"/>
                      </a:cubicBezTo>
                      <a:close/>
                      <a:moveTo>
                        <a:pt x="33607" y="16440"/>
                      </a:moveTo>
                      <a:lnTo>
                        <a:pt x="34163" y="18880"/>
                      </a:lnTo>
                      <a:cubicBezTo>
                        <a:pt x="37331" y="32579"/>
                        <a:pt x="40328" y="42683"/>
                        <a:pt x="43068" y="48933"/>
                      </a:cubicBezTo>
                      <a:cubicBezTo>
                        <a:pt x="45722" y="54927"/>
                        <a:pt x="48334" y="57924"/>
                        <a:pt x="50860" y="57924"/>
                      </a:cubicBezTo>
                      <a:cubicBezTo>
                        <a:pt x="52144" y="57924"/>
                        <a:pt x="53257" y="57453"/>
                        <a:pt x="54199" y="56511"/>
                      </a:cubicBezTo>
                      <a:cubicBezTo>
                        <a:pt x="55184" y="55526"/>
                        <a:pt x="56511" y="53172"/>
                        <a:pt x="58138" y="49490"/>
                      </a:cubicBezTo>
                      <a:cubicBezTo>
                        <a:pt x="60621" y="43924"/>
                        <a:pt x="62590" y="37631"/>
                        <a:pt x="63960" y="30781"/>
                      </a:cubicBezTo>
                      <a:cubicBezTo>
                        <a:pt x="65330" y="24017"/>
                        <a:pt x="66015" y="17124"/>
                        <a:pt x="66015" y="10360"/>
                      </a:cubicBezTo>
                      <a:cubicBezTo>
                        <a:pt x="66015" y="5437"/>
                        <a:pt x="65630" y="3382"/>
                        <a:pt x="65287" y="2569"/>
                      </a:cubicBezTo>
                      <a:cubicBezTo>
                        <a:pt x="64859" y="1541"/>
                        <a:pt x="64088" y="1070"/>
                        <a:pt x="62847" y="1070"/>
                      </a:cubicBezTo>
                      <a:cubicBezTo>
                        <a:pt x="61691" y="1070"/>
                        <a:pt x="60963" y="1370"/>
                        <a:pt x="60492" y="2012"/>
                      </a:cubicBezTo>
                      <a:cubicBezTo>
                        <a:pt x="60150" y="2483"/>
                        <a:pt x="59764" y="3639"/>
                        <a:pt x="59764" y="6465"/>
                      </a:cubicBezTo>
                      <a:cubicBezTo>
                        <a:pt x="59764" y="6935"/>
                        <a:pt x="59764" y="7749"/>
                        <a:pt x="59807" y="8990"/>
                      </a:cubicBezTo>
                      <a:cubicBezTo>
                        <a:pt x="59807" y="9633"/>
                        <a:pt x="59850" y="10232"/>
                        <a:pt x="59850" y="10703"/>
                      </a:cubicBezTo>
                      <a:cubicBezTo>
                        <a:pt x="59850" y="11174"/>
                        <a:pt x="59893" y="11602"/>
                        <a:pt x="59893" y="11987"/>
                      </a:cubicBezTo>
                      <a:cubicBezTo>
                        <a:pt x="59893" y="19822"/>
                        <a:pt x="59122" y="27100"/>
                        <a:pt x="57624" y="33692"/>
                      </a:cubicBezTo>
                      <a:cubicBezTo>
                        <a:pt x="56168" y="40243"/>
                        <a:pt x="53942" y="46151"/>
                        <a:pt x="50945" y="51288"/>
                      </a:cubicBezTo>
                      <a:lnTo>
                        <a:pt x="50389" y="52230"/>
                      </a:lnTo>
                      <a:lnTo>
                        <a:pt x="49918" y="51288"/>
                      </a:lnTo>
                      <a:cubicBezTo>
                        <a:pt x="47007" y="45508"/>
                        <a:pt x="44395" y="38830"/>
                        <a:pt x="42169" y="31466"/>
                      </a:cubicBezTo>
                      <a:cubicBezTo>
                        <a:pt x="39986" y="24103"/>
                        <a:pt x="38188" y="16225"/>
                        <a:pt x="36860" y="8134"/>
                      </a:cubicBezTo>
                      <a:cubicBezTo>
                        <a:pt x="36818" y="7920"/>
                        <a:pt x="36732" y="7578"/>
                        <a:pt x="36646" y="7107"/>
                      </a:cubicBezTo>
                      <a:lnTo>
                        <a:pt x="36561" y="6593"/>
                      </a:lnTo>
                      <a:cubicBezTo>
                        <a:pt x="36175" y="4110"/>
                        <a:pt x="35319" y="1199"/>
                        <a:pt x="33607" y="1199"/>
                      </a:cubicBezTo>
                      <a:cubicBezTo>
                        <a:pt x="31809" y="1199"/>
                        <a:pt x="30910" y="4410"/>
                        <a:pt x="30439" y="7107"/>
                      </a:cubicBezTo>
                      <a:cubicBezTo>
                        <a:pt x="30353" y="7578"/>
                        <a:pt x="30310" y="7920"/>
                        <a:pt x="30268" y="8134"/>
                      </a:cubicBezTo>
                      <a:cubicBezTo>
                        <a:pt x="28855" y="16482"/>
                        <a:pt x="27057" y="24402"/>
                        <a:pt x="24873" y="31723"/>
                      </a:cubicBezTo>
                      <a:cubicBezTo>
                        <a:pt x="22690" y="38958"/>
                        <a:pt x="20121" y="45551"/>
                        <a:pt x="17210" y="51288"/>
                      </a:cubicBezTo>
                      <a:lnTo>
                        <a:pt x="16739" y="52230"/>
                      </a:lnTo>
                      <a:lnTo>
                        <a:pt x="16225" y="51288"/>
                      </a:lnTo>
                      <a:cubicBezTo>
                        <a:pt x="13314" y="46151"/>
                        <a:pt x="11088" y="40200"/>
                        <a:pt x="9590" y="33650"/>
                      </a:cubicBezTo>
                      <a:cubicBezTo>
                        <a:pt x="8091" y="26971"/>
                        <a:pt x="7321" y="19693"/>
                        <a:pt x="7321" y="11987"/>
                      </a:cubicBezTo>
                      <a:lnTo>
                        <a:pt x="7321" y="4795"/>
                      </a:lnTo>
                      <a:cubicBezTo>
                        <a:pt x="7321" y="3468"/>
                        <a:pt x="7064" y="2440"/>
                        <a:pt x="6593" y="1841"/>
                      </a:cubicBezTo>
                      <a:cubicBezTo>
                        <a:pt x="6165" y="1284"/>
                        <a:pt x="5394" y="1027"/>
                        <a:pt x="4324" y="1027"/>
                      </a:cubicBezTo>
                      <a:cubicBezTo>
                        <a:pt x="3125" y="1027"/>
                        <a:pt x="2355" y="1541"/>
                        <a:pt x="1884" y="2697"/>
                      </a:cubicBezTo>
                      <a:cubicBezTo>
                        <a:pt x="1327" y="3939"/>
                        <a:pt x="1070" y="6336"/>
                        <a:pt x="1070" y="10360"/>
                      </a:cubicBezTo>
                      <a:cubicBezTo>
                        <a:pt x="1070" y="17510"/>
                        <a:pt x="1884" y="24831"/>
                        <a:pt x="3425" y="32066"/>
                      </a:cubicBezTo>
                      <a:cubicBezTo>
                        <a:pt x="5052" y="39429"/>
                        <a:pt x="7235" y="45979"/>
                        <a:pt x="9975" y="51502"/>
                      </a:cubicBezTo>
                      <a:cubicBezTo>
                        <a:pt x="11473" y="54756"/>
                        <a:pt x="12586" y="56168"/>
                        <a:pt x="13271" y="56768"/>
                      </a:cubicBezTo>
                      <a:cubicBezTo>
                        <a:pt x="14128" y="57538"/>
                        <a:pt x="15155" y="57924"/>
                        <a:pt x="16440" y="57924"/>
                      </a:cubicBezTo>
                      <a:cubicBezTo>
                        <a:pt x="18965" y="57924"/>
                        <a:pt x="21663" y="54756"/>
                        <a:pt x="24231" y="48719"/>
                      </a:cubicBezTo>
                      <a:cubicBezTo>
                        <a:pt x="26971" y="42383"/>
                        <a:pt x="29839" y="32622"/>
                        <a:pt x="32965" y="18880"/>
                      </a:cubicBezTo>
                      <a:lnTo>
                        <a:pt x="33607" y="16440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9" name="图形 4"/>
              <p:cNvGrpSpPr/>
              <p:nvPr/>
            </p:nvGrpSpPr>
            <p:grpSpPr>
              <a:xfrm>
                <a:off x="11450989" y="6483828"/>
                <a:ext cx="8219" cy="72693"/>
                <a:chOff x="11450989" y="6483828"/>
                <a:chExt cx="8219" cy="72693"/>
              </a:xfrm>
              <a:solidFill>
                <a:srgbClr val="A5A7AA"/>
              </a:solidFill>
            </p:grpSpPr>
            <p:sp>
              <p:nvSpPr>
                <p:cNvPr id="76" name="任意多边形: 形状 75"/>
                <p:cNvSpPr/>
                <p:nvPr/>
              </p:nvSpPr>
              <p:spPr>
                <a:xfrm>
                  <a:off x="11451502" y="6484470"/>
                  <a:ext cx="7106" cy="71494"/>
                </a:xfrm>
                <a:custGeom>
                  <a:avLst/>
                  <a:gdLst>
                    <a:gd name="connsiteX0" fmla="*/ 7107 w 7106"/>
                    <a:gd name="connsiteY0" fmla="*/ 5009 h 71494"/>
                    <a:gd name="connsiteX1" fmla="*/ 6250 w 7106"/>
                    <a:gd name="connsiteY1" fmla="*/ 8905 h 71494"/>
                    <a:gd name="connsiteX2" fmla="*/ 3553 w 7106"/>
                    <a:gd name="connsiteY2" fmla="*/ 10103 h 71494"/>
                    <a:gd name="connsiteX3" fmla="*/ 899 w 7106"/>
                    <a:gd name="connsiteY3" fmla="*/ 8819 h 71494"/>
                    <a:gd name="connsiteX4" fmla="*/ 0 w 7106"/>
                    <a:gd name="connsiteY4" fmla="*/ 5009 h 71494"/>
                    <a:gd name="connsiteX5" fmla="*/ 856 w 7106"/>
                    <a:gd name="connsiteY5" fmla="*/ 1156 h 71494"/>
                    <a:gd name="connsiteX6" fmla="*/ 3553 w 7106"/>
                    <a:gd name="connsiteY6" fmla="*/ 0 h 71494"/>
                    <a:gd name="connsiteX7" fmla="*/ 6208 w 7106"/>
                    <a:gd name="connsiteY7" fmla="*/ 1242 h 71494"/>
                    <a:gd name="connsiteX8" fmla="*/ 7107 w 7106"/>
                    <a:gd name="connsiteY8" fmla="*/ 5009 h 71494"/>
                    <a:gd name="connsiteX9" fmla="*/ 43 w 7106"/>
                    <a:gd name="connsiteY9" fmla="*/ 18366 h 71494"/>
                    <a:gd name="connsiteX10" fmla="*/ 942 w 7106"/>
                    <a:gd name="connsiteY10" fmla="*/ 15027 h 71494"/>
                    <a:gd name="connsiteX11" fmla="*/ 3553 w 7106"/>
                    <a:gd name="connsiteY11" fmla="*/ 13956 h 71494"/>
                    <a:gd name="connsiteX12" fmla="*/ 6208 w 7106"/>
                    <a:gd name="connsiteY12" fmla="*/ 15027 h 71494"/>
                    <a:gd name="connsiteX13" fmla="*/ 7107 w 7106"/>
                    <a:gd name="connsiteY13" fmla="*/ 18366 h 71494"/>
                    <a:gd name="connsiteX14" fmla="*/ 7107 w 7106"/>
                    <a:gd name="connsiteY14" fmla="*/ 67085 h 71494"/>
                    <a:gd name="connsiteX15" fmla="*/ 6208 w 7106"/>
                    <a:gd name="connsiteY15" fmla="*/ 70382 h 71494"/>
                    <a:gd name="connsiteX16" fmla="*/ 3553 w 7106"/>
                    <a:gd name="connsiteY16" fmla="*/ 71495 h 71494"/>
                    <a:gd name="connsiteX17" fmla="*/ 942 w 7106"/>
                    <a:gd name="connsiteY17" fmla="*/ 70382 h 71494"/>
                    <a:gd name="connsiteX18" fmla="*/ 43 w 7106"/>
                    <a:gd name="connsiteY18" fmla="*/ 67085 h 71494"/>
                    <a:gd name="connsiteX19" fmla="*/ 43 w 7106"/>
                    <a:gd name="connsiteY19" fmla="*/ 18366 h 71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106" h="71494">
                      <a:moveTo>
                        <a:pt x="7107" y="5009"/>
                      </a:moveTo>
                      <a:cubicBezTo>
                        <a:pt x="7107" y="6807"/>
                        <a:pt x="6807" y="8091"/>
                        <a:pt x="6250" y="8905"/>
                      </a:cubicBezTo>
                      <a:cubicBezTo>
                        <a:pt x="5694" y="9718"/>
                        <a:pt x="4795" y="10103"/>
                        <a:pt x="3553" y="10103"/>
                      </a:cubicBezTo>
                      <a:cubicBezTo>
                        <a:pt x="2397" y="10103"/>
                        <a:pt x="1498" y="9718"/>
                        <a:pt x="899" y="8819"/>
                      </a:cubicBezTo>
                      <a:cubicBezTo>
                        <a:pt x="300" y="8006"/>
                        <a:pt x="0" y="6721"/>
                        <a:pt x="0" y="5009"/>
                      </a:cubicBezTo>
                      <a:cubicBezTo>
                        <a:pt x="0" y="3211"/>
                        <a:pt x="300" y="1927"/>
                        <a:pt x="856" y="1156"/>
                      </a:cubicBezTo>
                      <a:cubicBezTo>
                        <a:pt x="1413" y="385"/>
                        <a:pt x="2355" y="0"/>
                        <a:pt x="3553" y="0"/>
                      </a:cubicBezTo>
                      <a:cubicBezTo>
                        <a:pt x="4752" y="0"/>
                        <a:pt x="5651" y="428"/>
                        <a:pt x="6208" y="1242"/>
                      </a:cubicBezTo>
                      <a:cubicBezTo>
                        <a:pt x="6807" y="2098"/>
                        <a:pt x="7107" y="3339"/>
                        <a:pt x="7107" y="5009"/>
                      </a:cubicBezTo>
                      <a:close/>
                      <a:moveTo>
                        <a:pt x="43" y="18366"/>
                      </a:moveTo>
                      <a:cubicBezTo>
                        <a:pt x="43" y="16910"/>
                        <a:pt x="342" y="15755"/>
                        <a:pt x="942" y="15027"/>
                      </a:cubicBezTo>
                      <a:cubicBezTo>
                        <a:pt x="1541" y="14299"/>
                        <a:pt x="2440" y="13956"/>
                        <a:pt x="3553" y="13956"/>
                      </a:cubicBezTo>
                      <a:cubicBezTo>
                        <a:pt x="4709" y="13956"/>
                        <a:pt x="5608" y="14342"/>
                        <a:pt x="6208" y="15027"/>
                      </a:cubicBezTo>
                      <a:cubicBezTo>
                        <a:pt x="6764" y="15797"/>
                        <a:pt x="7107" y="16910"/>
                        <a:pt x="7107" y="18366"/>
                      </a:cubicBezTo>
                      <a:lnTo>
                        <a:pt x="7107" y="67085"/>
                      </a:lnTo>
                      <a:cubicBezTo>
                        <a:pt x="7107" y="68541"/>
                        <a:pt x="6807" y="69654"/>
                        <a:pt x="6208" y="70382"/>
                      </a:cubicBezTo>
                      <a:cubicBezTo>
                        <a:pt x="5608" y="71152"/>
                        <a:pt x="4709" y="71495"/>
                        <a:pt x="3553" y="71495"/>
                      </a:cubicBezTo>
                      <a:cubicBezTo>
                        <a:pt x="2440" y="71495"/>
                        <a:pt x="1541" y="71152"/>
                        <a:pt x="942" y="70382"/>
                      </a:cubicBezTo>
                      <a:cubicBezTo>
                        <a:pt x="342" y="69654"/>
                        <a:pt x="43" y="68541"/>
                        <a:pt x="43" y="67085"/>
                      </a:cubicBezTo>
                      <a:lnTo>
                        <a:pt x="43" y="1836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7" name="任意多边形: 形状 76"/>
                <p:cNvSpPr/>
                <p:nvPr/>
              </p:nvSpPr>
              <p:spPr>
                <a:xfrm>
                  <a:off x="11450989" y="6483828"/>
                  <a:ext cx="8219" cy="72693"/>
                </a:xfrm>
                <a:custGeom>
                  <a:avLst/>
                  <a:gdLst>
                    <a:gd name="connsiteX0" fmla="*/ 4110 w 8219"/>
                    <a:gd name="connsiteY0" fmla="*/ 72693 h 72693"/>
                    <a:gd name="connsiteX1" fmla="*/ 1027 w 8219"/>
                    <a:gd name="connsiteY1" fmla="*/ 71366 h 72693"/>
                    <a:gd name="connsiteX2" fmla="*/ 0 w 8219"/>
                    <a:gd name="connsiteY2" fmla="*/ 67685 h 72693"/>
                    <a:gd name="connsiteX3" fmla="*/ 0 w 8219"/>
                    <a:gd name="connsiteY3" fmla="*/ 19008 h 72693"/>
                    <a:gd name="connsiteX4" fmla="*/ 1027 w 8219"/>
                    <a:gd name="connsiteY4" fmla="*/ 15284 h 72693"/>
                    <a:gd name="connsiteX5" fmla="*/ 4110 w 8219"/>
                    <a:gd name="connsiteY5" fmla="*/ 13999 h 72693"/>
                    <a:gd name="connsiteX6" fmla="*/ 7192 w 8219"/>
                    <a:gd name="connsiteY6" fmla="*/ 15284 h 72693"/>
                    <a:gd name="connsiteX7" fmla="*/ 8220 w 8219"/>
                    <a:gd name="connsiteY7" fmla="*/ 19008 h 72693"/>
                    <a:gd name="connsiteX8" fmla="*/ 8220 w 8219"/>
                    <a:gd name="connsiteY8" fmla="*/ 67727 h 72693"/>
                    <a:gd name="connsiteX9" fmla="*/ 7235 w 8219"/>
                    <a:gd name="connsiteY9" fmla="*/ 71409 h 72693"/>
                    <a:gd name="connsiteX10" fmla="*/ 4110 w 8219"/>
                    <a:gd name="connsiteY10" fmla="*/ 72693 h 72693"/>
                    <a:gd name="connsiteX11" fmla="*/ 4110 w 8219"/>
                    <a:gd name="connsiteY11" fmla="*/ 15112 h 72693"/>
                    <a:gd name="connsiteX12" fmla="*/ 1926 w 8219"/>
                    <a:gd name="connsiteY12" fmla="*/ 16011 h 72693"/>
                    <a:gd name="connsiteX13" fmla="*/ 1156 w 8219"/>
                    <a:gd name="connsiteY13" fmla="*/ 19008 h 72693"/>
                    <a:gd name="connsiteX14" fmla="*/ 1156 w 8219"/>
                    <a:gd name="connsiteY14" fmla="*/ 67727 h 72693"/>
                    <a:gd name="connsiteX15" fmla="*/ 1926 w 8219"/>
                    <a:gd name="connsiteY15" fmla="*/ 70681 h 72693"/>
                    <a:gd name="connsiteX16" fmla="*/ 4110 w 8219"/>
                    <a:gd name="connsiteY16" fmla="*/ 71580 h 72693"/>
                    <a:gd name="connsiteX17" fmla="*/ 6293 w 8219"/>
                    <a:gd name="connsiteY17" fmla="*/ 70681 h 72693"/>
                    <a:gd name="connsiteX18" fmla="*/ 7064 w 8219"/>
                    <a:gd name="connsiteY18" fmla="*/ 67727 h 72693"/>
                    <a:gd name="connsiteX19" fmla="*/ 7064 w 8219"/>
                    <a:gd name="connsiteY19" fmla="*/ 19008 h 72693"/>
                    <a:gd name="connsiteX20" fmla="*/ 6293 w 8219"/>
                    <a:gd name="connsiteY20" fmla="*/ 16011 h 72693"/>
                    <a:gd name="connsiteX21" fmla="*/ 4110 w 8219"/>
                    <a:gd name="connsiteY21" fmla="*/ 15112 h 72693"/>
                    <a:gd name="connsiteX22" fmla="*/ 4110 w 8219"/>
                    <a:gd name="connsiteY22" fmla="*/ 11302 h 72693"/>
                    <a:gd name="connsiteX23" fmla="*/ 985 w 8219"/>
                    <a:gd name="connsiteY23" fmla="*/ 9761 h 72693"/>
                    <a:gd name="connsiteX24" fmla="*/ 0 w 8219"/>
                    <a:gd name="connsiteY24" fmla="*/ 5608 h 72693"/>
                    <a:gd name="connsiteX25" fmla="*/ 942 w 8219"/>
                    <a:gd name="connsiteY25" fmla="*/ 1413 h 72693"/>
                    <a:gd name="connsiteX26" fmla="*/ 4110 w 8219"/>
                    <a:gd name="connsiteY26" fmla="*/ 0 h 72693"/>
                    <a:gd name="connsiteX27" fmla="*/ 7235 w 8219"/>
                    <a:gd name="connsiteY27" fmla="*/ 1456 h 72693"/>
                    <a:gd name="connsiteX28" fmla="*/ 8220 w 8219"/>
                    <a:gd name="connsiteY28" fmla="*/ 5565 h 72693"/>
                    <a:gd name="connsiteX29" fmla="*/ 7278 w 8219"/>
                    <a:gd name="connsiteY29" fmla="*/ 9761 h 72693"/>
                    <a:gd name="connsiteX30" fmla="*/ 4110 w 8219"/>
                    <a:gd name="connsiteY30" fmla="*/ 11302 h 72693"/>
                    <a:gd name="connsiteX31" fmla="*/ 4110 w 8219"/>
                    <a:gd name="connsiteY31" fmla="*/ 1199 h 72693"/>
                    <a:gd name="connsiteX32" fmla="*/ 1884 w 8219"/>
                    <a:gd name="connsiteY32" fmla="*/ 2141 h 72693"/>
                    <a:gd name="connsiteX33" fmla="*/ 1156 w 8219"/>
                    <a:gd name="connsiteY33" fmla="*/ 5651 h 72693"/>
                    <a:gd name="connsiteX34" fmla="*/ 1926 w 8219"/>
                    <a:gd name="connsiteY34" fmla="*/ 9119 h 72693"/>
                    <a:gd name="connsiteX35" fmla="*/ 4110 w 8219"/>
                    <a:gd name="connsiteY35" fmla="*/ 10146 h 72693"/>
                    <a:gd name="connsiteX36" fmla="*/ 6336 w 8219"/>
                    <a:gd name="connsiteY36" fmla="*/ 9162 h 72693"/>
                    <a:gd name="connsiteX37" fmla="*/ 7064 w 8219"/>
                    <a:gd name="connsiteY37" fmla="*/ 5608 h 72693"/>
                    <a:gd name="connsiteX38" fmla="*/ 6293 w 8219"/>
                    <a:gd name="connsiteY38" fmla="*/ 2183 h 72693"/>
                    <a:gd name="connsiteX39" fmla="*/ 4110 w 8219"/>
                    <a:gd name="connsiteY39" fmla="*/ 1199 h 72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8219" h="72693">
                      <a:moveTo>
                        <a:pt x="4110" y="72693"/>
                      </a:moveTo>
                      <a:cubicBezTo>
                        <a:pt x="2783" y="72693"/>
                        <a:pt x="1712" y="72265"/>
                        <a:pt x="1027" y="71366"/>
                      </a:cubicBezTo>
                      <a:cubicBezTo>
                        <a:pt x="342" y="70553"/>
                        <a:pt x="0" y="69311"/>
                        <a:pt x="0" y="67685"/>
                      </a:cubicBezTo>
                      <a:lnTo>
                        <a:pt x="0" y="19008"/>
                      </a:lnTo>
                      <a:cubicBezTo>
                        <a:pt x="0" y="17424"/>
                        <a:pt x="342" y="16140"/>
                        <a:pt x="1027" y="15284"/>
                      </a:cubicBezTo>
                      <a:cubicBezTo>
                        <a:pt x="1755" y="14427"/>
                        <a:pt x="2826" y="13999"/>
                        <a:pt x="4110" y="13999"/>
                      </a:cubicBezTo>
                      <a:cubicBezTo>
                        <a:pt x="5437" y="13999"/>
                        <a:pt x="6465" y="14427"/>
                        <a:pt x="7192" y="15284"/>
                      </a:cubicBezTo>
                      <a:cubicBezTo>
                        <a:pt x="7877" y="16183"/>
                        <a:pt x="8220" y="17467"/>
                        <a:pt x="8220" y="19008"/>
                      </a:cubicBezTo>
                      <a:lnTo>
                        <a:pt x="8220" y="67727"/>
                      </a:lnTo>
                      <a:cubicBezTo>
                        <a:pt x="8220" y="69311"/>
                        <a:pt x="7877" y="70553"/>
                        <a:pt x="7235" y="71409"/>
                      </a:cubicBezTo>
                      <a:cubicBezTo>
                        <a:pt x="6507" y="72265"/>
                        <a:pt x="5480" y="72693"/>
                        <a:pt x="4110" y="72693"/>
                      </a:cubicBezTo>
                      <a:close/>
                      <a:moveTo>
                        <a:pt x="4110" y="15112"/>
                      </a:moveTo>
                      <a:cubicBezTo>
                        <a:pt x="3168" y="15112"/>
                        <a:pt x="2440" y="15412"/>
                        <a:pt x="1926" y="16011"/>
                      </a:cubicBezTo>
                      <a:cubicBezTo>
                        <a:pt x="1413" y="16654"/>
                        <a:pt x="1156" y="17638"/>
                        <a:pt x="1156" y="19008"/>
                      </a:cubicBezTo>
                      <a:lnTo>
                        <a:pt x="1156" y="67727"/>
                      </a:lnTo>
                      <a:cubicBezTo>
                        <a:pt x="1156" y="69055"/>
                        <a:pt x="1413" y="70039"/>
                        <a:pt x="1926" y="70681"/>
                      </a:cubicBezTo>
                      <a:cubicBezTo>
                        <a:pt x="2397" y="71281"/>
                        <a:pt x="3125" y="71580"/>
                        <a:pt x="4110" y="71580"/>
                      </a:cubicBezTo>
                      <a:cubicBezTo>
                        <a:pt x="5137" y="71580"/>
                        <a:pt x="5822" y="71281"/>
                        <a:pt x="6293" y="70681"/>
                      </a:cubicBezTo>
                      <a:cubicBezTo>
                        <a:pt x="6807" y="70039"/>
                        <a:pt x="7064" y="69012"/>
                        <a:pt x="7064" y="67727"/>
                      </a:cubicBezTo>
                      <a:lnTo>
                        <a:pt x="7064" y="19008"/>
                      </a:lnTo>
                      <a:cubicBezTo>
                        <a:pt x="7064" y="17724"/>
                        <a:pt x="6807" y="16654"/>
                        <a:pt x="6293" y="16011"/>
                      </a:cubicBezTo>
                      <a:cubicBezTo>
                        <a:pt x="5822" y="15412"/>
                        <a:pt x="5095" y="15112"/>
                        <a:pt x="4110" y="15112"/>
                      </a:cubicBezTo>
                      <a:close/>
                      <a:moveTo>
                        <a:pt x="4110" y="11302"/>
                      </a:moveTo>
                      <a:cubicBezTo>
                        <a:pt x="2740" y="11302"/>
                        <a:pt x="1670" y="10788"/>
                        <a:pt x="985" y="9761"/>
                      </a:cubicBezTo>
                      <a:cubicBezTo>
                        <a:pt x="342" y="8862"/>
                        <a:pt x="0" y="7492"/>
                        <a:pt x="0" y="5608"/>
                      </a:cubicBezTo>
                      <a:cubicBezTo>
                        <a:pt x="0" y="3682"/>
                        <a:pt x="300" y="2312"/>
                        <a:pt x="942" y="1413"/>
                      </a:cubicBezTo>
                      <a:cubicBezTo>
                        <a:pt x="1627" y="514"/>
                        <a:pt x="2697" y="0"/>
                        <a:pt x="4110" y="0"/>
                      </a:cubicBezTo>
                      <a:cubicBezTo>
                        <a:pt x="5480" y="0"/>
                        <a:pt x="6550" y="514"/>
                        <a:pt x="7235" y="1456"/>
                      </a:cubicBezTo>
                      <a:cubicBezTo>
                        <a:pt x="7877" y="2397"/>
                        <a:pt x="8220" y="3810"/>
                        <a:pt x="8220" y="5565"/>
                      </a:cubicBezTo>
                      <a:cubicBezTo>
                        <a:pt x="8220" y="7449"/>
                        <a:pt x="7920" y="8862"/>
                        <a:pt x="7278" y="9761"/>
                      </a:cubicBezTo>
                      <a:cubicBezTo>
                        <a:pt x="6593" y="10831"/>
                        <a:pt x="5523" y="11302"/>
                        <a:pt x="4110" y="11302"/>
                      </a:cubicBezTo>
                      <a:close/>
                      <a:moveTo>
                        <a:pt x="4110" y="1199"/>
                      </a:moveTo>
                      <a:cubicBezTo>
                        <a:pt x="3082" y="1199"/>
                        <a:pt x="2355" y="1498"/>
                        <a:pt x="1884" y="2141"/>
                      </a:cubicBezTo>
                      <a:cubicBezTo>
                        <a:pt x="1413" y="2826"/>
                        <a:pt x="1156" y="3981"/>
                        <a:pt x="1156" y="5651"/>
                      </a:cubicBezTo>
                      <a:cubicBezTo>
                        <a:pt x="1156" y="7235"/>
                        <a:pt x="1413" y="8434"/>
                        <a:pt x="1926" y="9119"/>
                      </a:cubicBezTo>
                      <a:cubicBezTo>
                        <a:pt x="2397" y="9847"/>
                        <a:pt x="3125" y="10146"/>
                        <a:pt x="4110" y="10146"/>
                      </a:cubicBezTo>
                      <a:cubicBezTo>
                        <a:pt x="5137" y="10146"/>
                        <a:pt x="5908" y="9804"/>
                        <a:pt x="6336" y="9162"/>
                      </a:cubicBezTo>
                      <a:cubicBezTo>
                        <a:pt x="6807" y="8434"/>
                        <a:pt x="7064" y="7235"/>
                        <a:pt x="7064" y="5608"/>
                      </a:cubicBezTo>
                      <a:cubicBezTo>
                        <a:pt x="7064" y="4067"/>
                        <a:pt x="6807" y="2911"/>
                        <a:pt x="6293" y="2183"/>
                      </a:cubicBezTo>
                      <a:cubicBezTo>
                        <a:pt x="5822" y="1541"/>
                        <a:pt x="5095" y="1199"/>
                        <a:pt x="4110" y="1199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0" name="图形 4"/>
              <p:cNvGrpSpPr/>
              <p:nvPr/>
            </p:nvGrpSpPr>
            <p:grpSpPr>
              <a:xfrm>
                <a:off x="11499665" y="6497827"/>
                <a:ext cx="50131" cy="58394"/>
                <a:chOff x="11499665" y="6497827"/>
                <a:chExt cx="50131" cy="58394"/>
              </a:xfrm>
              <a:solidFill>
                <a:srgbClr val="A5A7AA"/>
              </a:solidFill>
            </p:grpSpPr>
            <p:sp>
              <p:nvSpPr>
                <p:cNvPr id="74" name="任意多边形: 形状 73"/>
                <p:cNvSpPr/>
                <p:nvPr/>
              </p:nvSpPr>
              <p:spPr>
                <a:xfrm>
                  <a:off x="11500221" y="6498341"/>
                  <a:ext cx="48847" cy="57281"/>
                </a:xfrm>
                <a:custGeom>
                  <a:avLst/>
                  <a:gdLst>
                    <a:gd name="connsiteX0" fmla="*/ 4452 w 48847"/>
                    <a:gd name="connsiteY0" fmla="*/ 57281 h 57281"/>
                    <a:gd name="connsiteX1" fmla="*/ 1113 w 48847"/>
                    <a:gd name="connsiteY1" fmla="*/ 56382 h 57281"/>
                    <a:gd name="connsiteX2" fmla="*/ 0 w 48847"/>
                    <a:gd name="connsiteY2" fmla="*/ 53899 h 57281"/>
                    <a:gd name="connsiteX3" fmla="*/ 1113 w 48847"/>
                    <a:gd name="connsiteY3" fmla="*/ 51459 h 57281"/>
                    <a:gd name="connsiteX4" fmla="*/ 4538 w 48847"/>
                    <a:gd name="connsiteY4" fmla="*/ 50689 h 57281"/>
                    <a:gd name="connsiteX5" fmla="*/ 24445 w 48847"/>
                    <a:gd name="connsiteY5" fmla="*/ 50689 h 57281"/>
                    <a:gd name="connsiteX6" fmla="*/ 37802 w 48847"/>
                    <a:gd name="connsiteY6" fmla="*/ 47649 h 57281"/>
                    <a:gd name="connsiteX7" fmla="*/ 41698 w 48847"/>
                    <a:gd name="connsiteY7" fmla="*/ 37802 h 57281"/>
                    <a:gd name="connsiteX8" fmla="*/ 39258 w 48847"/>
                    <a:gd name="connsiteY8" fmla="*/ 30524 h 57281"/>
                    <a:gd name="connsiteX9" fmla="*/ 31595 w 48847"/>
                    <a:gd name="connsiteY9" fmla="*/ 26843 h 57281"/>
                    <a:gd name="connsiteX10" fmla="*/ 14085 w 48847"/>
                    <a:gd name="connsiteY10" fmla="*/ 23332 h 57281"/>
                    <a:gd name="connsiteX11" fmla="*/ 3939 w 48847"/>
                    <a:gd name="connsiteY11" fmla="*/ 19351 h 57281"/>
                    <a:gd name="connsiteX12" fmla="*/ 1284 w 48847"/>
                    <a:gd name="connsiteY12" fmla="*/ 12330 h 57281"/>
                    <a:gd name="connsiteX13" fmla="*/ 6122 w 48847"/>
                    <a:gd name="connsiteY13" fmla="*/ 3168 h 57281"/>
                    <a:gd name="connsiteX14" fmla="*/ 19950 w 48847"/>
                    <a:gd name="connsiteY14" fmla="*/ 0 h 57281"/>
                    <a:gd name="connsiteX15" fmla="*/ 39301 w 48847"/>
                    <a:gd name="connsiteY15" fmla="*/ 0 h 57281"/>
                    <a:gd name="connsiteX16" fmla="*/ 42683 w 48847"/>
                    <a:gd name="connsiteY16" fmla="*/ 856 h 57281"/>
                    <a:gd name="connsiteX17" fmla="*/ 43839 w 48847"/>
                    <a:gd name="connsiteY17" fmla="*/ 3339 h 57281"/>
                    <a:gd name="connsiteX18" fmla="*/ 42640 w 48847"/>
                    <a:gd name="connsiteY18" fmla="*/ 5737 h 57281"/>
                    <a:gd name="connsiteX19" fmla="*/ 39172 w 48847"/>
                    <a:gd name="connsiteY19" fmla="*/ 6550 h 57281"/>
                    <a:gd name="connsiteX20" fmla="*/ 17339 w 48847"/>
                    <a:gd name="connsiteY20" fmla="*/ 6550 h 57281"/>
                    <a:gd name="connsiteX21" fmla="*/ 10960 w 48847"/>
                    <a:gd name="connsiteY21" fmla="*/ 7620 h 57281"/>
                    <a:gd name="connsiteX22" fmla="*/ 9162 w 48847"/>
                    <a:gd name="connsiteY22" fmla="*/ 11345 h 57281"/>
                    <a:gd name="connsiteX23" fmla="*/ 10275 w 48847"/>
                    <a:gd name="connsiteY23" fmla="*/ 14641 h 57281"/>
                    <a:gd name="connsiteX24" fmla="*/ 13956 w 48847"/>
                    <a:gd name="connsiteY24" fmla="*/ 16354 h 57281"/>
                    <a:gd name="connsiteX25" fmla="*/ 32108 w 48847"/>
                    <a:gd name="connsiteY25" fmla="*/ 19950 h 57281"/>
                    <a:gd name="connsiteX26" fmla="*/ 44695 w 48847"/>
                    <a:gd name="connsiteY26" fmla="*/ 26029 h 57281"/>
                    <a:gd name="connsiteX27" fmla="*/ 48848 w 48847"/>
                    <a:gd name="connsiteY27" fmla="*/ 37417 h 57281"/>
                    <a:gd name="connsiteX28" fmla="*/ 42340 w 48847"/>
                    <a:gd name="connsiteY28" fmla="*/ 52273 h 57281"/>
                    <a:gd name="connsiteX29" fmla="*/ 22519 w 48847"/>
                    <a:gd name="connsiteY29" fmla="*/ 57196 h 57281"/>
                    <a:gd name="connsiteX30" fmla="*/ 4452 w 48847"/>
                    <a:gd name="connsiteY30" fmla="*/ 57196 h 57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8847" h="57281">
                      <a:moveTo>
                        <a:pt x="4452" y="57281"/>
                      </a:moveTo>
                      <a:cubicBezTo>
                        <a:pt x="2997" y="57281"/>
                        <a:pt x="1884" y="56982"/>
                        <a:pt x="1113" y="56382"/>
                      </a:cubicBezTo>
                      <a:cubicBezTo>
                        <a:pt x="385" y="55826"/>
                        <a:pt x="0" y="54970"/>
                        <a:pt x="0" y="53899"/>
                      </a:cubicBezTo>
                      <a:cubicBezTo>
                        <a:pt x="0" y="52786"/>
                        <a:pt x="385" y="51973"/>
                        <a:pt x="1113" y="51459"/>
                      </a:cubicBezTo>
                      <a:cubicBezTo>
                        <a:pt x="1884" y="50945"/>
                        <a:pt x="2997" y="50689"/>
                        <a:pt x="4538" y="50689"/>
                      </a:cubicBezTo>
                      <a:lnTo>
                        <a:pt x="24445" y="50689"/>
                      </a:lnTo>
                      <a:cubicBezTo>
                        <a:pt x="30738" y="50689"/>
                        <a:pt x="35191" y="49661"/>
                        <a:pt x="37802" y="47649"/>
                      </a:cubicBezTo>
                      <a:cubicBezTo>
                        <a:pt x="40414" y="45680"/>
                        <a:pt x="41698" y="42383"/>
                        <a:pt x="41698" y="37802"/>
                      </a:cubicBezTo>
                      <a:cubicBezTo>
                        <a:pt x="41698" y="34763"/>
                        <a:pt x="40885" y="32322"/>
                        <a:pt x="39258" y="30524"/>
                      </a:cubicBezTo>
                      <a:cubicBezTo>
                        <a:pt x="37588" y="28726"/>
                        <a:pt x="35020" y="27485"/>
                        <a:pt x="31595" y="26843"/>
                      </a:cubicBezTo>
                      <a:lnTo>
                        <a:pt x="14085" y="23332"/>
                      </a:lnTo>
                      <a:cubicBezTo>
                        <a:pt x="9119" y="22305"/>
                        <a:pt x="5737" y="21020"/>
                        <a:pt x="3939" y="19351"/>
                      </a:cubicBezTo>
                      <a:cubicBezTo>
                        <a:pt x="2183" y="17724"/>
                        <a:pt x="1284" y="15369"/>
                        <a:pt x="1284" y="12330"/>
                      </a:cubicBezTo>
                      <a:cubicBezTo>
                        <a:pt x="1284" y="8391"/>
                        <a:pt x="2911" y="5309"/>
                        <a:pt x="6122" y="3168"/>
                      </a:cubicBezTo>
                      <a:cubicBezTo>
                        <a:pt x="9376" y="1027"/>
                        <a:pt x="13956" y="0"/>
                        <a:pt x="19950" y="0"/>
                      </a:cubicBezTo>
                      <a:lnTo>
                        <a:pt x="39301" y="0"/>
                      </a:lnTo>
                      <a:cubicBezTo>
                        <a:pt x="40756" y="0"/>
                        <a:pt x="41912" y="257"/>
                        <a:pt x="42683" y="856"/>
                      </a:cubicBezTo>
                      <a:cubicBezTo>
                        <a:pt x="43453" y="1498"/>
                        <a:pt x="43839" y="2312"/>
                        <a:pt x="43839" y="3339"/>
                      </a:cubicBezTo>
                      <a:cubicBezTo>
                        <a:pt x="43839" y="4410"/>
                        <a:pt x="43453" y="5180"/>
                        <a:pt x="42640" y="5737"/>
                      </a:cubicBezTo>
                      <a:cubicBezTo>
                        <a:pt x="41869" y="6293"/>
                        <a:pt x="40713" y="6550"/>
                        <a:pt x="39172" y="6550"/>
                      </a:cubicBezTo>
                      <a:lnTo>
                        <a:pt x="17339" y="6550"/>
                      </a:lnTo>
                      <a:cubicBezTo>
                        <a:pt x="14256" y="6550"/>
                        <a:pt x="12116" y="6935"/>
                        <a:pt x="10960" y="7620"/>
                      </a:cubicBezTo>
                      <a:cubicBezTo>
                        <a:pt x="9761" y="8348"/>
                        <a:pt x="9162" y="9590"/>
                        <a:pt x="9162" y="11345"/>
                      </a:cubicBezTo>
                      <a:cubicBezTo>
                        <a:pt x="9162" y="12758"/>
                        <a:pt x="9547" y="13828"/>
                        <a:pt x="10275" y="14641"/>
                      </a:cubicBezTo>
                      <a:cubicBezTo>
                        <a:pt x="11003" y="15412"/>
                        <a:pt x="12244" y="15969"/>
                        <a:pt x="13956" y="16354"/>
                      </a:cubicBezTo>
                      <a:lnTo>
                        <a:pt x="32108" y="19950"/>
                      </a:lnTo>
                      <a:cubicBezTo>
                        <a:pt x="37759" y="21106"/>
                        <a:pt x="41955" y="23118"/>
                        <a:pt x="44695" y="26029"/>
                      </a:cubicBezTo>
                      <a:cubicBezTo>
                        <a:pt x="47478" y="28940"/>
                        <a:pt x="48848" y="32708"/>
                        <a:pt x="48848" y="37417"/>
                      </a:cubicBezTo>
                      <a:cubicBezTo>
                        <a:pt x="48848" y="44053"/>
                        <a:pt x="46664" y="49019"/>
                        <a:pt x="42340" y="52273"/>
                      </a:cubicBezTo>
                      <a:cubicBezTo>
                        <a:pt x="38016" y="55569"/>
                        <a:pt x="31423" y="57196"/>
                        <a:pt x="22519" y="57196"/>
                      </a:cubicBezTo>
                      <a:lnTo>
                        <a:pt x="4452" y="57196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5" name="任意多边形: 形状 74"/>
                <p:cNvSpPr/>
                <p:nvPr/>
              </p:nvSpPr>
              <p:spPr>
                <a:xfrm>
                  <a:off x="11499665" y="6497827"/>
                  <a:ext cx="50131" cy="58394"/>
                </a:xfrm>
                <a:custGeom>
                  <a:avLst/>
                  <a:gdLst>
                    <a:gd name="connsiteX0" fmla="*/ 23161 w 50131"/>
                    <a:gd name="connsiteY0" fmla="*/ 58395 h 58394"/>
                    <a:gd name="connsiteX1" fmla="*/ 5009 w 50131"/>
                    <a:gd name="connsiteY1" fmla="*/ 58395 h 58394"/>
                    <a:gd name="connsiteX2" fmla="*/ 1327 w 50131"/>
                    <a:gd name="connsiteY2" fmla="*/ 57367 h 58394"/>
                    <a:gd name="connsiteX3" fmla="*/ 0 w 50131"/>
                    <a:gd name="connsiteY3" fmla="*/ 54456 h 58394"/>
                    <a:gd name="connsiteX4" fmla="*/ 1327 w 50131"/>
                    <a:gd name="connsiteY4" fmla="*/ 51545 h 58394"/>
                    <a:gd name="connsiteX5" fmla="*/ 5095 w 50131"/>
                    <a:gd name="connsiteY5" fmla="*/ 50646 h 58394"/>
                    <a:gd name="connsiteX6" fmla="*/ 25002 w 50131"/>
                    <a:gd name="connsiteY6" fmla="*/ 50646 h 58394"/>
                    <a:gd name="connsiteX7" fmla="*/ 38016 w 50131"/>
                    <a:gd name="connsiteY7" fmla="*/ 47735 h 58394"/>
                    <a:gd name="connsiteX8" fmla="*/ 41698 w 50131"/>
                    <a:gd name="connsiteY8" fmla="*/ 38359 h 58394"/>
                    <a:gd name="connsiteX9" fmla="*/ 39386 w 50131"/>
                    <a:gd name="connsiteY9" fmla="*/ 31509 h 58394"/>
                    <a:gd name="connsiteX10" fmla="*/ 32066 w 50131"/>
                    <a:gd name="connsiteY10" fmla="*/ 27999 h 58394"/>
                    <a:gd name="connsiteX11" fmla="*/ 14556 w 50131"/>
                    <a:gd name="connsiteY11" fmla="*/ 24488 h 58394"/>
                    <a:gd name="connsiteX12" fmla="*/ 4153 w 50131"/>
                    <a:gd name="connsiteY12" fmla="*/ 20378 h 58394"/>
                    <a:gd name="connsiteX13" fmla="*/ 1327 w 50131"/>
                    <a:gd name="connsiteY13" fmla="*/ 12929 h 58394"/>
                    <a:gd name="connsiteX14" fmla="*/ 6422 w 50131"/>
                    <a:gd name="connsiteY14" fmla="*/ 3254 h 58394"/>
                    <a:gd name="connsiteX15" fmla="*/ 20549 w 50131"/>
                    <a:gd name="connsiteY15" fmla="*/ 0 h 58394"/>
                    <a:gd name="connsiteX16" fmla="*/ 39900 w 50131"/>
                    <a:gd name="connsiteY16" fmla="*/ 0 h 58394"/>
                    <a:gd name="connsiteX17" fmla="*/ 43667 w 50131"/>
                    <a:gd name="connsiteY17" fmla="*/ 985 h 58394"/>
                    <a:gd name="connsiteX18" fmla="*/ 45080 w 50131"/>
                    <a:gd name="connsiteY18" fmla="*/ 3939 h 58394"/>
                    <a:gd name="connsiteX19" fmla="*/ 43625 w 50131"/>
                    <a:gd name="connsiteY19" fmla="*/ 6807 h 58394"/>
                    <a:gd name="connsiteX20" fmla="*/ 39814 w 50131"/>
                    <a:gd name="connsiteY20" fmla="*/ 7749 h 58394"/>
                    <a:gd name="connsiteX21" fmla="*/ 17981 w 50131"/>
                    <a:gd name="connsiteY21" fmla="*/ 7749 h 58394"/>
                    <a:gd name="connsiteX22" fmla="*/ 11902 w 50131"/>
                    <a:gd name="connsiteY22" fmla="*/ 8733 h 58394"/>
                    <a:gd name="connsiteX23" fmla="*/ 10403 w 50131"/>
                    <a:gd name="connsiteY23" fmla="*/ 11944 h 58394"/>
                    <a:gd name="connsiteX24" fmla="*/ 11388 w 50131"/>
                    <a:gd name="connsiteY24" fmla="*/ 14855 h 58394"/>
                    <a:gd name="connsiteX25" fmla="*/ 14770 w 50131"/>
                    <a:gd name="connsiteY25" fmla="*/ 16397 h 58394"/>
                    <a:gd name="connsiteX26" fmla="*/ 32922 w 50131"/>
                    <a:gd name="connsiteY26" fmla="*/ 19993 h 58394"/>
                    <a:gd name="connsiteX27" fmla="*/ 45808 w 50131"/>
                    <a:gd name="connsiteY27" fmla="*/ 26243 h 58394"/>
                    <a:gd name="connsiteX28" fmla="*/ 50132 w 50131"/>
                    <a:gd name="connsiteY28" fmla="*/ 38016 h 58394"/>
                    <a:gd name="connsiteX29" fmla="*/ 43368 w 50131"/>
                    <a:gd name="connsiteY29" fmla="*/ 53343 h 58394"/>
                    <a:gd name="connsiteX30" fmla="*/ 23161 w 50131"/>
                    <a:gd name="connsiteY30" fmla="*/ 58395 h 58394"/>
                    <a:gd name="connsiteX31" fmla="*/ 5137 w 50131"/>
                    <a:gd name="connsiteY31" fmla="*/ 51802 h 58394"/>
                    <a:gd name="connsiteX32" fmla="*/ 2012 w 50131"/>
                    <a:gd name="connsiteY32" fmla="*/ 52487 h 58394"/>
                    <a:gd name="connsiteX33" fmla="*/ 1156 w 50131"/>
                    <a:gd name="connsiteY33" fmla="*/ 54456 h 58394"/>
                    <a:gd name="connsiteX34" fmla="*/ 2055 w 50131"/>
                    <a:gd name="connsiteY34" fmla="*/ 56468 h 58394"/>
                    <a:gd name="connsiteX35" fmla="*/ 5052 w 50131"/>
                    <a:gd name="connsiteY35" fmla="*/ 57239 h 58394"/>
                    <a:gd name="connsiteX36" fmla="*/ 23204 w 50131"/>
                    <a:gd name="connsiteY36" fmla="*/ 57239 h 58394"/>
                    <a:gd name="connsiteX37" fmla="*/ 42683 w 50131"/>
                    <a:gd name="connsiteY37" fmla="*/ 52444 h 58394"/>
                    <a:gd name="connsiteX38" fmla="*/ 48976 w 50131"/>
                    <a:gd name="connsiteY38" fmla="*/ 38016 h 58394"/>
                    <a:gd name="connsiteX39" fmla="*/ 44952 w 50131"/>
                    <a:gd name="connsiteY39" fmla="*/ 27014 h 58394"/>
                    <a:gd name="connsiteX40" fmla="*/ 32665 w 50131"/>
                    <a:gd name="connsiteY40" fmla="*/ 21106 h 58394"/>
                    <a:gd name="connsiteX41" fmla="*/ 14513 w 50131"/>
                    <a:gd name="connsiteY41" fmla="*/ 17510 h 58394"/>
                    <a:gd name="connsiteX42" fmla="*/ 10532 w 50131"/>
                    <a:gd name="connsiteY42" fmla="*/ 15626 h 58394"/>
                    <a:gd name="connsiteX43" fmla="*/ 9247 w 50131"/>
                    <a:gd name="connsiteY43" fmla="*/ 11944 h 58394"/>
                    <a:gd name="connsiteX44" fmla="*/ 11302 w 50131"/>
                    <a:gd name="connsiteY44" fmla="*/ 7749 h 58394"/>
                    <a:gd name="connsiteX45" fmla="*/ 17981 w 50131"/>
                    <a:gd name="connsiteY45" fmla="*/ 6593 h 58394"/>
                    <a:gd name="connsiteX46" fmla="*/ 39814 w 50131"/>
                    <a:gd name="connsiteY46" fmla="*/ 6593 h 58394"/>
                    <a:gd name="connsiteX47" fmla="*/ 42940 w 50131"/>
                    <a:gd name="connsiteY47" fmla="*/ 5865 h 58394"/>
                    <a:gd name="connsiteX48" fmla="*/ 43924 w 50131"/>
                    <a:gd name="connsiteY48" fmla="*/ 3939 h 58394"/>
                    <a:gd name="connsiteX49" fmla="*/ 42940 w 50131"/>
                    <a:gd name="connsiteY49" fmla="*/ 1884 h 58394"/>
                    <a:gd name="connsiteX50" fmla="*/ 39900 w 50131"/>
                    <a:gd name="connsiteY50" fmla="*/ 1156 h 58394"/>
                    <a:gd name="connsiteX51" fmla="*/ 20549 w 50131"/>
                    <a:gd name="connsiteY51" fmla="*/ 1156 h 58394"/>
                    <a:gd name="connsiteX52" fmla="*/ 7064 w 50131"/>
                    <a:gd name="connsiteY52" fmla="*/ 4238 h 58394"/>
                    <a:gd name="connsiteX53" fmla="*/ 2483 w 50131"/>
                    <a:gd name="connsiteY53" fmla="*/ 12929 h 58394"/>
                    <a:gd name="connsiteX54" fmla="*/ 4966 w 50131"/>
                    <a:gd name="connsiteY54" fmla="*/ 19522 h 58394"/>
                    <a:gd name="connsiteX55" fmla="*/ 14813 w 50131"/>
                    <a:gd name="connsiteY55" fmla="*/ 23375 h 58394"/>
                    <a:gd name="connsiteX56" fmla="*/ 32323 w 50131"/>
                    <a:gd name="connsiteY56" fmla="*/ 26885 h 58394"/>
                    <a:gd name="connsiteX57" fmla="*/ 40285 w 50131"/>
                    <a:gd name="connsiteY57" fmla="*/ 30738 h 58394"/>
                    <a:gd name="connsiteX58" fmla="*/ 42897 w 50131"/>
                    <a:gd name="connsiteY58" fmla="*/ 38402 h 58394"/>
                    <a:gd name="connsiteX59" fmla="*/ 38744 w 50131"/>
                    <a:gd name="connsiteY59" fmla="*/ 48676 h 58394"/>
                    <a:gd name="connsiteX60" fmla="*/ 25002 w 50131"/>
                    <a:gd name="connsiteY60" fmla="*/ 51802 h 58394"/>
                    <a:gd name="connsiteX61" fmla="*/ 5137 w 50131"/>
                    <a:gd name="connsiteY61" fmla="*/ 51802 h 5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50131" h="58394">
                      <a:moveTo>
                        <a:pt x="23161" y="58395"/>
                      </a:moveTo>
                      <a:lnTo>
                        <a:pt x="5009" y="58395"/>
                      </a:lnTo>
                      <a:cubicBezTo>
                        <a:pt x="3425" y="58395"/>
                        <a:pt x="2226" y="58052"/>
                        <a:pt x="1327" y="57367"/>
                      </a:cubicBezTo>
                      <a:cubicBezTo>
                        <a:pt x="471" y="56682"/>
                        <a:pt x="0" y="55655"/>
                        <a:pt x="0" y="54456"/>
                      </a:cubicBezTo>
                      <a:cubicBezTo>
                        <a:pt x="0" y="53214"/>
                        <a:pt x="471" y="52187"/>
                        <a:pt x="1327" y="51545"/>
                      </a:cubicBezTo>
                      <a:cubicBezTo>
                        <a:pt x="2226" y="50945"/>
                        <a:pt x="3468" y="50646"/>
                        <a:pt x="5095" y="50646"/>
                      </a:cubicBezTo>
                      <a:lnTo>
                        <a:pt x="25002" y="50646"/>
                      </a:lnTo>
                      <a:cubicBezTo>
                        <a:pt x="31124" y="50646"/>
                        <a:pt x="35490" y="49661"/>
                        <a:pt x="38016" y="47735"/>
                      </a:cubicBezTo>
                      <a:cubicBezTo>
                        <a:pt x="40457" y="45894"/>
                        <a:pt x="41698" y="42726"/>
                        <a:pt x="41698" y="38359"/>
                      </a:cubicBezTo>
                      <a:cubicBezTo>
                        <a:pt x="41698" y="35448"/>
                        <a:pt x="40927" y="33136"/>
                        <a:pt x="39386" y="31509"/>
                      </a:cubicBezTo>
                      <a:cubicBezTo>
                        <a:pt x="37802" y="29797"/>
                        <a:pt x="35362" y="28641"/>
                        <a:pt x="32066" y="27999"/>
                      </a:cubicBezTo>
                      <a:lnTo>
                        <a:pt x="14556" y="24488"/>
                      </a:lnTo>
                      <a:cubicBezTo>
                        <a:pt x="9461" y="23461"/>
                        <a:pt x="6036" y="22091"/>
                        <a:pt x="4153" y="20378"/>
                      </a:cubicBezTo>
                      <a:cubicBezTo>
                        <a:pt x="2269" y="18623"/>
                        <a:pt x="1327" y="16140"/>
                        <a:pt x="1327" y="12929"/>
                      </a:cubicBezTo>
                      <a:cubicBezTo>
                        <a:pt x="1327" y="8776"/>
                        <a:pt x="3040" y="5523"/>
                        <a:pt x="6422" y="3254"/>
                      </a:cubicBezTo>
                      <a:cubicBezTo>
                        <a:pt x="9761" y="1070"/>
                        <a:pt x="14427" y="0"/>
                        <a:pt x="20549" y="0"/>
                      </a:cubicBezTo>
                      <a:lnTo>
                        <a:pt x="39900" y="0"/>
                      </a:lnTo>
                      <a:cubicBezTo>
                        <a:pt x="41570" y="0"/>
                        <a:pt x="42768" y="342"/>
                        <a:pt x="43667" y="985"/>
                      </a:cubicBezTo>
                      <a:cubicBezTo>
                        <a:pt x="44609" y="1755"/>
                        <a:pt x="45080" y="2740"/>
                        <a:pt x="45080" y="3939"/>
                      </a:cubicBezTo>
                      <a:cubicBezTo>
                        <a:pt x="45080" y="5180"/>
                        <a:pt x="44566" y="6165"/>
                        <a:pt x="43625" y="6807"/>
                      </a:cubicBezTo>
                      <a:cubicBezTo>
                        <a:pt x="42768" y="7406"/>
                        <a:pt x="41484" y="7749"/>
                        <a:pt x="39814" y="7749"/>
                      </a:cubicBezTo>
                      <a:lnTo>
                        <a:pt x="17981" y="7749"/>
                      </a:lnTo>
                      <a:cubicBezTo>
                        <a:pt x="14342" y="7749"/>
                        <a:pt x="12672" y="8305"/>
                        <a:pt x="11902" y="8733"/>
                      </a:cubicBezTo>
                      <a:cubicBezTo>
                        <a:pt x="10874" y="9376"/>
                        <a:pt x="10403" y="10403"/>
                        <a:pt x="10403" y="11944"/>
                      </a:cubicBezTo>
                      <a:cubicBezTo>
                        <a:pt x="10403" y="13186"/>
                        <a:pt x="10703" y="14128"/>
                        <a:pt x="11388" y="14855"/>
                      </a:cubicBezTo>
                      <a:cubicBezTo>
                        <a:pt x="12030" y="15540"/>
                        <a:pt x="13186" y="16054"/>
                        <a:pt x="14770" y="16397"/>
                      </a:cubicBezTo>
                      <a:lnTo>
                        <a:pt x="32922" y="19993"/>
                      </a:lnTo>
                      <a:cubicBezTo>
                        <a:pt x="38658" y="21149"/>
                        <a:pt x="42982" y="23246"/>
                        <a:pt x="45808" y="26243"/>
                      </a:cubicBezTo>
                      <a:cubicBezTo>
                        <a:pt x="48676" y="29240"/>
                        <a:pt x="50132" y="33179"/>
                        <a:pt x="50132" y="38016"/>
                      </a:cubicBezTo>
                      <a:cubicBezTo>
                        <a:pt x="50132" y="44823"/>
                        <a:pt x="47863" y="49961"/>
                        <a:pt x="43368" y="53343"/>
                      </a:cubicBezTo>
                      <a:cubicBezTo>
                        <a:pt x="38873" y="56725"/>
                        <a:pt x="32280" y="58395"/>
                        <a:pt x="23161" y="58395"/>
                      </a:cubicBezTo>
                      <a:close/>
                      <a:moveTo>
                        <a:pt x="5137" y="51802"/>
                      </a:moveTo>
                      <a:cubicBezTo>
                        <a:pt x="3725" y="51802"/>
                        <a:pt x="2697" y="52016"/>
                        <a:pt x="2012" y="52487"/>
                      </a:cubicBezTo>
                      <a:cubicBezTo>
                        <a:pt x="1456" y="52915"/>
                        <a:pt x="1156" y="53557"/>
                        <a:pt x="1156" y="54456"/>
                      </a:cubicBezTo>
                      <a:cubicBezTo>
                        <a:pt x="1156" y="55312"/>
                        <a:pt x="1456" y="55997"/>
                        <a:pt x="2055" y="56468"/>
                      </a:cubicBezTo>
                      <a:cubicBezTo>
                        <a:pt x="2740" y="56982"/>
                        <a:pt x="3682" y="57239"/>
                        <a:pt x="5052" y="57239"/>
                      </a:cubicBezTo>
                      <a:lnTo>
                        <a:pt x="23204" y="57239"/>
                      </a:lnTo>
                      <a:cubicBezTo>
                        <a:pt x="31894" y="57239"/>
                        <a:pt x="38444" y="55612"/>
                        <a:pt x="42683" y="52444"/>
                      </a:cubicBezTo>
                      <a:cubicBezTo>
                        <a:pt x="46835" y="49276"/>
                        <a:pt x="48976" y="44438"/>
                        <a:pt x="48976" y="38016"/>
                      </a:cubicBezTo>
                      <a:cubicBezTo>
                        <a:pt x="48976" y="33478"/>
                        <a:pt x="47606" y="29797"/>
                        <a:pt x="44952" y="27014"/>
                      </a:cubicBezTo>
                      <a:cubicBezTo>
                        <a:pt x="42297" y="24188"/>
                        <a:pt x="38188" y="22219"/>
                        <a:pt x="32665" y="21106"/>
                      </a:cubicBezTo>
                      <a:lnTo>
                        <a:pt x="14513" y="17510"/>
                      </a:lnTo>
                      <a:cubicBezTo>
                        <a:pt x="12715" y="17124"/>
                        <a:pt x="11345" y="16482"/>
                        <a:pt x="10532" y="15626"/>
                      </a:cubicBezTo>
                      <a:cubicBezTo>
                        <a:pt x="9675" y="14641"/>
                        <a:pt x="9247" y="13443"/>
                        <a:pt x="9247" y="11944"/>
                      </a:cubicBezTo>
                      <a:cubicBezTo>
                        <a:pt x="9247" y="10018"/>
                        <a:pt x="9932" y="8605"/>
                        <a:pt x="11302" y="7749"/>
                      </a:cubicBezTo>
                      <a:cubicBezTo>
                        <a:pt x="12586" y="6978"/>
                        <a:pt x="14855" y="6593"/>
                        <a:pt x="17981" y="6593"/>
                      </a:cubicBezTo>
                      <a:lnTo>
                        <a:pt x="39814" y="6593"/>
                      </a:lnTo>
                      <a:cubicBezTo>
                        <a:pt x="41184" y="6593"/>
                        <a:pt x="42297" y="6336"/>
                        <a:pt x="42940" y="5865"/>
                      </a:cubicBezTo>
                      <a:cubicBezTo>
                        <a:pt x="43582" y="5394"/>
                        <a:pt x="43924" y="4795"/>
                        <a:pt x="43924" y="3939"/>
                      </a:cubicBezTo>
                      <a:cubicBezTo>
                        <a:pt x="43924" y="3082"/>
                        <a:pt x="43625" y="2440"/>
                        <a:pt x="42940" y="1884"/>
                      </a:cubicBezTo>
                      <a:cubicBezTo>
                        <a:pt x="42297" y="1370"/>
                        <a:pt x="41313" y="1156"/>
                        <a:pt x="39900" y="1156"/>
                      </a:cubicBezTo>
                      <a:lnTo>
                        <a:pt x="20549" y="1156"/>
                      </a:lnTo>
                      <a:cubicBezTo>
                        <a:pt x="14684" y="1156"/>
                        <a:pt x="10146" y="2183"/>
                        <a:pt x="7064" y="4238"/>
                      </a:cubicBezTo>
                      <a:cubicBezTo>
                        <a:pt x="4024" y="6250"/>
                        <a:pt x="2483" y="9204"/>
                        <a:pt x="2483" y="12929"/>
                      </a:cubicBezTo>
                      <a:cubicBezTo>
                        <a:pt x="2483" y="15797"/>
                        <a:pt x="3297" y="17981"/>
                        <a:pt x="4966" y="19522"/>
                      </a:cubicBezTo>
                      <a:cubicBezTo>
                        <a:pt x="6679" y="21106"/>
                        <a:pt x="9975" y="22390"/>
                        <a:pt x="14813" y="23375"/>
                      </a:cubicBezTo>
                      <a:lnTo>
                        <a:pt x="32323" y="26885"/>
                      </a:lnTo>
                      <a:cubicBezTo>
                        <a:pt x="35833" y="27570"/>
                        <a:pt x="38530" y="28855"/>
                        <a:pt x="40285" y="30738"/>
                      </a:cubicBezTo>
                      <a:cubicBezTo>
                        <a:pt x="42041" y="32622"/>
                        <a:pt x="42897" y="35191"/>
                        <a:pt x="42897" y="38402"/>
                      </a:cubicBezTo>
                      <a:cubicBezTo>
                        <a:pt x="42897" y="43154"/>
                        <a:pt x="41484" y="46621"/>
                        <a:pt x="38744" y="48676"/>
                      </a:cubicBezTo>
                      <a:cubicBezTo>
                        <a:pt x="36004" y="50774"/>
                        <a:pt x="31381" y="51802"/>
                        <a:pt x="25002" y="51802"/>
                      </a:cubicBezTo>
                      <a:lnTo>
                        <a:pt x="5137" y="51802"/>
                      </a:ln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1" name="图形 4"/>
              <p:cNvGrpSpPr/>
              <p:nvPr/>
            </p:nvGrpSpPr>
            <p:grpSpPr>
              <a:xfrm>
                <a:off x="11587941" y="6496671"/>
                <a:ext cx="53428" cy="59550"/>
                <a:chOff x="11587941" y="6496671"/>
                <a:chExt cx="53428" cy="59550"/>
              </a:xfrm>
              <a:solidFill>
                <a:srgbClr val="A5A7AA"/>
              </a:solidFill>
            </p:grpSpPr>
            <p:sp>
              <p:nvSpPr>
                <p:cNvPr id="72" name="任意多边形: 形状 71"/>
                <p:cNvSpPr/>
                <p:nvPr/>
              </p:nvSpPr>
              <p:spPr>
                <a:xfrm>
                  <a:off x="11588455" y="6497270"/>
                  <a:ext cx="52272" cy="58351"/>
                </a:xfrm>
                <a:custGeom>
                  <a:avLst/>
                  <a:gdLst>
                    <a:gd name="connsiteX0" fmla="*/ 46536 w 52272"/>
                    <a:gd name="connsiteY0" fmla="*/ 51844 h 58351"/>
                    <a:gd name="connsiteX1" fmla="*/ 49918 w 52272"/>
                    <a:gd name="connsiteY1" fmla="*/ 52658 h 58351"/>
                    <a:gd name="connsiteX2" fmla="*/ 51074 w 52272"/>
                    <a:gd name="connsiteY2" fmla="*/ 55055 h 58351"/>
                    <a:gd name="connsiteX3" fmla="*/ 49961 w 52272"/>
                    <a:gd name="connsiteY3" fmla="*/ 57538 h 58351"/>
                    <a:gd name="connsiteX4" fmla="*/ 46536 w 52272"/>
                    <a:gd name="connsiteY4" fmla="*/ 58352 h 58351"/>
                    <a:gd name="connsiteX5" fmla="*/ 35191 w 52272"/>
                    <a:gd name="connsiteY5" fmla="*/ 58352 h 58351"/>
                    <a:gd name="connsiteX6" fmla="*/ 21149 w 52272"/>
                    <a:gd name="connsiteY6" fmla="*/ 57196 h 58351"/>
                    <a:gd name="connsiteX7" fmla="*/ 11730 w 52272"/>
                    <a:gd name="connsiteY7" fmla="*/ 53343 h 58351"/>
                    <a:gd name="connsiteX8" fmla="*/ 3125 w 52272"/>
                    <a:gd name="connsiteY8" fmla="*/ 43325 h 58351"/>
                    <a:gd name="connsiteX9" fmla="*/ 0 w 52272"/>
                    <a:gd name="connsiteY9" fmla="*/ 29069 h 58351"/>
                    <a:gd name="connsiteX10" fmla="*/ 7663 w 52272"/>
                    <a:gd name="connsiteY10" fmla="*/ 8263 h 58351"/>
                    <a:gd name="connsiteX11" fmla="*/ 27099 w 52272"/>
                    <a:gd name="connsiteY11" fmla="*/ 0 h 58351"/>
                    <a:gd name="connsiteX12" fmla="*/ 44994 w 52272"/>
                    <a:gd name="connsiteY12" fmla="*/ 6935 h 58351"/>
                    <a:gd name="connsiteX13" fmla="*/ 52272 w 52272"/>
                    <a:gd name="connsiteY13" fmla="*/ 23589 h 58351"/>
                    <a:gd name="connsiteX14" fmla="*/ 52272 w 52272"/>
                    <a:gd name="connsiteY14" fmla="*/ 25772 h 58351"/>
                    <a:gd name="connsiteX15" fmla="*/ 51373 w 52272"/>
                    <a:gd name="connsiteY15" fmla="*/ 27999 h 58351"/>
                    <a:gd name="connsiteX16" fmla="*/ 48805 w 52272"/>
                    <a:gd name="connsiteY16" fmla="*/ 28769 h 58351"/>
                    <a:gd name="connsiteX17" fmla="*/ 7834 w 52272"/>
                    <a:gd name="connsiteY17" fmla="*/ 28769 h 58351"/>
                    <a:gd name="connsiteX18" fmla="*/ 7834 w 52272"/>
                    <a:gd name="connsiteY18" fmla="*/ 29069 h 58351"/>
                    <a:gd name="connsiteX19" fmla="*/ 13914 w 52272"/>
                    <a:gd name="connsiteY19" fmla="*/ 46621 h 58351"/>
                    <a:gd name="connsiteX20" fmla="*/ 34549 w 52272"/>
                    <a:gd name="connsiteY20" fmla="*/ 51844 h 58351"/>
                    <a:gd name="connsiteX21" fmla="*/ 46536 w 52272"/>
                    <a:gd name="connsiteY21" fmla="*/ 51844 h 58351"/>
                    <a:gd name="connsiteX22" fmla="*/ 8519 w 52272"/>
                    <a:gd name="connsiteY22" fmla="*/ 22647 h 58351"/>
                    <a:gd name="connsiteX23" fmla="*/ 44780 w 52272"/>
                    <a:gd name="connsiteY23" fmla="*/ 22647 h 58351"/>
                    <a:gd name="connsiteX24" fmla="*/ 39557 w 52272"/>
                    <a:gd name="connsiteY24" fmla="*/ 10532 h 58351"/>
                    <a:gd name="connsiteX25" fmla="*/ 26629 w 52272"/>
                    <a:gd name="connsiteY25" fmla="*/ 5994 h 58351"/>
                    <a:gd name="connsiteX26" fmla="*/ 13871 w 52272"/>
                    <a:gd name="connsiteY26" fmla="*/ 10532 h 58351"/>
                    <a:gd name="connsiteX27" fmla="*/ 8519 w 52272"/>
                    <a:gd name="connsiteY27" fmla="*/ 22647 h 5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52272" h="58351">
                      <a:moveTo>
                        <a:pt x="46536" y="51844"/>
                      </a:moveTo>
                      <a:cubicBezTo>
                        <a:pt x="48034" y="51844"/>
                        <a:pt x="49147" y="52144"/>
                        <a:pt x="49918" y="52658"/>
                      </a:cubicBezTo>
                      <a:cubicBezTo>
                        <a:pt x="50688" y="53214"/>
                        <a:pt x="51074" y="54028"/>
                        <a:pt x="51074" y="55055"/>
                      </a:cubicBezTo>
                      <a:cubicBezTo>
                        <a:pt x="51074" y="56126"/>
                        <a:pt x="50688" y="56939"/>
                        <a:pt x="49961" y="57538"/>
                      </a:cubicBezTo>
                      <a:cubicBezTo>
                        <a:pt x="49190" y="58138"/>
                        <a:pt x="48034" y="58352"/>
                        <a:pt x="46536" y="58352"/>
                      </a:cubicBezTo>
                      <a:lnTo>
                        <a:pt x="35191" y="58352"/>
                      </a:lnTo>
                      <a:cubicBezTo>
                        <a:pt x="29411" y="58352"/>
                        <a:pt x="24702" y="57966"/>
                        <a:pt x="21149" y="57196"/>
                      </a:cubicBezTo>
                      <a:cubicBezTo>
                        <a:pt x="17595" y="56425"/>
                        <a:pt x="14470" y="55141"/>
                        <a:pt x="11730" y="53343"/>
                      </a:cubicBezTo>
                      <a:cubicBezTo>
                        <a:pt x="8134" y="50988"/>
                        <a:pt x="5266" y="47606"/>
                        <a:pt x="3125" y="43325"/>
                      </a:cubicBezTo>
                      <a:cubicBezTo>
                        <a:pt x="1027" y="38958"/>
                        <a:pt x="0" y="34249"/>
                        <a:pt x="0" y="29069"/>
                      </a:cubicBezTo>
                      <a:cubicBezTo>
                        <a:pt x="0" y="20678"/>
                        <a:pt x="2569" y="13742"/>
                        <a:pt x="7663" y="8263"/>
                      </a:cubicBezTo>
                      <a:cubicBezTo>
                        <a:pt x="12758" y="2783"/>
                        <a:pt x="19265" y="0"/>
                        <a:pt x="27099" y="0"/>
                      </a:cubicBezTo>
                      <a:cubicBezTo>
                        <a:pt x="34121" y="0"/>
                        <a:pt x="40071" y="2312"/>
                        <a:pt x="44994" y="6935"/>
                      </a:cubicBezTo>
                      <a:cubicBezTo>
                        <a:pt x="49875" y="11559"/>
                        <a:pt x="52272" y="17124"/>
                        <a:pt x="52272" y="23589"/>
                      </a:cubicBezTo>
                      <a:lnTo>
                        <a:pt x="52272" y="25772"/>
                      </a:lnTo>
                      <a:cubicBezTo>
                        <a:pt x="52272" y="26757"/>
                        <a:pt x="51973" y="27485"/>
                        <a:pt x="51373" y="27999"/>
                      </a:cubicBezTo>
                      <a:cubicBezTo>
                        <a:pt x="50817" y="28512"/>
                        <a:pt x="49918" y="28769"/>
                        <a:pt x="48805" y="28769"/>
                      </a:cubicBezTo>
                      <a:lnTo>
                        <a:pt x="7834" y="28769"/>
                      </a:lnTo>
                      <a:lnTo>
                        <a:pt x="7834" y="29069"/>
                      </a:lnTo>
                      <a:cubicBezTo>
                        <a:pt x="7834" y="37246"/>
                        <a:pt x="9847" y="43111"/>
                        <a:pt x="13914" y="46621"/>
                      </a:cubicBezTo>
                      <a:cubicBezTo>
                        <a:pt x="17938" y="50132"/>
                        <a:pt x="24830" y="51844"/>
                        <a:pt x="34549" y="51844"/>
                      </a:cubicBezTo>
                      <a:lnTo>
                        <a:pt x="46536" y="51844"/>
                      </a:lnTo>
                      <a:close/>
                      <a:moveTo>
                        <a:pt x="8519" y="22647"/>
                      </a:moveTo>
                      <a:lnTo>
                        <a:pt x="44780" y="22647"/>
                      </a:lnTo>
                      <a:cubicBezTo>
                        <a:pt x="44566" y="17553"/>
                        <a:pt x="42811" y="13486"/>
                        <a:pt x="39557" y="10532"/>
                      </a:cubicBezTo>
                      <a:cubicBezTo>
                        <a:pt x="36304" y="7535"/>
                        <a:pt x="31980" y="5994"/>
                        <a:pt x="26629" y="5994"/>
                      </a:cubicBezTo>
                      <a:cubicBezTo>
                        <a:pt x="21406" y="5994"/>
                        <a:pt x="17167" y="7535"/>
                        <a:pt x="13871" y="10532"/>
                      </a:cubicBezTo>
                      <a:cubicBezTo>
                        <a:pt x="10617" y="13443"/>
                        <a:pt x="8819" y="17553"/>
                        <a:pt x="8519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11587941" y="6496671"/>
                  <a:ext cx="53428" cy="59550"/>
                </a:xfrm>
                <a:custGeom>
                  <a:avLst/>
                  <a:gdLst>
                    <a:gd name="connsiteX0" fmla="*/ 47050 w 53428"/>
                    <a:gd name="connsiteY0" fmla="*/ 59550 h 59550"/>
                    <a:gd name="connsiteX1" fmla="*/ 35705 w 53428"/>
                    <a:gd name="connsiteY1" fmla="*/ 59550 h 59550"/>
                    <a:gd name="connsiteX2" fmla="*/ 21534 w 53428"/>
                    <a:gd name="connsiteY2" fmla="*/ 58352 h 59550"/>
                    <a:gd name="connsiteX3" fmla="*/ 11944 w 53428"/>
                    <a:gd name="connsiteY3" fmla="*/ 54413 h 59550"/>
                    <a:gd name="connsiteX4" fmla="*/ 3168 w 53428"/>
                    <a:gd name="connsiteY4" fmla="*/ 44181 h 59550"/>
                    <a:gd name="connsiteX5" fmla="*/ 0 w 53428"/>
                    <a:gd name="connsiteY5" fmla="*/ 29668 h 59550"/>
                    <a:gd name="connsiteX6" fmla="*/ 7792 w 53428"/>
                    <a:gd name="connsiteY6" fmla="*/ 8434 h 59550"/>
                    <a:gd name="connsiteX7" fmla="*/ 27656 w 53428"/>
                    <a:gd name="connsiteY7" fmla="*/ 0 h 59550"/>
                    <a:gd name="connsiteX8" fmla="*/ 45936 w 53428"/>
                    <a:gd name="connsiteY8" fmla="*/ 7064 h 59550"/>
                    <a:gd name="connsiteX9" fmla="*/ 53428 w 53428"/>
                    <a:gd name="connsiteY9" fmla="*/ 24146 h 59550"/>
                    <a:gd name="connsiteX10" fmla="*/ 53428 w 53428"/>
                    <a:gd name="connsiteY10" fmla="*/ 26329 h 59550"/>
                    <a:gd name="connsiteX11" fmla="*/ 52358 w 53428"/>
                    <a:gd name="connsiteY11" fmla="*/ 28983 h 59550"/>
                    <a:gd name="connsiteX12" fmla="*/ 49404 w 53428"/>
                    <a:gd name="connsiteY12" fmla="*/ 29925 h 59550"/>
                    <a:gd name="connsiteX13" fmla="*/ 9033 w 53428"/>
                    <a:gd name="connsiteY13" fmla="*/ 29925 h 59550"/>
                    <a:gd name="connsiteX14" fmla="*/ 14941 w 53428"/>
                    <a:gd name="connsiteY14" fmla="*/ 46750 h 59550"/>
                    <a:gd name="connsiteX15" fmla="*/ 35191 w 53428"/>
                    <a:gd name="connsiteY15" fmla="*/ 51844 h 59550"/>
                    <a:gd name="connsiteX16" fmla="*/ 47135 w 53428"/>
                    <a:gd name="connsiteY16" fmla="*/ 51844 h 59550"/>
                    <a:gd name="connsiteX17" fmla="*/ 50860 w 53428"/>
                    <a:gd name="connsiteY17" fmla="*/ 52786 h 59550"/>
                    <a:gd name="connsiteX18" fmla="*/ 52273 w 53428"/>
                    <a:gd name="connsiteY18" fmla="*/ 55655 h 59550"/>
                    <a:gd name="connsiteX19" fmla="*/ 50945 w 53428"/>
                    <a:gd name="connsiteY19" fmla="*/ 58566 h 59550"/>
                    <a:gd name="connsiteX20" fmla="*/ 47050 w 53428"/>
                    <a:gd name="connsiteY20" fmla="*/ 59550 h 59550"/>
                    <a:gd name="connsiteX21" fmla="*/ 27613 w 53428"/>
                    <a:gd name="connsiteY21" fmla="*/ 1199 h 59550"/>
                    <a:gd name="connsiteX22" fmla="*/ 8605 w 53428"/>
                    <a:gd name="connsiteY22" fmla="*/ 9247 h 59550"/>
                    <a:gd name="connsiteX23" fmla="*/ 1113 w 53428"/>
                    <a:gd name="connsiteY23" fmla="*/ 29668 h 59550"/>
                    <a:gd name="connsiteX24" fmla="*/ 4196 w 53428"/>
                    <a:gd name="connsiteY24" fmla="*/ 43667 h 59550"/>
                    <a:gd name="connsiteX25" fmla="*/ 12586 w 53428"/>
                    <a:gd name="connsiteY25" fmla="*/ 53428 h 59550"/>
                    <a:gd name="connsiteX26" fmla="*/ 21791 w 53428"/>
                    <a:gd name="connsiteY26" fmla="*/ 57196 h 59550"/>
                    <a:gd name="connsiteX27" fmla="*/ 35705 w 53428"/>
                    <a:gd name="connsiteY27" fmla="*/ 58352 h 59550"/>
                    <a:gd name="connsiteX28" fmla="*/ 47050 w 53428"/>
                    <a:gd name="connsiteY28" fmla="*/ 58352 h 59550"/>
                    <a:gd name="connsiteX29" fmla="*/ 50132 w 53428"/>
                    <a:gd name="connsiteY29" fmla="*/ 57624 h 59550"/>
                    <a:gd name="connsiteX30" fmla="*/ 51031 w 53428"/>
                    <a:gd name="connsiteY30" fmla="*/ 55612 h 59550"/>
                    <a:gd name="connsiteX31" fmla="*/ 50089 w 53428"/>
                    <a:gd name="connsiteY31" fmla="*/ 53685 h 59550"/>
                    <a:gd name="connsiteX32" fmla="*/ 47007 w 53428"/>
                    <a:gd name="connsiteY32" fmla="*/ 52957 h 59550"/>
                    <a:gd name="connsiteX33" fmla="*/ 35062 w 53428"/>
                    <a:gd name="connsiteY33" fmla="*/ 52957 h 59550"/>
                    <a:gd name="connsiteX34" fmla="*/ 14042 w 53428"/>
                    <a:gd name="connsiteY34" fmla="*/ 47563 h 59550"/>
                    <a:gd name="connsiteX35" fmla="*/ 7749 w 53428"/>
                    <a:gd name="connsiteY35" fmla="*/ 29583 h 59550"/>
                    <a:gd name="connsiteX36" fmla="*/ 7749 w 53428"/>
                    <a:gd name="connsiteY36" fmla="*/ 28684 h 59550"/>
                    <a:gd name="connsiteX37" fmla="*/ 49276 w 53428"/>
                    <a:gd name="connsiteY37" fmla="*/ 28684 h 59550"/>
                    <a:gd name="connsiteX38" fmla="*/ 51459 w 53428"/>
                    <a:gd name="connsiteY38" fmla="*/ 28041 h 59550"/>
                    <a:gd name="connsiteX39" fmla="*/ 52144 w 53428"/>
                    <a:gd name="connsiteY39" fmla="*/ 26243 h 59550"/>
                    <a:gd name="connsiteX40" fmla="*/ 52144 w 53428"/>
                    <a:gd name="connsiteY40" fmla="*/ 24060 h 59550"/>
                    <a:gd name="connsiteX41" fmla="*/ 45037 w 53428"/>
                    <a:gd name="connsiteY41" fmla="*/ 7834 h 59550"/>
                    <a:gd name="connsiteX42" fmla="*/ 27613 w 53428"/>
                    <a:gd name="connsiteY42" fmla="*/ 1199 h 59550"/>
                    <a:gd name="connsiteX43" fmla="*/ 45894 w 53428"/>
                    <a:gd name="connsiteY43" fmla="*/ 23803 h 59550"/>
                    <a:gd name="connsiteX44" fmla="*/ 8434 w 53428"/>
                    <a:gd name="connsiteY44" fmla="*/ 23803 h 59550"/>
                    <a:gd name="connsiteX45" fmla="*/ 8477 w 53428"/>
                    <a:gd name="connsiteY45" fmla="*/ 23204 h 59550"/>
                    <a:gd name="connsiteX46" fmla="*/ 14042 w 53428"/>
                    <a:gd name="connsiteY46" fmla="*/ 10703 h 59550"/>
                    <a:gd name="connsiteX47" fmla="*/ 27185 w 53428"/>
                    <a:gd name="connsiteY47" fmla="*/ 6036 h 59550"/>
                    <a:gd name="connsiteX48" fmla="*/ 40499 w 53428"/>
                    <a:gd name="connsiteY48" fmla="*/ 10703 h 59550"/>
                    <a:gd name="connsiteX49" fmla="*/ 45894 w 53428"/>
                    <a:gd name="connsiteY49" fmla="*/ 23246 h 59550"/>
                    <a:gd name="connsiteX50" fmla="*/ 45894 w 53428"/>
                    <a:gd name="connsiteY50" fmla="*/ 23803 h 59550"/>
                    <a:gd name="connsiteX51" fmla="*/ 9675 w 53428"/>
                    <a:gd name="connsiteY51" fmla="*/ 22647 h 59550"/>
                    <a:gd name="connsiteX52" fmla="*/ 44695 w 53428"/>
                    <a:gd name="connsiteY52" fmla="*/ 22647 h 59550"/>
                    <a:gd name="connsiteX53" fmla="*/ 39686 w 53428"/>
                    <a:gd name="connsiteY53" fmla="*/ 11516 h 59550"/>
                    <a:gd name="connsiteX54" fmla="*/ 27142 w 53428"/>
                    <a:gd name="connsiteY54" fmla="*/ 7149 h 59550"/>
                    <a:gd name="connsiteX55" fmla="*/ 14770 w 53428"/>
                    <a:gd name="connsiteY55" fmla="*/ 11516 h 59550"/>
                    <a:gd name="connsiteX56" fmla="*/ 9675 w 53428"/>
                    <a:gd name="connsiteY56" fmla="*/ 22647 h 5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53428" h="59550">
                      <a:moveTo>
                        <a:pt x="47050" y="59550"/>
                      </a:moveTo>
                      <a:lnTo>
                        <a:pt x="35705" y="59550"/>
                      </a:lnTo>
                      <a:cubicBezTo>
                        <a:pt x="29711" y="59550"/>
                        <a:pt x="25087" y="59165"/>
                        <a:pt x="21534" y="58352"/>
                      </a:cubicBezTo>
                      <a:cubicBezTo>
                        <a:pt x="17895" y="57581"/>
                        <a:pt x="14770" y="56297"/>
                        <a:pt x="11944" y="54413"/>
                      </a:cubicBezTo>
                      <a:cubicBezTo>
                        <a:pt x="8263" y="52016"/>
                        <a:pt x="5309" y="48591"/>
                        <a:pt x="3168" y="44181"/>
                      </a:cubicBezTo>
                      <a:cubicBezTo>
                        <a:pt x="1028" y="39729"/>
                        <a:pt x="0" y="34977"/>
                        <a:pt x="0" y="29668"/>
                      </a:cubicBezTo>
                      <a:cubicBezTo>
                        <a:pt x="0" y="21149"/>
                        <a:pt x="2612" y="13999"/>
                        <a:pt x="7792" y="8434"/>
                      </a:cubicBezTo>
                      <a:cubicBezTo>
                        <a:pt x="12972" y="2826"/>
                        <a:pt x="19650" y="0"/>
                        <a:pt x="27656" y="0"/>
                      </a:cubicBezTo>
                      <a:cubicBezTo>
                        <a:pt x="34763" y="0"/>
                        <a:pt x="40928" y="2397"/>
                        <a:pt x="45936" y="7064"/>
                      </a:cubicBezTo>
                      <a:cubicBezTo>
                        <a:pt x="50903" y="11773"/>
                        <a:pt x="53428" y="17510"/>
                        <a:pt x="53428" y="24146"/>
                      </a:cubicBezTo>
                      <a:lnTo>
                        <a:pt x="53428" y="26329"/>
                      </a:lnTo>
                      <a:cubicBezTo>
                        <a:pt x="53428" y="27485"/>
                        <a:pt x="53086" y="28384"/>
                        <a:pt x="52358" y="28983"/>
                      </a:cubicBezTo>
                      <a:cubicBezTo>
                        <a:pt x="51673" y="29583"/>
                        <a:pt x="50689" y="29925"/>
                        <a:pt x="49404" y="29925"/>
                      </a:cubicBezTo>
                      <a:lnTo>
                        <a:pt x="9033" y="29925"/>
                      </a:lnTo>
                      <a:cubicBezTo>
                        <a:pt x="9076" y="37759"/>
                        <a:pt x="11045" y="43411"/>
                        <a:pt x="14941" y="46750"/>
                      </a:cubicBezTo>
                      <a:cubicBezTo>
                        <a:pt x="18837" y="50132"/>
                        <a:pt x="25687" y="51844"/>
                        <a:pt x="35191" y="51844"/>
                      </a:cubicBezTo>
                      <a:lnTo>
                        <a:pt x="47135" y="51844"/>
                      </a:lnTo>
                      <a:cubicBezTo>
                        <a:pt x="48719" y="51844"/>
                        <a:pt x="50004" y="52144"/>
                        <a:pt x="50860" y="52786"/>
                      </a:cubicBezTo>
                      <a:cubicBezTo>
                        <a:pt x="51802" y="53428"/>
                        <a:pt x="52273" y="54413"/>
                        <a:pt x="52273" y="55655"/>
                      </a:cubicBezTo>
                      <a:cubicBezTo>
                        <a:pt x="52273" y="56896"/>
                        <a:pt x="51802" y="57881"/>
                        <a:pt x="50945" y="58566"/>
                      </a:cubicBezTo>
                      <a:cubicBezTo>
                        <a:pt x="50004" y="59251"/>
                        <a:pt x="48805" y="59550"/>
                        <a:pt x="47050" y="59550"/>
                      </a:cubicBezTo>
                      <a:close/>
                      <a:moveTo>
                        <a:pt x="27613" y="1199"/>
                      </a:moveTo>
                      <a:cubicBezTo>
                        <a:pt x="19950" y="1199"/>
                        <a:pt x="13571" y="3896"/>
                        <a:pt x="8605" y="9247"/>
                      </a:cubicBezTo>
                      <a:cubicBezTo>
                        <a:pt x="3639" y="14599"/>
                        <a:pt x="1113" y="21448"/>
                        <a:pt x="1113" y="29668"/>
                      </a:cubicBezTo>
                      <a:cubicBezTo>
                        <a:pt x="1113" y="34806"/>
                        <a:pt x="2141" y="39386"/>
                        <a:pt x="4196" y="43667"/>
                      </a:cubicBezTo>
                      <a:cubicBezTo>
                        <a:pt x="6251" y="47863"/>
                        <a:pt x="9076" y="51159"/>
                        <a:pt x="12586" y="53428"/>
                      </a:cubicBezTo>
                      <a:cubicBezTo>
                        <a:pt x="15284" y="55184"/>
                        <a:pt x="18280" y="56425"/>
                        <a:pt x="21791" y="57196"/>
                      </a:cubicBezTo>
                      <a:cubicBezTo>
                        <a:pt x="25216" y="57966"/>
                        <a:pt x="29882" y="58352"/>
                        <a:pt x="35705" y="58352"/>
                      </a:cubicBezTo>
                      <a:lnTo>
                        <a:pt x="47050" y="58352"/>
                      </a:lnTo>
                      <a:cubicBezTo>
                        <a:pt x="48505" y="58352"/>
                        <a:pt x="49490" y="58138"/>
                        <a:pt x="50132" y="57624"/>
                      </a:cubicBezTo>
                      <a:cubicBezTo>
                        <a:pt x="50731" y="57153"/>
                        <a:pt x="51031" y="56511"/>
                        <a:pt x="51031" y="55612"/>
                      </a:cubicBezTo>
                      <a:cubicBezTo>
                        <a:pt x="51031" y="54756"/>
                        <a:pt x="50731" y="54156"/>
                        <a:pt x="50089" y="53685"/>
                      </a:cubicBezTo>
                      <a:cubicBezTo>
                        <a:pt x="49404" y="53214"/>
                        <a:pt x="48377" y="52957"/>
                        <a:pt x="47007" y="52957"/>
                      </a:cubicBezTo>
                      <a:lnTo>
                        <a:pt x="35062" y="52957"/>
                      </a:lnTo>
                      <a:cubicBezTo>
                        <a:pt x="25259" y="52957"/>
                        <a:pt x="18195" y="51159"/>
                        <a:pt x="14042" y="47563"/>
                      </a:cubicBezTo>
                      <a:cubicBezTo>
                        <a:pt x="9890" y="43967"/>
                        <a:pt x="7749" y="37931"/>
                        <a:pt x="7749" y="29583"/>
                      </a:cubicBezTo>
                      <a:lnTo>
                        <a:pt x="7749" y="28684"/>
                      </a:lnTo>
                      <a:lnTo>
                        <a:pt x="49276" y="28684"/>
                      </a:lnTo>
                      <a:cubicBezTo>
                        <a:pt x="50260" y="28684"/>
                        <a:pt x="50988" y="28469"/>
                        <a:pt x="51459" y="28041"/>
                      </a:cubicBezTo>
                      <a:cubicBezTo>
                        <a:pt x="51930" y="27613"/>
                        <a:pt x="52144" y="27057"/>
                        <a:pt x="52144" y="26243"/>
                      </a:cubicBezTo>
                      <a:lnTo>
                        <a:pt x="52144" y="24060"/>
                      </a:lnTo>
                      <a:cubicBezTo>
                        <a:pt x="52144" y="17767"/>
                        <a:pt x="49747" y="12330"/>
                        <a:pt x="45037" y="7834"/>
                      </a:cubicBezTo>
                      <a:cubicBezTo>
                        <a:pt x="40328" y="3468"/>
                        <a:pt x="34420" y="1199"/>
                        <a:pt x="27613" y="1199"/>
                      </a:cubicBezTo>
                      <a:close/>
                      <a:moveTo>
                        <a:pt x="45894" y="23803"/>
                      </a:moveTo>
                      <a:lnTo>
                        <a:pt x="8434" y="23803"/>
                      </a:lnTo>
                      <a:lnTo>
                        <a:pt x="8477" y="23204"/>
                      </a:lnTo>
                      <a:cubicBezTo>
                        <a:pt x="8776" y="17938"/>
                        <a:pt x="10660" y="13742"/>
                        <a:pt x="14042" y="10703"/>
                      </a:cubicBezTo>
                      <a:cubicBezTo>
                        <a:pt x="17424" y="7620"/>
                        <a:pt x="21834" y="6036"/>
                        <a:pt x="27185" y="6036"/>
                      </a:cubicBezTo>
                      <a:cubicBezTo>
                        <a:pt x="32622" y="6036"/>
                        <a:pt x="37117" y="7620"/>
                        <a:pt x="40499" y="10703"/>
                      </a:cubicBezTo>
                      <a:cubicBezTo>
                        <a:pt x="43881" y="13785"/>
                        <a:pt x="45680" y="17981"/>
                        <a:pt x="45894" y="23246"/>
                      </a:cubicBezTo>
                      <a:lnTo>
                        <a:pt x="45894" y="23803"/>
                      </a:lnTo>
                      <a:close/>
                      <a:moveTo>
                        <a:pt x="9675" y="22647"/>
                      </a:moveTo>
                      <a:lnTo>
                        <a:pt x="44695" y="22647"/>
                      </a:lnTo>
                      <a:cubicBezTo>
                        <a:pt x="44395" y="18024"/>
                        <a:pt x="42726" y="14256"/>
                        <a:pt x="39686" y="11516"/>
                      </a:cubicBezTo>
                      <a:cubicBezTo>
                        <a:pt x="36518" y="8605"/>
                        <a:pt x="32323" y="7149"/>
                        <a:pt x="27142" y="7149"/>
                      </a:cubicBezTo>
                      <a:cubicBezTo>
                        <a:pt x="22133" y="7149"/>
                        <a:pt x="17938" y="8605"/>
                        <a:pt x="14770" y="11516"/>
                      </a:cubicBezTo>
                      <a:cubicBezTo>
                        <a:pt x="11773" y="14256"/>
                        <a:pt x="10061" y="17981"/>
                        <a:pt x="9675" y="22647"/>
                      </a:cubicBezTo>
                      <a:close/>
                    </a:path>
                  </a:pathLst>
                </a:custGeom>
                <a:solidFill>
                  <a:srgbClr val="A5A7AA"/>
                </a:solidFill>
                <a:ln w="42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58" name="矩形 57"/>
          <p:cNvSpPr/>
          <p:nvPr/>
        </p:nvSpPr>
        <p:spPr>
          <a:xfrm>
            <a:off x="0" y="6355843"/>
            <a:ext cx="10528295" cy="91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2" name="标题 1"/>
          <p:cNvSpPr>
            <a:spLocks noGrp="1"/>
          </p:cNvSpPr>
          <p:nvPr>
            <p:ph type="title" hasCustomPrompt="1"/>
          </p:nvPr>
        </p:nvSpPr>
        <p:spPr>
          <a:xfrm>
            <a:off x="1530350" y="536325"/>
            <a:ext cx="10057647" cy="4801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>
              <a:defRPr lang="zh-CN" altLang="en-US" sz="2800" b="1" dirty="0">
                <a:solidFill>
                  <a:schemeClr val="accent1"/>
                </a:solidFill>
                <a:latin typeface="+mj-ea"/>
                <a:ea typeface="+mj-ea"/>
                <a:cs typeface="微软雅黑" panose="020B0502040204020203" charset="-122"/>
              </a:defRPr>
            </a:lvl1pPr>
          </a:lstStyle>
          <a:p>
            <a:pPr marL="0" lvl="0"/>
            <a:r>
              <a:rPr kumimoji="1" lang="zh-CN" altLang="en-US" dirty="0"/>
              <a:t>章节标题在此进行填写</a:t>
            </a:r>
            <a:endParaRPr kumimoji="1" lang="zh-CN" altLang="en-US" dirty="0"/>
          </a:p>
        </p:txBody>
      </p:sp>
      <p:sp>
        <p:nvSpPr>
          <p:cNvPr id="117" name="图片占位符 5"/>
          <p:cNvSpPr>
            <a:spLocks noGrp="1"/>
          </p:cNvSpPr>
          <p:nvPr>
            <p:ph type="pic" sz="quarter" idx="11"/>
          </p:nvPr>
        </p:nvSpPr>
        <p:spPr>
          <a:xfrm>
            <a:off x="5948612" y="1786120"/>
            <a:ext cx="5561217" cy="3703464"/>
          </a:xfrm>
          <a:prstGeom prst="rect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rgbClr val="00CCD7"/>
                </a:gs>
                <a:gs pos="100000">
                  <a:schemeClr val="accent1">
                    <a:alpha val="0"/>
                  </a:schemeClr>
                </a:gs>
              </a:gsLst>
              <a:lin ang="8100000" scaled="0"/>
            </a:gradFill>
          </a:ln>
        </p:spPr>
        <p:txBody>
          <a:bodyPr anchor="ctr" anchorCtr="0"/>
          <a:lstStyle>
            <a:lvl1pPr algn="ctr">
              <a:defRPr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1199456" y="356659"/>
            <a:ext cx="1692754" cy="417156"/>
          </a:xfrm>
          <a:prstGeom prst="rect">
            <a:avLst/>
          </a:prstGeom>
          <a:noFill/>
        </p:spPr>
        <p:txBody>
          <a:bodyPr wrap="none" lIns="128579" tIns="64289" rIns="128579" bIns="64289" rtlCol="0">
            <a:spAutoFit/>
          </a:bodyPr>
          <a:lstStyle/>
          <a:p>
            <a:pPr defTabSz="1285875"/>
            <a:r>
              <a:rPr lang="zh-CN" altLang="en-US" sz="1865" dirty="0">
                <a:solidFill>
                  <a:schemeClr val="bg1">
                    <a:lumMod val="75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+mn-ea"/>
                <a:sym typeface="+mn-lt"/>
              </a:rPr>
              <a:t>单击输入标题</a:t>
            </a:r>
            <a:endParaRPr lang="zh-CN" altLang="en-US" sz="1865" dirty="0">
              <a:solidFill>
                <a:schemeClr val="bg1">
                  <a:lumMod val="75000"/>
                </a:schemeClr>
              </a:solidFill>
              <a:latin typeface="微软雅黑" panose="020B0502040204020203" charset="-122"/>
              <a:ea typeface="微软雅黑" panose="020B0502040204020203" charset="-122"/>
              <a:cs typeface="+mn-ea"/>
              <a:sym typeface="+mn-lt"/>
            </a:endParaRPr>
          </a:p>
        </p:txBody>
      </p:sp>
      <p:sp>
        <p:nvSpPr>
          <p:cNvPr id="10" name="右箭头 9"/>
          <p:cNvSpPr/>
          <p:nvPr userDrawn="1"/>
        </p:nvSpPr>
        <p:spPr>
          <a:xfrm>
            <a:off x="623392" y="356659"/>
            <a:ext cx="576064" cy="384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>
              <a:lumMod val="75000"/>
              <a:lumOff val="25000"/>
            </a:schemeClr>
          </a:solidFill>
          <a:latin typeface="Source Han Sans CN Normal" panose="020B0400000000000000" pitchFamily="34" charset="-128"/>
          <a:ea typeface="Source Han Sans CN Normal" panose="020B0400000000000000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 typeface="Arial" panose="020B0704020202020204" pitchFamily="34" charset="0"/>
        <a:buNone/>
        <a:defRPr sz="1800" b="0" i="0" kern="1200">
          <a:solidFill>
            <a:schemeClr val="tx1">
              <a:lumMod val="75000"/>
              <a:lumOff val="25000"/>
            </a:schemeClr>
          </a:solidFill>
          <a:latin typeface="Source Han Sans CN Normal" panose="020B0400000000000000" pitchFamily="34" charset="-128"/>
          <a:ea typeface="Source Han Sans CN Normal" panose="020B04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704020202020204" pitchFamily="34" charset="0"/>
        <a:buChar char="•"/>
        <a:defRPr sz="2400" b="0" i="0" kern="1200">
          <a:solidFill>
            <a:schemeClr val="tx1"/>
          </a:solidFill>
          <a:latin typeface="Source Han Sans CN Normal" panose="020B0400000000000000" pitchFamily="34" charset="-128"/>
          <a:ea typeface="Source Han Sans CN Normal" panose="020B04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704020202020204" pitchFamily="34" charset="0"/>
        <a:buChar char="•"/>
        <a:defRPr sz="2000" b="0" i="0" kern="1200">
          <a:solidFill>
            <a:schemeClr val="tx1"/>
          </a:solidFill>
          <a:latin typeface="Source Han Sans CN Normal" panose="020B0400000000000000" pitchFamily="34" charset="-128"/>
          <a:ea typeface="Source Han Sans CN Normal" panose="020B04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704020202020204" pitchFamily="34" charset="0"/>
        <a:buChar char="•"/>
        <a:defRPr sz="1800" b="0" i="0" kern="1200">
          <a:solidFill>
            <a:schemeClr val="tx1"/>
          </a:solidFill>
          <a:latin typeface="Source Han Sans CN Normal" panose="020B0400000000000000" pitchFamily="34" charset="-128"/>
          <a:ea typeface="Source Han Sans CN Normal" panose="020B04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704020202020204" pitchFamily="34" charset="0"/>
        <a:buChar char="•"/>
        <a:defRPr sz="1800" b="0" i="0" kern="1200">
          <a:solidFill>
            <a:schemeClr val="tx1"/>
          </a:solidFill>
          <a:latin typeface="Source Han Sans CN Normal" panose="020B0400000000000000" pitchFamily="34" charset="-128"/>
          <a:ea typeface="Source Han Sans CN Normal" panose="020B04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" y="1152144"/>
            <a:ext cx="14764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CCD7"/>
                </a:solidFill>
              </a:defRPr>
            </a:pPr>
            <a:r>
              <a:t>A-Deck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" y="2212848"/>
            <a:ext cx="1466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222222"/>
                </a:solidFill>
              </a:defRPr>
            </a:pPr>
            <a:r>
              <a:t>业务流程架构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017520"/>
            <a:ext cx="143377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知识驱动 · 母版继承 · 端到端自动化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28" y="4389120"/>
            <a:ext cx="140086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BA-03 Layered Business Process  |  Cloudwise Master  |  Value Chain → Swimlane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5687568"/>
            <a:ext cx="14374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A9599"/>
                </a:solidFill>
              </a:defRPr>
            </a:pPr>
            <a:r>
              <a:t>From Requirement Intake to Delivery &amp; Learning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8369" y="0"/>
            <a:ext cx="12942488" cy="478155"/>
          </a:xfrm>
        </p:spPr>
        <p:txBody>
          <a:bodyPr/>
          <a:lstStyle/>
          <a:p>
            <a:r>
              <a:t>PPT Maker Agent — Business Process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528" y="621792"/>
            <a:ext cx="107289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5A7AA"/>
                </a:solidFill>
              </a:defRPr>
            </a:pPr>
            <a:r>
              <a:t>Layer 0 (Value Chain): End-to-End Process Landscape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339596"/>
            <a:ext cx="1767840" cy="960120"/>
          </a:xfrm>
          <a:prstGeom prst="roundRect">
            <a:avLst>
              <a:gd name="adj" fmla="val 3200"/>
            </a:avLst>
          </a:prstGeom>
          <a:solidFill>
            <a:srgbClr val="67E0E6"/>
          </a:solidFill>
          <a:ln w="1524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52" y="1431036"/>
            <a:ext cx="1621536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22222"/>
                </a:solidFill>
              </a:defRPr>
            </a:pPr>
            <a:r>
              <a:t>P0 · 需求受理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136" y="1723644"/>
            <a:ext cx="1572768" cy="213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22222"/>
                </a:solidFill>
              </a:defRPr>
            </a:pPr>
            <a:r>
              <a:t>需求入口与范围确认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9632" y="1723644"/>
            <a:ext cx="1219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CCD7"/>
                </a:solidFill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3744" y="1339596"/>
            <a:ext cx="1767840" cy="960120"/>
          </a:xfrm>
          <a:prstGeom prst="roundRect">
            <a:avLst>
              <a:gd name="adj" fmla="val 3200"/>
            </a:avLst>
          </a:prstGeom>
          <a:solidFill>
            <a:srgbClr val="67E0E6"/>
          </a:solidFill>
          <a:ln w="1524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96896" y="1431036"/>
            <a:ext cx="1621536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22222"/>
                </a:solidFill>
              </a:defRPr>
            </a:pPr>
            <a:r>
              <a:t>P1 · 知识准备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1280" y="1723644"/>
            <a:ext cx="1572768" cy="213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22222"/>
                </a:solidFill>
              </a:defRPr>
            </a:pPr>
            <a:r>
              <a:t>资料/母版/规范装载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3776" y="1723644"/>
            <a:ext cx="1219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CCD7"/>
                </a:solidFill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7888" y="1339596"/>
            <a:ext cx="1767840" cy="960120"/>
          </a:xfrm>
          <a:prstGeom prst="roundRect">
            <a:avLst>
              <a:gd name="adj" fmla="val 3200"/>
            </a:avLst>
          </a:prstGeom>
          <a:solidFill>
            <a:srgbClr val="00CCD7"/>
          </a:solidFill>
          <a:ln w="1524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431036"/>
            <a:ext cx="1621536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P2 · 提纲与规划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723644"/>
            <a:ext cx="1572768" cy="213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结构规划与页级策略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23644"/>
            <a:ext cx="1219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CCD7"/>
                </a:solidFill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2032" y="1339596"/>
            <a:ext cx="1767840" cy="960120"/>
          </a:xfrm>
          <a:prstGeom prst="roundRect">
            <a:avLst>
              <a:gd name="adj" fmla="val 3200"/>
            </a:avLst>
          </a:prstGeom>
          <a:solidFill>
            <a:srgbClr val="00CCD7"/>
          </a:solidFill>
          <a:ln w="1524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5184" y="1431036"/>
            <a:ext cx="1621536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P3 · 内容与制图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9568" y="1723644"/>
            <a:ext cx="1572768" cy="213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正文生成与架构图绘制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2064" y="1723644"/>
            <a:ext cx="1219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CCD7"/>
                </a:solidFill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6" y="1339596"/>
            <a:ext cx="1767840" cy="960120"/>
          </a:xfrm>
          <a:prstGeom prst="roundRect">
            <a:avLst>
              <a:gd name="adj" fmla="val 3200"/>
            </a:avLst>
          </a:prstGeom>
          <a:solidFill>
            <a:srgbClr val="00CCD7"/>
          </a:solidFill>
          <a:ln w="1524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431036"/>
            <a:ext cx="1621536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P4 · 校验与评审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3712" y="1723644"/>
            <a:ext cx="1572768" cy="213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一致性与质量门禁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6208" y="1723644"/>
            <a:ext cx="1219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CCD7"/>
                </a:solidFill>
              </a:defRPr>
            </a:pPr>
            <a: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80320" y="1339596"/>
            <a:ext cx="1767840" cy="960120"/>
          </a:xfrm>
          <a:prstGeom prst="roundRect">
            <a:avLst>
              <a:gd name="adj" fmla="val 3200"/>
            </a:avLst>
          </a:prstGeom>
          <a:solidFill>
            <a:srgbClr val="67E0E6"/>
          </a:solidFill>
          <a:ln w="1524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53472" y="1431036"/>
            <a:ext cx="1621536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22222"/>
                </a:solidFill>
              </a:defRPr>
            </a:pPr>
            <a:r>
              <a:t>P5 · 发布与学习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7856" y="1723644"/>
            <a:ext cx="1572768" cy="213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22222"/>
                </a:solidFill>
              </a:defRPr>
            </a:pPr>
            <a:r>
              <a:t>交付归档与经验回流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984" y="2628900"/>
            <a:ext cx="10899648" cy="3191256"/>
          </a:xfrm>
          <a:prstGeom prst="roundRect">
            <a:avLst>
              <a:gd name="adj" fmla="val 2200"/>
            </a:avLst>
          </a:prstGeom>
          <a:solidFill>
            <a:srgbClr val="F7F9FA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056" y="2775204"/>
            <a:ext cx="341376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22222"/>
                </a:solidFill>
              </a:defRPr>
            </a:pPr>
            <a:r>
              <a:t>Layer Decomposition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3122676"/>
            <a:ext cx="10338816" cy="229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• L1: Phase Process (4 pages) — Intake/Preparation/Generation/Delivery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3525012"/>
            <a:ext cx="10338816" cy="229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• L2: Detailed Swimlane SOP (3 pages) — branch, exception, SLA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3927348"/>
            <a:ext cx="10338816" cy="229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• Cross-layer Trace: BA-03 -&gt; AA-03 integration 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329684"/>
            <a:ext cx="10338816" cy="229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• Owner: Product Ops  |  Version: v2.0  |  Baseline SLA: T+1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190488"/>
            <a:ext cx="11436096" cy="198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Scope: PPT Maker Agent end-to-end business process map · Cloudwise Master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8369" y="0"/>
            <a:ext cx="12942488" cy="0"/>
          </a:xfrm>
        </p:spPr>
        <p:txBody>
          <a:bodyPr/>
          <a:lstStyle/>
          <a:p>
            <a:r>
              <a:t>L1 Process P0-P2 — Intake &amp;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528" y="621792"/>
            <a:ext cx="1072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5A7AA"/>
                </a:solidFill>
              </a:defRPr>
            </a:pPr>
            <a:r>
              <a:t>Layer 1: 业务受理 -&gt; 分析澄清 -&gt; 提纲规划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63624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3296" y="1636776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业务方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7568" y="1563624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07792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" y="2980944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产品经理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7568" y="2907792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" y="4325112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架构师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7568" y="4251960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1264" y="2148840"/>
            <a:ext cx="219456" cy="164592"/>
          </a:xfrm>
          <a:prstGeom prst="ellips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23872" y="1965960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7024" y="2039112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提交需求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295144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Portal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8544" y="1984248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2528" y="3310128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5680" y="3383280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需求拆解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3216" y="3639312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7200" y="332841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&lt;=4h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1184" y="3310128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2540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3383280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范围确认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1872" y="3639312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05856" y="332841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282696"/>
            <a:ext cx="97536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0392B"/>
                </a:solidFill>
              </a:defRPr>
            </a:pPr>
            <a:r>
              <a:t>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9840" y="4654296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2992" y="4727448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约束识别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8" y="4983480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EA Repo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44512" y="4672584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&lt;=3h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8496" y="3310128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2540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51648" y="3383280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提纲规划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49184" y="3639312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Planner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83168" y="332841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5776" y="3282696"/>
            <a:ext cx="97536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0392B"/>
                </a:solidFill>
              </a:defRPr>
            </a:pPr>
            <a:r>
              <a:t>!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17152" y="3310128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0304" y="3383280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计划冻结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87840" y="3639312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1824" y="332841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&lt;=1h</a:t>
            </a:r>
          </a:p>
        </p:txBody>
      </p:sp>
      <p:sp>
        <p:nvSpPr>
          <p:cNvPr id="40" name="Oval 39"/>
          <p:cNvSpPr/>
          <p:nvPr/>
        </p:nvSpPr>
        <p:spPr>
          <a:xfrm>
            <a:off x="10582656" y="3493008"/>
            <a:ext cx="219456" cy="164592"/>
          </a:xfrm>
          <a:prstGeom prst="ellipse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243072" y="2231136"/>
            <a:ext cx="219456" cy="1344168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79648" y="2121408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handoff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681728" y="3575304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20384" y="3575304"/>
            <a:ext cx="219456" cy="1344168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559040" y="3575304"/>
            <a:ext cx="219456" cy="1344168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595616" y="4809744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sync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997696" y="3575304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436352" y="3575304"/>
            <a:ext cx="146304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5760" y="6190488"/>
            <a:ext cx="114360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Owner: Product Manager · Output: Frozen Outline + Scope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8369" y="0"/>
            <a:ext cx="12942488" cy="0"/>
          </a:xfrm>
        </p:spPr>
        <p:txBody>
          <a:bodyPr/>
          <a:lstStyle/>
          <a:p>
            <a:r>
              <a:t>L1 Process P1 — Knowledge &amp; Template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528" y="621792"/>
            <a:ext cx="1072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5A7AA"/>
                </a:solidFill>
              </a:defRPr>
            </a:pPr>
            <a:r>
              <a:t>Layer 1: 资料清洗 -&gt; 母版选择 -&gt; 知识注入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63624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3296" y="1636776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知识运营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7568" y="1563624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07792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" y="2980944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设计规范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7568" y="2907792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" y="4325112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平台服务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7568" y="4251960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1264" y="2148840"/>
            <a:ext cx="219456" cy="164592"/>
          </a:xfrm>
          <a:prstGeom prst="ellips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23872" y="1965960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7024" y="2039112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资料采集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295144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KB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8544" y="1984248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&lt;=3h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2528" y="1965960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5680" y="2039112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结构化清洗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3216" y="2295144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Parser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7200" y="1984248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1184" y="3310128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2540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3383280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模板匹配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1872" y="3639312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Master Lib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05856" y="332841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&lt;=30m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282696"/>
            <a:ext cx="97536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0392B"/>
                </a:solidFill>
              </a:defRPr>
            </a:pPr>
            <a:r>
              <a:t>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9840" y="3310128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2992" y="3383280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品牌规则校验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8" y="3639312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Rule Engine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44512" y="332841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&lt;=20m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8496" y="4654296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51648" y="4727448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知识注入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49184" y="4983480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Vector DB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83168" y="4672584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&lt;=25m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17152" y="4654296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0304" y="4727448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上下文发布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87840" y="4983480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Context 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21824" y="4672584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&lt;=10m</a:t>
            </a:r>
          </a:p>
        </p:txBody>
      </p:sp>
      <p:sp>
        <p:nvSpPr>
          <p:cNvPr id="39" name="Oval 38"/>
          <p:cNvSpPr/>
          <p:nvPr/>
        </p:nvSpPr>
        <p:spPr>
          <a:xfrm>
            <a:off x="10582656" y="4837176"/>
            <a:ext cx="219456" cy="164592"/>
          </a:xfrm>
          <a:prstGeom prst="ellipse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3243072" y="2231136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681728" y="2231136"/>
            <a:ext cx="219456" cy="1344168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718304" y="2121408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handoff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20384" y="3575304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559040" y="3575304"/>
            <a:ext cx="219456" cy="1344168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595616" y="3465576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sync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997696" y="4919472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436352" y="4919472"/>
            <a:ext cx="146304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65760" y="6190488"/>
            <a:ext cx="114360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Owner: Knowledge Ops · Output: Ready Context + Qualified Master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8369" y="0"/>
            <a:ext cx="12942488" cy="0"/>
          </a:xfrm>
        </p:spPr>
        <p:txBody>
          <a:bodyPr/>
          <a:lstStyle/>
          <a:p>
            <a:r>
              <a:t>L1 Process P3 — Content Generation &amp; Diagram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528" y="621792"/>
            <a:ext cx="1072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5A7AA"/>
                </a:solidFill>
              </a:defRPr>
            </a:pPr>
            <a:r>
              <a:t>Layer 1: 文本生成 -&gt; 架构制图 -&gt; 页面编排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63624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3296" y="1636776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生成引擎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7568" y="1563624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07792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" y="2980944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架构制图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7568" y="2907792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" y="4325112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版式编排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7568" y="4251960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1264" y="2148840"/>
            <a:ext cx="219456" cy="164592"/>
          </a:xfrm>
          <a:prstGeom prst="ellips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23872" y="1965960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2540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7024" y="2039112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章节生成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295144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8544" y="1984248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1152" y="1938528"/>
            <a:ext cx="97536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0392B"/>
                </a:solidFill>
              </a:defRPr>
            </a:pPr>
            <a:r>
              <a:t>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2528" y="3310128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5680" y="3383280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图谱识别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33216" y="3639312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Pattern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7200" y="332841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01184" y="3310128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2540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3383280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架构图绘制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1872" y="3639312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Diagram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05856" y="332841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&lt;=3m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3282696"/>
            <a:ext cx="97536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0392B"/>
                </a:solidFill>
              </a:defRPr>
            </a:pPr>
            <a:r>
              <a:t>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9840" y="4654296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2992" y="4727448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版式映射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0528" y="4983480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Layout Solver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44512" y="4672584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8496" y="4654296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51648" y="4727448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母版合成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49184" y="4983480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PPTX Core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83168" y="4672584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17152" y="4654296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0304" y="4727448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草稿输出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87840" y="4983480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PPTX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1824" y="4672584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&lt;=1m</a:t>
            </a:r>
          </a:p>
        </p:txBody>
      </p:sp>
      <p:sp>
        <p:nvSpPr>
          <p:cNvPr id="40" name="Oval 39"/>
          <p:cNvSpPr/>
          <p:nvPr/>
        </p:nvSpPr>
        <p:spPr>
          <a:xfrm>
            <a:off x="10582656" y="4837176"/>
            <a:ext cx="219456" cy="164592"/>
          </a:xfrm>
          <a:prstGeom prst="ellipse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243072" y="2231136"/>
            <a:ext cx="219456" cy="1344168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79648" y="2121408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handoff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681728" y="3575304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20384" y="3575304"/>
            <a:ext cx="219456" cy="1344168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56960" y="3465576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sync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59040" y="4919472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997696" y="4919472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436352" y="4919472"/>
            <a:ext cx="146304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5760" y="6190488"/>
            <a:ext cx="114360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Owner: Generation Service · Output: Draft Deck + Rendered Architecture Slides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8369" y="0"/>
            <a:ext cx="12942488" cy="0"/>
          </a:xfrm>
        </p:spPr>
        <p:txBody>
          <a:bodyPr/>
          <a:lstStyle/>
          <a:p>
            <a:r>
              <a:t>L1 Process P4-P5 — QA, Review, Delivery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528" y="621792"/>
            <a:ext cx="1072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5A7AA"/>
                </a:solidFill>
              </a:defRPr>
            </a:pPr>
            <a:r>
              <a:t>Layer 1: 质量门禁 -&gt; 人审反馈 -&gt; 发布归档 -&gt; 经验回流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63624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3296" y="1636776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质量保障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7568" y="1563624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07792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" y="2980944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评审协作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7568" y="2907792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487424" cy="1344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" y="4325112"/>
            <a:ext cx="1292352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交付运营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7568" y="4251960"/>
            <a:ext cx="9924288" cy="13441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1264" y="2148840"/>
            <a:ext cx="219456" cy="164592"/>
          </a:xfrm>
          <a:prstGeom prst="ellips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23872" y="1965960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2540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7024" y="2039112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完整性校验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295144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QA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8544" y="1984248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1152" y="1938528"/>
            <a:ext cx="97536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0392B"/>
                </a:solidFill>
              </a:defRPr>
            </a:pPr>
            <a:r>
              <a:t>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2528" y="1965960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5680" y="2039112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风格一致性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33216" y="2295144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Style Checker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7200" y="1984248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01184" y="3310128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3383280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人工评审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1872" y="3639312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Review 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05856" y="332841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9840" y="3310128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2992" y="3383280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反馈整合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8" y="3639312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44512" y="332841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&lt;=1h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8496" y="4654296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2540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51648" y="4727448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正式发布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49184" y="4983480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Object Storage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83168" y="4672584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&lt;=20m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5776" y="4626864"/>
            <a:ext cx="97536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0392B"/>
                </a:solidFill>
              </a:defRPr>
            </a:pPr>
            <a:r>
              <a:t>!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17152" y="4654296"/>
            <a:ext cx="1219200" cy="530352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0304" y="4727448"/>
            <a:ext cx="10728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知识回流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87840" y="4983480"/>
            <a:ext cx="877824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Learning DB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1824" y="4672584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&lt;=30m</a:t>
            </a:r>
          </a:p>
        </p:txBody>
      </p:sp>
      <p:sp>
        <p:nvSpPr>
          <p:cNvPr id="40" name="Oval 39"/>
          <p:cNvSpPr/>
          <p:nvPr/>
        </p:nvSpPr>
        <p:spPr>
          <a:xfrm>
            <a:off x="10582656" y="4837176"/>
            <a:ext cx="219456" cy="164592"/>
          </a:xfrm>
          <a:prstGeom prst="ellipse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243072" y="2231136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681728" y="2231136"/>
            <a:ext cx="219456" cy="1344168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18304" y="2121408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handoff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20384" y="3575304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559040" y="3575304"/>
            <a:ext cx="219456" cy="1344168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595616" y="3465576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sync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997696" y="4919472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436352" y="4919472"/>
            <a:ext cx="146304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5760" y="6190488"/>
            <a:ext cx="114360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Owner: QA + Delivery Ops · Output: Published Deck + Feedback Signals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8369" y="0"/>
            <a:ext cx="12942488" cy="0"/>
          </a:xfrm>
        </p:spPr>
        <p:txBody>
          <a:bodyPr/>
          <a:lstStyle/>
          <a:p>
            <a:r>
              <a:t>L2 Detail A — Intake to Scope Freeze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528" y="621792"/>
            <a:ext cx="1072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5A7AA"/>
                </a:solidFill>
              </a:defRPr>
            </a:pPr>
            <a:r>
              <a:t>Detailed SOP with branch and exception (Phase P0-P2)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6132"/>
            <a:ext cx="1487424" cy="126187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3296" y="1129284"/>
            <a:ext cx="129235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业务方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7568" y="1056132"/>
            <a:ext cx="9924288" cy="12618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318004"/>
            <a:ext cx="1487424" cy="126187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" y="2391156"/>
            <a:ext cx="129235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产品经理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7568" y="2318004"/>
            <a:ext cx="9924288" cy="12618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579876"/>
            <a:ext cx="1487424" cy="126187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" y="3653028"/>
            <a:ext cx="129235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架构师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7568" y="3579876"/>
            <a:ext cx="9924288" cy="12618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841748"/>
            <a:ext cx="1487424" cy="126187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296" y="4914900"/>
            <a:ext cx="129235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系统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7568" y="4841748"/>
            <a:ext cx="9924288" cy="12618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43456" y="1595628"/>
            <a:ext cx="219456" cy="164592"/>
          </a:xfrm>
          <a:prstGeom prst="ellipse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11680" y="1431036"/>
            <a:ext cx="1121664" cy="512064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4832" y="1504188"/>
            <a:ext cx="975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提交需求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82368" y="1760220"/>
            <a:ext cx="780288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Portal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18816" y="1449324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2800" y="2692908"/>
            <a:ext cx="1121664" cy="512064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5952" y="2766060"/>
            <a:ext cx="975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需求分级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3488" y="3022092"/>
            <a:ext cx="780288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9936" y="271119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&lt;=1h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93920" y="2692908"/>
            <a:ext cx="1121664" cy="512064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7072" y="2766060"/>
            <a:ext cx="975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业务澄清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64608" y="3022092"/>
            <a:ext cx="780288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Workshop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01056" y="271119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&lt;=2h</a:t>
            </a:r>
          </a:p>
        </p:txBody>
      </p:sp>
      <p:sp>
        <p:nvSpPr>
          <p:cNvPr id="29" name="Diamond 28"/>
          <p:cNvSpPr/>
          <p:nvPr/>
        </p:nvSpPr>
        <p:spPr>
          <a:xfrm>
            <a:off x="6035040" y="2711196"/>
            <a:ext cx="682752" cy="47548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3808" y="2830068"/>
            <a:ext cx="585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22222"/>
                </a:solidFill>
              </a:defRPr>
            </a:pPr>
            <a:r>
              <a:t>范围清晰?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76160" y="3954780"/>
            <a:ext cx="1121664" cy="512064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49312" y="4027932"/>
            <a:ext cx="975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约束评估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6848" y="4283964"/>
            <a:ext cx="780288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EA Repo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3973068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&lt;=2h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17280" y="5216652"/>
            <a:ext cx="1121664" cy="512064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90432" y="5289804"/>
            <a:ext cx="975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建档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87968" y="5545836"/>
            <a:ext cx="780288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Tracker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24416" y="5234940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&lt;=30m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2692908"/>
            <a:ext cx="1121664" cy="512064"/>
          </a:xfrm>
          <a:prstGeom prst="roundRect">
            <a:avLst>
              <a:gd name="adj" fmla="val 2600"/>
            </a:avLst>
          </a:prstGeom>
          <a:solidFill>
            <a:srgbClr val="67E0E6"/>
          </a:solidFill>
          <a:ln w="25400">
            <a:solidFill>
              <a:srgbClr val="00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31552" y="2766060"/>
            <a:ext cx="975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范围冻结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29088" y="3022092"/>
            <a:ext cx="780288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65536" y="2711196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&lt;=30m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58144" y="2665476"/>
            <a:ext cx="97536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0392B"/>
                </a:solidFill>
              </a:defRPr>
            </a:pPr>
            <a:r>
              <a:t>!</a:t>
            </a:r>
          </a:p>
        </p:txBody>
      </p:sp>
      <p:sp>
        <p:nvSpPr>
          <p:cNvPr id="44" name="Oval 43"/>
          <p:cNvSpPr/>
          <p:nvPr/>
        </p:nvSpPr>
        <p:spPr>
          <a:xfrm>
            <a:off x="11301984" y="2857500"/>
            <a:ext cx="219456" cy="164592"/>
          </a:xfrm>
          <a:prstGeom prst="ellipse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133344" y="1687068"/>
            <a:ext cx="219456" cy="1261872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169920" y="1577340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handoff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474464" y="2948940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815584" y="2948940"/>
            <a:ext cx="219456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717792" y="2948940"/>
            <a:ext cx="658368" cy="1261872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754368" y="2839212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Yes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497824" y="4210812"/>
            <a:ext cx="219456" cy="1261872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838944" y="2948940"/>
            <a:ext cx="219456" cy="2523744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5520" y="5362956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sync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180064" y="2948940"/>
            <a:ext cx="121920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693920" y="3954780"/>
            <a:ext cx="1121664" cy="512064"/>
          </a:xfrm>
          <a:prstGeom prst="roundRect">
            <a:avLst>
              <a:gd name="adj" fmla="val 2600"/>
            </a:avLst>
          </a:prstGeom>
          <a:solidFill>
            <a:srgbClr val="F7F9FA"/>
          </a:solidFill>
          <a:ln w="12700">
            <a:solidFill>
              <a:srgbClr val="D9E4E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67072" y="4027932"/>
            <a:ext cx="975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</a:defRPr>
            </a:pPr>
            <a:r>
              <a:t>补充材料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64608" y="4283964"/>
            <a:ext cx="780288" cy="128016"/>
          </a:xfrm>
          <a:prstGeom prst="roundRect">
            <a:avLst>
              <a:gd name="adj" fmla="val 2200"/>
            </a:avLst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700" b="0">
                <a:solidFill>
                  <a:srgbClr val="FFFFFF"/>
                </a:solidFill>
              </a:defRPr>
            </a:pPr>
            <a:r>
              <a:t>Manual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01056" y="3973068"/>
            <a:ext cx="365760" cy="109728"/>
          </a:xfrm>
          <a:prstGeom prst="roundRect">
            <a:avLst>
              <a:gd name="adj" fmla="val 1800"/>
            </a:avLst>
          </a:prstGeom>
          <a:solidFill>
            <a:srgbClr val="F7F9FA"/>
          </a:solidFill>
          <a:ln w="12700">
            <a:solidFill>
              <a:srgbClr val="A5A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00000"/>
              </a:lnSpc>
              <a:defRPr sz="600" b="0">
                <a:solidFill>
                  <a:srgbClr val="666666"/>
                </a:solidFill>
              </a:defRPr>
            </a:pPr>
            <a:r>
              <a:t>&lt;=4h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5242560" y="3168396"/>
            <a:ext cx="1133856" cy="804672"/>
          </a:xfrm>
          <a:prstGeom prst="line">
            <a:avLst/>
          </a:prstGeom>
          <a:ln w="16510">
            <a:solidFill>
              <a:srgbClr val="A5A7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412992" y="3058668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No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815584" y="4210812"/>
            <a:ext cx="463296" cy="0"/>
          </a:xfrm>
          <a:prstGeom prst="line">
            <a:avLst/>
          </a:prstGeom>
          <a:ln w="16510">
            <a:solidFill>
              <a:srgbClr val="A5A7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852160" y="4101084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Exception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190488"/>
            <a:ext cx="114360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A5A7AA"/>
                </a:solidFill>
              </a:defRPr>
            </a:pPr>
            <a:r>
              <a:t>SLA: Intake &lt;= 1 day · Exception path requires manual supplement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511296"/>
            <a:ext cx="11436096" cy="1133856"/>
          </a:xfrm>
          <a:prstGeom prst="roundRect">
            <a:avLst>
              <a:gd name="adj" fmla="val 8000"/>
            </a:avLst>
          </a:prstGeom>
          <a:solidFill>
            <a:srgbClr val="E9F7FB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325880"/>
            <a:ext cx="111434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222222"/>
                </a:solidFill>
              </a:defRPr>
            </a:pPr>
            <a:r>
              <a:t>A-Deck — 让每一份 PPT 都达到交付标准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2331720"/>
            <a:ext cx="105582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从需求受理到知识回流，六大阶段全流程覆盖，每个环节可追溯、可复现。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858768"/>
            <a:ext cx="106801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22222"/>
                </a:solidFill>
              </a:defRPr>
            </a:pPr>
            <a:r>
              <a:t>关键路径 SLA ≤ 10 分钟自动生成  |  人工评审门禁  |  经验持续回流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983480"/>
            <a:ext cx="3665728" cy="86868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4528" y="5138928"/>
            <a:ext cx="35681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0CCD7"/>
                </a:solidFill>
              </a:defRPr>
            </a:pPr>
            <a:r>
              <a:t>Knowledge 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528" y="5422392"/>
            <a:ext cx="3568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知识库驱动全流程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0944" y="4983480"/>
            <a:ext cx="3665728" cy="86868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9712" y="5138928"/>
            <a:ext cx="35681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0CCD7"/>
                </a:solidFill>
              </a:defRPr>
            </a:pPr>
            <a:r>
              <a:t>Master 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9712" y="5422392"/>
            <a:ext cx="3568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品牌母版保证一致性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6128" y="4983480"/>
            <a:ext cx="3665728" cy="86868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D9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4896" y="5138928"/>
            <a:ext cx="35681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0CCD7"/>
                </a:solidFill>
              </a:defRPr>
            </a:pPr>
            <a:r>
              <a:t>QA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4896" y="5422392"/>
            <a:ext cx="3568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质量门禁贯穿始终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181344"/>
            <a:ext cx="11436096" cy="27432"/>
          </a:xfrm>
          <a:prstGeom prst="rect">
            <a:avLst/>
          </a:prstGeom>
          <a:solidFill>
            <a:srgbClr val="6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commondata" val="eyJoZGlkIjoiY2MxNzY1NmQ5MWFmMTY0OGZjYzE1NDI1YmIwOGMzZjUifQ=="/>
</p:tagLst>
</file>

<file path=ppt/theme/theme1.xml><?xml version="1.0" encoding="utf-8"?>
<a:theme xmlns:a="http://schemas.openxmlformats.org/drawingml/2006/main" name="云智慧​​">
  <a:themeElements>
    <a:clrScheme name="云智慧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CCD7"/>
      </a:accent1>
      <a:accent2>
        <a:srgbClr val="67E0E6"/>
      </a:accent2>
      <a:accent3>
        <a:srgbClr val="23C1E0"/>
      </a:accent3>
      <a:accent4>
        <a:srgbClr val="55CED4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2272</Words>
  <Application>WPS 演示</Application>
  <PresentationFormat>宽屏</PresentationFormat>
  <Paragraphs>370</Paragraphs>
  <Slides>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宋体</vt:lpstr>
      <vt:lpstr>Wingdings</vt:lpstr>
      <vt:lpstr>Source Han Sans CN Normal</vt:lpstr>
      <vt:lpstr>Thonburi</vt:lpstr>
      <vt:lpstr>Microsoft YaHei Light</vt:lpstr>
      <vt:lpstr>苹方-简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Apple Symbols</vt:lpstr>
      <vt:lpstr>微软雅黑</vt:lpstr>
      <vt:lpstr>云智慧​​</vt:lpstr>
      <vt:lpstr>PowerPoint 演示文稿</vt:lpstr>
      <vt:lpstr>PPT Maker Agent — Business Process Architecture</vt:lpstr>
      <vt:lpstr>L1 Process P0-P2 — Intake &amp; Planning</vt:lpstr>
      <vt:lpstr>L1 Process P1 — Knowledge &amp; Template Preparation</vt:lpstr>
      <vt:lpstr>L1 Process P3 — Content Generation &amp; Diagram Rendering</vt:lpstr>
      <vt:lpstr>L1 Process P4-P5 — QA, Review, Delivery &amp; Learning</vt:lpstr>
      <vt:lpstr>L2 Detail A — Intake to Scope Freeze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office2016mac61061</dc:creator>
  <cp:lastModifiedBy>不知道谁</cp:lastModifiedBy>
  <cp:revision>1280</cp:revision>
  <cp:lastPrinted>2026-03-25T04:18:22Z</cp:lastPrinted>
  <dcterms:created xsi:type="dcterms:W3CDTF">2026-03-25T04:18:22Z</dcterms:created>
  <dcterms:modified xsi:type="dcterms:W3CDTF">2026-03-25T04:18:22Z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BE3F930EE369D57E121208642B911B65_43</vt:lpwstr>
  </property>
</Properties>
</file>