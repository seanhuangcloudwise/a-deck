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9144000" cy="5144135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2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46E9"/>
    <a:srgbClr val="AC9DF3"/>
    <a:srgbClr val="F9F8FF"/>
    <a:srgbClr val="6246E8"/>
    <a:srgbClr val="195AFF"/>
    <a:srgbClr val="F2F0FD"/>
    <a:srgbClr val="6F93FE"/>
    <a:srgbClr val="C5CBFD"/>
    <a:srgbClr val="B0B1FF"/>
    <a:srgbClr val="8B7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682"/>
        <p:guide pos="287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280" y="1143000"/>
            <a:ext cx="54854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7" Type="http://schemas.openxmlformats.org/officeDocument/2006/relationships/image" Target="../media/image1.png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2" Type="http://schemas.openxmlformats.org/officeDocument/2006/relationships/tags" Target="../tags/tag35.xml"/><Relationship Id="rId11" Type="http://schemas.openxmlformats.org/officeDocument/2006/relationships/image" Target="../media/image1.png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7" Type="http://schemas.openxmlformats.org/officeDocument/2006/relationships/image" Target="../media/image1.png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7" Type="http://schemas.openxmlformats.org/officeDocument/2006/relationships/image" Target="../media/image1.png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0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主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112770" y="84311"/>
            <a:ext cx="5825966" cy="340578"/>
          </a:xfrm>
          <a:ln>
            <a:noFill/>
          </a:ln>
        </p:spPr>
        <p:txBody>
          <a:bodyPr lIns="90000" tIns="46800" rIns="90000" bIns="46800" anchor="ctr" anchorCtr="0">
            <a:noAutofit/>
          </a:bodyPr>
          <a:lstStyle>
            <a:lvl1pPr algn="r">
              <a:defRPr kumimoji="0" lang="en-US" sz="1800" b="1" i="0" u="none" strike="noStrike" kern="0" cap="none" spc="1" normalizeH="0" baseline="0" noProof="1" dirty="0">
                <a:solidFill>
                  <a:schemeClr val="tx1"/>
                </a:solidFill>
                <a:latin typeface="微软雅黑" charset="0"/>
                <a:ea typeface="微软雅黑" charset="-122"/>
                <a:cs typeface="微软雅黑" pitchFamily="34" charset="-120"/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031331" y="441568"/>
            <a:ext cx="5826443" cy="215303"/>
          </a:xfrm>
          <a:noFill/>
        </p:spPr>
        <p:txBody>
          <a:bodyPr wrap="none" lIns="0" tIns="0" rIns="0" bIns="0" rtlCol="0" anchor="t">
            <a:noAutofit/>
          </a:bodyPr>
          <a:lstStyle>
            <a:lvl1pPr marL="0" marR="0" algn="r" defTabSz="914400" rtl="0" eaLnBrk="1" fontAlgn="auto" latinLnBrk="0" hangingPunct="1">
              <a:lnSpc>
                <a:spcPts val="800"/>
              </a:lnSpc>
              <a:buClrTx/>
              <a:buSzTx/>
              <a:buFontTx/>
              <a:buNone/>
              <a:defRPr kumimoji="0" lang="en-US" sz="900" b="0" i="0" u="none" strike="noStrike" kern="0" cap="none" spc="2" normalizeH="0" baseline="0" noProof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0"/>
                <a:ea typeface="微软雅黑" charset="-122"/>
                <a:cs typeface="微软雅黑" pitchFamily="34" charset="-120"/>
              </a:defRPr>
            </a:lvl1pPr>
          </a:lstStyle>
          <a:p>
            <a:pPr lvl="0"/>
            <a:r>
              <a:rPr>
                <a:sym typeface="+mn-ea"/>
              </a:rPr>
              <a:t>副标题</a:t>
            </a:r>
            <a:endParaRPr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04250" y="4805680"/>
            <a:ext cx="329565" cy="23749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246E9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圆角矩形 13"/>
          <p:cNvSpPr/>
          <p:nvPr userDrawn="1"/>
        </p:nvSpPr>
        <p:spPr>
          <a:xfrm>
            <a:off x="107156" y="4816682"/>
            <a:ext cx="1601629" cy="215303"/>
          </a:xfrm>
          <a:prstGeom prst="roundRect">
            <a:avLst>
              <a:gd name="adj" fmla="val 16592"/>
            </a:avLst>
          </a:prstGeom>
          <a:solidFill>
            <a:schemeClr val="bg1"/>
          </a:solidFill>
          <a:ln>
            <a:noFill/>
          </a:ln>
        </p:spPr>
        <p:txBody>
          <a:bodyPr vert="horz" lIns="68580" tIns="34290" rIns="68580" bIns="34290" rtlCol="0" anchor="ctr">
            <a:noAutofit/>
          </a:bodyPr>
          <a:lstStyle>
            <a:lvl1pPr algn="l">
              <a:defRPr sz="1200" b="1" i="1">
                <a:solidFill>
                  <a:srgbClr val="6246E9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Hands off </a:t>
            </a:r>
            <a:r>
              <a:rPr lang="zh-CN" altLang="en-US" sz="900">
                <a:solidFill>
                  <a:schemeClr val="bg1">
                    <a:lumMod val="50000"/>
                  </a:schemeClr>
                </a:solidFill>
                <a:sym typeface="+mn-ea"/>
              </a:rPr>
              <a:t>，</a:t>
            </a: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 Always on</a:t>
            </a:r>
            <a:endParaRPr lang="en-US" altLang="zh-CN" sz="9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05753" y="168146"/>
            <a:ext cx="1154906" cy="289134"/>
          </a:xfrm>
          <a:prstGeom prst="rect">
            <a:avLst/>
          </a:prstGeom>
        </p:spPr>
      </p:pic>
      <p:sp>
        <p:nvSpPr>
          <p:cNvPr id="18" name="Shape 11"/>
          <p:cNvSpPr/>
          <p:nvPr userDrawn="1">
            <p:custDataLst>
              <p:tags r:id="rId7"/>
            </p:custDataLst>
          </p:nvPr>
        </p:nvSpPr>
        <p:spPr>
          <a:xfrm>
            <a:off x="0" y="4714271"/>
            <a:ext cx="9144476" cy="5401"/>
          </a:xfrm>
          <a:prstGeom prst="rect">
            <a:avLst/>
          </a:prstGeom>
          <a:solidFill>
            <a:srgbClr val="F2F0FD"/>
          </a:solidFill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685920"/>
            <a:ext cx="7349400" cy="192813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2670767"/>
            <a:ext cx="7349400" cy="110449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8035" indent="0" algn="ctr">
              <a:buNone/>
              <a:defRPr sz="1200"/>
            </a:lvl7pPr>
            <a:lvl8pPr marL="2400935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04250" y="4805680"/>
            <a:ext cx="329565" cy="23749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246E9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圆角矩形 13"/>
          <p:cNvSpPr/>
          <p:nvPr userDrawn="1">
            <p:custDataLst>
              <p:tags r:id="rId5"/>
            </p:custDataLst>
          </p:nvPr>
        </p:nvSpPr>
        <p:spPr>
          <a:xfrm>
            <a:off x="107156" y="4816682"/>
            <a:ext cx="1601629" cy="215303"/>
          </a:xfrm>
          <a:prstGeom prst="roundRect">
            <a:avLst>
              <a:gd name="adj" fmla="val 16592"/>
            </a:avLst>
          </a:prstGeom>
          <a:solidFill>
            <a:schemeClr val="bg1"/>
          </a:solidFill>
          <a:ln>
            <a:noFill/>
          </a:ln>
        </p:spPr>
        <p:txBody>
          <a:bodyPr vert="horz" lIns="68580" tIns="34290" rIns="68580" bIns="34290" rtlCol="0" anchor="ctr">
            <a:noAutofit/>
          </a:bodyPr>
          <a:lstStyle>
            <a:lvl1pPr algn="l">
              <a:defRPr sz="1200" b="1" i="1">
                <a:solidFill>
                  <a:srgbClr val="6246E9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Hands off </a:t>
            </a:r>
            <a:r>
              <a:rPr lang="zh-CN" altLang="en-US" sz="900">
                <a:solidFill>
                  <a:schemeClr val="bg1">
                    <a:lumMod val="50000"/>
                  </a:schemeClr>
                </a:solidFill>
                <a:sym typeface="+mn-ea"/>
              </a:rPr>
              <a:t>，</a:t>
            </a: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 Always on</a:t>
            </a:r>
            <a:endParaRPr lang="en-US" altLang="zh-CN" sz="9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05753" y="168146"/>
            <a:ext cx="1154906" cy="289134"/>
          </a:xfrm>
          <a:prstGeom prst="rect">
            <a:avLst/>
          </a:prstGeom>
        </p:spPr>
      </p:pic>
      <p:sp>
        <p:nvSpPr>
          <p:cNvPr id="9" name="Shape 11"/>
          <p:cNvSpPr/>
          <p:nvPr userDrawn="1">
            <p:custDataLst>
              <p:tags r:id="rId8"/>
            </p:custDataLst>
          </p:nvPr>
        </p:nvSpPr>
        <p:spPr>
          <a:xfrm>
            <a:off x="0" y="4714271"/>
            <a:ext cx="9144476" cy="5401"/>
          </a:xfrm>
          <a:prstGeom prst="rect">
            <a:avLst/>
          </a:prstGeom>
          <a:solidFill>
            <a:srgbClr val="F2F0FD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112770" y="84311"/>
            <a:ext cx="5825966" cy="340578"/>
          </a:xfrm>
          <a:ln>
            <a:noFill/>
          </a:ln>
        </p:spPr>
        <p:txBody>
          <a:bodyPr lIns="90000" tIns="46800" rIns="90000" bIns="46800" anchor="ctr" anchorCtr="0">
            <a:noAutofit/>
          </a:bodyPr>
          <a:lstStyle>
            <a:lvl1pPr algn="r">
              <a:defRPr kumimoji="0" lang="en-US" sz="1800" b="1" i="0" u="none" strike="noStrike" kern="0" cap="none" spc="1" normalizeH="0" baseline="0" noProof="1" dirty="0">
                <a:solidFill>
                  <a:schemeClr val="tx1"/>
                </a:solidFill>
                <a:latin typeface="微软雅黑" charset="0"/>
                <a:ea typeface="微软雅黑" charset="-122"/>
                <a:cs typeface="微软雅黑" pitchFamily="34" charset="-120"/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031331" y="441568"/>
            <a:ext cx="5826443" cy="215303"/>
          </a:xfrm>
          <a:noFill/>
        </p:spPr>
        <p:txBody>
          <a:bodyPr wrap="none" lIns="0" tIns="0" rIns="0" bIns="0" rtlCol="0" anchor="t">
            <a:noAutofit/>
          </a:bodyPr>
          <a:lstStyle>
            <a:lvl1pPr marL="0" marR="0" algn="r" defTabSz="914400" rtl="0" eaLnBrk="1" fontAlgn="auto" latinLnBrk="0" hangingPunct="1">
              <a:lnSpc>
                <a:spcPts val="800"/>
              </a:lnSpc>
              <a:buClrTx/>
              <a:buSzTx/>
              <a:buFontTx/>
              <a:buNone/>
              <a:defRPr kumimoji="0" lang="en-US" sz="900" b="0" i="0" u="none" strike="noStrike" kern="0" cap="none" spc="2" normalizeH="0" baseline="0" noProof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0"/>
                <a:ea typeface="微软雅黑" charset="-122"/>
                <a:cs typeface="微软雅黑" pitchFamily="34" charset="-120"/>
              </a:defRPr>
            </a:lvl1pPr>
          </a:lstStyle>
          <a:p>
            <a:pPr lvl="0"/>
            <a:r>
              <a:rPr>
                <a:sym typeface="+mn-ea"/>
              </a:rPr>
              <a:t>副标题</a:t>
            </a:r>
            <a:endParaRPr>
              <a:sym typeface="+mn-ea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04250" y="4805680"/>
            <a:ext cx="329565" cy="23749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246E9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圆角矩形 13"/>
          <p:cNvSpPr/>
          <p:nvPr userDrawn="1">
            <p:custDataLst>
              <p:tags r:id="rId5"/>
            </p:custDataLst>
          </p:nvPr>
        </p:nvSpPr>
        <p:spPr>
          <a:xfrm>
            <a:off x="107156" y="4816682"/>
            <a:ext cx="1601629" cy="215303"/>
          </a:xfrm>
          <a:prstGeom prst="roundRect">
            <a:avLst>
              <a:gd name="adj" fmla="val 16592"/>
            </a:avLst>
          </a:prstGeom>
          <a:solidFill>
            <a:schemeClr val="bg1"/>
          </a:solidFill>
          <a:ln>
            <a:noFill/>
          </a:ln>
        </p:spPr>
        <p:txBody>
          <a:bodyPr vert="horz" lIns="68580" tIns="34290" rIns="68580" bIns="34290" rtlCol="0" anchor="ctr">
            <a:noAutofit/>
          </a:bodyPr>
          <a:lstStyle>
            <a:lvl1pPr algn="l">
              <a:defRPr sz="1200" b="1" i="1">
                <a:solidFill>
                  <a:srgbClr val="6246E9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Hands off </a:t>
            </a:r>
            <a:r>
              <a:rPr lang="zh-CN" altLang="en-US" sz="900">
                <a:solidFill>
                  <a:schemeClr val="bg1">
                    <a:lumMod val="50000"/>
                  </a:schemeClr>
                </a:solidFill>
                <a:sym typeface="+mn-ea"/>
              </a:rPr>
              <a:t>，</a:t>
            </a: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 Always on</a:t>
            </a:r>
            <a:endParaRPr lang="en-US" altLang="zh-CN" sz="9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05753" y="168146"/>
            <a:ext cx="1154906" cy="289134"/>
          </a:xfrm>
          <a:prstGeom prst="rect">
            <a:avLst/>
          </a:prstGeom>
        </p:spPr>
      </p:pic>
      <p:sp>
        <p:nvSpPr>
          <p:cNvPr id="18" name="Shape 11"/>
          <p:cNvSpPr/>
          <p:nvPr userDrawn="1">
            <p:custDataLst>
              <p:tags r:id="rId8"/>
            </p:custDataLst>
          </p:nvPr>
        </p:nvSpPr>
        <p:spPr>
          <a:xfrm>
            <a:off x="0" y="4714271"/>
            <a:ext cx="9144476" cy="5401"/>
          </a:xfrm>
          <a:prstGeom prst="rect">
            <a:avLst/>
          </a:prstGeom>
          <a:solidFill>
            <a:srgbClr val="F2F0FD"/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6300" y="1126097"/>
            <a:ext cx="3882600" cy="356192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808700" y="1126097"/>
            <a:ext cx="3882600" cy="3561923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3112770" y="84311"/>
            <a:ext cx="5825966" cy="340578"/>
          </a:xfrm>
          <a:ln>
            <a:noFill/>
          </a:ln>
        </p:spPr>
        <p:txBody>
          <a:bodyPr lIns="90000" tIns="46800" rIns="90000" bIns="46800" anchor="ctr" anchorCtr="0">
            <a:noAutofit/>
          </a:bodyPr>
          <a:lstStyle>
            <a:lvl1pPr algn="r">
              <a:defRPr kumimoji="0" lang="en-US" sz="1800" b="1" i="0" u="none" strike="noStrike" kern="0" cap="none" spc="1" normalizeH="0" baseline="0" noProof="1" dirty="0">
                <a:solidFill>
                  <a:schemeClr val="tx1"/>
                </a:solidFill>
                <a:latin typeface="微软雅黑" charset="0"/>
                <a:ea typeface="微软雅黑" charset="-122"/>
                <a:cs typeface="微软雅黑" pitchFamily="34" charset="-120"/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3031331" y="441568"/>
            <a:ext cx="5826443" cy="215303"/>
          </a:xfrm>
          <a:noFill/>
        </p:spPr>
        <p:txBody>
          <a:bodyPr wrap="none" lIns="0" tIns="0" rIns="0" bIns="0" rtlCol="0" anchor="t">
            <a:noAutofit/>
          </a:bodyPr>
          <a:lstStyle>
            <a:lvl1pPr marL="0" marR="0" algn="r" defTabSz="914400" rtl="0" eaLnBrk="1" fontAlgn="auto" latinLnBrk="0" hangingPunct="1">
              <a:lnSpc>
                <a:spcPts val="800"/>
              </a:lnSpc>
              <a:buClrTx/>
              <a:buSzTx/>
              <a:buFontTx/>
              <a:buNone/>
              <a:defRPr kumimoji="0" lang="en-US" sz="900" b="0" i="0" u="none" strike="noStrike" kern="0" cap="none" spc="2" normalizeH="0" baseline="0" noProof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0"/>
                <a:ea typeface="微软雅黑" charset="-122"/>
                <a:cs typeface="微软雅黑" pitchFamily="34" charset="-120"/>
              </a:defRPr>
            </a:lvl1pPr>
          </a:lstStyle>
          <a:p>
            <a:pPr lvl="0"/>
            <a:r>
              <a:rPr>
                <a:sym typeface="+mn-ea"/>
              </a:rPr>
              <a:t>副标题</a:t>
            </a:r>
            <a:endParaRPr>
              <a:sym typeface="+mn-ea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04250" y="4805680"/>
            <a:ext cx="329565" cy="23749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246E9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圆角矩形 13"/>
          <p:cNvSpPr/>
          <p:nvPr userDrawn="1">
            <p:custDataLst>
              <p:tags r:id="rId7"/>
            </p:custDataLst>
          </p:nvPr>
        </p:nvSpPr>
        <p:spPr>
          <a:xfrm>
            <a:off x="107156" y="4816682"/>
            <a:ext cx="1601629" cy="215303"/>
          </a:xfrm>
          <a:prstGeom prst="roundRect">
            <a:avLst>
              <a:gd name="adj" fmla="val 16592"/>
            </a:avLst>
          </a:prstGeom>
          <a:solidFill>
            <a:schemeClr val="bg1"/>
          </a:solidFill>
          <a:ln>
            <a:noFill/>
          </a:ln>
        </p:spPr>
        <p:txBody>
          <a:bodyPr vert="horz" lIns="68580" tIns="34290" rIns="68580" bIns="34290" rtlCol="0" anchor="ctr">
            <a:noAutofit/>
          </a:bodyPr>
          <a:lstStyle>
            <a:lvl1pPr algn="l">
              <a:defRPr sz="1200" b="1" i="1">
                <a:solidFill>
                  <a:srgbClr val="6246E9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Hands off </a:t>
            </a:r>
            <a:r>
              <a:rPr lang="zh-CN" altLang="en-US" sz="900">
                <a:solidFill>
                  <a:schemeClr val="bg1">
                    <a:lumMod val="50000"/>
                  </a:schemeClr>
                </a:solidFill>
                <a:sym typeface="+mn-ea"/>
              </a:rPr>
              <a:t>，</a:t>
            </a: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 Always on</a:t>
            </a:r>
            <a:endParaRPr lang="en-US" altLang="zh-CN" sz="9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05753" y="168146"/>
            <a:ext cx="1154906" cy="289134"/>
          </a:xfrm>
          <a:prstGeom prst="rect">
            <a:avLst/>
          </a:prstGeom>
        </p:spPr>
      </p:pic>
      <p:sp>
        <p:nvSpPr>
          <p:cNvPr id="18" name="Shape 11"/>
          <p:cNvSpPr/>
          <p:nvPr userDrawn="1">
            <p:custDataLst>
              <p:tags r:id="rId10"/>
            </p:custDataLst>
          </p:nvPr>
        </p:nvSpPr>
        <p:spPr>
          <a:xfrm>
            <a:off x="0" y="4714271"/>
            <a:ext cx="9144476" cy="5401"/>
          </a:xfrm>
          <a:prstGeom prst="rect">
            <a:avLst/>
          </a:prstGeom>
          <a:solidFill>
            <a:srgbClr val="F2F0FD"/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456300" y="1053184"/>
            <a:ext cx="4006800" cy="310554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6300" y="1390743"/>
            <a:ext cx="4006800" cy="3297277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813" y="1053184"/>
            <a:ext cx="4006800" cy="31055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390743"/>
            <a:ext cx="4006800" cy="3297277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3112770" y="84311"/>
            <a:ext cx="5825966" cy="340578"/>
          </a:xfrm>
          <a:ln>
            <a:noFill/>
          </a:ln>
        </p:spPr>
        <p:txBody>
          <a:bodyPr lIns="90000" tIns="46800" rIns="90000" bIns="46800" anchor="ctr" anchorCtr="0">
            <a:noAutofit/>
          </a:bodyPr>
          <a:lstStyle>
            <a:lvl1pPr algn="r">
              <a:defRPr kumimoji="0" lang="en-US" sz="1800" b="1" i="0" u="none" strike="noStrike" kern="0" cap="none" spc="1" normalizeH="0" baseline="0" noProof="1" dirty="0">
                <a:solidFill>
                  <a:schemeClr val="tx1"/>
                </a:solidFill>
                <a:latin typeface="微软雅黑" charset="0"/>
                <a:ea typeface="微软雅黑" charset="-122"/>
                <a:cs typeface="微软雅黑" pitchFamily="34" charset="-120"/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3" hasCustomPrompt="1"/>
            <p:custDataLst>
              <p:tags r:id="rId7"/>
            </p:custDataLst>
          </p:nvPr>
        </p:nvSpPr>
        <p:spPr>
          <a:xfrm>
            <a:off x="3031331" y="441568"/>
            <a:ext cx="5826443" cy="215303"/>
          </a:xfrm>
          <a:noFill/>
        </p:spPr>
        <p:txBody>
          <a:bodyPr wrap="none" lIns="0" tIns="0" rIns="0" bIns="0" rtlCol="0" anchor="t">
            <a:noAutofit/>
          </a:bodyPr>
          <a:lstStyle>
            <a:lvl1pPr marL="0" marR="0" algn="r" defTabSz="914400" rtl="0" eaLnBrk="1" fontAlgn="auto" latinLnBrk="0" hangingPunct="1">
              <a:lnSpc>
                <a:spcPts val="800"/>
              </a:lnSpc>
              <a:buClrTx/>
              <a:buSzTx/>
              <a:buFontTx/>
              <a:buNone/>
              <a:defRPr kumimoji="0" lang="en-US" sz="900" b="0" i="0" u="none" strike="noStrike" kern="0" cap="none" spc="2" normalizeH="0" baseline="0" noProof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0"/>
                <a:ea typeface="微软雅黑" charset="-122"/>
                <a:cs typeface="微软雅黑" pitchFamily="34" charset="-120"/>
              </a:defRPr>
            </a:lvl1pPr>
          </a:lstStyle>
          <a:p>
            <a:pPr lvl="0"/>
            <a:r>
              <a:rPr>
                <a:sym typeface="+mn-ea"/>
              </a:rPr>
              <a:t>副标题</a:t>
            </a:r>
            <a:endParaRPr>
              <a:sym typeface="+mn-ea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04250" y="4805680"/>
            <a:ext cx="329565" cy="23749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246E9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圆角矩形 13"/>
          <p:cNvSpPr/>
          <p:nvPr userDrawn="1">
            <p:custDataLst>
              <p:tags r:id="rId9"/>
            </p:custDataLst>
          </p:nvPr>
        </p:nvSpPr>
        <p:spPr>
          <a:xfrm>
            <a:off x="107156" y="4816682"/>
            <a:ext cx="1601629" cy="215303"/>
          </a:xfrm>
          <a:prstGeom prst="roundRect">
            <a:avLst>
              <a:gd name="adj" fmla="val 16592"/>
            </a:avLst>
          </a:prstGeom>
          <a:solidFill>
            <a:schemeClr val="bg1"/>
          </a:solidFill>
          <a:ln>
            <a:noFill/>
          </a:ln>
        </p:spPr>
        <p:txBody>
          <a:bodyPr vert="horz" lIns="68580" tIns="34290" rIns="68580" bIns="34290" rtlCol="0" anchor="ctr">
            <a:noAutofit/>
          </a:bodyPr>
          <a:lstStyle>
            <a:lvl1pPr algn="l">
              <a:defRPr sz="1200" b="1" i="1">
                <a:solidFill>
                  <a:srgbClr val="6246E9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Hands off </a:t>
            </a:r>
            <a:r>
              <a:rPr lang="zh-CN" altLang="en-US" sz="900">
                <a:solidFill>
                  <a:schemeClr val="bg1">
                    <a:lumMod val="50000"/>
                  </a:schemeClr>
                </a:solidFill>
                <a:sym typeface="+mn-ea"/>
              </a:rPr>
              <a:t>，</a:t>
            </a: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 Always on</a:t>
            </a:r>
            <a:endParaRPr lang="en-US" altLang="zh-CN" sz="9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05753" y="168146"/>
            <a:ext cx="1154906" cy="289134"/>
          </a:xfrm>
          <a:prstGeom prst="rect">
            <a:avLst/>
          </a:prstGeom>
        </p:spPr>
      </p:pic>
      <p:sp>
        <p:nvSpPr>
          <p:cNvPr id="18" name="Shape 11"/>
          <p:cNvSpPr/>
          <p:nvPr userDrawn="1">
            <p:custDataLst>
              <p:tags r:id="rId12"/>
            </p:custDataLst>
          </p:nvPr>
        </p:nvSpPr>
        <p:spPr>
          <a:xfrm>
            <a:off x="0" y="4714271"/>
            <a:ext cx="9144476" cy="5401"/>
          </a:xfrm>
          <a:prstGeom prst="rect">
            <a:avLst/>
          </a:prstGeom>
          <a:solidFill>
            <a:srgbClr val="F2F0FD"/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112770" y="84311"/>
            <a:ext cx="5825966" cy="340578"/>
          </a:xfrm>
          <a:ln>
            <a:noFill/>
          </a:ln>
        </p:spPr>
        <p:txBody>
          <a:bodyPr lIns="90000" tIns="46800" rIns="90000" bIns="46800" anchor="ctr" anchorCtr="0">
            <a:noAutofit/>
          </a:bodyPr>
          <a:lstStyle>
            <a:lvl1pPr algn="r">
              <a:defRPr kumimoji="0" lang="en-US" sz="1800" b="1" i="0" u="none" strike="noStrike" kern="0" cap="none" spc="1" normalizeH="0" baseline="0" noProof="1" dirty="0">
                <a:solidFill>
                  <a:schemeClr val="tx1"/>
                </a:solidFill>
                <a:latin typeface="微软雅黑" charset="0"/>
                <a:ea typeface="微软雅黑" charset="-122"/>
                <a:cs typeface="微软雅黑" pitchFamily="34" charset="-120"/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031331" y="441568"/>
            <a:ext cx="5826443" cy="215303"/>
          </a:xfrm>
          <a:noFill/>
        </p:spPr>
        <p:txBody>
          <a:bodyPr wrap="none" lIns="0" tIns="0" rIns="0" bIns="0" rtlCol="0" anchor="t">
            <a:noAutofit/>
          </a:bodyPr>
          <a:lstStyle>
            <a:lvl1pPr marL="0" marR="0" algn="r" defTabSz="914400" rtl="0" eaLnBrk="1" fontAlgn="auto" latinLnBrk="0" hangingPunct="1">
              <a:lnSpc>
                <a:spcPts val="800"/>
              </a:lnSpc>
              <a:buClrTx/>
              <a:buSzTx/>
              <a:buFontTx/>
              <a:buNone/>
              <a:defRPr kumimoji="0" lang="en-US" sz="900" b="0" i="0" u="none" strike="noStrike" kern="0" cap="none" spc="2" normalizeH="0" baseline="0" noProof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0"/>
                <a:ea typeface="微软雅黑" charset="-122"/>
                <a:cs typeface="微软雅黑" pitchFamily="34" charset="-120"/>
              </a:defRPr>
            </a:lvl1pPr>
          </a:lstStyle>
          <a:p>
            <a:pPr lvl="0"/>
            <a:r>
              <a:rPr>
                <a:sym typeface="+mn-ea"/>
              </a:rPr>
              <a:t>副标题</a:t>
            </a:r>
            <a:endParaRPr>
              <a:sym typeface="+mn-ea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04250" y="4805680"/>
            <a:ext cx="329565" cy="23749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246E9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圆角矩形 13"/>
          <p:cNvSpPr/>
          <p:nvPr userDrawn="1">
            <p:custDataLst>
              <p:tags r:id="rId5"/>
            </p:custDataLst>
          </p:nvPr>
        </p:nvSpPr>
        <p:spPr>
          <a:xfrm>
            <a:off x="107156" y="4816682"/>
            <a:ext cx="1601629" cy="215303"/>
          </a:xfrm>
          <a:prstGeom prst="roundRect">
            <a:avLst>
              <a:gd name="adj" fmla="val 16592"/>
            </a:avLst>
          </a:prstGeom>
          <a:solidFill>
            <a:schemeClr val="bg1"/>
          </a:solidFill>
          <a:ln>
            <a:noFill/>
          </a:ln>
        </p:spPr>
        <p:txBody>
          <a:bodyPr vert="horz" lIns="68580" tIns="34290" rIns="68580" bIns="34290" rtlCol="0" anchor="ctr">
            <a:noAutofit/>
          </a:bodyPr>
          <a:lstStyle>
            <a:lvl1pPr algn="l">
              <a:defRPr sz="1200" b="1" i="1">
                <a:solidFill>
                  <a:srgbClr val="6246E9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Hands off </a:t>
            </a:r>
            <a:r>
              <a:rPr lang="zh-CN" altLang="en-US" sz="900">
                <a:solidFill>
                  <a:schemeClr val="bg1">
                    <a:lumMod val="50000"/>
                  </a:schemeClr>
                </a:solidFill>
                <a:sym typeface="+mn-ea"/>
              </a:rPr>
              <a:t>，</a:t>
            </a: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 Always on</a:t>
            </a:r>
            <a:endParaRPr lang="en-US" altLang="zh-CN" sz="9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05753" y="168146"/>
            <a:ext cx="1154906" cy="289134"/>
          </a:xfrm>
          <a:prstGeom prst="rect">
            <a:avLst/>
          </a:prstGeom>
        </p:spPr>
      </p:pic>
      <p:sp>
        <p:nvSpPr>
          <p:cNvPr id="18" name="Shape 11"/>
          <p:cNvSpPr/>
          <p:nvPr userDrawn="1">
            <p:custDataLst>
              <p:tags r:id="rId8"/>
            </p:custDataLst>
          </p:nvPr>
        </p:nvSpPr>
        <p:spPr>
          <a:xfrm>
            <a:off x="0" y="4714271"/>
            <a:ext cx="9144476" cy="5401"/>
          </a:xfrm>
          <a:prstGeom prst="rect">
            <a:avLst/>
          </a:prstGeom>
          <a:solidFill>
            <a:srgbClr val="F2F0FD"/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112770" y="84311"/>
            <a:ext cx="5825966" cy="340578"/>
          </a:xfrm>
          <a:ln>
            <a:noFill/>
          </a:ln>
        </p:spPr>
        <p:txBody>
          <a:bodyPr lIns="90000" tIns="46800" rIns="90000" bIns="46800" anchor="ctr" anchorCtr="0">
            <a:noAutofit/>
          </a:bodyPr>
          <a:lstStyle>
            <a:lvl1pPr algn="r">
              <a:defRPr kumimoji="0" lang="en-US" sz="1800" b="1" i="0" u="none" strike="noStrike" kern="0" cap="none" spc="1" normalizeH="0" baseline="0" noProof="1" dirty="0">
                <a:solidFill>
                  <a:schemeClr val="tx1"/>
                </a:solidFill>
                <a:latin typeface="微软雅黑" charset="0"/>
                <a:ea typeface="微软雅黑" charset="-122"/>
                <a:cs typeface="微软雅黑" pitchFamily="34" charset="-120"/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031331" y="441568"/>
            <a:ext cx="5826443" cy="215303"/>
          </a:xfrm>
          <a:noFill/>
        </p:spPr>
        <p:txBody>
          <a:bodyPr wrap="none" lIns="0" tIns="0" rIns="0" bIns="0" rtlCol="0" anchor="t">
            <a:noAutofit/>
          </a:bodyPr>
          <a:lstStyle>
            <a:lvl1pPr marL="0" marR="0" algn="r" defTabSz="914400" rtl="0" eaLnBrk="1" fontAlgn="auto" latinLnBrk="0" hangingPunct="1">
              <a:lnSpc>
                <a:spcPts val="800"/>
              </a:lnSpc>
              <a:buClrTx/>
              <a:buSzTx/>
              <a:buFontTx/>
              <a:buNone/>
              <a:defRPr kumimoji="0" lang="en-US" sz="900" b="0" i="0" u="none" strike="noStrike" kern="0" cap="none" spc="2" normalizeH="0" baseline="0" noProof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0"/>
                <a:ea typeface="微软雅黑" charset="-122"/>
                <a:cs typeface="微软雅黑" pitchFamily="34" charset="-120"/>
              </a:defRPr>
            </a:lvl1pPr>
          </a:lstStyle>
          <a:p>
            <a:pPr lvl="0"/>
            <a:r>
              <a:rPr>
                <a:sym typeface="+mn-ea"/>
              </a:rPr>
              <a:t>副标题</a:t>
            </a:r>
            <a:endParaRPr>
              <a:sym typeface="+mn-ea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04250" y="4805680"/>
            <a:ext cx="329565" cy="23749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246E9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圆角矩形 10"/>
          <p:cNvSpPr/>
          <p:nvPr userDrawn="1">
            <p:custDataLst>
              <p:tags r:id="rId5"/>
            </p:custDataLst>
          </p:nvPr>
        </p:nvSpPr>
        <p:spPr>
          <a:xfrm>
            <a:off x="107156" y="4816682"/>
            <a:ext cx="1601629" cy="215303"/>
          </a:xfrm>
          <a:prstGeom prst="roundRect">
            <a:avLst>
              <a:gd name="adj" fmla="val 16592"/>
            </a:avLst>
          </a:prstGeom>
          <a:solidFill>
            <a:schemeClr val="bg1"/>
          </a:solidFill>
          <a:ln>
            <a:noFill/>
          </a:ln>
        </p:spPr>
        <p:txBody>
          <a:bodyPr vert="horz" lIns="68580" tIns="34290" rIns="68580" bIns="34290" rtlCol="0" anchor="ctr">
            <a:noAutofit/>
          </a:bodyPr>
          <a:lstStyle>
            <a:lvl1pPr algn="l">
              <a:defRPr sz="1200" b="1" i="1">
                <a:solidFill>
                  <a:srgbClr val="6246E9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Hands off </a:t>
            </a:r>
            <a:r>
              <a:rPr lang="zh-CN" altLang="en-US" sz="900">
                <a:solidFill>
                  <a:schemeClr val="bg1">
                    <a:lumMod val="50000"/>
                  </a:schemeClr>
                </a:solidFill>
                <a:sym typeface="+mn-ea"/>
              </a:rPr>
              <a:t>，</a:t>
            </a: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 Always on</a:t>
            </a:r>
            <a:endParaRPr lang="en-US" altLang="zh-CN" sz="9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05753" y="168146"/>
            <a:ext cx="1154906" cy="289134"/>
          </a:xfrm>
          <a:prstGeom prst="rect">
            <a:avLst/>
          </a:prstGeom>
        </p:spPr>
      </p:pic>
      <p:sp>
        <p:nvSpPr>
          <p:cNvPr id="13" name="Shape 11"/>
          <p:cNvSpPr/>
          <p:nvPr userDrawn="1">
            <p:custDataLst>
              <p:tags r:id="rId8"/>
            </p:custDataLst>
          </p:nvPr>
        </p:nvSpPr>
        <p:spPr>
          <a:xfrm>
            <a:off x="0" y="4714271"/>
            <a:ext cx="9144476" cy="5401"/>
          </a:xfrm>
          <a:prstGeom prst="rect">
            <a:avLst/>
          </a:prstGeom>
          <a:solidFill>
            <a:srgbClr val="F2F0FD"/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166604"/>
            <a:ext cx="3924808" cy="345660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166604"/>
            <a:ext cx="3920400" cy="345660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3112770" y="84311"/>
            <a:ext cx="5825966" cy="340578"/>
          </a:xfrm>
          <a:ln>
            <a:noFill/>
          </a:ln>
        </p:spPr>
        <p:txBody>
          <a:bodyPr lIns="90000" tIns="46800" rIns="90000" bIns="46800" anchor="ctr" anchorCtr="0">
            <a:noAutofit/>
          </a:bodyPr>
          <a:lstStyle>
            <a:lvl1pPr algn="r">
              <a:defRPr kumimoji="0" lang="en-US" sz="1800" b="1" i="0" u="none" strike="noStrike" kern="0" cap="none" spc="1" normalizeH="0" baseline="0" noProof="1" dirty="0">
                <a:solidFill>
                  <a:schemeClr val="tx1"/>
                </a:solidFill>
                <a:latin typeface="微软雅黑" charset="0"/>
                <a:ea typeface="微软雅黑" charset="-122"/>
                <a:cs typeface="微软雅黑" pitchFamily="34" charset="-120"/>
              </a:defRPr>
            </a:lvl1pPr>
          </a:lstStyle>
          <a:p>
            <a:r>
              <a:rPr lang="zh-CN" altLang="en-US" dirty="0"/>
              <a:t>章节标题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3031331" y="441568"/>
            <a:ext cx="5826443" cy="215303"/>
          </a:xfrm>
          <a:noFill/>
        </p:spPr>
        <p:txBody>
          <a:bodyPr wrap="none" lIns="0" tIns="0" rIns="0" bIns="0" rtlCol="0" anchor="t">
            <a:noAutofit/>
          </a:bodyPr>
          <a:lstStyle>
            <a:lvl1pPr marL="0" marR="0" algn="r" defTabSz="914400" rtl="0" eaLnBrk="1" fontAlgn="auto" latinLnBrk="0" hangingPunct="1">
              <a:lnSpc>
                <a:spcPts val="800"/>
              </a:lnSpc>
              <a:buClrTx/>
              <a:buSzTx/>
              <a:buFontTx/>
              <a:buNone/>
              <a:defRPr kumimoji="0" lang="en-US" sz="900" b="0" i="0" u="none" strike="noStrike" kern="0" cap="none" spc="2" normalizeH="0" baseline="0" noProof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0"/>
                <a:ea typeface="微软雅黑" charset="-122"/>
                <a:cs typeface="微软雅黑" pitchFamily="34" charset="-120"/>
              </a:defRPr>
            </a:lvl1pPr>
          </a:lstStyle>
          <a:p>
            <a:pPr lvl="0"/>
            <a:r>
              <a:rPr>
                <a:sym typeface="+mn-ea"/>
              </a:rPr>
              <a:t>副标题</a:t>
            </a:r>
            <a:endParaRPr>
              <a:sym typeface="+mn-ea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04250" y="4805680"/>
            <a:ext cx="329565" cy="23749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246E9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圆角矩形 13"/>
          <p:cNvSpPr/>
          <p:nvPr userDrawn="1">
            <p:custDataLst>
              <p:tags r:id="rId7"/>
            </p:custDataLst>
          </p:nvPr>
        </p:nvSpPr>
        <p:spPr>
          <a:xfrm>
            <a:off x="107156" y="4816682"/>
            <a:ext cx="1601629" cy="215303"/>
          </a:xfrm>
          <a:prstGeom prst="roundRect">
            <a:avLst>
              <a:gd name="adj" fmla="val 16592"/>
            </a:avLst>
          </a:prstGeom>
          <a:solidFill>
            <a:schemeClr val="bg1"/>
          </a:solidFill>
          <a:ln>
            <a:noFill/>
          </a:ln>
        </p:spPr>
        <p:txBody>
          <a:bodyPr vert="horz" lIns="68580" tIns="34290" rIns="68580" bIns="34290" rtlCol="0" anchor="ctr">
            <a:noAutofit/>
          </a:bodyPr>
          <a:lstStyle>
            <a:lvl1pPr algn="l">
              <a:defRPr sz="1200" b="1" i="1">
                <a:solidFill>
                  <a:srgbClr val="6246E9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Hands off </a:t>
            </a:r>
            <a:r>
              <a:rPr lang="zh-CN" altLang="en-US" sz="900">
                <a:solidFill>
                  <a:schemeClr val="bg1">
                    <a:lumMod val="50000"/>
                  </a:schemeClr>
                </a:solidFill>
                <a:sym typeface="+mn-ea"/>
              </a:rPr>
              <a:t>，</a:t>
            </a:r>
            <a:r>
              <a:rPr lang="en-US" altLang="zh-CN" sz="900">
                <a:solidFill>
                  <a:schemeClr val="bg1">
                    <a:lumMod val="50000"/>
                  </a:schemeClr>
                </a:solidFill>
                <a:sym typeface="+mn-ea"/>
              </a:rPr>
              <a:t> Always on</a:t>
            </a:r>
            <a:endParaRPr lang="en-US" altLang="zh-CN" sz="9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05753" y="168146"/>
            <a:ext cx="1154906" cy="289134"/>
          </a:xfrm>
          <a:prstGeom prst="rect">
            <a:avLst/>
          </a:prstGeom>
        </p:spPr>
      </p:pic>
      <p:sp>
        <p:nvSpPr>
          <p:cNvPr id="18" name="Shape 11"/>
          <p:cNvSpPr/>
          <p:nvPr userDrawn="1">
            <p:custDataLst>
              <p:tags r:id="rId10"/>
            </p:custDataLst>
          </p:nvPr>
        </p:nvSpPr>
        <p:spPr>
          <a:xfrm>
            <a:off x="0" y="4714271"/>
            <a:ext cx="9144476" cy="5401"/>
          </a:xfrm>
          <a:prstGeom prst="rect">
            <a:avLst/>
          </a:prstGeom>
          <a:solidFill>
            <a:srgbClr val="F2F0FD"/>
          </a:solidFill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685920"/>
            <a:ext cx="783000" cy="377256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685920"/>
            <a:ext cx="6876900" cy="377256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580602"/>
            <a:ext cx="8229600" cy="411281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1798515"/>
            <a:ext cx="7349400" cy="829045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2670767"/>
            <a:ext cx="7349400" cy="378066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56300" y="456380"/>
            <a:ext cx="8226900" cy="52929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56300" y="1117996"/>
            <a:ext cx="8226900" cy="3570024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9000" y="4736628"/>
            <a:ext cx="2025000" cy="237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  <a:latin typeface="微软雅黑" charset="0"/>
                <a:ea typeface="微软雅黑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00" y="4736628"/>
            <a:ext cx="2970000" cy="237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  <a:latin typeface="微软雅黑" charset="0"/>
                <a:ea typeface="微软雅黑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658200" y="4736628"/>
            <a:ext cx="2025000" cy="237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  <a:latin typeface="微软雅黑" charset="0"/>
                <a:ea typeface="微软雅黑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charset="0"/>
          <a:ea typeface="微软雅黑" charset="0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charset="0"/>
          <a:ea typeface="微软雅黑" charset="0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207770" algn="l"/>
          <a:tab pos="1207770" algn="l"/>
          <a:tab pos="1207770" algn="l"/>
          <a:tab pos="1207770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charset="0"/>
          <a:ea typeface="微软雅黑" charset="0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charset="0"/>
          <a:ea typeface="微软雅黑" charset="0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charset="0"/>
          <a:ea typeface="微软雅黑" charset="0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charset="0"/>
          <a:ea typeface="微软雅黑" charset="0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2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主题色</a:t>
            </a:r>
            <a:r>
              <a:rPr lang="zh-CN" altLang="en-US"/>
              <a:t>设定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设定</a:t>
            </a:r>
            <a:r>
              <a:rPr altLang="zh-CN"/>
              <a:t>PPT</a:t>
            </a:r>
            <a:r>
              <a:rPr lang="zh-CN" altLang="en-US"/>
              <a:t>的整体色彩</a:t>
            </a:r>
            <a:r>
              <a:rPr lang="zh-CN" altLang="en-US"/>
              <a:t>主题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57480" y="1124585"/>
            <a:ext cx="8639175" cy="34328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4" name="矩形 3"/>
          <p:cNvSpPr/>
          <p:nvPr/>
        </p:nvSpPr>
        <p:spPr>
          <a:xfrm flipH="1">
            <a:off x="737711" y="1270132"/>
            <a:ext cx="598170" cy="5981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5" name="矩形 4"/>
          <p:cNvSpPr/>
          <p:nvPr/>
        </p:nvSpPr>
        <p:spPr>
          <a:xfrm flipH="1">
            <a:off x="1492568" y="1278229"/>
            <a:ext cx="598170" cy="59817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6" name="矩形 5"/>
          <p:cNvSpPr/>
          <p:nvPr/>
        </p:nvSpPr>
        <p:spPr>
          <a:xfrm flipH="1">
            <a:off x="3148013" y="1270132"/>
            <a:ext cx="598170" cy="5981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/>
        </p:nvSpPr>
        <p:spPr>
          <a:xfrm flipH="1">
            <a:off x="3951446" y="1270132"/>
            <a:ext cx="598170" cy="598170"/>
          </a:xfrm>
          <a:prstGeom prst="rect">
            <a:avLst/>
          </a:prstGeom>
          <a:solidFill>
            <a:srgbClr val="6246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 flipH="1">
            <a:off x="2305526" y="1278229"/>
            <a:ext cx="598170" cy="5981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 flipH="1">
            <a:off x="5558314" y="1270132"/>
            <a:ext cx="598170" cy="598170"/>
          </a:xfrm>
          <a:prstGeom prst="rect">
            <a:avLst/>
          </a:prstGeom>
          <a:solidFill>
            <a:srgbClr val="F2F0FD"/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 flipH="1">
            <a:off x="6361748" y="1270132"/>
            <a:ext cx="598170" cy="598170"/>
          </a:xfrm>
          <a:prstGeom prst="rect">
            <a:avLst/>
          </a:prstGeom>
          <a:solidFill>
            <a:srgbClr val="C5CBF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1" name="矩形 10"/>
          <p:cNvSpPr/>
          <p:nvPr/>
        </p:nvSpPr>
        <p:spPr>
          <a:xfrm flipH="1">
            <a:off x="4754880" y="1270132"/>
            <a:ext cx="598170" cy="598170"/>
          </a:xfrm>
          <a:prstGeom prst="rect">
            <a:avLst/>
          </a:prstGeom>
          <a:solidFill>
            <a:srgbClr val="AC9D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2" name="矩形 11"/>
          <p:cNvSpPr/>
          <p:nvPr/>
        </p:nvSpPr>
        <p:spPr>
          <a:xfrm flipH="1">
            <a:off x="7165181" y="1270132"/>
            <a:ext cx="598170" cy="598170"/>
          </a:xfrm>
          <a:prstGeom prst="rect">
            <a:avLst/>
          </a:prstGeom>
          <a:solidFill>
            <a:srgbClr val="6F93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3" name="矩形 12"/>
          <p:cNvSpPr/>
          <p:nvPr/>
        </p:nvSpPr>
        <p:spPr>
          <a:xfrm flipH="1">
            <a:off x="7968615" y="1270132"/>
            <a:ext cx="598170" cy="598170"/>
          </a:xfrm>
          <a:prstGeom prst="rect">
            <a:avLst/>
          </a:prstGeom>
          <a:solidFill>
            <a:srgbClr val="195A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4" name="文本框 13"/>
          <p:cNvSpPr txBox="1"/>
          <p:nvPr/>
        </p:nvSpPr>
        <p:spPr>
          <a:xfrm>
            <a:off x="529114" y="1992127"/>
            <a:ext cx="886778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900"/>
              <a:t>文字颜色</a:t>
            </a:r>
            <a:r>
              <a:rPr lang="en-US" altLang="zh-CN" sz="900"/>
              <a:t>-</a:t>
            </a:r>
            <a:r>
              <a:rPr lang="zh-CN" altLang="en-US" sz="900"/>
              <a:t>浅</a:t>
            </a:r>
            <a:endParaRPr lang="zh-CN" altLang="en-US" sz="900"/>
          </a:p>
        </p:txBody>
      </p:sp>
      <p:sp>
        <p:nvSpPr>
          <p:cNvPr id="15" name="文本框 14"/>
          <p:cNvSpPr txBox="1"/>
          <p:nvPr/>
        </p:nvSpPr>
        <p:spPr>
          <a:xfrm>
            <a:off x="2179320" y="1975459"/>
            <a:ext cx="81819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900">
                <a:sym typeface="+mn-ea"/>
              </a:rPr>
              <a:t>背景颜色</a:t>
            </a:r>
            <a:r>
              <a:rPr lang="en-US" altLang="zh-CN" sz="900">
                <a:sym typeface="+mn-ea"/>
              </a:rPr>
              <a:t>-</a:t>
            </a:r>
            <a:r>
              <a:rPr lang="zh-CN" altLang="en-US" sz="900">
                <a:sym typeface="+mn-ea"/>
              </a:rPr>
              <a:t>浅</a:t>
            </a:r>
            <a:endParaRPr lang="zh-CN" altLang="en-US" sz="900"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44666" y="1992127"/>
            <a:ext cx="809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900"/>
              <a:t>背影颜色</a:t>
            </a:r>
            <a:r>
              <a:rPr lang="en-US" altLang="zh-CN" sz="900"/>
              <a:t>-</a:t>
            </a:r>
            <a:r>
              <a:rPr lang="zh-CN" altLang="en-US" sz="900"/>
              <a:t>深</a:t>
            </a:r>
            <a:endParaRPr lang="zh-CN" altLang="en-US" sz="900"/>
          </a:p>
        </p:txBody>
      </p:sp>
      <p:sp>
        <p:nvSpPr>
          <p:cNvPr id="17" name="文本框 16"/>
          <p:cNvSpPr txBox="1"/>
          <p:nvPr/>
        </p:nvSpPr>
        <p:spPr>
          <a:xfrm>
            <a:off x="1380173" y="1992127"/>
            <a:ext cx="809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900"/>
              <a:t>文字颜色</a:t>
            </a:r>
            <a:r>
              <a:rPr lang="en-US" altLang="zh-CN" sz="900"/>
              <a:t>-</a:t>
            </a:r>
            <a:r>
              <a:rPr lang="zh-CN" altLang="en-US" sz="900"/>
              <a:t>深</a:t>
            </a:r>
            <a:endParaRPr lang="zh-CN" altLang="en-US" sz="900"/>
          </a:p>
        </p:txBody>
      </p:sp>
      <p:sp>
        <p:nvSpPr>
          <p:cNvPr id="18" name="文本框 17"/>
          <p:cNvSpPr txBox="1"/>
          <p:nvPr/>
        </p:nvSpPr>
        <p:spPr>
          <a:xfrm>
            <a:off x="3865721" y="1992127"/>
            <a:ext cx="7105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900"/>
              <a:t>图形颜色</a:t>
            </a:r>
            <a:r>
              <a:rPr lang="en-US" altLang="zh-CN" sz="900"/>
              <a:t>1</a:t>
            </a:r>
            <a:endParaRPr lang="en-US" altLang="zh-CN" sz="900"/>
          </a:p>
        </p:txBody>
      </p:sp>
      <p:sp>
        <p:nvSpPr>
          <p:cNvPr id="19" name="文本框 18"/>
          <p:cNvSpPr txBox="1"/>
          <p:nvPr/>
        </p:nvSpPr>
        <p:spPr>
          <a:xfrm>
            <a:off x="4645343" y="1992127"/>
            <a:ext cx="7105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900"/>
              <a:t>图形颜色</a:t>
            </a:r>
            <a:r>
              <a:rPr lang="en-US" altLang="zh-CN" sz="900"/>
              <a:t>2</a:t>
            </a:r>
            <a:endParaRPr lang="en-US" altLang="zh-CN" sz="900"/>
          </a:p>
        </p:txBody>
      </p:sp>
      <p:sp>
        <p:nvSpPr>
          <p:cNvPr id="20" name="文本框 19"/>
          <p:cNvSpPr txBox="1"/>
          <p:nvPr/>
        </p:nvSpPr>
        <p:spPr>
          <a:xfrm>
            <a:off x="5468779" y="1992127"/>
            <a:ext cx="7105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900"/>
              <a:t>图形颜色</a:t>
            </a:r>
            <a:r>
              <a:rPr lang="en-US" altLang="zh-CN" sz="900"/>
              <a:t>3</a:t>
            </a:r>
            <a:endParaRPr lang="en-US" altLang="zh-CN" sz="900"/>
          </a:p>
        </p:txBody>
      </p:sp>
      <p:sp>
        <p:nvSpPr>
          <p:cNvPr id="21" name="文本框 20"/>
          <p:cNvSpPr txBox="1"/>
          <p:nvPr/>
        </p:nvSpPr>
        <p:spPr>
          <a:xfrm>
            <a:off x="6281738" y="1992127"/>
            <a:ext cx="7105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900"/>
              <a:t>图形颜色</a:t>
            </a:r>
            <a:r>
              <a:rPr lang="en-US" altLang="zh-CN" sz="900"/>
              <a:t>4</a:t>
            </a:r>
            <a:endParaRPr lang="en-US" altLang="zh-CN" sz="900"/>
          </a:p>
        </p:txBody>
      </p:sp>
      <p:sp>
        <p:nvSpPr>
          <p:cNvPr id="22" name="文本框 21"/>
          <p:cNvSpPr txBox="1"/>
          <p:nvPr/>
        </p:nvSpPr>
        <p:spPr>
          <a:xfrm>
            <a:off x="7093744" y="1992127"/>
            <a:ext cx="7105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900"/>
              <a:t>图形颜色</a:t>
            </a:r>
            <a:r>
              <a:rPr lang="en-US" altLang="zh-CN" sz="900"/>
              <a:t>5</a:t>
            </a:r>
            <a:endParaRPr lang="en-US" altLang="zh-CN" sz="900"/>
          </a:p>
        </p:txBody>
      </p:sp>
      <p:sp>
        <p:nvSpPr>
          <p:cNvPr id="23" name="文本框 22"/>
          <p:cNvSpPr txBox="1"/>
          <p:nvPr/>
        </p:nvSpPr>
        <p:spPr>
          <a:xfrm>
            <a:off x="7910513" y="1992127"/>
            <a:ext cx="7105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900"/>
              <a:t>图形颜色</a:t>
            </a:r>
            <a:r>
              <a:rPr lang="en-US" altLang="zh-CN" sz="900"/>
              <a:t>6</a:t>
            </a:r>
            <a:endParaRPr lang="en-US" altLang="zh-CN" sz="900"/>
          </a:p>
        </p:txBody>
      </p: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z="750" smtClean="0"/>
            </a:fld>
            <a:endParaRPr lang="zh-CN" altLang="en-US" sz="750"/>
          </a:p>
        </p:txBody>
      </p:sp>
      <p:sp>
        <p:nvSpPr>
          <p:cNvPr id="31" name="页脚占位符 30"/>
          <p:cNvSpPr>
            <a:spLocks noGrp="1"/>
          </p:cNvSpPr>
          <p:nvPr>
            <p:ph type="ftr" sz="quarter" idx="4294967295"/>
          </p:nvPr>
        </p:nvSpPr>
        <p:spPr>
          <a:xfrm>
            <a:off x="120968" y="3450405"/>
            <a:ext cx="1808798" cy="237649"/>
          </a:xfrm>
        </p:spPr>
        <p:txBody>
          <a:bodyPr/>
          <a:p>
            <a:r>
              <a:rPr lang="en-US" altLang="zh-CN" sz="750"/>
              <a:t>Hands off </a:t>
            </a:r>
            <a:r>
              <a:rPr lang="zh-CN" altLang="en-US" sz="750"/>
              <a:t>，</a:t>
            </a:r>
            <a:r>
              <a:rPr lang="en-US" altLang="zh-CN" sz="750"/>
              <a:t> Always on</a:t>
            </a:r>
            <a:endParaRPr lang="en-US" altLang="zh-CN" sz="75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1E293B"/>
      </a:dk2>
      <a:lt2>
        <a:srgbClr val="D4D4D4"/>
      </a:lt2>
      <a:accent1>
        <a:srgbClr val="7C3AED"/>
      </a:accent1>
      <a:accent2>
        <a:srgbClr val="D8BFD8"/>
      </a:accent2>
      <a:accent3>
        <a:srgbClr val="F0F5F9"/>
      </a:accent3>
      <a:accent4>
        <a:srgbClr val="B4C7E7"/>
      </a:accent4>
      <a:accent5>
        <a:srgbClr val="5B9BD5"/>
      </a:accent5>
      <a:accent6>
        <a:srgbClr val="0052CC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E293B"/>
      </a:dk2>
      <a:lt2>
        <a:srgbClr val="D4D4D4"/>
      </a:lt2>
      <a:accent1>
        <a:srgbClr val="7C3AED"/>
      </a:accent1>
      <a:accent2>
        <a:srgbClr val="D8BFD8"/>
      </a:accent2>
      <a:accent3>
        <a:srgbClr val="F0F5F9"/>
      </a:accent3>
      <a:accent4>
        <a:srgbClr val="B4C7E7"/>
      </a:accent4>
      <a:accent5>
        <a:srgbClr val="5B9BD5"/>
      </a:accent5>
      <a:accent6>
        <a:srgbClr val="0052CC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E293B"/>
      </a:dk2>
      <a:lt2>
        <a:srgbClr val="D4D4D4"/>
      </a:lt2>
      <a:accent1>
        <a:srgbClr val="7C3AED"/>
      </a:accent1>
      <a:accent2>
        <a:srgbClr val="D8BFD8"/>
      </a:accent2>
      <a:accent3>
        <a:srgbClr val="F0F5F9"/>
      </a:accent3>
      <a:accent4>
        <a:srgbClr val="B4C7E7"/>
      </a:accent4>
      <a:accent5>
        <a:srgbClr val="5B9BD5"/>
      </a:accent5>
      <a:accent6>
        <a:srgbClr val="0052CC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</Words>
  <Application>WPS 演示</Application>
  <PresentationFormat>宽屏</PresentationFormat>
  <Paragraphs>28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微软雅黑</vt:lpstr>
      <vt:lpstr>PingFang SC Regular</vt:lpstr>
      <vt:lpstr>PingFang SC Semibold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不知道谁</cp:lastModifiedBy>
  <cp:revision>172</cp:revision>
  <dcterms:created xsi:type="dcterms:W3CDTF">2026-03-26T11:36:49Z</dcterms:created>
  <dcterms:modified xsi:type="dcterms:W3CDTF">2026-03-26T11:36:49Z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7EEBFA8DB79EA34299EBC46962AAD42D_41</vt:lpwstr>
  </property>
</Properties>
</file>